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  <p:sldMasterId id="2147483683" r:id="rId3"/>
  </p:sldMasterIdLst>
  <p:notesMasterIdLst>
    <p:notesMasterId r:id="rId69"/>
  </p:notesMasterIdLst>
  <p:sldIdLst>
    <p:sldId id="511" r:id="rId4"/>
    <p:sldId id="2569" r:id="rId5"/>
    <p:sldId id="2731" r:id="rId6"/>
    <p:sldId id="2735" r:id="rId7"/>
    <p:sldId id="2732" r:id="rId8"/>
    <p:sldId id="2755" r:id="rId9"/>
    <p:sldId id="2736" r:id="rId10"/>
    <p:sldId id="2756" r:id="rId11"/>
    <p:sldId id="952" r:id="rId12"/>
    <p:sldId id="2749" r:id="rId13"/>
    <p:sldId id="2747" r:id="rId14"/>
    <p:sldId id="2748" r:id="rId15"/>
    <p:sldId id="2757" r:id="rId16"/>
    <p:sldId id="2758" r:id="rId17"/>
    <p:sldId id="2531" r:id="rId18"/>
    <p:sldId id="1545" r:id="rId19"/>
    <p:sldId id="2739" r:id="rId20"/>
    <p:sldId id="2740" r:id="rId21"/>
    <p:sldId id="2741" r:id="rId22"/>
    <p:sldId id="2450" r:id="rId23"/>
    <p:sldId id="2530" r:id="rId24"/>
    <p:sldId id="1888" r:id="rId25"/>
    <p:sldId id="1539" r:id="rId26"/>
    <p:sldId id="2628" r:id="rId27"/>
    <p:sldId id="2621" r:id="rId28"/>
    <p:sldId id="2708" r:id="rId29"/>
    <p:sldId id="2709" r:id="rId30"/>
    <p:sldId id="2710" r:id="rId31"/>
    <p:sldId id="2711" r:id="rId32"/>
    <p:sldId id="2576" r:id="rId33"/>
    <p:sldId id="2606" r:id="rId34"/>
    <p:sldId id="2742" r:id="rId35"/>
    <p:sldId id="2744" r:id="rId36"/>
    <p:sldId id="2743" r:id="rId37"/>
    <p:sldId id="2597" r:id="rId38"/>
    <p:sldId id="2577" r:id="rId39"/>
    <p:sldId id="2712" r:id="rId40"/>
    <p:sldId id="2713" r:id="rId41"/>
    <p:sldId id="2714" r:id="rId42"/>
    <p:sldId id="2715" r:id="rId43"/>
    <p:sldId id="2716" r:id="rId44"/>
    <p:sldId id="2636" r:id="rId45"/>
    <p:sldId id="2750" r:id="rId46"/>
    <p:sldId id="2751" r:id="rId47"/>
    <p:sldId id="2752" r:id="rId48"/>
    <p:sldId id="2753" r:id="rId49"/>
    <p:sldId id="2754" r:id="rId50"/>
    <p:sldId id="2729" r:id="rId51"/>
    <p:sldId id="2730" r:id="rId52"/>
    <p:sldId id="2717" r:id="rId53"/>
    <p:sldId id="2718" r:id="rId54"/>
    <p:sldId id="2719" r:id="rId55"/>
    <p:sldId id="2720" r:id="rId56"/>
    <p:sldId id="2721" r:id="rId57"/>
    <p:sldId id="2722" r:id="rId58"/>
    <p:sldId id="2723" r:id="rId59"/>
    <p:sldId id="2635" r:id="rId60"/>
    <p:sldId id="1689" r:id="rId61"/>
    <p:sldId id="2724" r:id="rId62"/>
    <p:sldId id="2725" r:id="rId63"/>
    <p:sldId id="2726" r:id="rId64"/>
    <p:sldId id="2727" r:id="rId65"/>
    <p:sldId id="2728" r:id="rId66"/>
    <p:sldId id="1444" r:id="rId67"/>
    <p:sldId id="2231" r:id="rId6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AF5F0"/>
    <a:srgbClr val="E8D3D3"/>
    <a:srgbClr val="D1CDC4"/>
    <a:srgbClr val="A78B86"/>
    <a:srgbClr val="FFD9C8"/>
    <a:srgbClr val="C09C6F"/>
    <a:srgbClr val="AACDE2"/>
    <a:srgbClr val="7E5F73"/>
    <a:srgbClr val="B38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8E4227-F3EB-4506-82B9-0F84FBED38E4}" v="143" dt="2026-01-03T09:01:27.5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commentAuthors" Target="commentAuthors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microsoft.com/office/2015/10/relationships/revisionInfo" Target="revisionInfo.xml"/><Relationship Id="rId7" Type="http://schemas.openxmlformats.org/officeDocument/2006/relationships/slide" Target="slides/slide4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i Mathew" userId="3875fe58a975fc01" providerId="LiveId" clId="{01228244-6B25-4D01-85AC-4B8EA41E8750}"/>
    <pc:docChg chg="undo custSel addSld delSld modSld sldOrd">
      <pc:chgData name="Sini Mathew" userId="3875fe58a975fc01" providerId="LiveId" clId="{01228244-6B25-4D01-85AC-4B8EA41E8750}" dt="2026-01-02T03:39:46.933" v="1113" actId="20577"/>
      <pc:docMkLst>
        <pc:docMk/>
      </pc:docMkLst>
      <pc:sldChg chg="modSp mod">
        <pc:chgData name="Sini Mathew" userId="3875fe58a975fc01" providerId="LiveId" clId="{01228244-6B25-4D01-85AC-4B8EA41E8750}" dt="2025-12-30T00:49:45.723" v="20" actId="20577"/>
        <pc:sldMkLst>
          <pc:docMk/>
          <pc:sldMk cId="0" sldId="511"/>
        </pc:sldMkLst>
        <pc:spChg chg="mod">
          <ac:chgData name="Sini Mathew" userId="3875fe58a975fc01" providerId="LiveId" clId="{01228244-6B25-4D01-85AC-4B8EA41E8750}" dt="2025-12-30T00:49:45.723" v="20" actId="20577"/>
          <ac:spMkLst>
            <pc:docMk/>
            <pc:sldMk cId="0" sldId="511"/>
            <ac:spMk id="2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5-12-30T00:55:44.560" v="62" actId="20577"/>
        <pc:sldMkLst>
          <pc:docMk/>
          <pc:sldMk cId="0" sldId="952"/>
        </pc:sldMkLst>
        <pc:spChg chg="mod">
          <ac:chgData name="Sini Mathew" userId="3875fe58a975fc01" providerId="LiveId" clId="{01228244-6B25-4D01-85AC-4B8EA41E8750}" dt="2025-12-30T00:55:44.560" v="62" actId="20577"/>
          <ac:spMkLst>
            <pc:docMk/>
            <pc:sldMk cId="0" sldId="952"/>
            <ac:spMk id="3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6-01-02T03:21:50.244" v="930" actId="14100"/>
        <pc:sldMkLst>
          <pc:docMk/>
          <pc:sldMk cId="0" sldId="1545"/>
        </pc:sldMkLst>
        <pc:spChg chg="mod">
          <ac:chgData name="Sini Mathew" userId="3875fe58a975fc01" providerId="LiveId" clId="{01228244-6B25-4D01-85AC-4B8EA41E8750}" dt="2025-12-30T01:23:51.934" v="80" actId="20577"/>
          <ac:spMkLst>
            <pc:docMk/>
            <pc:sldMk cId="0" sldId="1545"/>
            <ac:spMk id="2" creationId="{00000000-0000-0000-0000-000000000000}"/>
          </ac:spMkLst>
        </pc:spChg>
        <pc:spChg chg="mod">
          <ac:chgData name="Sini Mathew" userId="3875fe58a975fc01" providerId="LiveId" clId="{01228244-6B25-4D01-85AC-4B8EA41E8750}" dt="2026-01-02T03:21:50.244" v="930" actId="14100"/>
          <ac:spMkLst>
            <pc:docMk/>
            <pc:sldMk cId="0" sldId="1545"/>
            <ac:spMk id="3" creationId="{01B8BF1A-4E79-451A-B023-45D3C5585CC4}"/>
          </ac:spMkLst>
        </pc:spChg>
        <pc:spChg chg="mod">
          <ac:chgData name="Sini Mathew" userId="3875fe58a975fc01" providerId="LiveId" clId="{01228244-6B25-4D01-85AC-4B8EA41E8750}" dt="2026-01-02T03:19:56.931" v="909" actId="1076"/>
          <ac:spMkLst>
            <pc:docMk/>
            <pc:sldMk cId="0" sldId="1545"/>
            <ac:spMk id="4" creationId="{E788F937-957D-149C-3ECC-255A2AA13985}"/>
          </ac:spMkLst>
        </pc:spChg>
        <pc:spChg chg="mod">
          <ac:chgData name="Sini Mathew" userId="3875fe58a975fc01" providerId="LiveId" clId="{01228244-6B25-4D01-85AC-4B8EA41E8750}" dt="2026-01-02T02:07:04.157" v="755" actId="20577"/>
          <ac:spMkLst>
            <pc:docMk/>
            <pc:sldMk cId="0" sldId="1545"/>
            <ac:spMk id="5" creationId="{00000000-0000-0000-0000-000000000000}"/>
          </ac:spMkLst>
        </pc:spChg>
      </pc:sldChg>
      <pc:sldChg chg="addSp delSp modSp mod">
        <pc:chgData name="Sini Mathew" userId="3875fe58a975fc01" providerId="LiveId" clId="{01228244-6B25-4D01-85AC-4B8EA41E8750}" dt="2026-01-02T02:16:34.631" v="862" actId="207"/>
        <pc:sldMkLst>
          <pc:docMk/>
          <pc:sldMk cId="0" sldId="1689"/>
        </pc:sldMkLst>
        <pc:spChg chg="mod">
          <ac:chgData name="Sini Mathew" userId="3875fe58a975fc01" providerId="LiveId" clId="{01228244-6B25-4D01-85AC-4B8EA41E8750}" dt="2025-12-30T02:23:45.272" v="377" actId="20577"/>
          <ac:spMkLst>
            <pc:docMk/>
            <pc:sldMk cId="0" sldId="1689"/>
            <ac:spMk id="2" creationId="{00000000-0000-0000-0000-000000000000}"/>
          </ac:spMkLst>
        </pc:spChg>
        <pc:spChg chg="add mod">
          <ac:chgData name="Sini Mathew" userId="3875fe58a975fc01" providerId="LiveId" clId="{01228244-6B25-4D01-85AC-4B8EA41E8750}" dt="2025-12-30T02:26:17.699" v="414" actId="14100"/>
          <ac:spMkLst>
            <pc:docMk/>
            <pc:sldMk cId="0" sldId="1689"/>
            <ac:spMk id="8" creationId="{105970AF-B4E3-74CA-78B5-0CC351A22C09}"/>
          </ac:spMkLst>
        </pc:spChg>
        <pc:spChg chg="add mod">
          <ac:chgData name="Sini Mathew" userId="3875fe58a975fc01" providerId="LiveId" clId="{01228244-6B25-4D01-85AC-4B8EA41E8750}" dt="2026-01-02T02:16:34.631" v="862" actId="207"/>
          <ac:spMkLst>
            <pc:docMk/>
            <pc:sldMk cId="0" sldId="1689"/>
            <ac:spMk id="9" creationId="{FB420252-6173-ADB9-869E-182668223BF7}"/>
          </ac:spMkLst>
        </pc:spChg>
        <pc:spChg chg="mod">
          <ac:chgData name="Sini Mathew" userId="3875fe58a975fc01" providerId="LiveId" clId="{01228244-6B25-4D01-85AC-4B8EA41E8750}" dt="2025-12-30T03:21:53.759" v="552" actId="20577"/>
          <ac:spMkLst>
            <pc:docMk/>
            <pc:sldMk cId="0" sldId="1689"/>
            <ac:spMk id="13" creationId="{00000000-0000-0000-0000-000000000000}"/>
          </ac:spMkLst>
        </pc:spChg>
      </pc:sldChg>
      <pc:sldChg chg="addSp modSp mod">
        <pc:chgData name="Sini Mathew" userId="3875fe58a975fc01" providerId="LiveId" clId="{01228244-6B25-4D01-85AC-4B8EA41E8750}" dt="2026-01-02T03:22:21.345" v="936" actId="255"/>
        <pc:sldMkLst>
          <pc:docMk/>
          <pc:sldMk cId="0" sldId="1888"/>
        </pc:sldMkLst>
        <pc:spChg chg="mod">
          <ac:chgData name="Sini Mathew" userId="3875fe58a975fc01" providerId="LiveId" clId="{01228244-6B25-4D01-85AC-4B8EA41E8750}" dt="2025-12-30T01:24:25.395" v="106" actId="20577"/>
          <ac:spMkLst>
            <pc:docMk/>
            <pc:sldMk cId="0" sldId="1888"/>
            <ac:spMk id="2" creationId="{00000000-0000-0000-0000-000000000000}"/>
          </ac:spMkLst>
        </pc:spChg>
        <pc:spChg chg="add mod">
          <ac:chgData name="Sini Mathew" userId="3875fe58a975fc01" providerId="LiveId" clId="{01228244-6B25-4D01-85AC-4B8EA41E8750}" dt="2026-01-02T02:08:48.285" v="782" actId="1076"/>
          <ac:spMkLst>
            <pc:docMk/>
            <pc:sldMk cId="0" sldId="1888"/>
            <ac:spMk id="4" creationId="{F077DC69-861D-71C3-8D7E-1FBAB11AC9BB}"/>
          </ac:spMkLst>
        </pc:spChg>
        <pc:spChg chg="add mod">
          <ac:chgData name="Sini Mathew" userId="3875fe58a975fc01" providerId="LiveId" clId="{01228244-6B25-4D01-85AC-4B8EA41E8750}" dt="2026-01-02T03:22:21.345" v="936" actId="255"/>
          <ac:spMkLst>
            <pc:docMk/>
            <pc:sldMk cId="0" sldId="1888"/>
            <ac:spMk id="5" creationId="{B8B10497-B0AA-B0DC-AB88-37A061DE297C}"/>
          </ac:spMkLst>
        </pc:spChg>
      </pc:sldChg>
      <pc:sldChg chg="modSp mod">
        <pc:chgData name="Sini Mathew" userId="3875fe58a975fc01" providerId="LiveId" clId="{01228244-6B25-4D01-85AC-4B8EA41E8750}" dt="2025-12-30T01:24:11.013" v="100" actId="20577"/>
        <pc:sldMkLst>
          <pc:docMk/>
          <pc:sldMk cId="0" sldId="2530"/>
        </pc:sldMkLst>
        <pc:spChg chg="mod">
          <ac:chgData name="Sini Mathew" userId="3875fe58a975fc01" providerId="LiveId" clId="{01228244-6B25-4D01-85AC-4B8EA41E8750}" dt="2025-12-30T01:24:11.013" v="100" actId="20577"/>
          <ac:spMkLst>
            <pc:docMk/>
            <pc:sldMk cId="0" sldId="2530"/>
            <ac:spMk id="3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5-12-30T01:22:13.681" v="77" actId="20577"/>
        <pc:sldMkLst>
          <pc:docMk/>
          <pc:sldMk cId="0" sldId="2531"/>
        </pc:sldMkLst>
        <pc:spChg chg="mod">
          <ac:chgData name="Sini Mathew" userId="3875fe58a975fc01" providerId="LiveId" clId="{01228244-6B25-4D01-85AC-4B8EA41E8750}" dt="2025-12-30T01:22:13.681" v="77" actId="20577"/>
          <ac:spMkLst>
            <pc:docMk/>
            <pc:sldMk cId="0" sldId="2531"/>
            <ac:spMk id="3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5-12-30T01:57:22.447" v="176" actId="20577"/>
        <pc:sldMkLst>
          <pc:docMk/>
          <pc:sldMk cId="0" sldId="2576"/>
        </pc:sldMkLst>
        <pc:spChg chg="mod">
          <ac:chgData name="Sini Mathew" userId="3875fe58a975fc01" providerId="LiveId" clId="{01228244-6B25-4D01-85AC-4B8EA41E8750}" dt="2025-12-30T01:57:22.447" v="176" actId="20577"/>
          <ac:spMkLst>
            <pc:docMk/>
            <pc:sldMk cId="0" sldId="2576"/>
            <ac:spMk id="6" creationId="{00000000-0000-0000-0000-000000000000}"/>
          </ac:spMkLst>
        </pc:spChg>
      </pc:sldChg>
      <pc:sldChg chg="addSp delSp modSp mod">
        <pc:chgData name="Sini Mathew" userId="3875fe58a975fc01" providerId="LiveId" clId="{01228244-6B25-4D01-85AC-4B8EA41E8750}" dt="2026-01-02T03:28:26.065" v="987" actId="14100"/>
        <pc:sldMkLst>
          <pc:docMk/>
          <pc:sldMk cId="0" sldId="2577"/>
        </pc:sldMkLst>
        <pc:spChg chg="add mod">
          <ac:chgData name="Sini Mathew" userId="3875fe58a975fc01" providerId="LiveId" clId="{01228244-6B25-4D01-85AC-4B8EA41E8750}" dt="2026-01-02T03:28:26.065" v="987" actId="14100"/>
          <ac:spMkLst>
            <pc:docMk/>
            <pc:sldMk cId="0" sldId="2577"/>
            <ac:spMk id="2" creationId="{E2879891-4A63-786C-E68A-3DBEC9C4026F}"/>
          </ac:spMkLst>
        </pc:spChg>
        <pc:spChg chg="add mod">
          <ac:chgData name="Sini Mathew" userId="3875fe58a975fc01" providerId="LiveId" clId="{01228244-6B25-4D01-85AC-4B8EA41E8750}" dt="2025-12-30T01:58:10.508" v="191"/>
          <ac:spMkLst>
            <pc:docMk/>
            <pc:sldMk cId="0" sldId="2577"/>
            <ac:spMk id="3" creationId="{8D82A327-9B6A-D2F1-7DFE-5A0B0604D495}"/>
          </ac:spMkLst>
        </pc:spChg>
        <pc:spChg chg="mod">
          <ac:chgData name="Sini Mathew" userId="3875fe58a975fc01" providerId="LiveId" clId="{01228244-6B25-4D01-85AC-4B8EA41E8750}" dt="2025-12-30T01:57:41.995" v="186" actId="20577"/>
          <ac:spMkLst>
            <pc:docMk/>
            <pc:sldMk cId="0" sldId="2577"/>
            <ac:spMk id="6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5-12-30T01:57:36.354" v="183" actId="20577"/>
        <pc:sldMkLst>
          <pc:docMk/>
          <pc:sldMk cId="0" sldId="2597"/>
        </pc:sldMkLst>
        <pc:spChg chg="mod">
          <ac:chgData name="Sini Mathew" userId="3875fe58a975fc01" providerId="LiveId" clId="{01228244-6B25-4D01-85AC-4B8EA41E8750}" dt="2025-12-30T01:57:36.354" v="183" actId="20577"/>
          <ac:spMkLst>
            <pc:docMk/>
            <pc:sldMk cId="0" sldId="2597"/>
            <ac:spMk id="6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6-01-02T03:26:01.498" v="968" actId="1076"/>
        <pc:sldMkLst>
          <pc:docMk/>
          <pc:sldMk cId="0" sldId="2606"/>
        </pc:sldMkLst>
        <pc:spChg chg="mod">
          <ac:chgData name="Sini Mathew" userId="3875fe58a975fc01" providerId="LiveId" clId="{01228244-6B25-4D01-85AC-4B8EA41E8750}" dt="2025-12-30T01:57:29.669" v="180" actId="20577"/>
          <ac:spMkLst>
            <pc:docMk/>
            <pc:sldMk cId="0" sldId="2606"/>
            <ac:spMk id="2" creationId="{00000000-0000-0000-0000-000000000000}"/>
          </ac:spMkLst>
        </pc:spChg>
        <pc:spChg chg="mod">
          <ac:chgData name="Sini Mathew" userId="3875fe58a975fc01" providerId="LiveId" clId="{01228244-6B25-4D01-85AC-4B8EA41E8750}" dt="2026-01-02T03:26:01.498" v="968" actId="1076"/>
          <ac:spMkLst>
            <pc:docMk/>
            <pc:sldMk cId="0" sldId="2606"/>
            <ac:spMk id="3" creationId="{FD0BD012-AD29-4787-860F-2F6C186282BD}"/>
          </ac:spMkLst>
        </pc:spChg>
        <pc:spChg chg="mod">
          <ac:chgData name="Sini Mathew" userId="3875fe58a975fc01" providerId="LiveId" clId="{01228244-6B25-4D01-85AC-4B8EA41E8750}" dt="2026-01-02T03:25:57.853" v="967" actId="1076"/>
          <ac:spMkLst>
            <pc:docMk/>
            <pc:sldMk cId="0" sldId="2606"/>
            <ac:spMk id="4" creationId="{57EBF629-3F82-44CB-BC15-34CF7FD7D783}"/>
          </ac:spMkLst>
        </pc:spChg>
        <pc:spChg chg="mod">
          <ac:chgData name="Sini Mathew" userId="3875fe58a975fc01" providerId="LiveId" clId="{01228244-6B25-4D01-85AC-4B8EA41E8750}" dt="2026-01-02T02:09:39.894" v="785" actId="20577"/>
          <ac:spMkLst>
            <pc:docMk/>
            <pc:sldMk cId="0" sldId="2606"/>
            <ac:spMk id="11" creationId="{00000000-0000-0000-0000-000000000000}"/>
          </ac:spMkLst>
        </pc:spChg>
      </pc:sldChg>
      <pc:sldChg chg="addSp modSp mod">
        <pc:chgData name="Sini Mathew" userId="3875fe58a975fc01" providerId="LiveId" clId="{01228244-6B25-4D01-85AC-4B8EA41E8750}" dt="2026-01-02T03:24:41.545" v="955" actId="255"/>
        <pc:sldMkLst>
          <pc:docMk/>
          <pc:sldMk cId="0" sldId="2621"/>
        </pc:sldMkLst>
        <pc:spChg chg="mod">
          <ac:chgData name="Sini Mathew" userId="3875fe58a975fc01" providerId="LiveId" clId="{01228244-6B25-4D01-85AC-4B8EA41E8750}" dt="2025-12-30T01:42:45.114" v="116" actId="20577"/>
          <ac:spMkLst>
            <pc:docMk/>
            <pc:sldMk cId="0" sldId="2621"/>
            <ac:spMk id="2" creationId="{00000000-0000-0000-0000-000000000000}"/>
          </ac:spMkLst>
        </pc:spChg>
        <pc:spChg chg="mod">
          <ac:chgData name="Sini Mathew" userId="3875fe58a975fc01" providerId="LiveId" clId="{01228244-6B25-4D01-85AC-4B8EA41E8750}" dt="2025-12-30T01:43:29.159" v="124" actId="20577"/>
          <ac:spMkLst>
            <pc:docMk/>
            <pc:sldMk cId="0" sldId="2621"/>
            <ac:spMk id="3" creationId="{700F7C09-BA06-AE9F-C2DE-2729C8AD2C95}"/>
          </ac:spMkLst>
        </pc:spChg>
        <pc:spChg chg="add mod">
          <ac:chgData name="Sini Mathew" userId="3875fe58a975fc01" providerId="LiveId" clId="{01228244-6B25-4D01-85AC-4B8EA41E8750}" dt="2026-01-02T03:24:35.367" v="954" actId="255"/>
          <ac:spMkLst>
            <pc:docMk/>
            <pc:sldMk cId="0" sldId="2621"/>
            <ac:spMk id="4" creationId="{CD8D0B48-A285-019F-FB67-B1B79D8DD00C}"/>
          </ac:spMkLst>
        </pc:spChg>
        <pc:spChg chg="add mod">
          <ac:chgData name="Sini Mathew" userId="3875fe58a975fc01" providerId="LiveId" clId="{01228244-6B25-4D01-85AC-4B8EA41E8750}" dt="2026-01-02T03:24:41.545" v="955" actId="255"/>
          <ac:spMkLst>
            <pc:docMk/>
            <pc:sldMk cId="0" sldId="2621"/>
            <ac:spMk id="5" creationId="{AAD483FE-8D35-05E1-E87E-333B3FF03C87}"/>
          </ac:spMkLst>
        </pc:spChg>
      </pc:sldChg>
      <pc:sldChg chg="modSp mod">
        <pc:chgData name="Sini Mathew" userId="3875fe58a975fc01" providerId="LiveId" clId="{01228244-6B25-4D01-85AC-4B8EA41E8750}" dt="2025-12-30T02:23:39.215" v="374" actId="20577"/>
        <pc:sldMkLst>
          <pc:docMk/>
          <pc:sldMk cId="0" sldId="2635"/>
        </pc:sldMkLst>
        <pc:spChg chg="mod">
          <ac:chgData name="Sini Mathew" userId="3875fe58a975fc01" providerId="LiveId" clId="{01228244-6B25-4D01-85AC-4B8EA41E8750}" dt="2025-12-30T02:23:39.215" v="374" actId="20577"/>
          <ac:spMkLst>
            <pc:docMk/>
            <pc:sldMk cId="0" sldId="2635"/>
            <ac:spMk id="6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6-01-02T03:39:46.933" v="1113" actId="20577"/>
        <pc:sldMkLst>
          <pc:docMk/>
          <pc:sldMk cId="0" sldId="2637"/>
        </pc:sldMkLst>
        <pc:spChg chg="mod">
          <ac:chgData name="Sini Mathew" userId="3875fe58a975fc01" providerId="LiveId" clId="{01228244-6B25-4D01-85AC-4B8EA41E8750}" dt="2026-01-02T03:32:38.436" v="1008" actId="14100"/>
          <ac:spMkLst>
            <pc:docMk/>
            <pc:sldMk cId="0" sldId="2637"/>
            <ac:spMk id="2" creationId="{E9DBC0D5-1E2C-B550-368C-AD94ADA05923}"/>
          </ac:spMkLst>
        </pc:spChg>
        <pc:spChg chg="mod">
          <ac:chgData name="Sini Mathew" userId="3875fe58a975fc01" providerId="LiveId" clId="{01228244-6B25-4D01-85AC-4B8EA41E8750}" dt="2026-01-02T03:32:49.917" v="1011" actId="14100"/>
          <ac:spMkLst>
            <pc:docMk/>
            <pc:sldMk cId="0" sldId="2637"/>
            <ac:spMk id="5" creationId="{CADEE442-8326-4D19-959A-B80A65CC2FDA}"/>
          </ac:spMkLst>
        </pc:spChg>
        <pc:spChg chg="mod">
          <ac:chgData name="Sini Mathew" userId="3875fe58a975fc01" providerId="LiveId" clId="{01228244-6B25-4D01-85AC-4B8EA41E8750}" dt="2026-01-02T03:39:46.933" v="1113" actId="20577"/>
          <ac:spMkLst>
            <pc:docMk/>
            <pc:sldMk cId="0" sldId="2637"/>
            <ac:spMk id="8" creationId="{00000000-0000-0000-0000-000000000000}"/>
          </ac:spMkLst>
        </pc:spChg>
      </pc:sldChg>
      <pc:sldChg chg="addSp delSp modSp add mod">
        <pc:chgData name="Sini Mathew" userId="3875fe58a975fc01" providerId="LiveId" clId="{01228244-6B25-4D01-85AC-4B8EA41E8750}" dt="2026-01-02T03:25:06.176" v="960" actId="1076"/>
        <pc:sldMkLst>
          <pc:docMk/>
          <pc:sldMk cId="2855847270" sldId="2708"/>
        </pc:sldMkLst>
        <pc:spChg chg="mod">
          <ac:chgData name="Sini Mathew" userId="3875fe58a975fc01" providerId="LiveId" clId="{01228244-6B25-4D01-85AC-4B8EA41E8750}" dt="2025-12-30T01:44:16.488" v="133" actId="20577"/>
          <ac:spMkLst>
            <pc:docMk/>
            <pc:sldMk cId="2855847270" sldId="2708"/>
            <ac:spMk id="3" creationId="{15C1F569-B6D2-8387-6861-B9458533CD59}"/>
          </ac:spMkLst>
        </pc:spChg>
        <pc:spChg chg="add mod">
          <ac:chgData name="Sini Mathew" userId="3875fe58a975fc01" providerId="LiveId" clId="{01228244-6B25-4D01-85AC-4B8EA41E8750}" dt="2026-01-02T03:25:06.176" v="960" actId="1076"/>
          <ac:spMkLst>
            <pc:docMk/>
            <pc:sldMk cId="2855847270" sldId="2708"/>
            <ac:spMk id="6" creationId="{5F7FD64A-CFEC-B2A4-DB78-AA8F20698CAF}"/>
          </ac:spMkLst>
        </pc:spChg>
        <pc:spChg chg="add mod">
          <ac:chgData name="Sini Mathew" userId="3875fe58a975fc01" providerId="LiveId" clId="{01228244-6B25-4D01-85AC-4B8EA41E8750}" dt="2026-01-02T03:24:57.549" v="958" actId="1076"/>
          <ac:spMkLst>
            <pc:docMk/>
            <pc:sldMk cId="2855847270" sldId="2708"/>
            <ac:spMk id="7" creationId="{5FE16C6A-6D9F-39E6-7628-9BA22FB09917}"/>
          </ac:spMkLst>
        </pc:spChg>
      </pc:sldChg>
      <pc:sldChg chg="addSp delSp modSp add mod">
        <pc:chgData name="Sini Mathew" userId="3875fe58a975fc01" providerId="LiveId" clId="{01228244-6B25-4D01-85AC-4B8EA41E8750}" dt="2026-01-02T03:24:27.238" v="953" actId="255"/>
        <pc:sldMkLst>
          <pc:docMk/>
          <pc:sldMk cId="3591102152" sldId="2709"/>
        </pc:sldMkLst>
        <pc:spChg chg="mod">
          <ac:chgData name="Sini Mathew" userId="3875fe58a975fc01" providerId="LiveId" clId="{01228244-6B25-4D01-85AC-4B8EA41E8750}" dt="2025-12-30T01:44:26.466" v="136" actId="20577"/>
          <ac:spMkLst>
            <pc:docMk/>
            <pc:sldMk cId="3591102152" sldId="2709"/>
            <ac:spMk id="3" creationId="{9945A4E7-511E-2A1E-EF28-FFD4A45FF0BE}"/>
          </ac:spMkLst>
        </pc:spChg>
        <pc:spChg chg="add mod">
          <ac:chgData name="Sini Mathew" userId="3875fe58a975fc01" providerId="LiveId" clId="{01228244-6B25-4D01-85AC-4B8EA41E8750}" dt="2026-01-02T03:24:22.132" v="952" actId="255"/>
          <ac:spMkLst>
            <pc:docMk/>
            <pc:sldMk cId="3591102152" sldId="2709"/>
            <ac:spMk id="4" creationId="{88DC3985-E9E9-CA51-114A-A2DFE6C4EFB6}"/>
          </ac:spMkLst>
        </pc:spChg>
        <pc:spChg chg="add mod">
          <ac:chgData name="Sini Mathew" userId="3875fe58a975fc01" providerId="LiveId" clId="{01228244-6B25-4D01-85AC-4B8EA41E8750}" dt="2026-01-02T03:24:27.238" v="953" actId="255"/>
          <ac:spMkLst>
            <pc:docMk/>
            <pc:sldMk cId="3591102152" sldId="2709"/>
            <ac:spMk id="5" creationId="{F36F1BE5-7F29-D153-9753-F07DDA5D6B0C}"/>
          </ac:spMkLst>
        </pc:spChg>
      </pc:sldChg>
      <pc:sldChg chg="addSp delSp modSp add mod">
        <pc:chgData name="Sini Mathew" userId="3875fe58a975fc01" providerId="LiveId" clId="{01228244-6B25-4D01-85AC-4B8EA41E8750}" dt="2026-01-02T03:24:12.920" v="951" actId="255"/>
        <pc:sldMkLst>
          <pc:docMk/>
          <pc:sldMk cId="1898356447" sldId="2710"/>
        </pc:sldMkLst>
        <pc:spChg chg="mod">
          <ac:chgData name="Sini Mathew" userId="3875fe58a975fc01" providerId="LiveId" clId="{01228244-6B25-4D01-85AC-4B8EA41E8750}" dt="2025-12-30T01:45:15.515" v="145" actId="20577"/>
          <ac:spMkLst>
            <pc:docMk/>
            <pc:sldMk cId="1898356447" sldId="2710"/>
            <ac:spMk id="3" creationId="{0FA28CF8-F73C-C8A4-0CC7-B6B00973DAD6}"/>
          </ac:spMkLst>
        </pc:spChg>
        <pc:spChg chg="add mod">
          <ac:chgData name="Sini Mathew" userId="3875fe58a975fc01" providerId="LiveId" clId="{01228244-6B25-4D01-85AC-4B8EA41E8750}" dt="2026-01-02T03:24:06.322" v="950" actId="255"/>
          <ac:spMkLst>
            <pc:docMk/>
            <pc:sldMk cId="1898356447" sldId="2710"/>
            <ac:spMk id="6" creationId="{0A0C1BEB-2DA8-0CB5-E390-42965F0FD1E9}"/>
          </ac:spMkLst>
        </pc:spChg>
        <pc:spChg chg="add mod">
          <ac:chgData name="Sini Mathew" userId="3875fe58a975fc01" providerId="LiveId" clId="{01228244-6B25-4D01-85AC-4B8EA41E8750}" dt="2026-01-02T03:24:12.920" v="951" actId="255"/>
          <ac:spMkLst>
            <pc:docMk/>
            <pc:sldMk cId="1898356447" sldId="2710"/>
            <ac:spMk id="7" creationId="{31B957AA-3735-B4E2-9986-FAE9B36A9E67}"/>
          </ac:spMkLst>
        </pc:spChg>
      </pc:sldChg>
      <pc:sldChg chg="addSp delSp modSp add mod">
        <pc:chgData name="Sini Mathew" userId="3875fe58a975fc01" providerId="LiveId" clId="{01228244-6B25-4D01-85AC-4B8EA41E8750}" dt="2025-12-30T01:47:06.592" v="171" actId="6549"/>
        <pc:sldMkLst>
          <pc:docMk/>
          <pc:sldMk cId="1209344340" sldId="2711"/>
        </pc:sldMkLst>
        <pc:spChg chg="mod">
          <ac:chgData name="Sini Mathew" userId="3875fe58a975fc01" providerId="LiveId" clId="{01228244-6B25-4D01-85AC-4B8EA41E8750}" dt="2025-12-30T01:46:00.317" v="156" actId="20577"/>
          <ac:spMkLst>
            <pc:docMk/>
            <pc:sldMk cId="1209344340" sldId="2711"/>
            <ac:spMk id="3" creationId="{C32DB360-BDBF-426C-5192-281507859C73}"/>
          </ac:spMkLst>
        </pc:spChg>
        <pc:spChg chg="add mod">
          <ac:chgData name="Sini Mathew" userId="3875fe58a975fc01" providerId="LiveId" clId="{01228244-6B25-4D01-85AC-4B8EA41E8750}" dt="2025-12-30T01:46:40.939" v="163" actId="6549"/>
          <ac:spMkLst>
            <pc:docMk/>
            <pc:sldMk cId="1209344340" sldId="2711"/>
            <ac:spMk id="4" creationId="{9D0AE721-5610-28D7-0684-558392674D3C}"/>
          </ac:spMkLst>
        </pc:spChg>
        <pc:spChg chg="add mod">
          <ac:chgData name="Sini Mathew" userId="3875fe58a975fc01" providerId="LiveId" clId="{01228244-6B25-4D01-85AC-4B8EA41E8750}" dt="2025-12-30T01:47:06.592" v="171" actId="6549"/>
          <ac:spMkLst>
            <pc:docMk/>
            <pc:sldMk cId="1209344340" sldId="2711"/>
            <ac:spMk id="5" creationId="{72167961-ACFB-D88F-16E0-0D54F436A19B}"/>
          </ac:spMkLst>
        </pc:spChg>
      </pc:sldChg>
      <pc:sldChg chg="addSp delSp modSp add mod">
        <pc:chgData name="Sini Mathew" userId="3875fe58a975fc01" providerId="LiveId" clId="{01228244-6B25-4D01-85AC-4B8EA41E8750}" dt="2026-01-02T03:28:47.778" v="990" actId="14100"/>
        <pc:sldMkLst>
          <pc:docMk/>
          <pc:sldMk cId="3326532745" sldId="2712"/>
        </pc:sldMkLst>
        <pc:spChg chg="add mod">
          <ac:chgData name="Sini Mathew" userId="3875fe58a975fc01" providerId="LiveId" clId="{01228244-6B25-4D01-85AC-4B8EA41E8750}" dt="2026-01-02T03:28:47.778" v="990" actId="14100"/>
          <ac:spMkLst>
            <pc:docMk/>
            <pc:sldMk cId="3326532745" sldId="2712"/>
            <ac:spMk id="4" creationId="{5602542E-5040-3D72-203F-E48A053C8461}"/>
          </ac:spMkLst>
        </pc:spChg>
        <pc:spChg chg="add mod">
          <ac:chgData name="Sini Mathew" userId="3875fe58a975fc01" providerId="LiveId" clId="{01228244-6B25-4D01-85AC-4B8EA41E8750}" dt="2025-12-30T01:59:03.124" v="204"/>
          <ac:spMkLst>
            <pc:docMk/>
            <pc:sldMk cId="3326532745" sldId="2712"/>
            <ac:spMk id="5" creationId="{9AA21DA7-3871-D4C2-9E06-FF8EAE832413}"/>
          </ac:spMkLst>
        </pc:spChg>
        <pc:spChg chg="mod">
          <ac:chgData name="Sini Mathew" userId="3875fe58a975fc01" providerId="LiveId" clId="{01228244-6B25-4D01-85AC-4B8EA41E8750}" dt="2025-12-30T01:58:26.848" v="199" actId="20577"/>
          <ac:spMkLst>
            <pc:docMk/>
            <pc:sldMk cId="3326532745" sldId="2712"/>
            <ac:spMk id="11" creationId="{B892542A-BC29-AC52-CB42-F8AC3D65278D}"/>
          </ac:spMkLst>
        </pc:spChg>
      </pc:sldChg>
      <pc:sldChg chg="addSp delSp modSp add mod">
        <pc:chgData name="Sini Mathew" userId="3875fe58a975fc01" providerId="LiveId" clId="{01228244-6B25-4D01-85AC-4B8EA41E8750}" dt="2026-01-02T03:29:12.425" v="994" actId="14100"/>
        <pc:sldMkLst>
          <pc:docMk/>
          <pc:sldMk cId="1288939127" sldId="2713"/>
        </pc:sldMkLst>
        <pc:spChg chg="add mod">
          <ac:chgData name="Sini Mathew" userId="3875fe58a975fc01" providerId="LiveId" clId="{01228244-6B25-4D01-85AC-4B8EA41E8750}" dt="2026-01-02T03:29:06.963" v="993" actId="2711"/>
          <ac:spMkLst>
            <pc:docMk/>
            <pc:sldMk cId="1288939127" sldId="2713"/>
            <ac:spMk id="2" creationId="{BC70399A-B69C-5F89-DB99-3771D214DC74}"/>
          </ac:spMkLst>
        </pc:spChg>
        <pc:spChg chg="add mod">
          <ac:chgData name="Sini Mathew" userId="3875fe58a975fc01" providerId="LiveId" clId="{01228244-6B25-4D01-85AC-4B8EA41E8750}" dt="2026-01-02T03:29:12.425" v="994" actId="14100"/>
          <ac:spMkLst>
            <pc:docMk/>
            <pc:sldMk cId="1288939127" sldId="2713"/>
            <ac:spMk id="3" creationId="{8E20CA17-7208-C84F-06E1-04C3B6A58C9B}"/>
          </ac:spMkLst>
        </pc:spChg>
        <pc:spChg chg="mod">
          <ac:chgData name="Sini Mathew" userId="3875fe58a975fc01" providerId="LiveId" clId="{01228244-6B25-4D01-85AC-4B8EA41E8750}" dt="2025-12-30T02:00:09.412" v="217" actId="20577"/>
          <ac:spMkLst>
            <pc:docMk/>
            <pc:sldMk cId="1288939127" sldId="2713"/>
            <ac:spMk id="11" creationId="{F83F4BC3-AB07-60E5-E149-B26B566DAF6A}"/>
          </ac:spMkLst>
        </pc:spChg>
      </pc:sldChg>
      <pc:sldChg chg="addSp delSp modSp add mod">
        <pc:chgData name="Sini Mathew" userId="3875fe58a975fc01" providerId="LiveId" clId="{01228244-6B25-4D01-85AC-4B8EA41E8750}" dt="2026-01-02T03:29:29.267" v="998" actId="14100"/>
        <pc:sldMkLst>
          <pc:docMk/>
          <pc:sldMk cId="130897771" sldId="2714"/>
        </pc:sldMkLst>
        <pc:spChg chg="add mod">
          <ac:chgData name="Sini Mathew" userId="3875fe58a975fc01" providerId="LiveId" clId="{01228244-6B25-4D01-85AC-4B8EA41E8750}" dt="2026-01-02T03:29:22.735" v="996" actId="2711"/>
          <ac:spMkLst>
            <pc:docMk/>
            <pc:sldMk cId="130897771" sldId="2714"/>
            <ac:spMk id="4" creationId="{743FBB48-109A-F7DB-6E7C-6C9363E00A0C}"/>
          </ac:spMkLst>
        </pc:spChg>
        <pc:spChg chg="add mod">
          <ac:chgData name="Sini Mathew" userId="3875fe58a975fc01" providerId="LiveId" clId="{01228244-6B25-4D01-85AC-4B8EA41E8750}" dt="2026-01-02T03:29:29.267" v="998" actId="14100"/>
          <ac:spMkLst>
            <pc:docMk/>
            <pc:sldMk cId="130897771" sldId="2714"/>
            <ac:spMk id="5" creationId="{1A949E6E-9F03-3B67-2C14-9F8D11D3CCAA}"/>
          </ac:spMkLst>
        </pc:spChg>
        <pc:spChg chg="mod">
          <ac:chgData name="Sini Mathew" userId="3875fe58a975fc01" providerId="LiveId" clId="{01228244-6B25-4D01-85AC-4B8EA41E8750}" dt="2025-12-30T02:00:49.637" v="221" actId="20577"/>
          <ac:spMkLst>
            <pc:docMk/>
            <pc:sldMk cId="130897771" sldId="2714"/>
            <ac:spMk id="11" creationId="{F8D85D7F-A792-CF05-B17D-2DC2B2D8EDB7}"/>
          </ac:spMkLst>
        </pc:spChg>
      </pc:sldChg>
      <pc:sldChg chg="addSp delSp modSp add mod">
        <pc:chgData name="Sini Mathew" userId="3875fe58a975fc01" providerId="LiveId" clId="{01228244-6B25-4D01-85AC-4B8EA41E8750}" dt="2026-01-02T03:29:51.629" v="1002" actId="14100"/>
        <pc:sldMkLst>
          <pc:docMk/>
          <pc:sldMk cId="1262879357" sldId="2715"/>
        </pc:sldMkLst>
        <pc:spChg chg="add mod">
          <ac:chgData name="Sini Mathew" userId="3875fe58a975fc01" providerId="LiveId" clId="{01228244-6B25-4D01-85AC-4B8EA41E8750}" dt="2026-01-02T03:29:43.787" v="1001" actId="14100"/>
          <ac:spMkLst>
            <pc:docMk/>
            <pc:sldMk cId="1262879357" sldId="2715"/>
            <ac:spMk id="4" creationId="{BA187C06-6A4C-AD80-507C-A481EB9133C4}"/>
          </ac:spMkLst>
        </pc:spChg>
        <pc:spChg chg="add mod">
          <ac:chgData name="Sini Mathew" userId="3875fe58a975fc01" providerId="LiveId" clId="{01228244-6B25-4D01-85AC-4B8EA41E8750}" dt="2026-01-02T03:29:51.629" v="1002" actId="14100"/>
          <ac:spMkLst>
            <pc:docMk/>
            <pc:sldMk cId="1262879357" sldId="2715"/>
            <ac:spMk id="5" creationId="{BC15113C-4E6C-610E-93CB-60221440E16B}"/>
          </ac:spMkLst>
        </pc:spChg>
        <pc:spChg chg="mod">
          <ac:chgData name="Sini Mathew" userId="3875fe58a975fc01" providerId="LiveId" clId="{01228244-6B25-4D01-85AC-4B8EA41E8750}" dt="2025-12-30T02:01:36.554" v="229" actId="20577"/>
          <ac:spMkLst>
            <pc:docMk/>
            <pc:sldMk cId="1262879357" sldId="2715"/>
            <ac:spMk id="11" creationId="{73807F11-9347-62F7-D55A-192BD9410484}"/>
          </ac:spMkLst>
        </pc:spChg>
      </pc:sldChg>
      <pc:sldChg chg="addSp delSp modSp add mod">
        <pc:chgData name="Sini Mathew" userId="3875fe58a975fc01" providerId="LiveId" clId="{01228244-6B25-4D01-85AC-4B8EA41E8750}" dt="2026-01-02T03:32:21.324" v="1005" actId="2711"/>
        <pc:sldMkLst>
          <pc:docMk/>
          <pc:sldMk cId="735815582" sldId="2716"/>
        </pc:sldMkLst>
        <pc:spChg chg="add mod">
          <ac:chgData name="Sini Mathew" userId="3875fe58a975fc01" providerId="LiveId" clId="{01228244-6B25-4D01-85AC-4B8EA41E8750}" dt="2026-01-02T03:32:21.324" v="1005" actId="2711"/>
          <ac:spMkLst>
            <pc:docMk/>
            <pc:sldMk cId="735815582" sldId="2716"/>
            <ac:spMk id="2" creationId="{9023BDE2-5DB3-D237-945C-B21DCE18F648}"/>
          </ac:spMkLst>
        </pc:spChg>
        <pc:spChg chg="add mod">
          <ac:chgData name="Sini Mathew" userId="3875fe58a975fc01" providerId="LiveId" clId="{01228244-6B25-4D01-85AC-4B8EA41E8750}" dt="2025-12-30T02:03:08.253" v="243"/>
          <ac:spMkLst>
            <pc:docMk/>
            <pc:sldMk cId="735815582" sldId="2716"/>
            <ac:spMk id="3" creationId="{8E23BC32-E86D-0347-FB0B-693B40414A0E}"/>
          </ac:spMkLst>
        </pc:spChg>
        <pc:spChg chg="mod">
          <ac:chgData name="Sini Mathew" userId="3875fe58a975fc01" providerId="LiveId" clId="{01228244-6B25-4D01-85AC-4B8EA41E8750}" dt="2025-12-30T02:02:30.266" v="238" actId="20577"/>
          <ac:spMkLst>
            <pc:docMk/>
            <pc:sldMk cId="735815582" sldId="2716"/>
            <ac:spMk id="11" creationId="{CF0E355C-C21C-F1C9-F40A-8BCE3576B0F4}"/>
          </ac:spMkLst>
        </pc:spChg>
      </pc:sldChg>
      <pc:sldChg chg="addSp delSp modSp add mod ord">
        <pc:chgData name="Sini Mathew" userId="3875fe58a975fc01" providerId="LiveId" clId="{01228244-6B25-4D01-85AC-4B8EA41E8750}" dt="2025-12-30T03:20:41.012" v="528" actId="20577"/>
        <pc:sldMkLst>
          <pc:docMk/>
          <pc:sldMk cId="563613401" sldId="2717"/>
        </pc:sldMkLst>
        <pc:spChg chg="add mod">
          <ac:chgData name="Sini Mathew" userId="3875fe58a975fc01" providerId="LiveId" clId="{01228244-6B25-4D01-85AC-4B8EA41E8750}" dt="2025-12-30T02:07:58.659" v="303" actId="114"/>
          <ac:spMkLst>
            <pc:docMk/>
            <pc:sldMk cId="563613401" sldId="2717"/>
            <ac:spMk id="5" creationId="{048B5A32-653A-A722-339D-427883D9C9B4}"/>
          </ac:spMkLst>
        </pc:spChg>
        <pc:spChg chg="add mod">
          <ac:chgData name="Sini Mathew" userId="3875fe58a975fc01" providerId="LiveId" clId="{01228244-6B25-4D01-85AC-4B8EA41E8750}" dt="2025-12-30T02:08:13.555" v="305" actId="1076"/>
          <ac:spMkLst>
            <pc:docMk/>
            <pc:sldMk cId="563613401" sldId="2717"/>
            <ac:spMk id="6" creationId="{0793A982-4957-5A52-087D-A3C3BFB9B932}"/>
          </ac:spMkLst>
        </pc:spChg>
        <pc:spChg chg="mod">
          <ac:chgData name="Sini Mathew" userId="3875fe58a975fc01" providerId="LiveId" clId="{01228244-6B25-4D01-85AC-4B8EA41E8750}" dt="2025-12-30T03:20:41.012" v="528" actId="20577"/>
          <ac:spMkLst>
            <pc:docMk/>
            <pc:sldMk cId="563613401" sldId="2717"/>
            <ac:spMk id="8" creationId="{636E6CCB-CC26-DB55-9389-E0785711FB40}"/>
          </ac:spMkLst>
        </pc:spChg>
      </pc:sldChg>
      <pc:sldChg chg="addSp delSp modSp add mod ord">
        <pc:chgData name="Sini Mathew" userId="3875fe58a975fc01" providerId="LiveId" clId="{01228244-6B25-4D01-85AC-4B8EA41E8750}" dt="2025-12-30T03:20:45.008" v="530" actId="20577"/>
        <pc:sldMkLst>
          <pc:docMk/>
          <pc:sldMk cId="2594637777" sldId="2718"/>
        </pc:sldMkLst>
        <pc:spChg chg="add mod">
          <ac:chgData name="Sini Mathew" userId="3875fe58a975fc01" providerId="LiveId" clId="{01228244-6B25-4D01-85AC-4B8EA41E8750}" dt="2025-12-30T02:08:49.066" v="314" actId="1076"/>
          <ac:spMkLst>
            <pc:docMk/>
            <pc:sldMk cId="2594637777" sldId="2718"/>
            <ac:spMk id="5" creationId="{6E31F666-440E-81E9-C66F-BD17508ABE75}"/>
          </ac:spMkLst>
        </pc:spChg>
        <pc:spChg chg="add mod">
          <ac:chgData name="Sini Mathew" userId="3875fe58a975fc01" providerId="LiveId" clId="{01228244-6B25-4D01-85AC-4B8EA41E8750}" dt="2025-12-30T02:09:00.940" v="316" actId="1076"/>
          <ac:spMkLst>
            <pc:docMk/>
            <pc:sldMk cId="2594637777" sldId="2718"/>
            <ac:spMk id="6" creationId="{F4AEEE1F-2E2A-FB47-9E51-EFC4A77543E8}"/>
          </ac:spMkLst>
        </pc:spChg>
        <pc:spChg chg="mod">
          <ac:chgData name="Sini Mathew" userId="3875fe58a975fc01" providerId="LiveId" clId="{01228244-6B25-4D01-85AC-4B8EA41E8750}" dt="2025-12-30T03:20:45.008" v="530" actId="20577"/>
          <ac:spMkLst>
            <pc:docMk/>
            <pc:sldMk cId="2594637777" sldId="2718"/>
            <ac:spMk id="8" creationId="{5AAF0DDC-8F10-48B9-EE89-F9BDA6328D7F}"/>
          </ac:spMkLst>
        </pc:spChg>
      </pc:sldChg>
      <pc:sldChg chg="modSp add mod ord">
        <pc:chgData name="Sini Mathew" userId="3875fe58a975fc01" providerId="LiveId" clId="{01228244-6B25-4D01-85AC-4B8EA41E8750}" dt="2025-12-30T03:20:50.606" v="532" actId="20577"/>
        <pc:sldMkLst>
          <pc:docMk/>
          <pc:sldMk cId="1570114508" sldId="2719"/>
        </pc:sldMkLst>
        <pc:spChg chg="mod">
          <ac:chgData name="Sini Mathew" userId="3875fe58a975fc01" providerId="LiveId" clId="{01228244-6B25-4D01-85AC-4B8EA41E8750}" dt="2025-12-30T03:20:50.606" v="532" actId="20577"/>
          <ac:spMkLst>
            <pc:docMk/>
            <pc:sldMk cId="1570114508" sldId="2719"/>
            <ac:spMk id="8" creationId="{324A7E53-503B-BC02-F68E-FCF302A33576}"/>
          </ac:spMkLst>
        </pc:spChg>
      </pc:sldChg>
      <pc:sldChg chg="addSp delSp modSp add mod ord">
        <pc:chgData name="Sini Mathew" userId="3875fe58a975fc01" providerId="LiveId" clId="{01228244-6B25-4D01-85AC-4B8EA41E8750}" dt="2025-12-30T03:21:00.034" v="536" actId="20577"/>
        <pc:sldMkLst>
          <pc:docMk/>
          <pc:sldMk cId="129138341" sldId="2720"/>
        </pc:sldMkLst>
        <pc:spChg chg="add mod">
          <ac:chgData name="Sini Mathew" userId="3875fe58a975fc01" providerId="LiveId" clId="{01228244-6B25-4D01-85AC-4B8EA41E8750}" dt="2025-12-30T02:09:43.720" v="330" actId="1076"/>
          <ac:spMkLst>
            <pc:docMk/>
            <pc:sldMk cId="129138341" sldId="2720"/>
            <ac:spMk id="2" creationId="{6F0352A6-99CD-7DDB-548F-CB1DDB3E12E3}"/>
          </ac:spMkLst>
        </pc:spChg>
        <pc:spChg chg="add mod">
          <ac:chgData name="Sini Mathew" userId="3875fe58a975fc01" providerId="LiveId" clId="{01228244-6B25-4D01-85AC-4B8EA41E8750}" dt="2025-12-30T02:10:24.913" v="341" actId="1076"/>
          <ac:spMkLst>
            <pc:docMk/>
            <pc:sldMk cId="129138341" sldId="2720"/>
            <ac:spMk id="7" creationId="{688CF1E5-CBC5-A4CB-4933-46EFE87A9689}"/>
          </ac:spMkLst>
        </pc:spChg>
        <pc:spChg chg="mod">
          <ac:chgData name="Sini Mathew" userId="3875fe58a975fc01" providerId="LiveId" clId="{01228244-6B25-4D01-85AC-4B8EA41E8750}" dt="2025-12-30T03:21:00.034" v="536" actId="20577"/>
          <ac:spMkLst>
            <pc:docMk/>
            <pc:sldMk cId="129138341" sldId="2720"/>
            <ac:spMk id="8" creationId="{D973D606-9675-7680-01A9-C96EBCA64B64}"/>
          </ac:spMkLst>
        </pc:spChg>
      </pc:sldChg>
      <pc:sldChg chg="modSp add mod ord">
        <pc:chgData name="Sini Mathew" userId="3875fe58a975fc01" providerId="LiveId" clId="{01228244-6B25-4D01-85AC-4B8EA41E8750}" dt="2025-12-30T03:21:35.862" v="548" actId="6549"/>
        <pc:sldMkLst>
          <pc:docMk/>
          <pc:sldMk cId="1319010596" sldId="2721"/>
        </pc:sldMkLst>
        <pc:spChg chg="mod">
          <ac:chgData name="Sini Mathew" userId="3875fe58a975fc01" providerId="LiveId" clId="{01228244-6B25-4D01-85AC-4B8EA41E8750}" dt="2025-12-30T03:21:35.862" v="548" actId="6549"/>
          <ac:spMkLst>
            <pc:docMk/>
            <pc:sldMk cId="1319010596" sldId="2721"/>
            <ac:spMk id="8" creationId="{417269D3-16C7-1C11-B9EC-26DEB3F15A6B}"/>
          </ac:spMkLst>
        </pc:spChg>
      </pc:sldChg>
      <pc:sldChg chg="addSp delSp modSp add mod ord">
        <pc:chgData name="Sini Mathew" userId="3875fe58a975fc01" providerId="LiveId" clId="{01228244-6B25-4D01-85AC-4B8EA41E8750}" dt="2026-01-02T02:16:17.014" v="861" actId="20577"/>
        <pc:sldMkLst>
          <pc:docMk/>
          <pc:sldMk cId="3496724312" sldId="2722"/>
        </pc:sldMkLst>
        <pc:spChg chg="add mod">
          <ac:chgData name="Sini Mathew" userId="3875fe58a975fc01" providerId="LiveId" clId="{01228244-6B25-4D01-85AC-4B8EA41E8750}" dt="2025-12-30T02:11:56.243" v="358" actId="1076"/>
          <ac:spMkLst>
            <pc:docMk/>
            <pc:sldMk cId="3496724312" sldId="2722"/>
            <ac:spMk id="3" creationId="{A9A8CF1A-4917-CFC1-96A0-01409C24B095}"/>
          </ac:spMkLst>
        </pc:spChg>
        <pc:spChg chg="add mod">
          <ac:chgData name="Sini Mathew" userId="3875fe58a975fc01" providerId="LiveId" clId="{01228244-6B25-4D01-85AC-4B8EA41E8750}" dt="2025-12-30T02:12:12.903" v="360" actId="1076"/>
          <ac:spMkLst>
            <pc:docMk/>
            <pc:sldMk cId="3496724312" sldId="2722"/>
            <ac:spMk id="5" creationId="{36163C4C-5D23-5B31-CD13-0534FE91ADA0}"/>
          </ac:spMkLst>
        </pc:spChg>
        <pc:spChg chg="mod">
          <ac:chgData name="Sini Mathew" userId="3875fe58a975fc01" providerId="LiveId" clId="{01228244-6B25-4D01-85AC-4B8EA41E8750}" dt="2026-01-02T02:16:17.014" v="861" actId="20577"/>
          <ac:spMkLst>
            <pc:docMk/>
            <pc:sldMk cId="3496724312" sldId="2722"/>
            <ac:spMk id="8" creationId="{67EF837E-D43C-2702-CC1F-E0EC4215E5F0}"/>
          </ac:spMkLst>
        </pc:spChg>
      </pc:sldChg>
      <pc:sldChg chg="modSp add mod">
        <pc:chgData name="Sini Mathew" userId="3875fe58a975fc01" providerId="LiveId" clId="{01228244-6B25-4D01-85AC-4B8EA41E8750}" dt="2025-12-30T03:21:45.318" v="550" actId="20577"/>
        <pc:sldMkLst>
          <pc:docMk/>
          <pc:sldMk cId="4156744141" sldId="2723"/>
        </pc:sldMkLst>
        <pc:spChg chg="mod">
          <ac:chgData name="Sini Mathew" userId="3875fe58a975fc01" providerId="LiveId" clId="{01228244-6B25-4D01-85AC-4B8EA41E8750}" dt="2025-12-30T03:21:45.318" v="550" actId="20577"/>
          <ac:spMkLst>
            <pc:docMk/>
            <pc:sldMk cId="4156744141" sldId="2723"/>
            <ac:spMk id="8" creationId="{21F6FE61-80F1-FD59-0CBC-CB708E06CAD6}"/>
          </ac:spMkLst>
        </pc:spChg>
      </pc:sldChg>
      <pc:sldChg chg="modSp add mod">
        <pc:chgData name="Sini Mathew" userId="3875fe58a975fc01" providerId="LiveId" clId="{01228244-6B25-4D01-85AC-4B8EA41E8750}" dt="2025-12-30T03:21:59.539" v="554" actId="20577"/>
        <pc:sldMkLst>
          <pc:docMk/>
          <pc:sldMk cId="1025490046" sldId="2724"/>
        </pc:sldMkLst>
        <pc:spChg chg="mod">
          <ac:chgData name="Sini Mathew" userId="3875fe58a975fc01" providerId="LiveId" clId="{01228244-6B25-4D01-85AC-4B8EA41E8750}" dt="2025-12-30T02:26:44.264" v="420" actId="2711"/>
          <ac:spMkLst>
            <pc:docMk/>
            <pc:sldMk cId="1025490046" sldId="2724"/>
            <ac:spMk id="8" creationId="{4A98D5EE-67B1-E67B-B8C8-049EB4C0C3EF}"/>
          </ac:spMkLst>
        </pc:spChg>
        <pc:spChg chg="mod">
          <ac:chgData name="Sini Mathew" userId="3875fe58a975fc01" providerId="LiveId" clId="{01228244-6B25-4D01-85AC-4B8EA41E8750}" dt="2025-12-30T03:21:59.539" v="554" actId="20577"/>
          <ac:spMkLst>
            <pc:docMk/>
            <pc:sldMk cId="1025490046" sldId="2724"/>
            <ac:spMk id="13" creationId="{8429BB0F-0C74-13AB-2036-23ABBCB96D24}"/>
          </ac:spMkLst>
        </pc:spChg>
      </pc:sldChg>
      <pc:sldChg chg="modSp add mod">
        <pc:chgData name="Sini Mathew" userId="3875fe58a975fc01" providerId="LiveId" clId="{01228244-6B25-4D01-85AC-4B8EA41E8750}" dt="2025-12-30T03:22:05.641" v="556" actId="20577"/>
        <pc:sldMkLst>
          <pc:docMk/>
          <pc:sldMk cId="292271821" sldId="2725"/>
        </pc:sldMkLst>
        <pc:spChg chg="mod">
          <ac:chgData name="Sini Mathew" userId="3875fe58a975fc01" providerId="LiveId" clId="{01228244-6B25-4D01-85AC-4B8EA41E8750}" dt="2025-12-30T02:28:46.360" v="483" actId="120"/>
          <ac:spMkLst>
            <pc:docMk/>
            <pc:sldMk cId="292271821" sldId="2725"/>
            <ac:spMk id="8" creationId="{35091DE9-C866-A3A1-FAF0-4CA51A8978BC}"/>
          </ac:spMkLst>
        </pc:spChg>
        <pc:spChg chg="mod">
          <ac:chgData name="Sini Mathew" userId="3875fe58a975fc01" providerId="LiveId" clId="{01228244-6B25-4D01-85AC-4B8EA41E8750}" dt="2025-12-30T03:22:05.641" v="556" actId="20577"/>
          <ac:spMkLst>
            <pc:docMk/>
            <pc:sldMk cId="292271821" sldId="2725"/>
            <ac:spMk id="13" creationId="{8920ABAA-E167-5D24-3458-5224FD69C907}"/>
          </ac:spMkLst>
        </pc:spChg>
      </pc:sldChg>
      <pc:sldChg chg="addSp delSp modSp add mod">
        <pc:chgData name="Sini Mathew" userId="3875fe58a975fc01" providerId="LiveId" clId="{01228244-6B25-4D01-85AC-4B8EA41E8750}" dt="2025-12-30T03:22:12.869" v="560" actId="6549"/>
        <pc:sldMkLst>
          <pc:docMk/>
          <pc:sldMk cId="2878336646" sldId="2726"/>
        </pc:sldMkLst>
        <pc:spChg chg="mod">
          <ac:chgData name="Sini Mathew" userId="3875fe58a975fc01" providerId="LiveId" clId="{01228244-6B25-4D01-85AC-4B8EA41E8750}" dt="2025-12-30T02:29:44.595" v="493" actId="120"/>
          <ac:spMkLst>
            <pc:docMk/>
            <pc:sldMk cId="2878336646" sldId="2726"/>
            <ac:spMk id="8" creationId="{EBD1A805-2669-21F4-2392-2C9AE99EF412}"/>
          </ac:spMkLst>
        </pc:spChg>
        <pc:spChg chg="mod">
          <ac:chgData name="Sini Mathew" userId="3875fe58a975fc01" providerId="LiveId" clId="{01228244-6B25-4D01-85AC-4B8EA41E8750}" dt="2025-12-30T03:22:12.869" v="560" actId="6549"/>
          <ac:spMkLst>
            <pc:docMk/>
            <pc:sldMk cId="2878336646" sldId="2726"/>
            <ac:spMk id="13" creationId="{6924F4FC-6429-AE52-B210-F671C984C09F}"/>
          </ac:spMkLst>
        </pc:spChg>
      </pc:sldChg>
      <pc:sldChg chg="modSp add mod">
        <pc:chgData name="Sini Mathew" userId="3875fe58a975fc01" providerId="LiveId" clId="{01228244-6B25-4D01-85AC-4B8EA41E8750}" dt="2025-12-30T03:22:19.882" v="562" actId="20577"/>
        <pc:sldMkLst>
          <pc:docMk/>
          <pc:sldMk cId="274888798" sldId="2727"/>
        </pc:sldMkLst>
        <pc:spChg chg="mod">
          <ac:chgData name="Sini Mathew" userId="3875fe58a975fc01" providerId="LiveId" clId="{01228244-6B25-4D01-85AC-4B8EA41E8750}" dt="2025-12-30T02:30:27.526" v="500" actId="120"/>
          <ac:spMkLst>
            <pc:docMk/>
            <pc:sldMk cId="274888798" sldId="2727"/>
            <ac:spMk id="8" creationId="{DAD04467-FFA2-B319-9A6C-D16E3DA78DF7}"/>
          </ac:spMkLst>
        </pc:spChg>
        <pc:spChg chg="mod">
          <ac:chgData name="Sini Mathew" userId="3875fe58a975fc01" providerId="LiveId" clId="{01228244-6B25-4D01-85AC-4B8EA41E8750}" dt="2025-12-30T03:22:19.882" v="562" actId="20577"/>
          <ac:spMkLst>
            <pc:docMk/>
            <pc:sldMk cId="274888798" sldId="2727"/>
            <ac:spMk id="13" creationId="{F96EBB1F-415D-892F-2830-5CBB179DC303}"/>
          </ac:spMkLst>
        </pc:spChg>
      </pc:sldChg>
      <pc:sldChg chg="modSp add mod">
        <pc:chgData name="Sini Mathew" userId="3875fe58a975fc01" providerId="LiveId" clId="{01228244-6B25-4D01-85AC-4B8EA41E8750}" dt="2025-12-30T03:22:30.257" v="564" actId="20577"/>
        <pc:sldMkLst>
          <pc:docMk/>
          <pc:sldMk cId="3241239843" sldId="2728"/>
        </pc:sldMkLst>
        <pc:spChg chg="mod">
          <ac:chgData name="Sini Mathew" userId="3875fe58a975fc01" providerId="LiveId" clId="{01228244-6B25-4D01-85AC-4B8EA41E8750}" dt="2025-12-30T02:31:43.339" v="512" actId="120"/>
          <ac:spMkLst>
            <pc:docMk/>
            <pc:sldMk cId="3241239843" sldId="2728"/>
            <ac:spMk id="8" creationId="{BF789F5A-3065-2F50-0030-4B90B7D09BFC}"/>
          </ac:spMkLst>
        </pc:spChg>
        <pc:spChg chg="mod">
          <ac:chgData name="Sini Mathew" userId="3875fe58a975fc01" providerId="LiveId" clId="{01228244-6B25-4D01-85AC-4B8EA41E8750}" dt="2025-12-30T03:22:30.257" v="564" actId="20577"/>
          <ac:spMkLst>
            <pc:docMk/>
            <pc:sldMk cId="3241239843" sldId="2728"/>
            <ac:spMk id="13" creationId="{26D44389-28D4-A7BD-ADEC-763656B2CEE3}"/>
          </ac:spMkLst>
        </pc:spChg>
      </pc:sldChg>
      <pc:sldChg chg="add">
        <pc:chgData name="Sini Mathew" userId="3875fe58a975fc01" providerId="LiveId" clId="{01228244-6B25-4D01-85AC-4B8EA41E8750}" dt="2025-12-30T03:20:13.284" v="515" actId="2890"/>
        <pc:sldMkLst>
          <pc:docMk/>
          <pc:sldMk cId="3044974563" sldId="2729"/>
        </pc:sldMkLst>
      </pc:sldChg>
      <pc:sldChg chg="modSp add mod">
        <pc:chgData name="Sini Mathew" userId="3875fe58a975fc01" providerId="LiveId" clId="{01228244-6B25-4D01-85AC-4B8EA41E8750}" dt="2025-12-30T03:20:34.725" v="526" actId="20577"/>
        <pc:sldMkLst>
          <pc:docMk/>
          <pc:sldMk cId="2390717404" sldId="2730"/>
        </pc:sldMkLst>
        <pc:spChg chg="mod">
          <ac:chgData name="Sini Mathew" userId="3875fe58a975fc01" providerId="LiveId" clId="{01228244-6B25-4D01-85AC-4B8EA41E8750}" dt="2025-12-30T03:20:34.725" v="526" actId="20577"/>
          <ac:spMkLst>
            <pc:docMk/>
            <pc:sldMk cId="2390717404" sldId="2730"/>
            <ac:spMk id="8" creationId="{0BCE7DA6-4E57-63AC-E151-15BD09E2E198}"/>
          </ac:spMkLst>
        </pc:spChg>
      </pc:sldChg>
      <pc:sldChg chg="modSp mod">
        <pc:chgData name="Sini Mathew" userId="3875fe58a975fc01" providerId="LiveId" clId="{01228244-6B25-4D01-85AC-4B8EA41E8750}" dt="2026-01-02T03:16:48.191" v="874" actId="14100"/>
        <pc:sldMkLst>
          <pc:docMk/>
          <pc:sldMk cId="2839679078" sldId="2731"/>
        </pc:sldMkLst>
        <pc:spChg chg="mod">
          <ac:chgData name="Sini Mathew" userId="3875fe58a975fc01" providerId="LiveId" clId="{01228244-6B25-4D01-85AC-4B8EA41E8750}" dt="2026-01-02T03:16:48.191" v="874" actId="14100"/>
          <ac:spMkLst>
            <pc:docMk/>
            <pc:sldMk cId="2839679078" sldId="2731"/>
            <ac:spMk id="3" creationId="{85CCC6F8-5C84-6D87-7190-609E48ACFBD5}"/>
          </ac:spMkLst>
        </pc:spChg>
        <pc:spChg chg="mod">
          <ac:chgData name="Sini Mathew" userId="3875fe58a975fc01" providerId="LiveId" clId="{01228244-6B25-4D01-85AC-4B8EA41E8750}" dt="2026-01-02T02:05:12.140" v="749" actId="20577"/>
          <ac:spMkLst>
            <pc:docMk/>
            <pc:sldMk cId="2839679078" sldId="2731"/>
            <ac:spMk id="4" creationId="{B1D1EAB2-41F4-B294-733A-96D67A4E64FB}"/>
          </ac:spMkLst>
        </pc:spChg>
        <pc:spChg chg="mod">
          <ac:chgData name="Sini Mathew" userId="3875fe58a975fc01" providerId="LiveId" clId="{01228244-6B25-4D01-85AC-4B8EA41E8750}" dt="2026-01-02T03:16:40.045" v="872" actId="14100"/>
          <ac:spMkLst>
            <pc:docMk/>
            <pc:sldMk cId="2839679078" sldId="2731"/>
            <ac:spMk id="12" creationId="{2D99758A-5825-3097-296B-8032B6BC75A4}"/>
          </ac:spMkLst>
        </pc:spChg>
      </pc:sldChg>
      <pc:sldChg chg="modSp mod">
        <pc:chgData name="Sini Mathew" userId="3875fe58a975fc01" providerId="LiveId" clId="{01228244-6B25-4D01-85AC-4B8EA41E8750}" dt="2026-01-02T03:17:51.616" v="885" actId="1076"/>
        <pc:sldMkLst>
          <pc:docMk/>
          <pc:sldMk cId="980346207" sldId="2732"/>
        </pc:sldMkLst>
        <pc:spChg chg="mod">
          <ac:chgData name="Sini Mathew" userId="3875fe58a975fc01" providerId="LiveId" clId="{01228244-6B25-4D01-85AC-4B8EA41E8750}" dt="2026-01-02T03:17:51.616" v="885" actId="1076"/>
          <ac:spMkLst>
            <pc:docMk/>
            <pc:sldMk cId="980346207" sldId="2732"/>
            <ac:spMk id="3" creationId="{85CCC6F8-5C84-6D87-7190-609E48ACFBD5}"/>
          </ac:spMkLst>
        </pc:spChg>
        <pc:spChg chg="mod">
          <ac:chgData name="Sini Mathew" userId="3875fe58a975fc01" providerId="LiveId" clId="{01228244-6B25-4D01-85AC-4B8EA41E8750}" dt="2026-01-02T02:04:50.480" v="742" actId="20577"/>
          <ac:spMkLst>
            <pc:docMk/>
            <pc:sldMk cId="980346207" sldId="2732"/>
            <ac:spMk id="4" creationId="{B1D1EAB2-41F4-B294-733A-96D67A4E64FB}"/>
          </ac:spMkLst>
        </pc:spChg>
        <pc:spChg chg="mod">
          <ac:chgData name="Sini Mathew" userId="3875fe58a975fc01" providerId="LiveId" clId="{01228244-6B25-4D01-85AC-4B8EA41E8750}" dt="2026-01-02T03:17:37.122" v="882" actId="14100"/>
          <ac:spMkLst>
            <pc:docMk/>
            <pc:sldMk cId="980346207" sldId="2732"/>
            <ac:spMk id="12" creationId="{2D99758A-5825-3097-296B-8032B6BC75A4}"/>
          </ac:spMkLst>
        </pc:spChg>
      </pc:sldChg>
      <pc:sldChg chg="modSp mod">
        <pc:chgData name="Sini Mathew" userId="3875fe58a975fc01" providerId="LiveId" clId="{01228244-6B25-4D01-85AC-4B8EA41E8750}" dt="2026-01-02T03:17:21.771" v="879" actId="14100"/>
        <pc:sldMkLst>
          <pc:docMk/>
          <pc:sldMk cId="205780085" sldId="2735"/>
        </pc:sldMkLst>
        <pc:spChg chg="mod">
          <ac:chgData name="Sini Mathew" userId="3875fe58a975fc01" providerId="LiveId" clId="{01228244-6B25-4D01-85AC-4B8EA41E8750}" dt="2026-01-02T03:17:21.771" v="879" actId="14100"/>
          <ac:spMkLst>
            <pc:docMk/>
            <pc:sldMk cId="205780085" sldId="2735"/>
            <ac:spMk id="3" creationId="{5C3D539E-279A-DFE9-C643-E71894DB1C28}"/>
          </ac:spMkLst>
        </pc:spChg>
        <pc:spChg chg="mod">
          <ac:chgData name="Sini Mathew" userId="3875fe58a975fc01" providerId="LiveId" clId="{01228244-6B25-4D01-85AC-4B8EA41E8750}" dt="2026-01-02T02:04:57.860" v="746" actId="20577"/>
          <ac:spMkLst>
            <pc:docMk/>
            <pc:sldMk cId="205780085" sldId="2735"/>
            <ac:spMk id="4" creationId="{00000000-0000-0000-0000-000000000000}"/>
          </ac:spMkLst>
        </pc:spChg>
        <pc:spChg chg="mod">
          <ac:chgData name="Sini Mathew" userId="3875fe58a975fc01" providerId="LiveId" clId="{01228244-6B25-4D01-85AC-4B8EA41E8750}" dt="2026-01-02T03:17:13.557" v="876" actId="1076"/>
          <ac:spMkLst>
            <pc:docMk/>
            <pc:sldMk cId="205780085" sldId="2735"/>
            <ac:spMk id="7" creationId="{978BE749-282B-4E93-BF81-E0B6EF1E19F4}"/>
          </ac:spMkLst>
        </pc:spChg>
      </pc:sldChg>
      <pc:sldChg chg="modSp mod">
        <pc:chgData name="Sini Mathew" userId="3875fe58a975fc01" providerId="LiveId" clId="{01228244-6B25-4D01-85AC-4B8EA41E8750}" dt="2026-01-02T03:18:45.592" v="895" actId="255"/>
        <pc:sldMkLst>
          <pc:docMk/>
          <pc:sldMk cId="324328853" sldId="2736"/>
        </pc:sldMkLst>
        <pc:spChg chg="mod">
          <ac:chgData name="Sini Mathew" userId="3875fe58a975fc01" providerId="LiveId" clId="{01228244-6B25-4D01-85AC-4B8EA41E8750}" dt="2026-01-02T03:18:45.592" v="895" actId="255"/>
          <ac:spMkLst>
            <pc:docMk/>
            <pc:sldMk cId="324328853" sldId="2736"/>
            <ac:spMk id="3" creationId="{85CCC6F8-5C84-6D87-7190-609E48ACFBD5}"/>
          </ac:spMkLst>
        </pc:spChg>
        <pc:spChg chg="mod">
          <ac:chgData name="Sini Mathew" userId="3875fe58a975fc01" providerId="LiveId" clId="{01228244-6B25-4D01-85AC-4B8EA41E8750}" dt="2026-01-02T02:04:14.064" v="732" actId="20577"/>
          <ac:spMkLst>
            <pc:docMk/>
            <pc:sldMk cId="324328853" sldId="2736"/>
            <ac:spMk id="4" creationId="{B1D1EAB2-41F4-B294-733A-96D67A4E64FB}"/>
          </ac:spMkLst>
        </pc:spChg>
        <pc:spChg chg="mod">
          <ac:chgData name="Sini Mathew" userId="3875fe58a975fc01" providerId="LiveId" clId="{01228244-6B25-4D01-85AC-4B8EA41E8750}" dt="2026-01-02T03:18:30.959" v="892" actId="255"/>
          <ac:spMkLst>
            <pc:docMk/>
            <pc:sldMk cId="324328853" sldId="2736"/>
            <ac:spMk id="12" creationId="{2D99758A-5825-3097-296B-8032B6BC75A4}"/>
          </ac:spMkLst>
        </pc:spChg>
      </pc:sldChg>
      <pc:sldChg chg="modSp mod">
        <pc:chgData name="Sini Mathew" userId="3875fe58a975fc01" providerId="LiveId" clId="{01228244-6B25-4D01-85AC-4B8EA41E8750}" dt="2026-01-02T03:21:41.117" v="928" actId="1076"/>
        <pc:sldMkLst>
          <pc:docMk/>
          <pc:sldMk cId="1123613461" sldId="2739"/>
        </pc:sldMkLst>
        <pc:spChg chg="mod">
          <ac:chgData name="Sini Mathew" userId="3875fe58a975fc01" providerId="LiveId" clId="{01228244-6B25-4D01-85AC-4B8EA41E8750}" dt="2026-01-02T03:20:35.096" v="914" actId="14100"/>
          <ac:spMkLst>
            <pc:docMk/>
            <pc:sldMk cId="1123613461" sldId="2739"/>
            <ac:spMk id="4" creationId="{E788F937-957D-149C-3ECC-255A2AA13985}"/>
          </ac:spMkLst>
        </pc:spChg>
        <pc:spChg chg="mod">
          <ac:chgData name="Sini Mathew" userId="3875fe58a975fc01" providerId="LiveId" clId="{01228244-6B25-4D01-85AC-4B8EA41E8750}" dt="2026-01-02T02:07:14.955" v="759" actId="20577"/>
          <ac:spMkLst>
            <pc:docMk/>
            <pc:sldMk cId="1123613461" sldId="2739"/>
            <ac:spMk id="5" creationId="{00000000-0000-0000-0000-000000000000}"/>
          </ac:spMkLst>
        </pc:spChg>
        <pc:spChg chg="mod">
          <ac:chgData name="Sini Mathew" userId="3875fe58a975fc01" providerId="LiveId" clId="{01228244-6B25-4D01-85AC-4B8EA41E8750}" dt="2026-01-02T03:21:41.117" v="928" actId="1076"/>
          <ac:spMkLst>
            <pc:docMk/>
            <pc:sldMk cId="1123613461" sldId="2739"/>
            <ac:spMk id="6" creationId="{ABF32F75-2A82-4616-845F-9EE191D9F659}"/>
          </ac:spMkLst>
        </pc:spChg>
      </pc:sldChg>
      <pc:sldChg chg="modSp mod">
        <pc:chgData name="Sini Mathew" userId="3875fe58a975fc01" providerId="LiveId" clId="{01228244-6B25-4D01-85AC-4B8EA41E8750}" dt="2026-01-02T03:21:30.414" v="926" actId="255"/>
        <pc:sldMkLst>
          <pc:docMk/>
          <pc:sldMk cId="1657925179" sldId="2740"/>
        </pc:sldMkLst>
        <pc:spChg chg="mod">
          <ac:chgData name="Sini Mathew" userId="3875fe58a975fc01" providerId="LiveId" clId="{01228244-6B25-4D01-85AC-4B8EA41E8750}" dt="2026-01-02T03:20:47.662" v="917" actId="255"/>
          <ac:spMkLst>
            <pc:docMk/>
            <pc:sldMk cId="1657925179" sldId="2740"/>
            <ac:spMk id="4" creationId="{E788F937-957D-149C-3ECC-255A2AA13985}"/>
          </ac:spMkLst>
        </pc:spChg>
        <pc:spChg chg="mod">
          <ac:chgData name="Sini Mathew" userId="3875fe58a975fc01" providerId="LiveId" clId="{01228244-6B25-4D01-85AC-4B8EA41E8750}" dt="2026-01-02T02:07:48.352" v="765" actId="20577"/>
          <ac:spMkLst>
            <pc:docMk/>
            <pc:sldMk cId="1657925179" sldId="2740"/>
            <ac:spMk id="5" creationId="{00000000-0000-0000-0000-000000000000}"/>
          </ac:spMkLst>
        </pc:spChg>
        <pc:spChg chg="mod">
          <ac:chgData name="Sini Mathew" userId="3875fe58a975fc01" providerId="LiveId" clId="{01228244-6B25-4D01-85AC-4B8EA41E8750}" dt="2026-01-02T03:21:30.414" v="926" actId="255"/>
          <ac:spMkLst>
            <pc:docMk/>
            <pc:sldMk cId="1657925179" sldId="2740"/>
            <ac:spMk id="6" creationId="{ABF32F75-2A82-4616-845F-9EE191D9F659}"/>
          </ac:spMkLst>
        </pc:spChg>
      </pc:sldChg>
      <pc:sldChg chg="modSp mod">
        <pc:chgData name="Sini Mathew" userId="3875fe58a975fc01" providerId="LiveId" clId="{01228244-6B25-4D01-85AC-4B8EA41E8750}" dt="2026-01-02T03:22:10.285" v="935" actId="1076"/>
        <pc:sldMkLst>
          <pc:docMk/>
          <pc:sldMk cId="3026646528" sldId="2741"/>
        </pc:sldMkLst>
        <pc:spChg chg="mod">
          <ac:chgData name="Sini Mathew" userId="3875fe58a975fc01" providerId="LiveId" clId="{01228244-6B25-4D01-85AC-4B8EA41E8750}" dt="2026-01-02T03:22:10.285" v="935" actId="1076"/>
          <ac:spMkLst>
            <pc:docMk/>
            <pc:sldMk cId="3026646528" sldId="2741"/>
            <ac:spMk id="3" creationId="{D6174DB7-3DDD-4635-8917-9FD234CD9668}"/>
          </ac:spMkLst>
        </pc:spChg>
        <pc:spChg chg="mod">
          <ac:chgData name="Sini Mathew" userId="3875fe58a975fc01" providerId="LiveId" clId="{01228244-6B25-4D01-85AC-4B8EA41E8750}" dt="2026-01-02T03:22:00.641" v="932" actId="255"/>
          <ac:spMkLst>
            <pc:docMk/>
            <pc:sldMk cId="3026646528" sldId="2741"/>
            <ac:spMk id="4" creationId="{E788F937-957D-149C-3ECC-255A2AA13985}"/>
          </ac:spMkLst>
        </pc:spChg>
        <pc:spChg chg="mod">
          <ac:chgData name="Sini Mathew" userId="3875fe58a975fc01" providerId="LiveId" clId="{01228244-6B25-4D01-85AC-4B8EA41E8750}" dt="2026-01-02T02:08:37.756" v="781" actId="20577"/>
          <ac:spMkLst>
            <pc:docMk/>
            <pc:sldMk cId="3026646528" sldId="2741"/>
            <ac:spMk id="5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6-01-02T03:26:17.068" v="971" actId="255"/>
        <pc:sldMkLst>
          <pc:docMk/>
          <pc:sldMk cId="3764070186" sldId="2742"/>
        </pc:sldMkLst>
        <pc:spChg chg="mod">
          <ac:chgData name="Sini Mathew" userId="3875fe58a975fc01" providerId="LiveId" clId="{01228244-6B25-4D01-85AC-4B8EA41E8750}" dt="2026-01-02T03:26:17.068" v="971" actId="255"/>
          <ac:spMkLst>
            <pc:docMk/>
            <pc:sldMk cId="3764070186" sldId="2742"/>
            <ac:spMk id="3" creationId="{FD0BD012-AD29-4787-860F-2F6C186282BD}"/>
          </ac:spMkLst>
        </pc:spChg>
        <pc:spChg chg="mod">
          <ac:chgData name="Sini Mathew" userId="3875fe58a975fc01" providerId="LiveId" clId="{01228244-6B25-4D01-85AC-4B8EA41E8750}" dt="2026-01-02T03:26:12.225" v="970" actId="14100"/>
          <ac:spMkLst>
            <pc:docMk/>
            <pc:sldMk cId="3764070186" sldId="2742"/>
            <ac:spMk id="5" creationId="{6B1515F3-8181-4A2C-A39D-06A7652A59CC}"/>
          </ac:spMkLst>
        </pc:spChg>
        <pc:spChg chg="mod">
          <ac:chgData name="Sini Mathew" userId="3875fe58a975fc01" providerId="LiveId" clId="{01228244-6B25-4D01-85AC-4B8EA41E8750}" dt="2026-01-02T02:10:27.632" v="794" actId="20577"/>
          <ac:spMkLst>
            <pc:docMk/>
            <pc:sldMk cId="3764070186" sldId="2742"/>
            <ac:spMk id="11" creationId="{00000000-0000-0000-0000-000000000000}"/>
          </ac:spMkLst>
        </pc:spChg>
      </pc:sldChg>
      <pc:sldChg chg="modSp mod modNotesTx">
        <pc:chgData name="Sini Mathew" userId="3875fe58a975fc01" providerId="LiveId" clId="{01228244-6B25-4D01-85AC-4B8EA41E8750}" dt="2026-01-02T03:27:36.775" v="984" actId="1076"/>
        <pc:sldMkLst>
          <pc:docMk/>
          <pc:sldMk cId="561397997" sldId="2743"/>
        </pc:sldMkLst>
        <pc:spChg chg="mod">
          <ac:chgData name="Sini Mathew" userId="3875fe58a975fc01" providerId="LiveId" clId="{01228244-6B25-4D01-85AC-4B8EA41E8750}" dt="2026-01-02T03:27:36.775" v="984" actId="1076"/>
          <ac:spMkLst>
            <pc:docMk/>
            <pc:sldMk cId="561397997" sldId="2743"/>
            <ac:spMk id="3" creationId="{FD0BD012-AD29-4787-860F-2F6C186282BD}"/>
          </ac:spMkLst>
        </pc:spChg>
        <pc:spChg chg="mod">
          <ac:chgData name="Sini Mathew" userId="3875fe58a975fc01" providerId="LiveId" clId="{01228244-6B25-4D01-85AC-4B8EA41E8750}" dt="2026-01-02T03:27:20.890" v="980" actId="255"/>
          <ac:spMkLst>
            <pc:docMk/>
            <pc:sldMk cId="561397997" sldId="2743"/>
            <ac:spMk id="5" creationId="{69D8C65D-C510-4F89-A3D2-46857BB8A0AF}"/>
          </ac:spMkLst>
        </pc:spChg>
        <pc:spChg chg="mod">
          <ac:chgData name="Sini Mathew" userId="3875fe58a975fc01" providerId="LiveId" clId="{01228244-6B25-4D01-85AC-4B8EA41E8750}" dt="2026-01-02T02:12:00.997" v="822" actId="20577"/>
          <ac:spMkLst>
            <pc:docMk/>
            <pc:sldMk cId="561397997" sldId="2743"/>
            <ac:spMk id="11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6-01-02T03:27:07.829" v="978" actId="14100"/>
        <pc:sldMkLst>
          <pc:docMk/>
          <pc:sldMk cId="24595172" sldId="2744"/>
        </pc:sldMkLst>
        <pc:spChg chg="mod">
          <ac:chgData name="Sini Mathew" userId="3875fe58a975fc01" providerId="LiveId" clId="{01228244-6B25-4D01-85AC-4B8EA41E8750}" dt="2026-01-02T03:27:07.829" v="978" actId="14100"/>
          <ac:spMkLst>
            <pc:docMk/>
            <pc:sldMk cId="24595172" sldId="2744"/>
            <ac:spMk id="3" creationId="{FD0BD012-AD29-4787-860F-2F6C186282BD}"/>
          </ac:spMkLst>
        </pc:spChg>
        <pc:spChg chg="mod">
          <ac:chgData name="Sini Mathew" userId="3875fe58a975fc01" providerId="LiveId" clId="{01228244-6B25-4D01-85AC-4B8EA41E8750}" dt="2026-01-02T03:26:57.439" v="975" actId="1076"/>
          <ac:spMkLst>
            <pc:docMk/>
            <pc:sldMk cId="24595172" sldId="2744"/>
            <ac:spMk id="5" creationId="{8FACB680-F3BF-4ADC-9A19-F50B128970D8}"/>
          </ac:spMkLst>
        </pc:spChg>
        <pc:spChg chg="mod">
          <ac:chgData name="Sini Mathew" userId="3875fe58a975fc01" providerId="LiveId" clId="{01228244-6B25-4D01-85AC-4B8EA41E8750}" dt="2026-01-02T02:11:19.564" v="814" actId="20577"/>
          <ac:spMkLst>
            <pc:docMk/>
            <pc:sldMk cId="24595172" sldId="2744"/>
            <ac:spMk id="11" creationId="{00000000-0000-0000-0000-000000000000}"/>
          </ac:spMkLst>
        </pc:spChg>
      </pc:sldChg>
      <pc:sldChg chg="addSp delSp modSp mod">
        <pc:chgData name="Sini Mathew" userId="3875fe58a975fc01" providerId="LiveId" clId="{01228244-6B25-4D01-85AC-4B8EA41E8750}" dt="2026-01-02T03:18:10.522" v="889" actId="255"/>
        <pc:sldMkLst>
          <pc:docMk/>
          <pc:sldMk cId="4185919539" sldId="2745"/>
        </pc:sldMkLst>
        <pc:spChg chg="mod">
          <ac:chgData name="Sini Mathew" userId="3875fe58a975fc01" providerId="LiveId" clId="{01228244-6B25-4D01-85AC-4B8EA41E8750}" dt="2026-01-02T03:18:10.522" v="889" actId="255"/>
          <ac:spMkLst>
            <pc:docMk/>
            <pc:sldMk cId="4185919539" sldId="2745"/>
            <ac:spMk id="3" creationId="{5C3D539E-279A-DFE9-C643-E71894DB1C28}"/>
          </ac:spMkLst>
        </pc:spChg>
        <pc:spChg chg="mod">
          <ac:chgData name="Sini Mathew" userId="3875fe58a975fc01" providerId="LiveId" clId="{01228244-6B25-4D01-85AC-4B8EA41E8750}" dt="2026-01-02T02:04:24.358" v="736" actId="20577"/>
          <ac:spMkLst>
            <pc:docMk/>
            <pc:sldMk cId="4185919539" sldId="2745"/>
            <ac:spMk id="4" creationId="{00000000-0000-0000-0000-000000000000}"/>
          </ac:spMkLst>
        </pc:spChg>
        <pc:spChg chg="add mod">
          <ac:chgData name="Sini Mathew" userId="3875fe58a975fc01" providerId="LiveId" clId="{01228244-6B25-4D01-85AC-4B8EA41E8750}" dt="2026-01-02T03:18:04.478" v="887" actId="1076"/>
          <ac:spMkLst>
            <pc:docMk/>
            <pc:sldMk cId="4185919539" sldId="2745"/>
            <ac:spMk id="5" creationId="{0992EA2C-3F12-1A2E-ECDD-45E0492F7B70}"/>
          </ac:spMkLst>
        </pc:spChg>
        <pc:spChg chg="del">
          <ac:chgData name="Sini Mathew" userId="3875fe58a975fc01" providerId="LiveId" clId="{01228244-6B25-4D01-85AC-4B8EA41E8750}" dt="2026-01-02T02:00:52.491" v="675" actId="478"/>
          <ac:spMkLst>
            <pc:docMk/>
            <pc:sldMk cId="4185919539" sldId="2745"/>
            <ac:spMk id="7" creationId="{978BE749-282B-4E93-BF81-E0B6EF1E19F4}"/>
          </ac:spMkLst>
        </pc:spChg>
      </pc:sldChg>
      <pc:sldChg chg="addSp delSp modSp mod">
        <pc:chgData name="Sini Mathew" userId="3875fe58a975fc01" providerId="LiveId" clId="{01228244-6B25-4D01-85AC-4B8EA41E8750}" dt="2026-01-02T03:19:03.592" v="899" actId="255"/>
        <pc:sldMkLst>
          <pc:docMk/>
          <pc:sldMk cId="761578776" sldId="2746"/>
        </pc:sldMkLst>
        <pc:spChg chg="mod">
          <ac:chgData name="Sini Mathew" userId="3875fe58a975fc01" providerId="LiveId" clId="{01228244-6B25-4D01-85AC-4B8EA41E8750}" dt="2026-01-02T03:19:03.592" v="899" actId="255"/>
          <ac:spMkLst>
            <pc:docMk/>
            <pc:sldMk cId="761578776" sldId="2746"/>
            <ac:spMk id="3" creationId="{5C3D539E-279A-DFE9-C643-E71894DB1C28}"/>
          </ac:spMkLst>
        </pc:spChg>
        <pc:spChg chg="mod">
          <ac:chgData name="Sini Mathew" userId="3875fe58a975fc01" providerId="LiveId" clId="{01228244-6B25-4D01-85AC-4B8EA41E8750}" dt="2026-01-02T02:04:03.956" v="728" actId="20577"/>
          <ac:spMkLst>
            <pc:docMk/>
            <pc:sldMk cId="761578776" sldId="2746"/>
            <ac:spMk id="4" creationId="{00000000-0000-0000-0000-000000000000}"/>
          </ac:spMkLst>
        </pc:spChg>
        <pc:spChg chg="add mod">
          <ac:chgData name="Sini Mathew" userId="3875fe58a975fc01" providerId="LiveId" clId="{01228244-6B25-4D01-85AC-4B8EA41E8750}" dt="2026-01-02T03:18:55.321" v="897" actId="255"/>
          <ac:spMkLst>
            <pc:docMk/>
            <pc:sldMk cId="761578776" sldId="2746"/>
            <ac:spMk id="5" creationId="{8A0500F0-F11D-FA58-4B46-F9EC6845CD33}"/>
          </ac:spMkLst>
        </pc:spChg>
        <pc:spChg chg="del">
          <ac:chgData name="Sini Mathew" userId="3875fe58a975fc01" providerId="LiveId" clId="{01228244-6B25-4D01-85AC-4B8EA41E8750}" dt="2026-01-02T02:03:34.296" v="719" actId="478"/>
          <ac:spMkLst>
            <pc:docMk/>
            <pc:sldMk cId="761578776" sldId="2746"/>
            <ac:spMk id="7" creationId="{978BE749-282B-4E93-BF81-E0B6EF1E19F4}"/>
          </ac:spMkLst>
        </pc:spChg>
      </pc:sldChg>
      <pc:sldChg chg="modSp mod">
        <pc:chgData name="Sini Mathew" userId="3875fe58a975fc01" providerId="LiveId" clId="{01228244-6B25-4D01-85AC-4B8EA41E8750}" dt="2026-01-02T02:05:42.628" v="751" actId="1076"/>
        <pc:sldMkLst>
          <pc:docMk/>
          <pc:sldMk cId="2912979587" sldId="2748"/>
        </pc:sldMkLst>
        <pc:spChg chg="mod">
          <ac:chgData name="Sini Mathew" userId="3875fe58a975fc01" providerId="LiveId" clId="{01228244-6B25-4D01-85AC-4B8EA41E8750}" dt="2026-01-02T02:05:42.628" v="751" actId="1076"/>
          <ac:spMkLst>
            <pc:docMk/>
            <pc:sldMk cId="2912979587" sldId="2748"/>
            <ac:spMk id="9" creationId="{B5AC5961-ECD9-4D45-B93D-4ED18F8E8935}"/>
          </ac:spMkLst>
        </pc:spChg>
      </pc:sldChg>
      <pc:sldChg chg="modSp mod">
        <pc:chgData name="Sini Mathew" userId="3875fe58a975fc01" providerId="LiveId" clId="{01228244-6B25-4D01-85AC-4B8EA41E8750}" dt="2026-01-02T03:19:36.218" v="907" actId="1076"/>
        <pc:sldMkLst>
          <pc:docMk/>
          <pc:sldMk cId="2999932702" sldId="2749"/>
        </pc:sldMkLst>
        <pc:spChg chg="mod">
          <ac:chgData name="Sini Mathew" userId="3875fe58a975fc01" providerId="LiveId" clId="{01228244-6B25-4D01-85AC-4B8EA41E8750}" dt="2026-01-02T03:19:27.076" v="904" actId="1076"/>
          <ac:spMkLst>
            <pc:docMk/>
            <pc:sldMk cId="2999932702" sldId="2749"/>
            <ac:spMk id="8" creationId="{105970AF-B4E3-74CA-78B5-0CC351A22C09}"/>
          </ac:spMkLst>
        </pc:spChg>
        <pc:spChg chg="mod">
          <ac:chgData name="Sini Mathew" userId="3875fe58a975fc01" providerId="LiveId" clId="{01228244-6B25-4D01-85AC-4B8EA41E8750}" dt="2026-01-02T03:19:36.218" v="907" actId="1076"/>
          <ac:spMkLst>
            <pc:docMk/>
            <pc:sldMk cId="2999932702" sldId="2749"/>
            <ac:spMk id="9" creationId="{FB420252-6173-ADB9-869E-182668223BF7}"/>
          </ac:spMkLst>
        </pc:spChg>
      </pc:sldChg>
      <pc:sldChg chg="modSp mod">
        <pc:chgData name="Sini Mathew" userId="3875fe58a975fc01" providerId="LiveId" clId="{01228244-6B25-4D01-85AC-4B8EA41E8750}" dt="2026-01-02T03:39:40.191" v="1111" actId="20577"/>
        <pc:sldMkLst>
          <pc:docMk/>
          <pc:sldMk cId="1098475147" sldId="2750"/>
        </pc:sldMkLst>
        <pc:spChg chg="mod">
          <ac:chgData name="Sini Mathew" userId="3875fe58a975fc01" providerId="LiveId" clId="{01228244-6B25-4D01-85AC-4B8EA41E8750}" dt="2026-01-02T03:39:26.440" v="1105" actId="255"/>
          <ac:spMkLst>
            <pc:docMk/>
            <pc:sldMk cId="1098475147" sldId="2750"/>
            <ac:spMk id="2" creationId="{E9DBC0D5-1E2C-B550-368C-AD94ADA05923}"/>
          </ac:spMkLst>
        </pc:spChg>
        <pc:spChg chg="mod">
          <ac:chgData name="Sini Mathew" userId="3875fe58a975fc01" providerId="LiveId" clId="{01228244-6B25-4D01-85AC-4B8EA41E8750}" dt="2026-01-02T03:35:28.992" v="1050" actId="1076"/>
          <ac:spMkLst>
            <pc:docMk/>
            <pc:sldMk cId="1098475147" sldId="2750"/>
            <ac:spMk id="4" creationId="{00000000-0000-0000-0000-000000000000}"/>
          </ac:spMkLst>
        </pc:spChg>
        <pc:spChg chg="mod">
          <ac:chgData name="Sini Mathew" userId="3875fe58a975fc01" providerId="LiveId" clId="{01228244-6B25-4D01-85AC-4B8EA41E8750}" dt="2026-01-02T03:39:33.135" v="1107" actId="1076"/>
          <ac:spMkLst>
            <pc:docMk/>
            <pc:sldMk cId="1098475147" sldId="2750"/>
            <ac:spMk id="5" creationId="{CADEE442-8326-4D19-959A-B80A65CC2FDA}"/>
          </ac:spMkLst>
        </pc:spChg>
        <pc:spChg chg="mod">
          <ac:chgData name="Sini Mathew" userId="3875fe58a975fc01" providerId="LiveId" clId="{01228244-6B25-4D01-85AC-4B8EA41E8750}" dt="2026-01-02T03:39:40.191" v="1111" actId="20577"/>
          <ac:spMkLst>
            <pc:docMk/>
            <pc:sldMk cId="1098475147" sldId="2750"/>
            <ac:spMk id="8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6-01-02T03:38:58.295" v="1101" actId="20577"/>
        <pc:sldMkLst>
          <pc:docMk/>
          <pc:sldMk cId="78703441" sldId="2751"/>
        </pc:sldMkLst>
        <pc:spChg chg="mod">
          <ac:chgData name="Sini Mathew" userId="3875fe58a975fc01" providerId="LiveId" clId="{01228244-6B25-4D01-85AC-4B8EA41E8750}" dt="2026-01-02T03:38:42.965" v="1094" actId="1076"/>
          <ac:spMkLst>
            <pc:docMk/>
            <pc:sldMk cId="78703441" sldId="2751"/>
            <ac:spMk id="2" creationId="{E9DBC0D5-1E2C-B550-368C-AD94ADA05923}"/>
          </ac:spMkLst>
        </pc:spChg>
        <pc:spChg chg="mod">
          <ac:chgData name="Sini Mathew" userId="3875fe58a975fc01" providerId="LiveId" clId="{01228244-6B25-4D01-85AC-4B8EA41E8750}" dt="2026-01-02T03:38:46.010" v="1095" actId="1076"/>
          <ac:spMkLst>
            <pc:docMk/>
            <pc:sldMk cId="78703441" sldId="2751"/>
            <ac:spMk id="6" creationId="{6C9160CB-75CD-4745-A7A2-48F9A457FBAE}"/>
          </ac:spMkLst>
        </pc:spChg>
        <pc:spChg chg="mod">
          <ac:chgData name="Sini Mathew" userId="3875fe58a975fc01" providerId="LiveId" clId="{01228244-6B25-4D01-85AC-4B8EA41E8750}" dt="2026-01-02T03:38:58.295" v="1101" actId="20577"/>
          <ac:spMkLst>
            <pc:docMk/>
            <pc:sldMk cId="78703441" sldId="2751"/>
            <ac:spMk id="8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6-01-02T03:38:26.945" v="1092" actId="20577"/>
        <pc:sldMkLst>
          <pc:docMk/>
          <pc:sldMk cId="654022241" sldId="2752"/>
        </pc:sldMkLst>
        <pc:spChg chg="mod">
          <ac:chgData name="Sini Mathew" userId="3875fe58a975fc01" providerId="LiveId" clId="{01228244-6B25-4D01-85AC-4B8EA41E8750}" dt="2026-01-02T03:36:37.825" v="1063" actId="114"/>
          <ac:spMkLst>
            <pc:docMk/>
            <pc:sldMk cId="654022241" sldId="2752"/>
            <ac:spMk id="2" creationId="{E9DBC0D5-1E2C-B550-368C-AD94ADA05923}"/>
          </ac:spMkLst>
        </pc:spChg>
        <pc:spChg chg="mod">
          <ac:chgData name="Sini Mathew" userId="3875fe58a975fc01" providerId="LiveId" clId="{01228244-6B25-4D01-85AC-4B8EA41E8750}" dt="2026-01-02T03:38:18.283" v="1088" actId="1076"/>
          <ac:spMkLst>
            <pc:docMk/>
            <pc:sldMk cId="654022241" sldId="2752"/>
            <ac:spMk id="5" creationId="{CADEE442-8326-4D19-959A-B80A65CC2FDA}"/>
          </ac:spMkLst>
        </pc:spChg>
        <pc:spChg chg="mod">
          <ac:chgData name="Sini Mathew" userId="3875fe58a975fc01" providerId="LiveId" clId="{01228244-6B25-4D01-85AC-4B8EA41E8750}" dt="2026-01-02T03:38:26.945" v="1092" actId="20577"/>
          <ac:spMkLst>
            <pc:docMk/>
            <pc:sldMk cId="654022241" sldId="2752"/>
            <ac:spMk id="8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6-01-02T03:38:10.838" v="1087" actId="20577"/>
        <pc:sldMkLst>
          <pc:docMk/>
          <pc:sldMk cId="179404949" sldId="2753"/>
        </pc:sldMkLst>
        <pc:spChg chg="mod">
          <ac:chgData name="Sini Mathew" userId="3875fe58a975fc01" providerId="LiveId" clId="{01228244-6B25-4D01-85AC-4B8EA41E8750}" dt="2026-01-02T03:37:02.909" v="1069" actId="114"/>
          <ac:spMkLst>
            <pc:docMk/>
            <pc:sldMk cId="179404949" sldId="2753"/>
            <ac:spMk id="2" creationId="{E9DBC0D5-1E2C-B550-368C-AD94ADA05923}"/>
          </ac:spMkLst>
        </pc:spChg>
        <pc:spChg chg="mod">
          <ac:chgData name="Sini Mathew" userId="3875fe58a975fc01" providerId="LiveId" clId="{01228244-6B25-4D01-85AC-4B8EA41E8750}" dt="2026-01-02T03:38:03.547" v="1083" actId="1076"/>
          <ac:spMkLst>
            <pc:docMk/>
            <pc:sldMk cId="179404949" sldId="2753"/>
            <ac:spMk id="5" creationId="{CADEE442-8326-4D19-959A-B80A65CC2FDA}"/>
          </ac:spMkLst>
        </pc:spChg>
        <pc:spChg chg="mod">
          <ac:chgData name="Sini Mathew" userId="3875fe58a975fc01" providerId="LiveId" clId="{01228244-6B25-4D01-85AC-4B8EA41E8750}" dt="2026-01-02T03:38:10.838" v="1087" actId="20577"/>
          <ac:spMkLst>
            <pc:docMk/>
            <pc:sldMk cId="179404949" sldId="2753"/>
            <ac:spMk id="8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6-01-02T03:37:58.170" v="1082" actId="1076"/>
        <pc:sldMkLst>
          <pc:docMk/>
          <pc:sldMk cId="1662202373" sldId="2754"/>
        </pc:sldMkLst>
        <pc:spChg chg="mod">
          <ac:chgData name="Sini Mathew" userId="3875fe58a975fc01" providerId="LiveId" clId="{01228244-6B25-4D01-85AC-4B8EA41E8750}" dt="2026-01-02T03:37:18.149" v="1073" actId="114"/>
          <ac:spMkLst>
            <pc:docMk/>
            <pc:sldMk cId="1662202373" sldId="2754"/>
            <ac:spMk id="2" creationId="{E9DBC0D5-1E2C-B550-368C-AD94ADA05923}"/>
          </ac:spMkLst>
        </pc:spChg>
        <pc:spChg chg="mod">
          <ac:chgData name="Sini Mathew" userId="3875fe58a975fc01" providerId="LiveId" clId="{01228244-6B25-4D01-85AC-4B8EA41E8750}" dt="2026-01-02T03:37:58.170" v="1082" actId="1076"/>
          <ac:spMkLst>
            <pc:docMk/>
            <pc:sldMk cId="1662202373" sldId="2754"/>
            <ac:spMk id="5" creationId="{CADEE442-8326-4D19-959A-B80A65CC2FDA}"/>
          </ac:spMkLst>
        </pc:spChg>
        <pc:spChg chg="mod">
          <ac:chgData name="Sini Mathew" userId="3875fe58a975fc01" providerId="LiveId" clId="{01228244-6B25-4D01-85AC-4B8EA41E8750}" dt="2026-01-02T03:37:51.610" v="1081" actId="20577"/>
          <ac:spMkLst>
            <pc:docMk/>
            <pc:sldMk cId="1662202373" sldId="2754"/>
            <ac:spMk id="8" creationId="{00000000-0000-0000-0000-000000000000}"/>
          </ac:spMkLst>
        </pc:spChg>
      </pc:sldChg>
      <pc:sldMasterChg chg="delSldLayout">
        <pc:chgData name="Sini Mathew" userId="3875fe58a975fc01" providerId="LiveId" clId="{01228244-6B25-4D01-85AC-4B8EA41E8750}" dt="2025-12-30T02:23:29.108" v="371" actId="47"/>
        <pc:sldMasterMkLst>
          <pc:docMk/>
          <pc:sldMasterMk cId="0" sldId="2147483663"/>
        </pc:sldMasterMkLst>
      </pc:sldMasterChg>
    </pc:docChg>
  </pc:docChgLst>
  <pc:docChgLst>
    <pc:chgData name="Jim Cherian" userId="42bbbbf2bb86bc24" providerId="LiveId" clId="{3B393CB9-ECA9-42FC-9ACD-C1EB84A5F857}"/>
    <pc:docChg chg="undo redo custSel addSld delSld modSld">
      <pc:chgData name="Jim Cherian" userId="42bbbbf2bb86bc24" providerId="LiveId" clId="{3B393CB9-ECA9-42FC-9ACD-C1EB84A5F857}" dt="2026-01-03T09:01:32.077" v="1346" actId="14100"/>
      <pc:docMkLst>
        <pc:docMk/>
      </pc:docMkLst>
      <pc:sldChg chg="modSp mod">
        <pc:chgData name="Jim Cherian" userId="42bbbbf2bb86bc24" providerId="LiveId" clId="{3B393CB9-ECA9-42FC-9ACD-C1EB84A5F857}" dt="2026-01-03T08:34:56.935" v="1040" actId="404"/>
        <pc:sldMkLst>
          <pc:docMk/>
          <pc:sldMk cId="0" sldId="511"/>
        </pc:sldMkLst>
        <pc:spChg chg="mod">
          <ac:chgData name="Jim Cherian" userId="42bbbbf2bb86bc24" providerId="LiveId" clId="{3B393CB9-ECA9-42FC-9ACD-C1EB84A5F857}" dt="2026-01-03T08:34:56.935" v="1040" actId="404"/>
          <ac:spMkLst>
            <pc:docMk/>
            <pc:sldMk cId="0" sldId="511"/>
            <ac:spMk id="2" creationId="{00000000-0000-0000-0000-000000000000}"/>
          </ac:spMkLst>
        </pc:spChg>
      </pc:sldChg>
      <pc:sldChg chg="modSp mod">
        <pc:chgData name="Jim Cherian" userId="42bbbbf2bb86bc24" providerId="LiveId" clId="{3B393CB9-ECA9-42FC-9ACD-C1EB84A5F857}" dt="2026-01-03T07:34:28.822" v="610" actId="20577"/>
        <pc:sldMkLst>
          <pc:docMk/>
          <pc:sldMk cId="0" sldId="1545"/>
        </pc:sldMkLst>
        <pc:spChg chg="mod">
          <ac:chgData name="Jim Cherian" userId="42bbbbf2bb86bc24" providerId="LiveId" clId="{3B393CB9-ECA9-42FC-9ACD-C1EB84A5F857}" dt="2026-01-03T07:33:45.034" v="607" actId="255"/>
          <ac:spMkLst>
            <pc:docMk/>
            <pc:sldMk cId="0" sldId="1545"/>
            <ac:spMk id="3" creationId="{01B8BF1A-4E79-451A-B023-45D3C5585CC4}"/>
          </ac:spMkLst>
        </pc:spChg>
        <pc:spChg chg="mod">
          <ac:chgData name="Jim Cherian" userId="42bbbbf2bb86bc24" providerId="LiveId" clId="{3B393CB9-ECA9-42FC-9ACD-C1EB84A5F857}" dt="2026-01-03T07:34:28.822" v="610" actId="20577"/>
          <ac:spMkLst>
            <pc:docMk/>
            <pc:sldMk cId="0" sldId="1545"/>
            <ac:spMk id="4" creationId="{E788F937-957D-149C-3ECC-255A2AA13985}"/>
          </ac:spMkLst>
        </pc:spChg>
      </pc:sldChg>
      <pc:sldChg chg="modSp mod">
        <pc:chgData name="Jim Cherian" userId="42bbbbf2bb86bc24" providerId="LiveId" clId="{3B393CB9-ECA9-42FC-9ACD-C1EB84A5F857}" dt="2026-01-03T08:26:19.359" v="910" actId="313"/>
        <pc:sldMkLst>
          <pc:docMk/>
          <pc:sldMk cId="0" sldId="1689"/>
        </pc:sldMkLst>
        <pc:spChg chg="mod">
          <ac:chgData name="Jim Cherian" userId="42bbbbf2bb86bc24" providerId="LiveId" clId="{3B393CB9-ECA9-42FC-9ACD-C1EB84A5F857}" dt="2026-01-03T08:26:19.359" v="910" actId="313"/>
          <ac:spMkLst>
            <pc:docMk/>
            <pc:sldMk cId="0" sldId="1689"/>
            <ac:spMk id="8" creationId="{105970AF-B4E3-74CA-78B5-0CC351A22C09}"/>
          </ac:spMkLst>
        </pc:spChg>
      </pc:sldChg>
      <pc:sldChg chg="modSp mod">
        <pc:chgData name="Jim Cherian" userId="42bbbbf2bb86bc24" providerId="LiveId" clId="{3B393CB9-ECA9-42FC-9ACD-C1EB84A5F857}" dt="2026-01-03T07:41:47.965" v="696" actId="14100"/>
        <pc:sldMkLst>
          <pc:docMk/>
          <pc:sldMk cId="0" sldId="1888"/>
        </pc:sldMkLst>
        <pc:spChg chg="mod">
          <ac:chgData name="Jim Cherian" userId="42bbbbf2bb86bc24" providerId="LiveId" clId="{3B393CB9-ECA9-42FC-9ACD-C1EB84A5F857}" dt="2026-01-03T07:41:47.965" v="696" actId="14100"/>
          <ac:spMkLst>
            <pc:docMk/>
            <pc:sldMk cId="0" sldId="1888"/>
            <ac:spMk id="5" creationId="{B8B10497-B0AA-B0DC-AB88-37A061DE297C}"/>
          </ac:spMkLst>
        </pc:spChg>
      </pc:sldChg>
      <pc:sldChg chg="modSp mod">
        <pc:chgData name="Jim Cherian" userId="42bbbbf2bb86bc24" providerId="LiveId" clId="{3B393CB9-ECA9-42FC-9ACD-C1EB84A5F857}" dt="2026-01-03T08:54:36.387" v="1329" actId="1036"/>
        <pc:sldMkLst>
          <pc:docMk/>
          <pc:sldMk cId="0" sldId="2231"/>
        </pc:sldMkLst>
        <pc:spChg chg="mod">
          <ac:chgData name="Jim Cherian" userId="42bbbbf2bb86bc24" providerId="LiveId" clId="{3B393CB9-ECA9-42FC-9ACD-C1EB84A5F857}" dt="2026-01-03T08:53:54.094" v="1316" actId="1035"/>
          <ac:spMkLst>
            <pc:docMk/>
            <pc:sldMk cId="0" sldId="2231"/>
            <ac:spMk id="5" creationId="{00000000-0000-0000-0000-000000000000}"/>
          </ac:spMkLst>
        </pc:spChg>
        <pc:spChg chg="mod">
          <ac:chgData name="Jim Cherian" userId="42bbbbf2bb86bc24" providerId="LiveId" clId="{3B393CB9-ECA9-42FC-9ACD-C1EB84A5F857}" dt="2026-01-03T08:54:36.387" v="1329" actId="1036"/>
          <ac:spMkLst>
            <pc:docMk/>
            <pc:sldMk cId="0" sldId="2231"/>
            <ac:spMk id="8" creationId="{00000000-0000-0000-0000-000000000000}"/>
          </ac:spMkLst>
        </pc:spChg>
      </pc:sldChg>
      <pc:sldChg chg="modSp mod">
        <pc:chgData name="Jim Cherian" userId="42bbbbf2bb86bc24" providerId="LiveId" clId="{3B393CB9-ECA9-42FC-9ACD-C1EB84A5F857}" dt="2026-01-03T07:51:20.247" v="747" actId="20577"/>
        <pc:sldMkLst>
          <pc:docMk/>
          <pc:sldMk cId="0" sldId="2606"/>
        </pc:sldMkLst>
        <pc:spChg chg="mod">
          <ac:chgData name="Jim Cherian" userId="42bbbbf2bb86bc24" providerId="LiveId" clId="{3B393CB9-ECA9-42FC-9ACD-C1EB84A5F857}" dt="2026-01-03T07:51:20.247" v="747" actId="20577"/>
          <ac:spMkLst>
            <pc:docMk/>
            <pc:sldMk cId="0" sldId="2606"/>
            <ac:spMk id="3" creationId="{FD0BD012-AD29-4787-860F-2F6C186282BD}"/>
          </ac:spMkLst>
        </pc:spChg>
        <pc:spChg chg="mod">
          <ac:chgData name="Jim Cherian" userId="42bbbbf2bb86bc24" providerId="LiveId" clId="{3B393CB9-ECA9-42FC-9ACD-C1EB84A5F857}" dt="2026-01-03T07:51:06.403" v="744" actId="20577"/>
          <ac:spMkLst>
            <pc:docMk/>
            <pc:sldMk cId="0" sldId="2606"/>
            <ac:spMk id="4" creationId="{57EBF629-3F82-44CB-BC15-34CF7FD7D783}"/>
          </ac:spMkLst>
        </pc:spChg>
      </pc:sldChg>
      <pc:sldChg chg="modSp mod">
        <pc:chgData name="Jim Cherian" userId="42bbbbf2bb86bc24" providerId="LiveId" clId="{3B393CB9-ECA9-42FC-9ACD-C1EB84A5F857}" dt="2026-01-03T07:43:25.177" v="713" actId="1038"/>
        <pc:sldMkLst>
          <pc:docMk/>
          <pc:sldMk cId="0" sldId="2621"/>
        </pc:sldMkLst>
        <pc:spChg chg="mod">
          <ac:chgData name="Jim Cherian" userId="42bbbbf2bb86bc24" providerId="LiveId" clId="{3B393CB9-ECA9-42FC-9ACD-C1EB84A5F857}" dt="2026-01-03T07:43:25.177" v="713" actId="1038"/>
          <ac:spMkLst>
            <pc:docMk/>
            <pc:sldMk cId="0" sldId="2621"/>
            <ac:spMk id="4" creationId="{CD8D0B48-A285-019F-FB67-B1B79D8DD00C}"/>
          </ac:spMkLst>
        </pc:spChg>
        <pc:spChg chg="mod">
          <ac:chgData name="Jim Cherian" userId="42bbbbf2bb86bc24" providerId="LiveId" clId="{3B393CB9-ECA9-42FC-9ACD-C1EB84A5F857}" dt="2026-01-03T07:43:25.177" v="713" actId="1038"/>
          <ac:spMkLst>
            <pc:docMk/>
            <pc:sldMk cId="0" sldId="2621"/>
            <ac:spMk id="5" creationId="{AAD483FE-8D35-05E1-E87E-333B3FF03C87}"/>
          </ac:spMkLst>
        </pc:spChg>
      </pc:sldChg>
      <pc:sldChg chg="modSp del mod modShow">
        <pc:chgData name="Jim Cherian" userId="42bbbbf2bb86bc24" providerId="LiveId" clId="{3B393CB9-ECA9-42FC-9ACD-C1EB84A5F857}" dt="2026-01-03T08:15:49.639" v="874" actId="47"/>
        <pc:sldMkLst>
          <pc:docMk/>
          <pc:sldMk cId="0" sldId="2637"/>
        </pc:sldMkLst>
        <pc:spChg chg="mod">
          <ac:chgData name="Jim Cherian" userId="42bbbbf2bb86bc24" providerId="LiveId" clId="{3B393CB9-ECA9-42FC-9ACD-C1EB84A5F857}" dt="2026-01-03T08:02:04.600" v="818" actId="20577"/>
          <ac:spMkLst>
            <pc:docMk/>
            <pc:sldMk cId="0" sldId="2637"/>
            <ac:spMk id="5" creationId="{CADEE442-8326-4D19-959A-B80A65CC2FDA}"/>
          </ac:spMkLst>
        </pc:spChg>
      </pc:sldChg>
      <pc:sldChg chg="modSp mod">
        <pc:chgData name="Jim Cherian" userId="42bbbbf2bb86bc24" providerId="LiveId" clId="{3B393CB9-ECA9-42FC-9ACD-C1EB84A5F857}" dt="2026-01-03T07:43:17.911" v="702" actId="14100"/>
        <pc:sldMkLst>
          <pc:docMk/>
          <pc:sldMk cId="2855847270" sldId="2708"/>
        </pc:sldMkLst>
        <pc:spChg chg="mod">
          <ac:chgData name="Jim Cherian" userId="42bbbbf2bb86bc24" providerId="LiveId" clId="{3B393CB9-ECA9-42FC-9ACD-C1EB84A5F857}" dt="2026-01-03T07:43:15.568" v="701" actId="14100"/>
          <ac:spMkLst>
            <pc:docMk/>
            <pc:sldMk cId="2855847270" sldId="2708"/>
            <ac:spMk id="6" creationId="{5F7FD64A-CFEC-B2A4-DB78-AA8F20698CAF}"/>
          </ac:spMkLst>
        </pc:spChg>
        <pc:spChg chg="mod">
          <ac:chgData name="Jim Cherian" userId="42bbbbf2bb86bc24" providerId="LiveId" clId="{3B393CB9-ECA9-42FC-9ACD-C1EB84A5F857}" dt="2026-01-03T07:43:17.911" v="702" actId="14100"/>
          <ac:spMkLst>
            <pc:docMk/>
            <pc:sldMk cId="2855847270" sldId="2708"/>
            <ac:spMk id="7" creationId="{5FE16C6A-6D9F-39E6-7628-9BA22FB09917}"/>
          </ac:spMkLst>
        </pc:spChg>
      </pc:sldChg>
      <pc:sldChg chg="modSp mod">
        <pc:chgData name="Jim Cherian" userId="42bbbbf2bb86bc24" providerId="LiveId" clId="{3B393CB9-ECA9-42FC-9ACD-C1EB84A5F857}" dt="2026-01-03T07:44:11.255" v="717" actId="20577"/>
        <pc:sldMkLst>
          <pc:docMk/>
          <pc:sldMk cId="3591102152" sldId="2709"/>
        </pc:sldMkLst>
        <pc:spChg chg="mod">
          <ac:chgData name="Jim Cherian" userId="42bbbbf2bb86bc24" providerId="LiveId" clId="{3B393CB9-ECA9-42FC-9ACD-C1EB84A5F857}" dt="2026-01-03T07:44:11.255" v="717" actId="20577"/>
          <ac:spMkLst>
            <pc:docMk/>
            <pc:sldMk cId="3591102152" sldId="2709"/>
            <ac:spMk id="4" creationId="{88DC3985-E9E9-CA51-114A-A2DFE6C4EFB6}"/>
          </ac:spMkLst>
        </pc:spChg>
        <pc:spChg chg="mod">
          <ac:chgData name="Jim Cherian" userId="42bbbbf2bb86bc24" providerId="LiveId" clId="{3B393CB9-ECA9-42FC-9ACD-C1EB84A5F857}" dt="2026-01-03T07:43:35.305" v="715" actId="14100"/>
          <ac:spMkLst>
            <pc:docMk/>
            <pc:sldMk cId="3591102152" sldId="2709"/>
            <ac:spMk id="5" creationId="{F36F1BE5-7F29-D153-9753-F07DDA5D6B0C}"/>
          </ac:spMkLst>
        </pc:spChg>
      </pc:sldChg>
      <pc:sldChg chg="modSp mod">
        <pc:chgData name="Jim Cherian" userId="42bbbbf2bb86bc24" providerId="LiveId" clId="{3B393CB9-ECA9-42FC-9ACD-C1EB84A5F857}" dt="2026-01-03T07:50:05.103" v="732"/>
        <pc:sldMkLst>
          <pc:docMk/>
          <pc:sldMk cId="1898356447" sldId="2710"/>
        </pc:sldMkLst>
        <pc:spChg chg="mod">
          <ac:chgData name="Jim Cherian" userId="42bbbbf2bb86bc24" providerId="LiveId" clId="{3B393CB9-ECA9-42FC-9ACD-C1EB84A5F857}" dt="2026-01-03T07:50:05.103" v="732"/>
          <ac:spMkLst>
            <pc:docMk/>
            <pc:sldMk cId="1898356447" sldId="2710"/>
            <ac:spMk id="7" creationId="{31B957AA-3735-B4E2-9986-FAE9B36A9E67}"/>
          </ac:spMkLst>
        </pc:spChg>
      </pc:sldChg>
      <pc:sldChg chg="modSp mod">
        <pc:chgData name="Jim Cherian" userId="42bbbbf2bb86bc24" providerId="LiveId" clId="{3B393CB9-ECA9-42FC-9ACD-C1EB84A5F857}" dt="2026-01-03T07:58:02.797" v="802" actId="20577"/>
        <pc:sldMkLst>
          <pc:docMk/>
          <pc:sldMk cId="3326532745" sldId="2712"/>
        </pc:sldMkLst>
        <pc:spChg chg="mod">
          <ac:chgData name="Jim Cherian" userId="42bbbbf2bb86bc24" providerId="LiveId" clId="{3B393CB9-ECA9-42FC-9ACD-C1EB84A5F857}" dt="2026-01-03T07:58:02.797" v="802" actId="20577"/>
          <ac:spMkLst>
            <pc:docMk/>
            <pc:sldMk cId="3326532745" sldId="2712"/>
            <ac:spMk id="4" creationId="{5602542E-5040-3D72-203F-E48A053C8461}"/>
          </ac:spMkLst>
        </pc:spChg>
      </pc:sldChg>
      <pc:sldChg chg="modSp mod">
        <pc:chgData name="Jim Cherian" userId="42bbbbf2bb86bc24" providerId="LiveId" clId="{3B393CB9-ECA9-42FC-9ACD-C1EB84A5F857}" dt="2026-01-03T08:52:34.129" v="1274" actId="20577"/>
        <pc:sldMkLst>
          <pc:docMk/>
          <pc:sldMk cId="563613401" sldId="2717"/>
        </pc:sldMkLst>
        <pc:spChg chg="mod">
          <ac:chgData name="Jim Cherian" userId="42bbbbf2bb86bc24" providerId="LiveId" clId="{3B393CB9-ECA9-42FC-9ACD-C1EB84A5F857}" dt="2026-01-03T08:52:34.129" v="1274" actId="20577"/>
          <ac:spMkLst>
            <pc:docMk/>
            <pc:sldMk cId="563613401" sldId="2717"/>
            <ac:spMk id="5" creationId="{048B5A32-653A-A722-339D-427883D9C9B4}"/>
          </ac:spMkLst>
        </pc:spChg>
      </pc:sldChg>
      <pc:sldChg chg="modSp mod">
        <pc:chgData name="Jim Cherian" userId="42bbbbf2bb86bc24" providerId="LiveId" clId="{3B393CB9-ECA9-42FC-9ACD-C1EB84A5F857}" dt="2026-01-03T08:52:38.748" v="1275" actId="20577"/>
        <pc:sldMkLst>
          <pc:docMk/>
          <pc:sldMk cId="2594637777" sldId="2718"/>
        </pc:sldMkLst>
        <pc:spChg chg="mod">
          <ac:chgData name="Jim Cherian" userId="42bbbbf2bb86bc24" providerId="LiveId" clId="{3B393CB9-ECA9-42FC-9ACD-C1EB84A5F857}" dt="2026-01-03T08:52:38.748" v="1275" actId="20577"/>
          <ac:spMkLst>
            <pc:docMk/>
            <pc:sldMk cId="2594637777" sldId="2718"/>
            <ac:spMk id="5" creationId="{6E31F666-440E-81E9-C66F-BD17508ABE75}"/>
          </ac:spMkLst>
        </pc:spChg>
      </pc:sldChg>
      <pc:sldChg chg="modSp mod">
        <pc:chgData name="Jim Cherian" userId="42bbbbf2bb86bc24" providerId="LiveId" clId="{3B393CB9-ECA9-42FC-9ACD-C1EB84A5F857}" dt="2026-01-03T08:52:42.788" v="1276" actId="20577"/>
        <pc:sldMkLst>
          <pc:docMk/>
          <pc:sldMk cId="1570114508" sldId="2719"/>
        </pc:sldMkLst>
        <pc:spChg chg="mod">
          <ac:chgData name="Jim Cherian" userId="42bbbbf2bb86bc24" providerId="LiveId" clId="{3B393CB9-ECA9-42FC-9ACD-C1EB84A5F857}" dt="2026-01-03T08:52:42.788" v="1276" actId="20577"/>
          <ac:spMkLst>
            <pc:docMk/>
            <pc:sldMk cId="1570114508" sldId="2719"/>
            <ac:spMk id="5" creationId="{A81A5CD6-28DA-9708-5BFC-DF69269A9FC5}"/>
          </ac:spMkLst>
        </pc:spChg>
      </pc:sldChg>
      <pc:sldChg chg="modSp mod">
        <pc:chgData name="Jim Cherian" userId="42bbbbf2bb86bc24" providerId="LiveId" clId="{3B393CB9-ECA9-42FC-9ACD-C1EB84A5F857}" dt="2026-01-03T08:52:46.608" v="1277" actId="20577"/>
        <pc:sldMkLst>
          <pc:docMk/>
          <pc:sldMk cId="129138341" sldId="2720"/>
        </pc:sldMkLst>
        <pc:spChg chg="mod">
          <ac:chgData name="Jim Cherian" userId="42bbbbf2bb86bc24" providerId="LiveId" clId="{3B393CB9-ECA9-42FC-9ACD-C1EB84A5F857}" dt="2026-01-03T08:52:46.608" v="1277" actId="20577"/>
          <ac:spMkLst>
            <pc:docMk/>
            <pc:sldMk cId="129138341" sldId="2720"/>
            <ac:spMk id="2" creationId="{6F0352A6-99CD-7DDB-548F-CB1DDB3E12E3}"/>
          </ac:spMkLst>
        </pc:spChg>
      </pc:sldChg>
      <pc:sldChg chg="modSp mod">
        <pc:chgData name="Jim Cherian" userId="42bbbbf2bb86bc24" providerId="LiveId" clId="{3B393CB9-ECA9-42FC-9ACD-C1EB84A5F857}" dt="2026-01-03T08:52:52.090" v="1278" actId="20577"/>
        <pc:sldMkLst>
          <pc:docMk/>
          <pc:sldMk cId="1319010596" sldId="2721"/>
        </pc:sldMkLst>
        <pc:spChg chg="mod">
          <ac:chgData name="Jim Cherian" userId="42bbbbf2bb86bc24" providerId="LiveId" clId="{3B393CB9-ECA9-42FC-9ACD-C1EB84A5F857}" dt="2026-01-03T08:52:52.090" v="1278" actId="20577"/>
          <ac:spMkLst>
            <pc:docMk/>
            <pc:sldMk cId="1319010596" sldId="2721"/>
            <ac:spMk id="5" creationId="{35D0CF44-1C14-45A3-C54E-BC7CBD314F16}"/>
          </ac:spMkLst>
        </pc:spChg>
      </pc:sldChg>
      <pc:sldChg chg="modSp mod">
        <pc:chgData name="Jim Cherian" userId="42bbbbf2bb86bc24" providerId="LiveId" clId="{3B393CB9-ECA9-42FC-9ACD-C1EB84A5F857}" dt="2026-01-03T08:52:56.731" v="1279" actId="20577"/>
        <pc:sldMkLst>
          <pc:docMk/>
          <pc:sldMk cId="3496724312" sldId="2722"/>
        </pc:sldMkLst>
        <pc:spChg chg="mod">
          <ac:chgData name="Jim Cherian" userId="42bbbbf2bb86bc24" providerId="LiveId" clId="{3B393CB9-ECA9-42FC-9ACD-C1EB84A5F857}" dt="2026-01-03T08:52:56.731" v="1279" actId="20577"/>
          <ac:spMkLst>
            <pc:docMk/>
            <pc:sldMk cId="3496724312" sldId="2722"/>
            <ac:spMk id="3" creationId="{A9A8CF1A-4917-CFC1-96A0-01409C24B095}"/>
          </ac:spMkLst>
        </pc:spChg>
      </pc:sldChg>
      <pc:sldChg chg="modSp mod">
        <pc:chgData name="Jim Cherian" userId="42bbbbf2bb86bc24" providerId="LiveId" clId="{3B393CB9-ECA9-42FC-9ACD-C1EB84A5F857}" dt="2026-01-03T08:53:00.749" v="1280" actId="20577"/>
        <pc:sldMkLst>
          <pc:docMk/>
          <pc:sldMk cId="4156744141" sldId="2723"/>
        </pc:sldMkLst>
        <pc:spChg chg="mod">
          <ac:chgData name="Jim Cherian" userId="42bbbbf2bb86bc24" providerId="LiveId" clId="{3B393CB9-ECA9-42FC-9ACD-C1EB84A5F857}" dt="2026-01-03T08:53:00.749" v="1280" actId="20577"/>
          <ac:spMkLst>
            <pc:docMk/>
            <pc:sldMk cId="4156744141" sldId="2723"/>
            <ac:spMk id="5" creationId="{8448003A-B6B5-2F78-5C86-94CCFDD6CCC6}"/>
          </ac:spMkLst>
        </pc:spChg>
      </pc:sldChg>
      <pc:sldChg chg="modSp mod">
        <pc:chgData name="Jim Cherian" userId="42bbbbf2bb86bc24" providerId="LiveId" clId="{3B393CB9-ECA9-42FC-9ACD-C1EB84A5F857}" dt="2026-01-03T08:26:20.431" v="911" actId="313"/>
        <pc:sldMkLst>
          <pc:docMk/>
          <pc:sldMk cId="1025490046" sldId="2724"/>
        </pc:sldMkLst>
        <pc:spChg chg="mod">
          <ac:chgData name="Jim Cherian" userId="42bbbbf2bb86bc24" providerId="LiveId" clId="{3B393CB9-ECA9-42FC-9ACD-C1EB84A5F857}" dt="2026-01-03T08:26:20.431" v="911" actId="313"/>
          <ac:spMkLst>
            <pc:docMk/>
            <pc:sldMk cId="1025490046" sldId="2724"/>
            <ac:spMk id="8" creationId="{4A98D5EE-67B1-E67B-B8C8-049EB4C0C3EF}"/>
          </ac:spMkLst>
        </pc:spChg>
      </pc:sldChg>
      <pc:sldChg chg="modSp mod">
        <pc:chgData name="Jim Cherian" userId="42bbbbf2bb86bc24" providerId="LiveId" clId="{3B393CB9-ECA9-42FC-9ACD-C1EB84A5F857}" dt="2026-01-03T08:26:56.369" v="916" actId="20577"/>
        <pc:sldMkLst>
          <pc:docMk/>
          <pc:sldMk cId="292271821" sldId="2725"/>
        </pc:sldMkLst>
        <pc:spChg chg="mod">
          <ac:chgData name="Jim Cherian" userId="42bbbbf2bb86bc24" providerId="LiveId" clId="{3B393CB9-ECA9-42FC-9ACD-C1EB84A5F857}" dt="2026-01-03T08:26:56.369" v="916" actId="20577"/>
          <ac:spMkLst>
            <pc:docMk/>
            <pc:sldMk cId="292271821" sldId="2725"/>
            <ac:spMk id="3" creationId="{AC07E791-5055-4637-9625-4EF40566CFAD}"/>
          </ac:spMkLst>
        </pc:spChg>
        <pc:spChg chg="mod">
          <ac:chgData name="Jim Cherian" userId="42bbbbf2bb86bc24" providerId="LiveId" clId="{3B393CB9-ECA9-42FC-9ACD-C1EB84A5F857}" dt="2026-01-03T08:26:21.231" v="912" actId="313"/>
          <ac:spMkLst>
            <pc:docMk/>
            <pc:sldMk cId="292271821" sldId="2725"/>
            <ac:spMk id="8" creationId="{35091DE9-C866-A3A1-FAF0-4CA51A8978BC}"/>
          </ac:spMkLst>
        </pc:spChg>
      </pc:sldChg>
      <pc:sldChg chg="modSp mod">
        <pc:chgData name="Jim Cherian" userId="42bbbbf2bb86bc24" providerId="LiveId" clId="{3B393CB9-ECA9-42FC-9ACD-C1EB84A5F857}" dt="2026-01-03T08:26:22.522" v="913" actId="313"/>
        <pc:sldMkLst>
          <pc:docMk/>
          <pc:sldMk cId="2878336646" sldId="2726"/>
        </pc:sldMkLst>
        <pc:spChg chg="mod">
          <ac:chgData name="Jim Cherian" userId="42bbbbf2bb86bc24" providerId="LiveId" clId="{3B393CB9-ECA9-42FC-9ACD-C1EB84A5F857}" dt="2026-01-03T08:24:39.688" v="908" actId="20577"/>
          <ac:spMkLst>
            <pc:docMk/>
            <pc:sldMk cId="2878336646" sldId="2726"/>
            <ac:spMk id="3" creationId="{039DC70C-8F5C-46A0-B25F-935249B54BE7}"/>
          </ac:spMkLst>
        </pc:spChg>
        <pc:spChg chg="mod">
          <ac:chgData name="Jim Cherian" userId="42bbbbf2bb86bc24" providerId="LiveId" clId="{3B393CB9-ECA9-42FC-9ACD-C1EB84A5F857}" dt="2026-01-03T08:26:22.522" v="913" actId="313"/>
          <ac:spMkLst>
            <pc:docMk/>
            <pc:sldMk cId="2878336646" sldId="2726"/>
            <ac:spMk id="8" creationId="{EBD1A805-2669-21F4-2392-2C9AE99EF412}"/>
          </ac:spMkLst>
        </pc:spChg>
      </pc:sldChg>
      <pc:sldChg chg="modSp mod">
        <pc:chgData name="Jim Cherian" userId="42bbbbf2bb86bc24" providerId="LiveId" clId="{3B393CB9-ECA9-42FC-9ACD-C1EB84A5F857}" dt="2026-01-03T08:27:57.936" v="917"/>
        <pc:sldMkLst>
          <pc:docMk/>
          <pc:sldMk cId="274888798" sldId="2727"/>
        </pc:sldMkLst>
        <pc:spChg chg="mod">
          <ac:chgData name="Jim Cherian" userId="42bbbbf2bb86bc24" providerId="LiveId" clId="{3B393CB9-ECA9-42FC-9ACD-C1EB84A5F857}" dt="2026-01-03T08:27:57.936" v="917"/>
          <ac:spMkLst>
            <pc:docMk/>
            <pc:sldMk cId="274888798" sldId="2727"/>
            <ac:spMk id="3" creationId="{2F395804-6E4B-46FE-9622-8CF47BA2B513}"/>
          </ac:spMkLst>
        </pc:spChg>
        <pc:spChg chg="mod">
          <ac:chgData name="Jim Cherian" userId="42bbbbf2bb86bc24" providerId="LiveId" clId="{3B393CB9-ECA9-42FC-9ACD-C1EB84A5F857}" dt="2026-01-03T08:26:23.747" v="914" actId="313"/>
          <ac:spMkLst>
            <pc:docMk/>
            <pc:sldMk cId="274888798" sldId="2727"/>
            <ac:spMk id="8" creationId="{DAD04467-FFA2-B319-9A6C-D16E3DA78DF7}"/>
          </ac:spMkLst>
        </pc:spChg>
      </pc:sldChg>
      <pc:sldChg chg="modSp mod">
        <pc:chgData name="Jim Cherian" userId="42bbbbf2bb86bc24" providerId="LiveId" clId="{3B393CB9-ECA9-42FC-9ACD-C1EB84A5F857}" dt="2026-01-03T08:29:13.501" v="924" actId="20577"/>
        <pc:sldMkLst>
          <pc:docMk/>
          <pc:sldMk cId="3241239843" sldId="2728"/>
        </pc:sldMkLst>
        <pc:spChg chg="mod">
          <ac:chgData name="Jim Cherian" userId="42bbbbf2bb86bc24" providerId="LiveId" clId="{3B393CB9-ECA9-42FC-9ACD-C1EB84A5F857}" dt="2026-01-03T08:28:48.983" v="919" actId="20577"/>
          <ac:spMkLst>
            <pc:docMk/>
            <pc:sldMk cId="3241239843" sldId="2728"/>
            <ac:spMk id="3" creationId="{26CF4549-8D26-40B0-9D10-9C760DCC8246}"/>
          </ac:spMkLst>
        </pc:spChg>
        <pc:spChg chg="mod">
          <ac:chgData name="Jim Cherian" userId="42bbbbf2bb86bc24" providerId="LiveId" clId="{3B393CB9-ECA9-42FC-9ACD-C1EB84A5F857}" dt="2026-01-03T08:29:13.501" v="924" actId="20577"/>
          <ac:spMkLst>
            <pc:docMk/>
            <pc:sldMk cId="3241239843" sldId="2728"/>
            <ac:spMk id="8" creationId="{BF789F5A-3065-2F50-0030-4B90B7D09BFC}"/>
          </ac:spMkLst>
        </pc:spChg>
      </pc:sldChg>
      <pc:sldChg chg="modSp mod">
        <pc:chgData name="Jim Cherian" userId="42bbbbf2bb86bc24" providerId="LiveId" clId="{3B393CB9-ECA9-42FC-9ACD-C1EB84A5F857}" dt="2026-01-03T08:52:27.039" v="1273" actId="20577"/>
        <pc:sldMkLst>
          <pc:docMk/>
          <pc:sldMk cId="2390717404" sldId="2730"/>
        </pc:sldMkLst>
        <pc:spChg chg="mod">
          <ac:chgData name="Jim Cherian" userId="42bbbbf2bb86bc24" providerId="LiveId" clId="{3B393CB9-ECA9-42FC-9ACD-C1EB84A5F857}" dt="2026-01-03T08:52:27.039" v="1273" actId="20577"/>
          <ac:spMkLst>
            <pc:docMk/>
            <pc:sldMk cId="2390717404" sldId="2730"/>
            <ac:spMk id="2" creationId="{D3C83866-F2FE-D158-2965-A3CD68B87646}"/>
          </ac:spMkLst>
        </pc:spChg>
      </pc:sldChg>
      <pc:sldChg chg="modSp mod">
        <pc:chgData name="Jim Cherian" userId="42bbbbf2bb86bc24" providerId="LiveId" clId="{3B393CB9-ECA9-42FC-9ACD-C1EB84A5F857}" dt="2026-01-03T06:28:38.341" v="72"/>
        <pc:sldMkLst>
          <pc:docMk/>
          <pc:sldMk cId="2839679078" sldId="2731"/>
        </pc:sldMkLst>
        <pc:spChg chg="mod">
          <ac:chgData name="Jim Cherian" userId="42bbbbf2bb86bc24" providerId="LiveId" clId="{3B393CB9-ECA9-42FC-9ACD-C1EB84A5F857}" dt="2026-01-03T06:28:38.341" v="72"/>
          <ac:spMkLst>
            <pc:docMk/>
            <pc:sldMk cId="2839679078" sldId="2731"/>
            <ac:spMk id="3" creationId="{85CCC6F8-5C84-6D87-7190-609E48ACFBD5}"/>
          </ac:spMkLst>
        </pc:spChg>
        <pc:spChg chg="mod">
          <ac:chgData name="Jim Cherian" userId="42bbbbf2bb86bc24" providerId="LiveId" clId="{3B393CB9-ECA9-42FC-9ACD-C1EB84A5F857}" dt="2026-01-03T06:20:46.999" v="50" actId="20577"/>
          <ac:spMkLst>
            <pc:docMk/>
            <pc:sldMk cId="2839679078" sldId="2731"/>
            <ac:spMk id="12" creationId="{2D99758A-5825-3097-296B-8032B6BC75A4}"/>
          </ac:spMkLst>
        </pc:spChg>
      </pc:sldChg>
      <pc:sldChg chg="modSp mod">
        <pc:chgData name="Jim Cherian" userId="42bbbbf2bb86bc24" providerId="LiveId" clId="{3B393CB9-ECA9-42FC-9ACD-C1EB84A5F857}" dt="2026-01-03T06:43:02.192" v="81" actId="1076"/>
        <pc:sldMkLst>
          <pc:docMk/>
          <pc:sldMk cId="980346207" sldId="2732"/>
        </pc:sldMkLst>
        <pc:spChg chg="mod">
          <ac:chgData name="Jim Cherian" userId="42bbbbf2bb86bc24" providerId="LiveId" clId="{3B393CB9-ECA9-42FC-9ACD-C1EB84A5F857}" dt="2026-01-03T06:42:47.819" v="80" actId="1076"/>
          <ac:spMkLst>
            <pc:docMk/>
            <pc:sldMk cId="980346207" sldId="2732"/>
            <ac:spMk id="3" creationId="{85CCC6F8-5C84-6D87-7190-609E48ACFBD5}"/>
          </ac:spMkLst>
        </pc:spChg>
        <pc:spChg chg="mod">
          <ac:chgData name="Jim Cherian" userId="42bbbbf2bb86bc24" providerId="LiveId" clId="{3B393CB9-ECA9-42FC-9ACD-C1EB84A5F857}" dt="2026-01-03T06:43:02.192" v="81" actId="1076"/>
          <ac:spMkLst>
            <pc:docMk/>
            <pc:sldMk cId="980346207" sldId="2732"/>
            <ac:spMk id="12" creationId="{2D99758A-5825-3097-296B-8032B6BC75A4}"/>
          </ac:spMkLst>
        </pc:spChg>
      </pc:sldChg>
      <pc:sldChg chg="addSp delSp modSp mod">
        <pc:chgData name="Jim Cherian" userId="42bbbbf2bb86bc24" providerId="LiveId" clId="{3B393CB9-ECA9-42FC-9ACD-C1EB84A5F857}" dt="2026-01-03T06:29:46.721" v="77"/>
        <pc:sldMkLst>
          <pc:docMk/>
          <pc:sldMk cId="205780085" sldId="2735"/>
        </pc:sldMkLst>
        <pc:spChg chg="mod">
          <ac:chgData name="Jim Cherian" userId="42bbbbf2bb86bc24" providerId="LiveId" clId="{3B393CB9-ECA9-42FC-9ACD-C1EB84A5F857}" dt="2026-01-03T06:27:53.201" v="62"/>
          <ac:spMkLst>
            <pc:docMk/>
            <pc:sldMk cId="205780085" sldId="2735"/>
            <ac:spMk id="3" creationId="{5C3D539E-279A-DFE9-C643-E71894DB1C28}"/>
          </ac:spMkLst>
        </pc:spChg>
        <pc:spChg chg="add mod">
          <ac:chgData name="Jim Cherian" userId="42bbbbf2bb86bc24" providerId="LiveId" clId="{3B393CB9-ECA9-42FC-9ACD-C1EB84A5F857}" dt="2026-01-03T06:29:46.721" v="77"/>
          <ac:spMkLst>
            <pc:docMk/>
            <pc:sldMk cId="205780085" sldId="2735"/>
            <ac:spMk id="5" creationId="{3B6296A8-4145-0D0F-0FCD-7449035AA667}"/>
          </ac:spMkLst>
        </pc:spChg>
        <pc:spChg chg="del mod">
          <ac:chgData name="Jim Cherian" userId="42bbbbf2bb86bc24" providerId="LiveId" clId="{3B393CB9-ECA9-42FC-9ACD-C1EB84A5F857}" dt="2026-01-03T06:29:46.539" v="76" actId="478"/>
          <ac:spMkLst>
            <pc:docMk/>
            <pc:sldMk cId="205780085" sldId="2735"/>
            <ac:spMk id="7" creationId="{978BE749-282B-4E93-BF81-E0B6EF1E19F4}"/>
          </ac:spMkLst>
        </pc:spChg>
      </pc:sldChg>
      <pc:sldChg chg="modSp mod">
        <pc:chgData name="Jim Cherian" userId="42bbbbf2bb86bc24" providerId="LiveId" clId="{3B393CB9-ECA9-42FC-9ACD-C1EB84A5F857}" dt="2026-01-03T06:43:05.291" v="82" actId="1076"/>
        <pc:sldMkLst>
          <pc:docMk/>
          <pc:sldMk cId="324328853" sldId="2736"/>
        </pc:sldMkLst>
        <pc:spChg chg="mod">
          <ac:chgData name="Jim Cherian" userId="42bbbbf2bb86bc24" providerId="LiveId" clId="{3B393CB9-ECA9-42FC-9ACD-C1EB84A5F857}" dt="2026-01-03T06:27:14.747" v="56"/>
          <ac:spMkLst>
            <pc:docMk/>
            <pc:sldMk cId="324328853" sldId="2736"/>
            <ac:spMk id="3" creationId="{85CCC6F8-5C84-6D87-7190-609E48ACFBD5}"/>
          </ac:spMkLst>
        </pc:spChg>
        <pc:spChg chg="mod">
          <ac:chgData name="Jim Cherian" userId="42bbbbf2bb86bc24" providerId="LiveId" clId="{3B393CB9-ECA9-42FC-9ACD-C1EB84A5F857}" dt="2026-01-03T06:43:05.291" v="82" actId="1076"/>
          <ac:spMkLst>
            <pc:docMk/>
            <pc:sldMk cId="324328853" sldId="2736"/>
            <ac:spMk id="12" creationId="{2D99758A-5825-3097-296B-8032B6BC75A4}"/>
          </ac:spMkLst>
        </pc:spChg>
      </pc:sldChg>
      <pc:sldChg chg="modSp mod">
        <pc:chgData name="Jim Cherian" userId="42bbbbf2bb86bc24" providerId="LiveId" clId="{3B393CB9-ECA9-42FC-9ACD-C1EB84A5F857}" dt="2026-01-03T07:35:28.934" v="624" actId="1038"/>
        <pc:sldMkLst>
          <pc:docMk/>
          <pc:sldMk cId="1123613461" sldId="2739"/>
        </pc:sldMkLst>
        <pc:spChg chg="mod">
          <ac:chgData name="Jim Cherian" userId="42bbbbf2bb86bc24" providerId="LiveId" clId="{3B393CB9-ECA9-42FC-9ACD-C1EB84A5F857}" dt="2026-01-03T07:35:28.934" v="624" actId="1038"/>
          <ac:spMkLst>
            <pc:docMk/>
            <pc:sldMk cId="1123613461" sldId="2739"/>
            <ac:spMk id="4" creationId="{E788F937-957D-149C-3ECC-255A2AA13985}"/>
          </ac:spMkLst>
        </pc:spChg>
        <pc:spChg chg="mod">
          <ac:chgData name="Jim Cherian" userId="42bbbbf2bb86bc24" providerId="LiveId" clId="{3B393CB9-ECA9-42FC-9ACD-C1EB84A5F857}" dt="2026-01-03T07:35:28.934" v="624" actId="1038"/>
          <ac:spMkLst>
            <pc:docMk/>
            <pc:sldMk cId="1123613461" sldId="2739"/>
            <ac:spMk id="6" creationId="{ABF32F75-2A82-4616-845F-9EE191D9F659}"/>
          </ac:spMkLst>
        </pc:spChg>
      </pc:sldChg>
      <pc:sldChg chg="addSp delSp modSp mod">
        <pc:chgData name="Jim Cherian" userId="42bbbbf2bb86bc24" providerId="LiveId" clId="{3B393CB9-ECA9-42FC-9ACD-C1EB84A5F857}" dt="2026-01-03T07:41:18.534" v="695" actId="20577"/>
        <pc:sldMkLst>
          <pc:docMk/>
          <pc:sldMk cId="1657925179" sldId="2740"/>
        </pc:sldMkLst>
        <pc:spChg chg="add del mod">
          <ac:chgData name="Jim Cherian" userId="42bbbbf2bb86bc24" providerId="LiveId" clId="{3B393CB9-ECA9-42FC-9ACD-C1EB84A5F857}" dt="2026-01-03T07:36:24.649" v="657" actId="478"/>
          <ac:spMkLst>
            <pc:docMk/>
            <pc:sldMk cId="1657925179" sldId="2740"/>
            <ac:spMk id="3" creationId="{D2AE23FD-CF6A-4E49-E4EE-389B90A97832}"/>
          </ac:spMkLst>
        </pc:spChg>
        <pc:spChg chg="mod">
          <ac:chgData name="Jim Cherian" userId="42bbbbf2bb86bc24" providerId="LiveId" clId="{3B393CB9-ECA9-42FC-9ACD-C1EB84A5F857}" dt="2026-01-03T07:41:18.534" v="695" actId="20577"/>
          <ac:spMkLst>
            <pc:docMk/>
            <pc:sldMk cId="1657925179" sldId="2740"/>
            <ac:spMk id="4" creationId="{E788F937-957D-149C-3ECC-255A2AA13985}"/>
          </ac:spMkLst>
        </pc:spChg>
        <pc:spChg chg="mod">
          <ac:chgData name="Jim Cherian" userId="42bbbbf2bb86bc24" providerId="LiveId" clId="{3B393CB9-ECA9-42FC-9ACD-C1EB84A5F857}" dt="2026-01-03T07:36:46.094" v="662" actId="1076"/>
          <ac:spMkLst>
            <pc:docMk/>
            <pc:sldMk cId="1657925179" sldId="2740"/>
            <ac:spMk id="6" creationId="{ABF32F75-2A82-4616-845F-9EE191D9F659}"/>
          </ac:spMkLst>
        </pc:spChg>
      </pc:sldChg>
      <pc:sldChg chg="modSp mod">
        <pc:chgData name="Jim Cherian" userId="42bbbbf2bb86bc24" providerId="LiveId" clId="{3B393CB9-ECA9-42FC-9ACD-C1EB84A5F857}" dt="2026-01-03T07:39:43.534" v="688" actId="20577"/>
        <pc:sldMkLst>
          <pc:docMk/>
          <pc:sldMk cId="3026646528" sldId="2741"/>
        </pc:sldMkLst>
        <pc:spChg chg="mod">
          <ac:chgData name="Jim Cherian" userId="42bbbbf2bb86bc24" providerId="LiveId" clId="{3B393CB9-ECA9-42FC-9ACD-C1EB84A5F857}" dt="2026-01-03T07:39:21.079" v="684" actId="1076"/>
          <ac:spMkLst>
            <pc:docMk/>
            <pc:sldMk cId="3026646528" sldId="2741"/>
            <ac:spMk id="3" creationId="{D6174DB7-3DDD-4635-8917-9FD234CD9668}"/>
          </ac:spMkLst>
        </pc:spChg>
        <pc:spChg chg="mod">
          <ac:chgData name="Jim Cherian" userId="42bbbbf2bb86bc24" providerId="LiveId" clId="{3B393CB9-ECA9-42FC-9ACD-C1EB84A5F857}" dt="2026-01-03T07:39:43.534" v="688" actId="20577"/>
          <ac:spMkLst>
            <pc:docMk/>
            <pc:sldMk cId="3026646528" sldId="2741"/>
            <ac:spMk id="4" creationId="{E788F937-957D-149C-3ECC-255A2AA13985}"/>
          </ac:spMkLst>
        </pc:spChg>
      </pc:sldChg>
      <pc:sldChg chg="modSp mod">
        <pc:chgData name="Jim Cherian" userId="42bbbbf2bb86bc24" providerId="LiveId" clId="{3B393CB9-ECA9-42FC-9ACD-C1EB84A5F857}" dt="2026-01-03T07:55:23.246" v="783" actId="1076"/>
        <pc:sldMkLst>
          <pc:docMk/>
          <pc:sldMk cId="3764070186" sldId="2742"/>
        </pc:sldMkLst>
        <pc:spChg chg="mod">
          <ac:chgData name="Jim Cherian" userId="42bbbbf2bb86bc24" providerId="LiveId" clId="{3B393CB9-ECA9-42FC-9ACD-C1EB84A5F857}" dt="2026-01-03T07:52:48.563" v="755" actId="20577"/>
          <ac:spMkLst>
            <pc:docMk/>
            <pc:sldMk cId="3764070186" sldId="2742"/>
            <ac:spMk id="3" creationId="{FD0BD012-AD29-4787-860F-2F6C186282BD}"/>
          </ac:spMkLst>
        </pc:spChg>
        <pc:spChg chg="mod">
          <ac:chgData name="Jim Cherian" userId="42bbbbf2bb86bc24" providerId="LiveId" clId="{3B393CB9-ECA9-42FC-9ACD-C1EB84A5F857}" dt="2026-01-03T07:55:23.246" v="783" actId="1076"/>
          <ac:spMkLst>
            <pc:docMk/>
            <pc:sldMk cId="3764070186" sldId="2742"/>
            <ac:spMk id="5" creationId="{6B1515F3-8181-4A2C-A39D-06A7652A59CC}"/>
          </ac:spMkLst>
        </pc:spChg>
      </pc:sldChg>
      <pc:sldChg chg="modSp mod">
        <pc:chgData name="Jim Cherian" userId="42bbbbf2bb86bc24" providerId="LiveId" clId="{3B393CB9-ECA9-42FC-9ACD-C1EB84A5F857}" dt="2026-01-03T07:56:23.030" v="800" actId="20577"/>
        <pc:sldMkLst>
          <pc:docMk/>
          <pc:sldMk cId="561397997" sldId="2743"/>
        </pc:sldMkLst>
        <pc:spChg chg="mod">
          <ac:chgData name="Jim Cherian" userId="42bbbbf2bb86bc24" providerId="LiveId" clId="{3B393CB9-ECA9-42FC-9ACD-C1EB84A5F857}" dt="2026-01-03T07:56:23.030" v="800" actId="20577"/>
          <ac:spMkLst>
            <pc:docMk/>
            <pc:sldMk cId="561397997" sldId="2743"/>
            <ac:spMk id="3" creationId="{FD0BD012-AD29-4787-860F-2F6C186282BD}"/>
          </ac:spMkLst>
        </pc:spChg>
        <pc:spChg chg="mod">
          <ac:chgData name="Jim Cherian" userId="42bbbbf2bb86bc24" providerId="LiveId" clId="{3B393CB9-ECA9-42FC-9ACD-C1EB84A5F857}" dt="2026-01-03T07:56:10.014" v="798" actId="20577"/>
          <ac:spMkLst>
            <pc:docMk/>
            <pc:sldMk cId="561397997" sldId="2743"/>
            <ac:spMk id="5" creationId="{69D8C65D-C510-4F89-A3D2-46857BB8A0AF}"/>
          </ac:spMkLst>
        </pc:spChg>
      </pc:sldChg>
      <pc:sldChg chg="modSp mod">
        <pc:chgData name="Jim Cherian" userId="42bbbbf2bb86bc24" providerId="LiveId" clId="{3B393CB9-ECA9-42FC-9ACD-C1EB84A5F857}" dt="2026-01-03T07:55:01.437" v="780" actId="20577"/>
        <pc:sldMkLst>
          <pc:docMk/>
          <pc:sldMk cId="24595172" sldId="2744"/>
        </pc:sldMkLst>
        <pc:spChg chg="mod">
          <ac:chgData name="Jim Cherian" userId="42bbbbf2bb86bc24" providerId="LiveId" clId="{3B393CB9-ECA9-42FC-9ACD-C1EB84A5F857}" dt="2026-01-03T07:54:35.503" v="775"/>
          <ac:spMkLst>
            <pc:docMk/>
            <pc:sldMk cId="24595172" sldId="2744"/>
            <ac:spMk id="3" creationId="{FD0BD012-AD29-4787-860F-2F6C186282BD}"/>
          </ac:spMkLst>
        </pc:spChg>
        <pc:spChg chg="mod">
          <ac:chgData name="Jim Cherian" userId="42bbbbf2bb86bc24" providerId="LiveId" clId="{3B393CB9-ECA9-42FC-9ACD-C1EB84A5F857}" dt="2026-01-03T07:55:01.437" v="780" actId="20577"/>
          <ac:spMkLst>
            <pc:docMk/>
            <pc:sldMk cId="24595172" sldId="2744"/>
            <ac:spMk id="5" creationId="{8FACB680-F3BF-4ADC-9A19-F50B128970D8}"/>
          </ac:spMkLst>
        </pc:spChg>
      </pc:sldChg>
      <pc:sldChg chg="del">
        <pc:chgData name="Jim Cherian" userId="42bbbbf2bb86bc24" providerId="LiveId" clId="{3B393CB9-ECA9-42FC-9ACD-C1EB84A5F857}" dt="2026-01-03T06:17:32.134" v="21" actId="47"/>
        <pc:sldMkLst>
          <pc:docMk/>
          <pc:sldMk cId="4185919539" sldId="2745"/>
        </pc:sldMkLst>
      </pc:sldChg>
      <pc:sldChg chg="del">
        <pc:chgData name="Jim Cherian" userId="42bbbbf2bb86bc24" providerId="LiveId" clId="{3B393CB9-ECA9-42FC-9ACD-C1EB84A5F857}" dt="2026-01-03T06:17:41.509" v="24" actId="47"/>
        <pc:sldMkLst>
          <pc:docMk/>
          <pc:sldMk cId="761578776" sldId="2746"/>
        </pc:sldMkLst>
      </pc:sldChg>
      <pc:sldChg chg="addSp delSp modSp mod">
        <pc:chgData name="Jim Cherian" userId="42bbbbf2bb86bc24" providerId="LiveId" clId="{3B393CB9-ECA9-42FC-9ACD-C1EB84A5F857}" dt="2026-01-03T09:01:17.974" v="1342" actId="14100"/>
        <pc:sldMkLst>
          <pc:docMk/>
          <pc:sldMk cId="2912979587" sldId="2748"/>
        </pc:sldMkLst>
        <pc:spChg chg="add mod">
          <ac:chgData name="Jim Cherian" userId="42bbbbf2bb86bc24" providerId="LiveId" clId="{3B393CB9-ECA9-42FC-9ACD-C1EB84A5F857}" dt="2026-01-03T09:01:17.974" v="1342" actId="14100"/>
          <ac:spMkLst>
            <pc:docMk/>
            <pc:sldMk cId="2912979587" sldId="2748"/>
            <ac:spMk id="3" creationId="{AA5A5B7C-93B8-219F-D6B1-8FFF5511390F}"/>
          </ac:spMkLst>
        </pc:spChg>
        <pc:spChg chg="mod">
          <ac:chgData name="Jim Cherian" userId="42bbbbf2bb86bc24" providerId="LiveId" clId="{3B393CB9-ECA9-42FC-9ACD-C1EB84A5F857}" dt="2026-01-03T09:01:05.867" v="1339" actId="20577"/>
          <ac:spMkLst>
            <pc:docMk/>
            <pc:sldMk cId="2912979587" sldId="2748"/>
            <ac:spMk id="4" creationId="{00000000-0000-0000-0000-000000000000}"/>
          </ac:spMkLst>
        </pc:spChg>
        <pc:spChg chg="add mod">
          <ac:chgData name="Jim Cherian" userId="42bbbbf2bb86bc24" providerId="LiveId" clId="{3B393CB9-ECA9-42FC-9ACD-C1EB84A5F857}" dt="2026-01-03T08:50:23.282" v="1208" actId="1035"/>
          <ac:spMkLst>
            <pc:docMk/>
            <pc:sldMk cId="2912979587" sldId="2748"/>
            <ac:spMk id="5" creationId="{F71FC705-08A9-6185-447F-0D672B1CE180}"/>
          </ac:spMkLst>
        </pc:spChg>
        <pc:spChg chg="add mod">
          <ac:chgData name="Jim Cherian" userId="42bbbbf2bb86bc24" providerId="LiveId" clId="{3B393CB9-ECA9-42FC-9ACD-C1EB84A5F857}" dt="2026-01-03T08:51:03.945" v="1231" actId="1076"/>
          <ac:spMkLst>
            <pc:docMk/>
            <pc:sldMk cId="2912979587" sldId="2748"/>
            <ac:spMk id="8" creationId="{F013701E-7E79-D433-30B8-7F2FBE379F3A}"/>
          </ac:spMkLst>
        </pc:spChg>
        <pc:spChg chg="mod">
          <ac:chgData name="Jim Cherian" userId="42bbbbf2bb86bc24" providerId="LiveId" clId="{3B393CB9-ECA9-42FC-9ACD-C1EB84A5F857}" dt="2026-01-03T08:50:23.282" v="1208" actId="1035"/>
          <ac:spMkLst>
            <pc:docMk/>
            <pc:sldMk cId="2912979587" sldId="2748"/>
            <ac:spMk id="9" creationId="{B5AC5961-ECD9-4D45-B93D-4ED18F8E8935}"/>
          </ac:spMkLst>
        </pc:spChg>
        <pc:spChg chg="del mod">
          <ac:chgData name="Jim Cherian" userId="42bbbbf2bb86bc24" providerId="LiveId" clId="{3B393CB9-ECA9-42FC-9ACD-C1EB84A5F857}" dt="2026-01-03T07:01:22.167" v="383" actId="478"/>
          <ac:spMkLst>
            <pc:docMk/>
            <pc:sldMk cId="2912979587" sldId="2748"/>
            <ac:spMk id="11" creationId="{CF9D35A2-7CDD-446C-A21B-47A7B511C791}"/>
          </ac:spMkLst>
        </pc:spChg>
        <pc:spChg chg="add mod">
          <ac:chgData name="Jim Cherian" userId="42bbbbf2bb86bc24" providerId="LiveId" clId="{3B393CB9-ECA9-42FC-9ACD-C1EB84A5F857}" dt="2026-01-03T08:51:00.595" v="1230"/>
          <ac:spMkLst>
            <pc:docMk/>
            <pc:sldMk cId="2912979587" sldId="2748"/>
            <ac:spMk id="12" creationId="{DDAEE52C-16B5-B9CE-164C-EF395B83BFD2}"/>
          </ac:spMkLst>
        </pc:spChg>
      </pc:sldChg>
      <pc:sldChg chg="modSp mod">
        <pc:chgData name="Jim Cherian" userId="42bbbbf2bb86bc24" providerId="LiveId" clId="{3B393CB9-ECA9-42FC-9ACD-C1EB84A5F857}" dt="2026-01-03T06:44:37.706" v="100" actId="6549"/>
        <pc:sldMkLst>
          <pc:docMk/>
          <pc:sldMk cId="2999932702" sldId="2749"/>
        </pc:sldMkLst>
        <pc:spChg chg="mod">
          <ac:chgData name="Jim Cherian" userId="42bbbbf2bb86bc24" providerId="LiveId" clId="{3B393CB9-ECA9-42FC-9ACD-C1EB84A5F857}" dt="2026-01-03T06:44:06.406" v="93" actId="20577"/>
          <ac:spMkLst>
            <pc:docMk/>
            <pc:sldMk cId="2999932702" sldId="2749"/>
            <ac:spMk id="8" creationId="{105970AF-B4E3-74CA-78B5-0CC351A22C09}"/>
          </ac:spMkLst>
        </pc:spChg>
        <pc:spChg chg="mod">
          <ac:chgData name="Jim Cherian" userId="42bbbbf2bb86bc24" providerId="LiveId" clId="{3B393CB9-ECA9-42FC-9ACD-C1EB84A5F857}" dt="2026-01-03T06:44:37.706" v="100" actId="6549"/>
          <ac:spMkLst>
            <pc:docMk/>
            <pc:sldMk cId="2999932702" sldId="2749"/>
            <ac:spMk id="9" creationId="{FB420252-6173-ADB9-869E-182668223BF7}"/>
          </ac:spMkLst>
        </pc:spChg>
      </pc:sldChg>
      <pc:sldChg chg="modSp mod">
        <pc:chgData name="Jim Cherian" userId="42bbbbf2bb86bc24" providerId="LiveId" clId="{3B393CB9-ECA9-42FC-9ACD-C1EB84A5F857}" dt="2026-01-03T08:51:49.591" v="1244" actId="1036"/>
        <pc:sldMkLst>
          <pc:docMk/>
          <pc:sldMk cId="1098475147" sldId="2750"/>
        </pc:sldMkLst>
        <pc:spChg chg="mod">
          <ac:chgData name="Jim Cherian" userId="42bbbbf2bb86bc24" providerId="LiveId" clId="{3B393CB9-ECA9-42FC-9ACD-C1EB84A5F857}" dt="2026-01-03T08:51:49.591" v="1244" actId="1036"/>
          <ac:spMkLst>
            <pc:docMk/>
            <pc:sldMk cId="1098475147" sldId="2750"/>
            <ac:spMk id="2" creationId="{E9DBC0D5-1E2C-B550-368C-AD94ADA05923}"/>
          </ac:spMkLst>
        </pc:spChg>
        <pc:spChg chg="mod">
          <ac:chgData name="Jim Cherian" userId="42bbbbf2bb86bc24" providerId="LiveId" clId="{3B393CB9-ECA9-42FC-9ACD-C1EB84A5F857}" dt="2026-01-03T08:51:47.435" v="1241" actId="1036"/>
          <ac:spMkLst>
            <pc:docMk/>
            <pc:sldMk cId="1098475147" sldId="2750"/>
            <ac:spMk id="5" creationId="{CADEE442-8326-4D19-959A-B80A65CC2FDA}"/>
          </ac:spMkLst>
        </pc:spChg>
        <pc:spChg chg="mod">
          <ac:chgData name="Jim Cherian" userId="42bbbbf2bb86bc24" providerId="LiveId" clId="{3B393CB9-ECA9-42FC-9ACD-C1EB84A5F857}" dt="2026-01-03T08:15:59.092" v="877" actId="20577"/>
          <ac:spMkLst>
            <pc:docMk/>
            <pc:sldMk cId="1098475147" sldId="2750"/>
            <ac:spMk id="8" creationId="{00000000-0000-0000-0000-000000000000}"/>
          </ac:spMkLst>
        </pc:spChg>
      </pc:sldChg>
      <pc:sldChg chg="modSp mod">
        <pc:chgData name="Jim Cherian" userId="42bbbbf2bb86bc24" providerId="LiveId" clId="{3B393CB9-ECA9-42FC-9ACD-C1EB84A5F857}" dt="2026-01-03T08:51:57.308" v="1254" actId="14100"/>
        <pc:sldMkLst>
          <pc:docMk/>
          <pc:sldMk cId="78703441" sldId="2751"/>
        </pc:sldMkLst>
        <pc:spChg chg="mod">
          <ac:chgData name="Jim Cherian" userId="42bbbbf2bb86bc24" providerId="LiveId" clId="{3B393CB9-ECA9-42FC-9ACD-C1EB84A5F857}" dt="2026-01-03T08:51:57.308" v="1254" actId="14100"/>
          <ac:spMkLst>
            <pc:docMk/>
            <pc:sldMk cId="78703441" sldId="2751"/>
            <ac:spMk id="2" creationId="{E9DBC0D5-1E2C-B550-368C-AD94ADA05923}"/>
          </ac:spMkLst>
        </pc:spChg>
        <pc:spChg chg="mod">
          <ac:chgData name="Jim Cherian" userId="42bbbbf2bb86bc24" providerId="LiveId" clId="{3B393CB9-ECA9-42FC-9ACD-C1EB84A5F857}" dt="2026-01-03T08:51:57.308" v="1254" actId="14100"/>
          <ac:spMkLst>
            <pc:docMk/>
            <pc:sldMk cId="78703441" sldId="2751"/>
            <ac:spMk id="6" creationId="{6C9160CB-75CD-4745-A7A2-48F9A457FBAE}"/>
          </ac:spMkLst>
        </pc:spChg>
        <pc:spChg chg="mod">
          <ac:chgData name="Jim Cherian" userId="42bbbbf2bb86bc24" providerId="LiveId" clId="{3B393CB9-ECA9-42FC-9ACD-C1EB84A5F857}" dt="2026-01-03T08:17:15.728" v="887" actId="20577"/>
          <ac:spMkLst>
            <pc:docMk/>
            <pc:sldMk cId="78703441" sldId="2751"/>
            <ac:spMk id="8" creationId="{00000000-0000-0000-0000-000000000000}"/>
          </ac:spMkLst>
        </pc:spChg>
      </pc:sldChg>
      <pc:sldChg chg="modSp mod">
        <pc:chgData name="Jim Cherian" userId="42bbbbf2bb86bc24" providerId="LiveId" clId="{3B393CB9-ECA9-42FC-9ACD-C1EB84A5F857}" dt="2026-01-03T08:52:05.334" v="1265" actId="14100"/>
        <pc:sldMkLst>
          <pc:docMk/>
          <pc:sldMk cId="654022241" sldId="2752"/>
        </pc:sldMkLst>
        <pc:spChg chg="mod">
          <ac:chgData name="Jim Cherian" userId="42bbbbf2bb86bc24" providerId="LiveId" clId="{3B393CB9-ECA9-42FC-9ACD-C1EB84A5F857}" dt="2026-01-03T08:52:05.334" v="1265" actId="14100"/>
          <ac:spMkLst>
            <pc:docMk/>
            <pc:sldMk cId="654022241" sldId="2752"/>
            <ac:spMk id="2" creationId="{E9DBC0D5-1E2C-B550-368C-AD94ADA05923}"/>
          </ac:spMkLst>
        </pc:spChg>
        <pc:spChg chg="mod">
          <ac:chgData name="Jim Cherian" userId="42bbbbf2bb86bc24" providerId="LiveId" clId="{3B393CB9-ECA9-42FC-9ACD-C1EB84A5F857}" dt="2026-01-03T08:52:05.334" v="1265" actId="14100"/>
          <ac:spMkLst>
            <pc:docMk/>
            <pc:sldMk cId="654022241" sldId="2752"/>
            <ac:spMk id="5" creationId="{CADEE442-8326-4D19-959A-B80A65CC2FDA}"/>
          </ac:spMkLst>
        </pc:spChg>
        <pc:spChg chg="mod">
          <ac:chgData name="Jim Cherian" userId="42bbbbf2bb86bc24" providerId="LiveId" clId="{3B393CB9-ECA9-42FC-9ACD-C1EB84A5F857}" dt="2026-01-03T08:17:11.081" v="885" actId="20577"/>
          <ac:spMkLst>
            <pc:docMk/>
            <pc:sldMk cId="654022241" sldId="2752"/>
            <ac:spMk id="8" creationId="{00000000-0000-0000-0000-000000000000}"/>
          </ac:spMkLst>
        </pc:spChg>
      </pc:sldChg>
      <pc:sldChg chg="modSp mod">
        <pc:chgData name="Jim Cherian" userId="42bbbbf2bb86bc24" providerId="LiveId" clId="{3B393CB9-ECA9-42FC-9ACD-C1EB84A5F857}" dt="2026-01-03T08:52:10.825" v="1270" actId="14100"/>
        <pc:sldMkLst>
          <pc:docMk/>
          <pc:sldMk cId="179404949" sldId="2753"/>
        </pc:sldMkLst>
        <pc:spChg chg="mod">
          <ac:chgData name="Jim Cherian" userId="42bbbbf2bb86bc24" providerId="LiveId" clId="{3B393CB9-ECA9-42FC-9ACD-C1EB84A5F857}" dt="2026-01-03T08:52:10.825" v="1270" actId="14100"/>
          <ac:spMkLst>
            <pc:docMk/>
            <pc:sldMk cId="179404949" sldId="2753"/>
            <ac:spMk id="2" creationId="{E9DBC0D5-1E2C-B550-368C-AD94ADA05923}"/>
          </ac:spMkLst>
        </pc:spChg>
        <pc:spChg chg="mod">
          <ac:chgData name="Jim Cherian" userId="42bbbbf2bb86bc24" providerId="LiveId" clId="{3B393CB9-ECA9-42FC-9ACD-C1EB84A5F857}" dt="2026-01-03T08:52:10.825" v="1270" actId="14100"/>
          <ac:spMkLst>
            <pc:docMk/>
            <pc:sldMk cId="179404949" sldId="2753"/>
            <ac:spMk id="5" creationId="{CADEE442-8326-4D19-959A-B80A65CC2FDA}"/>
          </ac:spMkLst>
        </pc:spChg>
        <pc:spChg chg="mod">
          <ac:chgData name="Jim Cherian" userId="42bbbbf2bb86bc24" providerId="LiveId" clId="{3B393CB9-ECA9-42FC-9ACD-C1EB84A5F857}" dt="2026-01-03T08:17:06.678" v="883" actId="20577"/>
          <ac:spMkLst>
            <pc:docMk/>
            <pc:sldMk cId="179404949" sldId="2753"/>
            <ac:spMk id="8" creationId="{00000000-0000-0000-0000-000000000000}"/>
          </ac:spMkLst>
        </pc:spChg>
      </pc:sldChg>
      <pc:sldChg chg="addSp delSp modSp mod">
        <pc:chgData name="Jim Cherian" userId="42bbbbf2bb86bc24" providerId="LiveId" clId="{3B393CB9-ECA9-42FC-9ACD-C1EB84A5F857}" dt="2026-01-03T08:52:14.735" v="1271" actId="14100"/>
        <pc:sldMkLst>
          <pc:docMk/>
          <pc:sldMk cId="1662202373" sldId="2754"/>
        </pc:sldMkLst>
        <pc:spChg chg="mod">
          <ac:chgData name="Jim Cherian" userId="42bbbbf2bb86bc24" providerId="LiveId" clId="{3B393CB9-ECA9-42FC-9ACD-C1EB84A5F857}" dt="2026-01-03T08:52:14.735" v="1271" actId="14100"/>
          <ac:spMkLst>
            <pc:docMk/>
            <pc:sldMk cId="1662202373" sldId="2754"/>
            <ac:spMk id="2" creationId="{E9DBC0D5-1E2C-B550-368C-AD94ADA05923}"/>
          </ac:spMkLst>
        </pc:spChg>
        <pc:spChg chg="mod">
          <ac:chgData name="Jim Cherian" userId="42bbbbf2bb86bc24" providerId="LiveId" clId="{3B393CB9-ECA9-42FC-9ACD-C1EB84A5F857}" dt="2026-01-03T08:52:14.735" v="1271" actId="14100"/>
          <ac:spMkLst>
            <pc:docMk/>
            <pc:sldMk cId="1662202373" sldId="2754"/>
            <ac:spMk id="5" creationId="{CADEE442-8326-4D19-959A-B80A65CC2FDA}"/>
          </ac:spMkLst>
        </pc:spChg>
        <pc:spChg chg="add del mod">
          <ac:chgData name="Jim Cherian" userId="42bbbbf2bb86bc24" providerId="LiveId" clId="{3B393CB9-ECA9-42FC-9ACD-C1EB84A5F857}" dt="2026-01-03T08:10:51.606" v="847" actId="478"/>
          <ac:spMkLst>
            <pc:docMk/>
            <pc:sldMk cId="1662202373" sldId="2754"/>
            <ac:spMk id="6" creationId="{E017C592-BACF-16DB-9929-432C8E2570DA}"/>
          </ac:spMkLst>
        </pc:spChg>
        <pc:spChg chg="mod">
          <ac:chgData name="Jim Cherian" userId="42bbbbf2bb86bc24" providerId="LiveId" clId="{3B393CB9-ECA9-42FC-9ACD-C1EB84A5F857}" dt="2026-01-03T08:16:56.439" v="882" actId="20577"/>
          <ac:spMkLst>
            <pc:docMk/>
            <pc:sldMk cId="1662202373" sldId="2754"/>
            <ac:spMk id="8" creationId="{00000000-0000-0000-0000-000000000000}"/>
          </ac:spMkLst>
        </pc:spChg>
      </pc:sldChg>
      <pc:sldChg chg="addSp delSp modSp add mod">
        <pc:chgData name="Jim Cherian" userId="42bbbbf2bb86bc24" providerId="LiveId" clId="{3B393CB9-ECA9-42FC-9ACD-C1EB84A5F857}" dt="2026-01-03T06:29:42.592" v="75"/>
        <pc:sldMkLst>
          <pc:docMk/>
          <pc:sldMk cId="777512376" sldId="2755"/>
        </pc:sldMkLst>
        <pc:spChg chg="mod">
          <ac:chgData name="Jim Cherian" userId="42bbbbf2bb86bc24" providerId="LiveId" clId="{3B393CB9-ECA9-42FC-9ACD-C1EB84A5F857}" dt="2026-01-03T06:27:47.783" v="61"/>
          <ac:spMkLst>
            <pc:docMk/>
            <pc:sldMk cId="777512376" sldId="2755"/>
            <ac:spMk id="3" creationId="{A9C15068-261C-49DB-6B67-81C50479054B}"/>
          </ac:spMkLst>
        </pc:spChg>
        <pc:spChg chg="mod">
          <ac:chgData name="Jim Cherian" userId="42bbbbf2bb86bc24" providerId="LiveId" clId="{3B393CB9-ECA9-42FC-9ACD-C1EB84A5F857}" dt="2026-01-03T06:17:34.954" v="22" actId="20577"/>
          <ac:spMkLst>
            <pc:docMk/>
            <pc:sldMk cId="777512376" sldId="2755"/>
            <ac:spMk id="4" creationId="{3075C62F-8F4D-C88B-D404-8867DE23E8AB}"/>
          </ac:spMkLst>
        </pc:spChg>
        <pc:spChg chg="add mod">
          <ac:chgData name="Jim Cherian" userId="42bbbbf2bb86bc24" providerId="LiveId" clId="{3B393CB9-ECA9-42FC-9ACD-C1EB84A5F857}" dt="2026-01-03T06:29:42.592" v="75"/>
          <ac:spMkLst>
            <pc:docMk/>
            <pc:sldMk cId="777512376" sldId="2755"/>
            <ac:spMk id="5" creationId="{2E60B60B-08C9-3278-5C4F-29015C1ED1A2}"/>
          </ac:spMkLst>
        </pc:spChg>
        <pc:spChg chg="del">
          <ac:chgData name="Jim Cherian" userId="42bbbbf2bb86bc24" providerId="LiveId" clId="{3B393CB9-ECA9-42FC-9ACD-C1EB84A5F857}" dt="2026-01-03T06:29:42.237" v="74" actId="478"/>
          <ac:spMkLst>
            <pc:docMk/>
            <pc:sldMk cId="777512376" sldId="2755"/>
            <ac:spMk id="7" creationId="{1C5EA6BD-4153-45BC-E5AD-A617A4E41296}"/>
          </ac:spMkLst>
        </pc:spChg>
      </pc:sldChg>
      <pc:sldChg chg="modSp add mod">
        <pc:chgData name="Jim Cherian" userId="42bbbbf2bb86bc24" providerId="LiveId" clId="{3B393CB9-ECA9-42FC-9ACD-C1EB84A5F857}" dt="2026-01-03T06:29:34.464" v="73" actId="14100"/>
        <pc:sldMkLst>
          <pc:docMk/>
          <pc:sldMk cId="800883475" sldId="2756"/>
        </pc:sldMkLst>
        <pc:spChg chg="mod">
          <ac:chgData name="Jim Cherian" userId="42bbbbf2bb86bc24" providerId="LiveId" clId="{3B393CB9-ECA9-42FC-9ACD-C1EB84A5F857}" dt="2026-01-03T06:27:55.537" v="63"/>
          <ac:spMkLst>
            <pc:docMk/>
            <pc:sldMk cId="800883475" sldId="2756"/>
            <ac:spMk id="3" creationId="{567DCFEA-5004-F46C-F758-272D14678430}"/>
          </ac:spMkLst>
        </pc:spChg>
        <pc:spChg chg="mod">
          <ac:chgData name="Jim Cherian" userId="42bbbbf2bb86bc24" providerId="LiveId" clId="{3B393CB9-ECA9-42FC-9ACD-C1EB84A5F857}" dt="2026-01-03T06:17:45.410" v="25" actId="20577"/>
          <ac:spMkLst>
            <pc:docMk/>
            <pc:sldMk cId="800883475" sldId="2756"/>
            <ac:spMk id="4" creationId="{7992C245-458F-CC55-1CFB-F4A1C1ACAE68}"/>
          </ac:spMkLst>
        </pc:spChg>
        <pc:spChg chg="mod">
          <ac:chgData name="Jim Cherian" userId="42bbbbf2bb86bc24" providerId="LiveId" clId="{3B393CB9-ECA9-42FC-9ACD-C1EB84A5F857}" dt="2026-01-03T06:29:34.464" v="73" actId="14100"/>
          <ac:spMkLst>
            <pc:docMk/>
            <pc:sldMk cId="800883475" sldId="2756"/>
            <ac:spMk id="7" creationId="{902E95DB-A48D-9FF2-B293-5173FBD5C5FC}"/>
          </ac:spMkLst>
        </pc:spChg>
      </pc:sldChg>
      <pc:sldChg chg="modSp add mod">
        <pc:chgData name="Jim Cherian" userId="42bbbbf2bb86bc24" providerId="LiveId" clId="{3B393CB9-ECA9-42FC-9ACD-C1EB84A5F857}" dt="2026-01-03T09:01:23.465" v="1343" actId="20577"/>
        <pc:sldMkLst>
          <pc:docMk/>
          <pc:sldMk cId="3177835305" sldId="2757"/>
        </pc:sldMkLst>
        <pc:spChg chg="mod">
          <ac:chgData name="Jim Cherian" userId="42bbbbf2bb86bc24" providerId="LiveId" clId="{3B393CB9-ECA9-42FC-9ACD-C1EB84A5F857}" dt="2026-01-03T09:01:11.348" v="1340" actId="14100"/>
          <ac:spMkLst>
            <pc:docMk/>
            <pc:sldMk cId="3177835305" sldId="2757"/>
            <ac:spMk id="3" creationId="{81115FBD-C3CC-9E8D-36C4-879DE577BB6D}"/>
          </ac:spMkLst>
        </pc:spChg>
        <pc:spChg chg="mod">
          <ac:chgData name="Jim Cherian" userId="42bbbbf2bb86bc24" providerId="LiveId" clId="{3B393CB9-ECA9-42FC-9ACD-C1EB84A5F857}" dt="2026-01-03T09:01:23.465" v="1343" actId="20577"/>
          <ac:spMkLst>
            <pc:docMk/>
            <pc:sldMk cId="3177835305" sldId="2757"/>
            <ac:spMk id="4" creationId="{C2C16D12-D77A-F30D-7ED7-C9B99F886629}"/>
          </ac:spMkLst>
        </pc:spChg>
        <pc:spChg chg="mod">
          <ac:chgData name="Jim Cherian" userId="42bbbbf2bb86bc24" providerId="LiveId" clId="{3B393CB9-ECA9-42FC-9ACD-C1EB84A5F857}" dt="2026-01-03T08:48:06.581" v="1134" actId="1036"/>
          <ac:spMkLst>
            <pc:docMk/>
            <pc:sldMk cId="3177835305" sldId="2757"/>
            <ac:spMk id="9" creationId="{A303F1E2-8829-0419-FCDC-11CE09F4E2FA}"/>
          </ac:spMkLst>
        </pc:spChg>
        <pc:spChg chg="mod">
          <ac:chgData name="Jim Cherian" userId="42bbbbf2bb86bc24" providerId="LiveId" clId="{3B393CB9-ECA9-42FC-9ACD-C1EB84A5F857}" dt="2026-01-03T08:49:12.275" v="1175" actId="1035"/>
          <ac:spMkLst>
            <pc:docMk/>
            <pc:sldMk cId="3177835305" sldId="2757"/>
            <ac:spMk id="11" creationId="{D6C4A3CB-6397-3AD4-135D-9BF8BF2B1C66}"/>
          </ac:spMkLst>
        </pc:spChg>
      </pc:sldChg>
      <pc:sldChg chg="addSp delSp modSp add mod">
        <pc:chgData name="Jim Cherian" userId="42bbbbf2bb86bc24" providerId="LiveId" clId="{3B393CB9-ECA9-42FC-9ACD-C1EB84A5F857}" dt="2026-01-03T09:01:32.077" v="1346" actId="14100"/>
        <pc:sldMkLst>
          <pc:docMk/>
          <pc:sldMk cId="591199612" sldId="2758"/>
        </pc:sldMkLst>
        <pc:spChg chg="del mod">
          <ac:chgData name="Jim Cherian" userId="42bbbbf2bb86bc24" providerId="LiveId" clId="{3B393CB9-ECA9-42FC-9ACD-C1EB84A5F857}" dt="2026-01-03T08:50:48.331" v="1216" actId="478"/>
          <ac:spMkLst>
            <pc:docMk/>
            <pc:sldMk cId="591199612" sldId="2758"/>
            <ac:spMk id="3" creationId="{E3981B2B-B1A5-911A-CCB8-50E7949E6C37}"/>
          </ac:spMkLst>
        </pc:spChg>
        <pc:spChg chg="mod">
          <ac:chgData name="Jim Cherian" userId="42bbbbf2bb86bc24" providerId="LiveId" clId="{3B393CB9-ECA9-42FC-9ACD-C1EB84A5F857}" dt="2026-01-03T09:01:28.984" v="1345" actId="20577"/>
          <ac:spMkLst>
            <pc:docMk/>
            <pc:sldMk cId="591199612" sldId="2758"/>
            <ac:spMk id="4" creationId="{3785793C-5CF1-010C-EB9E-7C6DB816CDFF}"/>
          </ac:spMkLst>
        </pc:spChg>
        <pc:spChg chg="add mod">
          <ac:chgData name="Jim Cherian" userId="42bbbbf2bb86bc24" providerId="LiveId" clId="{3B393CB9-ECA9-42FC-9ACD-C1EB84A5F857}" dt="2026-01-03T09:01:32.077" v="1346" actId="14100"/>
          <ac:spMkLst>
            <pc:docMk/>
            <pc:sldMk cId="591199612" sldId="2758"/>
            <ac:spMk id="5" creationId="{F9A90C17-4198-209F-B939-388ED688969F}"/>
          </ac:spMkLst>
        </pc:spChg>
        <pc:spChg chg="mod">
          <ac:chgData name="Jim Cherian" userId="42bbbbf2bb86bc24" providerId="LiveId" clId="{3B393CB9-ECA9-42FC-9ACD-C1EB84A5F857}" dt="2026-01-03T08:49:06.350" v="1164" actId="1035"/>
          <ac:spMkLst>
            <pc:docMk/>
            <pc:sldMk cId="591199612" sldId="2758"/>
            <ac:spMk id="9" creationId="{690BA5C2-5363-C8B2-CBD7-5DA537A80398}"/>
          </ac:spMkLst>
        </pc:spChg>
        <pc:spChg chg="mod">
          <ac:chgData name="Jim Cherian" userId="42bbbbf2bb86bc24" providerId="LiveId" clId="{3B393CB9-ECA9-42FC-9ACD-C1EB84A5F857}" dt="2026-01-03T08:49:09.279" v="1168" actId="1035"/>
          <ac:spMkLst>
            <pc:docMk/>
            <pc:sldMk cId="591199612" sldId="2758"/>
            <ac:spMk id="11" creationId="{BC46BD14-4FDC-FEC7-4BC8-4DC6713D1A6A}"/>
          </ac:spMkLst>
        </pc:spChg>
      </pc:sldChg>
    </pc:docChg>
  </pc:docChgLst>
  <pc:docChgLst>
    <pc:chgData name="Joby Thampan" userId="25195287b70aba5f" providerId="Windows Live" clId="Web-{F95819D9-F5BF-5761-D6CB-E38F67EB69F6}"/>
    <pc:docChg chg="modSld">
      <pc:chgData name="Joby Thampan" userId="25195287b70aba5f" providerId="Windows Live" clId="Web-{F95819D9-F5BF-5761-D6CB-E38F67EB69F6}" dt="2026-01-02T02:55:20.839" v="1" actId="20577"/>
      <pc:docMkLst>
        <pc:docMk/>
      </pc:docMkLst>
      <pc:sldChg chg="modSp">
        <pc:chgData name="Joby Thampan" userId="25195287b70aba5f" providerId="Windows Live" clId="Web-{F95819D9-F5BF-5761-D6CB-E38F67EB69F6}" dt="2026-01-02T02:55:20.839" v="1" actId="20577"/>
        <pc:sldMkLst>
          <pc:docMk/>
          <pc:sldMk cId="1098475147" sldId="2750"/>
        </pc:sldMkLst>
        <pc:spChg chg="mod">
          <ac:chgData name="Joby Thampan" userId="25195287b70aba5f" providerId="Windows Live" clId="Web-{F95819D9-F5BF-5761-D6CB-E38F67EB69F6}" dt="2026-01-02T02:55:20.839" v="1" actId="20577"/>
          <ac:spMkLst>
            <pc:docMk/>
            <pc:sldMk cId="1098475147" sldId="2750"/>
            <ac:spMk id="5" creationId="{CADEE442-8326-4D19-959A-B80A65CC2FDA}"/>
          </ac:spMkLst>
        </pc:spChg>
      </pc:sldChg>
    </pc:docChg>
  </pc:docChgLst>
  <pc:docChgLst>
    <pc:chgData name="Joby Thampan" userId="25195287b70aba5f" providerId="Windows Live" clId="Web-{A6C365AF-6BC7-E814-8E5D-E0D5F8AE3B65}"/>
    <pc:docChg chg="addSld modSld">
      <pc:chgData name="Joby Thampan" userId="25195287b70aba5f" providerId="Windows Live" clId="Web-{A6C365AF-6BC7-E814-8E5D-E0D5F8AE3B65}" dt="2025-12-31T13:16:02.655" v="54" actId="20577"/>
      <pc:docMkLst>
        <pc:docMk/>
      </pc:docMkLst>
      <pc:sldChg chg="modSp">
        <pc:chgData name="Joby Thampan" userId="25195287b70aba5f" providerId="Windows Live" clId="Web-{A6C365AF-6BC7-E814-8E5D-E0D5F8AE3B65}" dt="2025-12-31T12:59:55.850" v="1" actId="20577"/>
        <pc:sldMkLst>
          <pc:docMk/>
          <pc:sldMk cId="0" sldId="2569"/>
        </pc:sldMkLst>
        <pc:spChg chg="mod">
          <ac:chgData name="Joby Thampan" userId="25195287b70aba5f" providerId="Windows Live" clId="Web-{A6C365AF-6BC7-E814-8E5D-E0D5F8AE3B65}" dt="2025-12-31T12:59:55.850" v="1" actId="20577"/>
          <ac:spMkLst>
            <pc:docMk/>
            <pc:sldMk cId="0" sldId="2569"/>
            <ac:spMk id="2" creationId="{00000000-0000-0000-0000-000000000000}"/>
          </ac:spMkLst>
        </pc:spChg>
      </pc:sldChg>
      <pc:sldChg chg="modSp add replId">
        <pc:chgData name="Joby Thampan" userId="25195287b70aba5f" providerId="Windows Live" clId="Web-{A6C365AF-6BC7-E814-8E5D-E0D5F8AE3B65}" dt="2025-12-31T13:16:02.655" v="54" actId="20577"/>
        <pc:sldMkLst>
          <pc:docMk/>
          <pc:sldMk cId="2839679078" sldId="2731"/>
        </pc:sldMkLst>
        <pc:spChg chg="mod">
          <ac:chgData name="Joby Thampan" userId="25195287b70aba5f" providerId="Windows Live" clId="Web-{A6C365AF-6BC7-E814-8E5D-E0D5F8AE3B65}" dt="2025-12-31T13:16:02.655" v="54" actId="20577"/>
          <ac:spMkLst>
            <pc:docMk/>
            <pc:sldMk cId="2839679078" sldId="2731"/>
            <ac:spMk id="3" creationId="{85CCC6F8-5C84-6D87-7190-609E48ACFBD5}"/>
          </ac:spMkLst>
        </pc:spChg>
      </pc:sldChg>
    </pc:docChg>
  </pc:docChgLst>
  <pc:docChgLst>
    <pc:chgData name="Sini Mathew" userId="3875fe58a975fc01" providerId="Windows Live" clId="Web-{CD50355E-6E83-997F-60F7-015FA4757963}"/>
    <pc:docChg chg="modSld">
      <pc:chgData name="Sini Mathew" userId="3875fe58a975fc01" providerId="Windows Live" clId="Web-{CD50355E-6E83-997F-60F7-015FA4757963}" dt="2026-01-02T01:52:19.895" v="1" actId="1076"/>
      <pc:docMkLst>
        <pc:docMk/>
      </pc:docMkLst>
      <pc:sldChg chg="modSp">
        <pc:chgData name="Sini Mathew" userId="3875fe58a975fc01" providerId="Windows Live" clId="Web-{CD50355E-6E83-997F-60F7-015FA4757963}" dt="2026-01-02T01:52:19.895" v="1" actId="1076"/>
        <pc:sldMkLst>
          <pc:docMk/>
          <pc:sldMk cId="2839679078" sldId="2731"/>
        </pc:sldMkLst>
        <pc:spChg chg="mod">
          <ac:chgData name="Sini Mathew" userId="3875fe58a975fc01" providerId="Windows Live" clId="Web-{CD50355E-6E83-997F-60F7-015FA4757963}" dt="2026-01-02T01:52:19.895" v="1" actId="1076"/>
          <ac:spMkLst>
            <pc:docMk/>
            <pc:sldMk cId="2839679078" sldId="2731"/>
            <ac:spMk id="12" creationId="{2D99758A-5825-3097-296B-8032B6BC75A4}"/>
          </ac:spMkLst>
        </pc:spChg>
      </pc:sldChg>
    </pc:docChg>
  </pc:docChgLst>
  <pc:docChgLst>
    <pc:chgData name="Joby Thampan" userId="25195287b70aba5f" providerId="Windows Live" clId="Web-{66CE0276-1CC8-C395-EFB7-59E461D6ACA9}"/>
    <pc:docChg chg="modSld">
      <pc:chgData name="Joby Thampan" userId="25195287b70aba5f" providerId="Windows Live" clId="Web-{66CE0276-1CC8-C395-EFB7-59E461D6ACA9}" dt="2026-01-02T03:01:04.491" v="5"/>
      <pc:docMkLst>
        <pc:docMk/>
      </pc:docMkLst>
      <pc:sldChg chg="addSp delSp modSp">
        <pc:chgData name="Joby Thampan" userId="25195287b70aba5f" providerId="Windows Live" clId="Web-{66CE0276-1CC8-C395-EFB7-59E461D6ACA9}" dt="2026-01-02T03:01:04.491" v="5"/>
        <pc:sldMkLst>
          <pc:docMk/>
          <pc:sldMk cId="1098475147" sldId="2750"/>
        </pc:sldMkLst>
        <pc:spChg chg="add del mod">
          <ac:chgData name="Joby Thampan" userId="25195287b70aba5f" providerId="Windows Live" clId="Web-{66CE0276-1CC8-C395-EFB7-59E461D6ACA9}" dt="2026-01-02T03:01:04.491" v="5"/>
          <ac:spMkLst>
            <pc:docMk/>
            <pc:sldMk cId="1098475147" sldId="2750"/>
            <ac:spMk id="3" creationId="{C9D68255-84E4-AEB7-18ED-0E4CCCF866C8}"/>
          </ac:spMkLst>
        </pc:spChg>
        <pc:spChg chg="mod">
          <ac:chgData name="Joby Thampan" userId="25195287b70aba5f" providerId="Windows Live" clId="Web-{66CE0276-1CC8-C395-EFB7-59E461D6ACA9}" dt="2026-01-02T03:00:57.850" v="1"/>
          <ac:spMkLst>
            <pc:docMk/>
            <pc:sldMk cId="1098475147" sldId="2750"/>
            <ac:spMk id="5" creationId="{CADEE442-8326-4D19-959A-B80A65CC2FDA}"/>
          </ac:spMkLst>
        </pc:spChg>
      </pc:sldChg>
    </pc:docChg>
  </pc:docChgLst>
  <pc:docChgLst>
    <pc:chgData name="Joby Thampan" userId="25195287b70aba5f" providerId="LiveId" clId="{E358C512-C0C7-49B1-8B91-EEC60E382538}"/>
    <pc:docChg chg="undo custSel addSld delSld modSld sldOrd modMainMaster">
      <pc:chgData name="Joby Thampan" userId="25195287b70aba5f" providerId="LiveId" clId="{E358C512-C0C7-49B1-8B91-EEC60E382538}" dt="2026-01-02T03:04:59.398" v="1140" actId="1076"/>
      <pc:docMkLst>
        <pc:docMk/>
      </pc:docMkLst>
      <pc:sldChg chg="modSp mod">
        <pc:chgData name="Joby Thampan" userId="25195287b70aba5f" providerId="LiveId" clId="{E358C512-C0C7-49B1-8B91-EEC60E382538}" dt="2026-01-01T02:05:06.168" v="893" actId="20577"/>
        <pc:sldMkLst>
          <pc:docMk/>
          <pc:sldMk cId="0" sldId="511"/>
        </pc:sldMkLst>
        <pc:spChg chg="mod">
          <ac:chgData name="Joby Thampan" userId="25195287b70aba5f" providerId="LiveId" clId="{E358C512-C0C7-49B1-8B91-EEC60E382538}" dt="2026-01-01T02:05:06.168" v="893" actId="20577"/>
          <ac:spMkLst>
            <pc:docMk/>
            <pc:sldMk cId="0" sldId="511"/>
            <ac:spMk id="2" creationId="{00000000-0000-0000-0000-000000000000}"/>
          </ac:spMkLst>
        </pc:spChg>
      </pc:sldChg>
      <pc:sldChg chg="addSp delSp modSp mod">
        <pc:chgData name="Joby Thampan" userId="25195287b70aba5f" providerId="LiveId" clId="{E358C512-C0C7-49B1-8B91-EEC60E382538}" dt="2025-12-31T14:38:22.930" v="412" actId="14100"/>
        <pc:sldMkLst>
          <pc:docMk/>
          <pc:sldMk cId="0" sldId="1545"/>
        </pc:sldMkLst>
        <pc:spChg chg="add mod">
          <ac:chgData name="Joby Thampan" userId="25195287b70aba5f" providerId="LiveId" clId="{E358C512-C0C7-49B1-8B91-EEC60E382538}" dt="2025-12-31T14:28:19.154" v="350" actId="14100"/>
          <ac:spMkLst>
            <pc:docMk/>
            <pc:sldMk cId="0" sldId="1545"/>
            <ac:spMk id="3" creationId="{01B8BF1A-4E79-451A-B023-45D3C5585CC4}"/>
          </ac:spMkLst>
        </pc:spChg>
        <pc:spChg chg="mod">
          <ac:chgData name="Joby Thampan" userId="25195287b70aba5f" providerId="LiveId" clId="{E358C512-C0C7-49B1-8B91-EEC60E382538}" dt="2025-12-31T14:38:22.930" v="412" actId="14100"/>
          <ac:spMkLst>
            <pc:docMk/>
            <pc:sldMk cId="0" sldId="1545"/>
            <ac:spMk id="4" creationId="{E788F937-957D-149C-3ECC-255A2AA13985}"/>
          </ac:spMkLst>
        </pc:spChg>
        <pc:spChg chg="add mod">
          <ac:chgData name="Joby Thampan" userId="25195287b70aba5f" providerId="LiveId" clId="{E358C512-C0C7-49B1-8B91-EEC60E382538}" dt="2025-12-31T14:26:59.273" v="339" actId="1076"/>
          <ac:spMkLst>
            <pc:docMk/>
            <pc:sldMk cId="0" sldId="1545"/>
            <ac:spMk id="12" creationId="{AC7831FA-F18E-4575-A1D2-77CCD94C9033}"/>
          </ac:spMkLst>
        </pc:spChg>
        <pc:picChg chg="add mod">
          <ac:chgData name="Joby Thampan" userId="25195287b70aba5f" providerId="LiveId" clId="{E358C512-C0C7-49B1-8B91-EEC60E382538}" dt="2025-12-31T14:27:22.322" v="342" actId="14100"/>
          <ac:picMkLst>
            <pc:docMk/>
            <pc:sldMk cId="0" sldId="1545"/>
            <ac:picMk id="11" creationId="{F4855254-3A5C-4B88-B21C-D9AA79AD52BC}"/>
          </ac:picMkLst>
        </pc:picChg>
      </pc:sldChg>
      <pc:sldChg chg="modSp mod">
        <pc:chgData name="Joby Thampan" userId="25195287b70aba5f" providerId="LiveId" clId="{E358C512-C0C7-49B1-8B91-EEC60E382538}" dt="2026-01-01T01:26:54.253" v="723" actId="255"/>
        <pc:sldMkLst>
          <pc:docMk/>
          <pc:sldMk cId="0" sldId="1689"/>
        </pc:sldMkLst>
        <pc:spChg chg="mod">
          <ac:chgData name="Joby Thampan" userId="25195287b70aba5f" providerId="LiveId" clId="{E358C512-C0C7-49B1-8B91-EEC60E382538}" dt="2026-01-01T01:26:54.253" v="723" actId="255"/>
          <ac:spMkLst>
            <pc:docMk/>
            <pc:sldMk cId="0" sldId="1689"/>
            <ac:spMk id="8" creationId="{105970AF-B4E3-74CA-78B5-0CC351A22C09}"/>
          </ac:spMkLst>
        </pc:spChg>
        <pc:spChg chg="mod">
          <ac:chgData name="Joby Thampan" userId="25195287b70aba5f" providerId="LiveId" clId="{E358C512-C0C7-49B1-8B91-EEC60E382538}" dt="2026-01-01T01:25:54.466" v="707" actId="255"/>
          <ac:spMkLst>
            <pc:docMk/>
            <pc:sldMk cId="0" sldId="1689"/>
            <ac:spMk id="9" creationId="{FB420252-6173-ADB9-869E-182668223BF7}"/>
          </ac:spMkLst>
        </pc:spChg>
      </pc:sldChg>
      <pc:sldChg chg="addSp modSp mod">
        <pc:chgData name="Joby Thampan" userId="25195287b70aba5f" providerId="LiveId" clId="{E358C512-C0C7-49B1-8B91-EEC60E382538}" dt="2025-12-31T15:46:31.213" v="527" actId="207"/>
        <pc:sldMkLst>
          <pc:docMk/>
          <pc:sldMk cId="0" sldId="2606"/>
        </pc:sldMkLst>
        <pc:spChg chg="add mod">
          <ac:chgData name="Joby Thampan" userId="25195287b70aba5f" providerId="LiveId" clId="{E358C512-C0C7-49B1-8B91-EEC60E382538}" dt="2025-12-31T15:34:50.409" v="456" actId="15"/>
          <ac:spMkLst>
            <pc:docMk/>
            <pc:sldMk cId="0" sldId="2606"/>
            <ac:spMk id="3" creationId="{FD0BD012-AD29-4787-860F-2F6C186282BD}"/>
          </ac:spMkLst>
        </pc:spChg>
        <pc:spChg chg="add mod">
          <ac:chgData name="Joby Thampan" userId="25195287b70aba5f" providerId="LiveId" clId="{E358C512-C0C7-49B1-8B91-EEC60E382538}" dt="2025-12-31T15:46:31.213" v="527" actId="207"/>
          <ac:spMkLst>
            <pc:docMk/>
            <pc:sldMk cId="0" sldId="2606"/>
            <ac:spMk id="4" creationId="{57EBF629-3F82-44CB-BC15-34CF7FD7D783}"/>
          </ac:spMkLst>
        </pc:spChg>
      </pc:sldChg>
      <pc:sldChg chg="modSp del mod">
        <pc:chgData name="Joby Thampan" userId="25195287b70aba5f" providerId="LiveId" clId="{E358C512-C0C7-49B1-8B91-EEC60E382538}" dt="2025-12-31T15:58:52.317" v="589" actId="47"/>
        <pc:sldMkLst>
          <pc:docMk/>
          <pc:sldMk cId="0" sldId="2636"/>
        </pc:sldMkLst>
        <pc:spChg chg="mod">
          <ac:chgData name="Joby Thampan" userId="25195287b70aba5f" providerId="LiveId" clId="{E358C512-C0C7-49B1-8B91-EEC60E382538}" dt="2025-12-31T15:55:52.455" v="558" actId="20577"/>
          <ac:spMkLst>
            <pc:docMk/>
            <pc:sldMk cId="0" sldId="2636"/>
            <ac:spMk id="6" creationId="{00000000-0000-0000-0000-000000000000}"/>
          </ac:spMkLst>
        </pc:spChg>
      </pc:sldChg>
      <pc:sldChg chg="addSp delSp modSp del mod">
        <pc:chgData name="Joby Thampan" userId="25195287b70aba5f" providerId="LiveId" clId="{E358C512-C0C7-49B1-8B91-EEC60E382538}" dt="2026-01-02T02:46:37.341" v="1102" actId="255"/>
        <pc:sldMkLst>
          <pc:docMk/>
          <pc:sldMk cId="0" sldId="2637"/>
        </pc:sldMkLst>
        <pc:spChg chg="mod">
          <ac:chgData name="Joby Thampan" userId="25195287b70aba5f" providerId="LiveId" clId="{E358C512-C0C7-49B1-8B91-EEC60E382538}" dt="2026-01-02T02:46:32.278" v="1101" actId="255"/>
          <ac:spMkLst>
            <pc:docMk/>
            <pc:sldMk cId="0" sldId="2637"/>
            <ac:spMk id="2" creationId="{E9DBC0D5-1E2C-B550-368C-AD94ADA05923}"/>
          </ac:spMkLst>
        </pc:spChg>
        <pc:spChg chg="del mod">
          <ac:chgData name="Joby Thampan" userId="25195287b70aba5f" providerId="LiveId" clId="{E358C512-C0C7-49B1-8B91-EEC60E382538}" dt="2026-01-02T02:28:17.741" v="910" actId="478"/>
          <ac:spMkLst>
            <pc:docMk/>
            <pc:sldMk cId="0" sldId="2637"/>
            <ac:spMk id="3" creationId="{E9B9742D-4E70-C8C7-2719-B6D8B59F8650}"/>
          </ac:spMkLst>
        </pc:spChg>
        <pc:spChg chg="add mod">
          <ac:chgData name="Joby Thampan" userId="25195287b70aba5f" providerId="LiveId" clId="{E358C512-C0C7-49B1-8B91-EEC60E382538}" dt="2026-01-02T02:46:37.341" v="1102" actId="255"/>
          <ac:spMkLst>
            <pc:docMk/>
            <pc:sldMk cId="0" sldId="2637"/>
            <ac:spMk id="5" creationId="{CADEE442-8326-4D19-959A-B80A65CC2FDA}"/>
          </ac:spMkLst>
        </pc:spChg>
      </pc:sldChg>
      <pc:sldChg chg="addSp modSp mod">
        <pc:chgData name="Joby Thampan" userId="25195287b70aba5f" providerId="LiveId" clId="{E358C512-C0C7-49B1-8B91-EEC60E382538}" dt="2026-01-01T01:34:00.029" v="793" actId="207"/>
        <pc:sldMkLst>
          <pc:docMk/>
          <pc:sldMk cId="1025490046" sldId="2724"/>
        </pc:sldMkLst>
        <pc:spChg chg="add mod">
          <ac:chgData name="Joby Thampan" userId="25195287b70aba5f" providerId="LiveId" clId="{E358C512-C0C7-49B1-8B91-EEC60E382538}" dt="2026-01-01T01:34:00.029" v="793" actId="207"/>
          <ac:spMkLst>
            <pc:docMk/>
            <pc:sldMk cId="1025490046" sldId="2724"/>
            <ac:spMk id="3" creationId="{ACA806A8-2E7D-49C5-8839-2D78F696C862}"/>
          </ac:spMkLst>
        </pc:spChg>
        <pc:spChg chg="mod">
          <ac:chgData name="Joby Thampan" userId="25195287b70aba5f" providerId="LiveId" clId="{E358C512-C0C7-49B1-8B91-EEC60E382538}" dt="2026-01-01T01:33:50.869" v="792" actId="207"/>
          <ac:spMkLst>
            <pc:docMk/>
            <pc:sldMk cId="1025490046" sldId="2724"/>
            <ac:spMk id="8" creationId="{4A98D5EE-67B1-E67B-B8C8-049EB4C0C3EF}"/>
          </ac:spMkLst>
        </pc:spChg>
      </pc:sldChg>
      <pc:sldChg chg="addSp modSp mod">
        <pc:chgData name="Joby Thampan" userId="25195287b70aba5f" providerId="LiveId" clId="{E358C512-C0C7-49B1-8B91-EEC60E382538}" dt="2026-01-01T01:34:06.923" v="794"/>
        <pc:sldMkLst>
          <pc:docMk/>
          <pc:sldMk cId="292271821" sldId="2725"/>
        </pc:sldMkLst>
        <pc:spChg chg="add mod">
          <ac:chgData name="Joby Thampan" userId="25195287b70aba5f" providerId="LiveId" clId="{E358C512-C0C7-49B1-8B91-EEC60E382538}" dt="2026-01-01T01:34:06.923" v="794"/>
          <ac:spMkLst>
            <pc:docMk/>
            <pc:sldMk cId="292271821" sldId="2725"/>
            <ac:spMk id="3" creationId="{AC07E791-5055-4637-9625-4EF40566CFAD}"/>
          </ac:spMkLst>
        </pc:spChg>
        <pc:spChg chg="mod">
          <ac:chgData name="Joby Thampan" userId="25195287b70aba5f" providerId="LiveId" clId="{E358C512-C0C7-49B1-8B91-EEC60E382538}" dt="2026-01-01T01:27:39.915" v="731" actId="255"/>
          <ac:spMkLst>
            <pc:docMk/>
            <pc:sldMk cId="292271821" sldId="2725"/>
            <ac:spMk id="8" creationId="{35091DE9-C866-A3A1-FAF0-4CA51A8978BC}"/>
          </ac:spMkLst>
        </pc:spChg>
      </pc:sldChg>
      <pc:sldChg chg="addSp modSp mod">
        <pc:chgData name="Joby Thampan" userId="25195287b70aba5f" providerId="LiveId" clId="{E358C512-C0C7-49B1-8B91-EEC60E382538}" dt="2026-01-01T01:34:10.900" v="795"/>
        <pc:sldMkLst>
          <pc:docMk/>
          <pc:sldMk cId="2878336646" sldId="2726"/>
        </pc:sldMkLst>
        <pc:spChg chg="add mod">
          <ac:chgData name="Joby Thampan" userId="25195287b70aba5f" providerId="LiveId" clId="{E358C512-C0C7-49B1-8B91-EEC60E382538}" dt="2026-01-01T01:34:10.900" v="795"/>
          <ac:spMkLst>
            <pc:docMk/>
            <pc:sldMk cId="2878336646" sldId="2726"/>
            <ac:spMk id="3" creationId="{039DC70C-8F5C-46A0-B25F-935249B54BE7}"/>
          </ac:spMkLst>
        </pc:spChg>
        <pc:spChg chg="mod">
          <ac:chgData name="Joby Thampan" userId="25195287b70aba5f" providerId="LiveId" clId="{E358C512-C0C7-49B1-8B91-EEC60E382538}" dt="2026-01-01T01:29:45.339" v="757" actId="255"/>
          <ac:spMkLst>
            <pc:docMk/>
            <pc:sldMk cId="2878336646" sldId="2726"/>
            <ac:spMk id="8" creationId="{EBD1A805-2669-21F4-2392-2C9AE99EF412}"/>
          </ac:spMkLst>
        </pc:spChg>
      </pc:sldChg>
      <pc:sldChg chg="addSp modSp mod">
        <pc:chgData name="Joby Thampan" userId="25195287b70aba5f" providerId="LiveId" clId="{E358C512-C0C7-49B1-8B91-EEC60E382538}" dt="2026-01-01T01:34:17.190" v="796"/>
        <pc:sldMkLst>
          <pc:docMk/>
          <pc:sldMk cId="274888798" sldId="2727"/>
        </pc:sldMkLst>
        <pc:spChg chg="add mod">
          <ac:chgData name="Joby Thampan" userId="25195287b70aba5f" providerId="LiveId" clId="{E358C512-C0C7-49B1-8B91-EEC60E382538}" dt="2026-01-01T01:34:17.190" v="796"/>
          <ac:spMkLst>
            <pc:docMk/>
            <pc:sldMk cId="274888798" sldId="2727"/>
            <ac:spMk id="3" creationId="{2F395804-6E4B-46FE-9622-8CF47BA2B513}"/>
          </ac:spMkLst>
        </pc:spChg>
        <pc:spChg chg="mod">
          <ac:chgData name="Joby Thampan" userId="25195287b70aba5f" providerId="LiveId" clId="{E358C512-C0C7-49B1-8B91-EEC60E382538}" dt="2026-01-01T01:30:00.259" v="759" actId="207"/>
          <ac:spMkLst>
            <pc:docMk/>
            <pc:sldMk cId="274888798" sldId="2727"/>
            <ac:spMk id="8" creationId="{DAD04467-FFA2-B319-9A6C-D16E3DA78DF7}"/>
          </ac:spMkLst>
        </pc:spChg>
      </pc:sldChg>
      <pc:sldChg chg="addSp modSp mod">
        <pc:chgData name="Joby Thampan" userId="25195287b70aba5f" providerId="LiveId" clId="{E358C512-C0C7-49B1-8B91-EEC60E382538}" dt="2026-01-01T01:34:21.358" v="797"/>
        <pc:sldMkLst>
          <pc:docMk/>
          <pc:sldMk cId="3241239843" sldId="2728"/>
        </pc:sldMkLst>
        <pc:spChg chg="add mod">
          <ac:chgData name="Joby Thampan" userId="25195287b70aba5f" providerId="LiveId" clId="{E358C512-C0C7-49B1-8B91-EEC60E382538}" dt="2026-01-01T01:34:21.358" v="797"/>
          <ac:spMkLst>
            <pc:docMk/>
            <pc:sldMk cId="3241239843" sldId="2728"/>
            <ac:spMk id="3" creationId="{26CF4549-8D26-40B0-9D10-9C760DCC8246}"/>
          </ac:spMkLst>
        </pc:spChg>
        <pc:spChg chg="mod">
          <ac:chgData name="Joby Thampan" userId="25195287b70aba5f" providerId="LiveId" clId="{E358C512-C0C7-49B1-8B91-EEC60E382538}" dt="2026-01-01T01:32:07.136" v="779"/>
          <ac:spMkLst>
            <pc:docMk/>
            <pc:sldMk cId="3241239843" sldId="2728"/>
            <ac:spMk id="8" creationId="{BF789F5A-3065-2F50-0030-4B90B7D09BFC}"/>
          </ac:spMkLst>
        </pc:spChg>
      </pc:sldChg>
      <pc:sldChg chg="modSp mod">
        <pc:chgData name="Joby Thampan" userId="25195287b70aba5f" providerId="LiveId" clId="{E358C512-C0C7-49B1-8B91-EEC60E382538}" dt="2026-01-01T01:11:54.985" v="645" actId="1076"/>
        <pc:sldMkLst>
          <pc:docMk/>
          <pc:sldMk cId="2839679078" sldId="2731"/>
        </pc:sldMkLst>
        <pc:spChg chg="mod">
          <ac:chgData name="Joby Thampan" userId="25195287b70aba5f" providerId="LiveId" clId="{E358C512-C0C7-49B1-8B91-EEC60E382538}" dt="2026-01-01T01:11:54.985" v="645" actId="1076"/>
          <ac:spMkLst>
            <pc:docMk/>
            <pc:sldMk cId="2839679078" sldId="2731"/>
            <ac:spMk id="3" creationId="{85CCC6F8-5C84-6D87-7190-609E48ACFBD5}"/>
          </ac:spMkLst>
        </pc:spChg>
        <pc:spChg chg="mod">
          <ac:chgData name="Joby Thampan" userId="25195287b70aba5f" providerId="LiveId" clId="{E358C512-C0C7-49B1-8B91-EEC60E382538}" dt="2026-01-01T01:11:45.145" v="643" actId="255"/>
          <ac:spMkLst>
            <pc:docMk/>
            <pc:sldMk cId="2839679078" sldId="2731"/>
            <ac:spMk id="12" creationId="{2D99758A-5825-3097-296B-8032B6BC75A4}"/>
          </ac:spMkLst>
        </pc:spChg>
      </pc:sldChg>
      <pc:sldChg chg="modSp add mod">
        <pc:chgData name="Joby Thampan" userId="25195287b70aba5f" providerId="LiveId" clId="{E358C512-C0C7-49B1-8B91-EEC60E382538}" dt="2026-01-01T01:09:52.855" v="627" actId="255"/>
        <pc:sldMkLst>
          <pc:docMk/>
          <pc:sldMk cId="980346207" sldId="2732"/>
        </pc:sldMkLst>
        <pc:spChg chg="mod">
          <ac:chgData name="Joby Thampan" userId="25195287b70aba5f" providerId="LiveId" clId="{E358C512-C0C7-49B1-8B91-EEC60E382538}" dt="2026-01-01T01:09:52.855" v="627" actId="255"/>
          <ac:spMkLst>
            <pc:docMk/>
            <pc:sldMk cId="980346207" sldId="2732"/>
            <ac:spMk id="3" creationId="{85CCC6F8-5C84-6D87-7190-609E48ACFBD5}"/>
          </ac:spMkLst>
        </pc:spChg>
        <pc:spChg chg="mod">
          <ac:chgData name="Joby Thampan" userId="25195287b70aba5f" providerId="LiveId" clId="{E358C512-C0C7-49B1-8B91-EEC60E382538}" dt="2026-01-01T01:08:09.290" v="618" actId="20577"/>
          <ac:spMkLst>
            <pc:docMk/>
            <pc:sldMk cId="980346207" sldId="2732"/>
            <ac:spMk id="12" creationId="{2D99758A-5825-3097-296B-8032B6BC75A4}"/>
          </ac:spMkLst>
        </pc:spChg>
      </pc:sldChg>
      <pc:sldChg chg="modSp add mod ord">
        <pc:chgData name="Joby Thampan" userId="25195287b70aba5f" providerId="LiveId" clId="{E358C512-C0C7-49B1-8B91-EEC60E382538}" dt="2026-01-01T01:05:35.259" v="602" actId="14100"/>
        <pc:sldMkLst>
          <pc:docMk/>
          <pc:sldMk cId="205780085" sldId="2735"/>
        </pc:sldMkLst>
        <pc:spChg chg="mod">
          <ac:chgData name="Joby Thampan" userId="25195287b70aba5f" providerId="LiveId" clId="{E358C512-C0C7-49B1-8B91-EEC60E382538}" dt="2026-01-01T01:05:35.259" v="602" actId="14100"/>
          <ac:spMkLst>
            <pc:docMk/>
            <pc:sldMk cId="205780085" sldId="2735"/>
            <ac:spMk id="3" creationId="{5C3D539E-279A-DFE9-C643-E71894DB1C28}"/>
          </ac:spMkLst>
        </pc:spChg>
      </pc:sldChg>
      <pc:sldChg chg="modSp add mod ord">
        <pc:chgData name="Joby Thampan" userId="25195287b70aba5f" providerId="LiveId" clId="{E358C512-C0C7-49B1-8B91-EEC60E382538}" dt="2025-12-31T14:06:03.861" v="214" actId="1076"/>
        <pc:sldMkLst>
          <pc:docMk/>
          <pc:sldMk cId="324328853" sldId="2736"/>
        </pc:sldMkLst>
        <pc:spChg chg="mod">
          <ac:chgData name="Joby Thampan" userId="25195287b70aba5f" providerId="LiveId" clId="{E358C512-C0C7-49B1-8B91-EEC60E382538}" dt="2025-12-31T14:06:03.861" v="214" actId="1076"/>
          <ac:spMkLst>
            <pc:docMk/>
            <pc:sldMk cId="324328853" sldId="2736"/>
            <ac:spMk id="3" creationId="{85CCC6F8-5C84-6D87-7190-609E48ACFBD5}"/>
          </ac:spMkLst>
        </pc:spChg>
        <pc:spChg chg="mod">
          <ac:chgData name="Joby Thampan" userId="25195287b70aba5f" providerId="LiveId" clId="{E358C512-C0C7-49B1-8B91-EEC60E382538}" dt="2025-12-31T14:02:27.472" v="194" actId="108"/>
          <ac:spMkLst>
            <pc:docMk/>
            <pc:sldMk cId="324328853" sldId="2736"/>
            <ac:spMk id="12" creationId="{2D99758A-5825-3097-296B-8032B6BC75A4}"/>
          </ac:spMkLst>
        </pc:spChg>
      </pc:sldChg>
      <pc:sldChg chg="addSp delSp modSp add mod">
        <pc:chgData name="Joby Thampan" userId="25195287b70aba5f" providerId="LiveId" clId="{E358C512-C0C7-49B1-8B91-EEC60E382538}" dt="2025-12-31T14:38:56.360" v="413" actId="1076"/>
        <pc:sldMkLst>
          <pc:docMk/>
          <pc:sldMk cId="1123613461" sldId="2739"/>
        </pc:sldMkLst>
        <pc:spChg chg="mod">
          <ac:chgData name="Joby Thampan" userId="25195287b70aba5f" providerId="LiveId" clId="{E358C512-C0C7-49B1-8B91-EEC60E382538}" dt="2025-12-31T14:38:04.998" v="410" actId="14100"/>
          <ac:spMkLst>
            <pc:docMk/>
            <pc:sldMk cId="1123613461" sldId="2739"/>
            <ac:spMk id="4" creationId="{E788F937-957D-149C-3ECC-255A2AA13985}"/>
          </ac:spMkLst>
        </pc:spChg>
        <pc:spChg chg="add mod">
          <ac:chgData name="Joby Thampan" userId="25195287b70aba5f" providerId="LiveId" clId="{E358C512-C0C7-49B1-8B91-EEC60E382538}" dt="2025-12-31T14:38:56.360" v="413" actId="1076"/>
          <ac:spMkLst>
            <pc:docMk/>
            <pc:sldMk cId="1123613461" sldId="2739"/>
            <ac:spMk id="6" creationId="{ABF32F75-2A82-4616-845F-9EE191D9F659}"/>
          </ac:spMkLst>
        </pc:spChg>
      </pc:sldChg>
      <pc:sldChg chg="modSp add mod">
        <pc:chgData name="Joby Thampan" userId="25195287b70aba5f" providerId="LiveId" clId="{E358C512-C0C7-49B1-8B91-EEC60E382538}" dt="2025-12-31T14:38:00.013" v="409" actId="14100"/>
        <pc:sldMkLst>
          <pc:docMk/>
          <pc:sldMk cId="1657925179" sldId="2740"/>
        </pc:sldMkLst>
        <pc:spChg chg="mod">
          <ac:chgData name="Joby Thampan" userId="25195287b70aba5f" providerId="LiveId" clId="{E358C512-C0C7-49B1-8B91-EEC60E382538}" dt="2025-12-31T14:38:00.013" v="409" actId="14100"/>
          <ac:spMkLst>
            <pc:docMk/>
            <pc:sldMk cId="1657925179" sldId="2740"/>
            <ac:spMk id="4" creationId="{E788F937-957D-149C-3ECC-255A2AA13985}"/>
          </ac:spMkLst>
        </pc:spChg>
        <pc:spChg chg="mod">
          <ac:chgData name="Joby Thampan" userId="25195287b70aba5f" providerId="LiveId" clId="{E358C512-C0C7-49B1-8B91-EEC60E382538}" dt="2025-12-31T14:34:48.579" v="388" actId="1076"/>
          <ac:spMkLst>
            <pc:docMk/>
            <pc:sldMk cId="1657925179" sldId="2740"/>
            <ac:spMk id="6" creationId="{ABF32F75-2A82-4616-845F-9EE191D9F659}"/>
          </ac:spMkLst>
        </pc:spChg>
      </pc:sldChg>
      <pc:sldChg chg="addSp delSp modSp add mod">
        <pc:chgData name="Joby Thampan" userId="25195287b70aba5f" providerId="LiveId" clId="{E358C512-C0C7-49B1-8B91-EEC60E382538}" dt="2025-12-31T14:37:52.461" v="408" actId="14100"/>
        <pc:sldMkLst>
          <pc:docMk/>
          <pc:sldMk cId="3026646528" sldId="2741"/>
        </pc:sldMkLst>
        <pc:spChg chg="add mod">
          <ac:chgData name="Joby Thampan" userId="25195287b70aba5f" providerId="LiveId" clId="{E358C512-C0C7-49B1-8B91-EEC60E382538}" dt="2025-12-31T14:36:45.429" v="403" actId="1076"/>
          <ac:spMkLst>
            <pc:docMk/>
            <pc:sldMk cId="3026646528" sldId="2741"/>
            <ac:spMk id="3" creationId="{D6174DB7-3DDD-4635-8917-9FD234CD9668}"/>
          </ac:spMkLst>
        </pc:spChg>
        <pc:spChg chg="mod">
          <ac:chgData name="Joby Thampan" userId="25195287b70aba5f" providerId="LiveId" clId="{E358C512-C0C7-49B1-8B91-EEC60E382538}" dt="2025-12-31T14:37:52.461" v="408" actId="14100"/>
          <ac:spMkLst>
            <pc:docMk/>
            <pc:sldMk cId="3026646528" sldId="2741"/>
            <ac:spMk id="4" creationId="{E788F937-957D-149C-3ECC-255A2AA13985}"/>
          </ac:spMkLst>
        </pc:spChg>
      </pc:sldChg>
      <pc:sldChg chg="addSp modSp add mod">
        <pc:chgData name="Joby Thampan" userId="25195287b70aba5f" providerId="LiveId" clId="{E358C512-C0C7-49B1-8B91-EEC60E382538}" dt="2025-12-31T15:46:43.058" v="528" actId="108"/>
        <pc:sldMkLst>
          <pc:docMk/>
          <pc:sldMk cId="3764070186" sldId="2742"/>
        </pc:sldMkLst>
        <pc:spChg chg="mod">
          <ac:chgData name="Joby Thampan" userId="25195287b70aba5f" providerId="LiveId" clId="{E358C512-C0C7-49B1-8B91-EEC60E382538}" dt="2025-12-31T15:34:54.692" v="457" actId="15"/>
          <ac:spMkLst>
            <pc:docMk/>
            <pc:sldMk cId="3764070186" sldId="2742"/>
            <ac:spMk id="3" creationId="{FD0BD012-AD29-4787-860F-2F6C186282BD}"/>
          </ac:spMkLst>
        </pc:spChg>
        <pc:spChg chg="add mod">
          <ac:chgData name="Joby Thampan" userId="25195287b70aba5f" providerId="LiveId" clId="{E358C512-C0C7-49B1-8B91-EEC60E382538}" dt="2025-12-31T15:46:43.058" v="528" actId="108"/>
          <ac:spMkLst>
            <pc:docMk/>
            <pc:sldMk cId="3764070186" sldId="2742"/>
            <ac:spMk id="5" creationId="{6B1515F3-8181-4A2C-A39D-06A7652A59CC}"/>
          </ac:spMkLst>
        </pc:spChg>
      </pc:sldChg>
      <pc:sldChg chg="addSp modSp add mod">
        <pc:chgData name="Joby Thampan" userId="25195287b70aba5f" providerId="LiveId" clId="{E358C512-C0C7-49B1-8B91-EEC60E382538}" dt="2025-12-31T15:47:22.418" v="533" actId="20577"/>
        <pc:sldMkLst>
          <pc:docMk/>
          <pc:sldMk cId="561397997" sldId="2743"/>
        </pc:sldMkLst>
        <pc:spChg chg="mod">
          <ac:chgData name="Joby Thampan" userId="25195287b70aba5f" providerId="LiveId" clId="{E358C512-C0C7-49B1-8B91-EEC60E382538}" dt="2025-12-31T15:47:05.311" v="531" actId="1076"/>
          <ac:spMkLst>
            <pc:docMk/>
            <pc:sldMk cId="561397997" sldId="2743"/>
            <ac:spMk id="3" creationId="{FD0BD012-AD29-4787-860F-2F6C186282BD}"/>
          </ac:spMkLst>
        </pc:spChg>
        <pc:spChg chg="add mod">
          <ac:chgData name="Joby Thampan" userId="25195287b70aba5f" providerId="LiveId" clId="{E358C512-C0C7-49B1-8B91-EEC60E382538}" dt="2025-12-31T15:47:22.418" v="533" actId="20577"/>
          <ac:spMkLst>
            <pc:docMk/>
            <pc:sldMk cId="561397997" sldId="2743"/>
            <ac:spMk id="5" creationId="{69D8C65D-C510-4F89-A3D2-46857BB8A0AF}"/>
          </ac:spMkLst>
        </pc:spChg>
      </pc:sldChg>
      <pc:sldChg chg="addSp modSp add mod">
        <pc:chgData name="Joby Thampan" userId="25195287b70aba5f" providerId="LiveId" clId="{E358C512-C0C7-49B1-8B91-EEC60E382538}" dt="2025-12-31T15:46:52.743" v="529" actId="108"/>
        <pc:sldMkLst>
          <pc:docMk/>
          <pc:sldMk cId="24595172" sldId="2744"/>
        </pc:sldMkLst>
        <pc:spChg chg="mod">
          <ac:chgData name="Joby Thampan" userId="25195287b70aba5f" providerId="LiveId" clId="{E358C512-C0C7-49B1-8B91-EEC60E382538}" dt="2025-12-31T15:34:58.829" v="458" actId="15"/>
          <ac:spMkLst>
            <pc:docMk/>
            <pc:sldMk cId="24595172" sldId="2744"/>
            <ac:spMk id="3" creationId="{FD0BD012-AD29-4787-860F-2F6C186282BD}"/>
          </ac:spMkLst>
        </pc:spChg>
        <pc:spChg chg="add mod">
          <ac:chgData name="Joby Thampan" userId="25195287b70aba5f" providerId="LiveId" clId="{E358C512-C0C7-49B1-8B91-EEC60E382538}" dt="2025-12-31T15:46:52.743" v="529" actId="108"/>
          <ac:spMkLst>
            <pc:docMk/>
            <pc:sldMk cId="24595172" sldId="2744"/>
            <ac:spMk id="5" creationId="{8FACB680-F3BF-4ADC-9A19-F50B128970D8}"/>
          </ac:spMkLst>
        </pc:spChg>
      </pc:sldChg>
      <pc:sldChg chg="modSp add mod ord">
        <pc:chgData name="Joby Thampan" userId="25195287b70aba5f" providerId="LiveId" clId="{E358C512-C0C7-49B1-8B91-EEC60E382538}" dt="2026-01-01T01:38:32.926" v="844" actId="20577"/>
        <pc:sldMkLst>
          <pc:docMk/>
          <pc:sldMk cId="281351296" sldId="2747"/>
        </pc:sldMkLst>
        <pc:spChg chg="mod">
          <ac:chgData name="Joby Thampan" userId="25195287b70aba5f" providerId="LiveId" clId="{E358C512-C0C7-49B1-8B91-EEC60E382538}" dt="2026-01-01T01:38:32.926" v="844" actId="20577"/>
          <ac:spMkLst>
            <pc:docMk/>
            <pc:sldMk cId="281351296" sldId="2747"/>
            <ac:spMk id="3" creationId="{00000000-0000-0000-0000-000000000000}"/>
          </ac:spMkLst>
        </pc:spChg>
      </pc:sldChg>
      <pc:sldChg chg="addSp delSp modSp add mod ord">
        <pc:chgData name="Joby Thampan" userId="25195287b70aba5f" providerId="LiveId" clId="{E358C512-C0C7-49B1-8B91-EEC60E382538}" dt="2026-01-01T01:39:27.216" v="875"/>
        <pc:sldMkLst>
          <pc:docMk/>
          <pc:sldMk cId="2912979587" sldId="2748"/>
        </pc:sldMkLst>
        <pc:spChg chg="mod">
          <ac:chgData name="Joby Thampan" userId="25195287b70aba5f" providerId="LiveId" clId="{E358C512-C0C7-49B1-8B91-EEC60E382538}" dt="2026-01-01T01:39:01.849" v="871" actId="20577"/>
          <ac:spMkLst>
            <pc:docMk/>
            <pc:sldMk cId="2912979587" sldId="2748"/>
            <ac:spMk id="2" creationId="{00000000-0000-0000-0000-000000000000}"/>
          </ac:spMkLst>
        </pc:spChg>
        <pc:spChg chg="add mod">
          <ac:chgData name="Joby Thampan" userId="25195287b70aba5f" providerId="LiveId" clId="{E358C512-C0C7-49B1-8B91-EEC60E382538}" dt="2026-01-01T01:39:17.112" v="873"/>
          <ac:spMkLst>
            <pc:docMk/>
            <pc:sldMk cId="2912979587" sldId="2748"/>
            <ac:spMk id="9" creationId="{B5AC5961-ECD9-4D45-B93D-4ED18F8E8935}"/>
          </ac:spMkLst>
        </pc:spChg>
      </pc:sldChg>
      <pc:sldChg chg="modSp add mod ord">
        <pc:chgData name="Joby Thampan" userId="25195287b70aba5f" providerId="LiveId" clId="{E358C512-C0C7-49B1-8B91-EEC60E382538}" dt="2026-01-02T02:49:43.398" v="1115" actId="14100"/>
        <pc:sldMkLst>
          <pc:docMk/>
          <pc:sldMk cId="2999932702" sldId="2749"/>
        </pc:sldMkLst>
        <pc:spChg chg="mod">
          <ac:chgData name="Joby Thampan" userId="25195287b70aba5f" providerId="LiveId" clId="{E358C512-C0C7-49B1-8B91-EEC60E382538}" dt="2026-01-02T02:49:43.398" v="1115" actId="14100"/>
          <ac:spMkLst>
            <pc:docMk/>
            <pc:sldMk cId="2999932702" sldId="2749"/>
            <ac:spMk id="8" creationId="{105970AF-B4E3-74CA-78B5-0CC351A22C09}"/>
          </ac:spMkLst>
        </pc:spChg>
        <pc:spChg chg="mod">
          <ac:chgData name="Joby Thampan" userId="25195287b70aba5f" providerId="LiveId" clId="{E358C512-C0C7-49B1-8B91-EEC60E382538}" dt="2026-01-02T02:49:39.612" v="1114" actId="14100"/>
          <ac:spMkLst>
            <pc:docMk/>
            <pc:sldMk cId="2999932702" sldId="2749"/>
            <ac:spMk id="9" creationId="{FB420252-6173-ADB9-869E-182668223BF7}"/>
          </ac:spMkLst>
        </pc:spChg>
      </pc:sldChg>
      <pc:sldChg chg="modSp add mod">
        <pc:chgData name="Joby Thampan" userId="25195287b70aba5f" providerId="LiveId" clId="{E358C512-C0C7-49B1-8B91-EEC60E382538}" dt="2026-01-02T03:03:59.875" v="1131" actId="1076"/>
        <pc:sldMkLst>
          <pc:docMk/>
          <pc:sldMk cId="1098475147" sldId="2750"/>
        </pc:sldMkLst>
        <pc:spChg chg="mod">
          <ac:chgData name="Joby Thampan" userId="25195287b70aba5f" providerId="LiveId" clId="{E358C512-C0C7-49B1-8B91-EEC60E382538}" dt="2026-01-02T03:03:59.875" v="1131" actId="1076"/>
          <ac:spMkLst>
            <pc:docMk/>
            <pc:sldMk cId="1098475147" sldId="2750"/>
            <ac:spMk id="2" creationId="{E9DBC0D5-1E2C-B550-368C-AD94ADA05923}"/>
          </ac:spMkLst>
        </pc:spChg>
        <pc:spChg chg="mod">
          <ac:chgData name="Joby Thampan" userId="25195287b70aba5f" providerId="LiveId" clId="{E358C512-C0C7-49B1-8B91-EEC60E382538}" dt="2026-01-02T03:03:51.043" v="1130" actId="1076"/>
          <ac:spMkLst>
            <pc:docMk/>
            <pc:sldMk cId="1098475147" sldId="2750"/>
            <ac:spMk id="5" creationId="{CADEE442-8326-4D19-959A-B80A65CC2FDA}"/>
          </ac:spMkLst>
        </pc:spChg>
      </pc:sldChg>
      <pc:sldChg chg="modSp add del mod">
        <pc:chgData name="Joby Thampan" userId="25195287b70aba5f" providerId="LiveId" clId="{E358C512-C0C7-49B1-8B91-EEC60E382538}" dt="2026-01-02T02:26:04.954" v="905" actId="47"/>
        <pc:sldMkLst>
          <pc:docMk/>
          <pc:sldMk cId="3163523136" sldId="2750"/>
        </pc:sldMkLst>
        <pc:spChg chg="mod">
          <ac:chgData name="Joby Thampan" userId="25195287b70aba5f" providerId="LiveId" clId="{E358C512-C0C7-49B1-8B91-EEC60E382538}" dt="2026-01-02T02:25:39.448" v="904" actId="20577"/>
          <ac:spMkLst>
            <pc:docMk/>
            <pc:sldMk cId="3163523136" sldId="2750"/>
            <ac:spMk id="6" creationId="{00000000-0000-0000-0000-000000000000}"/>
          </ac:spMkLst>
        </pc:spChg>
      </pc:sldChg>
      <pc:sldChg chg="addSp delSp modSp add mod">
        <pc:chgData name="Joby Thampan" userId="25195287b70aba5f" providerId="LiveId" clId="{E358C512-C0C7-49B1-8B91-EEC60E382538}" dt="2026-01-02T03:04:16.663" v="1133" actId="1076"/>
        <pc:sldMkLst>
          <pc:docMk/>
          <pc:sldMk cId="78703441" sldId="2751"/>
        </pc:sldMkLst>
        <pc:spChg chg="mod">
          <ac:chgData name="Joby Thampan" userId="25195287b70aba5f" providerId="LiveId" clId="{E358C512-C0C7-49B1-8B91-EEC60E382538}" dt="2026-01-02T03:04:12.250" v="1132" actId="1076"/>
          <ac:spMkLst>
            <pc:docMk/>
            <pc:sldMk cId="78703441" sldId="2751"/>
            <ac:spMk id="2" creationId="{E9DBC0D5-1E2C-B550-368C-AD94ADA05923}"/>
          </ac:spMkLst>
        </pc:spChg>
        <pc:spChg chg="del mod">
          <ac:chgData name="Joby Thampan" userId="25195287b70aba5f" providerId="LiveId" clId="{E358C512-C0C7-49B1-8B91-EEC60E382538}" dt="2026-01-02T03:02:07.252" v="1128" actId="478"/>
          <ac:spMkLst>
            <pc:docMk/>
            <pc:sldMk cId="78703441" sldId="2751"/>
            <ac:spMk id="5" creationId="{CADEE442-8326-4D19-959A-B80A65CC2FDA}"/>
          </ac:spMkLst>
        </pc:spChg>
        <pc:spChg chg="add mod">
          <ac:chgData name="Joby Thampan" userId="25195287b70aba5f" providerId="LiveId" clId="{E358C512-C0C7-49B1-8B91-EEC60E382538}" dt="2026-01-02T03:04:16.663" v="1133" actId="1076"/>
          <ac:spMkLst>
            <pc:docMk/>
            <pc:sldMk cId="78703441" sldId="2751"/>
            <ac:spMk id="6" creationId="{6C9160CB-75CD-4745-A7A2-48F9A457FBAE}"/>
          </ac:spMkLst>
        </pc:spChg>
      </pc:sldChg>
      <pc:sldChg chg="modSp add mod">
        <pc:chgData name="Joby Thampan" userId="25195287b70aba5f" providerId="LiveId" clId="{E358C512-C0C7-49B1-8B91-EEC60E382538}" dt="2026-01-02T03:04:34.161" v="1136" actId="1076"/>
        <pc:sldMkLst>
          <pc:docMk/>
          <pc:sldMk cId="654022241" sldId="2752"/>
        </pc:sldMkLst>
        <pc:spChg chg="mod">
          <ac:chgData name="Joby Thampan" userId="25195287b70aba5f" providerId="LiveId" clId="{E358C512-C0C7-49B1-8B91-EEC60E382538}" dt="2026-01-02T03:04:27.318" v="1134" actId="1076"/>
          <ac:spMkLst>
            <pc:docMk/>
            <pc:sldMk cId="654022241" sldId="2752"/>
            <ac:spMk id="2" creationId="{E9DBC0D5-1E2C-B550-368C-AD94ADA05923}"/>
          </ac:spMkLst>
        </pc:spChg>
        <pc:spChg chg="mod">
          <ac:chgData name="Joby Thampan" userId="25195287b70aba5f" providerId="LiveId" clId="{E358C512-C0C7-49B1-8B91-EEC60E382538}" dt="2026-01-02T03:04:34.161" v="1136" actId="1076"/>
          <ac:spMkLst>
            <pc:docMk/>
            <pc:sldMk cId="654022241" sldId="2752"/>
            <ac:spMk id="5" creationId="{CADEE442-8326-4D19-959A-B80A65CC2FDA}"/>
          </ac:spMkLst>
        </pc:spChg>
      </pc:sldChg>
      <pc:sldChg chg="modSp add mod">
        <pc:chgData name="Joby Thampan" userId="25195287b70aba5f" providerId="LiveId" clId="{E358C512-C0C7-49B1-8B91-EEC60E382538}" dt="2026-01-02T03:04:45.635" v="1138" actId="1076"/>
        <pc:sldMkLst>
          <pc:docMk/>
          <pc:sldMk cId="179404949" sldId="2753"/>
        </pc:sldMkLst>
        <pc:spChg chg="mod">
          <ac:chgData name="Joby Thampan" userId="25195287b70aba5f" providerId="LiveId" clId="{E358C512-C0C7-49B1-8B91-EEC60E382538}" dt="2026-01-02T03:04:41.800" v="1137" actId="1076"/>
          <ac:spMkLst>
            <pc:docMk/>
            <pc:sldMk cId="179404949" sldId="2753"/>
            <ac:spMk id="2" creationId="{E9DBC0D5-1E2C-B550-368C-AD94ADA05923}"/>
          </ac:spMkLst>
        </pc:spChg>
        <pc:spChg chg="mod">
          <ac:chgData name="Joby Thampan" userId="25195287b70aba5f" providerId="LiveId" clId="{E358C512-C0C7-49B1-8B91-EEC60E382538}" dt="2026-01-02T03:04:45.635" v="1138" actId="1076"/>
          <ac:spMkLst>
            <pc:docMk/>
            <pc:sldMk cId="179404949" sldId="2753"/>
            <ac:spMk id="5" creationId="{CADEE442-8326-4D19-959A-B80A65CC2FDA}"/>
          </ac:spMkLst>
        </pc:spChg>
      </pc:sldChg>
      <pc:sldChg chg="modSp add mod">
        <pc:chgData name="Joby Thampan" userId="25195287b70aba5f" providerId="LiveId" clId="{E358C512-C0C7-49B1-8B91-EEC60E382538}" dt="2026-01-02T03:04:59.398" v="1140" actId="1076"/>
        <pc:sldMkLst>
          <pc:docMk/>
          <pc:sldMk cId="1662202373" sldId="2754"/>
        </pc:sldMkLst>
        <pc:spChg chg="mod">
          <ac:chgData name="Joby Thampan" userId="25195287b70aba5f" providerId="LiveId" clId="{E358C512-C0C7-49B1-8B91-EEC60E382538}" dt="2026-01-02T03:04:53.836" v="1139" actId="1076"/>
          <ac:spMkLst>
            <pc:docMk/>
            <pc:sldMk cId="1662202373" sldId="2754"/>
            <ac:spMk id="2" creationId="{E9DBC0D5-1E2C-B550-368C-AD94ADA05923}"/>
          </ac:spMkLst>
        </pc:spChg>
        <pc:spChg chg="mod">
          <ac:chgData name="Joby Thampan" userId="25195287b70aba5f" providerId="LiveId" clId="{E358C512-C0C7-49B1-8B91-EEC60E382538}" dt="2026-01-02T03:04:59.398" v="1140" actId="1076"/>
          <ac:spMkLst>
            <pc:docMk/>
            <pc:sldMk cId="1662202373" sldId="2754"/>
            <ac:spMk id="5" creationId="{CADEE442-8326-4D19-959A-B80A65CC2FDA}"/>
          </ac:spMkLst>
        </pc:spChg>
      </pc:sldChg>
      <pc:sldMasterChg chg="modSldLayout">
        <pc:chgData name="Joby Thampan" userId="25195287b70aba5f" providerId="LiveId" clId="{E358C512-C0C7-49B1-8B91-EEC60E382538}" dt="2026-01-01T01:43:27.879" v="892" actId="20577"/>
        <pc:sldMasterMkLst>
          <pc:docMk/>
          <pc:sldMasterMk cId="0" sldId="2147483648"/>
        </pc:sldMasterMkLst>
        <pc:sldLayoutChg chg="modSp mod">
          <pc:chgData name="Joby Thampan" userId="25195287b70aba5f" providerId="LiveId" clId="{E358C512-C0C7-49B1-8B91-EEC60E382538}" dt="2026-01-01T01:43:27.879" v="892" actId="20577"/>
          <pc:sldLayoutMkLst>
            <pc:docMk/>
            <pc:sldMasterMk cId="0" sldId="2147483648"/>
            <pc:sldLayoutMk cId="0" sldId="2147483662"/>
          </pc:sldLayoutMkLst>
          <pc:spChg chg="mod">
            <ac:chgData name="Joby Thampan" userId="25195287b70aba5f" providerId="LiveId" clId="{E358C512-C0C7-49B1-8B91-EEC60E382538}" dt="2026-01-01T01:43:27.879" v="892" actId="20577"/>
            <ac:spMkLst>
              <pc:docMk/>
              <pc:sldMasterMk cId="0" sldId="2147483648"/>
              <pc:sldLayoutMk cId="0" sldId="2147483662"/>
              <ac:spMk id="10" creationId="{00000000-0000-0000-0000-000000000000}"/>
            </ac:spMkLst>
          </pc:spChg>
        </pc:sldLayoutChg>
      </pc:sldMasterChg>
    </pc:docChg>
  </pc:docChgLst>
  <pc:docChgLst>
    <pc:chgData name="Joby Thampan" userId="25195287b70aba5f" providerId="Windows Live" clId="Web-{00BD963E-3DB4-7636-EB24-89255FAD6592}"/>
    <pc:docChg chg="modSld">
      <pc:chgData name="Joby Thampan" userId="25195287b70aba5f" providerId="Windows Live" clId="Web-{00BD963E-3DB4-7636-EB24-89255FAD6592}" dt="2026-01-02T03:08:51.626" v="5" actId="20577"/>
      <pc:docMkLst>
        <pc:docMk/>
      </pc:docMkLst>
      <pc:sldChg chg="modSp">
        <pc:chgData name="Joby Thampan" userId="25195287b70aba5f" providerId="Windows Live" clId="Web-{00BD963E-3DB4-7636-EB24-89255FAD6592}" dt="2026-01-02T03:06:20.904" v="3" actId="1076"/>
        <pc:sldMkLst>
          <pc:docMk/>
          <pc:sldMk cId="1098475147" sldId="2750"/>
        </pc:sldMkLst>
        <pc:spChg chg="mod">
          <ac:chgData name="Joby Thampan" userId="25195287b70aba5f" providerId="Windows Live" clId="Web-{00BD963E-3DB4-7636-EB24-89255FAD6592}" dt="2026-01-02T03:06:20.904" v="3" actId="1076"/>
          <ac:spMkLst>
            <pc:docMk/>
            <pc:sldMk cId="1098475147" sldId="2750"/>
            <ac:spMk id="5" creationId="{CADEE442-8326-4D19-959A-B80A65CC2FDA}"/>
          </ac:spMkLst>
        </pc:spChg>
      </pc:sldChg>
      <pc:sldChg chg="modSp">
        <pc:chgData name="Joby Thampan" userId="25195287b70aba5f" providerId="Windows Live" clId="Web-{00BD963E-3DB4-7636-EB24-89255FAD6592}" dt="2026-01-02T03:08:51.626" v="5" actId="20577"/>
        <pc:sldMkLst>
          <pc:docMk/>
          <pc:sldMk cId="78703441" sldId="2751"/>
        </pc:sldMkLst>
        <pc:spChg chg="mod">
          <ac:chgData name="Joby Thampan" userId="25195287b70aba5f" providerId="Windows Live" clId="Web-{00BD963E-3DB4-7636-EB24-89255FAD6592}" dt="2026-01-02T03:08:51.626" v="5" actId="20577"/>
          <ac:spMkLst>
            <pc:docMk/>
            <pc:sldMk cId="78703441" sldId="2751"/>
            <ac:spMk id="6" creationId="{6C9160CB-75CD-4745-A7A2-48F9A457FBA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0013D67-56E2-4085-B4EC-AD3696C10DD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24471C7-0AD6-4437-9E33-B53C208AB7D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9D34A-39E8-C0ED-C78D-B103BD35B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5D4A92-D301-FF64-53A8-49748ECBF235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22BB7-F19D-3072-D51D-16956DC13CB4}"/>
              </a:ext>
            </a:extLst>
          </p:cNvPr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D2AED-8AB4-8D7C-1C3A-86B18A63551D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8661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9449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9D34A-39E8-C0ED-C78D-B103BD35B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5D4A92-D301-FF64-53A8-49748ECBF235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22BB7-F19D-3072-D51D-16956DC13CB4}"/>
              </a:ext>
            </a:extLst>
          </p:cNvPr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D2AED-8AB4-8D7C-1C3A-86B18A63551D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2111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96437-C0D6-10BC-1F5C-4BD47DAE8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ADF29-1C68-913F-2927-67B074E2EF92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8ED2E-9B3D-8222-9F87-79E76D7EEC47}"/>
              </a:ext>
            </a:extLst>
          </p:cNvPr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BC0F4-168F-F24E-62D6-07F3815FEC56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5417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9D34A-39E8-C0ED-C78D-B103BD35B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5D4A92-D301-FF64-53A8-49748ECBF235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22BB7-F19D-3072-D51D-16956DC13CB4}"/>
              </a:ext>
            </a:extLst>
          </p:cNvPr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D2AED-8AB4-8D7C-1C3A-86B18A63551D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6939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83F45-5FB6-1D3B-3165-286FD0831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E5BB50-A7ED-7A62-8515-8184A00727BC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E47AA-C7C7-33BD-8911-F31D17DED8AD}"/>
              </a:ext>
            </a:extLst>
          </p:cNvPr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9727B-96BD-9B62-C1F1-E66A8933C914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0967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82CF6F6-4A85-442A-979D-5D8DC82D81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990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82CF6F6-4A85-442A-979D-5D8DC82D81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809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D55D278-8EFF-4C2B-B52A-98D6EADF6A7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453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1919A-E0DA-0757-1FB8-13C2D8A2F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FA1B73-83CF-AF64-2408-8E71B0494583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1C8A3-2EEF-32CB-6B33-F1CC0F6053C0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C943E-2C53-A4FF-4105-E3C28EC3C0C3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D55D278-8EFF-4C2B-B52A-98D6EADF6A7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125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1A947-4E17-5702-8729-1D74C224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7CD0B3-734A-258F-0CFA-A5245CB1BD02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24BDE-8FF8-8F12-060A-8937E2FFA51E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54C66-CF67-9EBE-A6F6-1BAF0CD72160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D55D278-8EFF-4C2B-B52A-98D6EADF6A7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176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0B3AAC3-4243-41E7-9F2E-707505CD19B2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C1A9980-9127-456F-A8DB-8800D6C2EAE9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C1A9980-9127-456F-A8DB-8800D6C2EAE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067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C1A9980-9127-456F-A8DB-8800D6C2EAE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259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C1A9980-9127-456F-A8DB-8800D6C2EAE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651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B438090-425B-42D4-BE97-7CA881E7B95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4342F3B-6B00-4D42-82E5-CC5A43D39A7C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218184A-CD13-495D-8572-FDCD25D6F078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F0105ED-2A69-4003-BD9F-7E379D7FB947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10C6C-A9A2-A86D-A85C-B473B0F45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14AAD-C60F-A82F-B5EA-F1668DF401AE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91C51-EDCF-3EC5-5E6C-EB6B69B803EE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209CF-D568-A581-7ADA-29528BB778E9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8340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EDF0B-60A6-5EED-D553-0B84FC5BE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BC357C-4F88-11E2-FA48-58A779D84BD4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40E20-F2CC-0B6B-F157-FE12B0805BA7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EAB15-05DF-8259-EDD0-2973F06FFF8A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61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E63E2-ECEE-844B-0E9A-16040D48D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9E748-2431-9A9D-A5B6-75B11C372359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0FC62-0C82-8A5A-025B-29FE8A14617D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86FA9-AAE8-3E64-4C58-F862FBCF21FD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8389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2F28F-4992-3488-7002-4434DA037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C8085-BAAD-6230-59CB-3F55B092F827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DFCB6-E798-2FCD-DA34-8A863C5A2E82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E1C65-CA8F-521F-F5B9-73C2519C0E90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949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F0105ED-2A69-4003-BD9F-7E379D7FB947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9090293-A0E3-4055-858E-D5DF7719B71F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9090293-A0E3-4055-858E-D5DF7719B71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172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9090293-A0E3-4055-858E-D5DF7719B71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144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err="1"/>
              <a:t>Ar</a:t>
            </a:r>
            <a:r>
              <a:rPr lang="en-US"/>
              <a:t>-kk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9090293-A0E3-4055-858E-D5DF7719B71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003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45BFC81-27E5-4A5E-8B65-8A293145EBDF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4B422-B7A6-93C0-A61B-CEA933A5E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1C9B4-733D-8BA7-653C-90FC36FB8E0F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B1426-ACF1-426F-EFE4-FAAB6257BE5E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058FE-7A27-A525-D4EE-76DAC513A759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898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5B06A-46F4-EFC5-10FB-5E23F6CAD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8FD8B-7A61-9E94-F26C-6C7C75C1CF3A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AED0F-C9E8-0BD0-3ED2-36DC07CAE5A9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D5461-3209-8125-D39B-D495E9E9D7AB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6402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CE4A0-247E-B677-C704-A1B314E9F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0FE4C-EE5A-BBDD-3FC3-444A3B49A99D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DDFCE-48F7-90B1-90C3-C7FF6192418A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1F5A4-0978-97E9-33CE-5DF10CCF8FE4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8872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60A77-4EF5-B5D7-4FB7-CC9DD503B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9E27C-05CD-69FB-4DA6-13DCC39F07B3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C619F-DC42-C478-8576-F4C0B8AB672F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B7306-E983-3084-00DE-A5CBE9AF883D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783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70EAA-380D-D513-F71B-2BAFBBAE3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B0AF5-197F-93B9-C299-6B324A41DFA6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CD6B5-4EBB-A7D5-464A-973380677FC5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0BE86-8058-C4DA-FC5F-CD11DBD73C37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6825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A61BBB0-A159-4ADC-83D9-714AD163E8AF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8753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5928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21782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9360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18106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F3504-8596-D463-587B-92AC42349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56E20-056B-3638-BC4F-377EBD5C874D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5024C-D54F-12B6-9C89-CD7CA1DC1498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5E353-EC35-B91D-FB72-C3E6F03B49A6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A61BBB0-A159-4ADC-83D9-714AD163E8A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7405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E7BA8-2CCB-D0AC-4D31-0FE71C301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B28CE7-6052-1F5D-B20B-DA7263700CBB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2AB03-9A2C-87A0-5C5C-4004D4A3CF28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6F628-00C0-C104-B333-7CC58B348112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21054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1CE34-CAE1-E41B-DBEC-7102FD5A5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78831-8E51-98B7-ED36-9C03E98352F5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AC504-8318-A70F-0462-F75862148652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25493-BAD9-3A29-60CA-E8FEA0057DD4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1033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79294-51E6-E18E-5323-CBFF1B5BE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52E09-B2A2-BC7E-5308-60A52DDE3D8B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4A786-A9D7-8C5C-F405-DD430CD074E1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8A2EB-FA60-CC26-DBC7-527FAD586804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6731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0331E-AD39-201A-6F72-AE9DE15DA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E789B-4860-A297-FB08-642410FBC652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5AD3E-0871-DC93-4E4E-4CFA2EBA8939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9402D-9995-E6C9-AB73-0553817F133C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8460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79A20-6D96-84A0-192F-B06CF4AC6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2C2FFB-CD9E-07AF-9DE3-551E571F0F4C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560F3-1125-E884-4747-397823CB83DE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9BD4C-A4F5-A1E8-1273-2BAC83D208E6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51799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97CE2-E9F2-34DA-F44B-A52F9762D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D61D48-AF03-FED3-2264-7ECDFF0B307F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2240C-DF71-B7B3-39D3-B1A144666CF1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9DE30-6AC4-1C9B-AF6C-599CA1A6106E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9090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CFD7E-0EDA-1F17-A7A7-374A27380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61A2A-ACF3-0C44-8FA6-00BF96324F92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B46A3-F514-F36D-AAFA-9AB1B8F3374C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FBBD3-C991-F096-9D0E-ED18DE892088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82913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81865-7F7E-7AD1-7231-B7E7EDAA5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315307-6A6A-7FEC-C0A5-964619EA6495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6EE59-46BE-4EE5-FF66-1F570EF0C4CF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71319-A8BE-BA87-4E20-729DDBE22635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2898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45BFC81-27E5-4A5E-8B65-8A293145EBDF}" type="slidenum">
              <a:rPr lang="en-US" smtClean="0"/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54A4E-0F5E-9987-DB1A-5516093FB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BC98B-202C-00E2-412A-6F70A498BEC9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26E90-3D9E-67EA-B204-7E79251D16C6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1A77C-4E41-7D54-5705-A9F2F42748D3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793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0F392-169E-0AC0-B959-A926795A9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9FE8CE-89A5-310D-CB16-D04538E79C36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54B78-F3E5-40D1-EEBA-3780AF1CB010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0661F-BBF1-34E4-F0F2-3CDABEECF646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06579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56A00-0CB0-94CD-500E-A5B0E44A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68234B-A6E3-B671-F348-0E50652E8749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808F6-6C47-46AF-882E-4B08E2A3FD30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31EE9-ADBE-C847-CC21-9B63853925BE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87665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14864-DA08-F123-BFEA-E4E0E4B4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C1C7A-FAFE-97CE-7B18-AB36DF98AA69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78175-FC52-F96E-1C87-8D16523415A1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CCB5C-8261-ED84-7BC1-434275E908E1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4797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74031-6987-C69C-1C3D-D9A4683F8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220C96-5497-C933-FB15-CFF257FCF0C2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69C4A-B7CC-828B-8AB1-A479C49A4E90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DD38D-B791-1599-AD32-D6C0797B1B9D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8290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036F77-56B7-4AA9-95A1-78FBC96E87AF}" type="slidenum">
              <a:rPr lang="en-US" smtClean="0"/>
              <a:t>64</a:t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4841404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0" y="1761795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>
                <a:latin typeface="Algerian" panose="04020705040A02060702" pitchFamily="82" charset="0"/>
              </a:rPr>
              <a:t>Senior Citizens Day</a:t>
            </a:r>
            <a:endParaRPr lang="en-US" sz="3200">
              <a:latin typeface="Algerian" panose="04020705040A02060702" pitchFamily="82" charset="0"/>
            </a:endParaRPr>
          </a:p>
          <a:p>
            <a:pPr algn="ctr"/>
            <a:endParaRPr lang="en-US" sz="2800"/>
          </a:p>
          <a:p>
            <a:pPr algn="ctr"/>
            <a:r>
              <a:rPr lang="en-US" sz="2800">
                <a:latin typeface="Amasis MT Pro Medium" panose="02040604050005020304" pitchFamily="18" charset="0"/>
              </a:rPr>
              <a:t>Senior Citizens – Model for the generations</a:t>
            </a:r>
            <a:endParaRPr lang="en-SG" sz="2800">
              <a:latin typeface="Amasis MT Pro Medium" panose="020406040500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4346917" y="4986996"/>
            <a:ext cx="436098" cy="1354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04 January 2026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838D85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June 2025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4401312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97" r:id="rId15"/>
    <p:sldLayoutId id="2147483699" r:id="rId16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EFD2F-98B3-4E20-9488-48E9EABF7AD7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CCC00-496A-47A6-84BD-F8B47B0F7754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/>
          <p:nvPr/>
        </p:nvSpPr>
        <p:spPr>
          <a:xfrm>
            <a:off x="1714500" y="591508"/>
            <a:ext cx="5346699" cy="4094792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Opening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:	91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Vaazthin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vaazhthin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B/A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: 	262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Thuna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enikkesuvam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Offertory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: 	420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Puthu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valsarathin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Dedication: 	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225 Ninte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Hitham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Confession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: 	211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Daivame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sneharoopame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Communion:</a:t>
            </a:r>
          </a:p>
          <a:p>
            <a:pPr marL="1435100" lvl="1" indent="0">
              <a:buNone/>
              <a:tabLst>
                <a:tab pos="1423952" algn="l"/>
              </a:tabLst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211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Daivame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sneharoopame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35100" lvl="1" indent="0">
              <a:buNone/>
              <a:tabLst>
                <a:tab pos="1423952" algn="l"/>
              </a:tabLst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171 Mel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veetil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Yeshu ha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snehamaay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35100" lvl="1" indent="0">
              <a:buNone/>
              <a:tabLst>
                <a:tab pos="1423952" algn="l"/>
              </a:tabLst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366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Enthathishayame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Daivathin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35100" lvl="1" indent="0">
              <a:buNone/>
              <a:tabLst>
                <a:tab pos="1423952" algn="l"/>
              </a:tabLst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343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Yahenna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daivam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idayanaho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35100" lvl="1" indent="0">
              <a:buNone/>
              <a:tabLst>
                <a:tab pos="1423952" algn="l"/>
              </a:tabLst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176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Shudhikkai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Nee Yeshu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sameepe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35100" lvl="1" indent="0">
              <a:buNone/>
              <a:tabLst>
                <a:tab pos="1423952" algn="l"/>
              </a:tabLst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262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Thuna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enikkeshuvaam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35100" lvl="1" indent="0">
              <a:buNone/>
              <a:tabLst>
                <a:tab pos="1423952" algn="l"/>
              </a:tabLst>
            </a:pPr>
            <a:endParaRPr lang="en-US" sz="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Closing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: 	427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Nithyanaaya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Yehovaye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/>
          <p:nvPr/>
        </p:nvSpPr>
        <p:spPr>
          <a:xfrm>
            <a:off x="-12031" y="1679968"/>
            <a:ext cx="9156031" cy="1783563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Opening Hymn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Hymn No</a:t>
            </a: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  <a:ea typeface="Gabriola" pitchFamily="82" charset="0"/>
                <a:cs typeface="Gabriola" pitchFamily="82" charset="0"/>
              </a:rPr>
              <a:t>. </a:t>
            </a:r>
            <a:r>
              <a:rPr lang="en-GB" sz="4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Gabriola" pitchFamily="82" charset="0"/>
                <a:cs typeface="Arial"/>
              </a:rPr>
              <a:t>91</a:t>
            </a:r>
            <a:endParaRPr lang="en-US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9CCD2-04D2-FE70-020D-105DF729B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F5B9-8EA3-4C20-48D1-A0FD75C7D59B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</a:t>
            </a:r>
            <a:r>
              <a:rPr lang="en-GB">
                <a:latin typeface="Segoe UI"/>
                <a:cs typeface="Segoe UI"/>
              </a:rPr>
              <a:t>No 91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A90A3D2-AAD7-3B33-8004-CB5EF05AFED8}"/>
              </a:ext>
            </a:extLst>
          </p:cNvPr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1EAB2-41F4-B294-733A-96D67A4E64FB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1 of 6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99758A-5825-3097-296B-8032B6BC75A4}"/>
              </a:ext>
            </a:extLst>
          </p:cNvPr>
          <p:cNvSpPr txBox="1"/>
          <p:nvPr/>
        </p:nvSpPr>
        <p:spPr>
          <a:xfrm>
            <a:off x="342900" y="499609"/>
            <a:ext cx="8931053" cy="22159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Vazhthin</a:t>
            </a:r>
            <a: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vazhthin</a:t>
            </a:r>
            <a: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  <a:t> Yeshu </a:t>
            </a:r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rakshakane</a:t>
            </a:r>
            <a: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vaazhttheen</a:t>
            </a:r>
            <a:b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paadinn</a:t>
            </a:r>
            <a: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thante</a:t>
            </a:r>
            <a: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adbhutha</a:t>
            </a:r>
            <a: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snehatthe</a:t>
            </a:r>
            <a: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</a:p>
          <a:p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Aarttheetunnu</a:t>
            </a:r>
            <a: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mahathva</a:t>
            </a:r>
            <a: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daiva</a:t>
            </a:r>
            <a: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doothanmaar</a:t>
            </a:r>
            <a:b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keertthippin</a:t>
            </a:r>
            <a: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  <a:t> than </a:t>
            </a:r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vishuddha</a:t>
            </a:r>
            <a: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naamatthe</a:t>
            </a:r>
            <a:b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  <a:t>than </a:t>
            </a:r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makkale</a:t>
            </a:r>
            <a: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idayan</a:t>
            </a:r>
            <a: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  <a:t>-pole </a:t>
            </a:r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kaakkum</a:t>
            </a:r>
            <a: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  <a:t> ; </a:t>
            </a:r>
            <a:b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  <a:t>than </a:t>
            </a:r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kaikalhil</a:t>
            </a:r>
            <a: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vahikkunnu</a:t>
            </a:r>
            <a:r>
              <a:rPr lang="en-SG" sz="23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sadaa</a:t>
            </a:r>
            <a:endParaRPr lang="en-US" sz="23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CCC6F8-5C84-6D87-7190-609E48ACFBD5}"/>
              </a:ext>
            </a:extLst>
          </p:cNvPr>
          <p:cNvSpPr txBox="1"/>
          <p:nvPr/>
        </p:nvSpPr>
        <p:spPr>
          <a:xfrm>
            <a:off x="336764" y="2865954"/>
            <a:ext cx="8662269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വാഴ്ത്തിൻ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വാഴ്ത്തിൻ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യേശു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രക്ഷകനെ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വാഴ്ത്തീന്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‍</a:t>
            </a:r>
            <a:b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പാടിന്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‍ </a:t>
            </a:r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തന്‍റെ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അദ്ഭുതസ്നേഹത്തെ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!</a:t>
            </a:r>
          </a:p>
          <a:p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ആര്‍ത്തീടുന്നു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മഹത്വദൈവ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ദൂതന്മാര്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‍ </a:t>
            </a:r>
            <a:b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കീര്‍ത്തിപ്പിന്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‍ </a:t>
            </a:r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തന്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‍ </a:t>
            </a:r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വിശുദ്ധ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നാമത്തെ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</a:p>
          <a:p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തന്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‍ </a:t>
            </a:r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മക്കളെ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ഇടയന്‍പോലെ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കാക്കും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b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തന്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‍ </a:t>
            </a:r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കൈകളില്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‍ </a:t>
            </a:r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വഹിക്കുന്നു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സദാ</a:t>
            </a:r>
            <a:endParaRPr lang="en-US" sz="2200" dirty="0">
              <a:solidFill>
                <a:srgbClr val="00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679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</a:t>
            </a:r>
            <a:r>
              <a:rPr lang="en-GB">
                <a:latin typeface="Segoe UI"/>
                <a:cs typeface="Segoe UI"/>
              </a:rPr>
              <a:t>No 91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2 of 6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3D539E-279A-DFE9-C643-E71894DB1C28}"/>
              </a:ext>
            </a:extLst>
          </p:cNvPr>
          <p:cNvSpPr txBox="1"/>
          <p:nvPr/>
        </p:nvSpPr>
        <p:spPr>
          <a:xfrm>
            <a:off x="226742" y="2645627"/>
            <a:ext cx="8748702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ml-IN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വാഴ്ത്തിൻ വാഴ്ത്തിൻ </a:t>
            </a:r>
            <a:br>
              <a:rPr lang="en-US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കര്‍ത്തന്‍ മാമഹത്വം</a:t>
            </a:r>
            <a:r>
              <a:rPr lang="en-US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വാഴ്ത്തീന്‍</a:t>
            </a:r>
            <a:br>
              <a:rPr lang="ml-IN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കീര്‍ത്തിപ്പിന്‍ തന്‍ വിശുദ്ധനാമത്തെ</a:t>
            </a:r>
            <a:endParaRPr lang="en-US" sz="2800" i="1" dirty="0">
              <a:solidFill>
                <a:srgbClr val="80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296A8-4145-0D0F-0FCD-7449035AA667}"/>
              </a:ext>
            </a:extLst>
          </p:cNvPr>
          <p:cNvSpPr txBox="1"/>
          <p:nvPr/>
        </p:nvSpPr>
        <p:spPr>
          <a:xfrm>
            <a:off x="355600" y="800832"/>
            <a:ext cx="8619844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Vaazhttheen</a:t>
            </a: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vaazhttheen</a:t>
            </a: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Kartthan</a:t>
            </a: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maa </a:t>
            </a: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mahathvam</a:t>
            </a: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vaazhttheen</a:t>
            </a:r>
            <a:b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Keertthippin</a:t>
            </a: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than </a:t>
            </a: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vishuddha</a:t>
            </a: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naamatthe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80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9CCD2-04D2-FE70-020D-105DF729B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F5B9-8EA3-4C20-48D1-A0FD75C7D59B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</a:t>
            </a:r>
            <a:r>
              <a:rPr lang="en-GB">
                <a:latin typeface="Segoe UI"/>
                <a:cs typeface="Segoe UI"/>
              </a:rPr>
              <a:t>No 91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A90A3D2-AAD7-3B33-8004-CB5EF05AFED8}"/>
              </a:ext>
            </a:extLst>
          </p:cNvPr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1EAB2-41F4-B294-733A-96D67A4E64FB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3 of 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99758A-5825-3097-296B-8032B6BC75A4}"/>
              </a:ext>
            </a:extLst>
          </p:cNvPr>
          <p:cNvSpPr txBox="1"/>
          <p:nvPr/>
        </p:nvSpPr>
        <p:spPr>
          <a:xfrm>
            <a:off x="471987" y="549371"/>
            <a:ext cx="8562588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Vaazhttheen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vaazhttheen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rakshakane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vaazhttheen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paapikalkkaai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paadettu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maricchu</a:t>
            </a:r>
            <a:b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kartthan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paara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Nithya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rakshayin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prathyaasha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kroosheriya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vaazhttheedin</a:t>
            </a:r>
            <a:b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klesha-mellaam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sahiccha-thortthu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sthothram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cheyveen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thante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adbhutha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snehavum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CCC6F8-5C84-6D87-7190-609E48ACFBD5}"/>
              </a:ext>
            </a:extLst>
          </p:cNvPr>
          <p:cNvSpPr txBox="1"/>
          <p:nvPr/>
        </p:nvSpPr>
        <p:spPr>
          <a:xfrm>
            <a:off x="471987" y="2981742"/>
            <a:ext cx="8367213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വാഴ്ത്തിൻ വാഴ്ത്തിൻ യേശു രക്ഷകനെ വാഴ്ത്തീന്‍</a:t>
            </a:r>
            <a:b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പാപികള്‍ക്കായ് പാടേറ്റു മരിച്ചു</a:t>
            </a:r>
            <a:b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കര്‍ത്തന്‍ പാറ നിത്യരക്ഷയില്‍ പ്രത്യാശ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</a:p>
          <a:p>
            <a: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ക്രൂശേറിയ യേശുവെ വാഴ്ത്തീടിന്‍</a:t>
            </a:r>
            <a:b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ക്ലേശമെല്ലാം സഹിച്ചതോര്‍ത്തു സ്തോത്രം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</a:p>
          <a:p>
            <a: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ചെയ്‍വിൻ, തന്‍റെ അദ്ഭുതസ്നേഹവും</a:t>
            </a:r>
            <a:endParaRPr lang="en-US" sz="2200" dirty="0">
              <a:solidFill>
                <a:srgbClr val="00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346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F731C-2544-DB9F-9692-A0D32E71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C75E8-213B-2DB6-D4BB-F62830BDE666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</a:t>
            </a:r>
            <a:r>
              <a:rPr lang="en-GB">
                <a:latin typeface="Segoe UI"/>
                <a:cs typeface="Segoe UI"/>
              </a:rPr>
              <a:t>No 91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BB93CAF-69A1-5F30-7691-2A1BA65D8018}"/>
              </a:ext>
            </a:extLst>
          </p:cNvPr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75C62F-8F4D-C88B-D404-8867DE23E8AB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4 of 6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C15068-261C-49DB-6B67-81C50479054B}"/>
              </a:ext>
            </a:extLst>
          </p:cNvPr>
          <p:cNvSpPr txBox="1"/>
          <p:nvPr/>
        </p:nvSpPr>
        <p:spPr>
          <a:xfrm>
            <a:off x="226742" y="2645627"/>
            <a:ext cx="8748702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ml-IN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വാഴ്ത്തിൻ വാഴ്ത്തിൻ </a:t>
            </a:r>
            <a:br>
              <a:rPr lang="en-US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കര്‍ത്തന്‍ മാമഹത്വം</a:t>
            </a:r>
            <a:r>
              <a:rPr lang="en-US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വാഴ്ത്തീന്‍</a:t>
            </a:r>
            <a:br>
              <a:rPr lang="ml-IN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കീര്‍ത്തിപ്പിന്‍ തന്‍ വിശുദ്ധനാമത്തെ</a:t>
            </a:r>
            <a:endParaRPr lang="en-US" sz="2800" i="1" dirty="0">
              <a:solidFill>
                <a:srgbClr val="80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60B60B-08C9-3278-5C4F-29015C1ED1A2}"/>
              </a:ext>
            </a:extLst>
          </p:cNvPr>
          <p:cNvSpPr txBox="1"/>
          <p:nvPr/>
        </p:nvSpPr>
        <p:spPr>
          <a:xfrm>
            <a:off x="355600" y="800832"/>
            <a:ext cx="8619844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Vaazhttheen</a:t>
            </a: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vaazhttheen</a:t>
            </a: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Kartthan</a:t>
            </a: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maa </a:t>
            </a: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mahathvam</a:t>
            </a: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vaazhttheen</a:t>
            </a:r>
            <a:b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Keertthippin</a:t>
            </a: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than </a:t>
            </a: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vishuddha</a:t>
            </a: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naamatthe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512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9CCD2-04D2-FE70-020D-105DF729B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F5B9-8EA3-4C20-48D1-A0FD75C7D59B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</a:t>
            </a:r>
            <a:r>
              <a:rPr lang="en-GB">
                <a:latin typeface="Segoe UI"/>
                <a:cs typeface="Segoe UI"/>
              </a:rPr>
              <a:t>No 91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A90A3D2-AAD7-3B33-8004-CB5EF05AFED8}"/>
              </a:ext>
            </a:extLst>
          </p:cNvPr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1EAB2-41F4-B294-733A-96D67A4E64FB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5 of 6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99758A-5825-3097-296B-8032B6BC75A4}"/>
              </a:ext>
            </a:extLst>
          </p:cNvPr>
          <p:cNvSpPr txBox="1"/>
          <p:nvPr/>
        </p:nvSpPr>
        <p:spPr>
          <a:xfrm>
            <a:off x="306887" y="548022"/>
            <a:ext cx="8636000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Vaazhttheen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vaazhttheen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rakshakane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vaazhttheen</a:t>
            </a:r>
            <a:b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Vaanor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vaazhttheen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hoshannaa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paaduvin</a:t>
            </a:r>
            <a:b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Vaazhunneshu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Rakshakan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ennum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ennekkum</a:t>
            </a:r>
            <a:b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Vaazhikka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purohitha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raajanaai</a:t>
            </a:r>
            <a:b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Lokattheyum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jayicchu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varunneshu</a:t>
            </a:r>
            <a:b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Maanam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shakthi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kartthanullathallo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CCC6F8-5C84-6D87-7190-609E48ACFBD5}"/>
              </a:ext>
            </a:extLst>
          </p:cNvPr>
          <p:cNvSpPr txBox="1"/>
          <p:nvPr/>
        </p:nvSpPr>
        <p:spPr>
          <a:xfrm>
            <a:off x="306887" y="2918370"/>
            <a:ext cx="8227513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വാഴ്ത്തിൻ വാഴ്ത്തിൻ</a:t>
            </a:r>
            <a:r>
              <a:rPr lang="en-US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യേശുരക്ഷകനെ വാഴ്ത്തീന്‍</a:t>
            </a:r>
            <a:b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വാനോര്‍ വാഴ്ത്തീന്‍ ഹോശന്നാ പാടുവിന്‍</a:t>
            </a:r>
            <a:b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വാഴുന്നേശു രക്ഷകനെന്നുമെന്നേക്കും</a:t>
            </a:r>
            <a:b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വാഴിക്ക പുരോഹിതരാജനായ്</a:t>
            </a:r>
            <a:b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ലോകത്തെയും ജയിച്ചുവരുന്നേശു</a:t>
            </a:r>
            <a:b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200" dirty="0">
                <a:solidFill>
                  <a:srgbClr val="0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മാനം ശക്തി കര്‍ത്തനുള്ളതല്ലോ</a:t>
            </a:r>
            <a:endParaRPr lang="en-US" sz="2200" dirty="0">
              <a:solidFill>
                <a:srgbClr val="00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28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47535-57AB-EB97-8ABC-7F684C469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554A-8A1E-C1CA-3376-5D17DB7DA27F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</a:t>
            </a:r>
            <a:r>
              <a:rPr lang="en-GB">
                <a:latin typeface="Segoe UI"/>
                <a:cs typeface="Segoe UI"/>
              </a:rPr>
              <a:t>No 91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3FEF533-152F-2AAA-37C3-CBB31D563EB6}"/>
              </a:ext>
            </a:extLst>
          </p:cNvPr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92C245-458F-CC55-1CFB-F4A1C1ACAE68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6 of 6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7DCFEA-5004-F46C-F758-272D14678430}"/>
              </a:ext>
            </a:extLst>
          </p:cNvPr>
          <p:cNvSpPr txBox="1"/>
          <p:nvPr/>
        </p:nvSpPr>
        <p:spPr>
          <a:xfrm>
            <a:off x="226742" y="2645627"/>
            <a:ext cx="8748702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ml-IN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വാഴ്ത്തിൻ വാഴ്ത്തിൻ </a:t>
            </a:r>
            <a:br>
              <a:rPr lang="en-US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കര്‍ത്തന്‍ മാമഹത്വം</a:t>
            </a:r>
            <a:r>
              <a:rPr lang="en-US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വാഴ്ത്തീന്‍</a:t>
            </a:r>
            <a:br>
              <a:rPr lang="ml-IN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800" i="1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കീര്‍ത്തിപ്പിന്‍ തന്‍ വിശുദ്ധനാമത്തെ</a:t>
            </a:r>
            <a:endParaRPr lang="en-US" sz="2800" i="1" dirty="0">
              <a:solidFill>
                <a:srgbClr val="80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2E95DB-A48D-9FF2-B293-5173FBD5C5FC}"/>
              </a:ext>
            </a:extLst>
          </p:cNvPr>
          <p:cNvSpPr txBox="1"/>
          <p:nvPr/>
        </p:nvSpPr>
        <p:spPr>
          <a:xfrm>
            <a:off x="355600" y="800832"/>
            <a:ext cx="8619844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Vaazhttheen</a:t>
            </a: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vaazhttheen</a:t>
            </a: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Kartthan</a:t>
            </a: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maa </a:t>
            </a: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mahathvam</a:t>
            </a: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vaazhttheen</a:t>
            </a:r>
            <a:b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Keertthippin</a:t>
            </a: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than </a:t>
            </a: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vishuddha</a:t>
            </a: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naamatthe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883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Prayers:</a:t>
            </a: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Hymn No 262</a:t>
            </a:r>
            <a:endParaRPr lang="en-GB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  <a:latin typeface="Segoe UI"/>
                <a:cs typeface="Segoe UI"/>
              </a:rPr>
              <a:t>Holy Communion - Hymn No 262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Communion 6: 1 of 6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05970AF-B4E3-74CA-78B5-0CC351A22C09}"/>
              </a:ext>
            </a:extLst>
          </p:cNvPr>
          <p:cNvSpPr txBox="1">
            <a:spLocks/>
          </p:cNvSpPr>
          <p:nvPr/>
        </p:nvSpPr>
        <p:spPr>
          <a:xfrm>
            <a:off x="533401" y="936124"/>
            <a:ext cx="8367626" cy="1922357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sv-SE" sz="2800" dirty="0">
                <a:latin typeface="Segoe UI" panose="020B0502040204020203" pitchFamily="34" charset="0"/>
                <a:cs typeface="Segoe UI" panose="020B0502040204020203" pitchFamily="34" charset="0"/>
              </a:rPr>
              <a:t>thunayenikeshuvaam </a:t>
            </a:r>
            <a:br>
              <a:rPr lang="sv-SE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sv-SE" sz="2800" dirty="0">
                <a:latin typeface="Segoe UI" panose="020B0502040204020203" pitchFamily="34" charset="0"/>
                <a:cs typeface="Segoe UI" panose="020B0502040204020203" pitchFamily="34" charset="0"/>
              </a:rPr>
              <a:t>kuraviniyillathaal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sv-SE" sz="2800" dirty="0">
                <a:latin typeface="Segoe UI" panose="020B0502040204020203" pitchFamily="34" charset="0"/>
                <a:cs typeface="Segoe UI" panose="020B0502040204020203" pitchFamily="34" charset="0"/>
              </a:rPr>
              <a:t>anudhinam than nizhalin </a:t>
            </a:r>
            <a:br>
              <a:rPr lang="sv-SE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sv-SE" sz="2800" dirty="0">
                <a:latin typeface="Segoe UI" panose="020B0502040204020203" pitchFamily="34" charset="0"/>
                <a:cs typeface="Segoe UI" panose="020B0502040204020203" pitchFamily="34" charset="0"/>
              </a:rPr>
              <a:t>marravil vasicheedum njaan</a:t>
            </a:r>
            <a:endParaRPr lang="sv-SE" sz="28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B420252-6173-ADB9-869E-182668223BF7}"/>
              </a:ext>
            </a:extLst>
          </p:cNvPr>
          <p:cNvSpPr txBox="1">
            <a:spLocks/>
          </p:cNvSpPr>
          <p:nvPr/>
        </p:nvSpPr>
        <p:spPr>
          <a:xfrm>
            <a:off x="533401" y="2858481"/>
            <a:ext cx="4762499" cy="181561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Font typeface="Arial" panose="020B0604020202020204" pitchFamily="34" charset="0"/>
              <a:buNone/>
            </a:pPr>
            <a:r>
              <a:rPr lang="en-SG" sz="2800" dirty="0" err="1">
                <a:latin typeface="ML-TTKarthika" panose="04000000000000000000" pitchFamily="82" charset="0"/>
              </a:rPr>
              <a:t>XpWsb</a:t>
            </a:r>
            <a:r>
              <a:rPr lang="en-SG" sz="2800" dirty="0">
                <a:latin typeface="ML-TTKarthika" panose="04000000000000000000" pitchFamily="82" charset="0"/>
              </a:rPr>
              <a:t>\</a:t>
            </a:r>
            <a:r>
              <a:rPr lang="en-SG" sz="2800" dirty="0" err="1">
                <a:latin typeface="ML-TTKarthika" panose="04000000000000000000" pitchFamily="82" charset="0"/>
              </a:rPr>
              <a:t>nt¡iphmw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br>
              <a:rPr lang="en-SG" sz="2800" dirty="0">
                <a:latin typeface="ML-TTKarthika" panose="04000000000000000000" pitchFamily="82" charset="0"/>
              </a:rPr>
            </a:br>
            <a:r>
              <a:rPr lang="en-SG" sz="2800" dirty="0" err="1">
                <a:latin typeface="ML-TTKarthika" panose="04000000000000000000" pitchFamily="82" charset="0"/>
              </a:rPr>
              <a:t>Ipdhn</a:t>
            </a:r>
            <a:r>
              <a:rPr lang="en-SG" sz="2800" dirty="0">
                <a:latin typeface="ML-TTKarthika" panose="04000000000000000000" pitchFamily="82" charset="0"/>
              </a:rPr>
              <a:t>\</a:t>
            </a:r>
            <a:r>
              <a:rPr lang="en-SG" sz="2800" dirty="0" err="1">
                <a:latin typeface="ML-TTKarthika" panose="04000000000000000000" pitchFamily="82" charset="0"/>
              </a:rPr>
              <a:t>nbnÃXmÂ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pPr marL="0" indent="0" defTabSz="457200">
              <a:buFont typeface="Arial" panose="020B0604020202020204" pitchFamily="34" charset="0"/>
              <a:buNone/>
            </a:pPr>
            <a:r>
              <a:rPr lang="en-SG" sz="2800" dirty="0">
                <a:latin typeface="ML-TTKarthika" panose="04000000000000000000" pitchFamily="82" charset="0"/>
              </a:rPr>
              <a:t>A\</a:t>
            </a:r>
            <a:r>
              <a:rPr lang="en-SG" sz="2800" dirty="0" err="1">
                <a:latin typeface="ML-TTKarthika" panose="04000000000000000000" pitchFamily="82" charset="0"/>
              </a:rPr>
              <a:t>pZn</a:t>
            </a:r>
            <a:r>
              <a:rPr lang="en-SG" sz="2800" dirty="0">
                <a:latin typeface="ML-TTKarthika" panose="04000000000000000000" pitchFamily="82" charset="0"/>
              </a:rPr>
              <a:t>\w X³ \ngen³ </a:t>
            </a:r>
            <a:br>
              <a:rPr lang="en-SG" sz="2800" dirty="0">
                <a:latin typeface="ML-TTKarthika" panose="04000000000000000000" pitchFamily="82" charset="0"/>
              </a:rPr>
            </a:br>
            <a:r>
              <a:rPr lang="en-SG" sz="2800" dirty="0" err="1">
                <a:latin typeface="ML-TTKarthika" panose="04000000000000000000" pitchFamily="82" charset="0"/>
              </a:rPr>
              <a:t>adhnÂ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hkn¨nSpw</a:t>
            </a:r>
            <a:r>
              <a:rPr lang="en-SG" sz="2800" dirty="0">
                <a:latin typeface="ML-TTKarthika" panose="04000000000000000000" pitchFamily="82" charset="0"/>
              </a:rPr>
              <a:t> Rm³ </a:t>
            </a:r>
            <a:endParaRPr lang="sv-SE" sz="28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932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Students Dedication:</a:t>
            </a: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Hymn No 225</a:t>
            </a:r>
            <a:endParaRPr lang="en-GB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51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Students Dedication – Hymn No 225</a:t>
            </a:r>
            <a:endParaRPr lang="en-SG" sz="24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8968" y="4835725"/>
            <a:ext cx="2070847" cy="309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Dedication: </a:t>
            </a:r>
            <a:r>
              <a:rPr lang="en-GB" sz="1400" dirty="0">
                <a:solidFill>
                  <a:prstClr val="black"/>
                </a:solidFill>
                <a:latin typeface="Segoe UI"/>
                <a:cs typeface="Segoe UI"/>
              </a:rPr>
              <a:t>1</a:t>
            </a: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 of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0259FF-59B4-8D8B-2140-6FDBFE350CF7}"/>
              </a:ext>
            </a:extLst>
          </p:cNvPr>
          <p:cNvSpPr/>
          <p:nvPr/>
        </p:nvSpPr>
        <p:spPr>
          <a:xfrm>
            <a:off x="187572" y="2744026"/>
            <a:ext cx="8651628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indent="1772920" defTabSz="685800">
              <a:defRPr/>
            </a:pP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Calibri"/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E17F14-7AB9-BB3C-32F1-9362842D4A15}"/>
              </a:ext>
            </a:extLst>
          </p:cNvPr>
          <p:cNvSpPr/>
          <p:nvPr/>
        </p:nvSpPr>
        <p:spPr>
          <a:xfrm>
            <a:off x="-58613" y="449023"/>
            <a:ext cx="9143998" cy="49244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772920" defTabSz="685800">
              <a:defRPr/>
            </a:pPr>
            <a:endParaRPr lang="en-US" sz="2600">
              <a:solidFill>
                <a:prstClr val="black"/>
              </a:solidFill>
              <a:latin typeface="Segoe UI"/>
              <a:cs typeface="Segoe U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AC5961-ECD9-4D45-B93D-4ED18F8E8935}"/>
              </a:ext>
            </a:extLst>
          </p:cNvPr>
          <p:cNvSpPr/>
          <p:nvPr/>
        </p:nvSpPr>
        <p:spPr>
          <a:xfrm>
            <a:off x="3284" y="668323"/>
            <a:ext cx="4409783" cy="2477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/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Ninte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hitham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pole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b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nithyam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nada-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theedename</a:t>
            </a:r>
            <a:b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Ente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hitham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pole alle-</a:t>
            </a:r>
            <a:b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pithaave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yahove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177800">
              <a:spcBef>
                <a:spcPts val="600"/>
              </a:spcBef>
            </a:pPr>
            <a:r>
              <a:rPr lang="en-US" sz="2500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Ninte </a:t>
            </a:r>
            <a:r>
              <a:rPr lang="en-US" sz="2500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hitham</a:t>
            </a:r>
            <a:r>
              <a:rPr lang="en-US" sz="2500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pole </a:t>
            </a:r>
            <a:r>
              <a:rPr lang="en-US" sz="2500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500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</a:t>
            </a:r>
          </a:p>
          <a:p>
            <a:pPr marL="177800"/>
            <a:r>
              <a:rPr lang="en-US" sz="2500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nithyam</a:t>
            </a:r>
            <a:r>
              <a:rPr lang="en-US" sz="2500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nada-</a:t>
            </a:r>
            <a:r>
              <a:rPr lang="en-US" sz="2500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theedename</a:t>
            </a:r>
            <a:endParaRPr lang="en-US" sz="25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5A5B7C-93B8-219F-D6B1-8FFF5511390F}"/>
              </a:ext>
            </a:extLst>
          </p:cNvPr>
          <p:cNvSpPr txBox="1"/>
          <p:nvPr/>
        </p:nvSpPr>
        <p:spPr>
          <a:xfrm>
            <a:off x="117951" y="3225931"/>
            <a:ext cx="7270991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Translation:</a:t>
            </a:r>
          </a:p>
          <a:p>
            <a:pPr lvl="1"/>
            <a:r>
              <a:rPr lang="en-US" sz="2000" dirty="0"/>
              <a:t>Lead me, O Lord, as Your will be,</a:t>
            </a:r>
            <a:br>
              <a:rPr lang="en-US" sz="2000" dirty="0"/>
            </a:br>
            <a:r>
              <a:rPr lang="en-US" sz="2000" dirty="0"/>
              <a:t>Guide me today and everyday;</a:t>
            </a:r>
            <a:br>
              <a:rPr lang="en-US" sz="2000" dirty="0"/>
            </a:br>
            <a:r>
              <a:rPr lang="en-US" sz="2000" dirty="0"/>
              <a:t>Not by my will, but Yours alone,</a:t>
            </a:r>
            <a:br>
              <a:rPr lang="en-US" sz="2000" dirty="0"/>
            </a:br>
            <a:r>
              <a:rPr lang="en-US" sz="2000" dirty="0"/>
              <a:t>O My Father, My Jehovah.</a:t>
            </a:r>
          </a:p>
          <a:p>
            <a:pPr lvl="1"/>
            <a:r>
              <a:rPr lang="en-US" sz="2000" dirty="0">
                <a:solidFill>
                  <a:srgbClr val="800000"/>
                </a:solidFill>
              </a:rPr>
              <a:t>Lead me, O Lord, as Your will be, Guide me today and everyday</a:t>
            </a:r>
            <a:endParaRPr lang="en-SG" sz="2000" dirty="0">
              <a:solidFill>
                <a:srgbClr val="8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1FC705-08A9-6185-447F-0D672B1CE180}"/>
              </a:ext>
            </a:extLst>
          </p:cNvPr>
          <p:cNvSpPr/>
          <p:nvPr/>
        </p:nvSpPr>
        <p:spPr>
          <a:xfrm>
            <a:off x="4413067" y="761837"/>
            <a:ext cx="4867773" cy="2385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നിന്‍റെ ഹിതം</a:t>
            </a:r>
            <a:r>
              <a:rPr lang="en-US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പോലെയെന്നെ</a:t>
            </a:r>
            <a:b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നിത്യം നടത്തീടെണമേ </a:t>
            </a:r>
            <a:br>
              <a:rPr lang="en-US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എന്‍റെ ഹിതം പോലെ അല്ലെ</a:t>
            </a:r>
          </a:p>
          <a:p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എന്‍ പിതാവേ-എന്‍ യഹോവേ-</a:t>
            </a:r>
            <a:endParaRPr lang="en-US" sz="240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  <a:p>
            <a:pPr>
              <a:spcBef>
                <a:spcPts val="600"/>
              </a:spcBef>
            </a:pPr>
            <a:r>
              <a:rPr lang="ml-IN" sz="2400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നിന്‍റെ ഹിതം</a:t>
            </a:r>
            <a:r>
              <a:rPr lang="en-US" sz="2400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400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പോലെയെന്നെ</a:t>
            </a:r>
            <a:br>
              <a:rPr lang="ml-IN" sz="2400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400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നിത്യം നടത്തീടെണമേ</a:t>
            </a:r>
            <a:endParaRPr lang="en-US" sz="2400" dirty="0">
              <a:solidFill>
                <a:srgbClr val="80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13701E-7E79-D433-30B8-7F2FBE379F3A}"/>
              </a:ext>
            </a:extLst>
          </p:cNvPr>
          <p:cNvSpPr txBox="1"/>
          <p:nvPr/>
        </p:nvSpPr>
        <p:spPr>
          <a:xfrm>
            <a:off x="9497975" y="971312"/>
            <a:ext cx="47309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Alternative Translation:</a:t>
            </a:r>
          </a:p>
          <a:p>
            <a:pPr lvl="1"/>
            <a:r>
              <a:rPr lang="en-US" sz="2000" dirty="0"/>
              <a:t>Where you would lead, there I’ll follow</a:t>
            </a:r>
            <a:br>
              <a:rPr lang="en-US" sz="2000" dirty="0"/>
            </a:br>
            <a:r>
              <a:rPr lang="en-US" sz="2000" dirty="0"/>
              <a:t>As you would guide, so would I do</a:t>
            </a:r>
          </a:p>
          <a:p>
            <a:pPr lvl="1"/>
            <a:r>
              <a:rPr lang="en-US" sz="2000" dirty="0"/>
              <a:t>Never by my will, but thine alone</a:t>
            </a:r>
            <a:br>
              <a:rPr lang="en-US" sz="2000" dirty="0"/>
            </a:br>
            <a:r>
              <a:rPr lang="en-US" sz="2000" dirty="0"/>
              <a:t>My father Lord, almighty God</a:t>
            </a:r>
            <a:endParaRPr lang="en-SG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AEE52C-16B5-B9CE-164C-EF395B83BFD2}"/>
              </a:ext>
            </a:extLst>
          </p:cNvPr>
          <p:cNvSpPr txBox="1"/>
          <p:nvPr/>
        </p:nvSpPr>
        <p:spPr>
          <a:xfrm>
            <a:off x="9497975" y="2820273"/>
            <a:ext cx="541182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Alternative Translation:</a:t>
            </a:r>
          </a:p>
          <a:p>
            <a:pPr lvl="1"/>
            <a:r>
              <a:rPr lang="en-US" sz="2000" dirty="0"/>
              <a:t>Lead me always according to Your will,</a:t>
            </a:r>
            <a:br>
              <a:rPr lang="en-US" sz="2000" dirty="0"/>
            </a:br>
            <a:r>
              <a:rPr lang="en-US" sz="2000" dirty="0"/>
              <a:t>Not after my own desires;</a:t>
            </a:r>
            <a:br>
              <a:rPr lang="en-US" sz="2000" dirty="0"/>
            </a:br>
            <a:r>
              <a:rPr lang="en-US" sz="2000" dirty="0"/>
              <a:t>O my Father, O my Jehovah,</a:t>
            </a:r>
            <a:br>
              <a:rPr lang="en-US" sz="2000" dirty="0"/>
            </a:br>
            <a:r>
              <a:rPr lang="en-US" sz="2000" dirty="0"/>
              <a:t>Let my life be shaped by You.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2912979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5FCD4-3E41-AAFB-3E53-1EC14A7A5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C788B-2AA0-2377-E2EA-26C49B02C09F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Students Dedication – Hymn No 225</a:t>
            </a:r>
            <a:endParaRPr lang="en-SG" sz="2400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0194AFD-7E36-F138-D57B-3A9EDD8E80E0}"/>
              </a:ext>
            </a:extLst>
          </p:cNvPr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16D12-D77A-F30D-7ED7-C9B99F886629}"/>
              </a:ext>
            </a:extLst>
          </p:cNvPr>
          <p:cNvSpPr txBox="1"/>
          <p:nvPr/>
        </p:nvSpPr>
        <p:spPr>
          <a:xfrm>
            <a:off x="7068968" y="4835725"/>
            <a:ext cx="2070847" cy="309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Dedication: </a:t>
            </a:r>
            <a:r>
              <a:rPr lang="en-GB" sz="1400" dirty="0">
                <a:solidFill>
                  <a:prstClr val="black"/>
                </a:solidFill>
                <a:latin typeface="Segoe UI"/>
                <a:cs typeface="Segoe UI"/>
              </a:rPr>
              <a:t>2</a:t>
            </a: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 of 3 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2B8CD1-8821-8503-A312-9D2E9E544B8E}"/>
              </a:ext>
            </a:extLst>
          </p:cNvPr>
          <p:cNvSpPr/>
          <p:nvPr/>
        </p:nvSpPr>
        <p:spPr>
          <a:xfrm>
            <a:off x="187572" y="2744026"/>
            <a:ext cx="8651628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indent="1772920" defTabSz="685800">
              <a:defRPr/>
            </a:pP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Calibri"/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125361-6483-C2D9-222A-A7222EC28640}"/>
              </a:ext>
            </a:extLst>
          </p:cNvPr>
          <p:cNvSpPr/>
          <p:nvPr/>
        </p:nvSpPr>
        <p:spPr>
          <a:xfrm>
            <a:off x="-58613" y="449023"/>
            <a:ext cx="9143998" cy="49244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772920" defTabSz="685800">
              <a:defRPr/>
            </a:pPr>
            <a:endParaRPr lang="en-US" sz="2600">
              <a:solidFill>
                <a:prstClr val="black"/>
              </a:solidFill>
              <a:latin typeface="Segoe UI"/>
              <a:cs typeface="Segoe U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03F1E2-8829-0419-FCDC-11CE09F4E2FA}"/>
              </a:ext>
            </a:extLst>
          </p:cNvPr>
          <p:cNvSpPr/>
          <p:nvPr/>
        </p:nvSpPr>
        <p:spPr>
          <a:xfrm>
            <a:off x="-4186" y="566723"/>
            <a:ext cx="4868264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/>
            <a:r>
              <a:rPr lang="fi-FI" sz="2500" dirty="0">
                <a:latin typeface="Segoe UI" panose="020B0502040204020203" pitchFamily="34" charset="0"/>
                <a:cs typeface="Segoe UI" panose="020B0502040204020203" pitchFamily="34" charset="0"/>
              </a:rPr>
              <a:t>Imbamulla jeevithavum- </a:t>
            </a:r>
            <a:br>
              <a:rPr lang="fi-FI" sz="25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fi-FI" sz="2500" dirty="0">
                <a:latin typeface="Segoe UI" panose="020B0502040204020203" pitchFamily="34" charset="0"/>
                <a:cs typeface="Segoe UI" panose="020B0502040204020203" pitchFamily="34" charset="0"/>
              </a:rPr>
              <a:t>ere dhanam maanangalum</a:t>
            </a:r>
            <a:br>
              <a:rPr lang="fi-FI" sz="25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Thunpamatta</a:t>
            </a:r>
            <a:r>
              <a:rPr lang="en-SG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saukhyangalum</a:t>
            </a:r>
            <a:r>
              <a:rPr lang="en-SG" sz="2500" dirty="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r>
              <a:rPr lang="en-SG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chodikkunnill</a:t>
            </a:r>
            <a:r>
              <a:rPr lang="en-SG" sz="2500" dirty="0">
                <a:latin typeface="Segoe UI" panose="020B0502040204020203" pitchFamily="34" charset="0"/>
                <a:cs typeface="Segoe UI" panose="020B0502040204020203" pitchFamily="34" charset="0"/>
              </a:rPr>
              <a:t>-e </a:t>
            </a:r>
            <a:r>
              <a:rPr lang="en-SG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adiyan</a:t>
            </a:r>
            <a:b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500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Ninte </a:t>
            </a:r>
            <a:r>
              <a:rPr lang="en-US" sz="2500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hitham</a:t>
            </a:r>
            <a:r>
              <a:rPr lang="en-US" sz="2500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pole </a:t>
            </a:r>
            <a:r>
              <a:rPr lang="en-US" sz="2500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500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</a:t>
            </a:r>
          </a:p>
          <a:p>
            <a:pPr marL="177800"/>
            <a:r>
              <a:rPr lang="en-US" sz="2500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nithyam</a:t>
            </a:r>
            <a:r>
              <a:rPr lang="en-US" sz="2500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nada-</a:t>
            </a:r>
            <a:r>
              <a:rPr lang="en-US" sz="2500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theedename</a:t>
            </a:r>
            <a:endParaRPr lang="en-US" sz="25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C4A3CB-6397-3AD4-135D-9BF8BF2B1C66}"/>
              </a:ext>
            </a:extLst>
          </p:cNvPr>
          <p:cNvSpPr/>
          <p:nvPr/>
        </p:nvSpPr>
        <p:spPr>
          <a:xfrm>
            <a:off x="4694813" y="649789"/>
            <a:ext cx="4445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ഇമ്പമുള്ള ജീവിതവും</a:t>
            </a:r>
          </a:p>
          <a:p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ഏറെ ധനം മാനങ്ങളും</a:t>
            </a:r>
          </a:p>
          <a:p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തുമ്പമറ്റ സൗഖ്യങ്ങളും</a:t>
            </a:r>
          </a:p>
          <a:p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ചോദിക്കുന്നില്ലെ അടിയാന്‍ -</a:t>
            </a:r>
            <a:r>
              <a:rPr lang="ml-IN" sz="2400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നിന്‍റെ ഹിതം</a:t>
            </a:r>
            <a:r>
              <a:rPr lang="en-US" sz="2400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400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പോലെയെന്നെ</a:t>
            </a:r>
            <a:br>
              <a:rPr lang="ml-IN" sz="2400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400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നിത്യം നടത്തീടെണമേ</a:t>
            </a:r>
            <a:endParaRPr lang="en-US" sz="2400" dirty="0">
              <a:solidFill>
                <a:srgbClr val="80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115FBD-C3CC-9E8D-36C4-879DE577BB6D}"/>
              </a:ext>
            </a:extLst>
          </p:cNvPr>
          <p:cNvSpPr txBox="1"/>
          <p:nvPr/>
        </p:nvSpPr>
        <p:spPr>
          <a:xfrm>
            <a:off x="187572" y="3224104"/>
            <a:ext cx="712042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Translation:</a:t>
            </a:r>
          </a:p>
          <a:p>
            <a:pPr lvl="1"/>
            <a:r>
              <a:rPr lang="en-US" sz="2000" dirty="0"/>
              <a:t>I do not ask for a life of pleasure,</a:t>
            </a:r>
            <a:br>
              <a:rPr lang="en-US" sz="2000" dirty="0"/>
            </a:br>
            <a:r>
              <a:rPr lang="en-US" sz="2000" dirty="0"/>
              <a:t>Neither for excess wealth or honor,</a:t>
            </a:r>
            <a:br>
              <a:rPr lang="en-US" sz="2000" dirty="0"/>
            </a:br>
            <a:r>
              <a:rPr lang="en-US" sz="2000" dirty="0"/>
              <a:t>Nor for endless comforts</a:t>
            </a:r>
            <a:br>
              <a:rPr lang="en-US" sz="2000" dirty="0"/>
            </a:br>
            <a:r>
              <a:rPr lang="en-US" sz="2000" dirty="0"/>
              <a:t>Such things I, your humble servant, do not seek.</a:t>
            </a:r>
            <a:br>
              <a:rPr lang="en-US" sz="2000" dirty="0"/>
            </a:br>
            <a:r>
              <a:rPr lang="en-US" sz="2000" dirty="0">
                <a:solidFill>
                  <a:srgbClr val="800000"/>
                </a:solidFill>
              </a:rPr>
              <a:t>Lead me, O Lord, as Your will be, Guide me today and everyday</a:t>
            </a:r>
            <a:endParaRPr lang="en-SG" sz="2000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835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B7950-F1BC-E5E2-D08F-04C36D12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3B11D-7249-2AD0-A811-8BD8AB96254F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sz="2400">
                <a:latin typeface="Segoe UI" panose="020B0502040204020203" pitchFamily="34" charset="0"/>
                <a:cs typeface="Segoe UI" panose="020B0502040204020203" pitchFamily="34" charset="0"/>
              </a:rPr>
              <a:t>Students Dedication – Hymn No 225</a:t>
            </a:r>
            <a:endParaRPr lang="en-SG" sz="2400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5D24C93-1195-B8DB-D7E1-A10C7B8C61CC}"/>
              </a:ext>
            </a:extLst>
          </p:cNvPr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85793C-5CF1-010C-EB9E-7C6DB816CDFF}"/>
              </a:ext>
            </a:extLst>
          </p:cNvPr>
          <p:cNvSpPr txBox="1"/>
          <p:nvPr/>
        </p:nvSpPr>
        <p:spPr>
          <a:xfrm>
            <a:off x="7068968" y="4835725"/>
            <a:ext cx="2070847" cy="309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Dedication: </a:t>
            </a:r>
            <a:r>
              <a:rPr lang="en-GB" sz="1400" dirty="0">
                <a:solidFill>
                  <a:prstClr val="black"/>
                </a:solidFill>
                <a:latin typeface="Segoe UI"/>
                <a:cs typeface="Segoe UI"/>
              </a:rPr>
              <a:t>3</a:t>
            </a: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 of 3 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68D651-6034-4912-67E2-0FBDD41605A8}"/>
              </a:ext>
            </a:extLst>
          </p:cNvPr>
          <p:cNvSpPr/>
          <p:nvPr/>
        </p:nvSpPr>
        <p:spPr>
          <a:xfrm>
            <a:off x="187572" y="2744026"/>
            <a:ext cx="8651628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indent="1772920" defTabSz="685800">
              <a:defRPr/>
            </a:pP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Calibri"/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ACD08A-D86D-ADB2-7735-58A328920905}"/>
              </a:ext>
            </a:extLst>
          </p:cNvPr>
          <p:cNvSpPr/>
          <p:nvPr/>
        </p:nvSpPr>
        <p:spPr>
          <a:xfrm>
            <a:off x="-58613" y="449023"/>
            <a:ext cx="9143998" cy="49244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772920" defTabSz="685800">
              <a:defRPr/>
            </a:pPr>
            <a:endParaRPr lang="en-US" sz="2600">
              <a:solidFill>
                <a:prstClr val="black"/>
              </a:solidFill>
              <a:latin typeface="Segoe UI"/>
              <a:cs typeface="Segoe U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0BA5C2-5363-C8B2-CBD7-5DA537A80398}"/>
              </a:ext>
            </a:extLst>
          </p:cNvPr>
          <p:cNvSpPr/>
          <p:nvPr/>
        </p:nvSpPr>
        <p:spPr>
          <a:xfrm>
            <a:off x="-4186" y="668323"/>
            <a:ext cx="4868264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/>
            <a:r>
              <a:rPr lang="fi-FI" sz="2500" dirty="0">
                <a:latin typeface="Segoe UI" panose="020B0502040204020203" pitchFamily="34" charset="0"/>
                <a:cs typeface="Segoe UI" panose="020B0502040204020203" pitchFamily="34" charset="0"/>
              </a:rPr>
              <a:t>Ethu gunam ennari-van</a:t>
            </a:r>
          </a:p>
          <a:p>
            <a:pPr marL="177800"/>
            <a:r>
              <a:rPr lang="fi-FI" sz="2500" dirty="0">
                <a:latin typeface="Segoe UI" panose="020B0502040204020203" pitchFamily="34" charset="0"/>
                <a:cs typeface="Segoe UI" panose="020B0502040204020203" pitchFamily="34" charset="0"/>
              </a:rPr>
              <a:t>Illa jnaanam ennil naadha</a:t>
            </a:r>
          </a:p>
          <a:p>
            <a:pPr marL="177800"/>
            <a:r>
              <a:rPr lang="fi-FI" sz="2500" dirty="0">
                <a:latin typeface="Segoe UI" panose="020B0502040204020203" pitchFamily="34" charset="0"/>
                <a:cs typeface="Segoe UI" panose="020B0502040204020203" pitchFamily="34" charset="0"/>
              </a:rPr>
              <a:t>Nin thiru namam nimittham</a:t>
            </a:r>
          </a:p>
          <a:p>
            <a:pPr marL="177800"/>
            <a:r>
              <a:rPr lang="fi-FI" sz="2500" dirty="0">
                <a:latin typeface="Segoe UI" panose="020B0502040204020203" pitchFamily="34" charset="0"/>
                <a:cs typeface="Segoe UI" panose="020B0502040204020203" pitchFamily="34" charset="0"/>
              </a:rPr>
              <a:t>Neethi margatthil thirichu</a:t>
            </a:r>
            <a:b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500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Ninte </a:t>
            </a:r>
            <a:r>
              <a:rPr lang="en-US" sz="2500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hitham</a:t>
            </a:r>
            <a:r>
              <a:rPr lang="en-US" sz="2500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pole </a:t>
            </a:r>
            <a:r>
              <a:rPr lang="en-US" sz="2500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500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</a:t>
            </a:r>
          </a:p>
          <a:p>
            <a:pPr marL="177800"/>
            <a:r>
              <a:rPr lang="en-US" sz="2500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nithyam</a:t>
            </a:r>
            <a:r>
              <a:rPr lang="en-US" sz="2500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nada-</a:t>
            </a:r>
            <a:r>
              <a:rPr lang="en-US" sz="2500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theedename</a:t>
            </a:r>
            <a:endParaRPr lang="en-US" sz="25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46BD14-4FDC-FEC7-4BC8-4DC6713D1A6A}"/>
              </a:ext>
            </a:extLst>
          </p:cNvPr>
          <p:cNvSpPr/>
          <p:nvPr/>
        </p:nvSpPr>
        <p:spPr>
          <a:xfrm>
            <a:off x="4699000" y="738266"/>
            <a:ext cx="4445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ഏതു ഗുണമെന്നറിവാന്‍</a:t>
            </a:r>
          </a:p>
          <a:p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ഇല്ല ജ്ഞാനമെന്നില്‍ നാഥാ</a:t>
            </a:r>
          </a:p>
          <a:p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നിന്‍ തിരുനാമം നിമിത്തം</a:t>
            </a:r>
          </a:p>
          <a:p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നീതിമാര്‍ഗ്ഗത്തില്‍ തിരിച്ചു-</a:t>
            </a:r>
            <a:r>
              <a:rPr lang="ml-IN" sz="2400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നിന്‍റെ ഹിതം</a:t>
            </a:r>
            <a:r>
              <a:rPr lang="en-US" sz="2400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400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പോലെയെന്നെ</a:t>
            </a:r>
            <a:br>
              <a:rPr lang="ml-IN" sz="2400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400" dirty="0">
                <a:solidFill>
                  <a:srgbClr val="80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നിത്യം നടത്തീടെണമേ</a:t>
            </a:r>
            <a:endParaRPr lang="en-US" sz="2400" dirty="0">
              <a:solidFill>
                <a:srgbClr val="80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90C17-4198-209F-B939-388ED688969F}"/>
              </a:ext>
            </a:extLst>
          </p:cNvPr>
          <p:cNvSpPr txBox="1"/>
          <p:nvPr/>
        </p:nvSpPr>
        <p:spPr>
          <a:xfrm>
            <a:off x="187572" y="3224104"/>
            <a:ext cx="729322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Translation:</a:t>
            </a:r>
          </a:p>
          <a:p>
            <a:pPr lvl="1"/>
            <a:r>
              <a:rPr lang="en-US" sz="2000" dirty="0"/>
              <a:t>I do not know, O Lord, what goodness truly is,</a:t>
            </a:r>
          </a:p>
          <a:p>
            <a:pPr lvl="1"/>
            <a:r>
              <a:rPr lang="en-US" sz="2000" dirty="0"/>
              <a:t>Nor do I have the wisdom to discern it;</a:t>
            </a:r>
          </a:p>
          <a:p>
            <a:pPr lvl="1"/>
            <a:r>
              <a:rPr lang="en-US" sz="2000" dirty="0"/>
              <a:t>For the sake of Your holy Name, </a:t>
            </a:r>
          </a:p>
          <a:p>
            <a:pPr lvl="1"/>
            <a:r>
              <a:rPr lang="en-US" sz="2000" dirty="0"/>
              <a:t>Turn me back and lead me in the path of righteousness.</a:t>
            </a:r>
          </a:p>
          <a:p>
            <a:pPr lvl="1"/>
            <a:r>
              <a:rPr lang="en-US" sz="2000" dirty="0">
                <a:solidFill>
                  <a:srgbClr val="800000"/>
                </a:solidFill>
              </a:rPr>
              <a:t>Lead me, O Lord, as Your will be, Guide me today and everyday</a:t>
            </a:r>
            <a:endParaRPr lang="en-SG" sz="2000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199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Offertory:</a:t>
            </a:r>
            <a:endParaRPr lang="en-GB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Hymn No 420</a:t>
            </a:r>
            <a:endParaRPr lang="en-GB" sz="4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Offertory – Hymn No 420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/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1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88F937-957D-149C-3ECC-255A2AA13985}"/>
              </a:ext>
            </a:extLst>
          </p:cNvPr>
          <p:cNvSpPr txBox="1"/>
          <p:nvPr/>
        </p:nvSpPr>
        <p:spPr>
          <a:xfrm>
            <a:off x="62569" y="533910"/>
            <a:ext cx="624428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Puthu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valsarathin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Piraviyil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fontAlgn="base"/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Pinpilullathellam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Poy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maranju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fontAlgn="base"/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Puthu-thaakki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theerkkaam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Puraana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kaaryangal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fontAlgn="base"/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Pukazhthaam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karthaave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Puthu-naavaal</a:t>
            </a:r>
            <a:endParaRPr lang="en-US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B8BF1A-4E79-451A-B023-45D3C5585CC4}"/>
              </a:ext>
            </a:extLst>
          </p:cNvPr>
          <p:cNvSpPr txBox="1"/>
          <p:nvPr/>
        </p:nvSpPr>
        <p:spPr>
          <a:xfrm>
            <a:off x="62569" y="3019841"/>
            <a:ext cx="67065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]pXphÕc¯n³ ]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ndhnbnÂ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</a:p>
          <a:p>
            <a:pPr defTabSz="685800">
              <a:defRPr/>
            </a:pP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]n¼nepÅsXÃmw t]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mbv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adªp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</a:p>
          <a:p>
            <a:pPr defTabSz="685800">
              <a:defRPr/>
            </a:pP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]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pXpXmbn¯oÀ¡mw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]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pcmWImcy§Ä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</a:p>
          <a:p>
            <a:pPr defTabSz="685800">
              <a:defRPr/>
            </a:pP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]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pIgv¯mw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IÀ¯msh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]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pXp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\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mhmÂ</a:t>
            </a:r>
            <a:endParaRPr lang="en-SG" sz="3000" dirty="0">
              <a:solidFill>
                <a:prstClr val="black"/>
              </a:solidFill>
              <a:latin typeface="ML-TTKarthika" panose="04000000000000000000" pitchFamily="8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855254-3A5C-4B88-B21C-D9AA79AD5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238" y="533910"/>
            <a:ext cx="2985575" cy="263729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C7831FA-F18E-4575-A1D2-77CCD94C9033}"/>
              </a:ext>
            </a:extLst>
          </p:cNvPr>
          <p:cNvSpPr txBox="1">
            <a:spLocks/>
          </p:cNvSpPr>
          <p:nvPr/>
        </p:nvSpPr>
        <p:spPr>
          <a:xfrm>
            <a:off x="6095855" y="317120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Offertory – Hymn No 420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/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2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88F937-957D-149C-3ECC-255A2AA13985}"/>
              </a:ext>
            </a:extLst>
          </p:cNvPr>
          <p:cNvSpPr txBox="1"/>
          <p:nvPr/>
        </p:nvSpPr>
        <p:spPr>
          <a:xfrm>
            <a:off x="72012" y="604898"/>
            <a:ext cx="630338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Ee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aandu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kaakkane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Ee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deshathe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fontAlgn="base"/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Ee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loka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baadhayaal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Ilakaathe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fontAlgn="base"/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Eesho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krupa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nalki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Eeshan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vishwaasathe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Eeyadiyaarkkellam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Eedakkane</a:t>
            </a:r>
            <a:endParaRPr lang="en-US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855254-3A5C-4B88-B21C-D9AA79AD5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238" y="533910"/>
            <a:ext cx="2985575" cy="263729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C7831FA-F18E-4575-A1D2-77CCD94C9033}"/>
              </a:ext>
            </a:extLst>
          </p:cNvPr>
          <p:cNvSpPr txBox="1">
            <a:spLocks/>
          </p:cNvSpPr>
          <p:nvPr/>
        </p:nvSpPr>
        <p:spPr>
          <a:xfrm>
            <a:off x="6095855" y="317120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F32F75-2A82-4616-845F-9EE191D9F659}"/>
              </a:ext>
            </a:extLst>
          </p:cNvPr>
          <p:cNvSpPr txBox="1"/>
          <p:nvPr/>
        </p:nvSpPr>
        <p:spPr>
          <a:xfrm>
            <a:off x="72012" y="3022596"/>
            <a:ext cx="687880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Cubm¬Sp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Im¡tW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Cu 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tZis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¯ </a:t>
            </a:r>
          </a:p>
          <a:p>
            <a:pPr defTabSz="685800">
              <a:defRPr/>
            </a:pP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Cu 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temI_m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[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bmÂ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CfImsX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</a:p>
          <a:p>
            <a:pPr defTabSz="685800">
              <a:defRPr/>
            </a:pP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Cutim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Ir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] \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evIn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Cui³ 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hnizmks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¯ </a:t>
            </a:r>
          </a:p>
          <a:p>
            <a:pPr defTabSz="685800">
              <a:defRPr/>
            </a:pP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CubSnbmÀs¡Ãmw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CuSm¡tW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3613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Offertory – Hymn No 420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/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3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88F937-957D-149C-3ECC-255A2AA13985}"/>
              </a:ext>
            </a:extLst>
          </p:cNvPr>
          <p:cNvSpPr txBox="1"/>
          <p:nvPr/>
        </p:nvSpPr>
        <p:spPr>
          <a:xfrm>
            <a:off x="243594" y="608590"/>
            <a:ext cx="585226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Varum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kaalangale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Vallabhane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fontAlgn="base"/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Vasha-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kkedillaathe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Vahichheedan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fontAlgn="base"/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Vallabhan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daivame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Vasham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tharika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fontAlgn="base"/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Valiya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paapangal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Vahichhone</a:t>
            </a:r>
            <a:endParaRPr lang="en-US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855254-3A5C-4B88-B21C-D9AA79AD5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238" y="533910"/>
            <a:ext cx="2985575" cy="263729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C7831FA-F18E-4575-A1D2-77CCD94C9033}"/>
              </a:ext>
            </a:extLst>
          </p:cNvPr>
          <p:cNvSpPr txBox="1">
            <a:spLocks/>
          </p:cNvSpPr>
          <p:nvPr/>
        </p:nvSpPr>
        <p:spPr>
          <a:xfrm>
            <a:off x="6095855" y="317120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F32F75-2A82-4616-845F-9EE191D9F659}"/>
              </a:ext>
            </a:extLst>
          </p:cNvPr>
          <p:cNvSpPr txBox="1"/>
          <p:nvPr/>
        </p:nvSpPr>
        <p:spPr>
          <a:xfrm>
            <a:off x="185210" y="3050619"/>
            <a:ext cx="531106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685800">
              <a:defRPr sz="3000">
                <a:solidFill>
                  <a:prstClr val="black"/>
                </a:solidFill>
                <a:latin typeface="ML-TTKarthika" panose="04000000000000000000" pitchFamily="82" charset="0"/>
              </a:defRPr>
            </a:lvl1pPr>
          </a:lstStyle>
          <a:p>
            <a:r>
              <a:rPr lang="en-SG" dirty="0" err="1"/>
              <a:t>hcpw</a:t>
            </a:r>
            <a:r>
              <a:rPr lang="en-SG" dirty="0"/>
              <a:t> </a:t>
            </a:r>
            <a:r>
              <a:rPr lang="en-SG" dirty="0" err="1"/>
              <a:t>Ime§sf</a:t>
            </a:r>
            <a:r>
              <a:rPr lang="en-SG" dirty="0"/>
              <a:t> </a:t>
            </a:r>
            <a:r>
              <a:rPr lang="en-SG" dirty="0" err="1"/>
              <a:t>hÃ`t</a:t>
            </a:r>
            <a:r>
              <a:rPr lang="en-SG" dirty="0"/>
              <a:t>\, </a:t>
            </a:r>
          </a:p>
          <a:p>
            <a:r>
              <a:rPr lang="en-SG" dirty="0" err="1"/>
              <a:t>hit¡SnÃmsX</a:t>
            </a:r>
            <a:r>
              <a:rPr lang="en-SG" dirty="0"/>
              <a:t> hln¨oSm³ </a:t>
            </a:r>
          </a:p>
          <a:p>
            <a:r>
              <a:rPr lang="en-SG" dirty="0"/>
              <a:t>hÃ`³ </a:t>
            </a:r>
            <a:r>
              <a:rPr lang="en-SG" dirty="0" err="1"/>
              <a:t>ssZhta</a:t>
            </a:r>
            <a:r>
              <a:rPr lang="en-SG" dirty="0"/>
              <a:t> </a:t>
            </a:r>
            <a:r>
              <a:rPr lang="en-SG" dirty="0" err="1"/>
              <a:t>hiw</a:t>
            </a:r>
            <a:r>
              <a:rPr lang="en-SG" dirty="0"/>
              <a:t> \o </a:t>
            </a:r>
            <a:r>
              <a:rPr lang="en-SG" dirty="0" err="1"/>
              <a:t>XcnI</a:t>
            </a:r>
            <a:r>
              <a:rPr lang="en-SG" dirty="0"/>
              <a:t>, </a:t>
            </a:r>
          </a:p>
          <a:p>
            <a:r>
              <a:rPr lang="en-SG" dirty="0" err="1"/>
              <a:t>henb</a:t>
            </a:r>
            <a:r>
              <a:rPr lang="en-SG" dirty="0"/>
              <a:t> ]m]§Ä </a:t>
            </a:r>
            <a:r>
              <a:rPr lang="en-SG" dirty="0" err="1"/>
              <a:t>hlnt¨mt</a:t>
            </a:r>
            <a:r>
              <a:rPr lang="en-SG" dirty="0"/>
              <a:t>\. </a:t>
            </a:r>
          </a:p>
        </p:txBody>
      </p:sp>
    </p:spTree>
    <p:extLst>
      <p:ext uri="{BB962C8B-B14F-4D97-AF65-F5344CB8AC3E}">
        <p14:creationId xmlns:p14="http://schemas.microsoft.com/office/powerpoint/2010/main" val="1657925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Offertory – Hymn No 420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/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4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88F937-957D-149C-3ECC-255A2AA13985}"/>
              </a:ext>
            </a:extLst>
          </p:cNvPr>
          <p:cNvSpPr txBox="1"/>
          <p:nvPr/>
        </p:nvSpPr>
        <p:spPr>
          <a:xfrm>
            <a:off x="83782" y="749276"/>
            <a:ext cx="631682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Ennekkum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mahathwam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Eka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pithaa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fontAlgn="base"/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Ennekkum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mahathwam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Eka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suthaa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fontAlgn="base"/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Ennum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ennekkume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Eavam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bhavikkatte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Eakaakatmaa-vaayonum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Ettam</a:t>
            </a:r>
            <a:r>
              <a:rPr lang="en-SG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sthuthi</a:t>
            </a:r>
            <a:endParaRPr lang="en-US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855254-3A5C-4B88-B21C-D9AA79AD5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238" y="533910"/>
            <a:ext cx="2985575" cy="263729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C7831FA-F18E-4575-A1D2-77CCD94C9033}"/>
              </a:ext>
            </a:extLst>
          </p:cNvPr>
          <p:cNvSpPr txBox="1">
            <a:spLocks/>
          </p:cNvSpPr>
          <p:nvPr/>
        </p:nvSpPr>
        <p:spPr>
          <a:xfrm>
            <a:off x="6095855" y="317120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174DB7-3DDD-4635-8917-9FD234CD9668}"/>
              </a:ext>
            </a:extLst>
          </p:cNvPr>
          <p:cNvSpPr txBox="1"/>
          <p:nvPr/>
        </p:nvSpPr>
        <p:spPr>
          <a:xfrm>
            <a:off x="83782" y="3071886"/>
            <a:ext cx="587372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Ft¶¡pw 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alXzw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GI]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nXm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, </a:t>
            </a:r>
          </a:p>
          <a:p>
            <a:pPr defTabSz="685800">
              <a:defRPr/>
            </a:pP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Ft¶¡pw 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alXzw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GIkpXm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</a:p>
          <a:p>
            <a:pPr defTabSz="685800">
              <a:defRPr/>
            </a:pP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F¶pw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Ft¶¡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pta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Ghw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`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hn¡s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« </a:t>
            </a:r>
          </a:p>
          <a:p>
            <a:pPr defTabSz="685800">
              <a:defRPr/>
            </a:pP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GImßmhmtbm¶pw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Gäw</a:t>
            </a:r>
            <a:r>
              <a:rPr lang="en-SG" sz="30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SG" sz="30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kvXpXn</a:t>
            </a:r>
            <a:endParaRPr lang="en-SG" sz="3000" dirty="0">
              <a:solidFill>
                <a:prstClr val="black"/>
              </a:solidFill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646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/>
          <p:nvPr/>
        </p:nvSpPr>
        <p:spPr>
          <a:xfrm>
            <a:off x="756000" y="1463290"/>
            <a:ext cx="7632000" cy="2216920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72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Message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Confession:</a:t>
            </a:r>
            <a:endParaRPr lang="en-GB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US" sz="6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Hymn No 211</a:t>
            </a:r>
            <a:endParaRPr lang="en-GB" sz="6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Confession – Hymn No 211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</a:t>
            </a:r>
            <a:r>
              <a:rPr lang="en-SG" sz="1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nfess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ion: 1 of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77DC69-861D-71C3-8D7E-1FBAB11AC9BB}"/>
              </a:ext>
            </a:extLst>
          </p:cNvPr>
          <p:cNvSpPr/>
          <p:nvPr/>
        </p:nvSpPr>
        <p:spPr>
          <a:xfrm>
            <a:off x="0" y="893459"/>
            <a:ext cx="9251480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daivame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sneha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roopane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thalleedalle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santhaapaththaal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vilikkunnen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doshiye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rakshikkane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B10497-B0AA-B0DC-AB88-37A061DE297C}"/>
              </a:ext>
            </a:extLst>
          </p:cNvPr>
          <p:cNvSpPr/>
          <p:nvPr/>
        </p:nvSpPr>
        <p:spPr>
          <a:xfrm>
            <a:off x="-4187" y="2571750"/>
            <a:ext cx="92514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>
                <a:latin typeface="ML-TTKarthika" panose="04000000000000000000" pitchFamily="82" charset="0"/>
              </a:rPr>
              <a:t>ssZhta</a:t>
            </a:r>
            <a:r>
              <a:rPr lang="en-US" sz="3200" dirty="0">
                <a:latin typeface="ML-TTKarthika" panose="04000000000000000000" pitchFamily="82" charset="0"/>
              </a:rPr>
              <a:t>! </a:t>
            </a:r>
            <a:r>
              <a:rPr lang="en-US" sz="3200" dirty="0" err="1">
                <a:latin typeface="ML-TTKarthika" panose="04000000000000000000" pitchFamily="82" charset="0"/>
              </a:rPr>
              <a:t>kvt</a:t>
            </a:r>
            <a:r>
              <a:rPr lang="en-US" sz="3200" dirty="0">
                <a:latin typeface="ML-TTKarthika" panose="04000000000000000000" pitchFamily="82" charset="0"/>
              </a:rPr>
              <a:t>\l </a:t>
            </a:r>
            <a:r>
              <a:rPr lang="en-US" sz="3200" dirty="0" err="1">
                <a:latin typeface="ML-TTKarthika" panose="04000000000000000000" pitchFamily="82" charset="0"/>
              </a:rPr>
              <a:t>cq</a:t>
            </a:r>
            <a:r>
              <a:rPr lang="en-US" sz="3200" dirty="0">
                <a:latin typeface="ML-TTKarthika" panose="04000000000000000000" pitchFamily="82" charset="0"/>
              </a:rPr>
              <a:t>]t\! Fs¶ \o </a:t>
            </a:r>
            <a:r>
              <a:rPr lang="en-US" sz="3200" dirty="0" err="1">
                <a:latin typeface="ML-TTKarthika" panose="04000000000000000000" pitchFamily="82" charset="0"/>
              </a:rPr>
              <a:t>XÅoStÃ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k´m</a:t>
            </a:r>
            <a:r>
              <a:rPr lang="en-US" sz="3200" dirty="0">
                <a:latin typeface="ML-TTKarthika" panose="04000000000000000000" pitchFamily="82" charset="0"/>
              </a:rPr>
              <a:t>]¯</a:t>
            </a:r>
            <a:r>
              <a:rPr lang="en-US" sz="3200" dirty="0" err="1">
                <a:latin typeface="ML-TTKarthika" panose="04000000000000000000" pitchFamily="82" charset="0"/>
              </a:rPr>
              <a:t>mÂ</a:t>
            </a:r>
            <a:r>
              <a:rPr lang="en-US" sz="3200" dirty="0">
                <a:latin typeface="ML-TTKarthika" panose="04000000000000000000" pitchFamily="82" charset="0"/>
              </a:rPr>
              <a:t> hnfn¡pt¶³ </a:t>
            </a:r>
            <a:r>
              <a:rPr lang="en-US" sz="3200" dirty="0" err="1">
                <a:latin typeface="ML-TTKarthika" panose="04000000000000000000" pitchFamily="82" charset="0"/>
              </a:rPr>
              <a:t>tZmjnsb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c£n¡tW</a:t>
            </a:r>
            <a:r>
              <a:rPr lang="en-US" sz="3200" dirty="0">
                <a:latin typeface="ML-TTKarthika" panose="04000000000000000000" pitchFamily="82" charset="0"/>
              </a:rPr>
              <a:t> (2)</a:t>
            </a:r>
          </a:p>
          <a:p>
            <a:endParaRPr lang="en-US" sz="3200" dirty="0">
              <a:latin typeface="ML-TTKarthika" panose="04000000000000000000" pitchFamily="82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2004934" y="1543798"/>
            <a:ext cx="5134132" cy="102795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00000"/>
              <a:buFont typeface="Arial" panose="020B0604020202020204" pitchFamily="34" charset="0"/>
              <a:buNone/>
              <a:tabLst>
                <a:tab pos="1423880" algn="l"/>
              </a:tabLst>
            </a:pP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Holy Communion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/>
                <a:cs typeface="Segoe UI"/>
              </a:rPr>
              <a:t>Holy Communion 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Holy Communion – Hymn No 211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F7C09-BA06-AE9F-C2DE-2729C8AD2C95}"/>
              </a:ext>
            </a:extLst>
          </p:cNvPr>
          <p:cNvSpPr txBox="1"/>
          <p:nvPr/>
        </p:nvSpPr>
        <p:spPr>
          <a:xfrm>
            <a:off x="6706518" y="4823323"/>
            <a:ext cx="2361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Communion 1 : 1 of 5</a:t>
            </a:r>
            <a:r>
              <a:t>​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8D0B48-A285-019F-FB67-B1B79D8DD00C}"/>
              </a:ext>
            </a:extLst>
          </p:cNvPr>
          <p:cNvSpPr/>
          <p:nvPr/>
        </p:nvSpPr>
        <p:spPr>
          <a:xfrm>
            <a:off x="94473" y="485999"/>
            <a:ext cx="925148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daivame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sneha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roopane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thalleedalle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santhaapaththaal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vilikkunnen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doshiye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rakshikkane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  <a:p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ninte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arinjittum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ninne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snehichchille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thannishtanaay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nadannu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poy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neekkanne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paapathe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D483FE-8D35-05E1-E87E-333B3FF03C87}"/>
              </a:ext>
            </a:extLst>
          </p:cNvPr>
          <p:cNvSpPr/>
          <p:nvPr/>
        </p:nvSpPr>
        <p:spPr>
          <a:xfrm>
            <a:off x="94473" y="2576554"/>
            <a:ext cx="9055537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err="1">
                <a:latin typeface="ML-TTKarthika" panose="04000000000000000000" pitchFamily="82" charset="0"/>
              </a:rPr>
              <a:t>ssZhta</a:t>
            </a:r>
            <a:r>
              <a:rPr lang="en-US" sz="2600">
                <a:latin typeface="ML-TTKarthika" panose="04000000000000000000" pitchFamily="82" charset="0"/>
              </a:rPr>
              <a:t>! </a:t>
            </a:r>
            <a:r>
              <a:rPr lang="en-US" sz="2600" err="1">
                <a:latin typeface="ML-TTKarthika" panose="04000000000000000000" pitchFamily="82" charset="0"/>
              </a:rPr>
              <a:t>kvt</a:t>
            </a:r>
            <a:r>
              <a:rPr lang="en-US" sz="2600">
                <a:latin typeface="ML-TTKarthika" panose="04000000000000000000" pitchFamily="82" charset="0"/>
              </a:rPr>
              <a:t>\l </a:t>
            </a:r>
            <a:r>
              <a:rPr lang="en-US" sz="2600" err="1">
                <a:latin typeface="ML-TTKarthika" panose="04000000000000000000" pitchFamily="82" charset="0"/>
              </a:rPr>
              <a:t>cq</a:t>
            </a:r>
            <a:r>
              <a:rPr lang="en-US" sz="2600">
                <a:latin typeface="ML-TTKarthika" panose="04000000000000000000" pitchFamily="82" charset="0"/>
              </a:rPr>
              <a:t>]t\! Fs¶ \o </a:t>
            </a:r>
            <a:r>
              <a:rPr lang="en-US" sz="2600" err="1">
                <a:latin typeface="ML-TTKarthika" panose="04000000000000000000" pitchFamily="82" charset="0"/>
              </a:rPr>
              <a:t>XÅoStÃ</a:t>
            </a:r>
            <a:r>
              <a:rPr lang="en-US" sz="2600">
                <a:latin typeface="ML-TTKarthika" panose="04000000000000000000" pitchFamily="82" charset="0"/>
              </a:rPr>
              <a:t> </a:t>
            </a:r>
          </a:p>
          <a:p>
            <a:r>
              <a:rPr lang="en-US" sz="2600" err="1">
                <a:latin typeface="ML-TTKarthika" panose="04000000000000000000" pitchFamily="82" charset="0"/>
              </a:rPr>
              <a:t>k´m</a:t>
            </a:r>
            <a:r>
              <a:rPr lang="en-US" sz="2600">
                <a:latin typeface="ML-TTKarthika" panose="04000000000000000000" pitchFamily="82" charset="0"/>
              </a:rPr>
              <a:t>]¯</a:t>
            </a:r>
            <a:r>
              <a:rPr lang="en-US" sz="2600" err="1">
                <a:latin typeface="ML-TTKarthika" panose="04000000000000000000" pitchFamily="82" charset="0"/>
              </a:rPr>
              <a:t>mÂ</a:t>
            </a:r>
            <a:r>
              <a:rPr lang="en-US" sz="2600">
                <a:latin typeface="ML-TTKarthika" panose="04000000000000000000" pitchFamily="82" charset="0"/>
              </a:rPr>
              <a:t> hnfn¡pt¶³ </a:t>
            </a:r>
            <a:r>
              <a:rPr lang="en-US" sz="2600" err="1">
                <a:latin typeface="ML-TTKarthika" panose="04000000000000000000" pitchFamily="82" charset="0"/>
              </a:rPr>
              <a:t>tZmjnsb</a:t>
            </a:r>
            <a:r>
              <a:rPr lang="en-US" sz="2600">
                <a:latin typeface="ML-TTKarthika" panose="04000000000000000000" pitchFamily="82" charset="0"/>
              </a:rPr>
              <a:t> </a:t>
            </a:r>
            <a:r>
              <a:rPr lang="en-US" sz="2600" err="1">
                <a:latin typeface="ML-TTKarthika" panose="04000000000000000000" pitchFamily="82" charset="0"/>
              </a:rPr>
              <a:t>c£n¡tW</a:t>
            </a:r>
            <a:r>
              <a:rPr lang="en-US" sz="2600">
                <a:latin typeface="ML-TTKarthika" panose="04000000000000000000" pitchFamily="82" charset="0"/>
              </a:rPr>
              <a:t> (2)</a:t>
            </a:r>
          </a:p>
          <a:p>
            <a:endParaRPr lang="en-US" sz="2600">
              <a:latin typeface="ML-TTKarthika" panose="04000000000000000000" pitchFamily="82" charset="0"/>
            </a:endParaRPr>
          </a:p>
          <a:p>
            <a:r>
              <a:rPr lang="en-US" sz="2600">
                <a:latin typeface="ML-TTKarthika" panose="04000000000000000000" pitchFamily="82" charset="0"/>
              </a:rPr>
              <a:t>\</a:t>
            </a:r>
            <a:r>
              <a:rPr lang="en-US" sz="2600" err="1">
                <a:latin typeface="ML-TTKarthika" panose="04000000000000000000" pitchFamily="82" charset="0"/>
              </a:rPr>
              <a:t>nsâ</a:t>
            </a:r>
            <a:r>
              <a:rPr lang="en-US" sz="2600">
                <a:latin typeface="ML-TTKarthika" panose="04000000000000000000" pitchFamily="82" charset="0"/>
              </a:rPr>
              <a:t> </a:t>
            </a:r>
            <a:r>
              <a:rPr lang="en-US" sz="2600" err="1">
                <a:latin typeface="ML-TTKarthika" panose="04000000000000000000" pitchFamily="82" charset="0"/>
              </a:rPr>
              <a:t>kvt</a:t>
            </a:r>
            <a:r>
              <a:rPr lang="en-US" sz="2600">
                <a:latin typeface="ML-TTKarthika" panose="04000000000000000000" pitchFamily="82" charset="0"/>
              </a:rPr>
              <a:t>\l </a:t>
            </a:r>
            <a:r>
              <a:rPr lang="en-US" sz="2600" err="1">
                <a:latin typeface="ML-TTKarthika" panose="04000000000000000000" pitchFamily="82" charset="0"/>
              </a:rPr>
              <a:t>adnªn«pw</a:t>
            </a:r>
            <a:r>
              <a:rPr lang="en-US" sz="2600">
                <a:latin typeface="ML-TTKarthika" panose="04000000000000000000" pitchFamily="82" charset="0"/>
              </a:rPr>
              <a:t> \ns¶ </a:t>
            </a:r>
            <a:r>
              <a:rPr lang="en-US" sz="2600" err="1">
                <a:latin typeface="ML-TTKarthika" panose="04000000000000000000" pitchFamily="82" charset="0"/>
              </a:rPr>
              <a:t>kvt</a:t>
            </a:r>
            <a:r>
              <a:rPr lang="en-US" sz="2600">
                <a:latin typeface="ML-TTKarthika" panose="04000000000000000000" pitchFamily="82" charset="0"/>
              </a:rPr>
              <a:t>\</a:t>
            </a:r>
            <a:r>
              <a:rPr lang="en-US" sz="2600" err="1">
                <a:latin typeface="ML-TTKarthika" panose="04000000000000000000" pitchFamily="82" charset="0"/>
              </a:rPr>
              <a:t>ln¨ntÃ</a:t>
            </a:r>
            <a:r>
              <a:rPr lang="en-US" sz="2600">
                <a:latin typeface="ML-TTKarthika" panose="04000000000000000000" pitchFamily="82" charset="0"/>
              </a:rPr>
              <a:t> Rm³ </a:t>
            </a:r>
          </a:p>
          <a:p>
            <a:r>
              <a:rPr lang="en-US" sz="2600" err="1">
                <a:latin typeface="ML-TTKarthika" panose="04000000000000000000" pitchFamily="82" charset="0"/>
              </a:rPr>
              <a:t>X¶nã</a:t>
            </a:r>
            <a:r>
              <a:rPr lang="en-US" sz="2600">
                <a:latin typeface="ML-TTKarthika" panose="04000000000000000000" pitchFamily="82" charset="0"/>
              </a:rPr>
              <a:t>\</a:t>
            </a:r>
            <a:r>
              <a:rPr lang="en-US" sz="2600" err="1">
                <a:latin typeface="ML-TTKarthika" panose="04000000000000000000" pitchFamily="82" charset="0"/>
              </a:rPr>
              <a:t>mbv</a:t>
            </a:r>
            <a:r>
              <a:rPr lang="en-US" sz="2600">
                <a:latin typeface="ML-TTKarthika" panose="04000000000000000000" pitchFamily="82" charset="0"/>
              </a:rPr>
              <a:t> \</a:t>
            </a:r>
            <a:r>
              <a:rPr lang="en-US" sz="2600" err="1">
                <a:latin typeface="ML-TTKarthika" panose="04000000000000000000" pitchFamily="82" charset="0"/>
              </a:rPr>
              <a:t>S¶pt</a:t>
            </a:r>
            <a:r>
              <a:rPr lang="en-US" sz="2600">
                <a:latin typeface="ML-TTKarthika" panose="04000000000000000000" pitchFamily="82" charset="0"/>
              </a:rPr>
              <a:t>]</a:t>
            </a:r>
            <a:r>
              <a:rPr lang="en-US" sz="2600" err="1">
                <a:latin typeface="ML-TTKarthika" panose="04000000000000000000" pitchFamily="82" charset="0"/>
              </a:rPr>
              <a:t>mbv</a:t>
            </a:r>
            <a:r>
              <a:rPr lang="en-US" sz="2600">
                <a:latin typeface="ML-TTKarthika" panose="04000000000000000000" pitchFamily="82" charset="0"/>
              </a:rPr>
              <a:t> \</a:t>
            </a:r>
            <a:r>
              <a:rPr lang="en-US" sz="2600" err="1">
                <a:latin typeface="ML-TTKarthika" panose="04000000000000000000" pitchFamily="82" charset="0"/>
              </a:rPr>
              <a:t>o¡tW</a:t>
            </a:r>
            <a:r>
              <a:rPr lang="en-US" sz="2600">
                <a:latin typeface="ML-TTKarthika" panose="04000000000000000000" pitchFamily="82" charset="0"/>
              </a:rPr>
              <a:t> F³ ]m]s¯ (2)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A61A3-99AD-466B-DE88-085C79CD3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8AE7E-E964-22DC-13B9-E242F65A5432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Holy Communion – Hymn No 211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C1F569-B6D2-8387-6861-B9458533CD59}"/>
              </a:ext>
            </a:extLst>
          </p:cNvPr>
          <p:cNvSpPr txBox="1"/>
          <p:nvPr/>
        </p:nvSpPr>
        <p:spPr>
          <a:xfrm>
            <a:off x="6706518" y="4823323"/>
            <a:ext cx="2361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Communion 1 : 2 of 5</a:t>
            </a:r>
            <a:r>
              <a:t>​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7FD64A-CFEC-B2A4-DB78-AA8F20698CAF}"/>
              </a:ext>
            </a:extLst>
          </p:cNvPr>
          <p:cNvSpPr/>
          <p:nvPr/>
        </p:nvSpPr>
        <p:spPr>
          <a:xfrm>
            <a:off x="152400" y="561779"/>
            <a:ext cx="923924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ee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lokaththin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sukhangale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thedippoy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aarthiyal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swarloka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bhaagyam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pin thalli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bhoshathawam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kaanichu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sathayamallatha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vaakkukal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shankaye-nnye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othi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neethiyallatha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kriyakal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dhayakoodathe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cheithu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E16C6A-6D9F-39E6-7628-9BA22FB09917}"/>
              </a:ext>
            </a:extLst>
          </p:cNvPr>
          <p:cNvSpPr/>
          <p:nvPr/>
        </p:nvSpPr>
        <p:spPr>
          <a:xfrm>
            <a:off x="152399" y="2915108"/>
            <a:ext cx="8915859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latin typeface="ML-TTKarthika" panose="04000000000000000000" pitchFamily="82" charset="0"/>
              </a:rPr>
              <a:t>Cu temI¯n³ </a:t>
            </a:r>
            <a:r>
              <a:rPr lang="en-US" sz="2600" dirty="0" err="1">
                <a:latin typeface="ML-TTKarthika" panose="04000000000000000000" pitchFamily="82" charset="0"/>
              </a:rPr>
              <a:t>kpJ§sf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  <a:r>
              <a:rPr lang="en-US" sz="2600" dirty="0" err="1">
                <a:latin typeface="ML-TTKarthika" panose="04000000000000000000" pitchFamily="82" charset="0"/>
              </a:rPr>
              <a:t>tXSnt¸mbv</a:t>
            </a:r>
            <a:r>
              <a:rPr lang="en-US" sz="2600" dirty="0">
                <a:latin typeface="ML-TTKarthika" panose="04000000000000000000" pitchFamily="82" charset="0"/>
              </a:rPr>
              <a:t> Rm³ </a:t>
            </a:r>
            <a:r>
              <a:rPr lang="en-US" sz="2600" dirty="0" err="1">
                <a:latin typeface="ML-TTKarthika" panose="04000000000000000000" pitchFamily="82" charset="0"/>
              </a:rPr>
              <a:t>BÀ¯nbmÂ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600" dirty="0" err="1">
                <a:latin typeface="ML-TTKarthika" panose="04000000000000000000" pitchFamily="82" charset="0"/>
              </a:rPr>
              <a:t>kzÀtÃmI</a:t>
            </a:r>
            <a:r>
              <a:rPr lang="en-US" sz="2600" dirty="0">
                <a:latin typeface="ML-TTKarthika" panose="04000000000000000000" pitchFamily="82" charset="0"/>
              </a:rPr>
              <a:t> `</a:t>
            </a:r>
            <a:r>
              <a:rPr lang="en-US" sz="2600" dirty="0" err="1">
                <a:latin typeface="ML-TTKarthika" panose="04000000000000000000" pitchFamily="82" charset="0"/>
              </a:rPr>
              <a:t>mKyw</a:t>
            </a:r>
            <a:r>
              <a:rPr lang="en-US" sz="2600" dirty="0">
                <a:latin typeface="ML-TTKarthika" panose="04000000000000000000" pitchFamily="82" charset="0"/>
              </a:rPr>
              <a:t> ]n³XÅn </a:t>
            </a:r>
            <a:r>
              <a:rPr lang="en-US" sz="2600" dirty="0" err="1">
                <a:latin typeface="ML-TTKarthika" panose="04000000000000000000" pitchFamily="82" charset="0"/>
              </a:rPr>
              <a:t>t`mjXzw</a:t>
            </a:r>
            <a:r>
              <a:rPr lang="en-US" sz="2600" dirty="0">
                <a:latin typeface="ML-TTKarthika" panose="04000000000000000000" pitchFamily="82" charset="0"/>
              </a:rPr>
              <a:t> Rm³ </a:t>
            </a:r>
            <a:r>
              <a:rPr lang="en-US" sz="2600" dirty="0" err="1">
                <a:latin typeface="ML-TTKarthika" panose="04000000000000000000" pitchFamily="82" charset="0"/>
              </a:rPr>
              <a:t>ImWn¨p</a:t>
            </a:r>
            <a:r>
              <a:rPr lang="en-US" sz="2600" dirty="0">
                <a:latin typeface="ML-TTKarthika" panose="04000000000000000000" pitchFamily="82" charset="0"/>
              </a:rPr>
              <a:t> (2)</a:t>
            </a:r>
          </a:p>
          <a:p>
            <a:endParaRPr lang="en-US" sz="2600" dirty="0">
              <a:latin typeface="ML-TTKarthika" panose="04000000000000000000" pitchFamily="82" charset="0"/>
            </a:endParaRPr>
          </a:p>
          <a:p>
            <a:r>
              <a:rPr lang="en-US" sz="2600" dirty="0" err="1">
                <a:latin typeface="ML-TTKarthika" panose="04000000000000000000" pitchFamily="82" charset="0"/>
              </a:rPr>
              <a:t>kXyaÃm</a:t>
            </a:r>
            <a:r>
              <a:rPr lang="en-US" sz="2600" dirty="0">
                <a:latin typeface="ML-TTKarthika" panose="04000000000000000000" pitchFamily="82" charset="0"/>
              </a:rPr>
              <a:t>¯ </a:t>
            </a:r>
            <a:r>
              <a:rPr lang="en-US" sz="2600" dirty="0" err="1">
                <a:latin typeface="ML-TTKarthika" panose="04000000000000000000" pitchFamily="82" charset="0"/>
              </a:rPr>
              <a:t>hm¡pIÄ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  <a:r>
              <a:rPr lang="en-US" sz="2600" dirty="0" err="1">
                <a:latin typeface="ML-TTKarthika" panose="04000000000000000000" pitchFamily="82" charset="0"/>
              </a:rPr>
              <a:t>i¦sbt</a:t>
            </a:r>
            <a:r>
              <a:rPr lang="en-US" sz="2600" dirty="0">
                <a:latin typeface="ML-TTKarthika" panose="04000000000000000000" pitchFamily="82" charset="0"/>
              </a:rPr>
              <a:t>\y </a:t>
            </a:r>
            <a:r>
              <a:rPr lang="en-US" sz="2600" dirty="0" err="1">
                <a:latin typeface="ML-TTKarthika" panose="04000000000000000000" pitchFamily="82" charset="0"/>
              </a:rPr>
              <a:t>HmXn</a:t>
            </a:r>
            <a:r>
              <a:rPr lang="en-US" sz="2600" dirty="0">
                <a:latin typeface="ML-TTKarthika" panose="04000000000000000000" pitchFamily="82" charset="0"/>
              </a:rPr>
              <a:t> Rm³ </a:t>
            </a:r>
          </a:p>
          <a:p>
            <a:r>
              <a:rPr lang="en-US" sz="2600" dirty="0">
                <a:latin typeface="ML-TTKarthika" panose="04000000000000000000" pitchFamily="82" charset="0"/>
              </a:rPr>
              <a:t>\</a:t>
            </a:r>
            <a:r>
              <a:rPr lang="en-US" sz="2600" dirty="0" err="1">
                <a:latin typeface="ML-TTKarthika" panose="04000000000000000000" pitchFamily="82" charset="0"/>
              </a:rPr>
              <a:t>oXnbnÃm</a:t>
            </a:r>
            <a:r>
              <a:rPr lang="en-US" sz="2600" dirty="0">
                <a:latin typeface="ML-TTKarthika" panose="04000000000000000000" pitchFamily="82" charset="0"/>
              </a:rPr>
              <a:t>¯ {</a:t>
            </a:r>
            <a:r>
              <a:rPr lang="en-US" sz="2600" dirty="0" err="1">
                <a:latin typeface="ML-TTKarthika" panose="04000000000000000000" pitchFamily="82" charset="0"/>
              </a:rPr>
              <a:t>InbIÄ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  <a:r>
              <a:rPr lang="en-US" sz="2600" dirty="0" err="1">
                <a:latin typeface="ML-TTKarthika" panose="04000000000000000000" pitchFamily="82" charset="0"/>
              </a:rPr>
              <a:t>Zb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  <a:r>
              <a:rPr lang="en-US" sz="2600" dirty="0" err="1">
                <a:latin typeface="ML-TTKarthika" panose="04000000000000000000" pitchFamily="82" charset="0"/>
              </a:rPr>
              <a:t>IqSmsX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  <a:r>
              <a:rPr lang="en-US" sz="2600" dirty="0" err="1">
                <a:latin typeface="ML-TTKarthika" panose="04000000000000000000" pitchFamily="82" charset="0"/>
              </a:rPr>
              <a:t>sNbvXp</a:t>
            </a:r>
            <a:r>
              <a:rPr lang="en-US" sz="2600" dirty="0">
                <a:latin typeface="ML-TTKarthika" panose="04000000000000000000" pitchFamily="82" charset="0"/>
              </a:rPr>
              <a:t> Rm³ (2)</a:t>
            </a:r>
          </a:p>
        </p:txBody>
      </p:sp>
    </p:spTree>
    <p:extLst>
      <p:ext uri="{BB962C8B-B14F-4D97-AF65-F5344CB8AC3E}">
        <p14:creationId xmlns:p14="http://schemas.microsoft.com/office/powerpoint/2010/main" val="28558472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12C9E-89BF-99A8-2757-19A1EC9B5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814B1-7E25-8266-6DD3-BC1422AE4BD0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Holy Communion – Hymn No 211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45A4E7-511E-2A1E-EF28-FFD4A45FF0BE}"/>
              </a:ext>
            </a:extLst>
          </p:cNvPr>
          <p:cNvSpPr txBox="1"/>
          <p:nvPr/>
        </p:nvSpPr>
        <p:spPr>
          <a:xfrm>
            <a:off x="6706518" y="4823323"/>
            <a:ext cx="2361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Communion 1 : 3 of 5</a:t>
            </a:r>
            <a:r>
              <a:t>​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DC3985-E9E9-CA51-114A-A2DFE6C4EFB6}"/>
              </a:ext>
            </a:extLst>
          </p:cNvPr>
          <p:cNvSpPr/>
          <p:nvPr/>
        </p:nvSpPr>
        <p:spPr>
          <a:xfrm>
            <a:off x="138015" y="485999"/>
            <a:ext cx="9055537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ashuddhamaaya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chinthakal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malina-maaya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kaazhchakal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ashuddhamaakki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maanasam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andhamaakki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kan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-kale (2) </a:t>
            </a:r>
          </a:p>
          <a:p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mohangal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saadhichcheeduvaan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kaushalam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prayogichu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mahanennu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niroopichu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ninda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paathramaayippoy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6F1BE5-7F29-D153-9753-F07DDA5D6B0C}"/>
              </a:ext>
            </a:extLst>
          </p:cNvPr>
          <p:cNvSpPr/>
          <p:nvPr/>
        </p:nvSpPr>
        <p:spPr>
          <a:xfrm>
            <a:off x="138015" y="2896731"/>
            <a:ext cx="8917522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latin typeface="ML-TTKarthika" panose="04000000000000000000" pitchFamily="82" charset="0"/>
              </a:rPr>
              <a:t>Aip²amb </a:t>
            </a:r>
            <a:r>
              <a:rPr lang="en-US" sz="2600" dirty="0" err="1">
                <a:latin typeface="ML-TTKarthika" panose="04000000000000000000" pitchFamily="82" charset="0"/>
              </a:rPr>
              <a:t>Nn´IÄ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  <a:r>
              <a:rPr lang="en-US" sz="2600" dirty="0" err="1">
                <a:latin typeface="ML-TTKarthika" panose="04000000000000000000" pitchFamily="82" charset="0"/>
              </a:rPr>
              <a:t>aen</a:t>
            </a:r>
            <a:r>
              <a:rPr lang="en-US" sz="2600" dirty="0">
                <a:latin typeface="ML-TTKarthika" panose="04000000000000000000" pitchFamily="82" charset="0"/>
              </a:rPr>
              <a:t>\</a:t>
            </a:r>
            <a:r>
              <a:rPr lang="en-US" sz="2600" dirty="0" err="1">
                <a:latin typeface="ML-TTKarthika" panose="04000000000000000000" pitchFamily="82" charset="0"/>
              </a:rPr>
              <a:t>amb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  <a:r>
              <a:rPr lang="en-US" sz="2600" dirty="0" err="1">
                <a:latin typeface="ML-TTKarthika" panose="04000000000000000000" pitchFamily="82" charset="0"/>
              </a:rPr>
              <a:t>ImgvNIÄ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600" dirty="0">
                <a:latin typeface="ML-TTKarthika" panose="04000000000000000000" pitchFamily="82" charset="0"/>
              </a:rPr>
              <a:t>Aip²am¡n am\kw </a:t>
            </a:r>
            <a:r>
              <a:rPr lang="en-US" sz="2600" dirty="0" err="1">
                <a:latin typeface="ML-TTKarthika" panose="04000000000000000000" pitchFamily="82" charset="0"/>
              </a:rPr>
              <a:t>AÔam¡n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  <a:r>
              <a:rPr lang="en-US" sz="2600" dirty="0" err="1">
                <a:latin typeface="ML-TTKarthika" panose="04000000000000000000" pitchFamily="82" charset="0"/>
              </a:rPr>
              <a:t>I¬Isf</a:t>
            </a:r>
            <a:r>
              <a:rPr lang="en-US" sz="2600" dirty="0">
                <a:latin typeface="ML-TTKarthika" panose="04000000000000000000" pitchFamily="82" charset="0"/>
              </a:rPr>
              <a:t> (2)</a:t>
            </a:r>
          </a:p>
          <a:p>
            <a:endParaRPr lang="en-US" sz="2600" dirty="0">
              <a:latin typeface="ML-TTKarthika" panose="04000000000000000000" pitchFamily="82" charset="0"/>
            </a:endParaRPr>
          </a:p>
          <a:p>
            <a:r>
              <a:rPr lang="en-US" sz="2600" dirty="0" err="1">
                <a:latin typeface="ML-TTKarthika" panose="04000000000000000000" pitchFamily="82" charset="0"/>
              </a:rPr>
              <a:t>taml§Ä</a:t>
            </a:r>
            <a:r>
              <a:rPr lang="en-US" sz="2600" dirty="0">
                <a:latin typeface="ML-TTKarthika" panose="04000000000000000000" pitchFamily="82" charset="0"/>
              </a:rPr>
              <a:t> km[n¨oSphm³ </a:t>
            </a:r>
            <a:r>
              <a:rPr lang="en-US" sz="2600" dirty="0" err="1">
                <a:latin typeface="ML-TTKarthika" panose="04000000000000000000" pitchFamily="82" charset="0"/>
              </a:rPr>
              <a:t>Iuiew</a:t>
            </a:r>
            <a:r>
              <a:rPr lang="en-US" sz="2600" dirty="0">
                <a:latin typeface="ML-TTKarthika" panose="04000000000000000000" pitchFamily="82" charset="0"/>
              </a:rPr>
              <a:t> {]</a:t>
            </a:r>
            <a:r>
              <a:rPr lang="en-US" sz="2600" dirty="0" err="1">
                <a:latin typeface="ML-TTKarthika" panose="04000000000000000000" pitchFamily="82" charset="0"/>
              </a:rPr>
              <a:t>tbmKn¨p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600" dirty="0">
                <a:latin typeface="ML-TTKarthika" panose="04000000000000000000" pitchFamily="82" charset="0"/>
              </a:rPr>
              <a:t>alms\¶p \</a:t>
            </a:r>
            <a:r>
              <a:rPr lang="en-US" sz="2600" dirty="0" err="1">
                <a:latin typeface="ML-TTKarthika" panose="04000000000000000000" pitchFamily="82" charset="0"/>
              </a:rPr>
              <a:t>ncq</a:t>
            </a:r>
            <a:r>
              <a:rPr lang="en-US" sz="2600" dirty="0">
                <a:latin typeface="ML-TTKarthika" panose="04000000000000000000" pitchFamily="82" charset="0"/>
              </a:rPr>
              <a:t>]</a:t>
            </a:r>
            <a:r>
              <a:rPr lang="en-US" sz="2600" dirty="0" err="1">
                <a:latin typeface="ML-TTKarthika" panose="04000000000000000000" pitchFamily="82" charset="0"/>
              </a:rPr>
              <a:t>n¨p</a:t>
            </a:r>
            <a:r>
              <a:rPr lang="en-US" sz="2600" dirty="0">
                <a:latin typeface="ML-TTKarthika" panose="04000000000000000000" pitchFamily="82" charset="0"/>
              </a:rPr>
              <a:t> \n\</a:t>
            </a:r>
            <a:r>
              <a:rPr lang="en-US" sz="2600" dirty="0" err="1">
                <a:latin typeface="ML-TTKarthika" panose="04000000000000000000" pitchFamily="82" charset="0"/>
              </a:rPr>
              <a:t>vZm</a:t>
            </a:r>
            <a:r>
              <a:rPr lang="en-US" sz="2600" dirty="0">
                <a:latin typeface="ML-TTKarthika" panose="04000000000000000000" pitchFamily="82" charset="0"/>
              </a:rPr>
              <a:t> ]m{</a:t>
            </a:r>
            <a:r>
              <a:rPr lang="en-US" sz="2600" dirty="0" err="1">
                <a:latin typeface="ML-TTKarthika" panose="04000000000000000000" pitchFamily="82" charset="0"/>
              </a:rPr>
              <a:t>Xambnt¸mbv</a:t>
            </a:r>
            <a:r>
              <a:rPr lang="en-US" sz="2600" dirty="0">
                <a:latin typeface="ML-TTKarthika" panose="04000000000000000000" pitchFamily="82" charset="0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35911021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B3976-DAC5-DE99-3463-4A591D566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E610E-5D5F-AE7E-F086-38D9552E9E05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Holy Communion – Hymn No 211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A28CF8-F73C-C8A4-0CC7-B6B00973DAD6}"/>
              </a:ext>
            </a:extLst>
          </p:cNvPr>
          <p:cNvSpPr txBox="1"/>
          <p:nvPr/>
        </p:nvSpPr>
        <p:spPr>
          <a:xfrm>
            <a:off x="6706518" y="4823323"/>
            <a:ext cx="2361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Communion 1 : 4 of 5</a:t>
            </a:r>
            <a:r>
              <a:t>​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0C1BEB-2DA8-0CB5-E390-42965F0FD1E9}"/>
              </a:ext>
            </a:extLst>
          </p:cNvPr>
          <p:cNvSpPr/>
          <p:nvPr/>
        </p:nvSpPr>
        <p:spPr>
          <a:xfrm>
            <a:off x="-4187" y="570637"/>
            <a:ext cx="933994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mathimarannu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nigalichu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sukhangal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peruki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vannappol</a:t>
            </a:r>
            <a:endParaRPr lang="en-US" sz="2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athin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bhalathal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veenupoy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lajjikkunnee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neechan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  <a:p>
            <a:endParaRPr lang="en-US" sz="2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kashtathakal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dhaaraalam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chuttu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paadum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kandittum</a:t>
            </a:r>
            <a:endParaRPr lang="en-US" sz="2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ottum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kaaarunyam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illaathe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swaarthham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maathram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nivarththichu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B957AA-3735-B4E2-9986-FAE9B36A9E67}"/>
              </a:ext>
            </a:extLst>
          </p:cNvPr>
          <p:cNvSpPr/>
          <p:nvPr/>
        </p:nvSpPr>
        <p:spPr>
          <a:xfrm>
            <a:off x="0" y="2845859"/>
            <a:ext cx="9144000" cy="1977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ML-TTKarthika" panose="04000000000000000000" pitchFamily="82" charset="0"/>
              </a:rPr>
              <a:t>aXnad¶p</a:t>
            </a:r>
            <a:r>
              <a:rPr lang="en-US" sz="2400" dirty="0">
                <a:latin typeface="ML-TTKarthika" panose="04000000000000000000" pitchFamily="82" charset="0"/>
              </a:rPr>
              <a:t> \</a:t>
            </a:r>
            <a:r>
              <a:rPr lang="en-US" sz="2400" dirty="0" err="1">
                <a:latin typeface="ML-TTKarthika" panose="04000000000000000000" pitchFamily="82" charset="0"/>
              </a:rPr>
              <a:t>nKfn¨p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kpJ§Ä</a:t>
            </a:r>
            <a:r>
              <a:rPr lang="en-US" sz="2400" dirty="0">
                <a:latin typeface="ML-TTKarthika" panose="04000000000000000000" pitchFamily="82" charset="0"/>
              </a:rPr>
              <a:t> s]</a:t>
            </a:r>
            <a:r>
              <a:rPr lang="en-US" sz="2400" dirty="0" err="1">
                <a:latin typeface="ML-TTKarthika" panose="04000000000000000000" pitchFamily="82" charset="0"/>
              </a:rPr>
              <a:t>cpIn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h¶t¸mÄ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400" dirty="0">
                <a:latin typeface="ML-TTKarthika" panose="04000000000000000000" pitchFamily="82" charset="0"/>
              </a:rPr>
              <a:t>AXn³ ^</a:t>
            </a:r>
            <a:r>
              <a:rPr lang="en-US" sz="2400" dirty="0" err="1">
                <a:latin typeface="ML-TTKarthika" panose="04000000000000000000" pitchFamily="82" charset="0"/>
              </a:rPr>
              <a:t>e¯mÂ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hoWpt</a:t>
            </a:r>
            <a:r>
              <a:rPr lang="en-US" sz="2400" dirty="0">
                <a:latin typeface="ML-TTKarthika" panose="04000000000000000000" pitchFamily="82" charset="0"/>
              </a:rPr>
              <a:t>]</a:t>
            </a:r>
            <a:r>
              <a:rPr lang="en-US" sz="2400" dirty="0" err="1">
                <a:latin typeface="ML-TTKarthika" panose="04000000000000000000" pitchFamily="82" charset="0"/>
              </a:rPr>
              <a:t>mbv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eÖn¡p¶o</a:t>
            </a:r>
            <a:r>
              <a:rPr lang="en-US" sz="2400" dirty="0">
                <a:latin typeface="ML-TTKarthika" panose="04000000000000000000" pitchFamily="82" charset="0"/>
              </a:rPr>
              <a:t> \oN³ Rm³ (2)</a:t>
            </a:r>
          </a:p>
          <a:p>
            <a:endParaRPr lang="en-US" sz="2400" dirty="0">
              <a:latin typeface="ML-TTKarthika" panose="04000000000000000000" pitchFamily="82" charset="0"/>
            </a:endParaRPr>
          </a:p>
          <a:p>
            <a:r>
              <a:rPr lang="en-US" sz="2400" dirty="0" err="1">
                <a:latin typeface="ML-TTKarthika" panose="04000000000000000000" pitchFamily="82" charset="0"/>
              </a:rPr>
              <a:t>IãXIÄ</a:t>
            </a:r>
            <a:r>
              <a:rPr lang="en-US" sz="2400" dirty="0">
                <a:latin typeface="ML-TTKarthika" panose="04000000000000000000" pitchFamily="82" charset="0"/>
              </a:rPr>
              <a:t> [</a:t>
            </a:r>
            <a:r>
              <a:rPr lang="en-US" sz="2400" dirty="0" err="1">
                <a:latin typeface="ML-TTKarthika" panose="04000000000000000000" pitchFamily="82" charset="0"/>
              </a:rPr>
              <a:t>mcmfw</a:t>
            </a:r>
            <a:r>
              <a:rPr lang="en-US" sz="2400" dirty="0">
                <a:latin typeface="ML-TTKarthika" panose="04000000000000000000" pitchFamily="82" charset="0"/>
              </a:rPr>
              <a:t> Rm³ </a:t>
            </a:r>
            <a:r>
              <a:rPr lang="en-US" sz="2400" dirty="0" err="1">
                <a:latin typeface="ML-TTKarthika" panose="04000000000000000000" pitchFamily="82" charset="0"/>
              </a:rPr>
              <a:t>Npäp</a:t>
            </a:r>
            <a:r>
              <a:rPr lang="en-US" sz="2400" dirty="0">
                <a:latin typeface="ML-TTKarthika" panose="04000000000000000000" pitchFamily="82" charset="0"/>
              </a:rPr>
              <a:t>]</a:t>
            </a:r>
            <a:r>
              <a:rPr lang="en-US" sz="2400" dirty="0" err="1">
                <a:latin typeface="ML-TTKarthika" panose="04000000000000000000" pitchFamily="82" charset="0"/>
              </a:rPr>
              <a:t>mSpw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I¬Sn«pw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en-US" sz="2400" dirty="0" err="1">
                <a:latin typeface="ML-TTKarthika" panose="04000000000000000000" pitchFamily="82" charset="0"/>
              </a:rPr>
              <a:t>H«pw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ImcpWyw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CÃmsX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kzmÀ°w</a:t>
            </a:r>
            <a:r>
              <a:rPr lang="en-US" sz="2400" dirty="0">
                <a:latin typeface="ML-TTKarthika" panose="04000000000000000000" pitchFamily="82" charset="0"/>
              </a:rPr>
              <a:t> am{</a:t>
            </a:r>
            <a:r>
              <a:rPr lang="en-US" sz="2400" dirty="0" err="1">
                <a:latin typeface="ML-TTKarthika" panose="04000000000000000000" pitchFamily="82" charset="0"/>
              </a:rPr>
              <a:t>Xw</a:t>
            </a:r>
            <a:r>
              <a:rPr lang="en-US" sz="2400" dirty="0">
                <a:latin typeface="ML-TTKarthika" panose="04000000000000000000" pitchFamily="82" charset="0"/>
              </a:rPr>
              <a:t> \</a:t>
            </a:r>
            <a:r>
              <a:rPr lang="en-US" sz="2400" dirty="0" err="1">
                <a:latin typeface="ML-TTKarthika" panose="04000000000000000000" pitchFamily="82" charset="0"/>
              </a:rPr>
              <a:t>nhÀ¯n¨p</a:t>
            </a:r>
            <a:r>
              <a:rPr lang="en-US" sz="2400" dirty="0">
                <a:latin typeface="ML-TTKarthika" panose="04000000000000000000" pitchFamily="82" charset="0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1898356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3AEEB-AFF5-8A4D-5220-CD7396835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12A7F-D835-633B-160C-39A99144494A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Holy Communion – Hymn No 211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2DB360-BDBF-426C-5192-281507859C73}"/>
              </a:ext>
            </a:extLst>
          </p:cNvPr>
          <p:cNvSpPr txBox="1"/>
          <p:nvPr/>
        </p:nvSpPr>
        <p:spPr>
          <a:xfrm>
            <a:off x="6706518" y="4823323"/>
            <a:ext cx="2361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Communion 1 : 5 of 5</a:t>
            </a:r>
            <a:r>
              <a:t>​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0AE721-5610-28D7-0684-558392674D3C}"/>
              </a:ext>
            </a:extLst>
          </p:cNvPr>
          <p:cNvSpPr/>
          <p:nvPr/>
        </p:nvSpPr>
        <p:spPr>
          <a:xfrm>
            <a:off x="133813" y="755868"/>
            <a:ext cx="885406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ippozhitha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nin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paadaththil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kumbidunnee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ezha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ulppoovine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shuddhi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cheythu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jeevippikka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doshiye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167961-ACFB-D88F-16E0-0D54F436A19B}"/>
              </a:ext>
            </a:extLst>
          </p:cNvPr>
          <p:cNvSpPr/>
          <p:nvPr/>
        </p:nvSpPr>
        <p:spPr>
          <a:xfrm>
            <a:off x="75741" y="2358708"/>
            <a:ext cx="891214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Ct¸mgnXm</a:t>
            </a:r>
            <a:r>
              <a:rPr lang="en-US" sz="2800">
                <a:latin typeface="ML-TTKarthika" panose="04000000000000000000" pitchFamily="82" charset="0"/>
              </a:rPr>
              <a:t> \n³ ]</a:t>
            </a:r>
            <a:r>
              <a:rPr lang="en-US" sz="2800" err="1">
                <a:latin typeface="ML-TTKarthika" panose="04000000000000000000" pitchFamily="82" charset="0"/>
              </a:rPr>
              <a:t>mZ¯nÂ</a:t>
            </a:r>
            <a:r>
              <a:rPr lang="en-US" sz="2800">
                <a:latin typeface="ML-TTKarthika" panose="04000000000000000000" pitchFamily="82" charset="0"/>
              </a:rPr>
              <a:t> Ip¼nSp¶o Gg Rm³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DÄ¸qhns</a:t>
            </a:r>
            <a:r>
              <a:rPr lang="en-US" sz="2800">
                <a:latin typeface="ML-TTKarthika" panose="04000000000000000000" pitchFamily="82" charset="0"/>
              </a:rPr>
              <a:t>\ ip²nsNbvXp </a:t>
            </a:r>
            <a:r>
              <a:rPr lang="en-US" sz="2800" err="1">
                <a:latin typeface="ML-TTKarthika" panose="04000000000000000000" pitchFamily="82" charset="0"/>
              </a:rPr>
              <a:t>Pohn¸n</a:t>
            </a:r>
            <a:r>
              <a:rPr lang="en-US" sz="2800">
                <a:latin typeface="ML-TTKarthika" panose="04000000000000000000" pitchFamily="82" charset="0"/>
              </a:rPr>
              <a:t>¡ </a:t>
            </a:r>
            <a:r>
              <a:rPr lang="en-US" sz="2800" err="1">
                <a:latin typeface="ML-TTKarthika" panose="04000000000000000000" pitchFamily="82" charset="0"/>
              </a:rPr>
              <a:t>tZmjnsb</a:t>
            </a:r>
            <a:r>
              <a:rPr lang="en-US" sz="2800">
                <a:latin typeface="ML-TTKarthika" panose="04000000000000000000" pitchFamily="82" charset="0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1209344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171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</a:t>
            </a:r>
            <a:r>
              <a:rPr lang="en-GB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 1 of 4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171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BD012-AD29-4787-860F-2F6C186282BD}"/>
              </a:ext>
            </a:extLst>
          </p:cNvPr>
          <p:cNvSpPr txBox="1"/>
          <p:nvPr/>
        </p:nvSpPr>
        <p:spPr>
          <a:xfrm>
            <a:off x="88447" y="2835438"/>
            <a:ext cx="91440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600" dirty="0" err="1">
                <a:latin typeface="ML-TTKarthika" panose="04000000000000000000" pitchFamily="82" charset="0"/>
              </a:rPr>
              <a:t>taÂho«nÂ</a:t>
            </a:r>
            <a:r>
              <a:rPr lang="en-SG" sz="2600" dirty="0">
                <a:latin typeface="ML-TTKarthika" panose="04000000000000000000" pitchFamily="82" charset="0"/>
              </a:rPr>
              <a:t> F³tbip </a:t>
            </a:r>
            <a:r>
              <a:rPr lang="en-SG" sz="2600" dirty="0" err="1">
                <a:latin typeface="ML-TTKarthika" panose="04000000000000000000" pitchFamily="82" charset="0"/>
              </a:rPr>
              <a:t>lm</a:t>
            </a:r>
            <a:r>
              <a:rPr lang="en-SG" sz="2600" dirty="0">
                <a:latin typeface="ML-TTKarthika" panose="04000000000000000000" pitchFamily="82" charset="0"/>
              </a:rPr>
              <a:t>! </a:t>
            </a:r>
            <a:r>
              <a:rPr lang="en-SG" sz="2600" dirty="0" err="1">
                <a:latin typeface="ML-TTKarthika" panose="04000000000000000000" pitchFamily="82" charset="0"/>
              </a:rPr>
              <a:t>kvt</a:t>
            </a:r>
            <a:r>
              <a:rPr lang="en-SG" sz="2600" dirty="0">
                <a:latin typeface="ML-TTKarthika" panose="04000000000000000000" pitchFamily="82" charset="0"/>
              </a:rPr>
              <a:t>\</a:t>
            </a:r>
            <a:r>
              <a:rPr lang="en-SG" sz="2600" dirty="0" err="1">
                <a:latin typeface="ML-TTKarthika" panose="04000000000000000000" pitchFamily="82" charset="0"/>
              </a:rPr>
              <a:t>lambv</a:t>
            </a:r>
            <a:r>
              <a:rPr lang="en-SG" sz="2600" dirty="0"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latin typeface="ML-TTKarthika" panose="04000000000000000000" pitchFamily="82" charset="0"/>
              </a:rPr>
              <a:t>hnfn¡p¶p</a:t>
            </a:r>
            <a:r>
              <a:rPr lang="en-SG" sz="2600" dirty="0"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latin typeface="ML-TTKarthika" panose="04000000000000000000" pitchFamily="82" charset="0"/>
              </a:rPr>
              <a:t>hnfn¡p¶p</a:t>
            </a:r>
            <a:endParaRPr lang="en-SG" sz="2600" dirty="0">
              <a:latin typeface="ML-TTKarthika" panose="04000000000000000000" pitchFamily="82" charset="0"/>
            </a:endParaRPr>
          </a:p>
          <a:p>
            <a:r>
              <a:rPr lang="en-SG" sz="2600" dirty="0" err="1">
                <a:latin typeface="ML-TTKarthika" panose="04000000000000000000" pitchFamily="82" charset="0"/>
              </a:rPr>
              <a:t>kvt</a:t>
            </a:r>
            <a:r>
              <a:rPr lang="en-SG" sz="2600" dirty="0">
                <a:latin typeface="ML-TTKarthika" panose="04000000000000000000" pitchFamily="82" charset="0"/>
              </a:rPr>
              <a:t>\l {]</a:t>
            </a:r>
            <a:r>
              <a:rPr lang="en-SG" sz="2600" dirty="0" err="1">
                <a:latin typeface="ML-TTKarthika" panose="04000000000000000000" pitchFamily="82" charset="0"/>
              </a:rPr>
              <a:t>Imiw</a:t>
            </a:r>
            <a:r>
              <a:rPr lang="en-SG" sz="2600" dirty="0"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latin typeface="ML-TTKarthika" panose="04000000000000000000" pitchFamily="82" charset="0"/>
              </a:rPr>
              <a:t>hn«It¶m</a:t>
            </a:r>
            <a:r>
              <a:rPr lang="en-SG" sz="2600" dirty="0">
                <a:latin typeface="ML-TTKarthika" panose="04000000000000000000" pitchFamily="82" charset="0"/>
              </a:rPr>
              <a:t>\</a:t>
            </a:r>
            <a:r>
              <a:rPr lang="en-SG" sz="2600" dirty="0" err="1">
                <a:latin typeface="ML-TTKarthika" panose="04000000000000000000" pitchFamily="82" charset="0"/>
              </a:rPr>
              <a:t>mbv</a:t>
            </a:r>
            <a:r>
              <a:rPr lang="en-SG" sz="2600" dirty="0"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latin typeface="ML-TTKarthika" panose="04000000000000000000" pitchFamily="82" charset="0"/>
              </a:rPr>
              <a:t>Zqsc</a:t>
            </a:r>
            <a:r>
              <a:rPr lang="en-SG" sz="2600" dirty="0">
                <a:latin typeface="ML-TTKarthika" panose="04000000000000000000" pitchFamily="82" charset="0"/>
              </a:rPr>
              <a:t> t]</a:t>
            </a:r>
            <a:r>
              <a:rPr lang="en-SG" sz="2600" dirty="0" err="1">
                <a:latin typeface="ML-TTKarthika" panose="04000000000000000000" pitchFamily="82" charset="0"/>
              </a:rPr>
              <a:t>mIp¶sX´v</a:t>
            </a:r>
            <a:r>
              <a:rPr lang="en-SG" sz="2600" dirty="0">
                <a:latin typeface="ML-TTKarthika" panose="04000000000000000000" pitchFamily="82" charset="0"/>
              </a:rPr>
              <a:t>! </a:t>
            </a:r>
          </a:p>
          <a:p>
            <a:pPr lvl="1"/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oþC¶pþhm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\o 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C¶p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hm </a:t>
            </a:r>
          </a:p>
          <a:p>
            <a:pPr lvl="1"/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{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InþkvXp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lm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kvt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lambv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hnfn¡p¶pþC¶p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hmþ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EBF629-3F82-44CB-BC15-34CF7FD7D783}"/>
              </a:ext>
            </a:extLst>
          </p:cNvPr>
          <p:cNvSpPr txBox="1"/>
          <p:nvPr/>
        </p:nvSpPr>
        <p:spPr>
          <a:xfrm>
            <a:off x="88447" y="839522"/>
            <a:ext cx="896558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Mel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veettil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enneshu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ha!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snehamayi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vilikkunnu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vilikkunnu</a:t>
            </a:r>
            <a:b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Sneha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prakasham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vittakannonaay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dhoore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pokunnathenth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</a:p>
          <a:p>
            <a:pPr lvl="1"/>
            <a:r>
              <a:rPr lang="fi-FI" sz="26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Nee-innuvaa nee innu va</a:t>
            </a:r>
            <a:br>
              <a:rPr lang="fi-FI" sz="26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fi-FI" sz="26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Kristu ha snehamayi vilikkunnu-innu-vaa-</a:t>
            </a:r>
            <a:endParaRPr lang="en-SG" sz="26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</a:t>
            </a:r>
            <a:r>
              <a:rPr lang="en-GB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 2 of 4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171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BD012-AD29-4787-860F-2F6C186282BD}"/>
              </a:ext>
            </a:extLst>
          </p:cNvPr>
          <p:cNvSpPr txBox="1"/>
          <p:nvPr/>
        </p:nvSpPr>
        <p:spPr>
          <a:xfrm>
            <a:off x="186767" y="2906711"/>
            <a:ext cx="8642109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600" dirty="0">
                <a:latin typeface="ML-TTKarthika" panose="04000000000000000000" pitchFamily="82" charset="0"/>
              </a:rPr>
              <a:t>£</a:t>
            </a:r>
            <a:r>
              <a:rPr lang="en-SG" sz="2600" dirty="0" err="1">
                <a:latin typeface="ML-TTKarthika" panose="04000000000000000000" pitchFamily="82" charset="0"/>
              </a:rPr>
              <a:t>oWnt¨mt</a:t>
            </a:r>
            <a:r>
              <a:rPr lang="en-SG" sz="2600" dirty="0">
                <a:latin typeface="ML-TTKarthika" panose="04000000000000000000" pitchFamily="82" charset="0"/>
              </a:rPr>
              <a:t>\ </a:t>
            </a:r>
            <a:r>
              <a:rPr lang="en-SG" sz="2600" dirty="0" err="1">
                <a:latin typeface="ML-TTKarthika" panose="04000000000000000000" pitchFamily="82" charset="0"/>
              </a:rPr>
              <a:t>tbip</a:t>
            </a:r>
            <a:r>
              <a:rPr lang="en-SG" sz="2600" dirty="0"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latin typeface="ML-TTKarthika" panose="04000000000000000000" pitchFamily="82" charset="0"/>
              </a:rPr>
              <a:t>kzØam¡pw</a:t>
            </a:r>
            <a:r>
              <a:rPr lang="en-SG" sz="2600" dirty="0"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latin typeface="ML-TTKarthika" panose="04000000000000000000" pitchFamily="82" charset="0"/>
              </a:rPr>
              <a:t>hnfn¡p¶pþhnfn¡p¶p</a:t>
            </a:r>
            <a:r>
              <a:rPr lang="en-SG" sz="2600" dirty="0">
                <a:latin typeface="ML-TTKarthika" panose="04000000000000000000" pitchFamily="82" charset="0"/>
              </a:rPr>
              <a:t> </a:t>
            </a:r>
          </a:p>
          <a:p>
            <a:r>
              <a:rPr lang="en-SG" sz="2600" dirty="0">
                <a:latin typeface="ML-TTKarthika" panose="04000000000000000000" pitchFamily="82" charset="0"/>
              </a:rPr>
              <a:t>]m]`</a:t>
            </a:r>
            <a:r>
              <a:rPr lang="en-SG" sz="2600" dirty="0" err="1">
                <a:latin typeface="ML-TTKarthika" panose="04000000000000000000" pitchFamily="82" charset="0"/>
              </a:rPr>
              <a:t>mcw</a:t>
            </a:r>
            <a:r>
              <a:rPr lang="en-SG" sz="2600" dirty="0"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latin typeface="ML-TTKarthika" panose="04000000000000000000" pitchFamily="82" charset="0"/>
              </a:rPr>
              <a:t>sIm¬SpsNÃpI</a:t>
            </a:r>
            <a:r>
              <a:rPr lang="en-SG" sz="2600" dirty="0">
                <a:latin typeface="ML-TTKarthika" panose="04000000000000000000" pitchFamily="82" charset="0"/>
              </a:rPr>
              <a:t> \o </a:t>
            </a:r>
            <a:r>
              <a:rPr lang="en-SG" sz="2600" dirty="0" err="1">
                <a:latin typeface="ML-TTKarthika" panose="04000000000000000000" pitchFamily="82" charset="0"/>
              </a:rPr>
              <a:t>B«pIbnÃ</a:t>
            </a:r>
            <a:r>
              <a:rPr lang="en-SG" sz="2600" dirty="0">
                <a:latin typeface="ML-TTKarthika" panose="04000000000000000000" pitchFamily="82" charset="0"/>
              </a:rPr>
              <a:t> \ns¶</a:t>
            </a:r>
          </a:p>
          <a:p>
            <a:pPr lvl="1"/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oþC¶pþhm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\o 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C¶p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hm </a:t>
            </a:r>
          </a:p>
          <a:p>
            <a:pPr lvl="1"/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{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InþkvXp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lm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kvt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lambv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hnfn¡p¶pþC¶p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hmþ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515F3-8181-4A2C-A39D-06A7652A59CC}"/>
              </a:ext>
            </a:extLst>
          </p:cNvPr>
          <p:cNvSpPr txBox="1"/>
          <p:nvPr/>
        </p:nvSpPr>
        <p:spPr>
          <a:xfrm>
            <a:off x="97867" y="841386"/>
            <a:ext cx="91440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Ksheenichone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Yeshu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swasthamaakkum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vilikkunnu-Vilikkunnu</a:t>
            </a:r>
            <a:b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Paapa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bharam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kondu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chelluka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aattukayilla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ninne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fi-FI" sz="26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Nee-innuvaa nee innu va</a:t>
            </a:r>
            <a:br>
              <a:rPr lang="fi-FI" sz="26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fi-FI" sz="26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Kristuha snehamayi vilikkunnu-innuvaa-</a:t>
            </a:r>
            <a:endParaRPr lang="en-SG" sz="26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0701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</a:t>
            </a:r>
            <a:r>
              <a:rPr lang="en-GB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 3 of 4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171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BD012-AD29-4787-860F-2F6C186282BD}"/>
              </a:ext>
            </a:extLst>
          </p:cNvPr>
          <p:cNvSpPr txBox="1"/>
          <p:nvPr/>
        </p:nvSpPr>
        <p:spPr>
          <a:xfrm>
            <a:off x="30608" y="2939466"/>
            <a:ext cx="911339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600" dirty="0" err="1">
                <a:latin typeface="ML-TTKarthika" panose="04000000000000000000" pitchFamily="82" charset="0"/>
              </a:rPr>
              <a:t>Im¯p</a:t>
            </a:r>
            <a:r>
              <a:rPr lang="en-SG" sz="2600" dirty="0">
                <a:latin typeface="ML-TTKarthika" panose="04000000000000000000" pitchFamily="82" charset="0"/>
              </a:rPr>
              <a:t>\</a:t>
            </a:r>
            <a:r>
              <a:rPr lang="en-SG" sz="2600" dirty="0" err="1">
                <a:latin typeface="ML-TTKarthika" panose="04000000000000000000" pitchFamily="82" charset="0"/>
              </a:rPr>
              <a:t>nev¡pt¶ip</a:t>
            </a:r>
            <a:r>
              <a:rPr lang="en-SG" sz="2600" dirty="0">
                <a:latin typeface="ML-TTKarthika" panose="04000000000000000000" pitchFamily="82" charset="0"/>
              </a:rPr>
              <a:t> \o </a:t>
            </a:r>
            <a:r>
              <a:rPr lang="en-SG" sz="2600" dirty="0" err="1">
                <a:latin typeface="ML-TTKarthika" panose="04000000000000000000" pitchFamily="82" charset="0"/>
              </a:rPr>
              <a:t>C¶p</a:t>
            </a:r>
            <a:r>
              <a:rPr lang="en-SG" sz="2600" dirty="0">
                <a:latin typeface="ML-TTKarthika" panose="04000000000000000000" pitchFamily="82" charset="0"/>
              </a:rPr>
              <a:t> hm! \ns¶ </a:t>
            </a:r>
            <a:r>
              <a:rPr lang="en-SG" sz="2600" dirty="0" err="1">
                <a:latin typeface="ML-TTKarthika" panose="04000000000000000000" pitchFamily="82" charset="0"/>
              </a:rPr>
              <a:t>Im¯p</a:t>
            </a:r>
            <a:r>
              <a:rPr lang="en-SG" sz="2600" dirty="0">
                <a:latin typeface="ML-TTKarthika" panose="04000000000000000000" pitchFamily="82" charset="0"/>
              </a:rPr>
              <a:t> \</a:t>
            </a:r>
            <a:r>
              <a:rPr lang="en-SG" sz="2600" dirty="0" err="1">
                <a:latin typeface="ML-TTKarthika" panose="04000000000000000000" pitchFamily="82" charset="0"/>
              </a:rPr>
              <a:t>nev¡p¶p</a:t>
            </a:r>
            <a:r>
              <a:rPr lang="en-SG" sz="2600" dirty="0"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latin typeface="ML-TTKarthika" panose="04000000000000000000" pitchFamily="82" charset="0"/>
              </a:rPr>
              <a:t>tl</a:t>
            </a:r>
            <a:r>
              <a:rPr lang="en-SG" sz="2600" dirty="0">
                <a:latin typeface="ML-TTKarthika" panose="04000000000000000000" pitchFamily="82" charset="0"/>
              </a:rPr>
              <a:t>! </a:t>
            </a:r>
          </a:p>
          <a:p>
            <a:r>
              <a:rPr lang="en-SG" sz="2600" dirty="0">
                <a:latin typeface="ML-TTKarthika" panose="04000000000000000000" pitchFamily="82" charset="0"/>
              </a:rPr>
              <a:t>]m]</a:t>
            </a:r>
            <a:r>
              <a:rPr lang="en-SG" sz="2600" dirty="0" err="1">
                <a:latin typeface="ML-TTKarthika" panose="04000000000000000000" pitchFamily="82" charset="0"/>
              </a:rPr>
              <a:t>hpw</a:t>
            </a:r>
            <a:r>
              <a:rPr lang="en-SG" sz="2600" dirty="0"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latin typeface="ML-TTKarthika" panose="04000000000000000000" pitchFamily="82" charset="0"/>
              </a:rPr>
              <a:t>sIm¬Sp</a:t>
            </a:r>
            <a:r>
              <a:rPr lang="en-SG" sz="2600" dirty="0"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latin typeface="ML-TTKarthika" panose="04000000000000000000" pitchFamily="82" charset="0"/>
              </a:rPr>
              <a:t>Xncp</a:t>
            </a:r>
            <a:r>
              <a:rPr lang="en-SG" sz="2600" dirty="0">
                <a:latin typeface="ML-TTKarthika" panose="04000000000000000000" pitchFamily="82" charset="0"/>
              </a:rPr>
              <a:t> ap¼nÂ hm! </a:t>
            </a:r>
            <a:r>
              <a:rPr lang="en-SG" sz="2600" dirty="0" err="1">
                <a:latin typeface="ML-TTKarthika" panose="04000000000000000000" pitchFamily="82" charset="0"/>
              </a:rPr>
              <a:t>Xmakn¡msX</a:t>
            </a:r>
            <a:r>
              <a:rPr lang="en-SG" sz="2600" dirty="0">
                <a:latin typeface="ML-TTKarthika" panose="04000000000000000000" pitchFamily="82" charset="0"/>
              </a:rPr>
              <a:t> \o </a:t>
            </a:r>
            <a:r>
              <a:rPr lang="en-SG" sz="2600" dirty="0" err="1">
                <a:latin typeface="ML-TTKarthika" panose="04000000000000000000" pitchFamily="82" charset="0"/>
              </a:rPr>
              <a:t>hmþ</a:t>
            </a:r>
            <a:endParaRPr lang="en-SG" sz="2600" dirty="0">
              <a:latin typeface="ML-TTKarthika" panose="04000000000000000000" pitchFamily="82" charset="0"/>
            </a:endParaRPr>
          </a:p>
          <a:p>
            <a:pPr lvl="1"/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oþC¶pþhm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\o 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C¶p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hm </a:t>
            </a:r>
          </a:p>
          <a:p>
            <a:pPr lvl="1"/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{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InþkvXp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lm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kvt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lambv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hnfn¡p¶pþC¶p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hmþ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ACB680-F3BF-4ADC-9A19-F50B128970D8}"/>
              </a:ext>
            </a:extLst>
          </p:cNvPr>
          <p:cNvSpPr txBox="1"/>
          <p:nvPr/>
        </p:nvSpPr>
        <p:spPr>
          <a:xfrm>
            <a:off x="30609" y="647468"/>
            <a:ext cx="911339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Kaathu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nilkkunneshu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innu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vaa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b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Ninne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Kaathu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nilkkunnu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he!</a:t>
            </a:r>
            <a:b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Paapavum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kondu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thiru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mumbil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Thaamasikkaathe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endParaRPr lang="en-SG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fi-FI" sz="26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Nee-innuvaa nee innu va</a:t>
            </a:r>
            <a:br>
              <a:rPr lang="fi-FI" sz="26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fi-FI" sz="26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Kristuha snehamayi vilikkunnu-innuvaa-</a:t>
            </a:r>
            <a:endParaRPr lang="en-SG" sz="26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51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</a:t>
            </a:r>
            <a:r>
              <a:rPr lang="en-GB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 4 of 4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171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BD012-AD29-4787-860F-2F6C186282BD}"/>
              </a:ext>
            </a:extLst>
          </p:cNvPr>
          <p:cNvSpPr txBox="1"/>
          <p:nvPr/>
        </p:nvSpPr>
        <p:spPr>
          <a:xfrm>
            <a:off x="-763" y="2738474"/>
            <a:ext cx="903248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600" dirty="0">
                <a:latin typeface="ML-TTKarthika" panose="04000000000000000000" pitchFamily="82" charset="0"/>
              </a:rPr>
              <a:t>{i²nt¡iphn³ a²yØ </a:t>
            </a:r>
            <a:r>
              <a:rPr lang="en-SG" sz="2600" dirty="0" err="1">
                <a:latin typeface="ML-TTKarthika" panose="04000000000000000000" pitchFamily="82" charset="0"/>
              </a:rPr>
              <a:t>i_vZw</a:t>
            </a:r>
            <a:r>
              <a:rPr lang="en-SG" sz="2600" dirty="0">
                <a:latin typeface="ML-TTKarthika" panose="04000000000000000000" pitchFamily="82" charset="0"/>
              </a:rPr>
              <a:t> \o {i²n¡ \o {i²n¡ </a:t>
            </a:r>
          </a:p>
          <a:p>
            <a:r>
              <a:rPr lang="en-SG" sz="2600" dirty="0">
                <a:latin typeface="ML-TTKarthika" panose="04000000000000000000" pitchFamily="82" charset="0"/>
              </a:rPr>
              <a:t>hnizkvXÀt¡iphn³ B\µ</a:t>
            </a:r>
            <a:r>
              <a:rPr lang="en-SG" sz="2600" dirty="0" err="1">
                <a:latin typeface="ML-TTKarthika" panose="04000000000000000000" pitchFamily="82" charset="0"/>
              </a:rPr>
              <a:t>hpw</a:t>
            </a:r>
            <a:r>
              <a:rPr lang="en-SG" sz="2600" dirty="0"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latin typeface="ML-TTKarthika" panose="04000000000000000000" pitchFamily="82" charset="0"/>
              </a:rPr>
              <a:t>In«pta</a:t>
            </a:r>
            <a:r>
              <a:rPr lang="en-SG" sz="2600" dirty="0"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latin typeface="ML-TTKarthika" panose="04000000000000000000" pitchFamily="82" charset="0"/>
              </a:rPr>
              <a:t>C¶p</a:t>
            </a:r>
            <a:r>
              <a:rPr lang="en-SG" sz="2600" dirty="0"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latin typeface="ML-TTKarthika" panose="04000000000000000000" pitchFamily="82" charset="0"/>
              </a:rPr>
              <a:t>tIÄ¡þ</a:t>
            </a:r>
            <a:r>
              <a:rPr lang="en-SG" sz="2600" dirty="0">
                <a:latin typeface="ML-TTKarthika" panose="04000000000000000000" pitchFamily="82" charset="0"/>
              </a:rPr>
              <a:t> 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oþC¶pþhm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\o 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C¶p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hm </a:t>
            </a:r>
          </a:p>
          <a:p>
            <a:pPr lvl="1"/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{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InþkvXp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lm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kvt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lambv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hnfn¡p¶pþC¶p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6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hmþ</a:t>
            </a:r>
            <a:r>
              <a:rPr lang="en-SG" sz="26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D8C65D-C510-4F89-A3D2-46857BB8A0AF}"/>
              </a:ext>
            </a:extLst>
          </p:cNvPr>
          <p:cNvSpPr txBox="1"/>
          <p:nvPr/>
        </p:nvSpPr>
        <p:spPr>
          <a:xfrm>
            <a:off x="0" y="535383"/>
            <a:ext cx="916808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Shraddhikke-shuvin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madhyastha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shabdam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shraddhikka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shraddhikka</a:t>
            </a:r>
            <a:b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Vishwasthar-kkeshuvin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aaanandavum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kittume</a:t>
            </a:r>
            <a:r>
              <a:rPr lang="en-SG" sz="2600" dirty="0">
                <a:latin typeface="Segoe UI" panose="020B0502040204020203" pitchFamily="34" charset="0"/>
                <a:cs typeface="Segoe UI" panose="020B0502040204020203" pitchFamily="34" charset="0"/>
              </a:rPr>
              <a:t> Innu </a:t>
            </a:r>
            <a:r>
              <a:rPr lang="en-SG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kelkka</a:t>
            </a:r>
            <a:endParaRPr lang="en-SG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fi-FI" sz="26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Nee-innuvaa nee innu va</a:t>
            </a:r>
            <a:br>
              <a:rPr lang="fi-FI" sz="26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fi-FI" sz="26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Kristuha snehamayi vilikkunnu-innuvaa-</a:t>
            </a:r>
            <a:endParaRPr lang="en-SG" sz="26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3979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366</a:t>
            </a:r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366</a:t>
            </a: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3 : 1 of 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879891-4A63-786C-E68A-3DBEC9C4026F}"/>
              </a:ext>
            </a:extLst>
          </p:cNvPr>
          <p:cNvSpPr/>
          <p:nvPr/>
        </p:nvSpPr>
        <p:spPr>
          <a:xfrm>
            <a:off x="166815" y="468833"/>
            <a:ext cx="905524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0"/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enthathishayame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daivaththin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ethra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manoharame-athu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chinthayiladangaa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sindhusamaanamaay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santhatham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kaanunnu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enthathishayame</a:t>
            </a:r>
            <a:r>
              <a:rPr lang="en-US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daivathin</a:t>
            </a:r>
            <a:r>
              <a:rPr lang="en-US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US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ethra </a:t>
            </a:r>
            <a:r>
              <a:rPr lang="en-US" sz="280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manoharame</a:t>
            </a:r>
            <a:endParaRPr lang="en-US" sz="280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82A327-9B6A-D2F1-7DFE-5A0B0604D495}"/>
              </a:ext>
            </a:extLst>
          </p:cNvPr>
          <p:cNvSpPr/>
          <p:nvPr/>
        </p:nvSpPr>
        <p:spPr>
          <a:xfrm>
            <a:off x="343976" y="2809547"/>
            <a:ext cx="857952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371600"/>
            <a:r>
              <a:rPr lang="en-US" sz="2800" err="1">
                <a:latin typeface="ML-TTKarthika" panose="04000000000000000000" pitchFamily="82" charset="0"/>
              </a:rPr>
              <a:t>F´Xnibta</a:t>
            </a:r>
            <a:r>
              <a:rPr lang="en-US" sz="2800">
                <a:latin typeface="ML-TTKarthika" panose="04000000000000000000" pitchFamily="82" charset="0"/>
              </a:rPr>
              <a:t>! ssZh¯n³ </a:t>
            </a:r>
            <a:r>
              <a:rPr lang="en-US" sz="2800" err="1">
                <a:latin typeface="ML-TTKarthika" panose="04000000000000000000" pitchFamily="82" charset="0"/>
              </a:rPr>
              <a:t>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1371600"/>
            <a:r>
              <a:rPr lang="en-US" sz="2800">
                <a:latin typeface="ML-TTKarthika" panose="04000000000000000000" pitchFamily="82" charset="0"/>
              </a:rPr>
              <a:t>F{X at\</a:t>
            </a:r>
            <a:r>
              <a:rPr lang="en-US" sz="2800" err="1">
                <a:latin typeface="ML-TTKarthika" panose="04000000000000000000" pitchFamily="82" charset="0"/>
              </a:rPr>
              <a:t>mlcta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AXp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1371600"/>
            <a:r>
              <a:rPr lang="en-US" sz="2800" err="1">
                <a:latin typeface="ML-TTKarthika" panose="04000000000000000000" pitchFamily="82" charset="0"/>
              </a:rPr>
              <a:t>Nn´bneS§mþknÔpkam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ambv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1371600"/>
            <a:r>
              <a:rPr lang="en-US" sz="2800" err="1">
                <a:latin typeface="ML-TTKarthika" panose="04000000000000000000" pitchFamily="82" charset="0"/>
              </a:rPr>
              <a:t>k´Xw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ImWp¶p</a:t>
            </a:r>
            <a:r>
              <a:rPr lang="en-US" sz="2800">
                <a:latin typeface="ML-TTKarthika" panose="04000000000000000000" pitchFamily="82" charset="0"/>
              </a:rPr>
              <a:t> Rm³ </a:t>
            </a:r>
          </a:p>
          <a:p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F´Xnibta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! ssZh¯n³ 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kvt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lw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>
                <a:latin typeface="ML-TTKarthika" panose="04000000000000000000" pitchFamily="82" charset="0"/>
              </a:rPr>
              <a:t>þ 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F{X at\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mlcta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05578-AC5F-89E5-810D-E0EB06114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D3B3C85-5A32-CA29-C26F-7AA1EB1A7F76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366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92542A-BC29-AC52-CB42-F8AC3D65278D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3 : 2 of 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02542E-5040-3D72-203F-E48A053C8461}"/>
              </a:ext>
            </a:extLst>
          </p:cNvPr>
          <p:cNvSpPr/>
          <p:nvPr/>
        </p:nvSpPr>
        <p:spPr>
          <a:xfrm>
            <a:off x="-762" y="468833"/>
            <a:ext cx="914476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566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daivame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maha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snehamathin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vidham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aarkku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chinthichariyaam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-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kkaavathille-yathin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aazhamala-nneedaan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ethra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bahulamathu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enthathishayame</a:t>
            </a:r>
            <a:r>
              <a:rPr lang="en-US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daivathin</a:t>
            </a:r>
            <a:r>
              <a:rPr lang="en-US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US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ethra</a:t>
            </a:r>
            <a:r>
              <a:rPr lang="en-US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manoharame</a:t>
            </a:r>
            <a:endParaRPr lang="en-US" sz="28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A21DA7-3871-D4C2-9E06-FF8EAE832413}"/>
              </a:ext>
            </a:extLst>
          </p:cNvPr>
          <p:cNvSpPr/>
          <p:nvPr/>
        </p:nvSpPr>
        <p:spPr>
          <a:xfrm>
            <a:off x="343976" y="2809547"/>
            <a:ext cx="857952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566"/>
            <a:r>
              <a:rPr lang="en-US" sz="2800" err="1">
                <a:latin typeface="ML-TTKarthika" panose="04000000000000000000" pitchFamily="82" charset="0"/>
              </a:rPr>
              <a:t>ssZhta</a:t>
            </a:r>
            <a:r>
              <a:rPr lang="en-US" sz="2800">
                <a:latin typeface="ML-TTKarthika" panose="04000000000000000000" pitchFamily="82" charset="0"/>
              </a:rPr>
              <a:t> \n³ </a:t>
            </a:r>
            <a:r>
              <a:rPr lang="en-US" sz="2800" err="1">
                <a:latin typeface="ML-TTKarthika" panose="04000000000000000000" pitchFamily="82" charset="0"/>
              </a:rPr>
              <a:t>alm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kvt</a:t>
            </a:r>
            <a:r>
              <a:rPr lang="en-US" sz="2800">
                <a:latin typeface="ML-TTKarthika" panose="04000000000000000000" pitchFamily="82" charset="0"/>
              </a:rPr>
              <a:t>\laXn³ </a:t>
            </a:r>
            <a:r>
              <a:rPr lang="en-US" sz="2800" err="1">
                <a:latin typeface="ML-TTKarthika" panose="04000000000000000000" pitchFamily="82" charset="0"/>
              </a:rPr>
              <a:t>hn</a:t>
            </a:r>
            <a:r>
              <a:rPr lang="en-US" sz="2800">
                <a:latin typeface="ML-TTKarthika" panose="04000000000000000000" pitchFamily="82" charset="0"/>
              </a:rPr>
              <a:t>[w </a:t>
            </a:r>
          </a:p>
          <a:p>
            <a:pPr marL="1371566"/>
            <a:r>
              <a:rPr lang="en-US" sz="2800" err="1">
                <a:latin typeface="ML-TTKarthika" panose="04000000000000000000" pitchFamily="82" charset="0"/>
              </a:rPr>
              <a:t>BÀ¡p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Nn´n¨dnbmw</a:t>
            </a:r>
            <a:r>
              <a:rPr lang="en-US" sz="2800">
                <a:latin typeface="ML-TTKarthika" panose="04000000000000000000" pitchFamily="82" charset="0"/>
              </a:rPr>
              <a:t> þ F\n þ </a:t>
            </a:r>
          </a:p>
          <a:p>
            <a:pPr marL="1371566"/>
            <a:r>
              <a:rPr lang="en-US" sz="2800">
                <a:latin typeface="ML-TTKarthika" panose="04000000000000000000" pitchFamily="82" charset="0"/>
              </a:rPr>
              <a:t>¡mhXntÃbXn³ Bgaf¶oSm³ </a:t>
            </a:r>
          </a:p>
          <a:p>
            <a:pPr marL="1371566"/>
            <a:r>
              <a:rPr lang="en-US" sz="2800">
                <a:latin typeface="ML-TTKarthika" panose="04000000000000000000" pitchFamily="82" charset="0"/>
              </a:rPr>
              <a:t>F{X _</a:t>
            </a:r>
            <a:r>
              <a:rPr lang="en-US" sz="2800" err="1">
                <a:latin typeface="ML-TTKarthika" panose="04000000000000000000" pitchFamily="82" charset="0"/>
              </a:rPr>
              <a:t>lpeaXp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F´Xnibta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! ssZh¯n³ 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kvt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lw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>
                <a:latin typeface="ML-TTKarthika" panose="04000000000000000000" pitchFamily="82" charset="0"/>
              </a:rPr>
              <a:t>þ 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F{X at\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mlcta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65327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B1FF8-B090-376C-468D-D9609FF14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9373E8D-4F0B-37F5-05B6-32EA63EDC671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366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3F4BC3-AB07-60E5-E149-B26B566DAF6A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3 : 3 of 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70399A-B69C-5F89-DB99-3771D214DC74}"/>
              </a:ext>
            </a:extLst>
          </p:cNvPr>
          <p:cNvSpPr/>
          <p:nvPr/>
        </p:nvSpPr>
        <p:spPr>
          <a:xfrm>
            <a:off x="0" y="468833"/>
            <a:ext cx="912494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566"/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aayiramaayiram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navukalaalathu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varnnippathinnelutho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pathi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naayiraththinkaloramsham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cholleeduvaan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paarilasaadhyamaho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enthathishayame</a:t>
            </a:r>
            <a:r>
              <a:rPr lang="en-US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daivathin</a:t>
            </a:r>
            <a:r>
              <a:rPr lang="en-US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US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ethra </a:t>
            </a:r>
            <a:r>
              <a:rPr lang="en-US" sz="280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manoharame</a:t>
            </a:r>
            <a:endParaRPr lang="en-US" sz="280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20CA17-7208-C84F-06E1-04C3B6A58C9B}"/>
              </a:ext>
            </a:extLst>
          </p:cNvPr>
          <p:cNvSpPr/>
          <p:nvPr/>
        </p:nvSpPr>
        <p:spPr>
          <a:xfrm>
            <a:off x="166815" y="2723085"/>
            <a:ext cx="895813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566"/>
            <a:r>
              <a:rPr lang="en-US" sz="2800" err="1">
                <a:latin typeface="ML-TTKarthika" panose="04000000000000000000" pitchFamily="82" charset="0"/>
              </a:rPr>
              <a:t>Bbncambncw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mhpIfmeXp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marL="1371566"/>
            <a:r>
              <a:rPr lang="en-US" sz="2800" err="1">
                <a:latin typeface="ML-TTKarthika" panose="04000000000000000000" pitchFamily="82" charset="0"/>
              </a:rPr>
              <a:t>hÀ®n¸Xns¶fptXm</a:t>
            </a:r>
            <a:r>
              <a:rPr lang="en-US" sz="2800">
                <a:latin typeface="ML-TTKarthika" panose="04000000000000000000" pitchFamily="82" charset="0"/>
              </a:rPr>
              <a:t> þ ]</a:t>
            </a:r>
            <a:r>
              <a:rPr lang="en-US" sz="2800" err="1">
                <a:latin typeface="ML-TTKarthika" panose="04000000000000000000" pitchFamily="82" charset="0"/>
              </a:rPr>
              <a:t>Xn</a:t>
            </a:r>
            <a:r>
              <a:rPr lang="en-US" sz="2800">
                <a:latin typeface="ML-TTKarthika" panose="04000000000000000000" pitchFamily="82" charset="0"/>
              </a:rPr>
              <a:t> þ \</a:t>
            </a:r>
            <a:r>
              <a:rPr lang="en-US" sz="2800" err="1">
                <a:latin typeface="ML-TTKarthika" panose="04000000000000000000" pitchFamily="82" charset="0"/>
              </a:rPr>
              <a:t>mbnc¯n¦semþcwiw</a:t>
            </a:r>
            <a:r>
              <a:rPr lang="en-US" sz="2800">
                <a:latin typeface="ML-TTKarthika" panose="04000000000000000000" pitchFamily="82" charset="0"/>
              </a:rPr>
              <a:t> sNmÃoSphm³ </a:t>
            </a:r>
          </a:p>
          <a:p>
            <a:pPr marL="1371566"/>
            <a:r>
              <a:rPr lang="en-US" sz="2800">
                <a:latin typeface="ML-TTKarthika" panose="04000000000000000000" pitchFamily="82" charset="0"/>
              </a:rPr>
              <a:t>]mcnekm²yatlm</a:t>
            </a:r>
          </a:p>
          <a:p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F´Xnibta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! ssZh¯n³ 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kvt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lw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>
                <a:latin typeface="ML-TTKarthika" panose="04000000000000000000" pitchFamily="82" charset="0"/>
              </a:rPr>
              <a:t>þ 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F{X at\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mlcta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89391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EAA82-35EC-F960-6584-375DC744F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B713692-A722-4712-9509-57795AFB9C02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366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85D7F-A792-CF05-B17D-2DC2B2D8EDB7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3 : 4 of 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3FBB48-109A-F7DB-6E7C-6C9363E00A0C}"/>
              </a:ext>
            </a:extLst>
          </p:cNvPr>
          <p:cNvSpPr/>
          <p:nvPr/>
        </p:nvSpPr>
        <p:spPr>
          <a:xfrm>
            <a:off x="-763" y="468833"/>
            <a:ext cx="912571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566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modamezhum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thirumaarvilullaasamaay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santhatham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chernnirunna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– eka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jaathanaameshuve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paathakarkkaay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thanna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snehamathishayame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enthathishayame</a:t>
            </a:r>
            <a:r>
              <a:rPr lang="en-US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daivathin</a:t>
            </a:r>
            <a:r>
              <a:rPr lang="en-US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US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ethra</a:t>
            </a:r>
            <a:r>
              <a:rPr lang="en-US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manoharame</a:t>
            </a:r>
            <a:endParaRPr lang="en-US" sz="28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949E6E-9F03-3B67-2C14-9F8D11D3CCAA}"/>
              </a:ext>
            </a:extLst>
          </p:cNvPr>
          <p:cNvSpPr/>
          <p:nvPr/>
        </p:nvSpPr>
        <p:spPr>
          <a:xfrm>
            <a:off x="19052" y="2723085"/>
            <a:ext cx="910589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371566"/>
            <a:r>
              <a:rPr lang="en-US" sz="2800" err="1">
                <a:latin typeface="ML-TTKarthika" panose="04000000000000000000" pitchFamily="82" charset="0"/>
              </a:rPr>
              <a:t>tamZsagpw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XncpamÀÆnepÃmkambv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1371566"/>
            <a:r>
              <a:rPr lang="en-US" sz="2800" err="1">
                <a:latin typeface="ML-TTKarthika" panose="04000000000000000000" pitchFamily="82" charset="0"/>
              </a:rPr>
              <a:t>k´Xw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tNÀ¶ncp</a:t>
            </a:r>
            <a:r>
              <a:rPr lang="en-US" sz="2800">
                <a:latin typeface="ML-TTKarthika" panose="04000000000000000000" pitchFamily="82" charset="0"/>
              </a:rPr>
              <a:t>¶ þ GI </a:t>
            </a:r>
          </a:p>
          <a:p>
            <a:pPr indent="1371566"/>
            <a:r>
              <a:rPr lang="en-US" sz="2800" err="1">
                <a:latin typeface="ML-TTKarthika" panose="04000000000000000000" pitchFamily="82" charset="0"/>
              </a:rPr>
              <a:t>PmX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mtaipth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mXIÀ¡mbv</a:t>
            </a:r>
            <a:r>
              <a:rPr lang="en-US" sz="2800">
                <a:latin typeface="ML-TTKarthika" panose="04000000000000000000" pitchFamily="82" charset="0"/>
              </a:rPr>
              <a:t> X¶ </a:t>
            </a:r>
          </a:p>
          <a:p>
            <a:pPr indent="1371566"/>
            <a:r>
              <a:rPr lang="en-US" sz="2800" err="1">
                <a:latin typeface="ML-TTKarthika" panose="04000000000000000000" pitchFamily="82" charset="0"/>
              </a:rPr>
              <a:t>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laXnibta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F´Xnibta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! ssZh¯n³ 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kvt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lw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>
                <a:latin typeface="ML-TTKarthika" panose="04000000000000000000" pitchFamily="82" charset="0"/>
              </a:rPr>
              <a:t>þ 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F{X at\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mlcta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8977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7CC37-38DF-C596-80F1-2394386F4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25DDA50-2164-0E98-EFCB-50A2EA9A82CE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366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807F11-9347-62F7-D55A-192BD9410484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3 : 5 of 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187C06-6A4C-AD80-507C-A481EB9133C4}"/>
              </a:ext>
            </a:extLst>
          </p:cNvPr>
          <p:cNvSpPr/>
          <p:nvPr/>
        </p:nvSpPr>
        <p:spPr>
          <a:xfrm>
            <a:off x="-19051" y="468833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566"/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papaththaal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ninne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kopippichulloru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kaalaththilum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dayavaay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sneha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vaapiye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neeyenne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snehichathorththennil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aashcharyameridunnu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enthathishayame</a:t>
            </a:r>
            <a:r>
              <a:rPr lang="en-US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daivathin</a:t>
            </a:r>
            <a:r>
              <a:rPr lang="en-US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US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ethra </a:t>
            </a:r>
            <a:r>
              <a:rPr lang="en-US" sz="280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manoharame</a:t>
            </a:r>
            <a:endParaRPr lang="en-US" sz="280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15113C-4E6C-610E-93CB-60221440E16B}"/>
              </a:ext>
            </a:extLst>
          </p:cNvPr>
          <p:cNvSpPr/>
          <p:nvPr/>
        </p:nvSpPr>
        <p:spPr>
          <a:xfrm>
            <a:off x="19051" y="2723085"/>
            <a:ext cx="910589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3952" indent="-52387"/>
            <a:r>
              <a:rPr lang="pt-BR" sz="2800">
                <a:latin typeface="ML-TTKarthika" panose="04000000000000000000" pitchFamily="82" charset="0"/>
              </a:rPr>
              <a:t>]m]¯mÂ \ns¶ Rm³ tIm]n¸n¨psÅmcp </a:t>
            </a:r>
          </a:p>
          <a:p>
            <a:pPr marL="1423952" indent="-52387"/>
            <a:r>
              <a:rPr lang="en-US" sz="2800" err="1">
                <a:latin typeface="ML-TTKarthika" panose="04000000000000000000" pitchFamily="82" charset="0"/>
              </a:rPr>
              <a:t>Ime¯nepw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Zbhmbv</a:t>
            </a:r>
            <a:r>
              <a:rPr lang="en-US" sz="2800">
                <a:latin typeface="ML-TTKarthika" panose="04000000000000000000" pitchFamily="82" charset="0"/>
              </a:rPr>
              <a:t> þ </a:t>
            </a:r>
            <a:r>
              <a:rPr lang="en-US" sz="2800" err="1">
                <a:latin typeface="ML-TTKarthika" panose="04000000000000000000" pitchFamily="82" charset="0"/>
              </a:rPr>
              <a:t>kvt</a:t>
            </a:r>
            <a:r>
              <a:rPr lang="en-US" sz="2800">
                <a:latin typeface="ML-TTKarthika" panose="04000000000000000000" pitchFamily="82" charset="0"/>
              </a:rPr>
              <a:t>\l </a:t>
            </a:r>
          </a:p>
          <a:p>
            <a:pPr marL="1423952" indent="-52387"/>
            <a:r>
              <a:rPr lang="en-US" sz="2800">
                <a:latin typeface="ML-TTKarthika" panose="04000000000000000000" pitchFamily="82" charset="0"/>
              </a:rPr>
              <a:t>hm]</a:t>
            </a:r>
            <a:r>
              <a:rPr lang="en-US" sz="2800" err="1">
                <a:latin typeface="ML-TTKarthika" panose="04000000000000000000" pitchFamily="82" charset="0"/>
              </a:rPr>
              <a:t>nsb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osbs</a:t>
            </a:r>
            <a:r>
              <a:rPr lang="en-US" sz="2800">
                <a:latin typeface="ML-TTKarthika" panose="04000000000000000000" pitchFamily="82" charset="0"/>
              </a:rPr>
              <a:t>¶ þ </a:t>
            </a:r>
            <a:r>
              <a:rPr lang="en-US" sz="2800" err="1">
                <a:latin typeface="ML-TTKarthika" panose="04000000000000000000" pitchFamily="82" charset="0"/>
              </a:rPr>
              <a:t>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ln¨tXmÀs</a:t>
            </a:r>
            <a:r>
              <a:rPr lang="en-US" sz="2800">
                <a:latin typeface="ML-TTKarthika" panose="04000000000000000000" pitchFamily="82" charset="0"/>
              </a:rPr>
              <a:t>¯¶</a:t>
            </a:r>
            <a:r>
              <a:rPr lang="en-US" sz="2800" err="1">
                <a:latin typeface="ML-TTKarthika" panose="04000000000000000000" pitchFamily="82" charset="0"/>
              </a:rPr>
              <a:t>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marL="1423952" indent="-52387"/>
            <a:r>
              <a:rPr lang="en-US" sz="2800" err="1">
                <a:latin typeface="ML-TTKarthika" panose="04000000000000000000" pitchFamily="82" charset="0"/>
              </a:rPr>
              <a:t>BÝcytadnSp¶p</a:t>
            </a:r>
            <a:endParaRPr lang="en-US" sz="2800">
              <a:latin typeface="ML-TTKarthika" panose="04000000000000000000" pitchFamily="82" charset="0"/>
            </a:endParaRPr>
          </a:p>
          <a:p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F´Xnibta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! ssZh¯n³ 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kvt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lw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>
                <a:latin typeface="ML-TTKarthika" panose="04000000000000000000" pitchFamily="82" charset="0"/>
              </a:rPr>
              <a:t>þ 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F{X at\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mlcta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28793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22EE8-2FE5-3853-2A77-46D4824A4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FE8ED4D-8AF8-A07E-5A62-839F73F0F991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366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0E355C-C21C-F1C9-F40A-8BCE3576B0F4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/>
                <a:cs typeface="Segoe UI"/>
              </a:rPr>
              <a:t>Communion 3 : 6 of 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23BDE2-5DB3-D237-945C-B21DCE18F648}"/>
              </a:ext>
            </a:extLst>
          </p:cNvPr>
          <p:cNvSpPr/>
          <p:nvPr/>
        </p:nvSpPr>
        <p:spPr>
          <a:xfrm>
            <a:off x="0" y="468833"/>
            <a:ext cx="912494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566"/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jeevithaththil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pala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veezhchakal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vannittum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ottum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nishedhikkaathe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- enne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kevalam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snehichu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paalichidum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thava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snehamathulya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maho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280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enthathishayame</a:t>
            </a:r>
            <a:r>
              <a:rPr lang="en-US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daivathin</a:t>
            </a:r>
            <a:r>
              <a:rPr lang="en-US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US" sz="28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ethra </a:t>
            </a:r>
            <a:r>
              <a:rPr lang="en-US" sz="280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manoharame</a:t>
            </a:r>
            <a:endParaRPr lang="en-US" sz="280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23BC32-E86D-0347-FB0B-693B40414A0E}"/>
              </a:ext>
            </a:extLst>
          </p:cNvPr>
          <p:cNvSpPr/>
          <p:nvPr/>
        </p:nvSpPr>
        <p:spPr>
          <a:xfrm>
            <a:off x="343976" y="2809547"/>
            <a:ext cx="857952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566"/>
            <a:r>
              <a:rPr lang="en-US" sz="2800" err="1">
                <a:latin typeface="ML-TTKarthika" panose="04000000000000000000" pitchFamily="82" charset="0"/>
              </a:rPr>
              <a:t>PohnX¯nÂ</a:t>
            </a:r>
            <a:r>
              <a:rPr lang="en-US" sz="2800">
                <a:latin typeface="ML-TTKarthika" panose="04000000000000000000" pitchFamily="82" charset="0"/>
              </a:rPr>
              <a:t> ]e </a:t>
            </a:r>
            <a:r>
              <a:rPr lang="en-US" sz="2800" err="1">
                <a:latin typeface="ML-TTKarthika" panose="04000000000000000000" pitchFamily="82" charset="0"/>
              </a:rPr>
              <a:t>hogvNIÄ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h¶n«pw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marL="1371566"/>
            <a:r>
              <a:rPr lang="en-US" sz="2800" err="1">
                <a:latin typeface="ML-TTKarthika" panose="04000000000000000000" pitchFamily="82" charset="0"/>
              </a:rPr>
              <a:t>H«pw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ntj</a:t>
            </a:r>
            <a:r>
              <a:rPr lang="en-US" sz="2800">
                <a:latin typeface="ML-TTKarthika" panose="04000000000000000000" pitchFamily="82" charset="0"/>
              </a:rPr>
              <a:t>[</a:t>
            </a:r>
            <a:r>
              <a:rPr lang="en-US" sz="2800" err="1">
                <a:latin typeface="ML-TTKarthika" panose="04000000000000000000" pitchFamily="82" charset="0"/>
              </a:rPr>
              <a:t>n¡msX</a:t>
            </a:r>
            <a:r>
              <a:rPr lang="en-US" sz="2800">
                <a:latin typeface="ML-TTKarthika" panose="04000000000000000000" pitchFamily="82" charset="0"/>
              </a:rPr>
              <a:t> þ Fs¶ </a:t>
            </a:r>
          </a:p>
          <a:p>
            <a:pPr marL="1371566"/>
            <a:r>
              <a:rPr lang="en-US" sz="2800" err="1">
                <a:latin typeface="ML-TTKarthika" panose="04000000000000000000" pitchFamily="82" charset="0"/>
              </a:rPr>
              <a:t>tIhew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ln¨p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men¨oSpw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Xh</a:t>
            </a:r>
            <a:r>
              <a:rPr lang="en-US" sz="2800">
                <a:latin typeface="ML-TTKarthika" panose="04000000000000000000" pitchFamily="82" charset="0"/>
              </a:rPr>
              <a:t> þ </a:t>
            </a:r>
          </a:p>
          <a:p>
            <a:pPr marL="1371566"/>
            <a:r>
              <a:rPr lang="en-US" sz="2800" err="1">
                <a:latin typeface="ML-TTKarthika" panose="04000000000000000000" pitchFamily="82" charset="0"/>
              </a:rPr>
              <a:t>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lXpeyatlm</a:t>
            </a:r>
            <a:endParaRPr lang="en-US" sz="2800">
              <a:latin typeface="ML-TTKarthika" panose="04000000000000000000" pitchFamily="82" charset="0"/>
            </a:endParaRPr>
          </a:p>
          <a:p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F´Xnibta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! ssZh¯n³ 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kvt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lw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>
                <a:latin typeface="ML-TTKarthika" panose="04000000000000000000" pitchFamily="82" charset="0"/>
              </a:rPr>
              <a:t>þ 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F{X at\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mlcta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58155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Hymn No 343</a:t>
            </a:r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Communion 4 : 1 of 5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-13161" y="-103954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Hymn No 343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DBC0D5-1E2C-B550-368C-AD94ADA05923}"/>
              </a:ext>
            </a:extLst>
          </p:cNvPr>
          <p:cNvSpPr/>
          <p:nvPr/>
        </p:nvSpPr>
        <p:spPr>
          <a:xfrm>
            <a:off x="-13161" y="364335"/>
            <a:ext cx="926867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Yaahenna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Ennidayanaho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Yaathoru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Kuravumillenikkiniyum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Pachappul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Purathenne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Kidathunnavan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Nishchala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Jalamenne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Kudippikkunnu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Yaahenna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Ennidayanaho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Yaathoru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Kuravumillenikkiniyum</a:t>
            </a:r>
            <a:endParaRPr lang="en-US" sz="24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EE442-8326-4D19-959A-B80A65CC2FDA}"/>
              </a:ext>
            </a:extLst>
          </p:cNvPr>
          <p:cNvSpPr txBox="1"/>
          <p:nvPr/>
        </p:nvSpPr>
        <p:spPr>
          <a:xfrm>
            <a:off x="-13161" y="2673350"/>
            <a:ext cx="10206801" cy="2369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400" dirty="0" err="1">
                <a:latin typeface="ml-ttkarthika"/>
              </a:rPr>
              <a:t>bmsl</a:t>
            </a:r>
            <a:r>
              <a:rPr lang="en-SG" sz="2400" dirty="0">
                <a:latin typeface="ml-ttkarthika"/>
              </a:rPr>
              <a:t>-¶- </a:t>
            </a:r>
            <a:r>
              <a:rPr lang="en-SG" sz="2400" dirty="0" err="1">
                <a:latin typeface="ml-ttkarthika"/>
              </a:rPr>
              <a:t>ssZ</a:t>
            </a:r>
            <a:r>
              <a:rPr lang="en-SG" sz="2400" dirty="0">
                <a:latin typeface="ml-ttkarthika"/>
              </a:rPr>
              <a:t>-h-</a:t>
            </a:r>
            <a:r>
              <a:rPr lang="en-SG" sz="2400" dirty="0" err="1">
                <a:latin typeface="ml-ttkarthika"/>
              </a:rPr>
              <a:t>sa</a:t>
            </a:r>
            <a:r>
              <a:rPr lang="en-SG" sz="2400" dirty="0">
                <a:latin typeface="ml-ttkarthika"/>
              </a:rPr>
              <a:t>-¶n-S-b-\</a:t>
            </a:r>
            <a:r>
              <a:rPr lang="en-SG" sz="2400" dirty="0" err="1">
                <a:latin typeface="ml-ttkarthika"/>
              </a:rPr>
              <a:t>tlm</a:t>
            </a:r>
            <a:r>
              <a:rPr lang="en-SG" sz="2400" dirty="0">
                <a:latin typeface="ml-ttkarthika"/>
              </a:rPr>
              <a:t> </a:t>
            </a:r>
          </a:p>
          <a:p>
            <a:r>
              <a:rPr lang="en-SG" sz="2400" dirty="0" err="1">
                <a:latin typeface="ml-ttkarthika"/>
              </a:rPr>
              <a:t>bmsXmcp</a:t>
            </a:r>
            <a:r>
              <a:rPr lang="en-SG" sz="2400" dirty="0">
                <a:latin typeface="ml-ttkarthika"/>
              </a:rPr>
              <a:t> </a:t>
            </a:r>
            <a:r>
              <a:rPr lang="en-SG" sz="2400" dirty="0" err="1">
                <a:latin typeface="ml-ttkarthika"/>
              </a:rPr>
              <a:t>Ipd</a:t>
            </a:r>
            <a:r>
              <a:rPr lang="en-SG" sz="2400" dirty="0">
                <a:latin typeface="ml-ttkarthika"/>
              </a:rPr>
              <a:t>-hp-an-</a:t>
            </a:r>
            <a:r>
              <a:rPr lang="en-SG" sz="2400" dirty="0" err="1">
                <a:latin typeface="ml-ttkarthika"/>
              </a:rPr>
              <a:t>sÃ</a:t>
            </a:r>
            <a:r>
              <a:rPr lang="en-SG" sz="2400" dirty="0">
                <a:latin typeface="ml-ttkarthika"/>
              </a:rPr>
              <a:t>-\n-¡n-\</a:t>
            </a:r>
            <a:r>
              <a:rPr lang="en-SG" sz="2400" dirty="0" err="1">
                <a:latin typeface="ml-ttkarthika"/>
              </a:rPr>
              <a:t>nbpw</a:t>
            </a:r>
            <a:endParaRPr lang="en-SG" sz="2400" dirty="0">
              <a:latin typeface="ml-ttkarthika"/>
            </a:endParaRPr>
          </a:p>
          <a:p>
            <a:r>
              <a:rPr lang="pt-BR" sz="2400" dirty="0">
                <a:latin typeface="ml-ttkarthika"/>
              </a:rPr>
              <a:t>]¨-]pÂ]p-d--s¯s¶ InS-¯p-¶-h³ </a:t>
            </a:r>
          </a:p>
          <a:p>
            <a:r>
              <a:rPr lang="en-SG" sz="2400" dirty="0">
                <a:latin typeface="ml-ttkarthika"/>
              </a:rPr>
              <a:t>\</a:t>
            </a:r>
            <a:r>
              <a:rPr lang="en-SG" sz="2400" dirty="0" err="1">
                <a:latin typeface="ml-ttkarthika"/>
              </a:rPr>
              <a:t>nÝ</a:t>
            </a:r>
            <a:r>
              <a:rPr lang="en-SG" sz="2400" dirty="0">
                <a:latin typeface="ml-ttkarthika"/>
              </a:rPr>
              <a:t>-e-P-e-</a:t>
            </a:r>
            <a:r>
              <a:rPr lang="en-SG" sz="2400" dirty="0" err="1">
                <a:latin typeface="ml-ttkarthika"/>
              </a:rPr>
              <a:t>sas</a:t>
            </a:r>
            <a:r>
              <a:rPr lang="en-SG" sz="2400" dirty="0">
                <a:latin typeface="ml-ttkarthika"/>
              </a:rPr>
              <a:t>¶ </a:t>
            </a:r>
            <a:r>
              <a:rPr lang="en-SG" sz="2400" dirty="0" err="1">
                <a:latin typeface="ml-ttkarthika"/>
              </a:rPr>
              <a:t>IpSn</a:t>
            </a:r>
            <a:r>
              <a:rPr lang="en-SG" sz="2400" dirty="0">
                <a:latin typeface="ml-ttkarthika"/>
              </a:rPr>
              <a:t>-¸n-¡</a:t>
            </a:r>
            <a:r>
              <a:rPr lang="en-SG" sz="2400" dirty="0" err="1">
                <a:latin typeface="ml-ttkarthika"/>
              </a:rPr>
              <a:t>p¶p</a:t>
            </a:r>
            <a:endParaRPr lang="en-SG" sz="2400" dirty="0">
              <a:latin typeface="ml-ttkarthika"/>
            </a:endParaRPr>
          </a:p>
          <a:p>
            <a:r>
              <a:rPr lang="en-SG" sz="2400" i="1" dirty="0">
                <a:solidFill>
                  <a:srgbClr val="FF0000"/>
                </a:solidFill>
                <a:latin typeface="ml-ttkarthika"/>
              </a:rPr>
              <a:t>	</a:t>
            </a:r>
            <a:r>
              <a:rPr lang="en-SG" sz="2400" i="1" dirty="0" err="1">
                <a:solidFill>
                  <a:srgbClr val="FF0000"/>
                </a:solidFill>
                <a:latin typeface="ml-ttkarthika"/>
              </a:rPr>
              <a:t>bmsl</a:t>
            </a:r>
            <a:r>
              <a:rPr lang="en-SG" sz="2400" i="1" dirty="0">
                <a:solidFill>
                  <a:srgbClr val="FF0000"/>
                </a:solidFill>
                <a:latin typeface="ml-ttkarthika"/>
              </a:rPr>
              <a:t>-¶- </a:t>
            </a:r>
            <a:r>
              <a:rPr lang="en-SG" sz="2400" i="1" dirty="0" err="1">
                <a:solidFill>
                  <a:srgbClr val="FF0000"/>
                </a:solidFill>
                <a:latin typeface="ml-ttkarthika"/>
              </a:rPr>
              <a:t>ssZ</a:t>
            </a:r>
            <a:r>
              <a:rPr lang="en-SG" sz="2400" i="1" dirty="0">
                <a:solidFill>
                  <a:srgbClr val="FF0000"/>
                </a:solidFill>
                <a:latin typeface="ml-ttkarthika"/>
              </a:rPr>
              <a:t>-h-</a:t>
            </a:r>
            <a:r>
              <a:rPr lang="en-SG" sz="2400" i="1" dirty="0" err="1">
                <a:solidFill>
                  <a:srgbClr val="FF0000"/>
                </a:solidFill>
                <a:latin typeface="ml-ttkarthika"/>
              </a:rPr>
              <a:t>sa</a:t>
            </a:r>
            <a:r>
              <a:rPr lang="en-SG" sz="2400" i="1" dirty="0">
                <a:solidFill>
                  <a:srgbClr val="FF0000"/>
                </a:solidFill>
                <a:latin typeface="ml-ttkarthika"/>
              </a:rPr>
              <a:t>-¶n-S-b-\</a:t>
            </a:r>
            <a:r>
              <a:rPr lang="en-SG" sz="2400" i="1" dirty="0" err="1">
                <a:solidFill>
                  <a:srgbClr val="FF0000"/>
                </a:solidFill>
                <a:latin typeface="ml-ttkarthika"/>
              </a:rPr>
              <a:t>tlm</a:t>
            </a:r>
            <a:r>
              <a:rPr lang="en-SG" sz="2400" i="1" dirty="0">
                <a:solidFill>
                  <a:srgbClr val="FF0000"/>
                </a:solidFill>
                <a:latin typeface="ml-ttkarthika"/>
              </a:rPr>
              <a:t> 	</a:t>
            </a:r>
          </a:p>
          <a:p>
            <a:r>
              <a:rPr lang="en-SG" sz="2400" i="1" dirty="0">
                <a:solidFill>
                  <a:srgbClr val="FF0000"/>
                </a:solidFill>
                <a:latin typeface="ml-ttkarthika"/>
              </a:rPr>
              <a:t>	</a:t>
            </a:r>
            <a:r>
              <a:rPr lang="en-SG" sz="2400" i="1" dirty="0" err="1">
                <a:solidFill>
                  <a:srgbClr val="FF0000"/>
                </a:solidFill>
                <a:latin typeface="ml-ttkarthika"/>
              </a:rPr>
              <a:t>bmsXmcp</a:t>
            </a:r>
            <a:r>
              <a:rPr lang="en-SG" sz="2400" i="1" dirty="0">
                <a:solidFill>
                  <a:srgbClr val="FF0000"/>
                </a:solidFill>
                <a:latin typeface="ml-ttkarthika"/>
              </a:rPr>
              <a:t> </a:t>
            </a:r>
            <a:r>
              <a:rPr lang="en-SG" sz="2400" i="1" dirty="0" err="1">
                <a:solidFill>
                  <a:srgbClr val="FF0000"/>
                </a:solidFill>
                <a:latin typeface="ml-ttkarthika"/>
              </a:rPr>
              <a:t>Ipd</a:t>
            </a:r>
            <a:r>
              <a:rPr lang="en-SG" sz="2400" i="1" dirty="0">
                <a:solidFill>
                  <a:srgbClr val="FF0000"/>
                </a:solidFill>
                <a:latin typeface="ml-ttkarthika"/>
              </a:rPr>
              <a:t>-hp-an-</a:t>
            </a:r>
            <a:r>
              <a:rPr lang="en-SG" sz="2400" i="1" dirty="0" err="1">
                <a:solidFill>
                  <a:srgbClr val="FF0000"/>
                </a:solidFill>
                <a:latin typeface="ml-ttkarthika"/>
              </a:rPr>
              <a:t>sÃ</a:t>
            </a:r>
            <a:r>
              <a:rPr lang="en-SG" sz="2400" i="1" dirty="0">
                <a:solidFill>
                  <a:srgbClr val="FF0000"/>
                </a:solidFill>
                <a:latin typeface="ml-ttkarthika"/>
              </a:rPr>
              <a:t>-\n-¡n-\</a:t>
            </a:r>
            <a:r>
              <a:rPr lang="en-SG" sz="2400" i="1" dirty="0" err="1">
                <a:solidFill>
                  <a:srgbClr val="FF0000"/>
                </a:solidFill>
                <a:latin typeface="ml-ttkarthika"/>
              </a:rPr>
              <a:t>nbpw</a:t>
            </a:r>
            <a:endParaRPr lang="en-SG" sz="2400" i="1" dirty="0">
              <a:solidFill>
                <a:srgbClr val="FF0000"/>
              </a:solidFill>
              <a:latin typeface="ml-ttkarthika"/>
            </a:endParaRPr>
          </a:p>
        </p:txBody>
      </p:sp>
    </p:spTree>
    <p:extLst>
      <p:ext uri="{BB962C8B-B14F-4D97-AF65-F5344CB8AC3E}">
        <p14:creationId xmlns:p14="http://schemas.microsoft.com/office/powerpoint/2010/main" val="10984751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Communion 4 : 2 of 5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Hymn No 343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DBC0D5-1E2C-B550-368C-AD94ADA05923}"/>
              </a:ext>
            </a:extLst>
          </p:cNvPr>
          <p:cNvSpPr/>
          <p:nvPr/>
        </p:nvSpPr>
        <p:spPr>
          <a:xfrm>
            <a:off x="0" y="581048"/>
            <a:ext cx="7264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Santhathamennullam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Thanuppikkunnu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Than Thiru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Paathayil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Nadathunnenne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Koorirul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Thaazhvarayathil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Nadannaal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Saaramillenikkoru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Bhayavumilla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2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Yaahenna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Ennidayanaho</a:t>
            </a:r>
            <a:endParaRPr lang="en-US" sz="2400" i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Yaathoru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Kuravumillenikkiniyum</a:t>
            </a:r>
            <a:endParaRPr lang="en-US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9160CB-75CD-4745-A7A2-48F9A457FBAE}"/>
              </a:ext>
            </a:extLst>
          </p:cNvPr>
          <p:cNvSpPr txBox="1"/>
          <p:nvPr/>
        </p:nvSpPr>
        <p:spPr>
          <a:xfrm>
            <a:off x="11637" y="2808288"/>
            <a:ext cx="7254550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400" dirty="0">
                <a:latin typeface="ML-TTKarthika" panose="04000000000000000000" pitchFamily="82" charset="0"/>
              </a:rPr>
              <a:t>k´-X-</a:t>
            </a:r>
            <a:r>
              <a:rPr lang="en-SG" sz="2400" dirty="0" err="1">
                <a:latin typeface="ML-TTKarthika" panose="04000000000000000000" pitchFamily="82" charset="0"/>
              </a:rPr>
              <a:t>sa</a:t>
            </a:r>
            <a:r>
              <a:rPr lang="en-SG" sz="2400" dirty="0">
                <a:latin typeface="ML-TTKarthika" panose="04000000000000000000" pitchFamily="82" charset="0"/>
              </a:rPr>
              <a:t>-¶</a:t>
            </a:r>
            <a:r>
              <a:rPr lang="en-SG" sz="2400" dirty="0" err="1">
                <a:latin typeface="ML-TTKarthika" panose="04000000000000000000" pitchFamily="82" charset="0"/>
              </a:rPr>
              <a:t>pÅw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  <a:r>
              <a:rPr lang="en-SG" sz="2400" dirty="0" err="1">
                <a:latin typeface="ML-TTKarthika" panose="04000000000000000000" pitchFamily="82" charset="0"/>
              </a:rPr>
              <a:t>XWp</a:t>
            </a:r>
            <a:r>
              <a:rPr lang="en-SG" sz="2400" dirty="0">
                <a:latin typeface="ML-TTKarthika" panose="04000000000000000000" pitchFamily="82" charset="0"/>
              </a:rPr>
              <a:t>-¸n-¡</a:t>
            </a:r>
            <a:r>
              <a:rPr lang="en-SG" sz="2400" dirty="0" err="1">
                <a:latin typeface="ML-TTKarthika" panose="04000000000000000000" pitchFamily="82" charset="0"/>
              </a:rPr>
              <a:t>p¶p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</a:p>
          <a:p>
            <a:r>
              <a:rPr lang="en-SG" sz="2400" dirty="0">
                <a:latin typeface="ML-TTKarthika" panose="04000000000000000000" pitchFamily="82" charset="0"/>
              </a:rPr>
              <a:t>X³ </a:t>
            </a:r>
            <a:r>
              <a:rPr lang="en-SG" sz="2400" dirty="0" err="1">
                <a:latin typeface="ML-TTKarthika" panose="04000000000000000000" pitchFamily="82" charset="0"/>
              </a:rPr>
              <a:t>Xncp</a:t>
            </a:r>
            <a:r>
              <a:rPr lang="en-SG" sz="2400" dirty="0">
                <a:latin typeface="ML-TTKarthika" panose="04000000000000000000" pitchFamily="82" charset="0"/>
              </a:rPr>
              <a:t>-]m-X-</a:t>
            </a:r>
            <a:r>
              <a:rPr lang="en-SG" sz="2400" dirty="0" err="1">
                <a:latin typeface="ML-TTKarthika" panose="04000000000000000000" pitchFamily="82" charset="0"/>
              </a:rPr>
              <a:t>bnÂ</a:t>
            </a:r>
            <a:r>
              <a:rPr lang="en-SG" sz="2400" dirty="0">
                <a:latin typeface="ML-TTKarthika" panose="04000000000000000000" pitchFamily="82" charset="0"/>
              </a:rPr>
              <a:t> \S-¯</a:t>
            </a:r>
            <a:r>
              <a:rPr lang="en-SG" sz="2400" dirty="0" err="1">
                <a:latin typeface="ML-TTKarthika" panose="04000000000000000000" pitchFamily="82" charset="0"/>
              </a:rPr>
              <a:t>p-s¶s</a:t>
            </a:r>
            <a:r>
              <a:rPr lang="en-SG" sz="2400" dirty="0">
                <a:latin typeface="ML-TTKarthika" panose="04000000000000000000" pitchFamily="82" charset="0"/>
              </a:rPr>
              <a:t>¶ </a:t>
            </a:r>
          </a:p>
          <a:p>
            <a:r>
              <a:rPr lang="en-SG" sz="2400" dirty="0" err="1">
                <a:latin typeface="ML-TTKarthika" panose="04000000000000000000" pitchFamily="82" charset="0"/>
              </a:rPr>
              <a:t>Iqcn-cpÄ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  <a:r>
              <a:rPr lang="en-SG" sz="2400" dirty="0" err="1">
                <a:latin typeface="ML-TTKarthika" panose="04000000000000000000" pitchFamily="82" charset="0"/>
              </a:rPr>
              <a:t>Xmgv</a:t>
            </a:r>
            <a:r>
              <a:rPr lang="en-SG" sz="2400" dirty="0">
                <a:latin typeface="ML-TTKarthika" panose="04000000000000000000" pitchFamily="82" charset="0"/>
              </a:rPr>
              <a:t>-h-c-b-</a:t>
            </a:r>
            <a:r>
              <a:rPr lang="en-SG" sz="2400" dirty="0" err="1">
                <a:latin typeface="ML-TTKarthika" panose="04000000000000000000" pitchFamily="82" charset="0"/>
              </a:rPr>
              <a:t>XnÂ</a:t>
            </a:r>
            <a:r>
              <a:rPr lang="en-SG" sz="2400" dirty="0">
                <a:latin typeface="ML-TTKarthika" panose="04000000000000000000" pitchFamily="82" charset="0"/>
              </a:rPr>
              <a:t> \S-¶</a:t>
            </a:r>
            <a:r>
              <a:rPr lang="en-SG" sz="2400" dirty="0" err="1">
                <a:latin typeface="ML-TTKarthika" panose="04000000000000000000" pitchFamily="82" charset="0"/>
              </a:rPr>
              <a:t>mÂ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</a:p>
          <a:p>
            <a:r>
              <a:rPr lang="en-SG" sz="2400" dirty="0" err="1">
                <a:latin typeface="ML-TTKarthika" panose="04000000000000000000" pitchFamily="82" charset="0"/>
              </a:rPr>
              <a:t>kmc</a:t>
            </a:r>
            <a:r>
              <a:rPr lang="en-SG" sz="2400" dirty="0">
                <a:latin typeface="ML-TTKarthika" panose="04000000000000000000" pitchFamily="82" charset="0"/>
              </a:rPr>
              <a:t>-an-</a:t>
            </a:r>
            <a:r>
              <a:rPr lang="en-SG" sz="2400" dirty="0" err="1">
                <a:latin typeface="ML-TTKarthika" panose="04000000000000000000" pitchFamily="82" charset="0"/>
              </a:rPr>
              <a:t>sÃ</a:t>
            </a:r>
            <a:r>
              <a:rPr lang="en-SG" sz="2400" dirty="0">
                <a:latin typeface="ML-TTKarthika" panose="04000000000000000000" pitchFamily="82" charset="0"/>
              </a:rPr>
              <a:t>-\</a:t>
            </a:r>
            <a:r>
              <a:rPr lang="en-SG" sz="2400" dirty="0" err="1">
                <a:latin typeface="ML-TTKarthika" panose="04000000000000000000" pitchFamily="82" charset="0"/>
              </a:rPr>
              <a:t>n-s¡mcp</a:t>
            </a:r>
            <a:r>
              <a:rPr lang="en-SG" sz="2400" dirty="0">
                <a:latin typeface="ML-TTKarthika" panose="04000000000000000000" pitchFamily="82" charset="0"/>
              </a:rPr>
              <a:t> `b-hp-</a:t>
            </a:r>
            <a:r>
              <a:rPr lang="en-SG" sz="2400" dirty="0" err="1">
                <a:latin typeface="ML-TTKarthika" panose="04000000000000000000" pitchFamily="82" charset="0"/>
              </a:rPr>
              <a:t>anÃ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</a:p>
          <a:p>
            <a:r>
              <a:rPr lang="en-SG" sz="2400" dirty="0">
                <a:solidFill>
                  <a:srgbClr val="FF0000"/>
                </a:solidFill>
                <a:latin typeface="ML-TTKarthika" panose="04000000000000000000" pitchFamily="82" charset="0"/>
              </a:rPr>
              <a:t>	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bmsl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-¶ -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ssZ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-h-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sa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-¶n-S-b-\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tlm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SG" sz="2400" i="1" dirty="0">
                <a:solidFill>
                  <a:srgbClr val="FF0000"/>
                </a:solidFill>
                <a:latin typeface="ML-TTKarthika"/>
              </a:rPr>
              <a:t>	</a:t>
            </a:r>
            <a:r>
              <a:rPr lang="en-SG" sz="2400" i="1" dirty="0" err="1">
                <a:solidFill>
                  <a:srgbClr val="FF0000"/>
                </a:solidFill>
                <a:latin typeface="ML-TTKarthika"/>
              </a:rPr>
              <a:t>bmsXmcp</a:t>
            </a:r>
            <a:r>
              <a:rPr lang="en-SG" sz="2400" i="1" dirty="0">
                <a:solidFill>
                  <a:srgbClr val="FF0000"/>
                </a:solidFill>
                <a:latin typeface="ML-TTKarthika"/>
              </a:rPr>
              <a:t> </a:t>
            </a:r>
            <a:r>
              <a:rPr lang="en-SG" sz="2400" i="1" dirty="0" err="1">
                <a:solidFill>
                  <a:srgbClr val="FF0000"/>
                </a:solidFill>
                <a:latin typeface="ML-TTKarthika"/>
              </a:rPr>
              <a:t>Ipd</a:t>
            </a:r>
            <a:r>
              <a:rPr lang="en-SG" sz="2400" i="1" dirty="0">
                <a:solidFill>
                  <a:srgbClr val="FF0000"/>
                </a:solidFill>
                <a:latin typeface="ML-TTKarthika"/>
              </a:rPr>
              <a:t>-hp-an-</a:t>
            </a:r>
            <a:r>
              <a:rPr lang="en-SG" sz="2400" i="1" dirty="0" err="1">
                <a:solidFill>
                  <a:srgbClr val="FF0000"/>
                </a:solidFill>
                <a:latin typeface="ML-TTKarthika"/>
              </a:rPr>
              <a:t>sÃ</a:t>
            </a:r>
            <a:r>
              <a:rPr lang="en-SG" sz="2400" i="1" dirty="0">
                <a:solidFill>
                  <a:srgbClr val="FF0000"/>
                </a:solidFill>
                <a:latin typeface="ML-TTKarthika"/>
              </a:rPr>
              <a:t>-\n-¡n-\</a:t>
            </a:r>
            <a:r>
              <a:rPr lang="en-SG" sz="2400" i="1" dirty="0" err="1">
                <a:solidFill>
                  <a:srgbClr val="FF0000"/>
                </a:solidFill>
                <a:latin typeface="ML-TTKarthika"/>
              </a:rPr>
              <a:t>nbpw</a:t>
            </a:r>
            <a:endParaRPr lang="en-SG" sz="2800" i="1" dirty="0">
              <a:latin typeface="ML-TTKarthika"/>
            </a:endParaRPr>
          </a:p>
        </p:txBody>
      </p:sp>
    </p:spTree>
    <p:extLst>
      <p:ext uri="{BB962C8B-B14F-4D97-AF65-F5344CB8AC3E}">
        <p14:creationId xmlns:p14="http://schemas.microsoft.com/office/powerpoint/2010/main" val="787034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Communion 4 : 3 of 5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Hymn No 343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DBC0D5-1E2C-B550-368C-AD94ADA05923}"/>
              </a:ext>
            </a:extLst>
          </p:cNvPr>
          <p:cNvSpPr/>
          <p:nvPr/>
        </p:nvSpPr>
        <p:spPr>
          <a:xfrm>
            <a:off x="0" y="510274"/>
            <a:ext cx="695325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Unnathan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Ennodu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Koodeyundu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Thannidunnaashwaasam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Than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Vadimel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Enikkoru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Virunnu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Avan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Orukkidunnu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Ennude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Vairikalin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Naduvil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Yaahenna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Ennidayanaho</a:t>
            </a:r>
            <a:endParaRPr lang="en-US" sz="2400" i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Yaathoru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Kuravumillenikkiniyum</a:t>
            </a:r>
            <a:endParaRPr lang="en-US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EE442-8326-4D19-959A-B80A65CC2FDA}"/>
              </a:ext>
            </a:extLst>
          </p:cNvPr>
          <p:cNvSpPr txBox="1"/>
          <p:nvPr/>
        </p:nvSpPr>
        <p:spPr>
          <a:xfrm>
            <a:off x="-763" y="2782888"/>
            <a:ext cx="69438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latin typeface="ML-TTKarthika" panose="04000000000000000000" pitchFamily="82" charset="0"/>
              </a:rPr>
              <a:t>D¶-X-s\-</a:t>
            </a:r>
            <a:r>
              <a:rPr lang="en-SG" sz="2400" dirty="0" err="1">
                <a:latin typeface="ML-TTKarthika" panose="04000000000000000000" pitchFamily="82" charset="0"/>
              </a:rPr>
              <a:t>t¶mSp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  <a:r>
              <a:rPr lang="en-SG" sz="2400" dirty="0" err="1">
                <a:latin typeface="ML-TTKarthika" panose="04000000000000000000" pitchFamily="82" charset="0"/>
              </a:rPr>
              <a:t>IqsS-bp¬Sv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</a:p>
          <a:p>
            <a:r>
              <a:rPr lang="en-SG" sz="2400" dirty="0" err="1">
                <a:latin typeface="ML-TTKarthika" panose="04000000000000000000" pitchFamily="82" charset="0"/>
              </a:rPr>
              <a:t>X¶n-Sp</a:t>
            </a:r>
            <a:r>
              <a:rPr lang="en-SG" sz="2400" dirty="0">
                <a:latin typeface="ML-TTKarthika" panose="04000000000000000000" pitchFamily="82" charset="0"/>
              </a:rPr>
              <a:t>-¶m-</a:t>
            </a:r>
            <a:r>
              <a:rPr lang="en-SG" sz="2400" dirty="0" err="1">
                <a:latin typeface="ML-TTKarthika" panose="04000000000000000000" pitchFamily="82" charset="0"/>
              </a:rPr>
              <a:t>izmkw</a:t>
            </a:r>
            <a:r>
              <a:rPr lang="en-SG" sz="2400" dirty="0">
                <a:latin typeface="ML-TTKarthika" panose="04000000000000000000" pitchFamily="82" charset="0"/>
              </a:rPr>
              <a:t> X³h-Sn-taÂ </a:t>
            </a:r>
          </a:p>
          <a:p>
            <a:r>
              <a:rPr lang="en-SG" sz="2400" dirty="0">
                <a:latin typeface="ML-TTKarthika" panose="04000000000000000000" pitchFamily="82" charset="0"/>
              </a:rPr>
              <a:t>F\</a:t>
            </a:r>
            <a:r>
              <a:rPr lang="en-SG" sz="2400" dirty="0" err="1">
                <a:latin typeface="ML-TTKarthika" panose="04000000000000000000" pitchFamily="82" charset="0"/>
              </a:rPr>
              <a:t>n-s¡mcp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  <a:r>
              <a:rPr lang="en-SG" sz="2400" dirty="0" err="1">
                <a:latin typeface="ML-TTKarthika" panose="04000000000000000000" pitchFamily="82" charset="0"/>
              </a:rPr>
              <a:t>hncp</a:t>
            </a:r>
            <a:r>
              <a:rPr lang="en-SG" sz="2400" dirty="0">
                <a:latin typeface="ML-TTKarthika" panose="04000000000000000000" pitchFamily="82" charset="0"/>
              </a:rPr>
              <a:t>-¶-h³ Hcp-¡</a:t>
            </a:r>
            <a:r>
              <a:rPr lang="en-SG" sz="2400" dirty="0" err="1">
                <a:latin typeface="ML-TTKarthika" panose="04000000000000000000" pitchFamily="82" charset="0"/>
              </a:rPr>
              <a:t>o-Sp¶p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</a:p>
          <a:p>
            <a:r>
              <a:rPr lang="en-SG" sz="2400" dirty="0" err="1">
                <a:latin typeface="ML-TTKarthika" panose="04000000000000000000" pitchFamily="82" charset="0"/>
              </a:rPr>
              <a:t>F¶psS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  <a:r>
              <a:rPr lang="en-SG" sz="2400" dirty="0" err="1">
                <a:latin typeface="ML-TTKarthika" panose="04000000000000000000" pitchFamily="82" charset="0"/>
              </a:rPr>
              <a:t>sshcn</a:t>
            </a:r>
            <a:r>
              <a:rPr lang="en-SG" sz="2400" dirty="0">
                <a:latin typeface="ML-TTKarthika" panose="04000000000000000000" pitchFamily="82" charset="0"/>
              </a:rPr>
              <a:t>-I-</a:t>
            </a:r>
            <a:r>
              <a:rPr lang="en-SG" sz="2400" dirty="0" err="1">
                <a:latin typeface="ML-TTKarthika" panose="04000000000000000000" pitchFamily="82" charset="0"/>
              </a:rPr>
              <a:t>fnÂ</a:t>
            </a:r>
            <a:r>
              <a:rPr lang="en-SG" sz="2400" dirty="0">
                <a:latin typeface="ML-TTKarthika" panose="04000000000000000000" pitchFamily="82" charset="0"/>
              </a:rPr>
              <a:t> \</a:t>
            </a:r>
            <a:r>
              <a:rPr lang="en-SG" sz="2400" dirty="0" err="1">
                <a:latin typeface="ML-TTKarthika" panose="04000000000000000000" pitchFamily="82" charset="0"/>
              </a:rPr>
              <a:t>Sp-hnÂ</a:t>
            </a:r>
            <a:endParaRPr lang="en-SG" sz="2400" dirty="0">
              <a:latin typeface="ML-TTKarthika" panose="04000000000000000000" pitchFamily="82" charset="0"/>
            </a:endParaRPr>
          </a:p>
          <a:p>
            <a:r>
              <a:rPr lang="en-SG" sz="2400" dirty="0">
                <a:solidFill>
                  <a:srgbClr val="FF0000"/>
                </a:solidFill>
                <a:latin typeface="ML-TTKarthika" panose="04000000000000000000" pitchFamily="82" charset="0"/>
              </a:rPr>
              <a:t>	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bmsl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-¶-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ssZ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-h-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sa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-¶n-S-b-\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tlm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	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bmsXmcp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 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Ipd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-hp-an-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sÃ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-\n-¡n-\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nbpw</a:t>
            </a:r>
            <a:endParaRPr lang="en-SG" sz="2800" i="1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0222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Communion 4 : 4 of 5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Hymn No 343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DBC0D5-1E2C-B550-368C-AD94ADA05923}"/>
              </a:ext>
            </a:extLst>
          </p:cNvPr>
          <p:cNvSpPr/>
          <p:nvPr/>
        </p:nvSpPr>
        <p:spPr>
          <a:xfrm>
            <a:off x="-762" y="459474"/>
            <a:ext cx="726516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Shirassine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Akhilavum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Anudhinavum</a:t>
            </a:r>
            <a:endParaRPr lang="en-US" sz="2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Pooshunnu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Saurabhya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Thailamathaal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Ennude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Paanapaathram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Dhinavum</a:t>
            </a:r>
            <a:endParaRPr lang="en-US" sz="2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Unnathan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Karunayaal</a:t>
            </a: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latin typeface="Segoe UI" panose="020B0502040204020203" pitchFamily="34" charset="0"/>
                <a:cs typeface="Segoe UI" panose="020B0502040204020203" pitchFamily="34" charset="0"/>
              </a:rPr>
              <a:t>Kavinjidunnu</a:t>
            </a:r>
            <a:endParaRPr lang="en-US" sz="2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2400" i="1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Yaahenna</a:t>
            </a:r>
            <a:r>
              <a:rPr lang="en-US" sz="2400" i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r>
              <a:rPr lang="en-US" sz="2400" i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Ennidayanaho</a:t>
            </a:r>
            <a:endParaRPr lang="en-US" sz="2400" i="1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400" i="1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Yaathoru</a:t>
            </a:r>
            <a:r>
              <a:rPr lang="en-US" sz="2400" i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Kuravumillenikkiniyum</a:t>
            </a:r>
            <a:endParaRPr lang="en-US" sz="2800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EE442-8326-4D19-959A-B80A65CC2FDA}"/>
              </a:ext>
            </a:extLst>
          </p:cNvPr>
          <p:cNvSpPr txBox="1"/>
          <p:nvPr/>
        </p:nvSpPr>
        <p:spPr>
          <a:xfrm>
            <a:off x="-13924" y="2767798"/>
            <a:ext cx="72651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 err="1">
                <a:latin typeface="ML-TTKarthika" panose="04000000000000000000" pitchFamily="82" charset="0"/>
              </a:rPr>
              <a:t>inc-Êns</a:t>
            </a:r>
            <a:r>
              <a:rPr lang="en-SG" sz="2400" dirty="0">
                <a:latin typeface="ML-TTKarthika" panose="04000000000000000000" pitchFamily="82" charset="0"/>
              </a:rPr>
              <a:t>\ </a:t>
            </a:r>
            <a:r>
              <a:rPr lang="en-SG" sz="2400" dirty="0" err="1">
                <a:latin typeface="ML-TTKarthika" panose="04000000000000000000" pitchFamily="82" charset="0"/>
              </a:rPr>
              <a:t>AJn</a:t>
            </a:r>
            <a:r>
              <a:rPr lang="en-SG" sz="2400" dirty="0">
                <a:latin typeface="ML-TTKarthika" panose="04000000000000000000" pitchFamily="82" charset="0"/>
              </a:rPr>
              <a:t>-e-hp-a-\p-Zn-\</a:t>
            </a:r>
            <a:r>
              <a:rPr lang="en-SG" sz="2400" dirty="0" err="1">
                <a:latin typeface="ML-TTKarthika" panose="04000000000000000000" pitchFamily="82" charset="0"/>
              </a:rPr>
              <a:t>hpw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</a:p>
          <a:p>
            <a:r>
              <a:rPr lang="en-SG" sz="2400" dirty="0">
                <a:latin typeface="ML-TTKarthika" panose="04000000000000000000" pitchFamily="82" charset="0"/>
              </a:rPr>
              <a:t>]</a:t>
            </a:r>
            <a:r>
              <a:rPr lang="en-SG" sz="2400" dirty="0" err="1">
                <a:latin typeface="ML-TTKarthika" panose="04000000000000000000" pitchFamily="82" charset="0"/>
              </a:rPr>
              <a:t>qip¶p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  <a:r>
              <a:rPr lang="en-SG" sz="2400" dirty="0" err="1">
                <a:latin typeface="ML-TTKarthika" panose="04000000000000000000" pitchFamily="82" charset="0"/>
              </a:rPr>
              <a:t>kuc</a:t>
            </a:r>
            <a:r>
              <a:rPr lang="en-SG" sz="2400" dirty="0">
                <a:latin typeface="ML-TTKarthika" panose="04000000000000000000" pitchFamily="82" charset="0"/>
              </a:rPr>
              <a:t>-`y-</a:t>
            </a:r>
            <a:r>
              <a:rPr lang="en-SG" sz="2400" dirty="0" err="1">
                <a:latin typeface="ML-TTKarthika" panose="04000000000000000000" pitchFamily="82" charset="0"/>
              </a:rPr>
              <a:t>ssX</a:t>
            </a:r>
            <a:r>
              <a:rPr lang="en-SG" sz="2400" dirty="0">
                <a:latin typeface="ML-TTKarthika" panose="04000000000000000000" pitchFamily="82" charset="0"/>
              </a:rPr>
              <a:t>-e-a-</a:t>
            </a:r>
            <a:r>
              <a:rPr lang="en-SG" sz="2400" dirty="0" err="1">
                <a:latin typeface="ML-TTKarthika" panose="04000000000000000000" pitchFamily="82" charset="0"/>
              </a:rPr>
              <a:t>XmÂ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</a:p>
          <a:p>
            <a:r>
              <a:rPr lang="en-SG" sz="2400" dirty="0" err="1">
                <a:latin typeface="ML-TTKarthika" panose="04000000000000000000" pitchFamily="82" charset="0"/>
              </a:rPr>
              <a:t>F¶psS</a:t>
            </a:r>
            <a:r>
              <a:rPr lang="en-SG" sz="2400" dirty="0">
                <a:latin typeface="ML-TTKarthika" panose="04000000000000000000" pitchFamily="82" charset="0"/>
              </a:rPr>
              <a:t> ]m\-]m{</a:t>
            </a:r>
            <a:r>
              <a:rPr lang="en-SG" sz="2400" dirty="0" err="1">
                <a:latin typeface="ML-TTKarthika" panose="04000000000000000000" pitchFamily="82" charset="0"/>
              </a:rPr>
              <a:t>Xw</a:t>
            </a:r>
            <a:r>
              <a:rPr lang="en-SG" sz="2400" dirty="0">
                <a:latin typeface="ML-TTKarthika" panose="04000000000000000000" pitchFamily="82" charset="0"/>
              </a:rPr>
              <a:t> Zn\</a:t>
            </a:r>
            <a:r>
              <a:rPr lang="en-SG" sz="2400" dirty="0" err="1">
                <a:latin typeface="ML-TTKarthika" panose="04000000000000000000" pitchFamily="82" charset="0"/>
              </a:rPr>
              <a:t>hpw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</a:p>
          <a:p>
            <a:r>
              <a:rPr lang="en-SG" sz="2400" dirty="0">
                <a:latin typeface="ML-TTKarthika" panose="04000000000000000000" pitchFamily="82" charset="0"/>
              </a:rPr>
              <a:t>D¶-X³ </a:t>
            </a:r>
            <a:r>
              <a:rPr lang="en-SG" sz="2400" dirty="0" err="1">
                <a:latin typeface="ML-TTKarthika" panose="04000000000000000000" pitchFamily="82" charset="0"/>
              </a:rPr>
              <a:t>Icp</a:t>
            </a:r>
            <a:r>
              <a:rPr lang="en-SG" sz="2400" dirty="0">
                <a:latin typeface="ML-TTKarthika" panose="04000000000000000000" pitchFamily="82" charset="0"/>
              </a:rPr>
              <a:t>-W-</a:t>
            </a:r>
            <a:r>
              <a:rPr lang="en-SG" sz="2400" dirty="0" err="1">
                <a:latin typeface="ML-TTKarthika" panose="04000000000000000000" pitchFamily="82" charset="0"/>
              </a:rPr>
              <a:t>bmÂ</a:t>
            </a:r>
            <a:r>
              <a:rPr lang="en-SG" sz="2400" dirty="0">
                <a:latin typeface="ML-TTKarthika" panose="04000000000000000000" pitchFamily="82" charset="0"/>
              </a:rPr>
              <a:t> Ihn-ª</a:t>
            </a:r>
            <a:r>
              <a:rPr lang="en-SG" sz="2400" dirty="0" err="1">
                <a:latin typeface="ML-TTKarthika" panose="04000000000000000000" pitchFamily="82" charset="0"/>
              </a:rPr>
              <a:t>n-Sp¶p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</a:p>
          <a:p>
            <a:r>
              <a:rPr lang="en-SG" sz="2400" dirty="0">
                <a:solidFill>
                  <a:srgbClr val="FF0000"/>
                </a:solidFill>
                <a:latin typeface="ML-TTKarthika" panose="04000000000000000000" pitchFamily="82" charset="0"/>
              </a:rPr>
              <a:t>	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bmsl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-¶- 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ssZ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-h-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sa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-¶n-S-b-\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tlm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	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bmsXmcp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 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Ipd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-hp-an-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sÃ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-\n-¡n-\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nbpw</a:t>
            </a:r>
            <a:endParaRPr lang="en-SG" sz="2800" i="1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049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Communion 4 : 5 of 5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Hymn No 343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DBC0D5-1E2C-B550-368C-AD94ADA05923}"/>
              </a:ext>
            </a:extLst>
          </p:cNvPr>
          <p:cNvSpPr/>
          <p:nvPr/>
        </p:nvSpPr>
        <p:spPr>
          <a:xfrm>
            <a:off x="-762" y="414811"/>
            <a:ext cx="744296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Nanmayum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Karunayum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Ennaayussil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Pinthudarnidunnu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Anudinavum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Swarggalokalayam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Thannilee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Njan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Dheerkhakaalam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Vasikkum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Shubhamaai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	</a:t>
            </a:r>
          </a:p>
          <a:p>
            <a:r>
              <a:rPr lang="en-US" sz="24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Yaahenna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Ennidayanaho</a:t>
            </a:r>
            <a:endParaRPr lang="en-US" sz="2400" i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Yaathoru</a:t>
            </a: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Kuravumillenikkiniyum</a:t>
            </a:r>
            <a:endParaRPr lang="en-US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EE442-8326-4D19-959A-B80A65CC2FDA}"/>
              </a:ext>
            </a:extLst>
          </p:cNvPr>
          <p:cNvSpPr txBox="1"/>
          <p:nvPr/>
        </p:nvSpPr>
        <p:spPr>
          <a:xfrm>
            <a:off x="-13924" y="2681288"/>
            <a:ext cx="74429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latin typeface="ML-TTKarthika" panose="04000000000000000000" pitchFamily="82" charset="0"/>
              </a:rPr>
              <a:t>\·</a:t>
            </a:r>
            <a:r>
              <a:rPr lang="en-SG" sz="2400" dirty="0" err="1">
                <a:latin typeface="ML-TTKarthika" panose="04000000000000000000" pitchFamily="82" charset="0"/>
              </a:rPr>
              <a:t>bpw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  <a:r>
              <a:rPr lang="en-SG" sz="2400" dirty="0" err="1">
                <a:latin typeface="ML-TTKarthika" panose="04000000000000000000" pitchFamily="82" charset="0"/>
              </a:rPr>
              <a:t>IcpWbpw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  <a:r>
              <a:rPr lang="en-SG" sz="2400" dirty="0" err="1">
                <a:latin typeface="ML-TTKarthika" panose="04000000000000000000" pitchFamily="82" charset="0"/>
              </a:rPr>
              <a:t>F¶mbpÊnÂ</a:t>
            </a:r>
            <a:endParaRPr lang="en-SG" sz="2400" dirty="0">
              <a:latin typeface="ML-TTKarthika" panose="04000000000000000000" pitchFamily="82" charset="0"/>
            </a:endParaRPr>
          </a:p>
          <a:p>
            <a:r>
              <a:rPr lang="en-SG" sz="2400" dirty="0" err="1">
                <a:latin typeface="ML-TTKarthika" panose="04000000000000000000" pitchFamily="82" charset="0"/>
              </a:rPr>
              <a:t>D×bmbv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  <a:r>
              <a:rPr lang="en-SG" sz="2400" dirty="0" err="1">
                <a:latin typeface="ML-TTKarthika" panose="04000000000000000000" pitchFamily="82" charset="0"/>
              </a:rPr>
              <a:t>XpSÀ¶nSpw</a:t>
            </a:r>
            <a:r>
              <a:rPr lang="en-SG" sz="2400" dirty="0">
                <a:latin typeface="ML-TTKarthika" panose="04000000000000000000" pitchFamily="82" charset="0"/>
              </a:rPr>
              <a:t> Zn\</a:t>
            </a:r>
            <a:r>
              <a:rPr lang="en-SG" sz="2400" dirty="0" err="1">
                <a:latin typeface="ML-TTKarthika" panose="04000000000000000000" pitchFamily="82" charset="0"/>
              </a:rPr>
              <a:t>hpatlm</a:t>
            </a:r>
            <a:r>
              <a:rPr lang="en-SG" sz="2400" dirty="0">
                <a:latin typeface="ML-TTKarthika" panose="04000000000000000000" pitchFamily="82" charset="0"/>
              </a:rPr>
              <a:t>!</a:t>
            </a:r>
          </a:p>
          <a:p>
            <a:r>
              <a:rPr lang="en-SG" sz="2400" dirty="0" err="1">
                <a:latin typeface="ML-TTKarthika" panose="04000000000000000000" pitchFamily="82" charset="0"/>
              </a:rPr>
              <a:t>kzÀ¤ob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  <a:r>
              <a:rPr lang="en-SG" sz="2400" dirty="0" err="1">
                <a:latin typeface="ML-TTKarthika" panose="04000000000000000000" pitchFamily="82" charset="0"/>
              </a:rPr>
              <a:t>Bebw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  <a:r>
              <a:rPr lang="en-SG" sz="2400" dirty="0" err="1">
                <a:latin typeface="ML-TTKarthika" panose="04000000000000000000" pitchFamily="82" charset="0"/>
              </a:rPr>
              <a:t>X¶neo</a:t>
            </a:r>
            <a:r>
              <a:rPr lang="en-SG" sz="2400" dirty="0">
                <a:latin typeface="ML-TTKarthika" panose="04000000000000000000" pitchFamily="82" charset="0"/>
              </a:rPr>
              <a:t> Rm³</a:t>
            </a:r>
          </a:p>
          <a:p>
            <a:r>
              <a:rPr lang="en-SG" sz="2400" dirty="0" err="1">
                <a:latin typeface="ML-TTKarthika" panose="04000000000000000000" pitchFamily="82" charset="0"/>
              </a:rPr>
              <a:t>ZoÀLImew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  <a:r>
              <a:rPr lang="en-SG" sz="2400" dirty="0" err="1">
                <a:latin typeface="ML-TTKarthika" panose="04000000000000000000" pitchFamily="82" charset="0"/>
              </a:rPr>
              <a:t>hkn¡pw</a:t>
            </a:r>
            <a:r>
              <a:rPr lang="en-SG" sz="2400" dirty="0">
                <a:latin typeface="ML-TTKarthika" panose="04000000000000000000" pitchFamily="82" charset="0"/>
              </a:rPr>
              <a:t> </a:t>
            </a:r>
            <a:r>
              <a:rPr lang="en-SG" sz="2400" dirty="0" err="1">
                <a:latin typeface="ML-TTKarthika" panose="04000000000000000000" pitchFamily="82" charset="0"/>
              </a:rPr>
              <a:t>ip`ambv</a:t>
            </a:r>
            <a:r>
              <a:rPr lang="en-SG" sz="2400" dirty="0">
                <a:latin typeface="ML-TTKarthika" panose="04000000000000000000" pitchFamily="82" charset="0"/>
              </a:rPr>
              <a:t>.</a:t>
            </a:r>
          </a:p>
          <a:p>
            <a:r>
              <a:rPr lang="en-SG" sz="2400" dirty="0">
                <a:solidFill>
                  <a:srgbClr val="FF0000"/>
                </a:solidFill>
                <a:latin typeface="ML-TTKarthika" panose="04000000000000000000" pitchFamily="82" charset="0"/>
              </a:rPr>
              <a:t>	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bmsl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-¶- 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ssZ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-h-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sa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-¶n-S-b-\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tlm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	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bmsXmcp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 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Ipd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-hp-an-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sÃ</a:t>
            </a:r>
            <a:r>
              <a:rPr lang="en-SG" sz="2400" i="1" dirty="0">
                <a:solidFill>
                  <a:srgbClr val="FF0000"/>
                </a:solidFill>
                <a:latin typeface="ML-TTKarthika" panose="04000000000000000000" pitchFamily="82" charset="0"/>
              </a:rPr>
              <a:t>-\n-¡n-\</a:t>
            </a:r>
            <a:r>
              <a:rPr lang="en-SG" sz="2400" i="1" dirty="0" err="1">
                <a:solidFill>
                  <a:srgbClr val="FF0000"/>
                </a:solidFill>
                <a:latin typeface="ML-TTKarthika" panose="04000000000000000000" pitchFamily="82" charset="0"/>
              </a:rPr>
              <a:t>nbpw</a:t>
            </a:r>
            <a:endParaRPr lang="en-SG" sz="2800" i="1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2023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75E6C-A868-027B-F003-822FE8B7D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C2AE8B26-4308-5958-6E72-5AB1934A3D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6E5CAD3-7F08-75E6-8C0E-0F0ADEEA78AC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Hymn No 176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9745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E0F19-4B57-1C91-1B3F-6C58B6FD6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BCE7DA6-4E57-63AC-E151-15BD09E2E198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5 : 1 of 8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C948D8E-608E-FCD5-1E6C-1F674ED1A21F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Hymn No 176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C83866-F2FE-D158-2965-A3CD68B87646}"/>
              </a:ext>
            </a:extLst>
          </p:cNvPr>
          <p:cNvSpPr/>
          <p:nvPr/>
        </p:nvSpPr>
        <p:spPr>
          <a:xfrm>
            <a:off x="1130992" y="549823"/>
            <a:ext cx="733278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Shuddhikkaai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sameepe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poyo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kulicho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kunjaattin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rakthathil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poornaashrayam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ee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nimisham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than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krupa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thannil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vecho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sudhiyaayo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</a:t>
            </a:r>
            <a:endParaRPr lang="en-US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BC5965-F852-71A3-22B8-D9F0200B6ADA}"/>
              </a:ext>
            </a:extLst>
          </p:cNvPr>
          <p:cNvSpPr/>
          <p:nvPr/>
        </p:nvSpPr>
        <p:spPr>
          <a:xfrm>
            <a:off x="1130991" y="2777795"/>
            <a:ext cx="733278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</a:rPr>
              <a:t>ip²n¡mbv \o </a:t>
            </a:r>
            <a:r>
              <a:rPr lang="en-US" sz="2800" dirty="0" err="1">
                <a:latin typeface="ML-TTKarthika" panose="04000000000000000000" pitchFamily="82" charset="0"/>
              </a:rPr>
              <a:t>tbip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kaos</a:t>
            </a:r>
            <a:r>
              <a:rPr lang="en-US" sz="2800" dirty="0">
                <a:latin typeface="ML-TTKarthika" panose="04000000000000000000" pitchFamily="82" charset="0"/>
              </a:rPr>
              <a:t>] t]</a:t>
            </a:r>
            <a:r>
              <a:rPr lang="en-US" sz="2800" dirty="0" err="1">
                <a:latin typeface="ML-TTKarthika" panose="04000000000000000000" pitchFamily="82" charset="0"/>
              </a:rPr>
              <a:t>mtbm</a:t>
            </a:r>
            <a:r>
              <a:rPr lang="en-US" sz="2800" dirty="0">
                <a:latin typeface="ML-TTKarthika" panose="04000000000000000000" pitchFamily="82" charset="0"/>
              </a:rPr>
              <a:t>?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Ipfnt¨m</a:t>
            </a:r>
            <a:r>
              <a:rPr lang="en-US" sz="2800" dirty="0">
                <a:latin typeface="ML-TTKarthika" panose="04000000000000000000" pitchFamily="82" charset="0"/>
              </a:rPr>
              <a:t> Ipªm«n³ </a:t>
            </a:r>
            <a:r>
              <a:rPr lang="en-US" sz="2800" dirty="0" err="1">
                <a:latin typeface="ML-TTKarthika" panose="04000000000000000000" pitchFamily="82" charset="0"/>
              </a:rPr>
              <a:t>cà¯nÂ</a:t>
            </a:r>
            <a:r>
              <a:rPr lang="en-US" sz="2800" dirty="0">
                <a:latin typeface="ML-TTKarthika" panose="04000000000000000000" pitchFamily="82" charset="0"/>
              </a:rPr>
              <a:t>? </a:t>
            </a:r>
          </a:p>
          <a:p>
            <a:r>
              <a:rPr lang="pt-BR" sz="2800" dirty="0">
                <a:latin typeface="ML-TTKarthika" panose="04000000000000000000" pitchFamily="82" charset="0"/>
              </a:rPr>
              <a:t>]qÀ®m{ibw Cu \nanjw X³ Ir]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X¶nÂ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sht¨m</a:t>
            </a:r>
            <a:r>
              <a:rPr lang="en-US" sz="2800" dirty="0">
                <a:latin typeface="ML-TTKarthika" panose="04000000000000000000" pitchFamily="82" charset="0"/>
              </a:rPr>
              <a:t> ip²nbmtbm \o? </a:t>
            </a:r>
            <a:endParaRPr lang="pt-BR" sz="28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7174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BB2B4-9C6E-21C9-98D7-15FACA7ED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36E6CCB-CC26-DB55-9389-E0785711FB40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5 : 2 of 8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C7EA13E-E86C-494B-C295-FAC262139BC6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Hymn No 176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8B5A32-653A-A722-339D-427883D9C9B4}"/>
              </a:ext>
            </a:extLst>
          </p:cNvPr>
          <p:cNvSpPr/>
          <p:nvPr/>
        </p:nvSpPr>
        <p:spPr>
          <a:xfrm>
            <a:off x="1030629" y="639032"/>
            <a:ext cx="733278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Kulicho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kunjaattin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aathma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shudhi</a:t>
            </a:r>
            <a:b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nalkum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rakthathil</a:t>
            </a:r>
            <a:b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himam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pol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nishkalankamo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anki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b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kulicho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kunjaattin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rakthathil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93A982-4957-5A52-087D-A3C3BFB9B932}"/>
              </a:ext>
            </a:extLst>
          </p:cNvPr>
          <p:cNvSpPr/>
          <p:nvPr/>
        </p:nvSpPr>
        <p:spPr>
          <a:xfrm>
            <a:off x="1030629" y="2849643"/>
            <a:ext cx="733278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Ipfnt¨mþIpªm«n³ </a:t>
            </a:r>
          </a:p>
          <a:p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Bßip²n 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evIpw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-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cà¯nÂ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lnawt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]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mÂ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njvIf¦tam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\n³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A¦n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? </a:t>
            </a:r>
          </a:p>
          <a:p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Ipfnt¨m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Ipªm«n³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cà¯nÂ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endParaRPr lang="pt-BR" sz="2800" i="1">
              <a:solidFill>
                <a:srgbClr val="800000"/>
              </a:solidFill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6134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EB9C9-878F-17DF-57B8-D75D06745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AAF0DDC-8F10-48B9-EE89-F9BDA6328D7F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5 : 3 of 8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0A09E2-6C4A-7553-667C-C99706269FF8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Hymn No 176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31F666-440E-81E9-C66F-BD17508ABE75}"/>
              </a:ext>
            </a:extLst>
          </p:cNvPr>
          <p:cNvSpPr/>
          <p:nvPr/>
        </p:nvSpPr>
        <p:spPr>
          <a:xfrm>
            <a:off x="1132707" y="650184"/>
            <a:ext cx="729761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Anudhinam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rakshakan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pakshatho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suddhiyaai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nadanneedunnathu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kroosheriya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karthanil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ninakkundo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vishramam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naazhika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thorume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endParaRPr lang="en-US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AEEE1F-2E2A-FB47-9E51-EFC4A77543E8}"/>
              </a:ext>
            </a:extLst>
          </p:cNvPr>
          <p:cNvSpPr/>
          <p:nvPr/>
        </p:nvSpPr>
        <p:spPr>
          <a:xfrm>
            <a:off x="1132706" y="2742954"/>
            <a:ext cx="729761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>
                <a:latin typeface="ML-TTKarthika" panose="04000000000000000000" pitchFamily="82" charset="0"/>
              </a:rPr>
              <a:t>A\</a:t>
            </a:r>
            <a:r>
              <a:rPr lang="en-US" sz="2800" err="1">
                <a:latin typeface="ML-TTKarthika" panose="04000000000000000000" pitchFamily="82" charset="0"/>
              </a:rPr>
              <a:t>pZn</a:t>
            </a:r>
            <a:r>
              <a:rPr lang="en-US" sz="2800">
                <a:latin typeface="ML-TTKarthika" panose="04000000000000000000" pitchFamily="82" charset="0"/>
              </a:rPr>
              <a:t>\w c£I³ ]£</a:t>
            </a:r>
            <a:r>
              <a:rPr lang="en-US" sz="2800" err="1">
                <a:latin typeface="ML-TTKarthika" panose="04000000000000000000" pitchFamily="82" charset="0"/>
              </a:rPr>
              <a:t>t¯m</a:t>
            </a:r>
            <a:r>
              <a:rPr lang="en-US" sz="2800">
                <a:latin typeface="ML-TTKarthika" panose="04000000000000000000" pitchFamily="82" charset="0"/>
              </a:rPr>
              <a:t> \o </a:t>
            </a:r>
          </a:p>
          <a:p>
            <a:r>
              <a:rPr lang="en-US" sz="2800">
                <a:latin typeface="ML-TTKarthika" panose="04000000000000000000" pitchFamily="82" charset="0"/>
              </a:rPr>
              <a:t>ip²nbmbv \</a:t>
            </a:r>
            <a:r>
              <a:rPr lang="en-US" sz="2800" err="1">
                <a:latin typeface="ML-TTKarthika" panose="04000000000000000000" pitchFamily="82" charset="0"/>
              </a:rPr>
              <a:t>S¶oSp¶Xv</a:t>
            </a:r>
            <a:r>
              <a:rPr lang="en-US" sz="2800">
                <a:latin typeface="ML-TTKarthika" panose="04000000000000000000" pitchFamily="82" charset="0"/>
              </a:rPr>
              <a:t>?  </a:t>
            </a:r>
          </a:p>
          <a:p>
            <a:r>
              <a:rPr lang="en-US" sz="2800">
                <a:latin typeface="ML-TTKarthika" panose="04000000000000000000" pitchFamily="82" charset="0"/>
              </a:rPr>
              <a:t>{</a:t>
            </a:r>
            <a:r>
              <a:rPr lang="en-US" sz="2800" err="1">
                <a:latin typeface="ML-TTKarthika" panose="04000000000000000000" pitchFamily="82" charset="0"/>
              </a:rPr>
              <a:t>Iqtidnb</a:t>
            </a:r>
            <a:r>
              <a:rPr lang="en-US" sz="2800">
                <a:latin typeface="ML-TTKarthika" panose="04000000000000000000" pitchFamily="82" charset="0"/>
              </a:rPr>
              <a:t> IÀ¯\</a:t>
            </a:r>
            <a:r>
              <a:rPr lang="en-US" sz="2800" err="1">
                <a:latin typeface="ML-TTKarthika" panose="04000000000000000000" pitchFamily="82" charset="0"/>
              </a:rPr>
              <a:t>nÂ</a:t>
            </a:r>
            <a:r>
              <a:rPr lang="en-US" sz="2800">
                <a:latin typeface="ML-TTKarthika" panose="04000000000000000000" pitchFamily="82" charset="0"/>
              </a:rPr>
              <a:t> \n\¡</a:t>
            </a:r>
            <a:r>
              <a:rPr lang="en-US" sz="2800" err="1">
                <a:latin typeface="ML-TTKarthika" panose="04000000000000000000" pitchFamily="82" charset="0"/>
              </a:rPr>
              <a:t>p¬tSm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hn</a:t>
            </a:r>
            <a:r>
              <a:rPr lang="en-US" sz="2800">
                <a:latin typeface="ML-TTKarthika" panose="04000000000000000000" pitchFamily="82" charset="0"/>
              </a:rPr>
              <a:t>{</a:t>
            </a:r>
            <a:r>
              <a:rPr lang="en-US" sz="2800" err="1">
                <a:latin typeface="ML-TTKarthika" panose="04000000000000000000" pitchFamily="82" charset="0"/>
              </a:rPr>
              <a:t>iaw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mgnItXmdpta</a:t>
            </a:r>
            <a:r>
              <a:rPr lang="en-US" sz="2800">
                <a:latin typeface="ML-TTKarthika" panose="04000000000000000000" pitchFamily="82" charset="0"/>
              </a:rPr>
              <a:t>? </a:t>
            </a:r>
            <a:endParaRPr lang="pt-BR" sz="2800" i="1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6377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99AFA-EE91-7BBF-B7D2-BCEDB730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24A7E53-503B-BC02-F68E-FCF302A33576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5 : 4 of 8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DF85D16-F35D-C2A7-D054-E4AD6F7C4B5F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Hymn No 176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1A5CD6-28DA-9708-5BFC-DF69269A9FC5}"/>
              </a:ext>
            </a:extLst>
          </p:cNvPr>
          <p:cNvSpPr/>
          <p:nvPr/>
        </p:nvSpPr>
        <p:spPr>
          <a:xfrm>
            <a:off x="1030629" y="639032"/>
            <a:ext cx="733278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Kulicho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kunjaattin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aathma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shudhi</a:t>
            </a:r>
            <a:b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nalkum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rakthathil</a:t>
            </a:r>
            <a:b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himam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pol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nishkalankamo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anki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b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kulicho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kunjaattin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rakthathil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149FDD-7E2D-362F-4B55-E9568F620E47}"/>
              </a:ext>
            </a:extLst>
          </p:cNvPr>
          <p:cNvSpPr/>
          <p:nvPr/>
        </p:nvSpPr>
        <p:spPr>
          <a:xfrm>
            <a:off x="1030629" y="2849643"/>
            <a:ext cx="733278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Ipfnt¨mþIpªm«n³ </a:t>
            </a:r>
          </a:p>
          <a:p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Bßip²n 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evIpw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-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cà¯nÂ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lnawt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]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mÂ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njvIf¦tam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\n³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A¦n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? </a:t>
            </a:r>
          </a:p>
          <a:p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Ipfnt¨m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Ipªm«n³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cà¯nÂ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endParaRPr lang="pt-BR" sz="2800" i="1">
              <a:solidFill>
                <a:srgbClr val="800000"/>
              </a:solidFill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1145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37B9C-FC73-A150-679F-53A985282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973D606-9675-7680-01A9-C96EBCA64B64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5 : 5 of 8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14645D-065D-B4B8-E1C9-805778F6B20C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Hymn No 176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0352A6-99CD-7DDB-548F-CB1DDB3E12E3}"/>
              </a:ext>
            </a:extLst>
          </p:cNvPr>
          <p:cNvSpPr/>
          <p:nvPr/>
        </p:nvSpPr>
        <p:spPr>
          <a:xfrm>
            <a:off x="1059366" y="583276"/>
            <a:ext cx="73152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Karthan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varavil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anki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shudhamo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ettavum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venmayaai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kaanumo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swar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purathil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vaasam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cheithidaan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yogya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paathramaai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theerumo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annalil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endParaRPr lang="en-US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8CF1E5-CBC5-A4CB-4933-46EFE87A9689}"/>
              </a:ext>
            </a:extLst>
          </p:cNvPr>
          <p:cNvSpPr/>
          <p:nvPr/>
        </p:nvSpPr>
        <p:spPr>
          <a:xfrm>
            <a:off x="913636" y="2571750"/>
            <a:ext cx="731520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>
                <a:latin typeface="ML-TTKarthika" panose="04000000000000000000" pitchFamily="82" charset="0"/>
              </a:rPr>
              <a:t>IÀ¯³ hchnÂ \n³ A¦n ip²tam?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Gähpw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sh×bmbv¡mWptam</a:t>
            </a:r>
            <a:r>
              <a:rPr lang="en-US" sz="2800">
                <a:latin typeface="ML-TTKarthika" panose="04000000000000000000" pitchFamily="82" charset="0"/>
              </a:rPr>
              <a:t>?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kzÀ¸pc¯nÂ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hmkw</a:t>
            </a:r>
            <a:r>
              <a:rPr lang="en-US" sz="2800">
                <a:latin typeface="ML-TTKarthika" panose="04000000000000000000" pitchFamily="82" charset="0"/>
              </a:rPr>
              <a:t> sNbvXnSm³ </a:t>
            </a:r>
            <a:r>
              <a:rPr lang="en-US" sz="2800" err="1">
                <a:latin typeface="ML-TTKarthika" panose="04000000000000000000" pitchFamily="82" charset="0"/>
              </a:rPr>
              <a:t>tbmKy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]m{</a:t>
            </a:r>
            <a:r>
              <a:rPr lang="en-US" sz="2800" err="1">
                <a:latin typeface="ML-TTKarthika" panose="04000000000000000000" pitchFamily="82" charset="0"/>
              </a:rPr>
              <a:t>Xambv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Xocptam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A¶mfnÂ</a:t>
            </a:r>
            <a:r>
              <a:rPr lang="en-US" sz="2800">
                <a:latin typeface="ML-TTKarthika" panose="04000000000000000000" pitchFamily="82" charset="0"/>
              </a:rPr>
              <a:t>? </a:t>
            </a:r>
            <a:endParaRPr lang="pt-BR" sz="2800" i="1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383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BD6AD-76DC-B92E-6278-72AD4F59E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17269D3-16C7-1C11-B9EC-26DEB3F15A6B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5:  :6 of 8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67EFCF2-9C27-EEE7-D82C-E0901C128391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Hymn No 176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D0CF44-1C14-45A3-C54E-BC7CBD314F16}"/>
              </a:ext>
            </a:extLst>
          </p:cNvPr>
          <p:cNvSpPr/>
          <p:nvPr/>
        </p:nvSpPr>
        <p:spPr>
          <a:xfrm>
            <a:off x="1030629" y="639032"/>
            <a:ext cx="733278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Kulicho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kunjaattin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aathma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shudhi</a:t>
            </a:r>
            <a:b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nalkum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rakthathil</a:t>
            </a:r>
            <a:b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himam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pol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nishkalankamo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anki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b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kulicho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kunjaattin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rakthathil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481CE6-A1CE-C78E-4AFF-AFC12312B76C}"/>
              </a:ext>
            </a:extLst>
          </p:cNvPr>
          <p:cNvSpPr/>
          <p:nvPr/>
        </p:nvSpPr>
        <p:spPr>
          <a:xfrm>
            <a:off x="1030629" y="2849643"/>
            <a:ext cx="733278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Ipfnt¨mþIpªm«n³ </a:t>
            </a:r>
          </a:p>
          <a:p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Bßip²n 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evIpw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-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cà¯nÂ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lnawt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]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mÂ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njvIf¦tam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\n³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A¦n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? </a:t>
            </a:r>
          </a:p>
          <a:p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Ipfnt¨m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Ipªm«n³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cà¯nÂ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endParaRPr lang="pt-BR" sz="2800" i="1">
              <a:solidFill>
                <a:srgbClr val="800000"/>
              </a:solidFill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0105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3DE66-F88B-6D3C-5A59-1A9040B52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7EF837E-D43C-2702-CC1F-E0EC4215E5F0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5 :  7 of 8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76B6F3-3389-D9AB-9245-C2C2CC714656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Hymn No 176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A8CF1A-4917-CFC1-96A0-01409C24B095}"/>
              </a:ext>
            </a:extLst>
          </p:cNvPr>
          <p:cNvSpPr/>
          <p:nvPr/>
        </p:nvSpPr>
        <p:spPr>
          <a:xfrm>
            <a:off x="1382752" y="661335"/>
            <a:ext cx="73152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Paapakkara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etta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anki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neekki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kunjaattin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rakthathil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kulikka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neer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ozhukunnu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asudharkaai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kulichu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shudhi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yayeeduka</a:t>
            </a:r>
            <a:endParaRPr lang="en-US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163C4C-5D23-5B31-CD13-0534FE91ADA0}"/>
              </a:ext>
            </a:extLst>
          </p:cNvPr>
          <p:cNvSpPr/>
          <p:nvPr/>
        </p:nvSpPr>
        <p:spPr>
          <a:xfrm>
            <a:off x="1382752" y="2748529"/>
            <a:ext cx="731520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>
                <a:latin typeface="ML-TTKarthika" panose="04000000000000000000" pitchFamily="82" charset="0"/>
              </a:rPr>
              <a:t>]m]¡d Gä A¦n \o \o¡n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Ipªm«n³ </a:t>
            </a:r>
            <a:r>
              <a:rPr lang="en-US" sz="2800" dirty="0" err="1">
                <a:latin typeface="ML-TTKarthika" panose="04000000000000000000" pitchFamily="82" charset="0"/>
              </a:rPr>
              <a:t>cà¯nÂ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Ipfn</a:t>
            </a:r>
            <a:r>
              <a:rPr lang="en-US" sz="2800" dirty="0">
                <a:latin typeface="ML-TTKarthika" panose="04000000000000000000" pitchFamily="82" charset="0"/>
              </a:rPr>
              <a:t>¡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Poh\</a:t>
            </a:r>
            <a:r>
              <a:rPr lang="en-US" sz="2800" dirty="0" err="1">
                <a:latin typeface="ML-TTKarthika" panose="04000000000000000000" pitchFamily="82" charset="0"/>
              </a:rPr>
              <a:t>oÀ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HgpIp¶p</a:t>
            </a:r>
            <a:r>
              <a:rPr lang="en-US" sz="2800" dirty="0">
                <a:latin typeface="ML-TTKarthika" panose="04000000000000000000" pitchFamily="82" charset="0"/>
              </a:rPr>
              <a:t> Aip²À¡mbv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Ipfn¨p</a:t>
            </a:r>
            <a:r>
              <a:rPr lang="en-US" sz="2800" dirty="0">
                <a:latin typeface="ML-TTKarthika" panose="04000000000000000000" pitchFamily="82" charset="0"/>
              </a:rPr>
              <a:t> ip²nbmboSpI. </a:t>
            </a:r>
            <a:endParaRPr lang="pt-BR" sz="28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7243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BEDF8-E179-7C62-8673-3EB39CAF6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1F6FE61-80F1-FD59-0CBC-CB708E06CAD6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5 : 8  of 8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CE7FB8-AE9F-549D-EB55-A723AB2BFA96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Hymn No 176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48003A-B6B5-2F78-5C86-94CCFDD6CCC6}"/>
              </a:ext>
            </a:extLst>
          </p:cNvPr>
          <p:cNvSpPr/>
          <p:nvPr/>
        </p:nvSpPr>
        <p:spPr>
          <a:xfrm>
            <a:off x="1030629" y="639032"/>
            <a:ext cx="733278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Kulicho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kunjaattin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aathma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shudhi</a:t>
            </a:r>
            <a:b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nalkum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rakthathil</a:t>
            </a:r>
            <a:b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himam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pol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nishkalankamo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anki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b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kulicho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kunjaattin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rakthathil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E3215C-6DB6-3778-F3B1-1706A1B17FEC}"/>
              </a:ext>
            </a:extLst>
          </p:cNvPr>
          <p:cNvSpPr/>
          <p:nvPr/>
        </p:nvSpPr>
        <p:spPr>
          <a:xfrm>
            <a:off x="1030629" y="2849643"/>
            <a:ext cx="733278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Ipfnt¨mþIpªm«n³ </a:t>
            </a:r>
          </a:p>
          <a:p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Bßip²n 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evIpw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-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cà¯nÂ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lnawt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]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mÂ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njvIf¦tam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\n³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A¦n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? </a:t>
            </a:r>
          </a:p>
          <a:p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Ipfnt¨m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Ipªm«n³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cà¯nÂ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endParaRPr lang="pt-BR" sz="2800" i="1">
              <a:solidFill>
                <a:srgbClr val="800000"/>
              </a:solidFill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7441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/>
                <a:cs typeface="Segoe UI"/>
              </a:rPr>
              <a:t>Holy Communion - Hymn No 262</a:t>
            </a:r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  <a:latin typeface="Segoe UI"/>
                <a:cs typeface="Segoe UI"/>
              </a:rPr>
              <a:t>Holy Communion - Hymn No 262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58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Communion 6: 1 of 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05970AF-B4E3-74CA-78B5-0CC351A22C09}"/>
              </a:ext>
            </a:extLst>
          </p:cNvPr>
          <p:cNvSpPr txBox="1">
            <a:spLocks/>
          </p:cNvSpPr>
          <p:nvPr/>
        </p:nvSpPr>
        <p:spPr>
          <a:xfrm>
            <a:off x="181146" y="1311838"/>
            <a:ext cx="8658054" cy="973182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sv-SE" sz="2800" dirty="0">
                <a:latin typeface="Segoe UI" panose="020B0502040204020203" pitchFamily="34" charset="0"/>
                <a:cs typeface="Segoe UI" panose="020B0502040204020203" pitchFamily="34" charset="0"/>
              </a:rPr>
              <a:t>thunayenikeshuvaam kuraviniyillathaal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sv-SE" sz="2800" dirty="0">
                <a:latin typeface="Segoe UI" panose="020B0502040204020203" pitchFamily="34" charset="0"/>
                <a:cs typeface="Segoe UI" panose="020B0502040204020203" pitchFamily="34" charset="0"/>
              </a:rPr>
              <a:t>anudhinam than nizhalin maravil vasicheedum njaan</a:t>
            </a:r>
            <a:endParaRPr lang="sv-SE" sz="28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B420252-6173-ADB9-869E-182668223BF7}"/>
              </a:ext>
            </a:extLst>
          </p:cNvPr>
          <p:cNvSpPr txBox="1">
            <a:spLocks/>
          </p:cNvSpPr>
          <p:nvPr/>
        </p:nvSpPr>
        <p:spPr>
          <a:xfrm>
            <a:off x="181146" y="2824793"/>
            <a:ext cx="8658054" cy="803119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Font typeface="Arial" panose="020B0604020202020204" pitchFamily="34" charset="0"/>
              <a:buNone/>
            </a:pPr>
            <a:r>
              <a:rPr lang="en-SG" sz="2800" err="1">
                <a:latin typeface="ML-TTKarthika" panose="04000000000000000000" pitchFamily="82" charset="0"/>
              </a:rPr>
              <a:t>XpWsb</a:t>
            </a:r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nt¡iphmw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Ipdhn</a:t>
            </a:r>
            <a:r>
              <a:rPr lang="en-SG" sz="2800">
                <a:latin typeface="ML-TTKarthika" panose="04000000000000000000" pitchFamily="82" charset="0"/>
              </a:rPr>
              <a:t>\</a:t>
            </a:r>
            <a:r>
              <a:rPr lang="en-SG" sz="2800" err="1">
                <a:latin typeface="ML-TTKarthika" panose="04000000000000000000" pitchFamily="82" charset="0"/>
              </a:rPr>
              <a:t>nbnÃXmÂ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</a:p>
          <a:p>
            <a:pPr marL="0" indent="0" defTabSz="457200">
              <a:buFont typeface="Arial" panose="020B0604020202020204" pitchFamily="34" charset="0"/>
              <a:buNone/>
            </a:pPr>
            <a:r>
              <a:rPr lang="en-SG" sz="2800">
                <a:latin typeface="ML-TTKarthika" panose="04000000000000000000" pitchFamily="82" charset="0"/>
              </a:rPr>
              <a:t>A\</a:t>
            </a:r>
            <a:r>
              <a:rPr lang="en-SG" sz="2800" err="1">
                <a:latin typeface="ML-TTKarthika" panose="04000000000000000000" pitchFamily="82" charset="0"/>
              </a:rPr>
              <a:t>pZn</a:t>
            </a:r>
            <a:r>
              <a:rPr lang="en-SG" sz="2800">
                <a:latin typeface="ML-TTKarthika" panose="04000000000000000000" pitchFamily="82" charset="0"/>
              </a:rPr>
              <a:t>\w X³ \ngen³ </a:t>
            </a:r>
            <a:r>
              <a:rPr lang="en-SG" sz="2800" err="1">
                <a:latin typeface="ML-TTKarthika" panose="04000000000000000000" pitchFamily="82" charset="0"/>
              </a:rPr>
              <a:t>adhnÂ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hkn¨nSpw</a:t>
            </a:r>
            <a:r>
              <a:rPr lang="en-SG" sz="2800">
                <a:latin typeface="ML-TTKarthika" panose="04000000000000000000" pitchFamily="82" charset="0"/>
              </a:rPr>
              <a:t> Rm³ </a:t>
            </a:r>
            <a:endParaRPr lang="sv-SE" sz="2800">
              <a:latin typeface="ML-TTKarthika" panose="04000000000000000000" pitchFamily="82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AE64A-B30F-C840-CCB4-C471C5B6E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FF755-0100-912F-A0EE-545EEDB7DFC8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  <a:latin typeface="Segoe UI"/>
                <a:cs typeface="Segoe UI"/>
              </a:rPr>
              <a:t>Holy Communion - Hymn No 262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EAA0EA3-C1E1-26B0-3BB9-045D29A12D25}"/>
              </a:ext>
            </a:extLst>
          </p:cNvPr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59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29BB0F-0C74-13AB-2036-23ABBCB96D24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Communion 6: 2 of 6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A98D5EE-67B1-E67B-B8C8-049EB4C0C3EF}"/>
              </a:ext>
            </a:extLst>
          </p:cNvPr>
          <p:cNvSpPr txBox="1">
            <a:spLocks/>
          </p:cNvSpPr>
          <p:nvPr/>
        </p:nvSpPr>
        <p:spPr>
          <a:xfrm>
            <a:off x="289932" y="789870"/>
            <a:ext cx="8080452" cy="1597070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sv-SE" sz="3400" dirty="0">
                <a:latin typeface="Segoe UI" panose="020B0502040204020203" pitchFamily="34" charset="0"/>
                <a:cs typeface="Segoe UI" panose="020B0502040204020203" pitchFamily="34" charset="0"/>
              </a:rPr>
              <a:t>avanente sankethavum avalambavum kottayum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v-SE" sz="3400" dirty="0">
                <a:latin typeface="Segoe UI" panose="020B0502040204020203" pitchFamily="34" charset="0"/>
                <a:cs typeface="Segoe UI" panose="020B0502040204020203" pitchFamily="34" charset="0"/>
              </a:rPr>
              <a:t>avaniyilaakulathil avan mathiyaasrayippan</a:t>
            </a:r>
          </a:p>
          <a:p>
            <a:pPr marL="342900" lvl="2" indent="0">
              <a:lnSpc>
                <a:spcPct val="100000"/>
              </a:lnSpc>
              <a:spcBef>
                <a:spcPts val="750"/>
              </a:spcBef>
              <a:buNone/>
            </a:pPr>
            <a:r>
              <a:rPr lang="sv-SE" sz="3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thunayenikeshuvaam kuraviniyillathaal</a:t>
            </a:r>
          </a:p>
          <a:p>
            <a:pPr marL="342900" lvl="2" indent="0">
              <a:lnSpc>
                <a:spcPct val="100000"/>
              </a:lnSpc>
              <a:spcBef>
                <a:spcPts val="750"/>
              </a:spcBef>
              <a:buNone/>
            </a:pPr>
            <a:r>
              <a:rPr lang="sv-SE" sz="3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anudhinam than nizhalin maravil vasicheedum njaan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SG" sz="27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806A8-2E7D-49C5-8839-2D78F696C862}"/>
              </a:ext>
            </a:extLst>
          </p:cNvPr>
          <p:cNvSpPr txBox="1"/>
          <p:nvPr/>
        </p:nvSpPr>
        <p:spPr>
          <a:xfrm>
            <a:off x="289932" y="2692716"/>
            <a:ext cx="785343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>
                <a:latin typeface="ML-TTKarthika" panose="04000000000000000000" pitchFamily="82" charset="0"/>
              </a:rPr>
              <a:t>Ahs\</a:t>
            </a:r>
            <a:r>
              <a:rPr lang="en-SG" sz="2800" err="1">
                <a:latin typeface="ML-TTKarthika" panose="04000000000000000000" pitchFamily="82" charset="0"/>
              </a:rPr>
              <a:t>sâ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kt¦Xhpw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Ahew_hpw</a:t>
            </a:r>
            <a:r>
              <a:rPr lang="en-SG" sz="2800">
                <a:latin typeface="ML-TTKarthika" panose="04000000000000000000" pitchFamily="82" charset="0"/>
              </a:rPr>
              <a:t> </a:t>
            </a:r>
            <a:r>
              <a:rPr lang="en-SG" sz="2800" err="1">
                <a:latin typeface="ML-TTKarthika" panose="04000000000000000000" pitchFamily="82" charset="0"/>
              </a:rPr>
              <a:t>tIm«bpw</a:t>
            </a:r>
            <a:endParaRPr lang="en-SG" sz="2800">
              <a:latin typeface="ML-TTKarthika" panose="04000000000000000000" pitchFamily="82" charset="0"/>
            </a:endParaRPr>
          </a:p>
          <a:p>
            <a:r>
              <a:rPr lang="en-SG" sz="2800">
                <a:latin typeface="ML-TTKarthika" panose="04000000000000000000" pitchFamily="82" charset="0"/>
              </a:rPr>
              <a:t>Ah\</a:t>
            </a:r>
            <a:r>
              <a:rPr lang="en-SG" sz="2800" err="1">
                <a:latin typeface="ML-TTKarthika" panose="04000000000000000000" pitchFamily="82" charset="0"/>
              </a:rPr>
              <a:t>nbnemIpe¯nÂ</a:t>
            </a:r>
            <a:r>
              <a:rPr lang="en-SG" sz="2800">
                <a:latin typeface="ML-TTKarthika" panose="04000000000000000000" pitchFamily="82" charset="0"/>
              </a:rPr>
              <a:t> Ah³ </a:t>
            </a:r>
            <a:r>
              <a:rPr lang="en-SG" sz="2800" err="1">
                <a:latin typeface="ML-TTKarthika" panose="04000000000000000000" pitchFamily="82" charset="0"/>
              </a:rPr>
              <a:t>aXnbm</a:t>
            </a:r>
            <a:r>
              <a:rPr lang="en-SG" sz="2800">
                <a:latin typeface="ML-TTKarthika" panose="04000000000000000000" pitchFamily="82" charset="0"/>
              </a:rPr>
              <a:t>{ibn¸m³</a:t>
            </a:r>
          </a:p>
          <a:p>
            <a:pPr lvl="1"/>
            <a:r>
              <a:rPr lang="en-SG" sz="2800" err="1">
                <a:solidFill>
                  <a:srgbClr val="C00000"/>
                </a:solidFill>
                <a:latin typeface="ML-TTKarthika" panose="04000000000000000000" pitchFamily="82" charset="0"/>
              </a:rPr>
              <a:t>XpWsb</a:t>
            </a:r>
            <a:r>
              <a:rPr lang="en-SG" sz="280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SG" sz="2800" err="1">
                <a:solidFill>
                  <a:srgbClr val="C00000"/>
                </a:solidFill>
                <a:latin typeface="ML-TTKarthika" panose="04000000000000000000" pitchFamily="82" charset="0"/>
              </a:rPr>
              <a:t>nt¡iphmw</a:t>
            </a:r>
            <a:r>
              <a:rPr lang="en-SG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800" err="1">
                <a:solidFill>
                  <a:srgbClr val="C00000"/>
                </a:solidFill>
                <a:latin typeface="ML-TTKarthika" panose="04000000000000000000" pitchFamily="82" charset="0"/>
              </a:rPr>
              <a:t>Ipdhn</a:t>
            </a:r>
            <a:r>
              <a:rPr lang="en-SG" sz="280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SG" sz="2800" err="1">
                <a:solidFill>
                  <a:srgbClr val="C00000"/>
                </a:solidFill>
                <a:latin typeface="ML-TTKarthika" panose="04000000000000000000" pitchFamily="82" charset="0"/>
              </a:rPr>
              <a:t>nbnÃXmÂ</a:t>
            </a:r>
            <a:r>
              <a:rPr lang="en-SG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</a:p>
          <a:p>
            <a:pPr lvl="1"/>
            <a:r>
              <a:rPr lang="en-SG" sz="2800">
                <a:solidFill>
                  <a:srgbClr val="C00000"/>
                </a:solidFill>
                <a:latin typeface="ML-TTKarthika" panose="04000000000000000000" pitchFamily="82" charset="0"/>
              </a:rPr>
              <a:t>A\</a:t>
            </a:r>
            <a:r>
              <a:rPr lang="en-SG" sz="2800" err="1">
                <a:solidFill>
                  <a:srgbClr val="C00000"/>
                </a:solidFill>
                <a:latin typeface="ML-TTKarthika" panose="04000000000000000000" pitchFamily="82" charset="0"/>
              </a:rPr>
              <a:t>pZn</a:t>
            </a:r>
            <a:r>
              <a:rPr lang="en-SG" sz="2800">
                <a:solidFill>
                  <a:srgbClr val="C00000"/>
                </a:solidFill>
                <a:latin typeface="ML-TTKarthika" panose="04000000000000000000" pitchFamily="82" charset="0"/>
              </a:rPr>
              <a:t>\w X³ \ngen³ </a:t>
            </a:r>
            <a:r>
              <a:rPr lang="en-SG" sz="2800" err="1">
                <a:solidFill>
                  <a:srgbClr val="C00000"/>
                </a:solidFill>
                <a:latin typeface="ML-TTKarthika" panose="04000000000000000000" pitchFamily="82" charset="0"/>
              </a:rPr>
              <a:t>adhnÂ</a:t>
            </a:r>
            <a:r>
              <a:rPr lang="en-SG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800" err="1">
                <a:solidFill>
                  <a:srgbClr val="C00000"/>
                </a:solidFill>
                <a:latin typeface="ML-TTKarthika" panose="04000000000000000000" pitchFamily="82" charset="0"/>
              </a:rPr>
              <a:t>hkn¨nSpw</a:t>
            </a:r>
            <a:r>
              <a:rPr lang="en-SG" sz="2800">
                <a:solidFill>
                  <a:srgbClr val="C00000"/>
                </a:solidFill>
                <a:latin typeface="ML-TTKarthika" panose="04000000000000000000" pitchFamily="82" charset="0"/>
              </a:rPr>
              <a:t> Rm³ </a:t>
            </a:r>
            <a:endParaRPr lang="sv-SE" sz="2800">
              <a:solidFill>
                <a:srgbClr val="C00000"/>
              </a:solidFill>
              <a:latin typeface="ML-TTKarthika" panose="04000000000000000000" pitchFamily="82" charset="0"/>
            </a:endParaRPr>
          </a:p>
          <a:p>
            <a:r>
              <a:rPr lang="en-SG" sz="2600">
                <a:latin typeface="ML-TTKarthika" panose="04000000000000000000" pitchFamily="8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54900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FB957-0893-B3C7-2DF6-91226BFBC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FACB9-440A-5702-44EB-F2E37E2235F5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  <a:latin typeface="Segoe UI"/>
                <a:cs typeface="Segoe UI"/>
              </a:rPr>
              <a:t>Holy Communion - Hymn No 262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77F8FE8-6A75-B19D-2CA5-513AE80B8B31}"/>
              </a:ext>
            </a:extLst>
          </p:cNvPr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60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20ABAA-E167-5D24-3458-5224FD69C907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Communion 6: 3 of 6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091DE9-C866-A3A1-FAF0-4CA51A8978BC}"/>
              </a:ext>
            </a:extLst>
          </p:cNvPr>
          <p:cNvSpPr txBox="1">
            <a:spLocks/>
          </p:cNvSpPr>
          <p:nvPr/>
        </p:nvSpPr>
        <p:spPr>
          <a:xfrm>
            <a:off x="289932" y="789870"/>
            <a:ext cx="8080452" cy="186412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v-SE" sz="2600" dirty="0">
                <a:latin typeface="Segoe UI" panose="020B0502040204020203" pitchFamily="34" charset="0"/>
                <a:cs typeface="Segoe UI" panose="020B0502040204020203" pitchFamily="34" charset="0"/>
              </a:rPr>
              <a:t>pakayante kanikalilum pakarunna vyaadhiyilum</a:t>
            </a:r>
          </a:p>
          <a:p>
            <a:pPr marL="0" indent="0">
              <a:buNone/>
            </a:pPr>
            <a:r>
              <a:rPr lang="sv-SE" sz="2600" dirty="0">
                <a:latin typeface="Segoe UI" panose="020B0502040204020203" pitchFamily="34" charset="0"/>
                <a:cs typeface="Segoe UI" panose="020B0502040204020203" pitchFamily="34" charset="0"/>
              </a:rPr>
              <a:t>pakalilum raavilum thaan pakarneedum kripa mazhapol</a:t>
            </a:r>
          </a:p>
          <a:p>
            <a:pPr marL="342900" lvl="1" indent="0">
              <a:buNone/>
            </a:pPr>
            <a:r>
              <a:rPr lang="sv-SE" sz="26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thunayenikeshuvaam kuraviniyillathaal</a:t>
            </a:r>
          </a:p>
          <a:p>
            <a:pPr marL="342900" lvl="1" indent="0">
              <a:buNone/>
            </a:pPr>
            <a:r>
              <a:rPr lang="sv-SE" sz="26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anudhinam than nizhalin maravil vasicheedum njaan</a:t>
            </a:r>
            <a:endParaRPr lang="sv-SE" sz="2600" dirty="0">
              <a:solidFill>
                <a:srgbClr val="C00000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sv-SE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7E791-5055-4637-9625-4EF40566CFAD}"/>
              </a:ext>
            </a:extLst>
          </p:cNvPr>
          <p:cNvSpPr txBox="1"/>
          <p:nvPr/>
        </p:nvSpPr>
        <p:spPr>
          <a:xfrm>
            <a:off x="219784" y="2626348"/>
            <a:ext cx="797846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dirty="0">
                <a:latin typeface="ML-TTKarthika" panose="04000000000000000000" pitchFamily="82" charset="0"/>
              </a:rPr>
              <a:t>]</a:t>
            </a:r>
            <a:r>
              <a:rPr lang="en-SG" sz="2800" dirty="0" err="1">
                <a:latin typeface="ML-TTKarthika" panose="04000000000000000000" pitchFamily="82" charset="0"/>
              </a:rPr>
              <a:t>Ibsâ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IWnIfnepw</a:t>
            </a:r>
            <a:r>
              <a:rPr lang="en-SG" sz="2800" dirty="0">
                <a:latin typeface="ML-TTKarthika" panose="04000000000000000000" pitchFamily="82" charset="0"/>
              </a:rPr>
              <a:t> ]</a:t>
            </a:r>
            <a:r>
              <a:rPr lang="en-SG" sz="2800" dirty="0" err="1">
                <a:latin typeface="ML-TTKarthika" panose="04000000000000000000" pitchFamily="82" charset="0"/>
              </a:rPr>
              <a:t>Icp</a:t>
            </a:r>
            <a:r>
              <a:rPr lang="en-SG" sz="2800" dirty="0">
                <a:latin typeface="ML-TTKarthika" panose="04000000000000000000" pitchFamily="82" charset="0"/>
              </a:rPr>
              <a:t>¶ </a:t>
            </a:r>
            <a:r>
              <a:rPr lang="en-SG" sz="2800" dirty="0" err="1">
                <a:latin typeface="ML-TTKarthika" panose="04000000000000000000" pitchFamily="82" charset="0"/>
              </a:rPr>
              <a:t>hym</a:t>
            </a:r>
            <a:r>
              <a:rPr lang="en-SG" sz="2800" dirty="0">
                <a:latin typeface="ML-TTKarthika" panose="04000000000000000000" pitchFamily="82" charset="0"/>
              </a:rPr>
              <a:t>[</a:t>
            </a:r>
            <a:r>
              <a:rPr lang="en-SG" sz="2800" dirty="0" err="1">
                <a:latin typeface="ML-TTKarthika" panose="04000000000000000000" pitchFamily="82" charset="0"/>
              </a:rPr>
              <a:t>nbnepw</a:t>
            </a:r>
            <a:endParaRPr lang="en-SG" sz="2800" dirty="0">
              <a:latin typeface="ML-TTKarthika" panose="04000000000000000000" pitchFamily="82" charset="0"/>
            </a:endParaRPr>
          </a:p>
          <a:p>
            <a:r>
              <a:rPr lang="en-SG" sz="2800" dirty="0">
                <a:latin typeface="ML-TTKarthika" panose="04000000000000000000" pitchFamily="82" charset="0"/>
              </a:rPr>
              <a:t>]</a:t>
            </a:r>
            <a:r>
              <a:rPr lang="en-SG" sz="2800" dirty="0" err="1">
                <a:latin typeface="ML-TTKarthika" panose="04000000000000000000" pitchFamily="82" charset="0"/>
              </a:rPr>
              <a:t>Ienepw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cmhnepw</a:t>
            </a:r>
            <a:r>
              <a:rPr lang="en-SG" sz="2800" dirty="0">
                <a:latin typeface="ML-TTKarthika" panose="04000000000000000000" pitchFamily="82" charset="0"/>
              </a:rPr>
              <a:t> Xm³ ]</a:t>
            </a:r>
            <a:r>
              <a:rPr lang="en-SG" sz="2800" dirty="0" err="1">
                <a:latin typeface="ML-TTKarthika" panose="04000000000000000000" pitchFamily="82" charset="0"/>
              </a:rPr>
              <a:t>IÀ¶oSpw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Ir</a:t>
            </a:r>
            <a:r>
              <a:rPr lang="en-SG" sz="2800" dirty="0">
                <a:latin typeface="ML-TTKarthika" panose="04000000000000000000" pitchFamily="82" charset="0"/>
              </a:rPr>
              <a:t>] </a:t>
            </a:r>
            <a:r>
              <a:rPr lang="en-SG" sz="2800" dirty="0" err="1">
                <a:latin typeface="ML-TTKarthika" panose="04000000000000000000" pitchFamily="82" charset="0"/>
              </a:rPr>
              <a:t>agt</a:t>
            </a:r>
            <a:r>
              <a:rPr lang="en-SG" sz="2800" dirty="0">
                <a:latin typeface="ML-TTKarthika" panose="04000000000000000000" pitchFamily="82" charset="0"/>
              </a:rPr>
              <a:t>]</a:t>
            </a:r>
            <a:r>
              <a:rPr lang="en-SG" sz="2800" dirty="0" err="1">
                <a:latin typeface="ML-TTKarthika" panose="04000000000000000000" pitchFamily="82" charset="0"/>
              </a:rPr>
              <a:t>mÂ</a:t>
            </a:r>
            <a:endParaRPr lang="en-SG" sz="2800" dirty="0">
              <a:latin typeface="ML-TTKarthika" panose="04000000000000000000" pitchFamily="82" charset="0"/>
            </a:endParaRPr>
          </a:p>
          <a:p>
            <a:pPr lvl="1"/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XpWsb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nt¡iphmw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Ipdhn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nbnÃXmÂ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</a:p>
          <a:p>
            <a:pPr lvl="1"/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A\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pZn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\w X³ \ngen³ 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adhnÂ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hkn¨nSpw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 Rm³ </a:t>
            </a:r>
            <a:endParaRPr lang="sv-SE" sz="2800" dirty="0">
              <a:solidFill>
                <a:srgbClr val="C00000"/>
              </a:solidFill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718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F5126-9A2B-B2B4-F74D-9FEA06913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450FE-CDD3-80FB-48C5-D991F52D8ADF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  <a:latin typeface="Segoe UI"/>
                <a:cs typeface="Segoe UI"/>
              </a:rPr>
              <a:t>Holy Communion - Hymn No 262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4B4A527-5026-FE9F-434B-70D2D51DFCDF}"/>
              </a:ext>
            </a:extLst>
          </p:cNvPr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61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24F4FC-6429-AE52-B210-F671C984C09F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Communion 6:  4 of 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BD1A805-2669-21F4-2392-2C9AE99EF412}"/>
              </a:ext>
            </a:extLst>
          </p:cNvPr>
          <p:cNvSpPr txBox="1">
            <a:spLocks/>
          </p:cNvSpPr>
          <p:nvPr/>
        </p:nvSpPr>
        <p:spPr>
          <a:xfrm>
            <a:off x="289932" y="789870"/>
            <a:ext cx="8080452" cy="186412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v-SE" sz="2400" dirty="0">
                <a:latin typeface="Segoe UI" panose="020B0502040204020203" pitchFamily="34" charset="0"/>
                <a:cs typeface="Segoe UI" panose="020B0502040204020203" pitchFamily="34" charset="0"/>
              </a:rPr>
              <a:t>sharanam avantharum than chirakukalin keezhil</a:t>
            </a:r>
          </a:p>
          <a:p>
            <a:pPr marL="0" indent="0">
              <a:buNone/>
            </a:pPr>
            <a:r>
              <a:rPr lang="sv-SE" sz="2400" dirty="0">
                <a:latin typeface="Segoe UI" panose="020B0502040204020203" pitchFamily="34" charset="0"/>
                <a:cs typeface="Segoe UI" panose="020B0502040204020203" pitchFamily="34" charset="0"/>
              </a:rPr>
              <a:t>parichayum palakayumaam Paramanipparidathil</a:t>
            </a:r>
          </a:p>
          <a:p>
            <a:pPr marL="342900" lvl="1" indent="0">
              <a:buNone/>
            </a:pPr>
            <a:r>
              <a:rPr lang="sv-SE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thunayenikeshuvaam kuraviniyillathaal</a:t>
            </a:r>
          </a:p>
          <a:p>
            <a:pPr marL="342900" lvl="1" indent="0">
              <a:buNone/>
            </a:pPr>
            <a:r>
              <a:rPr lang="sv-SE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anudhinam than nizhalin maravil vasicheedum njaan</a:t>
            </a:r>
            <a:endParaRPr lang="sv-SE" sz="2400" dirty="0">
              <a:solidFill>
                <a:srgbClr val="C00000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SG" sz="2700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sv-SE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9DC70C-8F5C-46A0-B25F-935249B54BE7}"/>
              </a:ext>
            </a:extLst>
          </p:cNvPr>
          <p:cNvSpPr txBox="1"/>
          <p:nvPr/>
        </p:nvSpPr>
        <p:spPr>
          <a:xfrm>
            <a:off x="289932" y="2867890"/>
            <a:ext cx="797846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dirty="0">
                <a:latin typeface="ML-TTKarthika" panose="04000000000000000000" pitchFamily="82" charset="0"/>
              </a:rPr>
              <a:t>icWah³ </a:t>
            </a:r>
            <a:r>
              <a:rPr lang="en-SG" sz="2800" dirty="0" err="1">
                <a:latin typeface="ML-TTKarthika" panose="04000000000000000000" pitchFamily="82" charset="0"/>
              </a:rPr>
              <a:t>Xcpw</a:t>
            </a:r>
            <a:r>
              <a:rPr lang="en-SG" sz="2800" dirty="0">
                <a:latin typeface="ML-TTKarthika" panose="04000000000000000000" pitchFamily="82" charset="0"/>
              </a:rPr>
              <a:t> X³ NndIpIfn³ </a:t>
            </a:r>
            <a:r>
              <a:rPr lang="en-SG" sz="2800" dirty="0" err="1">
                <a:latin typeface="ML-TTKarthika" panose="04000000000000000000" pitchFamily="82" charset="0"/>
              </a:rPr>
              <a:t>IognÂ</a:t>
            </a:r>
            <a:endParaRPr lang="en-SG" sz="2800" dirty="0">
              <a:latin typeface="ML-TTKarthika" panose="04000000000000000000" pitchFamily="82" charset="0"/>
            </a:endParaRPr>
          </a:p>
          <a:p>
            <a:r>
              <a:rPr lang="en-SG" sz="2800" dirty="0">
                <a:latin typeface="ML-TTKarthika" panose="04000000000000000000" pitchFamily="82" charset="0"/>
              </a:rPr>
              <a:t>]</a:t>
            </a:r>
            <a:r>
              <a:rPr lang="en-SG" sz="2800" dirty="0" err="1">
                <a:latin typeface="ML-TTKarthika" panose="04000000000000000000" pitchFamily="82" charset="0"/>
              </a:rPr>
              <a:t>cnNbpw</a:t>
            </a:r>
            <a:r>
              <a:rPr lang="en-SG" sz="2800" dirty="0">
                <a:latin typeface="ML-TTKarthika" panose="04000000000000000000" pitchFamily="82" charset="0"/>
              </a:rPr>
              <a:t> ]</a:t>
            </a:r>
            <a:r>
              <a:rPr lang="en-SG" sz="2800" dirty="0" err="1">
                <a:latin typeface="ML-TTKarthika" panose="04000000000000000000" pitchFamily="82" charset="0"/>
              </a:rPr>
              <a:t>eIbpamw</a:t>
            </a:r>
            <a:r>
              <a:rPr lang="en-SG" sz="2800" dirty="0">
                <a:latin typeface="ML-TTKarthika" panose="04000000000000000000" pitchFamily="82" charset="0"/>
              </a:rPr>
              <a:t> ]ca\</a:t>
            </a:r>
            <a:r>
              <a:rPr lang="en-SG" sz="2800" dirty="0" err="1">
                <a:latin typeface="ML-TTKarthika" panose="04000000000000000000" pitchFamily="82" charset="0"/>
              </a:rPr>
              <a:t>n¸mcnS¯nÂ</a:t>
            </a:r>
            <a:endParaRPr lang="en-SG" sz="2800" dirty="0">
              <a:latin typeface="ML-TTKarthika" panose="04000000000000000000" pitchFamily="82" charset="0"/>
            </a:endParaRPr>
          </a:p>
          <a:p>
            <a:pPr lvl="1"/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XpWsb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nt¡iphmw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Ipdhn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nbnÃXmÂ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</a:p>
          <a:p>
            <a:pPr lvl="1"/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A\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pZn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\w X³ \ngen³ 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adhnÂ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hkn¨nSpw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 Rm³ </a:t>
            </a:r>
            <a:endParaRPr lang="sv-SE" sz="2800" dirty="0">
              <a:solidFill>
                <a:srgbClr val="C00000"/>
              </a:solidFill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3366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BC572-5198-F038-2213-EB1352F1C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F9CC-32CC-B598-3BE3-2A75B31B6399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  <a:latin typeface="Segoe UI"/>
                <a:cs typeface="Segoe UI"/>
              </a:rPr>
              <a:t>Holy Communion - Hymn No 262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E05F81A-D4EA-17F5-3E3A-648331C06BEA}"/>
              </a:ext>
            </a:extLst>
          </p:cNvPr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62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6EBB1F-415D-892F-2830-5CBB179DC303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Communion 6:  5 of 6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D04467-FFA2-B319-9A6C-D16E3DA78DF7}"/>
              </a:ext>
            </a:extLst>
          </p:cNvPr>
          <p:cNvSpPr txBox="1">
            <a:spLocks/>
          </p:cNvSpPr>
          <p:nvPr/>
        </p:nvSpPr>
        <p:spPr>
          <a:xfrm>
            <a:off x="289932" y="789870"/>
            <a:ext cx="8080452" cy="186412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v-SE" sz="2400" dirty="0">
                <a:latin typeface="Segoe UI" panose="020B0502040204020203" pitchFamily="34" charset="0"/>
                <a:cs typeface="Segoe UI" panose="020B0502040204020203" pitchFamily="34" charset="0"/>
              </a:rPr>
              <a:t>Valamidamayirangal valiyavar veenalum</a:t>
            </a:r>
          </a:p>
          <a:p>
            <a:pPr marL="0" indent="0">
              <a:buNone/>
            </a:pPr>
            <a:r>
              <a:rPr lang="sv-SE" sz="2400" dirty="0">
                <a:latin typeface="Segoe UI" panose="020B0502040204020203" pitchFamily="34" charset="0"/>
                <a:cs typeface="Segoe UI" panose="020B0502040204020203" pitchFamily="34" charset="0"/>
              </a:rPr>
              <a:t>valayamaai ninnenne vallabhan kaathidume</a:t>
            </a:r>
          </a:p>
          <a:p>
            <a:pPr marL="342900" lvl="1" indent="0">
              <a:buNone/>
            </a:pPr>
            <a:r>
              <a:rPr lang="sv-SE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thunayenikeshuvaam kuraviniyillathaal</a:t>
            </a:r>
          </a:p>
          <a:p>
            <a:pPr marL="342900" lvl="1" indent="0">
              <a:buNone/>
            </a:pPr>
            <a:r>
              <a:rPr lang="sv-SE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anudhinam than nizhalin maravil vasicheedum njaan</a:t>
            </a:r>
          </a:p>
          <a:p>
            <a:pPr marL="0" indent="0">
              <a:buNone/>
            </a:pPr>
            <a:endParaRPr lang="sv-SE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sv-SE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395804-6E4B-46FE-9622-8CF47BA2B513}"/>
              </a:ext>
            </a:extLst>
          </p:cNvPr>
          <p:cNvSpPr txBox="1"/>
          <p:nvPr/>
        </p:nvSpPr>
        <p:spPr>
          <a:xfrm>
            <a:off x="280698" y="2707574"/>
            <a:ext cx="785343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dirty="0" err="1">
                <a:latin typeface="ML-TTKarthika" panose="04000000000000000000" pitchFamily="82" charset="0"/>
              </a:rPr>
              <a:t>heanSambnc§Ä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henbh</a:t>
            </a:r>
            <a:r>
              <a:rPr lang="en-US" sz="2800" dirty="0">
                <a:latin typeface="ML-TTKarthika" panose="04000000000000000000" pitchFamily="82" charset="0"/>
              </a:rPr>
              <a:t>À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hoWmepw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SG" sz="2800" dirty="0" err="1">
                <a:latin typeface="ML-TTKarthika" panose="04000000000000000000" pitchFamily="82" charset="0"/>
              </a:rPr>
              <a:t>hebambv</a:t>
            </a:r>
            <a:r>
              <a:rPr lang="en-SG" sz="2800" dirty="0">
                <a:latin typeface="ML-TTKarthika" panose="04000000000000000000" pitchFamily="82" charset="0"/>
              </a:rPr>
              <a:t> \</a:t>
            </a:r>
            <a:r>
              <a:rPr lang="en-SG" sz="2800" dirty="0" err="1">
                <a:latin typeface="ML-TTKarthika" panose="04000000000000000000" pitchFamily="82" charset="0"/>
              </a:rPr>
              <a:t>ns¶s</a:t>
            </a:r>
            <a:r>
              <a:rPr lang="en-SG" sz="2800" dirty="0">
                <a:latin typeface="ML-TTKarthika" panose="04000000000000000000" pitchFamily="82" charset="0"/>
              </a:rPr>
              <a:t>¶ hÃ`³ </a:t>
            </a:r>
            <a:r>
              <a:rPr lang="en-SG" sz="2800" dirty="0" err="1">
                <a:latin typeface="ML-TTKarthika" panose="04000000000000000000" pitchFamily="82" charset="0"/>
              </a:rPr>
              <a:t>Im¯nSpta</a:t>
            </a:r>
            <a:endParaRPr lang="en-SG" sz="2800" dirty="0">
              <a:latin typeface="ML-TTKarthika" panose="04000000000000000000" pitchFamily="82" charset="0"/>
            </a:endParaRPr>
          </a:p>
          <a:p>
            <a:pPr lvl="1"/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XpWsb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nt¡iphmw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Ipdhn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nbnÃXmÂ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</a:p>
          <a:p>
            <a:pPr lvl="1"/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A\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pZn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\w X³ \ngen³ 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adhnÂ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hkn¨nSpw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 Rm³ </a:t>
            </a:r>
            <a:endParaRPr lang="sv-SE" sz="2800" dirty="0">
              <a:solidFill>
                <a:srgbClr val="C00000"/>
              </a:solidFill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887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994BE-0A99-3ED4-0517-C3B925386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526E-6354-87C6-38E7-96E9D3E0A4E3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  <a:latin typeface="Segoe UI"/>
                <a:cs typeface="Segoe UI"/>
              </a:rPr>
              <a:t>Holy Communion - Hymn No 262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54E95C4-86DB-204E-B89A-D7BA14CFCF15}"/>
              </a:ext>
            </a:extLst>
          </p:cNvPr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63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D44389-28D4-A7BD-ADEC-763656B2CEE3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Communion 6:  6 of 6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789F5A-3065-2F50-0030-4B90B7D09BFC}"/>
              </a:ext>
            </a:extLst>
          </p:cNvPr>
          <p:cNvSpPr txBox="1">
            <a:spLocks/>
          </p:cNvSpPr>
          <p:nvPr/>
        </p:nvSpPr>
        <p:spPr>
          <a:xfrm>
            <a:off x="289932" y="789870"/>
            <a:ext cx="8080452" cy="186412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sv-SE" sz="2400" dirty="0">
                <a:latin typeface="Segoe UI" panose="020B0502040204020203" pitchFamily="34" charset="0"/>
                <a:cs typeface="Segoe UI" panose="020B0502040204020203" pitchFamily="34" charset="0"/>
              </a:rPr>
              <a:t>aakula velakalil aapathu naalukalil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v-SE" sz="2400" dirty="0">
                <a:latin typeface="Segoe UI" panose="020B0502040204020203" pitchFamily="34" charset="0"/>
                <a:cs typeface="Segoe UI" panose="020B0502040204020203" pitchFamily="34" charset="0"/>
              </a:rPr>
              <a:t>Aagatha-naam arikil aashwasi-ppi-cheeduvaan</a:t>
            </a:r>
            <a:endParaRPr lang="sv-SE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1" indent="0">
              <a:buNone/>
            </a:pPr>
            <a:r>
              <a:rPr lang="sv-SE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thunayenikeshuvaam kuraviniyillathaal</a:t>
            </a:r>
          </a:p>
          <a:p>
            <a:pPr marL="342900" lvl="1" indent="0">
              <a:buNone/>
            </a:pPr>
            <a:r>
              <a:rPr lang="sv-SE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anudhinam than nizhalin maravil vasicheedum njaan</a:t>
            </a:r>
          </a:p>
          <a:p>
            <a:pPr marL="0" indent="0">
              <a:lnSpc>
                <a:spcPct val="100000"/>
              </a:lnSpc>
              <a:buNone/>
            </a:pP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CF4549-8D26-40B0-9D10-9C760DCC8246}"/>
              </a:ext>
            </a:extLst>
          </p:cNvPr>
          <p:cNvSpPr txBox="1"/>
          <p:nvPr/>
        </p:nvSpPr>
        <p:spPr>
          <a:xfrm>
            <a:off x="289932" y="2817176"/>
            <a:ext cx="785343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dirty="0" err="1">
                <a:latin typeface="ML-TTKarthika" panose="04000000000000000000" pitchFamily="82" charset="0"/>
              </a:rPr>
              <a:t>BIpe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thfIfnÂ</a:t>
            </a:r>
            <a:r>
              <a:rPr lang="en-SG" sz="2800" dirty="0">
                <a:latin typeface="ML-TTKarthika" panose="04000000000000000000" pitchFamily="82" charset="0"/>
              </a:rPr>
              <a:t> B]¯p \</a:t>
            </a:r>
            <a:r>
              <a:rPr lang="en-SG" sz="2800" dirty="0" err="1">
                <a:latin typeface="ML-TTKarthika" panose="04000000000000000000" pitchFamily="82" charset="0"/>
              </a:rPr>
              <a:t>mfpIfnÂ</a:t>
            </a:r>
            <a:endParaRPr lang="en-SG" sz="2800" dirty="0">
              <a:latin typeface="ML-TTKarthika" panose="04000000000000000000" pitchFamily="82" charset="0"/>
            </a:endParaRPr>
          </a:p>
          <a:p>
            <a:r>
              <a:rPr lang="en-SG" sz="2800" dirty="0">
                <a:latin typeface="ML-TTKarthika" panose="04000000000000000000" pitchFamily="82" charset="0"/>
              </a:rPr>
              <a:t>BKX\</a:t>
            </a:r>
            <a:r>
              <a:rPr lang="en-SG" sz="2800" dirty="0" err="1">
                <a:latin typeface="ML-TTKarthika" panose="04000000000000000000" pitchFamily="82" charset="0"/>
              </a:rPr>
              <a:t>macnInÂ</a:t>
            </a:r>
            <a:r>
              <a:rPr lang="en-SG" sz="2800" dirty="0">
                <a:latin typeface="ML-TTKarthika" panose="04000000000000000000" pitchFamily="82" charset="0"/>
              </a:rPr>
              <a:t> Bizkn¸n¨oSphm³</a:t>
            </a:r>
          </a:p>
          <a:p>
            <a:pPr lvl="1"/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XpWsb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nt¡iphmw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Ipdhn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\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nbnÃXmÂ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</a:p>
          <a:p>
            <a:pPr lvl="1"/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A\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pZn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\w X³ \ngen³ 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adhnÂ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solidFill>
                  <a:srgbClr val="C00000"/>
                </a:solidFill>
                <a:latin typeface="ML-TTKarthika" panose="04000000000000000000" pitchFamily="82" charset="0"/>
              </a:rPr>
              <a:t>hkn¨nSpw</a:t>
            </a:r>
            <a:r>
              <a:rPr lang="en-SG" sz="2800" dirty="0">
                <a:solidFill>
                  <a:srgbClr val="C00000"/>
                </a:solidFill>
                <a:latin typeface="ML-TTKarthika" panose="04000000000000000000" pitchFamily="82" charset="0"/>
              </a:rPr>
              <a:t> Rm³ </a:t>
            </a:r>
            <a:endParaRPr lang="sv-SE" sz="2800" dirty="0">
              <a:solidFill>
                <a:srgbClr val="C00000"/>
              </a:solidFill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2398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/>
          <p:nvPr/>
        </p:nvSpPr>
        <p:spPr>
          <a:xfrm>
            <a:off x="973756" y="1615257"/>
            <a:ext cx="6858100" cy="1377326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kumimoji="0" lang="en-US" sz="6000" i="0" u="none" strike="noStrike" kern="1200" cap="none" spc="0" normalizeH="0" baseline="0" noProof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 pitchFamily="82" charset="0"/>
              </a:rPr>
              <a:t>Closing Hymn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/>
              <a:t>Closing Hymn – 427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Closing: 1 of 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5714" y="590870"/>
            <a:ext cx="8732789" cy="255454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3200" dirty="0" err="1">
                <a:solidFill>
                  <a:srgbClr val="000000"/>
                </a:solidFill>
                <a:ea typeface="+mn-lt"/>
                <a:cs typeface="+mn-lt"/>
              </a:rPr>
              <a:t>Nithyanaaya</a:t>
            </a:r>
            <a:r>
              <a:rPr lang="en-SG" sz="320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en-SG" sz="3200" dirty="0" err="1">
                <a:solidFill>
                  <a:srgbClr val="000000"/>
                </a:solidFill>
                <a:ea typeface="+mn-lt"/>
                <a:cs typeface="+mn-lt"/>
              </a:rPr>
              <a:t>yehovaayé</a:t>
            </a:r>
            <a:r>
              <a:rPr lang="en-SG" sz="320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en-SG" sz="3200" dirty="0" err="1">
                <a:solidFill>
                  <a:srgbClr val="000000"/>
                </a:solidFill>
                <a:ea typeface="+mn-lt"/>
                <a:cs typeface="+mn-lt"/>
              </a:rPr>
              <a:t>lokavan</a:t>
            </a:r>
            <a:r>
              <a:rPr lang="en-SG" sz="32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3200" dirty="0" err="1">
                <a:solidFill>
                  <a:srgbClr val="000000"/>
                </a:solidFill>
                <a:ea typeface="+mn-lt"/>
                <a:cs typeface="+mn-lt"/>
              </a:rPr>
              <a:t>kaattil</a:t>
            </a:r>
            <a:r>
              <a:rPr lang="en-SG" sz="32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3200" dirty="0" err="1">
                <a:solidFill>
                  <a:srgbClr val="000000"/>
                </a:solidFill>
                <a:ea typeface="+mn-lt"/>
                <a:cs typeface="+mn-lt"/>
              </a:rPr>
              <a:t>koodé</a:t>
            </a:r>
            <a:r>
              <a:rPr lang="en-SG" sz="32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3200" dirty="0" err="1">
                <a:ea typeface="+mn-lt"/>
                <a:cs typeface="+mn-lt"/>
              </a:rPr>
              <a:t>Balaheenan</a:t>
            </a:r>
            <a:r>
              <a:rPr lang="en-SG" sz="3200" dirty="0">
                <a:ea typeface="+mn-lt"/>
                <a:cs typeface="+mn-lt"/>
              </a:rPr>
              <a:t> </a:t>
            </a:r>
            <a:r>
              <a:rPr lang="en-SG" sz="3200" dirty="0" err="1">
                <a:ea typeface="+mn-lt"/>
                <a:cs typeface="+mn-lt"/>
              </a:rPr>
              <a:t>aaya</a:t>
            </a:r>
            <a:r>
              <a:rPr lang="en-SG" sz="3200" dirty="0">
                <a:ea typeface="+mn-lt"/>
                <a:cs typeface="+mn-lt"/>
              </a:rPr>
              <a:t> </a:t>
            </a:r>
            <a:r>
              <a:rPr lang="en-SG" sz="3200" dirty="0" err="1">
                <a:ea typeface="+mn-lt"/>
                <a:cs typeface="+mn-lt"/>
              </a:rPr>
              <a:t>enné</a:t>
            </a:r>
            <a:r>
              <a:rPr lang="en-SG" sz="3200" dirty="0">
                <a:ea typeface="+mn-lt"/>
                <a:cs typeface="+mn-lt"/>
              </a:rPr>
              <a:t> </a:t>
            </a:r>
            <a:br>
              <a:rPr lang="en-SG" sz="3200" dirty="0">
                <a:ea typeface="+mn-lt"/>
                <a:cs typeface="+mn-lt"/>
              </a:rPr>
            </a:br>
            <a:r>
              <a:rPr lang="en-SG" sz="3200" dirty="0" err="1">
                <a:ea typeface="+mn-lt"/>
                <a:cs typeface="+mn-lt"/>
              </a:rPr>
              <a:t>nadaththi</a:t>
            </a:r>
            <a:r>
              <a:rPr lang="en-SG" sz="3200" dirty="0">
                <a:ea typeface="+mn-lt"/>
                <a:cs typeface="+mn-lt"/>
              </a:rPr>
              <a:t> </a:t>
            </a:r>
            <a:r>
              <a:rPr lang="en-SG" sz="3200" dirty="0" err="1">
                <a:ea typeface="+mn-lt"/>
                <a:cs typeface="+mn-lt"/>
              </a:rPr>
              <a:t>thaanghenhamé</a:t>
            </a:r>
            <a:r>
              <a:rPr lang="en-SG" sz="3200" dirty="0">
                <a:ea typeface="+mn-lt"/>
                <a:cs typeface="+mn-lt"/>
              </a:rPr>
              <a:t> </a:t>
            </a:r>
            <a:br>
              <a:rPr lang="en-SG" sz="3200" dirty="0">
                <a:ea typeface="+mn-lt"/>
                <a:cs typeface="+mn-lt"/>
              </a:rPr>
            </a:br>
            <a:r>
              <a:rPr lang="en-SG" sz="3200" dirty="0">
                <a:ea typeface="+mn-lt"/>
                <a:cs typeface="+mn-lt"/>
              </a:rPr>
              <a:t>Swarga appam, swarga appam </a:t>
            </a:r>
            <a:br>
              <a:rPr lang="en-SG" sz="3200" dirty="0">
                <a:ea typeface="+mn-lt"/>
                <a:cs typeface="+mn-lt"/>
              </a:rPr>
            </a:br>
            <a:r>
              <a:rPr lang="en-SG" sz="3200" dirty="0" err="1">
                <a:ea typeface="+mn-lt"/>
                <a:cs typeface="+mn-lt"/>
              </a:rPr>
              <a:t>enikku</a:t>
            </a:r>
            <a:r>
              <a:rPr lang="en-SG" sz="3200" dirty="0">
                <a:ea typeface="+mn-lt"/>
                <a:cs typeface="+mn-lt"/>
              </a:rPr>
              <a:t> </a:t>
            </a:r>
            <a:r>
              <a:rPr lang="en-SG" sz="3200" dirty="0" err="1">
                <a:ea typeface="+mn-lt"/>
                <a:cs typeface="+mn-lt"/>
              </a:rPr>
              <a:t>tharenhamé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5715" y="3288698"/>
            <a:ext cx="8754098" cy="15327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SG" sz="2400" dirty="0" err="1">
                <a:latin typeface="ML-TTKarthika" panose="04000000000000000000" pitchFamily="82" charset="0"/>
                <a:ea typeface="+mn-lt"/>
                <a:cs typeface="+mn-lt"/>
              </a:rPr>
              <a:t>നിത്യനായ</a:t>
            </a:r>
            <a:r>
              <a:rPr lang="en-SG" sz="2400" dirty="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SG" sz="2400" dirty="0" err="1">
                <a:latin typeface="ML-TTKarthika" panose="04000000000000000000" pitchFamily="82" charset="0"/>
                <a:ea typeface="+mn-lt"/>
                <a:cs typeface="+mn-lt"/>
              </a:rPr>
              <a:t>യഹോവയെ</a:t>
            </a:r>
            <a:r>
              <a:rPr lang="en-SG" sz="2400" dirty="0">
                <a:latin typeface="ML-TTKarthika" panose="04000000000000000000" pitchFamily="82" charset="0"/>
                <a:ea typeface="+mn-lt"/>
                <a:cs typeface="+mn-lt"/>
              </a:rPr>
              <a:t>! </a:t>
            </a:r>
            <a:r>
              <a:rPr lang="en-SG" sz="2400" dirty="0" err="1">
                <a:latin typeface="ML-TTKarthika" panose="04000000000000000000" pitchFamily="82" charset="0"/>
                <a:ea typeface="+mn-lt"/>
                <a:cs typeface="+mn-lt"/>
              </a:rPr>
              <a:t>ലോക</a:t>
            </a:r>
            <a:r>
              <a:rPr lang="en-SG" sz="2400" dirty="0">
                <a:latin typeface="ML-TTKarthika" panose="04000000000000000000" pitchFamily="82" charset="0"/>
                <a:ea typeface="+mn-lt"/>
                <a:cs typeface="+mn-lt"/>
              </a:rPr>
              <a:t> വൻ </a:t>
            </a:r>
            <a:r>
              <a:rPr lang="en-SG" sz="2400" dirty="0" err="1">
                <a:latin typeface="ML-TTKarthika" panose="04000000000000000000" pitchFamily="82" charset="0"/>
                <a:ea typeface="+mn-lt"/>
                <a:cs typeface="+mn-lt"/>
              </a:rPr>
              <a:t>കാട്ടി</a:t>
            </a:r>
            <a:r>
              <a:rPr lang="en-SG" sz="2400" dirty="0">
                <a:latin typeface="ML-TTKarthika" panose="04000000000000000000" pitchFamily="82" charset="0"/>
                <a:ea typeface="+mn-lt"/>
                <a:cs typeface="+mn-lt"/>
              </a:rPr>
              <a:t>ൽ </a:t>
            </a:r>
            <a:r>
              <a:rPr lang="en-SG" sz="2400" dirty="0" err="1">
                <a:latin typeface="ML-TTKarthika" panose="04000000000000000000" pitchFamily="82" charset="0"/>
                <a:ea typeface="+mn-lt"/>
                <a:cs typeface="+mn-lt"/>
              </a:rPr>
              <a:t>കൂടെ</a:t>
            </a:r>
            <a:r>
              <a:rPr lang="en-SG" sz="2400" dirty="0">
                <a:latin typeface="ML-TTKarthika" panose="04000000000000000000" pitchFamily="82" charset="0"/>
                <a:ea typeface="+mn-lt"/>
                <a:cs typeface="+mn-lt"/>
              </a:rPr>
              <a:t>,</a:t>
            </a:r>
            <a:br>
              <a:rPr lang="en-SG" sz="2400" dirty="0">
                <a:latin typeface="ML-TTKarthika" panose="04000000000000000000" pitchFamily="82" charset="0"/>
                <a:ea typeface="+mn-lt"/>
                <a:cs typeface="+mn-lt"/>
              </a:rPr>
            </a:br>
            <a:r>
              <a:rPr lang="en-SG" sz="2400" dirty="0" err="1">
                <a:latin typeface="ML-TTKarthika" panose="04000000000000000000" pitchFamily="82" charset="0"/>
                <a:ea typeface="+mn-lt"/>
                <a:cs typeface="+mn-lt"/>
              </a:rPr>
              <a:t>ബലഹീന</a:t>
            </a:r>
            <a:r>
              <a:rPr lang="en-SG" sz="2400" dirty="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SG" sz="2400" dirty="0" err="1">
                <a:latin typeface="ML-TTKarthika" panose="04000000000000000000" pitchFamily="82" charset="0"/>
                <a:ea typeface="+mn-lt"/>
                <a:cs typeface="+mn-lt"/>
              </a:rPr>
              <a:t>നായ</a:t>
            </a:r>
            <a:r>
              <a:rPr lang="en-SG" sz="2400" dirty="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SG" sz="2400" dirty="0" err="1">
                <a:latin typeface="ML-TTKarthika" panose="04000000000000000000" pitchFamily="82" charset="0"/>
                <a:ea typeface="+mn-lt"/>
                <a:cs typeface="+mn-lt"/>
              </a:rPr>
              <a:t>എന്നെ</a:t>
            </a:r>
            <a:r>
              <a:rPr lang="en-SG" sz="2400" dirty="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SG" sz="2400" dirty="0" err="1">
                <a:latin typeface="ML-TTKarthika" panose="04000000000000000000" pitchFamily="82" charset="0"/>
                <a:ea typeface="+mn-lt"/>
                <a:cs typeface="+mn-lt"/>
              </a:rPr>
              <a:t>നടത്തി</a:t>
            </a:r>
            <a:r>
              <a:rPr lang="en-SG" sz="2400" dirty="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SG" sz="2400" dirty="0" err="1">
                <a:latin typeface="ML-TTKarthika" panose="04000000000000000000" pitchFamily="82" charset="0"/>
                <a:ea typeface="+mn-lt"/>
                <a:cs typeface="+mn-lt"/>
              </a:rPr>
              <a:t>താങ്ങേണമേ</a:t>
            </a:r>
            <a:br>
              <a:rPr lang="en-SG" sz="2400" dirty="0">
                <a:latin typeface="ML-TTKarthika" panose="04000000000000000000" pitchFamily="82" charset="0"/>
                <a:ea typeface="+mn-lt"/>
                <a:cs typeface="+mn-lt"/>
              </a:rPr>
            </a:br>
            <a:r>
              <a:rPr lang="en-SG" sz="2400" dirty="0" err="1">
                <a:latin typeface="ML-TTKarthika" panose="04000000000000000000" pitchFamily="82" charset="0"/>
                <a:ea typeface="+mn-lt"/>
                <a:cs typeface="+mn-lt"/>
              </a:rPr>
              <a:t>സ്വർഗ്ഗ</a:t>
            </a:r>
            <a:r>
              <a:rPr lang="en-SG" sz="2400" dirty="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SG" sz="2400" dirty="0" err="1">
                <a:latin typeface="ML-TTKarthika" panose="04000000000000000000" pitchFamily="82" charset="0"/>
                <a:ea typeface="+mn-lt"/>
                <a:cs typeface="+mn-lt"/>
              </a:rPr>
              <a:t>അപ്പം</a:t>
            </a:r>
            <a:r>
              <a:rPr lang="en-SG" sz="2400" dirty="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SG" sz="2400" dirty="0" err="1">
                <a:latin typeface="ML-TTKarthika" panose="04000000000000000000" pitchFamily="82" charset="0"/>
                <a:ea typeface="+mn-lt"/>
                <a:cs typeface="+mn-lt"/>
              </a:rPr>
              <a:t>സ്വർഗ്ഗ</a:t>
            </a:r>
            <a:r>
              <a:rPr lang="en-SG" sz="2400" dirty="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SG" sz="2400" dirty="0" err="1">
                <a:latin typeface="ML-TTKarthika" panose="04000000000000000000" pitchFamily="82" charset="0"/>
                <a:ea typeface="+mn-lt"/>
                <a:cs typeface="+mn-lt"/>
              </a:rPr>
              <a:t>അപ്പം</a:t>
            </a:r>
            <a:r>
              <a:rPr lang="en-SG" sz="2400" dirty="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SG" sz="2400" dirty="0" err="1">
                <a:latin typeface="ML-TTKarthika" panose="04000000000000000000" pitchFamily="82" charset="0"/>
                <a:ea typeface="+mn-lt"/>
                <a:cs typeface="+mn-lt"/>
              </a:rPr>
              <a:t>എനിക്കു</a:t>
            </a:r>
            <a:r>
              <a:rPr lang="en-SG" sz="2400" dirty="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SG" sz="2400" dirty="0" err="1">
                <a:latin typeface="ML-TTKarthika" panose="04000000000000000000" pitchFamily="82" charset="0"/>
                <a:ea typeface="+mn-lt"/>
                <a:cs typeface="+mn-lt"/>
              </a:rPr>
              <a:t>തരേണമേ</a:t>
            </a:r>
            <a:endParaRPr lang="en-US" sz="2400" dirty="0">
              <a:latin typeface="ML-TTKarthika" panose="04000000000000000000" pitchFamily="82" charset="0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3964</Words>
  <Application>Microsoft Office PowerPoint</Application>
  <PresentationFormat>On-screen Show (16:9)</PresentationFormat>
  <Paragraphs>570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65</vt:i4>
      </vt:variant>
    </vt:vector>
  </HeadingPairs>
  <TitlesOfParts>
    <vt:vector size="82" baseType="lpstr">
      <vt:lpstr>Algerian</vt:lpstr>
      <vt:lpstr>Amasis MT Pro Medium</vt:lpstr>
      <vt:lpstr>Aptos</vt:lpstr>
      <vt:lpstr>Arial</vt:lpstr>
      <vt:lpstr>Bahnschrift</vt:lpstr>
      <vt:lpstr>Calibri</vt:lpstr>
      <vt:lpstr>Calibri Light</vt:lpstr>
      <vt:lpstr>Gabriola</vt:lpstr>
      <vt:lpstr>Gill Sans MT</vt:lpstr>
      <vt:lpstr>ml-ttkarthika</vt:lpstr>
      <vt:lpstr>ml-ttkarthika</vt:lpstr>
      <vt:lpstr>Noto Sans Malayalam</vt:lpstr>
      <vt:lpstr>Segoe UI</vt:lpstr>
      <vt:lpstr>Segoe UI Light</vt:lpstr>
      <vt:lpstr>1_Office Theme</vt:lpstr>
      <vt:lpstr>6_Office Theme</vt:lpstr>
      <vt:lpstr>Office 2013 - 2022 Theme</vt:lpstr>
      <vt:lpstr>PowerPoint Presentation</vt:lpstr>
      <vt:lpstr>PowerPoint Presentation</vt:lpstr>
      <vt:lpstr>Opening Song – Hymn No 91</vt:lpstr>
      <vt:lpstr>Opening Song – Hymn No 91</vt:lpstr>
      <vt:lpstr>Opening Song – Hymn No 91</vt:lpstr>
      <vt:lpstr>Opening Song – Hymn No 91</vt:lpstr>
      <vt:lpstr>Opening Song – Hymn No 91</vt:lpstr>
      <vt:lpstr>Opening Song – Hymn No 91</vt:lpstr>
      <vt:lpstr>PowerPoint Presentation</vt:lpstr>
      <vt:lpstr>Holy Communion - Hymn No 262</vt:lpstr>
      <vt:lpstr>PowerPoint Presentation</vt:lpstr>
      <vt:lpstr>Students Dedication – Hymn No 225</vt:lpstr>
      <vt:lpstr>Students Dedication – Hymn No 225</vt:lpstr>
      <vt:lpstr>Students Dedication – Hymn No 225</vt:lpstr>
      <vt:lpstr>PowerPoint Presentation</vt:lpstr>
      <vt:lpstr>Offertory – Hymn No 420</vt:lpstr>
      <vt:lpstr>Offertory – Hymn No 420</vt:lpstr>
      <vt:lpstr>Offertory – Hymn No 420</vt:lpstr>
      <vt:lpstr>Offertory – Hymn No 420</vt:lpstr>
      <vt:lpstr>PowerPoint Presentation</vt:lpstr>
      <vt:lpstr>PowerPoint Presentation</vt:lpstr>
      <vt:lpstr>Confession – Hymn No 211</vt:lpstr>
      <vt:lpstr>PowerPoint Presentation</vt:lpstr>
      <vt:lpstr>PowerPoint Presentation</vt:lpstr>
      <vt:lpstr>Holy Communion – Hymn No 211</vt:lpstr>
      <vt:lpstr>Holy Communion – Hymn No 211</vt:lpstr>
      <vt:lpstr>Holy Communion – Hymn No 211</vt:lpstr>
      <vt:lpstr>Holy Communion – Hymn No 211</vt:lpstr>
      <vt:lpstr>Holy Communion – Hymn No 211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Holy Communion - Hymn No 262</vt:lpstr>
      <vt:lpstr>Holy Communion - Hymn No 262</vt:lpstr>
      <vt:lpstr>Holy Communion - Hymn No 262</vt:lpstr>
      <vt:lpstr>Holy Communion - Hymn No 262</vt:lpstr>
      <vt:lpstr>Holy Communion - Hymn No 262</vt:lpstr>
      <vt:lpstr>Holy Communion - Hymn No 262</vt:lpstr>
      <vt:lpstr>PowerPoint Presentation</vt:lpstr>
      <vt:lpstr>Closing Hymn – 427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Jim Cherian</cp:lastModifiedBy>
  <cp:revision>1</cp:revision>
  <cp:lastPrinted>2025-07-05T14:18:11Z</cp:lastPrinted>
  <dcterms:created xsi:type="dcterms:W3CDTF">2020-09-02T02:55:07Z</dcterms:created>
  <dcterms:modified xsi:type="dcterms:W3CDTF">2026-01-03T09:01:32Z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Theme:8\2_Office Theme:8\3_Office Theme:8</vt:lpwstr>
  </property>
  <property fmtid="{D5CDD505-2E9C-101B-9397-08002B2CF9AE}" pid="18" name="ClassificationContentMarkingFooterText">
    <vt:lpwstr>Internal</vt:lpwstr>
  </property>
</Properties>
</file>