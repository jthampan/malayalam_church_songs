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810" r:id="rId2"/>
    <p:sldMasterId id="2147483823" r:id="rId3"/>
  </p:sldMasterIdLst>
  <p:notesMasterIdLst>
    <p:notesMasterId r:id="rId75"/>
  </p:notesMasterIdLst>
  <p:sldIdLst>
    <p:sldId id="511" r:id="rId4"/>
    <p:sldId id="1980" r:id="rId5"/>
    <p:sldId id="2078" r:id="rId6"/>
    <p:sldId id="2079" r:id="rId7"/>
    <p:sldId id="2080" r:id="rId8"/>
    <p:sldId id="952" r:id="rId9"/>
    <p:sldId id="1543" r:id="rId10"/>
    <p:sldId id="439" r:id="rId11"/>
    <p:sldId id="1545" r:id="rId12"/>
    <p:sldId id="2082" r:id="rId13"/>
    <p:sldId id="2081" r:id="rId14"/>
    <p:sldId id="2083" r:id="rId15"/>
    <p:sldId id="2084" r:id="rId16"/>
    <p:sldId id="2085" r:id="rId17"/>
    <p:sldId id="2126" r:id="rId18"/>
    <p:sldId id="1175" r:id="rId19"/>
    <p:sldId id="633" r:id="rId20"/>
    <p:sldId id="1888" r:id="rId21"/>
    <p:sldId id="1539" r:id="rId22"/>
    <p:sldId id="1564" r:id="rId23"/>
    <p:sldId id="2086" r:id="rId24"/>
    <p:sldId id="2087" r:id="rId25"/>
    <p:sldId id="2088" r:id="rId26"/>
    <p:sldId id="2089" r:id="rId27"/>
    <p:sldId id="2090" r:id="rId28"/>
    <p:sldId id="2091" r:id="rId29"/>
    <p:sldId id="1918" r:id="rId30"/>
    <p:sldId id="1992" r:id="rId31"/>
    <p:sldId id="2092" r:id="rId32"/>
    <p:sldId id="2093" r:id="rId33"/>
    <p:sldId id="2094" r:id="rId34"/>
    <p:sldId id="2118" r:id="rId35"/>
    <p:sldId id="2119" r:id="rId36"/>
    <p:sldId id="2120" r:id="rId37"/>
    <p:sldId id="2121" r:id="rId38"/>
    <p:sldId id="2124" r:id="rId39"/>
    <p:sldId id="2122" r:id="rId40"/>
    <p:sldId id="2125" r:id="rId41"/>
    <p:sldId id="1959" r:id="rId42"/>
    <p:sldId id="1997" r:id="rId43"/>
    <p:sldId id="2095" r:id="rId44"/>
    <p:sldId id="2096" r:id="rId45"/>
    <p:sldId id="2097" r:id="rId46"/>
    <p:sldId id="2098" r:id="rId47"/>
    <p:sldId id="2099" r:id="rId48"/>
    <p:sldId id="1968" r:id="rId49"/>
    <p:sldId id="1870" r:id="rId50"/>
    <p:sldId id="2100" r:id="rId51"/>
    <p:sldId id="2101" r:id="rId52"/>
    <p:sldId id="1969" r:id="rId53"/>
    <p:sldId id="1838" r:id="rId54"/>
    <p:sldId id="2102" r:id="rId55"/>
    <p:sldId id="2103" r:id="rId56"/>
    <p:sldId id="2104" r:id="rId57"/>
    <p:sldId id="2105" r:id="rId58"/>
    <p:sldId id="1970" r:id="rId59"/>
    <p:sldId id="2106" r:id="rId60"/>
    <p:sldId id="2107" r:id="rId61"/>
    <p:sldId id="2108" r:id="rId62"/>
    <p:sldId id="2109" r:id="rId63"/>
    <p:sldId id="2110" r:id="rId64"/>
    <p:sldId id="2111" r:id="rId65"/>
    <p:sldId id="2112" r:id="rId66"/>
    <p:sldId id="2114" r:id="rId67"/>
    <p:sldId id="2113" r:id="rId68"/>
    <p:sldId id="2115" r:id="rId69"/>
    <p:sldId id="2116" r:id="rId70"/>
    <p:sldId id="2117" r:id="rId71"/>
    <p:sldId id="1972" r:id="rId72"/>
    <p:sldId id="1444" r:id="rId73"/>
    <p:sldId id="1877" r:id="rId74"/>
  </p:sldIdLst>
  <p:sldSz cx="9144000" cy="5143500" type="screen16x9"/>
  <p:notesSz cx="6858000" cy="9144000"/>
  <p:custDataLst>
    <p:tags r:id="rId7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D3D3"/>
    <a:srgbClr val="FAF5F0"/>
    <a:srgbClr val="D1CDC4"/>
    <a:srgbClr val="A78B86"/>
    <a:srgbClr val="FFD9C8"/>
    <a:srgbClr val="C09C6F"/>
    <a:srgbClr val="AACDE2"/>
    <a:srgbClr val="7E5F73"/>
    <a:srgbClr val="800000"/>
    <a:srgbClr val="B381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094F05-B79C-41FB-A079-8237040C7A22}" v="13" dt="2024-11-29T13:55:20.461"/>
    <p1510:client id="{BFE4A461-12F9-6612-3E3B-A2DE4A90DE4F}" v="1" dt="2024-11-29T13:23:56.8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10" autoAdjust="0"/>
    <p:restoredTop sz="94660"/>
  </p:normalViewPr>
  <p:slideViewPr>
    <p:cSldViewPr snapToGrid="0">
      <p:cViewPr varScale="1">
        <p:scale>
          <a:sx n="96" d="100"/>
          <a:sy n="96" d="100"/>
        </p:scale>
        <p:origin x="950" y="29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microsoft.com/office/2018/10/relationships/authors" Target="authors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viewProps" Target="viewProp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82" Type="http://schemas.microsoft.com/office/2016/11/relationships/changesInfo" Target="changesInfos/changesInfo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commentAuthors" Target="commentAuthor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notesMaster" Target="notesMasters/notesMaster1.xml"/><Relationship Id="rId83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tags" Target="tags/tag1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 Stephen, Reuben" userId="f36fcdba-2387-45bd-94a7-0c45a8a9ccec" providerId="ADAL" clId="{D718C948-CF6B-41FE-A860-5DC4AC4A19E0}"/>
    <pc:docChg chg="undo custSel addSld delSld modSld sldOrd delMainMaster">
      <pc:chgData name="George Stephen, Reuben" userId="f36fcdba-2387-45bd-94a7-0c45a8a9ccec" providerId="ADAL" clId="{D718C948-CF6B-41FE-A860-5DC4AC4A19E0}" dt="2024-11-28T01:43:22.090" v="4217" actId="12788"/>
      <pc:docMkLst>
        <pc:docMk/>
      </pc:docMkLst>
      <pc:sldChg chg="del">
        <pc:chgData name="George Stephen, Reuben" userId="f36fcdba-2387-45bd-94a7-0c45a8a9ccec" providerId="ADAL" clId="{D718C948-CF6B-41FE-A860-5DC4AC4A19E0}" dt="2024-11-27T02:29:39.477" v="3869" actId="47"/>
        <pc:sldMkLst>
          <pc:docMk/>
          <pc:sldMk cId="1394757028" sldId="438"/>
        </pc:sldMkLst>
      </pc:sldChg>
      <pc:sldChg chg="modSp mod">
        <pc:chgData name="George Stephen, Reuben" userId="f36fcdba-2387-45bd-94a7-0c45a8a9ccec" providerId="ADAL" clId="{D718C948-CF6B-41FE-A860-5DC4AC4A19E0}" dt="2024-11-26T22:00:41.037" v="486" actId="20577"/>
        <pc:sldMkLst>
          <pc:docMk/>
          <pc:sldMk cId="3749989706" sldId="439"/>
        </pc:sldMkLst>
        <pc:spChg chg="mod">
          <ac:chgData name="George Stephen, Reuben" userId="f36fcdba-2387-45bd-94a7-0c45a8a9ccec" providerId="ADAL" clId="{D718C948-CF6B-41FE-A860-5DC4AC4A19E0}" dt="2024-11-26T22:00:41.037" v="486" actId="20577"/>
          <ac:spMkLst>
            <pc:docMk/>
            <pc:sldMk cId="3749989706" sldId="439"/>
            <ac:spMk id="4" creationId="{24B59398-515B-40E4-9922-357DB2AB5477}"/>
          </ac:spMkLst>
        </pc:spChg>
      </pc:sldChg>
      <pc:sldChg chg="modSp mod">
        <pc:chgData name="George Stephen, Reuben" userId="f36fcdba-2387-45bd-94a7-0c45a8a9ccec" providerId="ADAL" clId="{D718C948-CF6B-41FE-A860-5DC4AC4A19E0}" dt="2024-11-27T02:36:10.646" v="4057" actId="20577"/>
        <pc:sldMkLst>
          <pc:docMk/>
          <pc:sldMk cId="2329691217" sldId="511"/>
        </pc:sldMkLst>
        <pc:spChg chg="mod">
          <ac:chgData name="George Stephen, Reuben" userId="f36fcdba-2387-45bd-94a7-0c45a8a9ccec" providerId="ADAL" clId="{D718C948-CF6B-41FE-A860-5DC4AC4A19E0}" dt="2024-11-27T02:36:10.646" v="4057" actId="20577"/>
          <ac:spMkLst>
            <pc:docMk/>
            <pc:sldMk cId="2329691217" sldId="511"/>
            <ac:spMk id="2" creationId="{A310C7A2-B140-7C31-BCBA-76CAF5F59BEF}"/>
          </ac:spMkLst>
        </pc:spChg>
      </pc:sldChg>
      <pc:sldChg chg="modSp mod">
        <pc:chgData name="George Stephen, Reuben" userId="f36fcdba-2387-45bd-94a7-0c45a8a9ccec" providerId="ADAL" clId="{D718C948-CF6B-41FE-A860-5DC4AC4A19E0}" dt="2024-11-26T22:42:09.443" v="902" actId="20577"/>
        <pc:sldMkLst>
          <pc:docMk/>
          <pc:sldMk cId="2078510117" sldId="633"/>
        </pc:sldMkLst>
        <pc:spChg chg="mod">
          <ac:chgData name="George Stephen, Reuben" userId="f36fcdba-2387-45bd-94a7-0c45a8a9ccec" providerId="ADAL" clId="{D718C948-CF6B-41FE-A860-5DC4AC4A19E0}" dt="2024-11-26T22:42:09.443" v="902" actId="20577"/>
          <ac:spMkLst>
            <pc:docMk/>
            <pc:sldMk cId="2078510117" sldId="633"/>
            <ac:spMk id="6" creationId="{2A77E361-0731-5941-80D2-641C47A02C93}"/>
          </ac:spMkLst>
        </pc:spChg>
      </pc:sldChg>
      <pc:sldChg chg="del">
        <pc:chgData name="George Stephen, Reuben" userId="f36fcdba-2387-45bd-94a7-0c45a8a9ccec" providerId="ADAL" clId="{D718C948-CF6B-41FE-A860-5DC4AC4A19E0}" dt="2024-11-26T21:43:59.228" v="0" actId="47"/>
        <pc:sldMkLst>
          <pc:docMk/>
          <pc:sldMk cId="2778160702" sldId="1021"/>
        </pc:sldMkLst>
      </pc:sldChg>
      <pc:sldChg chg="del">
        <pc:chgData name="George Stephen, Reuben" userId="f36fcdba-2387-45bd-94a7-0c45a8a9ccec" providerId="ADAL" clId="{D718C948-CF6B-41FE-A860-5DC4AC4A19E0}" dt="2024-11-27T02:29:23.309" v="3866" actId="47"/>
        <pc:sldMkLst>
          <pc:docMk/>
          <pc:sldMk cId="2847482831" sldId="1038"/>
        </pc:sldMkLst>
      </pc:sldChg>
      <pc:sldChg chg="del">
        <pc:chgData name="George Stephen, Reuben" userId="f36fcdba-2387-45bd-94a7-0c45a8a9ccec" providerId="ADAL" clId="{D718C948-CF6B-41FE-A860-5DC4AC4A19E0}" dt="2024-11-27T02:29:23.309" v="3866" actId="47"/>
        <pc:sldMkLst>
          <pc:docMk/>
          <pc:sldMk cId="1898888641" sldId="1039"/>
        </pc:sldMkLst>
      </pc:sldChg>
      <pc:sldChg chg="del">
        <pc:chgData name="George Stephen, Reuben" userId="f36fcdba-2387-45bd-94a7-0c45a8a9ccec" providerId="ADAL" clId="{D718C948-CF6B-41FE-A860-5DC4AC4A19E0}" dt="2024-11-27T02:29:23.309" v="3866" actId="47"/>
        <pc:sldMkLst>
          <pc:docMk/>
          <pc:sldMk cId="1758351710" sldId="1040"/>
        </pc:sldMkLst>
      </pc:sldChg>
      <pc:sldChg chg="del">
        <pc:chgData name="George Stephen, Reuben" userId="f36fcdba-2387-45bd-94a7-0c45a8a9ccec" providerId="ADAL" clId="{D718C948-CF6B-41FE-A860-5DC4AC4A19E0}" dt="2024-11-27T02:29:23.309" v="3866" actId="47"/>
        <pc:sldMkLst>
          <pc:docMk/>
          <pc:sldMk cId="3928255769" sldId="1041"/>
        </pc:sldMkLst>
      </pc:sldChg>
      <pc:sldChg chg="del">
        <pc:chgData name="George Stephen, Reuben" userId="f36fcdba-2387-45bd-94a7-0c45a8a9ccec" providerId="ADAL" clId="{D718C948-CF6B-41FE-A860-5DC4AC4A19E0}" dt="2024-11-27T02:29:23.309" v="3866" actId="47"/>
        <pc:sldMkLst>
          <pc:docMk/>
          <pc:sldMk cId="3884529492" sldId="1042"/>
        </pc:sldMkLst>
      </pc:sldChg>
      <pc:sldChg chg="del">
        <pc:chgData name="George Stephen, Reuben" userId="f36fcdba-2387-45bd-94a7-0c45a8a9ccec" providerId="ADAL" clId="{D718C948-CF6B-41FE-A860-5DC4AC4A19E0}" dt="2024-11-27T02:29:23.309" v="3866" actId="47"/>
        <pc:sldMkLst>
          <pc:docMk/>
          <pc:sldMk cId="3578909442" sldId="1043"/>
        </pc:sldMkLst>
      </pc:sldChg>
      <pc:sldChg chg="del">
        <pc:chgData name="George Stephen, Reuben" userId="f36fcdba-2387-45bd-94a7-0c45a8a9ccec" providerId="ADAL" clId="{D718C948-CF6B-41FE-A860-5DC4AC4A19E0}" dt="2024-11-27T02:29:23.309" v="3866" actId="47"/>
        <pc:sldMkLst>
          <pc:docMk/>
          <pc:sldMk cId="3730752603" sldId="1044"/>
        </pc:sldMkLst>
      </pc:sldChg>
      <pc:sldChg chg="del">
        <pc:chgData name="George Stephen, Reuben" userId="f36fcdba-2387-45bd-94a7-0c45a8a9ccec" providerId="ADAL" clId="{D718C948-CF6B-41FE-A860-5DC4AC4A19E0}" dt="2024-11-27T02:29:23.309" v="3866" actId="47"/>
        <pc:sldMkLst>
          <pc:docMk/>
          <pc:sldMk cId="1712512716" sldId="1045"/>
        </pc:sldMkLst>
      </pc:sldChg>
      <pc:sldChg chg="modSp mod">
        <pc:chgData name="George Stephen, Reuben" userId="f36fcdba-2387-45bd-94a7-0c45a8a9ccec" providerId="ADAL" clId="{D718C948-CF6B-41FE-A860-5DC4AC4A19E0}" dt="2024-11-27T02:31:48.931" v="4026" actId="20577"/>
        <pc:sldMkLst>
          <pc:docMk/>
          <pc:sldMk cId="2646698185" sldId="1444"/>
        </pc:sldMkLst>
        <pc:spChg chg="mod">
          <ac:chgData name="George Stephen, Reuben" userId="f36fcdba-2387-45bd-94a7-0c45a8a9ccec" providerId="ADAL" clId="{D718C948-CF6B-41FE-A860-5DC4AC4A19E0}" dt="2024-11-27T02:31:48.931" v="4026" actId="20577"/>
          <ac:spMkLst>
            <pc:docMk/>
            <pc:sldMk cId="2646698185" sldId="1444"/>
            <ac:spMk id="12" creationId="{A03D52CF-E261-624A-BC5A-964DA31E576D}"/>
          </ac:spMkLst>
        </pc:spChg>
      </pc:sldChg>
      <pc:sldChg chg="del">
        <pc:chgData name="George Stephen, Reuben" userId="f36fcdba-2387-45bd-94a7-0c45a8a9ccec" providerId="ADAL" clId="{D718C948-CF6B-41FE-A860-5DC4AC4A19E0}" dt="2024-11-26T22:00:28.846" v="467" actId="47"/>
        <pc:sldMkLst>
          <pc:docMk/>
          <pc:sldMk cId="3690630379" sldId="1538"/>
        </pc:sldMkLst>
      </pc:sldChg>
      <pc:sldChg chg="modSp mod ord">
        <pc:chgData name="George Stephen, Reuben" userId="f36fcdba-2387-45bd-94a7-0c45a8a9ccec" providerId="ADAL" clId="{D718C948-CF6B-41FE-A860-5DC4AC4A19E0}" dt="2024-11-26T22:42:24.144" v="919" actId="14100"/>
        <pc:sldMkLst>
          <pc:docMk/>
          <pc:sldMk cId="290555766" sldId="1539"/>
        </pc:sldMkLst>
        <pc:spChg chg="mod">
          <ac:chgData name="George Stephen, Reuben" userId="f36fcdba-2387-45bd-94a7-0c45a8a9ccec" providerId="ADAL" clId="{D718C948-CF6B-41FE-A860-5DC4AC4A19E0}" dt="2024-11-26T22:42:24.144" v="919" actId="14100"/>
          <ac:spMkLst>
            <pc:docMk/>
            <pc:sldMk cId="290555766" sldId="1539"/>
            <ac:spMk id="3" creationId="{53CFF2E4-6CD7-C54A-96A9-EDD25A5854ED}"/>
          </ac:spMkLst>
        </pc:spChg>
      </pc:sldChg>
      <pc:sldChg chg="addSp modSp mod">
        <pc:chgData name="George Stephen, Reuben" userId="f36fcdba-2387-45bd-94a7-0c45a8a9ccec" providerId="ADAL" clId="{D718C948-CF6B-41FE-A860-5DC4AC4A19E0}" dt="2024-11-26T22:00:23.453" v="466" actId="1076"/>
        <pc:sldMkLst>
          <pc:docMk/>
          <pc:sldMk cId="1738488628" sldId="1543"/>
        </pc:sldMkLst>
        <pc:spChg chg="add mod">
          <ac:chgData name="George Stephen, Reuben" userId="f36fcdba-2387-45bd-94a7-0c45a8a9ccec" providerId="ADAL" clId="{D718C948-CF6B-41FE-A860-5DC4AC4A19E0}" dt="2024-11-26T21:59:39.547" v="458" actId="208"/>
          <ac:spMkLst>
            <pc:docMk/>
            <pc:sldMk cId="1738488628" sldId="1543"/>
            <ac:spMk id="3" creationId="{442A4182-4AD6-F47C-C410-63B2D29B6D60}"/>
          </ac:spMkLst>
        </pc:spChg>
        <pc:spChg chg="add mod">
          <ac:chgData name="George Stephen, Reuben" userId="f36fcdba-2387-45bd-94a7-0c45a8a9ccec" providerId="ADAL" clId="{D718C948-CF6B-41FE-A860-5DC4AC4A19E0}" dt="2024-11-26T22:00:06.281" v="463" actId="2711"/>
          <ac:spMkLst>
            <pc:docMk/>
            <pc:sldMk cId="1738488628" sldId="1543"/>
            <ac:spMk id="5" creationId="{9F3947CA-31E4-E1EF-B221-B1D684248BB2}"/>
          </ac:spMkLst>
        </pc:spChg>
        <pc:spChg chg="add mod">
          <ac:chgData name="George Stephen, Reuben" userId="f36fcdba-2387-45bd-94a7-0c45a8a9ccec" providerId="ADAL" clId="{D718C948-CF6B-41FE-A860-5DC4AC4A19E0}" dt="2024-11-26T22:00:23.453" v="466" actId="1076"/>
          <ac:spMkLst>
            <pc:docMk/>
            <pc:sldMk cId="1738488628" sldId="1543"/>
            <ac:spMk id="7" creationId="{15B8A33B-D1C8-6475-DD7A-5DEB6CFB428B}"/>
          </ac:spMkLst>
        </pc:spChg>
        <pc:spChg chg="mod">
          <ac:chgData name="George Stephen, Reuben" userId="f36fcdba-2387-45bd-94a7-0c45a8a9ccec" providerId="ADAL" clId="{D718C948-CF6B-41FE-A860-5DC4AC4A19E0}" dt="2024-11-26T21:59:22.202" v="456" actId="12788"/>
          <ac:spMkLst>
            <pc:docMk/>
            <pc:sldMk cId="1738488628" sldId="1543"/>
            <ac:spMk id="8" creationId="{5BE79D6D-45E0-4529-650E-55EE2C2D70A7}"/>
          </ac:spMkLst>
        </pc:spChg>
        <pc:spChg chg="add mod">
          <ac:chgData name="George Stephen, Reuben" userId="f36fcdba-2387-45bd-94a7-0c45a8a9ccec" providerId="ADAL" clId="{D718C948-CF6B-41FE-A860-5DC4AC4A19E0}" dt="2024-11-26T22:00:23.453" v="466" actId="1076"/>
          <ac:spMkLst>
            <pc:docMk/>
            <pc:sldMk cId="1738488628" sldId="1543"/>
            <ac:spMk id="9" creationId="{1C5A810A-F024-2450-F501-3017B2ADEE13}"/>
          </ac:spMkLst>
        </pc:spChg>
        <pc:spChg chg="mod">
          <ac:chgData name="George Stephen, Reuben" userId="f36fcdba-2387-45bd-94a7-0c45a8a9ccec" providerId="ADAL" clId="{D718C948-CF6B-41FE-A860-5DC4AC4A19E0}" dt="2024-11-26T21:58:46.801" v="444" actId="12788"/>
          <ac:spMkLst>
            <pc:docMk/>
            <pc:sldMk cId="1738488628" sldId="1543"/>
            <ac:spMk id="10" creationId="{8812F03D-55E6-0116-F164-9E2DBAF627B1}"/>
          </ac:spMkLst>
        </pc:spChg>
      </pc:sldChg>
      <pc:sldChg chg="modSp mod">
        <pc:chgData name="George Stephen, Reuben" userId="f36fcdba-2387-45bd-94a7-0c45a8a9ccec" providerId="ADAL" clId="{D718C948-CF6B-41FE-A860-5DC4AC4A19E0}" dt="2024-11-27T11:17:40.014" v="4182" actId="20577"/>
        <pc:sldMkLst>
          <pc:docMk/>
          <pc:sldMk cId="3368756669" sldId="1545"/>
        </pc:sldMkLst>
        <pc:spChg chg="mod">
          <ac:chgData name="George Stephen, Reuben" userId="f36fcdba-2387-45bd-94a7-0c45a8a9ccec" providerId="ADAL" clId="{D718C948-CF6B-41FE-A860-5DC4AC4A19E0}" dt="2024-11-26T22:11:54.729" v="583" actId="6549"/>
          <ac:spMkLst>
            <pc:docMk/>
            <pc:sldMk cId="3368756669" sldId="1545"/>
            <ac:spMk id="2" creationId="{69072751-0DFD-E04D-8DBC-6192EE4B4B2A}"/>
          </ac:spMkLst>
        </pc:spChg>
        <pc:spChg chg="mod">
          <ac:chgData name="George Stephen, Reuben" userId="f36fcdba-2387-45bd-94a7-0c45a8a9ccec" providerId="ADAL" clId="{D718C948-CF6B-41FE-A860-5DC4AC4A19E0}" dt="2024-11-26T22:22:43.600" v="599" actId="14100"/>
          <ac:spMkLst>
            <pc:docMk/>
            <pc:sldMk cId="3368756669" sldId="1545"/>
            <ac:spMk id="3" creationId="{57AE222E-4671-212B-25A7-CE983FDD0D35}"/>
          </ac:spMkLst>
        </pc:spChg>
        <pc:spChg chg="mod">
          <ac:chgData name="George Stephen, Reuben" userId="f36fcdba-2387-45bd-94a7-0c45a8a9ccec" providerId="ADAL" clId="{D718C948-CF6B-41FE-A860-5DC4AC4A19E0}" dt="2024-11-26T22:22:15.752" v="594" actId="403"/>
          <ac:spMkLst>
            <pc:docMk/>
            <pc:sldMk cId="3368756669" sldId="1545"/>
            <ac:spMk id="4" creationId="{064DE8CA-B187-EC06-A4FA-4F11CB386D6A}"/>
          </ac:spMkLst>
        </pc:spChg>
        <pc:spChg chg="mod">
          <ac:chgData name="George Stephen, Reuben" userId="f36fcdba-2387-45bd-94a7-0c45a8a9ccec" providerId="ADAL" clId="{D718C948-CF6B-41FE-A860-5DC4AC4A19E0}" dt="2024-11-27T11:17:40.014" v="4182" actId="20577"/>
          <ac:spMkLst>
            <pc:docMk/>
            <pc:sldMk cId="3368756669" sldId="1545"/>
            <ac:spMk id="5" creationId="{CAE21420-34C8-30C5-50CE-1D01ED744F93}"/>
          </ac:spMkLst>
        </pc:spChg>
      </pc:sldChg>
      <pc:sldChg chg="modSp mod">
        <pc:chgData name="George Stephen, Reuben" userId="f36fcdba-2387-45bd-94a7-0c45a8a9ccec" providerId="ADAL" clId="{D718C948-CF6B-41FE-A860-5DC4AC4A19E0}" dt="2024-11-27T01:43:36.556" v="2946" actId="20577"/>
        <pc:sldMkLst>
          <pc:docMk/>
          <pc:sldMk cId="2901638533" sldId="1838"/>
        </pc:sldMkLst>
        <pc:spChg chg="mod">
          <ac:chgData name="George Stephen, Reuben" userId="f36fcdba-2387-45bd-94a7-0c45a8a9ccec" providerId="ADAL" clId="{D718C948-CF6B-41FE-A860-5DC4AC4A19E0}" dt="2024-11-27T01:33:35.794" v="2896" actId="20577"/>
          <ac:spMkLst>
            <pc:docMk/>
            <pc:sldMk cId="2901638533" sldId="1838"/>
            <ac:spMk id="2" creationId="{00000000-0000-0000-0000-000000000000}"/>
          </ac:spMkLst>
        </pc:spChg>
        <pc:spChg chg="mod">
          <ac:chgData name="George Stephen, Reuben" userId="f36fcdba-2387-45bd-94a7-0c45a8a9ccec" providerId="ADAL" clId="{D718C948-CF6B-41FE-A860-5DC4AC4A19E0}" dt="2024-11-27T01:43:36.556" v="2946" actId="20577"/>
          <ac:spMkLst>
            <pc:docMk/>
            <pc:sldMk cId="2901638533" sldId="1838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D718C948-CF6B-41FE-A860-5DC4AC4A19E0}" dt="2024-11-27T01:33:18.856" v="2893" actId="20577"/>
          <ac:spMkLst>
            <pc:docMk/>
            <pc:sldMk cId="2901638533" sldId="1838"/>
            <ac:spMk id="5" creationId="{F8E060D1-B40B-E1E5-A80F-9C6428879BB3}"/>
          </ac:spMkLst>
        </pc:spChg>
        <pc:spChg chg="mod">
          <ac:chgData name="George Stephen, Reuben" userId="f36fcdba-2387-45bd-94a7-0c45a8a9ccec" providerId="ADAL" clId="{D718C948-CF6B-41FE-A860-5DC4AC4A19E0}" dt="2024-11-27T01:32:42.001" v="2884" actId="14100"/>
          <ac:spMkLst>
            <pc:docMk/>
            <pc:sldMk cId="2901638533" sldId="1838"/>
            <ac:spMk id="7" creationId="{47920C0A-0F2D-E95D-D860-2B2905124F75}"/>
          </ac:spMkLst>
        </pc:spChg>
      </pc:sldChg>
      <pc:sldChg chg="del">
        <pc:chgData name="George Stephen, Reuben" userId="f36fcdba-2387-45bd-94a7-0c45a8a9ccec" providerId="ADAL" clId="{D718C948-CF6B-41FE-A860-5DC4AC4A19E0}" dt="2024-11-26T22:53:57.471" v="984" actId="47"/>
        <pc:sldMkLst>
          <pc:docMk/>
          <pc:sldMk cId="2340130115" sldId="1850"/>
        </pc:sldMkLst>
      </pc:sldChg>
      <pc:sldChg chg="modSp mod">
        <pc:chgData name="George Stephen, Reuben" userId="f36fcdba-2387-45bd-94a7-0c45a8a9ccec" providerId="ADAL" clId="{D718C948-CF6B-41FE-A860-5DC4AC4A19E0}" dt="2024-11-27T01:31:33.072" v="2881" actId="14100"/>
        <pc:sldMkLst>
          <pc:docMk/>
          <pc:sldMk cId="2857978467" sldId="1870"/>
        </pc:sldMkLst>
        <pc:spChg chg="mod">
          <ac:chgData name="George Stephen, Reuben" userId="f36fcdba-2387-45bd-94a7-0c45a8a9ccec" providerId="ADAL" clId="{D718C948-CF6B-41FE-A860-5DC4AC4A19E0}" dt="2024-11-27T01:22:45.021" v="2126" actId="20577"/>
          <ac:spMkLst>
            <pc:docMk/>
            <pc:sldMk cId="2857978467" sldId="1870"/>
            <ac:spMk id="2" creationId="{00000000-0000-0000-0000-000000000000}"/>
          </ac:spMkLst>
        </pc:spChg>
        <pc:spChg chg="mod">
          <ac:chgData name="George Stephen, Reuben" userId="f36fcdba-2387-45bd-94a7-0c45a8a9ccec" providerId="ADAL" clId="{D718C948-CF6B-41FE-A860-5DC4AC4A19E0}" dt="2024-11-27T01:23:39.877" v="2140" actId="20577"/>
          <ac:spMkLst>
            <pc:docMk/>
            <pc:sldMk cId="2857978467" sldId="1870"/>
            <ac:spMk id="3" creationId="{E15D8B6F-B75E-49DE-8804-FA702615DED3}"/>
          </ac:spMkLst>
        </pc:spChg>
        <pc:spChg chg="mod">
          <ac:chgData name="George Stephen, Reuben" userId="f36fcdba-2387-45bd-94a7-0c45a8a9ccec" providerId="ADAL" clId="{D718C948-CF6B-41FE-A860-5DC4AC4A19E0}" dt="2024-11-27T01:31:33.072" v="2881" actId="14100"/>
          <ac:spMkLst>
            <pc:docMk/>
            <pc:sldMk cId="2857978467" sldId="1870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D718C948-CF6B-41FE-A860-5DC4AC4A19E0}" dt="2024-11-27T01:25:07.918" v="2371" actId="12788"/>
          <ac:spMkLst>
            <pc:docMk/>
            <pc:sldMk cId="2857978467" sldId="1870"/>
            <ac:spMk id="7" creationId="{094E9A69-B612-35E4-DEEF-5092DA0A0A97}"/>
          </ac:spMkLst>
        </pc:spChg>
      </pc:sldChg>
      <pc:sldChg chg="modSp mod">
        <pc:chgData name="George Stephen, Reuben" userId="f36fcdba-2387-45bd-94a7-0c45a8a9ccec" providerId="ADAL" clId="{D718C948-CF6B-41FE-A860-5DC4AC4A19E0}" dt="2024-11-28T01:43:22.090" v="4217" actId="12788"/>
        <pc:sldMkLst>
          <pc:docMk/>
          <pc:sldMk cId="1836938301" sldId="1877"/>
        </pc:sldMkLst>
        <pc:spChg chg="mod">
          <ac:chgData name="George Stephen, Reuben" userId="f36fcdba-2387-45bd-94a7-0c45a8a9ccec" providerId="ADAL" clId="{D718C948-CF6B-41FE-A860-5DC4AC4A19E0}" dt="2024-11-28T01:40:44.612" v="4183" actId="20577"/>
          <ac:spMkLst>
            <pc:docMk/>
            <pc:sldMk cId="1836938301" sldId="1877"/>
            <ac:spMk id="2" creationId="{00000000-0000-0000-0000-000000000000}"/>
          </ac:spMkLst>
        </pc:spChg>
        <pc:spChg chg="mod">
          <ac:chgData name="George Stephen, Reuben" userId="f36fcdba-2387-45bd-94a7-0c45a8a9ccec" providerId="ADAL" clId="{D718C948-CF6B-41FE-A860-5DC4AC4A19E0}" dt="2024-11-28T01:43:22.090" v="4217" actId="12788"/>
          <ac:spMkLst>
            <pc:docMk/>
            <pc:sldMk cId="1836938301" sldId="1877"/>
            <ac:spMk id="5" creationId="{E1F1EFBD-D8DB-04ED-7503-169422F63279}"/>
          </ac:spMkLst>
        </pc:spChg>
        <pc:spChg chg="mod">
          <ac:chgData name="George Stephen, Reuben" userId="f36fcdba-2387-45bd-94a7-0c45a8a9ccec" providerId="ADAL" clId="{D718C948-CF6B-41FE-A860-5DC4AC4A19E0}" dt="2024-11-28T01:41:02.656" v="4202" actId="12788"/>
          <ac:spMkLst>
            <pc:docMk/>
            <pc:sldMk cId="1836938301" sldId="1877"/>
            <ac:spMk id="8" creationId="{C5D76EF0-1CD8-4E41-5D94-FD2ACFE75985}"/>
          </ac:spMkLst>
        </pc:spChg>
      </pc:sldChg>
      <pc:sldChg chg="modSp mod">
        <pc:chgData name="George Stephen, Reuben" userId="f36fcdba-2387-45bd-94a7-0c45a8a9ccec" providerId="ADAL" clId="{D718C948-CF6B-41FE-A860-5DC4AC4A19E0}" dt="2024-11-26T22:44:53.151" v="935" actId="20577"/>
        <pc:sldMkLst>
          <pc:docMk/>
          <pc:sldMk cId="2430628198" sldId="1888"/>
        </pc:sldMkLst>
        <pc:spChg chg="mod">
          <ac:chgData name="George Stephen, Reuben" userId="f36fcdba-2387-45bd-94a7-0c45a8a9ccec" providerId="ADAL" clId="{D718C948-CF6B-41FE-A860-5DC4AC4A19E0}" dt="2024-11-26T22:44:53.151" v="935" actId="20577"/>
          <ac:spMkLst>
            <pc:docMk/>
            <pc:sldMk cId="2430628198" sldId="1888"/>
            <ac:spMk id="2" creationId="{69072751-0DFD-E04D-8DBC-6192EE4B4B2A}"/>
          </ac:spMkLst>
        </pc:spChg>
        <pc:spChg chg="mod">
          <ac:chgData name="George Stephen, Reuben" userId="f36fcdba-2387-45bd-94a7-0c45a8a9ccec" providerId="ADAL" clId="{D718C948-CF6B-41FE-A860-5DC4AC4A19E0}" dt="2024-11-26T22:43:57.877" v="923" actId="12788"/>
          <ac:spMkLst>
            <pc:docMk/>
            <pc:sldMk cId="2430628198" sldId="1888"/>
            <ac:spMk id="3" creationId="{57AE222E-4671-212B-25A7-CE983FDD0D35}"/>
          </ac:spMkLst>
        </pc:spChg>
        <pc:spChg chg="mod">
          <ac:chgData name="George Stephen, Reuben" userId="f36fcdba-2387-45bd-94a7-0c45a8a9ccec" providerId="ADAL" clId="{D718C948-CF6B-41FE-A860-5DC4AC4A19E0}" dt="2024-11-26T22:44:34.916" v="932" actId="20577"/>
          <ac:spMkLst>
            <pc:docMk/>
            <pc:sldMk cId="2430628198" sldId="1888"/>
            <ac:spMk id="4" creationId="{064DE8CA-B187-EC06-A4FA-4F11CB386D6A}"/>
          </ac:spMkLst>
        </pc:spChg>
      </pc:sldChg>
      <pc:sldChg chg="modSp mod">
        <pc:chgData name="George Stephen, Reuben" userId="f36fcdba-2387-45bd-94a7-0c45a8a9ccec" providerId="ADAL" clId="{D718C948-CF6B-41FE-A860-5DC4AC4A19E0}" dt="2024-11-26T23:02:17.282" v="1000" actId="20577"/>
        <pc:sldMkLst>
          <pc:docMk/>
          <pc:sldMk cId="3856652934" sldId="1918"/>
        </pc:sldMkLst>
        <pc:spChg chg="mod">
          <ac:chgData name="George Stephen, Reuben" userId="f36fcdba-2387-45bd-94a7-0c45a8a9ccec" providerId="ADAL" clId="{D718C948-CF6B-41FE-A860-5DC4AC4A19E0}" dt="2024-11-26T23:02:17.282" v="1000" actId="20577"/>
          <ac:spMkLst>
            <pc:docMk/>
            <pc:sldMk cId="3856652934" sldId="1918"/>
            <ac:spMk id="2" creationId="{00000000-0000-0000-0000-000000000000}"/>
          </ac:spMkLst>
        </pc:spChg>
      </pc:sldChg>
      <pc:sldChg chg="del">
        <pc:chgData name="George Stephen, Reuben" userId="f36fcdba-2387-45bd-94a7-0c45a8a9ccec" providerId="ADAL" clId="{D718C948-CF6B-41FE-A860-5DC4AC4A19E0}" dt="2024-11-27T02:29:33.656" v="3867" actId="47"/>
        <pc:sldMkLst>
          <pc:docMk/>
          <pc:sldMk cId="3881981467" sldId="1945"/>
        </pc:sldMkLst>
      </pc:sldChg>
      <pc:sldChg chg="modSp mod">
        <pc:chgData name="George Stephen, Reuben" userId="f36fcdba-2387-45bd-94a7-0c45a8a9ccec" providerId="ADAL" clId="{D718C948-CF6B-41FE-A860-5DC4AC4A19E0}" dt="2024-11-26T23:46:16.808" v="1228" actId="20577"/>
        <pc:sldMkLst>
          <pc:docMk/>
          <pc:sldMk cId="23874075" sldId="1959"/>
        </pc:sldMkLst>
        <pc:spChg chg="mod">
          <ac:chgData name="George Stephen, Reuben" userId="f36fcdba-2387-45bd-94a7-0c45a8a9ccec" providerId="ADAL" clId="{D718C948-CF6B-41FE-A860-5DC4AC4A19E0}" dt="2024-11-26T23:46:16.808" v="1228" actId="20577"/>
          <ac:spMkLst>
            <pc:docMk/>
            <pc:sldMk cId="23874075" sldId="1959"/>
            <ac:spMk id="2" creationId="{00000000-0000-0000-0000-000000000000}"/>
          </ac:spMkLst>
        </pc:spChg>
      </pc:sldChg>
      <pc:sldChg chg="modSp mod">
        <pc:chgData name="George Stephen, Reuben" userId="f36fcdba-2387-45bd-94a7-0c45a8a9ccec" providerId="ADAL" clId="{D718C948-CF6B-41FE-A860-5DC4AC4A19E0}" dt="2024-11-27T00:56:41.595" v="2123" actId="20577"/>
        <pc:sldMkLst>
          <pc:docMk/>
          <pc:sldMk cId="3954064343" sldId="1968"/>
        </pc:sldMkLst>
        <pc:spChg chg="mod">
          <ac:chgData name="George Stephen, Reuben" userId="f36fcdba-2387-45bd-94a7-0c45a8a9ccec" providerId="ADAL" clId="{D718C948-CF6B-41FE-A860-5DC4AC4A19E0}" dt="2024-11-27T00:56:41.595" v="2123" actId="20577"/>
          <ac:spMkLst>
            <pc:docMk/>
            <pc:sldMk cId="3954064343" sldId="1968"/>
            <ac:spMk id="2" creationId="{00000000-0000-0000-0000-000000000000}"/>
          </ac:spMkLst>
        </pc:spChg>
      </pc:sldChg>
      <pc:sldChg chg="modSp mod">
        <pc:chgData name="George Stephen, Reuben" userId="f36fcdba-2387-45bd-94a7-0c45a8a9ccec" providerId="ADAL" clId="{D718C948-CF6B-41FE-A860-5DC4AC4A19E0}" dt="2024-11-27T01:33:39.458" v="2899" actId="20577"/>
        <pc:sldMkLst>
          <pc:docMk/>
          <pc:sldMk cId="1840363242" sldId="1969"/>
        </pc:sldMkLst>
        <pc:spChg chg="mod">
          <ac:chgData name="George Stephen, Reuben" userId="f36fcdba-2387-45bd-94a7-0c45a8a9ccec" providerId="ADAL" clId="{D718C948-CF6B-41FE-A860-5DC4AC4A19E0}" dt="2024-11-27T01:33:39.458" v="2899" actId="20577"/>
          <ac:spMkLst>
            <pc:docMk/>
            <pc:sldMk cId="1840363242" sldId="1969"/>
            <ac:spMk id="2" creationId="{00000000-0000-0000-0000-000000000000}"/>
          </ac:spMkLst>
        </pc:spChg>
      </pc:sldChg>
      <pc:sldChg chg="modSp mod">
        <pc:chgData name="George Stephen, Reuben" userId="f36fcdba-2387-45bd-94a7-0c45a8a9ccec" providerId="ADAL" clId="{D718C948-CF6B-41FE-A860-5DC4AC4A19E0}" dt="2024-11-27T01:50:18.180" v="2952" actId="20577"/>
        <pc:sldMkLst>
          <pc:docMk/>
          <pc:sldMk cId="2755791794" sldId="1970"/>
        </pc:sldMkLst>
        <pc:spChg chg="mod">
          <ac:chgData name="George Stephen, Reuben" userId="f36fcdba-2387-45bd-94a7-0c45a8a9ccec" providerId="ADAL" clId="{D718C948-CF6B-41FE-A860-5DC4AC4A19E0}" dt="2024-11-27T01:50:18.180" v="2952" actId="20577"/>
          <ac:spMkLst>
            <pc:docMk/>
            <pc:sldMk cId="2755791794" sldId="1970"/>
            <ac:spMk id="2" creationId="{00000000-0000-0000-0000-000000000000}"/>
          </ac:spMkLst>
        </pc:spChg>
      </pc:sldChg>
      <pc:sldChg chg="del">
        <pc:chgData name="George Stephen, Reuben" userId="f36fcdba-2387-45bd-94a7-0c45a8a9ccec" providerId="ADAL" clId="{D718C948-CF6B-41FE-A860-5DC4AC4A19E0}" dt="2024-11-26T22:37:59.994" v="892" actId="47"/>
        <pc:sldMkLst>
          <pc:docMk/>
          <pc:sldMk cId="3896002250" sldId="1976"/>
        </pc:sldMkLst>
      </pc:sldChg>
      <pc:sldChg chg="del">
        <pc:chgData name="George Stephen, Reuben" userId="f36fcdba-2387-45bd-94a7-0c45a8a9ccec" providerId="ADAL" clId="{D718C948-CF6B-41FE-A860-5DC4AC4A19E0}" dt="2024-11-27T02:29:36.023" v="3868" actId="47"/>
        <pc:sldMkLst>
          <pc:docMk/>
          <pc:sldMk cId="3914976562" sldId="1977"/>
        </pc:sldMkLst>
      </pc:sldChg>
      <pc:sldChg chg="del">
        <pc:chgData name="George Stephen, Reuben" userId="f36fcdba-2387-45bd-94a7-0c45a8a9ccec" providerId="ADAL" clId="{D718C948-CF6B-41FE-A860-5DC4AC4A19E0}" dt="2024-11-27T02:31:57.324" v="4028" actId="47"/>
        <pc:sldMkLst>
          <pc:docMk/>
          <pc:sldMk cId="141289704" sldId="1978"/>
        </pc:sldMkLst>
      </pc:sldChg>
      <pc:sldChg chg="modSp mod">
        <pc:chgData name="George Stephen, Reuben" userId="f36fcdba-2387-45bd-94a7-0c45a8a9ccec" providerId="ADAL" clId="{D718C948-CF6B-41FE-A860-5DC4AC4A19E0}" dt="2024-11-26T21:56:49.795" v="439" actId="20577"/>
        <pc:sldMkLst>
          <pc:docMk/>
          <pc:sldMk cId="88404620" sldId="1980"/>
        </pc:sldMkLst>
        <pc:spChg chg="mod">
          <ac:chgData name="George Stephen, Reuben" userId="f36fcdba-2387-45bd-94a7-0c45a8a9ccec" providerId="ADAL" clId="{D718C948-CF6B-41FE-A860-5DC4AC4A19E0}" dt="2024-11-26T21:49:43.033" v="104" actId="20577"/>
          <ac:spMkLst>
            <pc:docMk/>
            <pc:sldMk cId="88404620" sldId="1980"/>
            <ac:spMk id="2" creationId="{00000000-0000-0000-0000-000000000000}"/>
          </ac:spMkLst>
        </pc:spChg>
        <pc:spChg chg="mod">
          <ac:chgData name="George Stephen, Reuben" userId="f36fcdba-2387-45bd-94a7-0c45a8a9ccec" providerId="ADAL" clId="{D718C948-CF6B-41FE-A860-5DC4AC4A19E0}" dt="2024-11-26T21:56:49.795" v="439" actId="20577"/>
          <ac:spMkLst>
            <pc:docMk/>
            <pc:sldMk cId="88404620" sldId="1980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D718C948-CF6B-41FE-A860-5DC4AC4A19E0}" dt="2024-11-26T21:49:33.271" v="100"/>
          <ac:spMkLst>
            <pc:docMk/>
            <pc:sldMk cId="88404620" sldId="1980"/>
            <ac:spMk id="5" creationId="{7DAD38E4-2FFE-92B6-2E7F-5AE5C074EC16}"/>
          </ac:spMkLst>
        </pc:spChg>
        <pc:spChg chg="mod">
          <ac:chgData name="George Stephen, Reuben" userId="f36fcdba-2387-45bd-94a7-0c45a8a9ccec" providerId="ADAL" clId="{D718C948-CF6B-41FE-A860-5DC4AC4A19E0}" dt="2024-11-26T21:49:36.067" v="101" actId="20577"/>
          <ac:spMkLst>
            <pc:docMk/>
            <pc:sldMk cId="88404620" sldId="1980"/>
            <ac:spMk id="12" creationId="{7905A2DF-1131-91B8-F9F4-29C2BA98F4E1}"/>
          </ac:spMkLst>
        </pc:spChg>
      </pc:sldChg>
      <pc:sldChg chg="del">
        <pc:chgData name="George Stephen, Reuben" userId="f36fcdba-2387-45bd-94a7-0c45a8a9ccec" providerId="ADAL" clId="{D718C948-CF6B-41FE-A860-5DC4AC4A19E0}" dt="2024-11-26T22:36:54.397" v="875" actId="47"/>
        <pc:sldMkLst>
          <pc:docMk/>
          <pc:sldMk cId="2225185161" sldId="1981"/>
        </pc:sldMkLst>
      </pc:sldChg>
      <pc:sldChg chg="del">
        <pc:chgData name="George Stephen, Reuben" userId="f36fcdba-2387-45bd-94a7-0c45a8a9ccec" providerId="ADAL" clId="{D718C948-CF6B-41FE-A860-5DC4AC4A19E0}" dt="2024-11-26T22:36:54.397" v="875" actId="47"/>
        <pc:sldMkLst>
          <pc:docMk/>
          <pc:sldMk cId="3049629297" sldId="1982"/>
        </pc:sldMkLst>
      </pc:sldChg>
      <pc:sldChg chg="del">
        <pc:chgData name="George Stephen, Reuben" userId="f36fcdba-2387-45bd-94a7-0c45a8a9ccec" providerId="ADAL" clId="{D718C948-CF6B-41FE-A860-5DC4AC4A19E0}" dt="2024-11-26T22:36:54.397" v="875" actId="47"/>
        <pc:sldMkLst>
          <pc:docMk/>
          <pc:sldMk cId="847393727" sldId="1983"/>
        </pc:sldMkLst>
      </pc:sldChg>
      <pc:sldChg chg="del">
        <pc:chgData name="George Stephen, Reuben" userId="f36fcdba-2387-45bd-94a7-0c45a8a9ccec" providerId="ADAL" clId="{D718C948-CF6B-41FE-A860-5DC4AC4A19E0}" dt="2024-11-26T22:36:54.397" v="875" actId="47"/>
        <pc:sldMkLst>
          <pc:docMk/>
          <pc:sldMk cId="1615693952" sldId="1984"/>
        </pc:sldMkLst>
      </pc:sldChg>
      <pc:sldChg chg="modSp mod">
        <pc:chgData name="George Stephen, Reuben" userId="f36fcdba-2387-45bd-94a7-0c45a8a9ccec" providerId="ADAL" clId="{D718C948-CF6B-41FE-A860-5DC4AC4A19E0}" dt="2024-11-26T23:19:50.523" v="1225" actId="20577"/>
        <pc:sldMkLst>
          <pc:docMk/>
          <pc:sldMk cId="1700184848" sldId="1992"/>
        </pc:sldMkLst>
        <pc:spChg chg="mod">
          <ac:chgData name="George Stephen, Reuben" userId="f36fcdba-2387-45bd-94a7-0c45a8a9ccec" providerId="ADAL" clId="{D718C948-CF6B-41FE-A860-5DC4AC4A19E0}" dt="2024-11-26T23:04:41.958" v="1073" actId="5793"/>
          <ac:spMkLst>
            <pc:docMk/>
            <pc:sldMk cId="1700184848" sldId="1992"/>
            <ac:spMk id="2" creationId="{00000000-0000-0000-0000-000000000000}"/>
          </ac:spMkLst>
        </pc:spChg>
        <pc:spChg chg="mod">
          <ac:chgData name="George Stephen, Reuben" userId="f36fcdba-2387-45bd-94a7-0c45a8a9ccec" providerId="ADAL" clId="{D718C948-CF6B-41FE-A860-5DC4AC4A19E0}" dt="2024-11-26T23:12:55.413" v="1162" actId="20577"/>
          <ac:spMkLst>
            <pc:docMk/>
            <pc:sldMk cId="1700184848" sldId="1992"/>
            <ac:spMk id="3" creationId="{911E9448-57F3-BEE2-3014-88DC125C3AF6}"/>
          </ac:spMkLst>
        </pc:spChg>
        <pc:spChg chg="mod">
          <ac:chgData name="George Stephen, Reuben" userId="f36fcdba-2387-45bd-94a7-0c45a8a9ccec" providerId="ADAL" clId="{D718C948-CF6B-41FE-A860-5DC4AC4A19E0}" dt="2024-11-26T23:19:50.523" v="1225" actId="20577"/>
          <ac:spMkLst>
            <pc:docMk/>
            <pc:sldMk cId="1700184848" sldId="1992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D718C948-CF6B-41FE-A860-5DC4AC4A19E0}" dt="2024-11-26T23:12:51.358" v="1161" actId="20577"/>
          <ac:spMkLst>
            <pc:docMk/>
            <pc:sldMk cId="1700184848" sldId="1992"/>
            <ac:spMk id="5" creationId="{7A9E4F5E-F433-A77D-054E-01E586305C40}"/>
          </ac:spMkLst>
        </pc:spChg>
      </pc:sldChg>
      <pc:sldChg chg="addSp delSp modSp mod">
        <pc:chgData name="George Stephen, Reuben" userId="f36fcdba-2387-45bd-94a7-0c45a8a9ccec" providerId="ADAL" clId="{D718C948-CF6B-41FE-A860-5DC4AC4A19E0}" dt="2024-11-27T02:33:10.909" v="4042" actId="20577"/>
        <pc:sldMkLst>
          <pc:docMk/>
          <pc:sldMk cId="3779911877" sldId="1997"/>
        </pc:sldMkLst>
        <pc:spChg chg="mod">
          <ac:chgData name="George Stephen, Reuben" userId="f36fcdba-2387-45bd-94a7-0c45a8a9ccec" providerId="ADAL" clId="{D718C948-CF6B-41FE-A860-5DC4AC4A19E0}" dt="2024-11-26T23:46:20.809" v="1231" actId="20577"/>
          <ac:spMkLst>
            <pc:docMk/>
            <pc:sldMk cId="3779911877" sldId="1997"/>
            <ac:spMk id="2" creationId="{00000000-0000-0000-0000-000000000000}"/>
          </ac:spMkLst>
        </pc:spChg>
        <pc:spChg chg="mod">
          <ac:chgData name="George Stephen, Reuben" userId="f36fcdba-2387-45bd-94a7-0c45a8a9ccec" providerId="ADAL" clId="{D718C948-CF6B-41FE-A860-5DC4AC4A19E0}" dt="2024-11-26T23:49:30.791" v="1424" actId="12788"/>
          <ac:spMkLst>
            <pc:docMk/>
            <pc:sldMk cId="3779911877" sldId="1997"/>
            <ac:spMk id="3" creationId="{4BF9CA61-6680-419C-A597-2B8F90F492F3}"/>
          </ac:spMkLst>
        </pc:spChg>
        <pc:spChg chg="add mod">
          <ac:chgData name="George Stephen, Reuben" userId="f36fcdba-2387-45bd-94a7-0c45a8a9ccec" providerId="ADAL" clId="{D718C948-CF6B-41FE-A860-5DC4AC4A19E0}" dt="2024-11-26T23:49:43.914" v="1426" actId="13822"/>
          <ac:spMkLst>
            <pc:docMk/>
            <pc:sldMk cId="3779911877" sldId="1997"/>
            <ac:spMk id="4" creationId="{A67C32CD-2719-CA0F-3828-F988FCD21F34}"/>
          </ac:spMkLst>
        </pc:spChg>
        <pc:spChg chg="mod">
          <ac:chgData name="George Stephen, Reuben" userId="f36fcdba-2387-45bd-94a7-0c45a8a9ccec" providerId="ADAL" clId="{D718C948-CF6B-41FE-A860-5DC4AC4A19E0}" dt="2024-11-26T23:49:16.659" v="1419" actId="12788"/>
          <ac:spMkLst>
            <pc:docMk/>
            <pc:sldMk cId="3779911877" sldId="1997"/>
            <ac:spMk id="5" creationId="{325AF87E-9D48-CE0B-9C0A-5C85175F49A4}"/>
          </ac:spMkLst>
        </pc:spChg>
        <pc:spChg chg="mod">
          <ac:chgData name="George Stephen, Reuben" userId="f36fcdba-2387-45bd-94a7-0c45a8a9ccec" providerId="ADAL" clId="{D718C948-CF6B-41FE-A860-5DC4AC4A19E0}" dt="2024-11-27T02:33:10.909" v="4042" actId="20577"/>
          <ac:spMkLst>
            <pc:docMk/>
            <pc:sldMk cId="3779911877" sldId="1997"/>
            <ac:spMk id="13" creationId="{0C634CD7-7112-8536-A3E0-B31413030422}"/>
          </ac:spMkLst>
        </pc:spChg>
        <pc:spChg chg="add mod">
          <ac:chgData name="George Stephen, Reuben" userId="f36fcdba-2387-45bd-94a7-0c45a8a9ccec" providerId="ADAL" clId="{D718C948-CF6B-41FE-A860-5DC4AC4A19E0}" dt="2024-11-26T23:50:01.792" v="1430" actId="1076"/>
          <ac:spMkLst>
            <pc:docMk/>
            <pc:sldMk cId="3779911877" sldId="1997"/>
            <ac:spMk id="14" creationId="{C449743F-D2C7-0BD4-FD15-3CFDCF5BE512}"/>
          </ac:spMkLst>
        </pc:spChg>
        <pc:spChg chg="add mod">
          <ac:chgData name="George Stephen, Reuben" userId="f36fcdba-2387-45bd-94a7-0c45a8a9ccec" providerId="ADAL" clId="{D718C948-CF6B-41FE-A860-5DC4AC4A19E0}" dt="2024-11-26T23:50:11.031" v="1432" actId="1076"/>
          <ac:spMkLst>
            <pc:docMk/>
            <pc:sldMk cId="3779911877" sldId="1997"/>
            <ac:spMk id="15" creationId="{4873C800-2BCD-1A5C-2116-D0DB95F18A28}"/>
          </ac:spMkLst>
        </pc:spChg>
        <pc:spChg chg="add mod">
          <ac:chgData name="George Stephen, Reuben" userId="f36fcdba-2387-45bd-94a7-0c45a8a9ccec" providerId="ADAL" clId="{D718C948-CF6B-41FE-A860-5DC4AC4A19E0}" dt="2024-11-26T23:50:11.031" v="1432" actId="1076"/>
          <ac:spMkLst>
            <pc:docMk/>
            <pc:sldMk cId="3779911877" sldId="1997"/>
            <ac:spMk id="16" creationId="{8284CC31-57EE-A9A3-A7C3-30CFF301C0D8}"/>
          </ac:spMkLst>
        </pc:spChg>
        <pc:grpChg chg="del">
          <ac:chgData name="George Stephen, Reuben" userId="f36fcdba-2387-45bd-94a7-0c45a8a9ccec" providerId="ADAL" clId="{D718C948-CF6B-41FE-A860-5DC4AC4A19E0}" dt="2024-11-26T23:46:46.363" v="1240" actId="478"/>
          <ac:grpSpMkLst>
            <pc:docMk/>
            <pc:sldMk cId="3779911877" sldId="1997"/>
            <ac:grpSpMk id="7" creationId="{0D9904FA-4288-6E03-6DB0-3045A0C9D27A}"/>
          </ac:grpSpMkLst>
        </pc:grpChg>
        <pc:grpChg chg="del">
          <ac:chgData name="George Stephen, Reuben" userId="f36fcdba-2387-45bd-94a7-0c45a8a9ccec" providerId="ADAL" clId="{D718C948-CF6B-41FE-A860-5DC4AC4A19E0}" dt="2024-11-26T23:47:59.651" v="1380" actId="478"/>
          <ac:grpSpMkLst>
            <pc:docMk/>
            <pc:sldMk cId="3779911877" sldId="1997"/>
            <ac:grpSpMk id="10" creationId="{EC91F069-733B-59B6-7E58-E7A194907A16}"/>
          </ac:grpSpMkLst>
        </pc:grpChg>
      </pc:sldChg>
      <pc:sldChg chg="del">
        <pc:chgData name="George Stephen, Reuben" userId="f36fcdba-2387-45bd-94a7-0c45a8a9ccec" providerId="ADAL" clId="{D718C948-CF6B-41FE-A860-5DC4AC4A19E0}" dt="2024-11-27T00:55:29.023" v="2120" actId="47"/>
        <pc:sldMkLst>
          <pc:docMk/>
          <pc:sldMk cId="1347781755" sldId="1998"/>
        </pc:sldMkLst>
      </pc:sldChg>
      <pc:sldChg chg="del">
        <pc:chgData name="George Stephen, Reuben" userId="f36fcdba-2387-45bd-94a7-0c45a8a9ccec" providerId="ADAL" clId="{D718C948-CF6B-41FE-A860-5DC4AC4A19E0}" dt="2024-11-27T02:29:33.656" v="3867" actId="47"/>
        <pc:sldMkLst>
          <pc:docMk/>
          <pc:sldMk cId="5311281" sldId="2024"/>
        </pc:sldMkLst>
      </pc:sldChg>
      <pc:sldChg chg="del">
        <pc:chgData name="George Stephen, Reuben" userId="f36fcdba-2387-45bd-94a7-0c45a8a9ccec" providerId="ADAL" clId="{D718C948-CF6B-41FE-A860-5DC4AC4A19E0}" dt="2024-11-26T21:56:57.929" v="440" actId="47"/>
        <pc:sldMkLst>
          <pc:docMk/>
          <pc:sldMk cId="2906986960" sldId="2034"/>
        </pc:sldMkLst>
      </pc:sldChg>
      <pc:sldChg chg="del">
        <pc:chgData name="George Stephen, Reuben" userId="f36fcdba-2387-45bd-94a7-0c45a8a9ccec" providerId="ADAL" clId="{D718C948-CF6B-41FE-A860-5DC4AC4A19E0}" dt="2024-11-26T21:56:57.929" v="440" actId="47"/>
        <pc:sldMkLst>
          <pc:docMk/>
          <pc:sldMk cId="1860900425" sldId="2035"/>
        </pc:sldMkLst>
      </pc:sldChg>
      <pc:sldChg chg="del">
        <pc:chgData name="George Stephen, Reuben" userId="f36fcdba-2387-45bd-94a7-0c45a8a9ccec" providerId="ADAL" clId="{D718C948-CF6B-41FE-A860-5DC4AC4A19E0}" dt="2024-11-26T21:56:57.929" v="440" actId="47"/>
        <pc:sldMkLst>
          <pc:docMk/>
          <pc:sldMk cId="3762147403" sldId="2037"/>
        </pc:sldMkLst>
      </pc:sldChg>
      <pc:sldChg chg="del">
        <pc:chgData name="George Stephen, Reuben" userId="f36fcdba-2387-45bd-94a7-0c45a8a9ccec" providerId="ADAL" clId="{D718C948-CF6B-41FE-A860-5DC4AC4A19E0}" dt="2024-11-26T21:56:57.929" v="440" actId="47"/>
        <pc:sldMkLst>
          <pc:docMk/>
          <pc:sldMk cId="3551761536" sldId="2038"/>
        </pc:sldMkLst>
      </pc:sldChg>
      <pc:sldChg chg="del">
        <pc:chgData name="George Stephen, Reuben" userId="f36fcdba-2387-45bd-94a7-0c45a8a9ccec" providerId="ADAL" clId="{D718C948-CF6B-41FE-A860-5DC4AC4A19E0}" dt="2024-11-26T21:56:57.929" v="440" actId="47"/>
        <pc:sldMkLst>
          <pc:docMk/>
          <pc:sldMk cId="3682465158" sldId="2039"/>
        </pc:sldMkLst>
      </pc:sldChg>
      <pc:sldChg chg="del">
        <pc:chgData name="George Stephen, Reuben" userId="f36fcdba-2387-45bd-94a7-0c45a8a9ccec" providerId="ADAL" clId="{D718C948-CF6B-41FE-A860-5DC4AC4A19E0}" dt="2024-11-26T22:36:54.397" v="875" actId="47"/>
        <pc:sldMkLst>
          <pc:docMk/>
          <pc:sldMk cId="1845953481" sldId="2040"/>
        </pc:sldMkLst>
      </pc:sldChg>
      <pc:sldChg chg="del">
        <pc:chgData name="George Stephen, Reuben" userId="f36fcdba-2387-45bd-94a7-0c45a8a9ccec" providerId="ADAL" clId="{D718C948-CF6B-41FE-A860-5DC4AC4A19E0}" dt="2024-11-26T22:36:54.397" v="875" actId="47"/>
        <pc:sldMkLst>
          <pc:docMk/>
          <pc:sldMk cId="234509642" sldId="2041"/>
        </pc:sldMkLst>
      </pc:sldChg>
      <pc:sldChg chg="del">
        <pc:chgData name="George Stephen, Reuben" userId="f36fcdba-2387-45bd-94a7-0c45a8a9ccec" providerId="ADAL" clId="{D718C948-CF6B-41FE-A860-5DC4AC4A19E0}" dt="2024-11-26T22:36:54.397" v="875" actId="47"/>
        <pc:sldMkLst>
          <pc:docMk/>
          <pc:sldMk cId="612229597" sldId="2042"/>
        </pc:sldMkLst>
      </pc:sldChg>
      <pc:sldChg chg="del">
        <pc:chgData name="George Stephen, Reuben" userId="f36fcdba-2387-45bd-94a7-0c45a8a9ccec" providerId="ADAL" clId="{D718C948-CF6B-41FE-A860-5DC4AC4A19E0}" dt="2024-11-26T22:53:57.471" v="984" actId="47"/>
        <pc:sldMkLst>
          <pc:docMk/>
          <pc:sldMk cId="2541223518" sldId="2043"/>
        </pc:sldMkLst>
      </pc:sldChg>
      <pc:sldChg chg="del">
        <pc:chgData name="George Stephen, Reuben" userId="f36fcdba-2387-45bd-94a7-0c45a8a9ccec" providerId="ADAL" clId="{D718C948-CF6B-41FE-A860-5DC4AC4A19E0}" dt="2024-11-26T22:53:57.471" v="984" actId="47"/>
        <pc:sldMkLst>
          <pc:docMk/>
          <pc:sldMk cId="825812066" sldId="2044"/>
        </pc:sldMkLst>
      </pc:sldChg>
      <pc:sldChg chg="del">
        <pc:chgData name="George Stephen, Reuben" userId="f36fcdba-2387-45bd-94a7-0c45a8a9ccec" providerId="ADAL" clId="{D718C948-CF6B-41FE-A860-5DC4AC4A19E0}" dt="2024-11-26T23:19:23.013" v="1213" actId="47"/>
        <pc:sldMkLst>
          <pc:docMk/>
          <pc:sldMk cId="4293712197" sldId="2045"/>
        </pc:sldMkLst>
      </pc:sldChg>
      <pc:sldChg chg="del">
        <pc:chgData name="George Stephen, Reuben" userId="f36fcdba-2387-45bd-94a7-0c45a8a9ccec" providerId="ADAL" clId="{D718C948-CF6B-41FE-A860-5DC4AC4A19E0}" dt="2024-11-26T23:19:23.013" v="1213" actId="47"/>
        <pc:sldMkLst>
          <pc:docMk/>
          <pc:sldMk cId="2195797037" sldId="2046"/>
        </pc:sldMkLst>
      </pc:sldChg>
      <pc:sldChg chg="del">
        <pc:chgData name="George Stephen, Reuben" userId="f36fcdba-2387-45bd-94a7-0c45a8a9ccec" providerId="ADAL" clId="{D718C948-CF6B-41FE-A860-5DC4AC4A19E0}" dt="2024-11-27T00:55:29.023" v="2120" actId="47"/>
        <pc:sldMkLst>
          <pc:docMk/>
          <pc:sldMk cId="2631305484" sldId="2047"/>
        </pc:sldMkLst>
      </pc:sldChg>
      <pc:sldChg chg="del">
        <pc:chgData name="George Stephen, Reuben" userId="f36fcdba-2387-45bd-94a7-0c45a8a9ccec" providerId="ADAL" clId="{D718C948-CF6B-41FE-A860-5DC4AC4A19E0}" dt="2024-11-27T00:55:29.023" v="2120" actId="47"/>
        <pc:sldMkLst>
          <pc:docMk/>
          <pc:sldMk cId="3222565267" sldId="2048"/>
        </pc:sldMkLst>
      </pc:sldChg>
      <pc:sldChg chg="del">
        <pc:chgData name="George Stephen, Reuben" userId="f36fcdba-2387-45bd-94a7-0c45a8a9ccec" providerId="ADAL" clId="{D718C948-CF6B-41FE-A860-5DC4AC4A19E0}" dt="2024-11-27T00:55:29.023" v="2120" actId="47"/>
        <pc:sldMkLst>
          <pc:docMk/>
          <pc:sldMk cId="349789688" sldId="2049"/>
        </pc:sldMkLst>
      </pc:sldChg>
      <pc:sldChg chg="del">
        <pc:chgData name="George Stephen, Reuben" userId="f36fcdba-2387-45bd-94a7-0c45a8a9ccec" providerId="ADAL" clId="{D718C948-CF6B-41FE-A860-5DC4AC4A19E0}" dt="2024-11-27T00:55:29.023" v="2120" actId="47"/>
        <pc:sldMkLst>
          <pc:docMk/>
          <pc:sldMk cId="628279741" sldId="2050"/>
        </pc:sldMkLst>
      </pc:sldChg>
      <pc:sldChg chg="del">
        <pc:chgData name="George Stephen, Reuben" userId="f36fcdba-2387-45bd-94a7-0c45a8a9ccec" providerId="ADAL" clId="{D718C948-CF6B-41FE-A860-5DC4AC4A19E0}" dt="2024-11-27T00:55:29.023" v="2120" actId="47"/>
        <pc:sldMkLst>
          <pc:docMk/>
          <pc:sldMk cId="2383871371" sldId="2051"/>
        </pc:sldMkLst>
      </pc:sldChg>
      <pc:sldChg chg="del">
        <pc:chgData name="George Stephen, Reuben" userId="f36fcdba-2387-45bd-94a7-0c45a8a9ccec" providerId="ADAL" clId="{D718C948-CF6B-41FE-A860-5DC4AC4A19E0}" dt="2024-11-27T01:30:39.896" v="2874" actId="47"/>
        <pc:sldMkLst>
          <pc:docMk/>
          <pc:sldMk cId="1396834399" sldId="2052"/>
        </pc:sldMkLst>
      </pc:sldChg>
      <pc:sldChg chg="del">
        <pc:chgData name="George Stephen, Reuben" userId="f36fcdba-2387-45bd-94a7-0c45a8a9ccec" providerId="ADAL" clId="{D718C948-CF6B-41FE-A860-5DC4AC4A19E0}" dt="2024-11-27T01:30:39.896" v="2874" actId="47"/>
        <pc:sldMkLst>
          <pc:docMk/>
          <pc:sldMk cId="3112816534" sldId="2053"/>
        </pc:sldMkLst>
      </pc:sldChg>
      <pc:sldChg chg="del">
        <pc:chgData name="George Stephen, Reuben" userId="f36fcdba-2387-45bd-94a7-0c45a8a9ccec" providerId="ADAL" clId="{D718C948-CF6B-41FE-A860-5DC4AC4A19E0}" dt="2024-11-27T01:30:39.896" v="2874" actId="47"/>
        <pc:sldMkLst>
          <pc:docMk/>
          <pc:sldMk cId="2500980262" sldId="2054"/>
        </pc:sldMkLst>
      </pc:sldChg>
      <pc:sldChg chg="del">
        <pc:chgData name="George Stephen, Reuben" userId="f36fcdba-2387-45bd-94a7-0c45a8a9ccec" providerId="ADAL" clId="{D718C948-CF6B-41FE-A860-5DC4AC4A19E0}" dt="2024-11-27T01:30:39.896" v="2874" actId="47"/>
        <pc:sldMkLst>
          <pc:docMk/>
          <pc:sldMk cId="4256200933" sldId="2055"/>
        </pc:sldMkLst>
      </pc:sldChg>
      <pc:sldChg chg="del">
        <pc:chgData name="George Stephen, Reuben" userId="f36fcdba-2387-45bd-94a7-0c45a8a9ccec" providerId="ADAL" clId="{D718C948-CF6B-41FE-A860-5DC4AC4A19E0}" dt="2024-11-27T01:30:39.896" v="2874" actId="47"/>
        <pc:sldMkLst>
          <pc:docMk/>
          <pc:sldMk cId="2577892783" sldId="2056"/>
        </pc:sldMkLst>
      </pc:sldChg>
      <pc:sldChg chg="del">
        <pc:chgData name="George Stephen, Reuben" userId="f36fcdba-2387-45bd-94a7-0c45a8a9ccec" providerId="ADAL" clId="{D718C948-CF6B-41FE-A860-5DC4AC4A19E0}" dt="2024-11-27T01:30:39.896" v="2874" actId="47"/>
        <pc:sldMkLst>
          <pc:docMk/>
          <pc:sldMk cId="2257819058" sldId="2057"/>
        </pc:sldMkLst>
      </pc:sldChg>
      <pc:sldChg chg="del">
        <pc:chgData name="George Stephen, Reuben" userId="f36fcdba-2387-45bd-94a7-0c45a8a9ccec" providerId="ADAL" clId="{D718C948-CF6B-41FE-A860-5DC4AC4A19E0}" dt="2024-11-27T01:30:39.896" v="2874" actId="47"/>
        <pc:sldMkLst>
          <pc:docMk/>
          <pc:sldMk cId="1903546383" sldId="2058"/>
        </pc:sldMkLst>
      </pc:sldChg>
      <pc:sldChg chg="del">
        <pc:chgData name="George Stephen, Reuben" userId="f36fcdba-2387-45bd-94a7-0c45a8a9ccec" providerId="ADAL" clId="{D718C948-CF6B-41FE-A860-5DC4AC4A19E0}" dt="2024-11-27T01:30:39.896" v="2874" actId="47"/>
        <pc:sldMkLst>
          <pc:docMk/>
          <pc:sldMk cId="3441934502" sldId="2059"/>
        </pc:sldMkLst>
      </pc:sldChg>
      <pc:sldChg chg="del">
        <pc:chgData name="George Stephen, Reuben" userId="f36fcdba-2387-45bd-94a7-0c45a8a9ccec" providerId="ADAL" clId="{D718C948-CF6B-41FE-A860-5DC4AC4A19E0}" dt="2024-11-27T01:30:39.896" v="2874" actId="47"/>
        <pc:sldMkLst>
          <pc:docMk/>
          <pc:sldMk cId="2338832824" sldId="2060"/>
        </pc:sldMkLst>
      </pc:sldChg>
      <pc:sldChg chg="del">
        <pc:chgData name="George Stephen, Reuben" userId="f36fcdba-2387-45bd-94a7-0c45a8a9ccec" providerId="ADAL" clId="{D718C948-CF6B-41FE-A860-5DC4AC4A19E0}" dt="2024-11-27T01:43:05.678" v="2935" actId="47"/>
        <pc:sldMkLst>
          <pc:docMk/>
          <pc:sldMk cId="2432125131" sldId="2062"/>
        </pc:sldMkLst>
      </pc:sldChg>
      <pc:sldChg chg="del">
        <pc:chgData name="George Stephen, Reuben" userId="f36fcdba-2387-45bd-94a7-0c45a8a9ccec" providerId="ADAL" clId="{D718C948-CF6B-41FE-A860-5DC4AC4A19E0}" dt="2024-11-27T01:43:05.678" v="2935" actId="47"/>
        <pc:sldMkLst>
          <pc:docMk/>
          <pc:sldMk cId="4243440200" sldId="2063"/>
        </pc:sldMkLst>
      </pc:sldChg>
      <pc:sldChg chg="del">
        <pc:chgData name="George Stephen, Reuben" userId="f36fcdba-2387-45bd-94a7-0c45a8a9ccec" providerId="ADAL" clId="{D718C948-CF6B-41FE-A860-5DC4AC4A19E0}" dt="2024-11-27T02:29:33.656" v="3867" actId="47"/>
        <pc:sldMkLst>
          <pc:docMk/>
          <pc:sldMk cId="105614228" sldId="2064"/>
        </pc:sldMkLst>
      </pc:sldChg>
      <pc:sldChg chg="del">
        <pc:chgData name="George Stephen, Reuben" userId="f36fcdba-2387-45bd-94a7-0c45a8a9ccec" providerId="ADAL" clId="{D718C948-CF6B-41FE-A860-5DC4AC4A19E0}" dt="2024-11-27T02:29:33.656" v="3867" actId="47"/>
        <pc:sldMkLst>
          <pc:docMk/>
          <pc:sldMk cId="4695711" sldId="2065"/>
        </pc:sldMkLst>
      </pc:sldChg>
      <pc:sldChg chg="del">
        <pc:chgData name="George Stephen, Reuben" userId="f36fcdba-2387-45bd-94a7-0c45a8a9ccec" providerId="ADAL" clId="{D718C948-CF6B-41FE-A860-5DC4AC4A19E0}" dt="2024-11-27T02:29:33.656" v="3867" actId="47"/>
        <pc:sldMkLst>
          <pc:docMk/>
          <pc:sldMk cId="1318756202" sldId="2066"/>
        </pc:sldMkLst>
      </pc:sldChg>
      <pc:sldChg chg="del">
        <pc:chgData name="George Stephen, Reuben" userId="f36fcdba-2387-45bd-94a7-0c45a8a9ccec" providerId="ADAL" clId="{D718C948-CF6B-41FE-A860-5DC4AC4A19E0}" dt="2024-11-27T02:29:33.656" v="3867" actId="47"/>
        <pc:sldMkLst>
          <pc:docMk/>
          <pc:sldMk cId="4263596549" sldId="2067"/>
        </pc:sldMkLst>
      </pc:sldChg>
      <pc:sldChg chg="del">
        <pc:chgData name="George Stephen, Reuben" userId="f36fcdba-2387-45bd-94a7-0c45a8a9ccec" providerId="ADAL" clId="{D718C948-CF6B-41FE-A860-5DC4AC4A19E0}" dt="2024-11-27T02:29:33.656" v="3867" actId="47"/>
        <pc:sldMkLst>
          <pc:docMk/>
          <pc:sldMk cId="459500047" sldId="2068"/>
        </pc:sldMkLst>
      </pc:sldChg>
      <pc:sldChg chg="del">
        <pc:chgData name="George Stephen, Reuben" userId="f36fcdba-2387-45bd-94a7-0c45a8a9ccec" providerId="ADAL" clId="{D718C948-CF6B-41FE-A860-5DC4AC4A19E0}" dt="2024-11-27T02:29:33.656" v="3867" actId="47"/>
        <pc:sldMkLst>
          <pc:docMk/>
          <pc:sldMk cId="1396315635" sldId="2069"/>
        </pc:sldMkLst>
      </pc:sldChg>
      <pc:sldChg chg="del">
        <pc:chgData name="George Stephen, Reuben" userId="f36fcdba-2387-45bd-94a7-0c45a8a9ccec" providerId="ADAL" clId="{D718C948-CF6B-41FE-A860-5DC4AC4A19E0}" dt="2024-11-27T02:29:33.656" v="3867" actId="47"/>
        <pc:sldMkLst>
          <pc:docMk/>
          <pc:sldMk cId="2323990441" sldId="2070"/>
        </pc:sldMkLst>
      </pc:sldChg>
      <pc:sldChg chg="del">
        <pc:chgData name="George Stephen, Reuben" userId="f36fcdba-2387-45bd-94a7-0c45a8a9ccec" providerId="ADAL" clId="{D718C948-CF6B-41FE-A860-5DC4AC4A19E0}" dt="2024-11-27T02:29:33.656" v="3867" actId="47"/>
        <pc:sldMkLst>
          <pc:docMk/>
          <pc:sldMk cId="2035137315" sldId="2071"/>
        </pc:sldMkLst>
      </pc:sldChg>
      <pc:sldChg chg="del">
        <pc:chgData name="George Stephen, Reuben" userId="f36fcdba-2387-45bd-94a7-0c45a8a9ccec" providerId="ADAL" clId="{D718C948-CF6B-41FE-A860-5DC4AC4A19E0}" dt="2024-11-27T02:29:33.656" v="3867" actId="47"/>
        <pc:sldMkLst>
          <pc:docMk/>
          <pc:sldMk cId="2635066596" sldId="2072"/>
        </pc:sldMkLst>
      </pc:sldChg>
      <pc:sldChg chg="del">
        <pc:chgData name="George Stephen, Reuben" userId="f36fcdba-2387-45bd-94a7-0c45a8a9ccec" providerId="ADAL" clId="{D718C948-CF6B-41FE-A860-5DC4AC4A19E0}" dt="2024-11-27T02:29:33.656" v="3867" actId="47"/>
        <pc:sldMkLst>
          <pc:docMk/>
          <pc:sldMk cId="2948381090" sldId="2073"/>
        </pc:sldMkLst>
      </pc:sldChg>
      <pc:sldChg chg="del">
        <pc:chgData name="George Stephen, Reuben" userId="f36fcdba-2387-45bd-94a7-0c45a8a9ccec" providerId="ADAL" clId="{D718C948-CF6B-41FE-A860-5DC4AC4A19E0}" dt="2024-11-27T02:29:33.656" v="3867" actId="47"/>
        <pc:sldMkLst>
          <pc:docMk/>
          <pc:sldMk cId="2647351736" sldId="2074"/>
        </pc:sldMkLst>
      </pc:sldChg>
      <pc:sldChg chg="del">
        <pc:chgData name="George Stephen, Reuben" userId="f36fcdba-2387-45bd-94a7-0c45a8a9ccec" providerId="ADAL" clId="{D718C948-CF6B-41FE-A860-5DC4AC4A19E0}" dt="2024-11-27T02:29:33.656" v="3867" actId="47"/>
        <pc:sldMkLst>
          <pc:docMk/>
          <pc:sldMk cId="378837819" sldId="2075"/>
        </pc:sldMkLst>
      </pc:sldChg>
      <pc:sldChg chg="del">
        <pc:chgData name="George Stephen, Reuben" userId="f36fcdba-2387-45bd-94a7-0c45a8a9ccec" providerId="ADAL" clId="{D718C948-CF6B-41FE-A860-5DC4AC4A19E0}" dt="2024-11-27T02:29:33.656" v="3867" actId="47"/>
        <pc:sldMkLst>
          <pc:docMk/>
          <pc:sldMk cId="567449688" sldId="2076"/>
        </pc:sldMkLst>
      </pc:sldChg>
      <pc:sldChg chg="del">
        <pc:chgData name="George Stephen, Reuben" userId="f36fcdba-2387-45bd-94a7-0c45a8a9ccec" providerId="ADAL" clId="{D718C948-CF6B-41FE-A860-5DC4AC4A19E0}" dt="2024-11-27T02:29:33.656" v="3867" actId="47"/>
        <pc:sldMkLst>
          <pc:docMk/>
          <pc:sldMk cId="2064259429" sldId="2077"/>
        </pc:sldMkLst>
      </pc:sldChg>
      <pc:sldChg chg="modSp add mod">
        <pc:chgData name="George Stephen, Reuben" userId="f36fcdba-2387-45bd-94a7-0c45a8a9ccec" providerId="ADAL" clId="{D718C948-CF6B-41FE-A860-5DC4AC4A19E0}" dt="2024-11-26T21:56:45.947" v="438" actId="20577"/>
        <pc:sldMkLst>
          <pc:docMk/>
          <pc:sldMk cId="135951298" sldId="2078"/>
        </pc:sldMkLst>
        <pc:spChg chg="mod">
          <ac:chgData name="George Stephen, Reuben" userId="f36fcdba-2387-45bd-94a7-0c45a8a9ccec" providerId="ADAL" clId="{D718C948-CF6B-41FE-A860-5DC4AC4A19E0}" dt="2024-11-26T21:56:45.947" v="438" actId="20577"/>
          <ac:spMkLst>
            <pc:docMk/>
            <pc:sldMk cId="135951298" sldId="2078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D718C948-CF6B-41FE-A860-5DC4AC4A19E0}" dt="2024-11-26T21:50:10.899" v="110" actId="12788"/>
          <ac:spMkLst>
            <pc:docMk/>
            <pc:sldMk cId="135951298" sldId="2078"/>
            <ac:spMk id="5" creationId="{7DAD38E4-2FFE-92B6-2E7F-5AE5C074EC16}"/>
          </ac:spMkLst>
        </pc:spChg>
        <pc:spChg chg="mod">
          <ac:chgData name="George Stephen, Reuben" userId="f36fcdba-2387-45bd-94a7-0c45a8a9ccec" providerId="ADAL" clId="{D718C948-CF6B-41FE-A860-5DC4AC4A19E0}" dt="2024-11-26T21:50:50.455" v="223" actId="12788"/>
          <ac:spMkLst>
            <pc:docMk/>
            <pc:sldMk cId="135951298" sldId="2078"/>
            <ac:spMk id="12" creationId="{7905A2DF-1131-91B8-F9F4-29C2BA98F4E1}"/>
          </ac:spMkLst>
        </pc:spChg>
      </pc:sldChg>
      <pc:sldChg chg="modSp add mod">
        <pc:chgData name="George Stephen, Reuben" userId="f36fcdba-2387-45bd-94a7-0c45a8a9ccec" providerId="ADAL" clId="{D718C948-CF6B-41FE-A860-5DC4AC4A19E0}" dt="2024-11-26T21:56:40.118" v="436" actId="20577"/>
        <pc:sldMkLst>
          <pc:docMk/>
          <pc:sldMk cId="28187846" sldId="2079"/>
        </pc:sldMkLst>
        <pc:spChg chg="mod">
          <ac:chgData name="George Stephen, Reuben" userId="f36fcdba-2387-45bd-94a7-0c45a8a9ccec" providerId="ADAL" clId="{D718C948-CF6B-41FE-A860-5DC4AC4A19E0}" dt="2024-11-26T21:56:40.118" v="436" actId="20577"/>
          <ac:spMkLst>
            <pc:docMk/>
            <pc:sldMk cId="28187846" sldId="2079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D718C948-CF6B-41FE-A860-5DC4AC4A19E0}" dt="2024-11-26T21:55:01.204" v="329" actId="12788"/>
          <ac:spMkLst>
            <pc:docMk/>
            <pc:sldMk cId="28187846" sldId="2079"/>
            <ac:spMk id="5" creationId="{7DAD38E4-2FFE-92B6-2E7F-5AE5C074EC16}"/>
          </ac:spMkLst>
        </pc:spChg>
        <pc:spChg chg="mod">
          <ac:chgData name="George Stephen, Reuben" userId="f36fcdba-2387-45bd-94a7-0c45a8a9ccec" providerId="ADAL" clId="{D718C948-CF6B-41FE-A860-5DC4AC4A19E0}" dt="2024-11-26T21:54:55.266" v="327" actId="12788"/>
          <ac:spMkLst>
            <pc:docMk/>
            <pc:sldMk cId="28187846" sldId="2079"/>
            <ac:spMk id="12" creationId="{7905A2DF-1131-91B8-F9F4-29C2BA98F4E1}"/>
          </ac:spMkLst>
        </pc:spChg>
      </pc:sldChg>
      <pc:sldChg chg="modSp add mod">
        <pc:chgData name="George Stephen, Reuben" userId="f36fcdba-2387-45bd-94a7-0c45a8a9ccec" providerId="ADAL" clId="{D718C948-CF6B-41FE-A860-5DC4AC4A19E0}" dt="2024-11-26T21:56:34.118" v="434" actId="20577"/>
        <pc:sldMkLst>
          <pc:docMk/>
          <pc:sldMk cId="3431673887" sldId="2080"/>
        </pc:sldMkLst>
        <pc:spChg chg="mod">
          <ac:chgData name="George Stephen, Reuben" userId="f36fcdba-2387-45bd-94a7-0c45a8a9ccec" providerId="ADAL" clId="{D718C948-CF6B-41FE-A860-5DC4AC4A19E0}" dt="2024-11-26T21:56:34.118" v="434" actId="20577"/>
          <ac:spMkLst>
            <pc:docMk/>
            <pc:sldMk cId="3431673887" sldId="2080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D718C948-CF6B-41FE-A860-5DC4AC4A19E0}" dt="2024-11-26T21:56:18.228" v="431"/>
          <ac:spMkLst>
            <pc:docMk/>
            <pc:sldMk cId="3431673887" sldId="2080"/>
            <ac:spMk id="5" creationId="{7DAD38E4-2FFE-92B6-2E7F-5AE5C074EC16}"/>
          </ac:spMkLst>
        </pc:spChg>
        <pc:spChg chg="mod">
          <ac:chgData name="George Stephen, Reuben" userId="f36fcdba-2387-45bd-94a7-0c45a8a9ccec" providerId="ADAL" clId="{D718C948-CF6B-41FE-A860-5DC4AC4A19E0}" dt="2024-11-26T21:55:53.655" v="430" actId="20577"/>
          <ac:spMkLst>
            <pc:docMk/>
            <pc:sldMk cId="3431673887" sldId="2080"/>
            <ac:spMk id="12" creationId="{7905A2DF-1131-91B8-F9F4-29C2BA98F4E1}"/>
          </ac:spMkLst>
        </pc:spChg>
      </pc:sldChg>
      <pc:sldChg chg="modSp add mod">
        <pc:chgData name="George Stephen, Reuben" userId="f36fcdba-2387-45bd-94a7-0c45a8a9ccec" providerId="ADAL" clId="{D718C948-CF6B-41FE-A860-5DC4AC4A19E0}" dt="2024-11-27T11:17:30.425" v="4179" actId="20577"/>
        <pc:sldMkLst>
          <pc:docMk/>
          <pc:sldMk cId="2383278397" sldId="2081"/>
        </pc:sldMkLst>
        <pc:spChg chg="mod">
          <ac:chgData name="George Stephen, Reuben" userId="f36fcdba-2387-45bd-94a7-0c45a8a9ccec" providerId="ADAL" clId="{D718C948-CF6B-41FE-A860-5DC4AC4A19E0}" dt="2024-11-26T22:34:48.250" v="836" actId="403"/>
          <ac:spMkLst>
            <pc:docMk/>
            <pc:sldMk cId="2383278397" sldId="2081"/>
            <ac:spMk id="3" creationId="{57AE222E-4671-212B-25A7-CE983FDD0D35}"/>
          </ac:spMkLst>
        </pc:spChg>
        <pc:spChg chg="mod">
          <ac:chgData name="George Stephen, Reuben" userId="f36fcdba-2387-45bd-94a7-0c45a8a9ccec" providerId="ADAL" clId="{D718C948-CF6B-41FE-A860-5DC4AC4A19E0}" dt="2024-11-26T22:34:51.165" v="837" actId="403"/>
          <ac:spMkLst>
            <pc:docMk/>
            <pc:sldMk cId="2383278397" sldId="2081"/>
            <ac:spMk id="4" creationId="{064DE8CA-B187-EC06-A4FA-4F11CB386D6A}"/>
          </ac:spMkLst>
        </pc:spChg>
        <pc:spChg chg="mod">
          <ac:chgData name="George Stephen, Reuben" userId="f36fcdba-2387-45bd-94a7-0c45a8a9ccec" providerId="ADAL" clId="{D718C948-CF6B-41FE-A860-5DC4AC4A19E0}" dt="2024-11-27T11:17:30.425" v="4179" actId="20577"/>
          <ac:spMkLst>
            <pc:docMk/>
            <pc:sldMk cId="2383278397" sldId="2081"/>
            <ac:spMk id="5" creationId="{CAE21420-34C8-30C5-50CE-1D01ED744F93}"/>
          </ac:spMkLst>
        </pc:spChg>
      </pc:sldChg>
      <pc:sldChg chg="modSp add mod">
        <pc:chgData name="George Stephen, Reuben" userId="f36fcdba-2387-45bd-94a7-0c45a8a9ccec" providerId="ADAL" clId="{D718C948-CF6B-41FE-A860-5DC4AC4A19E0}" dt="2024-11-27T11:17:35.010" v="4180" actId="20577"/>
        <pc:sldMkLst>
          <pc:docMk/>
          <pc:sldMk cId="31160737" sldId="2082"/>
        </pc:sldMkLst>
        <pc:spChg chg="mod">
          <ac:chgData name="George Stephen, Reuben" userId="f36fcdba-2387-45bd-94a7-0c45a8a9ccec" providerId="ADAL" clId="{D718C948-CF6B-41FE-A860-5DC4AC4A19E0}" dt="2024-11-26T22:24:21.214" v="615" actId="14100"/>
          <ac:spMkLst>
            <pc:docMk/>
            <pc:sldMk cId="31160737" sldId="2082"/>
            <ac:spMk id="3" creationId="{57AE222E-4671-212B-25A7-CE983FDD0D35}"/>
          </ac:spMkLst>
        </pc:spChg>
        <pc:spChg chg="mod">
          <ac:chgData name="George Stephen, Reuben" userId="f36fcdba-2387-45bd-94a7-0c45a8a9ccec" providerId="ADAL" clId="{D718C948-CF6B-41FE-A860-5DC4AC4A19E0}" dt="2024-11-26T22:23:40.073" v="609" actId="14100"/>
          <ac:spMkLst>
            <pc:docMk/>
            <pc:sldMk cId="31160737" sldId="2082"/>
            <ac:spMk id="4" creationId="{064DE8CA-B187-EC06-A4FA-4F11CB386D6A}"/>
          </ac:spMkLst>
        </pc:spChg>
        <pc:spChg chg="mod">
          <ac:chgData name="George Stephen, Reuben" userId="f36fcdba-2387-45bd-94a7-0c45a8a9ccec" providerId="ADAL" clId="{D718C948-CF6B-41FE-A860-5DC4AC4A19E0}" dt="2024-11-27T11:17:35.010" v="4180" actId="20577"/>
          <ac:spMkLst>
            <pc:docMk/>
            <pc:sldMk cId="31160737" sldId="2082"/>
            <ac:spMk id="5" creationId="{CAE21420-34C8-30C5-50CE-1D01ED744F93}"/>
          </ac:spMkLst>
        </pc:spChg>
      </pc:sldChg>
      <pc:sldChg chg="modSp add mod">
        <pc:chgData name="George Stephen, Reuben" userId="f36fcdba-2387-45bd-94a7-0c45a8a9ccec" providerId="ADAL" clId="{D718C948-CF6B-41FE-A860-5DC4AC4A19E0}" dt="2024-11-27T11:17:26.379" v="4178" actId="20577"/>
        <pc:sldMkLst>
          <pc:docMk/>
          <pc:sldMk cId="4214780262" sldId="2083"/>
        </pc:sldMkLst>
        <pc:spChg chg="mod">
          <ac:chgData name="George Stephen, Reuben" userId="f36fcdba-2387-45bd-94a7-0c45a8a9ccec" providerId="ADAL" clId="{D718C948-CF6B-41FE-A860-5DC4AC4A19E0}" dt="2024-11-26T22:29:09.727" v="689" actId="20577"/>
          <ac:spMkLst>
            <pc:docMk/>
            <pc:sldMk cId="4214780262" sldId="2083"/>
            <ac:spMk id="3" creationId="{57AE222E-4671-212B-25A7-CE983FDD0D35}"/>
          </ac:spMkLst>
        </pc:spChg>
        <pc:spChg chg="mod">
          <ac:chgData name="George Stephen, Reuben" userId="f36fcdba-2387-45bd-94a7-0c45a8a9ccec" providerId="ADAL" clId="{D718C948-CF6B-41FE-A860-5DC4AC4A19E0}" dt="2024-11-26T22:29:12.844" v="690" actId="14100"/>
          <ac:spMkLst>
            <pc:docMk/>
            <pc:sldMk cId="4214780262" sldId="2083"/>
            <ac:spMk id="4" creationId="{064DE8CA-B187-EC06-A4FA-4F11CB386D6A}"/>
          </ac:spMkLst>
        </pc:spChg>
        <pc:spChg chg="mod">
          <ac:chgData name="George Stephen, Reuben" userId="f36fcdba-2387-45bd-94a7-0c45a8a9ccec" providerId="ADAL" clId="{D718C948-CF6B-41FE-A860-5DC4AC4A19E0}" dt="2024-11-27T11:17:26.379" v="4178" actId="20577"/>
          <ac:spMkLst>
            <pc:docMk/>
            <pc:sldMk cId="4214780262" sldId="2083"/>
            <ac:spMk id="5" creationId="{CAE21420-34C8-30C5-50CE-1D01ED744F93}"/>
          </ac:spMkLst>
        </pc:spChg>
      </pc:sldChg>
      <pc:sldChg chg="modSp add mod ord">
        <pc:chgData name="George Stephen, Reuben" userId="f36fcdba-2387-45bd-94a7-0c45a8a9ccec" providerId="ADAL" clId="{D718C948-CF6B-41FE-A860-5DC4AC4A19E0}" dt="2024-11-27T11:17:20.711" v="4177" actId="20577"/>
        <pc:sldMkLst>
          <pc:docMk/>
          <pc:sldMk cId="553287939" sldId="2084"/>
        </pc:sldMkLst>
        <pc:spChg chg="mod">
          <ac:chgData name="George Stephen, Reuben" userId="f36fcdba-2387-45bd-94a7-0c45a8a9ccec" providerId="ADAL" clId="{D718C948-CF6B-41FE-A860-5DC4AC4A19E0}" dt="2024-11-26T22:34:35.011" v="835" actId="403"/>
          <ac:spMkLst>
            <pc:docMk/>
            <pc:sldMk cId="553287939" sldId="2084"/>
            <ac:spMk id="3" creationId="{57AE222E-4671-212B-25A7-CE983FDD0D35}"/>
          </ac:spMkLst>
        </pc:spChg>
        <pc:spChg chg="mod">
          <ac:chgData name="George Stephen, Reuben" userId="f36fcdba-2387-45bd-94a7-0c45a8a9ccec" providerId="ADAL" clId="{D718C948-CF6B-41FE-A860-5DC4AC4A19E0}" dt="2024-11-26T22:34:31.341" v="834" actId="14100"/>
          <ac:spMkLst>
            <pc:docMk/>
            <pc:sldMk cId="553287939" sldId="2084"/>
            <ac:spMk id="4" creationId="{064DE8CA-B187-EC06-A4FA-4F11CB386D6A}"/>
          </ac:spMkLst>
        </pc:spChg>
        <pc:spChg chg="mod">
          <ac:chgData name="George Stephen, Reuben" userId="f36fcdba-2387-45bd-94a7-0c45a8a9ccec" providerId="ADAL" clId="{D718C948-CF6B-41FE-A860-5DC4AC4A19E0}" dt="2024-11-27T11:17:20.711" v="4177" actId="20577"/>
          <ac:spMkLst>
            <pc:docMk/>
            <pc:sldMk cId="553287939" sldId="2084"/>
            <ac:spMk id="5" creationId="{CAE21420-34C8-30C5-50CE-1D01ED744F93}"/>
          </ac:spMkLst>
        </pc:spChg>
      </pc:sldChg>
      <pc:sldChg chg="modSp add mod ord">
        <pc:chgData name="George Stephen, Reuben" userId="f36fcdba-2387-45bd-94a7-0c45a8a9ccec" providerId="ADAL" clId="{D718C948-CF6B-41FE-A860-5DC4AC4A19E0}" dt="2024-11-27T11:17:16.524" v="4176" actId="20577"/>
        <pc:sldMkLst>
          <pc:docMk/>
          <pc:sldMk cId="3672045793" sldId="2085"/>
        </pc:sldMkLst>
        <pc:spChg chg="mod">
          <ac:chgData name="George Stephen, Reuben" userId="f36fcdba-2387-45bd-94a7-0c45a8a9ccec" providerId="ADAL" clId="{D718C948-CF6B-41FE-A860-5DC4AC4A19E0}" dt="2024-11-26T22:35:40.508" v="847" actId="14100"/>
          <ac:spMkLst>
            <pc:docMk/>
            <pc:sldMk cId="3672045793" sldId="2085"/>
            <ac:spMk id="3" creationId="{57AE222E-4671-212B-25A7-CE983FDD0D35}"/>
          </ac:spMkLst>
        </pc:spChg>
        <pc:spChg chg="mod">
          <ac:chgData name="George Stephen, Reuben" userId="f36fcdba-2387-45bd-94a7-0c45a8a9ccec" providerId="ADAL" clId="{D718C948-CF6B-41FE-A860-5DC4AC4A19E0}" dt="2024-11-26T22:36:41.849" v="874" actId="20577"/>
          <ac:spMkLst>
            <pc:docMk/>
            <pc:sldMk cId="3672045793" sldId="2085"/>
            <ac:spMk id="4" creationId="{064DE8CA-B187-EC06-A4FA-4F11CB386D6A}"/>
          </ac:spMkLst>
        </pc:spChg>
        <pc:spChg chg="mod">
          <ac:chgData name="George Stephen, Reuben" userId="f36fcdba-2387-45bd-94a7-0c45a8a9ccec" providerId="ADAL" clId="{D718C948-CF6B-41FE-A860-5DC4AC4A19E0}" dt="2024-11-27T11:17:16.524" v="4176" actId="20577"/>
          <ac:spMkLst>
            <pc:docMk/>
            <pc:sldMk cId="3672045793" sldId="2085"/>
            <ac:spMk id="5" creationId="{CAE21420-34C8-30C5-50CE-1D01ED744F93}"/>
          </ac:spMkLst>
        </pc:spChg>
      </pc:sldChg>
      <pc:sldChg chg="addSp modSp add mod">
        <pc:chgData name="George Stephen, Reuben" userId="f36fcdba-2387-45bd-94a7-0c45a8a9ccec" providerId="ADAL" clId="{D718C948-CF6B-41FE-A860-5DC4AC4A19E0}" dt="2024-11-26T22:54:28.253" v="997" actId="20577"/>
        <pc:sldMkLst>
          <pc:docMk/>
          <pc:sldMk cId="474597300" sldId="2086"/>
        </pc:sldMkLst>
        <pc:spChg chg="mod">
          <ac:chgData name="George Stephen, Reuben" userId="f36fcdba-2387-45bd-94a7-0c45a8a9ccec" providerId="ADAL" clId="{D718C948-CF6B-41FE-A860-5DC4AC4A19E0}" dt="2024-11-26T22:45:20.606" v="950" actId="20577"/>
          <ac:spMkLst>
            <pc:docMk/>
            <pc:sldMk cId="474597300" sldId="2086"/>
            <ac:spMk id="2" creationId="{69072751-0DFD-E04D-8DBC-6192EE4B4B2A}"/>
          </ac:spMkLst>
        </pc:spChg>
        <pc:spChg chg="add mod">
          <ac:chgData name="George Stephen, Reuben" userId="f36fcdba-2387-45bd-94a7-0c45a8a9ccec" providerId="ADAL" clId="{D718C948-CF6B-41FE-A860-5DC4AC4A19E0}" dt="2024-11-26T22:54:28.253" v="997" actId="20577"/>
          <ac:spMkLst>
            <pc:docMk/>
            <pc:sldMk cId="474597300" sldId="2086"/>
            <ac:spMk id="5" creationId="{63D8ACD8-84DA-F701-5EFD-94E948303EC8}"/>
          </ac:spMkLst>
        </pc:spChg>
      </pc:sldChg>
      <pc:sldChg chg="addSp modSp add mod">
        <pc:chgData name="George Stephen, Reuben" userId="f36fcdba-2387-45bd-94a7-0c45a8a9ccec" providerId="ADAL" clId="{D718C948-CF6B-41FE-A860-5DC4AC4A19E0}" dt="2024-11-26T22:54:23.471" v="995" actId="20577"/>
        <pc:sldMkLst>
          <pc:docMk/>
          <pc:sldMk cId="715583817" sldId="2087"/>
        </pc:sldMkLst>
        <pc:spChg chg="mod">
          <ac:chgData name="George Stephen, Reuben" userId="f36fcdba-2387-45bd-94a7-0c45a8a9ccec" providerId="ADAL" clId="{D718C948-CF6B-41FE-A860-5DC4AC4A19E0}" dt="2024-11-26T22:46:56.505" v="952"/>
          <ac:spMkLst>
            <pc:docMk/>
            <pc:sldMk cId="715583817" sldId="2087"/>
            <ac:spMk id="3" creationId="{57AE222E-4671-212B-25A7-CE983FDD0D35}"/>
          </ac:spMkLst>
        </pc:spChg>
        <pc:spChg chg="mod">
          <ac:chgData name="George Stephen, Reuben" userId="f36fcdba-2387-45bd-94a7-0c45a8a9ccec" providerId="ADAL" clId="{D718C948-CF6B-41FE-A860-5DC4AC4A19E0}" dt="2024-11-26T22:47:15.500" v="961" actId="20577"/>
          <ac:spMkLst>
            <pc:docMk/>
            <pc:sldMk cId="715583817" sldId="2087"/>
            <ac:spMk id="4" creationId="{064DE8CA-B187-EC06-A4FA-4F11CB386D6A}"/>
          </ac:spMkLst>
        </pc:spChg>
        <pc:spChg chg="add mod">
          <ac:chgData name="George Stephen, Reuben" userId="f36fcdba-2387-45bd-94a7-0c45a8a9ccec" providerId="ADAL" clId="{D718C948-CF6B-41FE-A860-5DC4AC4A19E0}" dt="2024-11-26T22:54:23.471" v="995" actId="20577"/>
          <ac:spMkLst>
            <pc:docMk/>
            <pc:sldMk cId="715583817" sldId="2087"/>
            <ac:spMk id="5" creationId="{5ECE03DF-8239-5BE7-DFA7-9822DA27A030}"/>
          </ac:spMkLst>
        </pc:spChg>
      </pc:sldChg>
      <pc:sldChg chg="addSp modSp add mod">
        <pc:chgData name="George Stephen, Reuben" userId="f36fcdba-2387-45bd-94a7-0c45a8a9ccec" providerId="ADAL" clId="{D718C948-CF6B-41FE-A860-5DC4AC4A19E0}" dt="2024-11-26T22:54:18.674" v="993" actId="20577"/>
        <pc:sldMkLst>
          <pc:docMk/>
          <pc:sldMk cId="1413847964" sldId="2088"/>
        </pc:sldMkLst>
        <pc:spChg chg="mod">
          <ac:chgData name="George Stephen, Reuben" userId="f36fcdba-2387-45bd-94a7-0c45a8a9ccec" providerId="ADAL" clId="{D718C948-CF6B-41FE-A860-5DC4AC4A19E0}" dt="2024-11-26T22:48:32.135" v="963"/>
          <ac:spMkLst>
            <pc:docMk/>
            <pc:sldMk cId="1413847964" sldId="2088"/>
            <ac:spMk id="3" creationId="{57AE222E-4671-212B-25A7-CE983FDD0D35}"/>
          </ac:spMkLst>
        </pc:spChg>
        <pc:spChg chg="mod">
          <ac:chgData name="George Stephen, Reuben" userId="f36fcdba-2387-45bd-94a7-0c45a8a9ccec" providerId="ADAL" clId="{D718C948-CF6B-41FE-A860-5DC4AC4A19E0}" dt="2024-11-26T22:48:51.115" v="966" actId="12788"/>
          <ac:spMkLst>
            <pc:docMk/>
            <pc:sldMk cId="1413847964" sldId="2088"/>
            <ac:spMk id="4" creationId="{064DE8CA-B187-EC06-A4FA-4F11CB386D6A}"/>
          </ac:spMkLst>
        </pc:spChg>
        <pc:spChg chg="add mod">
          <ac:chgData name="George Stephen, Reuben" userId="f36fcdba-2387-45bd-94a7-0c45a8a9ccec" providerId="ADAL" clId="{D718C948-CF6B-41FE-A860-5DC4AC4A19E0}" dt="2024-11-26T22:54:18.674" v="993" actId="20577"/>
          <ac:spMkLst>
            <pc:docMk/>
            <pc:sldMk cId="1413847964" sldId="2088"/>
            <ac:spMk id="5" creationId="{5D5E18D5-A5CF-990D-BB61-7449087F4FB7}"/>
          </ac:spMkLst>
        </pc:spChg>
      </pc:sldChg>
      <pc:sldChg chg="addSp modSp add mod">
        <pc:chgData name="George Stephen, Reuben" userId="f36fcdba-2387-45bd-94a7-0c45a8a9ccec" providerId="ADAL" clId="{D718C948-CF6B-41FE-A860-5DC4AC4A19E0}" dt="2024-11-26T22:54:13.971" v="991" actId="20577"/>
        <pc:sldMkLst>
          <pc:docMk/>
          <pc:sldMk cId="3944897203" sldId="2089"/>
        </pc:sldMkLst>
        <pc:spChg chg="mod">
          <ac:chgData name="George Stephen, Reuben" userId="f36fcdba-2387-45bd-94a7-0c45a8a9ccec" providerId="ADAL" clId="{D718C948-CF6B-41FE-A860-5DC4AC4A19E0}" dt="2024-11-26T22:49:37.541" v="969" actId="14100"/>
          <ac:spMkLst>
            <pc:docMk/>
            <pc:sldMk cId="3944897203" sldId="2089"/>
            <ac:spMk id="3" creationId="{57AE222E-4671-212B-25A7-CE983FDD0D35}"/>
          </ac:spMkLst>
        </pc:spChg>
        <pc:spChg chg="mod">
          <ac:chgData name="George Stephen, Reuben" userId="f36fcdba-2387-45bd-94a7-0c45a8a9ccec" providerId="ADAL" clId="{D718C948-CF6B-41FE-A860-5DC4AC4A19E0}" dt="2024-11-26T22:49:53.373" v="972" actId="12788"/>
          <ac:spMkLst>
            <pc:docMk/>
            <pc:sldMk cId="3944897203" sldId="2089"/>
            <ac:spMk id="4" creationId="{064DE8CA-B187-EC06-A4FA-4F11CB386D6A}"/>
          </ac:spMkLst>
        </pc:spChg>
        <pc:spChg chg="add mod">
          <ac:chgData name="George Stephen, Reuben" userId="f36fcdba-2387-45bd-94a7-0c45a8a9ccec" providerId="ADAL" clId="{D718C948-CF6B-41FE-A860-5DC4AC4A19E0}" dt="2024-11-26T22:54:13.971" v="991" actId="20577"/>
          <ac:spMkLst>
            <pc:docMk/>
            <pc:sldMk cId="3944897203" sldId="2089"/>
            <ac:spMk id="5" creationId="{1EB9378B-488A-FCAF-A219-442F2073F006}"/>
          </ac:spMkLst>
        </pc:spChg>
      </pc:sldChg>
      <pc:sldChg chg="addSp modSp add mod">
        <pc:chgData name="George Stephen, Reuben" userId="f36fcdba-2387-45bd-94a7-0c45a8a9ccec" providerId="ADAL" clId="{D718C948-CF6B-41FE-A860-5DC4AC4A19E0}" dt="2024-11-27T00:14:16.414" v="1844" actId="1076"/>
        <pc:sldMkLst>
          <pc:docMk/>
          <pc:sldMk cId="1535848707" sldId="2090"/>
        </pc:sldMkLst>
        <pc:spChg chg="mod">
          <ac:chgData name="George Stephen, Reuben" userId="f36fcdba-2387-45bd-94a7-0c45a8a9ccec" providerId="ADAL" clId="{D718C948-CF6B-41FE-A860-5DC4AC4A19E0}" dt="2024-11-27T00:14:16.414" v="1844" actId="1076"/>
          <ac:spMkLst>
            <pc:docMk/>
            <pc:sldMk cId="1535848707" sldId="2090"/>
            <ac:spMk id="3" creationId="{57AE222E-4671-212B-25A7-CE983FDD0D35}"/>
          </ac:spMkLst>
        </pc:spChg>
        <pc:spChg chg="mod">
          <ac:chgData name="George Stephen, Reuben" userId="f36fcdba-2387-45bd-94a7-0c45a8a9ccec" providerId="ADAL" clId="{D718C948-CF6B-41FE-A860-5DC4AC4A19E0}" dt="2024-11-26T22:52:22.250" v="977" actId="12788"/>
          <ac:spMkLst>
            <pc:docMk/>
            <pc:sldMk cId="1535848707" sldId="2090"/>
            <ac:spMk id="4" creationId="{064DE8CA-B187-EC06-A4FA-4F11CB386D6A}"/>
          </ac:spMkLst>
        </pc:spChg>
        <pc:spChg chg="add mod">
          <ac:chgData name="George Stephen, Reuben" userId="f36fcdba-2387-45bd-94a7-0c45a8a9ccec" providerId="ADAL" clId="{D718C948-CF6B-41FE-A860-5DC4AC4A19E0}" dt="2024-11-26T22:54:09.218" v="989" actId="20577"/>
          <ac:spMkLst>
            <pc:docMk/>
            <pc:sldMk cId="1535848707" sldId="2090"/>
            <ac:spMk id="5" creationId="{05271BAB-D624-FBA8-6CFC-77F8C56FCEFA}"/>
          </ac:spMkLst>
        </pc:spChg>
      </pc:sldChg>
      <pc:sldChg chg="addSp modSp add mod">
        <pc:chgData name="George Stephen, Reuben" userId="f36fcdba-2387-45bd-94a7-0c45a8a9ccec" providerId="ADAL" clId="{D718C948-CF6B-41FE-A860-5DC4AC4A19E0}" dt="2024-11-26T22:54:03.197" v="987" actId="20577"/>
        <pc:sldMkLst>
          <pc:docMk/>
          <pc:sldMk cId="3257183805" sldId="2091"/>
        </pc:sldMkLst>
        <pc:spChg chg="mod">
          <ac:chgData name="George Stephen, Reuben" userId="f36fcdba-2387-45bd-94a7-0c45a8a9ccec" providerId="ADAL" clId="{D718C948-CF6B-41FE-A860-5DC4AC4A19E0}" dt="2024-11-26T22:53:01.673" v="980" actId="14100"/>
          <ac:spMkLst>
            <pc:docMk/>
            <pc:sldMk cId="3257183805" sldId="2091"/>
            <ac:spMk id="3" creationId="{57AE222E-4671-212B-25A7-CE983FDD0D35}"/>
          </ac:spMkLst>
        </pc:spChg>
        <pc:spChg chg="mod">
          <ac:chgData name="George Stephen, Reuben" userId="f36fcdba-2387-45bd-94a7-0c45a8a9ccec" providerId="ADAL" clId="{D718C948-CF6B-41FE-A860-5DC4AC4A19E0}" dt="2024-11-26T22:53:09.455" v="981"/>
          <ac:spMkLst>
            <pc:docMk/>
            <pc:sldMk cId="3257183805" sldId="2091"/>
            <ac:spMk id="4" creationId="{064DE8CA-B187-EC06-A4FA-4F11CB386D6A}"/>
          </ac:spMkLst>
        </pc:spChg>
        <pc:spChg chg="add mod">
          <ac:chgData name="George Stephen, Reuben" userId="f36fcdba-2387-45bd-94a7-0c45a8a9ccec" providerId="ADAL" clId="{D718C948-CF6B-41FE-A860-5DC4AC4A19E0}" dt="2024-11-26T22:54:03.197" v="987" actId="20577"/>
          <ac:spMkLst>
            <pc:docMk/>
            <pc:sldMk cId="3257183805" sldId="2091"/>
            <ac:spMk id="5" creationId="{603C9D2D-EACB-79F3-8672-19DF7AB738A1}"/>
          </ac:spMkLst>
        </pc:spChg>
      </pc:sldChg>
      <pc:sldChg chg="modSp add mod">
        <pc:chgData name="George Stephen, Reuben" userId="f36fcdba-2387-45bd-94a7-0c45a8a9ccec" providerId="ADAL" clId="{D718C948-CF6B-41FE-A860-5DC4AC4A19E0}" dt="2024-11-26T23:19:45.481" v="1224" actId="20577"/>
        <pc:sldMkLst>
          <pc:docMk/>
          <pc:sldMk cId="3148288789" sldId="2092"/>
        </pc:sldMkLst>
        <pc:spChg chg="mod">
          <ac:chgData name="George Stephen, Reuben" userId="f36fcdba-2387-45bd-94a7-0c45a8a9ccec" providerId="ADAL" clId="{D718C948-CF6B-41FE-A860-5DC4AC4A19E0}" dt="2024-11-26T23:12:26.220" v="1159" actId="20577"/>
          <ac:spMkLst>
            <pc:docMk/>
            <pc:sldMk cId="3148288789" sldId="2092"/>
            <ac:spMk id="3" creationId="{911E9448-57F3-BEE2-3014-88DC125C3AF6}"/>
          </ac:spMkLst>
        </pc:spChg>
        <pc:spChg chg="mod">
          <ac:chgData name="George Stephen, Reuben" userId="f36fcdba-2387-45bd-94a7-0c45a8a9ccec" providerId="ADAL" clId="{D718C948-CF6B-41FE-A860-5DC4AC4A19E0}" dt="2024-11-26T23:19:45.481" v="1224" actId="20577"/>
          <ac:spMkLst>
            <pc:docMk/>
            <pc:sldMk cId="3148288789" sldId="2092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D718C948-CF6B-41FE-A860-5DC4AC4A19E0}" dt="2024-11-26T23:12:23.635" v="1158" actId="20577"/>
          <ac:spMkLst>
            <pc:docMk/>
            <pc:sldMk cId="3148288789" sldId="2092"/>
            <ac:spMk id="5" creationId="{7A9E4F5E-F433-A77D-054E-01E586305C40}"/>
          </ac:spMkLst>
        </pc:spChg>
      </pc:sldChg>
      <pc:sldChg chg="modSp add mod">
        <pc:chgData name="George Stephen, Reuben" userId="f36fcdba-2387-45bd-94a7-0c45a8a9ccec" providerId="ADAL" clId="{D718C948-CF6B-41FE-A860-5DC4AC4A19E0}" dt="2024-11-26T23:19:37.544" v="1221" actId="20577"/>
        <pc:sldMkLst>
          <pc:docMk/>
          <pc:sldMk cId="4015449293" sldId="2093"/>
        </pc:sldMkLst>
        <pc:spChg chg="mod">
          <ac:chgData name="George Stephen, Reuben" userId="f36fcdba-2387-45bd-94a7-0c45a8a9ccec" providerId="ADAL" clId="{D718C948-CF6B-41FE-A860-5DC4AC4A19E0}" dt="2024-11-26T23:16:48.600" v="1176"/>
          <ac:spMkLst>
            <pc:docMk/>
            <pc:sldMk cId="4015449293" sldId="2093"/>
            <ac:spMk id="3" creationId="{911E9448-57F3-BEE2-3014-88DC125C3AF6}"/>
          </ac:spMkLst>
        </pc:spChg>
        <pc:spChg chg="mod">
          <ac:chgData name="George Stephen, Reuben" userId="f36fcdba-2387-45bd-94a7-0c45a8a9ccec" providerId="ADAL" clId="{D718C948-CF6B-41FE-A860-5DC4AC4A19E0}" dt="2024-11-26T23:19:37.544" v="1221" actId="20577"/>
          <ac:spMkLst>
            <pc:docMk/>
            <pc:sldMk cId="4015449293" sldId="2093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D718C948-CF6B-41FE-A860-5DC4AC4A19E0}" dt="2024-11-26T23:13:33.996" v="1175" actId="20577"/>
          <ac:spMkLst>
            <pc:docMk/>
            <pc:sldMk cId="4015449293" sldId="2093"/>
            <ac:spMk id="5" creationId="{7A9E4F5E-F433-A77D-054E-01E586305C40}"/>
          </ac:spMkLst>
        </pc:spChg>
      </pc:sldChg>
      <pc:sldChg chg="modSp add mod">
        <pc:chgData name="George Stephen, Reuben" userId="f36fcdba-2387-45bd-94a7-0c45a8a9ccec" providerId="ADAL" clId="{D718C948-CF6B-41FE-A860-5DC4AC4A19E0}" dt="2024-11-27T10:50:02.822" v="4066" actId="12788"/>
        <pc:sldMkLst>
          <pc:docMk/>
          <pc:sldMk cId="3444100627" sldId="2094"/>
        </pc:sldMkLst>
        <pc:spChg chg="mod">
          <ac:chgData name="George Stephen, Reuben" userId="f36fcdba-2387-45bd-94a7-0c45a8a9ccec" providerId="ADAL" clId="{D718C948-CF6B-41FE-A860-5DC4AC4A19E0}" dt="2024-11-26T23:19:01.608" v="1212" actId="12788"/>
          <ac:spMkLst>
            <pc:docMk/>
            <pc:sldMk cId="3444100627" sldId="2094"/>
            <ac:spMk id="3" creationId="{911E9448-57F3-BEE2-3014-88DC125C3AF6}"/>
          </ac:spMkLst>
        </pc:spChg>
        <pc:spChg chg="mod">
          <ac:chgData name="George Stephen, Reuben" userId="f36fcdba-2387-45bd-94a7-0c45a8a9ccec" providerId="ADAL" clId="{D718C948-CF6B-41FE-A860-5DC4AC4A19E0}" dt="2024-11-26T23:19:31.491" v="1218" actId="20577"/>
          <ac:spMkLst>
            <pc:docMk/>
            <pc:sldMk cId="3444100627" sldId="2094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D718C948-CF6B-41FE-A860-5DC4AC4A19E0}" dt="2024-11-27T10:50:02.822" v="4066" actId="12788"/>
          <ac:spMkLst>
            <pc:docMk/>
            <pc:sldMk cId="3444100627" sldId="2094"/>
            <ac:spMk id="5" creationId="{7A9E4F5E-F433-A77D-054E-01E586305C40}"/>
          </ac:spMkLst>
        </pc:spChg>
      </pc:sldChg>
      <pc:sldChg chg="modSp add mod">
        <pc:chgData name="George Stephen, Reuben" userId="f36fcdba-2387-45bd-94a7-0c45a8a9ccec" providerId="ADAL" clId="{D718C948-CF6B-41FE-A860-5DC4AC4A19E0}" dt="2024-11-27T02:33:06.707" v="4041" actId="20577"/>
        <pc:sldMkLst>
          <pc:docMk/>
          <pc:sldMk cId="4271417104" sldId="2095"/>
        </pc:sldMkLst>
        <pc:spChg chg="mod">
          <ac:chgData name="George Stephen, Reuben" userId="f36fcdba-2387-45bd-94a7-0c45a8a9ccec" providerId="ADAL" clId="{D718C948-CF6B-41FE-A860-5DC4AC4A19E0}" dt="2024-11-27T00:07:20.213" v="1554" actId="12788"/>
          <ac:spMkLst>
            <pc:docMk/>
            <pc:sldMk cId="4271417104" sldId="2095"/>
            <ac:spMk id="3" creationId="{4BF9CA61-6680-419C-A597-2B8F90F492F3}"/>
          </ac:spMkLst>
        </pc:spChg>
        <pc:spChg chg="mod">
          <ac:chgData name="George Stephen, Reuben" userId="f36fcdba-2387-45bd-94a7-0c45a8a9ccec" providerId="ADAL" clId="{D718C948-CF6B-41FE-A860-5DC4AC4A19E0}" dt="2024-11-27T00:07:26.242" v="1555" actId="1076"/>
          <ac:spMkLst>
            <pc:docMk/>
            <pc:sldMk cId="4271417104" sldId="2095"/>
            <ac:spMk id="4" creationId="{A67C32CD-2719-CA0F-3828-F988FCD21F34}"/>
          </ac:spMkLst>
        </pc:spChg>
        <pc:spChg chg="mod">
          <ac:chgData name="George Stephen, Reuben" userId="f36fcdba-2387-45bd-94a7-0c45a8a9ccec" providerId="ADAL" clId="{D718C948-CF6B-41FE-A860-5DC4AC4A19E0}" dt="2024-11-27T00:06:37.703" v="1461" actId="12788"/>
          <ac:spMkLst>
            <pc:docMk/>
            <pc:sldMk cId="4271417104" sldId="2095"/>
            <ac:spMk id="5" creationId="{325AF87E-9D48-CE0B-9C0A-5C85175F49A4}"/>
          </ac:spMkLst>
        </pc:spChg>
        <pc:spChg chg="mod">
          <ac:chgData name="George Stephen, Reuben" userId="f36fcdba-2387-45bd-94a7-0c45a8a9ccec" providerId="ADAL" clId="{D718C948-CF6B-41FE-A860-5DC4AC4A19E0}" dt="2024-11-27T02:33:06.707" v="4041" actId="20577"/>
          <ac:spMkLst>
            <pc:docMk/>
            <pc:sldMk cId="4271417104" sldId="2095"/>
            <ac:spMk id="13" creationId="{0C634CD7-7112-8536-A3E0-B31413030422}"/>
          </ac:spMkLst>
        </pc:spChg>
        <pc:spChg chg="mod">
          <ac:chgData name="George Stephen, Reuben" userId="f36fcdba-2387-45bd-94a7-0c45a8a9ccec" providerId="ADAL" clId="{D718C948-CF6B-41FE-A860-5DC4AC4A19E0}" dt="2024-11-27T00:07:26.242" v="1555" actId="1076"/>
          <ac:spMkLst>
            <pc:docMk/>
            <pc:sldMk cId="4271417104" sldId="2095"/>
            <ac:spMk id="14" creationId="{C449743F-D2C7-0BD4-FD15-3CFDCF5BE512}"/>
          </ac:spMkLst>
        </pc:spChg>
        <pc:spChg chg="mod">
          <ac:chgData name="George Stephen, Reuben" userId="f36fcdba-2387-45bd-94a7-0c45a8a9ccec" providerId="ADAL" clId="{D718C948-CF6B-41FE-A860-5DC4AC4A19E0}" dt="2024-11-27T00:07:33.875" v="1556" actId="1076"/>
          <ac:spMkLst>
            <pc:docMk/>
            <pc:sldMk cId="4271417104" sldId="2095"/>
            <ac:spMk id="15" creationId="{4873C800-2BCD-1A5C-2116-D0DB95F18A28}"/>
          </ac:spMkLst>
        </pc:spChg>
        <pc:spChg chg="mod">
          <ac:chgData name="George Stephen, Reuben" userId="f36fcdba-2387-45bd-94a7-0c45a8a9ccec" providerId="ADAL" clId="{D718C948-CF6B-41FE-A860-5DC4AC4A19E0}" dt="2024-11-27T00:07:33.875" v="1556" actId="1076"/>
          <ac:spMkLst>
            <pc:docMk/>
            <pc:sldMk cId="4271417104" sldId="2095"/>
            <ac:spMk id="16" creationId="{8284CC31-57EE-A9A3-A7C3-30CFF301C0D8}"/>
          </ac:spMkLst>
        </pc:spChg>
      </pc:sldChg>
      <pc:sldChg chg="modSp add mod">
        <pc:chgData name="George Stephen, Reuben" userId="f36fcdba-2387-45bd-94a7-0c45a8a9ccec" providerId="ADAL" clId="{D718C948-CF6B-41FE-A860-5DC4AC4A19E0}" dt="2024-11-27T02:33:02.003" v="4040" actId="20577"/>
        <pc:sldMkLst>
          <pc:docMk/>
          <pc:sldMk cId="1776788544" sldId="2096"/>
        </pc:sldMkLst>
        <pc:spChg chg="mod">
          <ac:chgData name="George Stephen, Reuben" userId="f36fcdba-2387-45bd-94a7-0c45a8a9ccec" providerId="ADAL" clId="{D718C948-CF6B-41FE-A860-5DC4AC4A19E0}" dt="2024-11-27T00:09:34.612" v="1682" actId="20577"/>
          <ac:spMkLst>
            <pc:docMk/>
            <pc:sldMk cId="1776788544" sldId="2096"/>
            <ac:spMk id="3" creationId="{4BF9CA61-6680-419C-A597-2B8F90F492F3}"/>
          </ac:spMkLst>
        </pc:spChg>
        <pc:spChg chg="mod">
          <ac:chgData name="George Stephen, Reuben" userId="f36fcdba-2387-45bd-94a7-0c45a8a9ccec" providerId="ADAL" clId="{D718C948-CF6B-41FE-A860-5DC4AC4A19E0}" dt="2024-11-27T00:09:06.994" v="1575" actId="12788"/>
          <ac:spMkLst>
            <pc:docMk/>
            <pc:sldMk cId="1776788544" sldId="2096"/>
            <ac:spMk id="5" creationId="{325AF87E-9D48-CE0B-9C0A-5C85175F49A4}"/>
          </ac:spMkLst>
        </pc:spChg>
        <pc:spChg chg="mod">
          <ac:chgData name="George Stephen, Reuben" userId="f36fcdba-2387-45bd-94a7-0c45a8a9ccec" providerId="ADAL" clId="{D718C948-CF6B-41FE-A860-5DC4AC4A19E0}" dt="2024-11-27T02:33:02.003" v="4040" actId="20577"/>
          <ac:spMkLst>
            <pc:docMk/>
            <pc:sldMk cId="1776788544" sldId="2096"/>
            <ac:spMk id="13" creationId="{0C634CD7-7112-8536-A3E0-B31413030422}"/>
          </ac:spMkLst>
        </pc:spChg>
      </pc:sldChg>
      <pc:sldChg chg="modSp add mod">
        <pc:chgData name="George Stephen, Reuben" userId="f36fcdba-2387-45bd-94a7-0c45a8a9ccec" providerId="ADAL" clId="{D718C948-CF6B-41FE-A860-5DC4AC4A19E0}" dt="2024-11-27T02:32:57.461" v="4038" actId="20577"/>
        <pc:sldMkLst>
          <pc:docMk/>
          <pc:sldMk cId="1183633564" sldId="2097"/>
        </pc:sldMkLst>
        <pc:spChg chg="mod">
          <ac:chgData name="George Stephen, Reuben" userId="f36fcdba-2387-45bd-94a7-0c45a8a9ccec" providerId="ADAL" clId="{D718C948-CF6B-41FE-A860-5DC4AC4A19E0}" dt="2024-11-27T00:13:20.541" v="1842" actId="20577"/>
          <ac:spMkLst>
            <pc:docMk/>
            <pc:sldMk cId="1183633564" sldId="2097"/>
            <ac:spMk id="3" creationId="{4BF9CA61-6680-419C-A597-2B8F90F492F3}"/>
          </ac:spMkLst>
        </pc:spChg>
        <pc:spChg chg="mod">
          <ac:chgData name="George Stephen, Reuben" userId="f36fcdba-2387-45bd-94a7-0c45a8a9ccec" providerId="ADAL" clId="{D718C948-CF6B-41FE-A860-5DC4AC4A19E0}" dt="2024-11-27T00:12:21.358" v="1700" actId="12788"/>
          <ac:spMkLst>
            <pc:docMk/>
            <pc:sldMk cId="1183633564" sldId="2097"/>
            <ac:spMk id="5" creationId="{325AF87E-9D48-CE0B-9C0A-5C85175F49A4}"/>
          </ac:spMkLst>
        </pc:spChg>
        <pc:spChg chg="mod">
          <ac:chgData name="George Stephen, Reuben" userId="f36fcdba-2387-45bd-94a7-0c45a8a9ccec" providerId="ADAL" clId="{D718C948-CF6B-41FE-A860-5DC4AC4A19E0}" dt="2024-11-27T02:32:57.461" v="4038" actId="20577"/>
          <ac:spMkLst>
            <pc:docMk/>
            <pc:sldMk cId="1183633564" sldId="2097"/>
            <ac:spMk id="13" creationId="{0C634CD7-7112-8536-A3E0-B31413030422}"/>
          </ac:spMkLst>
        </pc:spChg>
      </pc:sldChg>
      <pc:sldChg chg="modSp add mod">
        <pc:chgData name="George Stephen, Reuben" userId="f36fcdba-2387-45bd-94a7-0c45a8a9ccec" providerId="ADAL" clId="{D718C948-CF6B-41FE-A860-5DC4AC4A19E0}" dt="2024-11-27T02:32:53.482" v="4037" actId="20577"/>
        <pc:sldMkLst>
          <pc:docMk/>
          <pc:sldMk cId="2684136595" sldId="2098"/>
        </pc:sldMkLst>
        <pc:spChg chg="mod">
          <ac:chgData name="George Stephen, Reuben" userId="f36fcdba-2387-45bd-94a7-0c45a8a9ccec" providerId="ADAL" clId="{D718C948-CF6B-41FE-A860-5DC4AC4A19E0}" dt="2024-11-27T00:17:19.766" v="1986" actId="20577"/>
          <ac:spMkLst>
            <pc:docMk/>
            <pc:sldMk cId="2684136595" sldId="2098"/>
            <ac:spMk id="3" creationId="{4BF9CA61-6680-419C-A597-2B8F90F492F3}"/>
          </ac:spMkLst>
        </pc:spChg>
        <pc:spChg chg="mod">
          <ac:chgData name="George Stephen, Reuben" userId="f36fcdba-2387-45bd-94a7-0c45a8a9ccec" providerId="ADAL" clId="{D718C948-CF6B-41FE-A860-5DC4AC4A19E0}" dt="2024-11-27T00:17:30.739" v="1988" actId="1076"/>
          <ac:spMkLst>
            <pc:docMk/>
            <pc:sldMk cId="2684136595" sldId="2098"/>
            <ac:spMk id="4" creationId="{A67C32CD-2719-CA0F-3828-F988FCD21F34}"/>
          </ac:spMkLst>
        </pc:spChg>
        <pc:spChg chg="mod">
          <ac:chgData name="George Stephen, Reuben" userId="f36fcdba-2387-45bd-94a7-0c45a8a9ccec" providerId="ADAL" clId="{D718C948-CF6B-41FE-A860-5DC4AC4A19E0}" dt="2024-11-27T00:16:47.855" v="1877" actId="12788"/>
          <ac:spMkLst>
            <pc:docMk/>
            <pc:sldMk cId="2684136595" sldId="2098"/>
            <ac:spMk id="5" creationId="{325AF87E-9D48-CE0B-9C0A-5C85175F49A4}"/>
          </ac:spMkLst>
        </pc:spChg>
        <pc:spChg chg="mod">
          <ac:chgData name="George Stephen, Reuben" userId="f36fcdba-2387-45bd-94a7-0c45a8a9ccec" providerId="ADAL" clId="{D718C948-CF6B-41FE-A860-5DC4AC4A19E0}" dt="2024-11-27T02:32:53.482" v="4037" actId="20577"/>
          <ac:spMkLst>
            <pc:docMk/>
            <pc:sldMk cId="2684136595" sldId="2098"/>
            <ac:spMk id="13" creationId="{0C634CD7-7112-8536-A3E0-B31413030422}"/>
          </ac:spMkLst>
        </pc:spChg>
        <pc:spChg chg="mod">
          <ac:chgData name="George Stephen, Reuben" userId="f36fcdba-2387-45bd-94a7-0c45a8a9ccec" providerId="ADAL" clId="{D718C948-CF6B-41FE-A860-5DC4AC4A19E0}" dt="2024-11-27T00:17:30.739" v="1988" actId="1076"/>
          <ac:spMkLst>
            <pc:docMk/>
            <pc:sldMk cId="2684136595" sldId="2098"/>
            <ac:spMk id="14" creationId="{C449743F-D2C7-0BD4-FD15-3CFDCF5BE512}"/>
          </ac:spMkLst>
        </pc:spChg>
      </pc:sldChg>
      <pc:sldChg chg="modSp add mod">
        <pc:chgData name="George Stephen, Reuben" userId="f36fcdba-2387-45bd-94a7-0c45a8a9ccec" providerId="ADAL" clId="{D718C948-CF6B-41FE-A860-5DC4AC4A19E0}" dt="2024-11-27T02:32:50.296" v="4036" actId="20577"/>
        <pc:sldMkLst>
          <pc:docMk/>
          <pc:sldMk cId="1766478411" sldId="2099"/>
        </pc:sldMkLst>
        <pc:spChg chg="mod">
          <ac:chgData name="George Stephen, Reuben" userId="f36fcdba-2387-45bd-94a7-0c45a8a9ccec" providerId="ADAL" clId="{D718C948-CF6B-41FE-A860-5DC4AC4A19E0}" dt="2024-11-27T00:19:39.645" v="2119" actId="27636"/>
          <ac:spMkLst>
            <pc:docMk/>
            <pc:sldMk cId="1766478411" sldId="2099"/>
            <ac:spMk id="3" creationId="{4BF9CA61-6680-419C-A597-2B8F90F492F3}"/>
          </ac:spMkLst>
        </pc:spChg>
        <pc:spChg chg="mod">
          <ac:chgData name="George Stephen, Reuben" userId="f36fcdba-2387-45bd-94a7-0c45a8a9ccec" providerId="ADAL" clId="{D718C948-CF6B-41FE-A860-5DC4AC4A19E0}" dt="2024-11-27T00:18:56.121" v="2003" actId="12788"/>
          <ac:spMkLst>
            <pc:docMk/>
            <pc:sldMk cId="1766478411" sldId="2099"/>
            <ac:spMk id="5" creationId="{325AF87E-9D48-CE0B-9C0A-5C85175F49A4}"/>
          </ac:spMkLst>
        </pc:spChg>
        <pc:spChg chg="mod">
          <ac:chgData name="George Stephen, Reuben" userId="f36fcdba-2387-45bd-94a7-0c45a8a9ccec" providerId="ADAL" clId="{D718C948-CF6B-41FE-A860-5DC4AC4A19E0}" dt="2024-11-27T02:32:50.296" v="4036" actId="20577"/>
          <ac:spMkLst>
            <pc:docMk/>
            <pc:sldMk cId="1766478411" sldId="2099"/>
            <ac:spMk id="13" creationId="{0C634CD7-7112-8536-A3E0-B31413030422}"/>
          </ac:spMkLst>
        </pc:spChg>
      </pc:sldChg>
      <pc:sldChg chg="modSp add mod">
        <pc:chgData name="George Stephen, Reuben" userId="f36fcdba-2387-45bd-94a7-0c45a8a9ccec" providerId="ADAL" clId="{D718C948-CF6B-41FE-A860-5DC4AC4A19E0}" dt="2024-11-27T01:31:26.074" v="2879" actId="14100"/>
        <pc:sldMkLst>
          <pc:docMk/>
          <pc:sldMk cId="3969206848" sldId="2100"/>
        </pc:sldMkLst>
        <pc:spChg chg="mod">
          <ac:chgData name="George Stephen, Reuben" userId="f36fcdba-2387-45bd-94a7-0c45a8a9ccec" providerId="ADAL" clId="{D718C948-CF6B-41FE-A860-5DC4AC4A19E0}" dt="2024-11-27T01:27:48.126" v="2608" actId="12788"/>
          <ac:spMkLst>
            <pc:docMk/>
            <pc:sldMk cId="3969206848" sldId="2100"/>
            <ac:spMk id="3" creationId="{E15D8B6F-B75E-49DE-8804-FA702615DED3}"/>
          </ac:spMkLst>
        </pc:spChg>
        <pc:spChg chg="mod">
          <ac:chgData name="George Stephen, Reuben" userId="f36fcdba-2387-45bd-94a7-0c45a8a9ccec" providerId="ADAL" clId="{D718C948-CF6B-41FE-A860-5DC4AC4A19E0}" dt="2024-11-27T01:31:26.074" v="2879" actId="14100"/>
          <ac:spMkLst>
            <pc:docMk/>
            <pc:sldMk cId="3969206848" sldId="2100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D718C948-CF6B-41FE-A860-5DC4AC4A19E0}" dt="2024-11-27T01:27:42.295" v="2606" actId="12788"/>
          <ac:spMkLst>
            <pc:docMk/>
            <pc:sldMk cId="3969206848" sldId="2100"/>
            <ac:spMk id="7" creationId="{094E9A69-B612-35E4-DEEF-5092DA0A0A97}"/>
          </ac:spMkLst>
        </pc:spChg>
      </pc:sldChg>
      <pc:sldChg chg="modSp add mod">
        <pc:chgData name="George Stephen, Reuben" userId="f36fcdba-2387-45bd-94a7-0c45a8a9ccec" providerId="ADAL" clId="{D718C948-CF6B-41FE-A860-5DC4AC4A19E0}" dt="2024-11-27T01:31:17.320" v="2877" actId="14100"/>
        <pc:sldMkLst>
          <pc:docMk/>
          <pc:sldMk cId="2973797480" sldId="2101"/>
        </pc:sldMkLst>
        <pc:spChg chg="mod">
          <ac:chgData name="George Stephen, Reuben" userId="f36fcdba-2387-45bd-94a7-0c45a8a9ccec" providerId="ADAL" clId="{D718C948-CF6B-41FE-A860-5DC4AC4A19E0}" dt="2024-11-27T01:29:02.130" v="2620" actId="12788"/>
          <ac:spMkLst>
            <pc:docMk/>
            <pc:sldMk cId="2973797480" sldId="2101"/>
            <ac:spMk id="3" creationId="{E15D8B6F-B75E-49DE-8804-FA702615DED3}"/>
          </ac:spMkLst>
        </pc:spChg>
        <pc:spChg chg="mod">
          <ac:chgData name="George Stephen, Reuben" userId="f36fcdba-2387-45bd-94a7-0c45a8a9ccec" providerId="ADAL" clId="{D718C948-CF6B-41FE-A860-5DC4AC4A19E0}" dt="2024-11-27T01:31:17.320" v="2877" actId="14100"/>
          <ac:spMkLst>
            <pc:docMk/>
            <pc:sldMk cId="2973797480" sldId="2101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D718C948-CF6B-41FE-A860-5DC4AC4A19E0}" dt="2024-11-27T01:30:28.921" v="2873" actId="12788"/>
          <ac:spMkLst>
            <pc:docMk/>
            <pc:sldMk cId="2973797480" sldId="2101"/>
            <ac:spMk id="7" creationId="{094E9A69-B612-35E4-DEEF-5092DA0A0A97}"/>
          </ac:spMkLst>
        </pc:spChg>
      </pc:sldChg>
      <pc:sldChg chg="modSp add mod">
        <pc:chgData name="George Stephen, Reuben" userId="f36fcdba-2387-45bd-94a7-0c45a8a9ccec" providerId="ADAL" clId="{D718C948-CF6B-41FE-A860-5DC4AC4A19E0}" dt="2024-11-27T01:43:31.437" v="2943" actId="20577"/>
        <pc:sldMkLst>
          <pc:docMk/>
          <pc:sldMk cId="2497291029" sldId="2102"/>
        </pc:sldMkLst>
        <pc:spChg chg="mod">
          <ac:chgData name="George Stephen, Reuben" userId="f36fcdba-2387-45bd-94a7-0c45a8a9ccec" providerId="ADAL" clId="{D718C948-CF6B-41FE-A860-5DC4AC4A19E0}" dt="2024-11-27T01:43:31.437" v="2943" actId="20577"/>
          <ac:spMkLst>
            <pc:docMk/>
            <pc:sldMk cId="2497291029" sldId="2102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D718C948-CF6B-41FE-A860-5DC4AC4A19E0}" dt="2024-11-27T01:38:17.454" v="2904" actId="403"/>
          <ac:spMkLst>
            <pc:docMk/>
            <pc:sldMk cId="2497291029" sldId="2102"/>
            <ac:spMk id="5" creationId="{F8E060D1-B40B-E1E5-A80F-9C6428879BB3}"/>
          </ac:spMkLst>
        </pc:spChg>
        <pc:spChg chg="mod">
          <ac:chgData name="George Stephen, Reuben" userId="f36fcdba-2387-45bd-94a7-0c45a8a9ccec" providerId="ADAL" clId="{D718C948-CF6B-41FE-A860-5DC4AC4A19E0}" dt="2024-11-27T01:42:38.310" v="2932" actId="12788"/>
          <ac:spMkLst>
            <pc:docMk/>
            <pc:sldMk cId="2497291029" sldId="2102"/>
            <ac:spMk id="7" creationId="{47920C0A-0F2D-E95D-D860-2B2905124F75}"/>
          </ac:spMkLst>
        </pc:spChg>
      </pc:sldChg>
      <pc:sldChg chg="modSp add mod">
        <pc:chgData name="George Stephen, Reuben" userId="f36fcdba-2387-45bd-94a7-0c45a8a9ccec" providerId="ADAL" clId="{D718C948-CF6B-41FE-A860-5DC4AC4A19E0}" dt="2024-11-27T01:43:27.807" v="2942" actId="20577"/>
        <pc:sldMkLst>
          <pc:docMk/>
          <pc:sldMk cId="1921477076" sldId="2103"/>
        </pc:sldMkLst>
        <pc:spChg chg="mod">
          <ac:chgData name="George Stephen, Reuben" userId="f36fcdba-2387-45bd-94a7-0c45a8a9ccec" providerId="ADAL" clId="{D718C948-CF6B-41FE-A860-5DC4AC4A19E0}" dt="2024-11-27T01:43:27.807" v="2942" actId="20577"/>
          <ac:spMkLst>
            <pc:docMk/>
            <pc:sldMk cId="1921477076" sldId="2103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D718C948-CF6B-41FE-A860-5DC4AC4A19E0}" dt="2024-11-27T01:39:01.302" v="2911" actId="6549"/>
          <ac:spMkLst>
            <pc:docMk/>
            <pc:sldMk cId="1921477076" sldId="2103"/>
            <ac:spMk id="5" creationId="{F8E060D1-B40B-E1E5-A80F-9C6428879BB3}"/>
          </ac:spMkLst>
        </pc:spChg>
        <pc:spChg chg="mod">
          <ac:chgData name="George Stephen, Reuben" userId="f36fcdba-2387-45bd-94a7-0c45a8a9ccec" providerId="ADAL" clId="{D718C948-CF6B-41FE-A860-5DC4AC4A19E0}" dt="2024-11-27T01:42:23.067" v="2929" actId="12788"/>
          <ac:spMkLst>
            <pc:docMk/>
            <pc:sldMk cId="1921477076" sldId="2103"/>
            <ac:spMk id="7" creationId="{47920C0A-0F2D-E95D-D860-2B2905124F75}"/>
          </ac:spMkLst>
        </pc:spChg>
      </pc:sldChg>
      <pc:sldChg chg="modSp add mod">
        <pc:chgData name="George Stephen, Reuben" userId="f36fcdba-2387-45bd-94a7-0c45a8a9ccec" providerId="ADAL" clId="{D718C948-CF6B-41FE-A860-5DC4AC4A19E0}" dt="2024-11-27T01:43:23.756" v="2941" actId="20577"/>
        <pc:sldMkLst>
          <pc:docMk/>
          <pc:sldMk cId="3286182194" sldId="2104"/>
        </pc:sldMkLst>
        <pc:spChg chg="mod">
          <ac:chgData name="George Stephen, Reuben" userId="f36fcdba-2387-45bd-94a7-0c45a8a9ccec" providerId="ADAL" clId="{D718C948-CF6B-41FE-A860-5DC4AC4A19E0}" dt="2024-11-27T01:43:23.756" v="2941" actId="20577"/>
          <ac:spMkLst>
            <pc:docMk/>
            <pc:sldMk cId="3286182194" sldId="2104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D718C948-CF6B-41FE-A860-5DC4AC4A19E0}" dt="2024-11-27T01:39:36.216" v="2916" actId="403"/>
          <ac:spMkLst>
            <pc:docMk/>
            <pc:sldMk cId="3286182194" sldId="2104"/>
            <ac:spMk id="5" creationId="{F8E060D1-B40B-E1E5-A80F-9C6428879BB3}"/>
          </ac:spMkLst>
        </pc:spChg>
        <pc:spChg chg="mod">
          <ac:chgData name="George Stephen, Reuben" userId="f36fcdba-2387-45bd-94a7-0c45a8a9ccec" providerId="ADAL" clId="{D718C948-CF6B-41FE-A860-5DC4AC4A19E0}" dt="2024-11-27T01:42:07.121" v="2926" actId="12788"/>
          <ac:spMkLst>
            <pc:docMk/>
            <pc:sldMk cId="3286182194" sldId="2104"/>
            <ac:spMk id="7" creationId="{47920C0A-0F2D-E95D-D860-2B2905124F75}"/>
          </ac:spMkLst>
        </pc:spChg>
      </pc:sldChg>
      <pc:sldChg chg="modSp add mod">
        <pc:chgData name="George Stephen, Reuben" userId="f36fcdba-2387-45bd-94a7-0c45a8a9ccec" providerId="ADAL" clId="{D718C948-CF6B-41FE-A860-5DC4AC4A19E0}" dt="2024-11-27T01:43:18.415" v="2938" actId="20577"/>
        <pc:sldMkLst>
          <pc:docMk/>
          <pc:sldMk cId="3060670051" sldId="2105"/>
        </pc:sldMkLst>
        <pc:spChg chg="mod">
          <ac:chgData name="George Stephen, Reuben" userId="f36fcdba-2387-45bd-94a7-0c45a8a9ccec" providerId="ADAL" clId="{D718C948-CF6B-41FE-A860-5DC4AC4A19E0}" dt="2024-11-27T01:43:18.415" v="2938" actId="20577"/>
          <ac:spMkLst>
            <pc:docMk/>
            <pc:sldMk cId="3060670051" sldId="2105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D718C948-CF6B-41FE-A860-5DC4AC4A19E0}" dt="2024-11-27T01:41:27.530" v="2921" actId="20577"/>
          <ac:spMkLst>
            <pc:docMk/>
            <pc:sldMk cId="3060670051" sldId="2105"/>
            <ac:spMk id="5" creationId="{F8E060D1-B40B-E1E5-A80F-9C6428879BB3}"/>
          </ac:spMkLst>
        </pc:spChg>
        <pc:spChg chg="mod">
          <ac:chgData name="George Stephen, Reuben" userId="f36fcdba-2387-45bd-94a7-0c45a8a9ccec" providerId="ADAL" clId="{D718C948-CF6B-41FE-A860-5DC4AC4A19E0}" dt="2024-11-27T01:41:50.453" v="2923" actId="14100"/>
          <ac:spMkLst>
            <pc:docMk/>
            <pc:sldMk cId="3060670051" sldId="2105"/>
            <ac:spMk id="7" creationId="{47920C0A-0F2D-E95D-D860-2B2905124F75}"/>
          </ac:spMkLst>
        </pc:spChg>
      </pc:sldChg>
      <pc:sldChg chg="modSp add mod ord">
        <pc:chgData name="George Stephen, Reuben" userId="f36fcdba-2387-45bd-94a7-0c45a8a9ccec" providerId="ADAL" clId="{D718C948-CF6B-41FE-A860-5DC4AC4A19E0}" dt="2024-11-27T02:33:36.678" v="4043" actId="20577"/>
        <pc:sldMkLst>
          <pc:docMk/>
          <pc:sldMk cId="857973535" sldId="2106"/>
        </pc:sldMkLst>
        <pc:spChg chg="mod">
          <ac:chgData name="George Stephen, Reuben" userId="f36fcdba-2387-45bd-94a7-0c45a8a9ccec" providerId="ADAL" clId="{D718C948-CF6B-41FE-A860-5DC4AC4A19E0}" dt="2024-11-27T01:50:22.482" v="2955" actId="20577"/>
          <ac:spMkLst>
            <pc:docMk/>
            <pc:sldMk cId="857973535" sldId="2106"/>
            <ac:spMk id="2" creationId="{00000000-0000-0000-0000-000000000000}"/>
          </ac:spMkLst>
        </pc:spChg>
        <pc:spChg chg="mod">
          <ac:chgData name="George Stephen, Reuben" userId="f36fcdba-2387-45bd-94a7-0c45a8a9ccec" providerId="ADAL" clId="{D718C948-CF6B-41FE-A860-5DC4AC4A19E0}" dt="2024-11-27T02:33:36.678" v="4043" actId="20577"/>
          <ac:spMkLst>
            <pc:docMk/>
            <pc:sldMk cId="857973535" sldId="2106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D718C948-CF6B-41FE-A860-5DC4AC4A19E0}" dt="2024-11-27T01:51:27.120" v="3079" actId="403"/>
          <ac:spMkLst>
            <pc:docMk/>
            <pc:sldMk cId="857973535" sldId="2106"/>
            <ac:spMk id="5" creationId="{F8E060D1-B40B-E1E5-A80F-9C6428879BB3}"/>
          </ac:spMkLst>
        </pc:spChg>
        <pc:spChg chg="mod">
          <ac:chgData name="George Stephen, Reuben" userId="f36fcdba-2387-45bd-94a7-0c45a8a9ccec" providerId="ADAL" clId="{D718C948-CF6B-41FE-A860-5DC4AC4A19E0}" dt="2024-11-27T01:50:37.150" v="2962" actId="12788"/>
          <ac:spMkLst>
            <pc:docMk/>
            <pc:sldMk cId="857973535" sldId="2106"/>
            <ac:spMk id="7" creationId="{47920C0A-0F2D-E95D-D860-2B2905124F75}"/>
          </ac:spMkLst>
        </pc:spChg>
      </pc:sldChg>
      <pc:sldChg chg="add del">
        <pc:chgData name="George Stephen, Reuben" userId="f36fcdba-2387-45bd-94a7-0c45a8a9ccec" providerId="ADAL" clId="{D718C948-CF6B-41FE-A860-5DC4AC4A19E0}" dt="2024-11-27T01:43:01.422" v="2934" actId="47"/>
        <pc:sldMkLst>
          <pc:docMk/>
          <pc:sldMk cId="2020611650" sldId="2106"/>
        </pc:sldMkLst>
      </pc:sldChg>
      <pc:sldChg chg="modSp add mod">
        <pc:chgData name="George Stephen, Reuben" userId="f36fcdba-2387-45bd-94a7-0c45a8a9ccec" providerId="ADAL" clId="{D718C948-CF6B-41FE-A860-5DC4AC4A19E0}" dt="2024-11-27T02:33:41.310" v="4044" actId="20577"/>
        <pc:sldMkLst>
          <pc:docMk/>
          <pc:sldMk cId="704530043" sldId="2107"/>
        </pc:sldMkLst>
        <pc:spChg chg="mod">
          <ac:chgData name="George Stephen, Reuben" userId="f36fcdba-2387-45bd-94a7-0c45a8a9ccec" providerId="ADAL" clId="{D718C948-CF6B-41FE-A860-5DC4AC4A19E0}" dt="2024-11-27T02:33:41.310" v="4044" actId="20577"/>
          <ac:spMkLst>
            <pc:docMk/>
            <pc:sldMk cId="704530043" sldId="2107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D718C948-CF6B-41FE-A860-5DC4AC4A19E0}" dt="2024-11-27T01:52:47.056" v="3188" actId="12788"/>
          <ac:spMkLst>
            <pc:docMk/>
            <pc:sldMk cId="704530043" sldId="2107"/>
            <ac:spMk id="5" creationId="{F8E060D1-B40B-E1E5-A80F-9C6428879BB3}"/>
          </ac:spMkLst>
        </pc:spChg>
        <pc:spChg chg="mod">
          <ac:chgData name="George Stephen, Reuben" userId="f36fcdba-2387-45bd-94a7-0c45a8a9ccec" providerId="ADAL" clId="{D718C948-CF6B-41FE-A860-5DC4AC4A19E0}" dt="2024-11-27T01:52:31.855" v="3185" actId="12788"/>
          <ac:spMkLst>
            <pc:docMk/>
            <pc:sldMk cId="704530043" sldId="2107"/>
            <ac:spMk id="7" creationId="{47920C0A-0F2D-E95D-D860-2B2905124F75}"/>
          </ac:spMkLst>
        </pc:spChg>
      </pc:sldChg>
      <pc:sldChg chg="modSp add mod ord">
        <pc:chgData name="George Stephen, Reuben" userId="f36fcdba-2387-45bd-94a7-0c45a8a9ccec" providerId="ADAL" clId="{D718C948-CF6B-41FE-A860-5DC4AC4A19E0}" dt="2024-11-27T02:33:46.176" v="4045" actId="20577"/>
        <pc:sldMkLst>
          <pc:docMk/>
          <pc:sldMk cId="3401254681" sldId="2108"/>
        </pc:sldMkLst>
        <pc:spChg chg="mod">
          <ac:chgData name="George Stephen, Reuben" userId="f36fcdba-2387-45bd-94a7-0c45a8a9ccec" providerId="ADAL" clId="{D718C948-CF6B-41FE-A860-5DC4AC4A19E0}" dt="2024-11-27T02:33:46.176" v="4045" actId="20577"/>
          <ac:spMkLst>
            <pc:docMk/>
            <pc:sldMk cId="3401254681" sldId="2108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D718C948-CF6B-41FE-A860-5DC4AC4A19E0}" dt="2024-11-27T02:03:32.701" v="3313" actId="12788"/>
          <ac:spMkLst>
            <pc:docMk/>
            <pc:sldMk cId="3401254681" sldId="2108"/>
            <ac:spMk id="5" creationId="{F8E060D1-B40B-E1E5-A80F-9C6428879BB3}"/>
          </ac:spMkLst>
        </pc:spChg>
        <pc:spChg chg="mod">
          <ac:chgData name="George Stephen, Reuben" userId="f36fcdba-2387-45bd-94a7-0c45a8a9ccec" providerId="ADAL" clId="{D718C948-CF6B-41FE-A860-5DC4AC4A19E0}" dt="2024-11-27T02:03:15.546" v="3311" actId="6549"/>
          <ac:spMkLst>
            <pc:docMk/>
            <pc:sldMk cId="3401254681" sldId="2108"/>
            <ac:spMk id="7" creationId="{47920C0A-0F2D-E95D-D860-2B2905124F75}"/>
          </ac:spMkLst>
        </pc:spChg>
      </pc:sldChg>
      <pc:sldChg chg="modSp add mod">
        <pc:chgData name="George Stephen, Reuben" userId="f36fcdba-2387-45bd-94a7-0c45a8a9ccec" providerId="ADAL" clId="{D718C948-CF6B-41FE-A860-5DC4AC4A19E0}" dt="2024-11-27T02:33:50.272" v="4046" actId="20577"/>
        <pc:sldMkLst>
          <pc:docMk/>
          <pc:sldMk cId="2730171112" sldId="2109"/>
        </pc:sldMkLst>
        <pc:spChg chg="mod">
          <ac:chgData name="George Stephen, Reuben" userId="f36fcdba-2387-45bd-94a7-0c45a8a9ccec" providerId="ADAL" clId="{D718C948-CF6B-41FE-A860-5DC4AC4A19E0}" dt="2024-11-27T02:33:50.272" v="4046" actId="20577"/>
          <ac:spMkLst>
            <pc:docMk/>
            <pc:sldMk cId="2730171112" sldId="2109"/>
            <ac:spMk id="4" creationId="{11638D45-CE17-40C1-F11F-770D918C473D}"/>
          </ac:spMkLst>
        </pc:spChg>
      </pc:sldChg>
      <pc:sldChg chg="modSp add mod ord">
        <pc:chgData name="George Stephen, Reuben" userId="f36fcdba-2387-45bd-94a7-0c45a8a9ccec" providerId="ADAL" clId="{D718C948-CF6B-41FE-A860-5DC4AC4A19E0}" dt="2024-11-27T02:33:54.058" v="4047" actId="20577"/>
        <pc:sldMkLst>
          <pc:docMk/>
          <pc:sldMk cId="4242910047" sldId="2110"/>
        </pc:sldMkLst>
        <pc:spChg chg="mod">
          <ac:chgData name="George Stephen, Reuben" userId="f36fcdba-2387-45bd-94a7-0c45a8a9ccec" providerId="ADAL" clId="{D718C948-CF6B-41FE-A860-5DC4AC4A19E0}" dt="2024-11-27T02:33:54.058" v="4047" actId="20577"/>
          <ac:spMkLst>
            <pc:docMk/>
            <pc:sldMk cId="4242910047" sldId="2110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D718C948-CF6B-41FE-A860-5DC4AC4A19E0}" dt="2024-11-27T02:04:48.987" v="3447" actId="20577"/>
          <ac:spMkLst>
            <pc:docMk/>
            <pc:sldMk cId="4242910047" sldId="2110"/>
            <ac:spMk id="5" creationId="{F8E060D1-B40B-E1E5-A80F-9C6428879BB3}"/>
          </ac:spMkLst>
        </pc:spChg>
        <pc:spChg chg="mod">
          <ac:chgData name="George Stephen, Reuben" userId="f36fcdba-2387-45bd-94a7-0c45a8a9ccec" providerId="ADAL" clId="{D718C948-CF6B-41FE-A860-5DC4AC4A19E0}" dt="2024-11-27T02:04:15.183" v="3323" actId="403"/>
          <ac:spMkLst>
            <pc:docMk/>
            <pc:sldMk cId="4242910047" sldId="2110"/>
            <ac:spMk id="7" creationId="{47920C0A-0F2D-E95D-D860-2B2905124F75}"/>
          </ac:spMkLst>
        </pc:spChg>
      </pc:sldChg>
      <pc:sldChg chg="modSp add mod">
        <pc:chgData name="George Stephen, Reuben" userId="f36fcdba-2387-45bd-94a7-0c45a8a9ccec" providerId="ADAL" clId="{D718C948-CF6B-41FE-A860-5DC4AC4A19E0}" dt="2024-11-27T02:33:58.031" v="4048" actId="20577"/>
        <pc:sldMkLst>
          <pc:docMk/>
          <pc:sldMk cId="2956118983" sldId="2111"/>
        </pc:sldMkLst>
        <pc:spChg chg="mod">
          <ac:chgData name="George Stephen, Reuben" userId="f36fcdba-2387-45bd-94a7-0c45a8a9ccec" providerId="ADAL" clId="{D718C948-CF6B-41FE-A860-5DC4AC4A19E0}" dt="2024-11-27T02:33:58.031" v="4048" actId="20577"/>
          <ac:spMkLst>
            <pc:docMk/>
            <pc:sldMk cId="2956118983" sldId="2111"/>
            <ac:spMk id="4" creationId="{11638D45-CE17-40C1-F11F-770D918C473D}"/>
          </ac:spMkLst>
        </pc:spChg>
      </pc:sldChg>
      <pc:sldChg chg="modSp add mod ord">
        <pc:chgData name="George Stephen, Reuben" userId="f36fcdba-2387-45bd-94a7-0c45a8a9ccec" providerId="ADAL" clId="{D718C948-CF6B-41FE-A860-5DC4AC4A19E0}" dt="2024-11-27T02:34:03.625" v="4049" actId="20577"/>
        <pc:sldMkLst>
          <pc:docMk/>
          <pc:sldMk cId="428277199" sldId="2112"/>
        </pc:sldMkLst>
        <pc:spChg chg="mod">
          <ac:chgData name="George Stephen, Reuben" userId="f36fcdba-2387-45bd-94a7-0c45a8a9ccec" providerId="ADAL" clId="{D718C948-CF6B-41FE-A860-5DC4AC4A19E0}" dt="2024-11-27T02:34:03.625" v="4049" actId="20577"/>
          <ac:spMkLst>
            <pc:docMk/>
            <pc:sldMk cId="428277199" sldId="2112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D718C948-CF6B-41FE-A860-5DC4AC4A19E0}" dt="2024-11-27T02:08:16.771" v="3568" actId="20577"/>
          <ac:spMkLst>
            <pc:docMk/>
            <pc:sldMk cId="428277199" sldId="2112"/>
            <ac:spMk id="5" creationId="{F8E060D1-B40B-E1E5-A80F-9C6428879BB3}"/>
          </ac:spMkLst>
        </pc:spChg>
        <pc:spChg chg="mod">
          <ac:chgData name="George Stephen, Reuben" userId="f36fcdba-2387-45bd-94a7-0c45a8a9ccec" providerId="ADAL" clId="{D718C948-CF6B-41FE-A860-5DC4AC4A19E0}" dt="2024-11-27T02:07:42.046" v="3456" actId="403"/>
          <ac:spMkLst>
            <pc:docMk/>
            <pc:sldMk cId="428277199" sldId="2112"/>
            <ac:spMk id="7" creationId="{47920C0A-0F2D-E95D-D860-2B2905124F75}"/>
          </ac:spMkLst>
        </pc:spChg>
      </pc:sldChg>
      <pc:sldChg chg="modSp add mod">
        <pc:chgData name="George Stephen, Reuben" userId="f36fcdba-2387-45bd-94a7-0c45a8a9ccec" providerId="ADAL" clId="{D718C948-CF6B-41FE-A860-5DC4AC4A19E0}" dt="2024-11-27T02:34:33.851" v="4051" actId="20577"/>
        <pc:sldMkLst>
          <pc:docMk/>
          <pc:sldMk cId="3733631067" sldId="2113"/>
        </pc:sldMkLst>
        <pc:spChg chg="mod">
          <ac:chgData name="George Stephen, Reuben" userId="f36fcdba-2387-45bd-94a7-0c45a8a9ccec" providerId="ADAL" clId="{D718C948-CF6B-41FE-A860-5DC4AC4A19E0}" dt="2024-11-27T02:34:33.851" v="4051" actId="20577"/>
          <ac:spMkLst>
            <pc:docMk/>
            <pc:sldMk cId="3733631067" sldId="2113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D718C948-CF6B-41FE-A860-5DC4AC4A19E0}" dt="2024-11-27T02:10:22.157" v="3686" actId="6549"/>
          <ac:spMkLst>
            <pc:docMk/>
            <pc:sldMk cId="3733631067" sldId="2113"/>
            <ac:spMk id="5" creationId="{F8E060D1-B40B-E1E5-A80F-9C6428879BB3}"/>
          </ac:spMkLst>
        </pc:spChg>
        <pc:spChg chg="mod">
          <ac:chgData name="George Stephen, Reuben" userId="f36fcdba-2387-45bd-94a7-0c45a8a9ccec" providerId="ADAL" clId="{D718C948-CF6B-41FE-A860-5DC4AC4A19E0}" dt="2024-11-27T02:09:26.950" v="3579" actId="403"/>
          <ac:spMkLst>
            <pc:docMk/>
            <pc:sldMk cId="3733631067" sldId="2113"/>
            <ac:spMk id="7" creationId="{47920C0A-0F2D-E95D-D860-2B2905124F75}"/>
          </ac:spMkLst>
        </pc:spChg>
      </pc:sldChg>
      <pc:sldChg chg="modSp add mod">
        <pc:chgData name="George Stephen, Reuben" userId="f36fcdba-2387-45bd-94a7-0c45a8a9ccec" providerId="ADAL" clId="{D718C948-CF6B-41FE-A860-5DC4AC4A19E0}" dt="2024-11-27T02:34:29.761" v="4050" actId="20577"/>
        <pc:sldMkLst>
          <pc:docMk/>
          <pc:sldMk cId="2701264027" sldId="2114"/>
        </pc:sldMkLst>
        <pc:spChg chg="mod">
          <ac:chgData name="George Stephen, Reuben" userId="f36fcdba-2387-45bd-94a7-0c45a8a9ccec" providerId="ADAL" clId="{D718C948-CF6B-41FE-A860-5DC4AC4A19E0}" dt="2024-11-27T02:34:29.761" v="4050" actId="20577"/>
          <ac:spMkLst>
            <pc:docMk/>
            <pc:sldMk cId="2701264027" sldId="2114"/>
            <ac:spMk id="4" creationId="{11638D45-CE17-40C1-F11F-770D918C473D}"/>
          </ac:spMkLst>
        </pc:spChg>
      </pc:sldChg>
      <pc:sldChg chg="modSp add mod">
        <pc:chgData name="George Stephen, Reuben" userId="f36fcdba-2387-45bd-94a7-0c45a8a9ccec" providerId="ADAL" clId="{D718C948-CF6B-41FE-A860-5DC4AC4A19E0}" dt="2024-11-27T02:34:38.013" v="4052" actId="20577"/>
        <pc:sldMkLst>
          <pc:docMk/>
          <pc:sldMk cId="1314677271" sldId="2115"/>
        </pc:sldMkLst>
        <pc:spChg chg="mod">
          <ac:chgData name="George Stephen, Reuben" userId="f36fcdba-2387-45bd-94a7-0c45a8a9ccec" providerId="ADAL" clId="{D718C948-CF6B-41FE-A860-5DC4AC4A19E0}" dt="2024-11-27T02:34:38.013" v="4052" actId="20577"/>
          <ac:spMkLst>
            <pc:docMk/>
            <pc:sldMk cId="1314677271" sldId="2115"/>
            <ac:spMk id="4" creationId="{11638D45-CE17-40C1-F11F-770D918C473D}"/>
          </ac:spMkLst>
        </pc:spChg>
      </pc:sldChg>
      <pc:sldChg chg="modSp add mod ord">
        <pc:chgData name="George Stephen, Reuben" userId="f36fcdba-2387-45bd-94a7-0c45a8a9ccec" providerId="ADAL" clId="{D718C948-CF6B-41FE-A860-5DC4AC4A19E0}" dt="2024-11-27T02:34:41.313" v="4053" actId="20577"/>
        <pc:sldMkLst>
          <pc:docMk/>
          <pc:sldMk cId="790651853" sldId="2116"/>
        </pc:sldMkLst>
        <pc:spChg chg="mod">
          <ac:chgData name="George Stephen, Reuben" userId="f36fcdba-2387-45bd-94a7-0c45a8a9ccec" providerId="ADAL" clId="{D718C948-CF6B-41FE-A860-5DC4AC4A19E0}" dt="2024-11-27T02:34:41.313" v="4053" actId="20577"/>
          <ac:spMkLst>
            <pc:docMk/>
            <pc:sldMk cId="790651853" sldId="2116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D718C948-CF6B-41FE-A860-5DC4AC4A19E0}" dt="2024-11-27T02:17:53.669" v="3819" actId="20577"/>
          <ac:spMkLst>
            <pc:docMk/>
            <pc:sldMk cId="790651853" sldId="2116"/>
            <ac:spMk id="5" creationId="{F8E060D1-B40B-E1E5-A80F-9C6428879BB3}"/>
          </ac:spMkLst>
        </pc:spChg>
        <pc:spChg chg="mod">
          <ac:chgData name="George Stephen, Reuben" userId="f36fcdba-2387-45bd-94a7-0c45a8a9ccec" providerId="ADAL" clId="{D718C948-CF6B-41FE-A860-5DC4AC4A19E0}" dt="2024-11-27T02:17:05.023" v="3702" actId="20577"/>
          <ac:spMkLst>
            <pc:docMk/>
            <pc:sldMk cId="790651853" sldId="2116"/>
            <ac:spMk id="7" creationId="{47920C0A-0F2D-E95D-D860-2B2905124F75}"/>
          </ac:spMkLst>
        </pc:spChg>
      </pc:sldChg>
      <pc:sldChg chg="modSp add mod">
        <pc:chgData name="George Stephen, Reuben" userId="f36fcdba-2387-45bd-94a7-0c45a8a9ccec" providerId="ADAL" clId="{D718C948-CF6B-41FE-A860-5DC4AC4A19E0}" dt="2024-11-27T02:34:45.115" v="4054" actId="20577"/>
        <pc:sldMkLst>
          <pc:docMk/>
          <pc:sldMk cId="2079736272" sldId="2117"/>
        </pc:sldMkLst>
        <pc:spChg chg="mod">
          <ac:chgData name="George Stephen, Reuben" userId="f36fcdba-2387-45bd-94a7-0c45a8a9ccec" providerId="ADAL" clId="{D718C948-CF6B-41FE-A860-5DC4AC4A19E0}" dt="2024-11-27T02:34:45.115" v="4054" actId="20577"/>
          <ac:spMkLst>
            <pc:docMk/>
            <pc:sldMk cId="2079736272" sldId="2117"/>
            <ac:spMk id="4" creationId="{11638D45-CE17-40C1-F11F-770D918C473D}"/>
          </ac:spMkLst>
        </pc:spChg>
      </pc:sldChg>
      <pc:sldChg chg="add del">
        <pc:chgData name="George Stephen, Reuben" userId="f36fcdba-2387-45bd-94a7-0c45a8a9ccec" providerId="ADAL" clId="{D718C948-CF6B-41FE-A860-5DC4AC4A19E0}" dt="2024-11-27T10:49:06.260" v="4059"/>
        <pc:sldMkLst>
          <pc:docMk/>
          <pc:sldMk cId="1048846286" sldId="2118"/>
        </pc:sldMkLst>
      </pc:sldChg>
      <pc:sldChg chg="addSp delSp modSp add mod">
        <pc:chgData name="George Stephen, Reuben" userId="f36fcdba-2387-45bd-94a7-0c45a8a9ccec" providerId="ADAL" clId="{D718C948-CF6B-41FE-A860-5DC4AC4A19E0}" dt="2024-11-27T10:58:23.061" v="4070" actId="22"/>
        <pc:sldMkLst>
          <pc:docMk/>
          <pc:sldMk cId="3908188759" sldId="2118"/>
        </pc:sldMkLst>
        <pc:spChg chg="mod">
          <ac:chgData name="George Stephen, Reuben" userId="f36fcdba-2387-45bd-94a7-0c45a8a9ccec" providerId="ADAL" clId="{D718C948-CF6B-41FE-A860-5DC4AC4A19E0}" dt="2024-11-27T10:49:13.375" v="4063" actId="20577"/>
          <ac:spMkLst>
            <pc:docMk/>
            <pc:sldMk cId="3908188759" sldId="2118"/>
            <ac:spMk id="2" creationId="{00000000-0000-0000-0000-000000000000}"/>
          </ac:spMkLst>
        </pc:spChg>
        <pc:picChg chg="add del">
          <ac:chgData name="George Stephen, Reuben" userId="f36fcdba-2387-45bd-94a7-0c45a8a9ccec" providerId="ADAL" clId="{D718C948-CF6B-41FE-A860-5DC4AC4A19E0}" dt="2024-11-27T10:58:23.061" v="4070" actId="22"/>
          <ac:picMkLst>
            <pc:docMk/>
            <pc:sldMk cId="3908188759" sldId="2118"/>
            <ac:picMk id="5" creationId="{4F5C1588-A810-F4FC-6C84-1788A4BA83E4}"/>
          </ac:picMkLst>
        </pc:picChg>
      </pc:sldChg>
      <pc:sldChg chg="modSp add mod ord">
        <pc:chgData name="George Stephen, Reuben" userId="f36fcdba-2387-45bd-94a7-0c45a8a9ccec" providerId="ADAL" clId="{D718C948-CF6B-41FE-A860-5DC4AC4A19E0}" dt="2024-11-27T11:15:12.396" v="4171" actId="20577"/>
        <pc:sldMkLst>
          <pc:docMk/>
          <pc:sldMk cId="232143484" sldId="2119"/>
        </pc:sldMkLst>
        <pc:spChg chg="mod">
          <ac:chgData name="George Stephen, Reuben" userId="f36fcdba-2387-45bd-94a7-0c45a8a9ccec" providerId="ADAL" clId="{D718C948-CF6B-41FE-A860-5DC4AC4A19E0}" dt="2024-11-27T10:58:58.146" v="4076" actId="20577"/>
          <ac:spMkLst>
            <pc:docMk/>
            <pc:sldMk cId="232143484" sldId="2119"/>
            <ac:spMk id="2" creationId="{69072751-0DFD-E04D-8DBC-6192EE4B4B2A}"/>
          </ac:spMkLst>
        </pc:spChg>
        <pc:spChg chg="mod">
          <ac:chgData name="George Stephen, Reuben" userId="f36fcdba-2387-45bd-94a7-0c45a8a9ccec" providerId="ADAL" clId="{D718C948-CF6B-41FE-A860-5DC4AC4A19E0}" dt="2024-11-27T11:03:28.979" v="4109" actId="12788"/>
          <ac:spMkLst>
            <pc:docMk/>
            <pc:sldMk cId="232143484" sldId="2119"/>
            <ac:spMk id="3" creationId="{57AE222E-4671-212B-25A7-CE983FDD0D35}"/>
          </ac:spMkLst>
        </pc:spChg>
        <pc:spChg chg="mod">
          <ac:chgData name="George Stephen, Reuben" userId="f36fcdba-2387-45bd-94a7-0c45a8a9ccec" providerId="ADAL" clId="{D718C948-CF6B-41FE-A860-5DC4AC4A19E0}" dt="2024-11-27T10:59:48.608" v="4088" actId="1076"/>
          <ac:spMkLst>
            <pc:docMk/>
            <pc:sldMk cId="232143484" sldId="2119"/>
            <ac:spMk id="4" creationId="{064DE8CA-B187-EC06-A4FA-4F11CB386D6A}"/>
          </ac:spMkLst>
        </pc:spChg>
        <pc:spChg chg="mod">
          <ac:chgData name="George Stephen, Reuben" userId="f36fcdba-2387-45bd-94a7-0c45a8a9ccec" providerId="ADAL" clId="{D718C948-CF6B-41FE-A860-5DC4AC4A19E0}" dt="2024-11-27T11:15:12.396" v="4171" actId="20577"/>
          <ac:spMkLst>
            <pc:docMk/>
            <pc:sldMk cId="232143484" sldId="2119"/>
            <ac:spMk id="5" creationId="{603C9D2D-EACB-79F3-8672-19DF7AB738A1}"/>
          </ac:spMkLst>
        </pc:spChg>
      </pc:sldChg>
      <pc:sldChg chg="add del">
        <pc:chgData name="George Stephen, Reuben" userId="f36fcdba-2387-45bd-94a7-0c45a8a9ccec" providerId="ADAL" clId="{D718C948-CF6B-41FE-A860-5DC4AC4A19E0}" dt="2024-11-27T10:58:09.559" v="4068"/>
        <pc:sldMkLst>
          <pc:docMk/>
          <pc:sldMk cId="3721860169" sldId="2119"/>
        </pc:sldMkLst>
      </pc:sldChg>
      <pc:sldChg chg="new del">
        <pc:chgData name="George Stephen, Reuben" userId="f36fcdba-2387-45bd-94a7-0c45a8a9ccec" providerId="ADAL" clId="{D718C948-CF6B-41FE-A860-5DC4AC4A19E0}" dt="2024-11-27T11:03:37.938" v="4111" actId="47"/>
        <pc:sldMkLst>
          <pc:docMk/>
          <pc:sldMk cId="741340294" sldId="2120"/>
        </pc:sldMkLst>
      </pc:sldChg>
      <pc:sldChg chg="modSp add mod">
        <pc:chgData name="George Stephen, Reuben" userId="f36fcdba-2387-45bd-94a7-0c45a8a9ccec" providerId="ADAL" clId="{D718C948-CF6B-41FE-A860-5DC4AC4A19E0}" dt="2024-11-27T11:15:04.627" v="4169" actId="20577"/>
        <pc:sldMkLst>
          <pc:docMk/>
          <pc:sldMk cId="1476492113" sldId="2120"/>
        </pc:sldMkLst>
        <pc:spChg chg="mod">
          <ac:chgData name="George Stephen, Reuben" userId="f36fcdba-2387-45bd-94a7-0c45a8a9ccec" providerId="ADAL" clId="{D718C948-CF6B-41FE-A860-5DC4AC4A19E0}" dt="2024-11-27T11:04:46.050" v="4124" actId="403"/>
          <ac:spMkLst>
            <pc:docMk/>
            <pc:sldMk cId="1476492113" sldId="2120"/>
            <ac:spMk id="3" creationId="{57AE222E-4671-212B-25A7-CE983FDD0D35}"/>
          </ac:spMkLst>
        </pc:spChg>
        <pc:spChg chg="mod">
          <ac:chgData name="George Stephen, Reuben" userId="f36fcdba-2387-45bd-94a7-0c45a8a9ccec" providerId="ADAL" clId="{D718C948-CF6B-41FE-A860-5DC4AC4A19E0}" dt="2024-11-27T11:04:02.718" v="4115" actId="12788"/>
          <ac:spMkLst>
            <pc:docMk/>
            <pc:sldMk cId="1476492113" sldId="2120"/>
            <ac:spMk id="4" creationId="{064DE8CA-B187-EC06-A4FA-4F11CB386D6A}"/>
          </ac:spMkLst>
        </pc:spChg>
        <pc:spChg chg="mod">
          <ac:chgData name="George Stephen, Reuben" userId="f36fcdba-2387-45bd-94a7-0c45a8a9ccec" providerId="ADAL" clId="{D718C948-CF6B-41FE-A860-5DC4AC4A19E0}" dt="2024-11-27T11:15:04.627" v="4169" actId="20577"/>
          <ac:spMkLst>
            <pc:docMk/>
            <pc:sldMk cId="1476492113" sldId="2120"/>
            <ac:spMk id="5" creationId="{603C9D2D-EACB-79F3-8672-19DF7AB738A1}"/>
          </ac:spMkLst>
        </pc:spChg>
      </pc:sldChg>
      <pc:sldChg chg="modSp add mod">
        <pc:chgData name="George Stephen, Reuben" userId="f36fcdba-2387-45bd-94a7-0c45a8a9ccec" providerId="ADAL" clId="{D718C948-CF6B-41FE-A860-5DC4AC4A19E0}" dt="2024-11-27T11:14:49.929" v="4165" actId="20577"/>
        <pc:sldMkLst>
          <pc:docMk/>
          <pc:sldMk cId="2992116745" sldId="2121"/>
        </pc:sldMkLst>
        <pc:spChg chg="mod">
          <ac:chgData name="George Stephen, Reuben" userId="f36fcdba-2387-45bd-94a7-0c45a8a9ccec" providerId="ADAL" clId="{D718C948-CF6B-41FE-A860-5DC4AC4A19E0}" dt="2024-11-27T11:08:42.083" v="4138" actId="12788"/>
          <ac:spMkLst>
            <pc:docMk/>
            <pc:sldMk cId="2992116745" sldId="2121"/>
            <ac:spMk id="3" creationId="{57AE222E-4671-212B-25A7-CE983FDD0D35}"/>
          </ac:spMkLst>
        </pc:spChg>
        <pc:spChg chg="mod">
          <ac:chgData name="George Stephen, Reuben" userId="f36fcdba-2387-45bd-94a7-0c45a8a9ccec" providerId="ADAL" clId="{D718C948-CF6B-41FE-A860-5DC4AC4A19E0}" dt="2024-11-27T11:08:36.945" v="4136" actId="12788"/>
          <ac:spMkLst>
            <pc:docMk/>
            <pc:sldMk cId="2992116745" sldId="2121"/>
            <ac:spMk id="4" creationId="{064DE8CA-B187-EC06-A4FA-4F11CB386D6A}"/>
          </ac:spMkLst>
        </pc:spChg>
        <pc:spChg chg="mod">
          <ac:chgData name="George Stephen, Reuben" userId="f36fcdba-2387-45bd-94a7-0c45a8a9ccec" providerId="ADAL" clId="{D718C948-CF6B-41FE-A860-5DC4AC4A19E0}" dt="2024-11-27T11:14:49.929" v="4165" actId="20577"/>
          <ac:spMkLst>
            <pc:docMk/>
            <pc:sldMk cId="2992116745" sldId="2121"/>
            <ac:spMk id="5" creationId="{603C9D2D-EACB-79F3-8672-19DF7AB738A1}"/>
          </ac:spMkLst>
        </pc:spChg>
      </pc:sldChg>
      <pc:sldChg chg="modSp add mod">
        <pc:chgData name="George Stephen, Reuben" userId="f36fcdba-2387-45bd-94a7-0c45a8a9ccec" providerId="ADAL" clId="{D718C948-CF6B-41FE-A860-5DC4AC4A19E0}" dt="2024-11-27T11:14:35.532" v="4161" actId="20577"/>
        <pc:sldMkLst>
          <pc:docMk/>
          <pc:sldMk cId="1230635062" sldId="2122"/>
        </pc:sldMkLst>
        <pc:spChg chg="mod">
          <ac:chgData name="George Stephen, Reuben" userId="f36fcdba-2387-45bd-94a7-0c45a8a9ccec" providerId="ADAL" clId="{D718C948-CF6B-41FE-A860-5DC4AC4A19E0}" dt="2024-11-27T11:13:59.864" v="4155" actId="12788"/>
          <ac:spMkLst>
            <pc:docMk/>
            <pc:sldMk cId="1230635062" sldId="2122"/>
            <ac:spMk id="3" creationId="{57AE222E-4671-212B-25A7-CE983FDD0D35}"/>
          </ac:spMkLst>
        </pc:spChg>
        <pc:spChg chg="mod">
          <ac:chgData name="George Stephen, Reuben" userId="f36fcdba-2387-45bd-94a7-0c45a8a9ccec" providerId="ADAL" clId="{D718C948-CF6B-41FE-A860-5DC4AC4A19E0}" dt="2024-11-27T11:13:35.377" v="4147" actId="12788"/>
          <ac:spMkLst>
            <pc:docMk/>
            <pc:sldMk cId="1230635062" sldId="2122"/>
            <ac:spMk id="4" creationId="{064DE8CA-B187-EC06-A4FA-4F11CB386D6A}"/>
          </ac:spMkLst>
        </pc:spChg>
        <pc:spChg chg="mod">
          <ac:chgData name="George Stephen, Reuben" userId="f36fcdba-2387-45bd-94a7-0c45a8a9ccec" providerId="ADAL" clId="{D718C948-CF6B-41FE-A860-5DC4AC4A19E0}" dt="2024-11-27T11:14:35.532" v="4161" actId="20577"/>
          <ac:spMkLst>
            <pc:docMk/>
            <pc:sldMk cId="1230635062" sldId="2122"/>
            <ac:spMk id="5" creationId="{603C9D2D-EACB-79F3-8672-19DF7AB738A1}"/>
          </ac:spMkLst>
        </pc:spChg>
      </pc:sldChg>
      <pc:sldChg chg="modSp add del mod">
        <pc:chgData name="George Stephen, Reuben" userId="f36fcdba-2387-45bd-94a7-0c45a8a9ccec" providerId="ADAL" clId="{D718C948-CF6B-41FE-A860-5DC4AC4A19E0}" dt="2024-11-27T11:14:13.159" v="4158" actId="47"/>
        <pc:sldMkLst>
          <pc:docMk/>
          <pc:sldMk cId="529550018" sldId="2123"/>
        </pc:sldMkLst>
        <pc:spChg chg="mod">
          <ac:chgData name="George Stephen, Reuben" userId="f36fcdba-2387-45bd-94a7-0c45a8a9ccec" providerId="ADAL" clId="{D718C948-CF6B-41FE-A860-5DC4AC4A19E0}" dt="2024-11-27T11:12:48.260" v="4143" actId="12788"/>
          <ac:spMkLst>
            <pc:docMk/>
            <pc:sldMk cId="529550018" sldId="2123"/>
            <ac:spMk id="4" creationId="{064DE8CA-B187-EC06-A4FA-4F11CB386D6A}"/>
          </ac:spMkLst>
        </pc:spChg>
      </pc:sldChg>
      <pc:sldChg chg="modSp add mod">
        <pc:chgData name="George Stephen, Reuben" userId="f36fcdba-2387-45bd-94a7-0c45a8a9ccec" providerId="ADAL" clId="{D718C948-CF6B-41FE-A860-5DC4AC4A19E0}" dt="2024-11-27T11:14:40.869" v="4163" actId="20577"/>
        <pc:sldMkLst>
          <pc:docMk/>
          <pc:sldMk cId="1709174966" sldId="2124"/>
        </pc:sldMkLst>
        <pc:spChg chg="mod">
          <ac:chgData name="George Stephen, Reuben" userId="f36fcdba-2387-45bd-94a7-0c45a8a9ccec" providerId="ADAL" clId="{D718C948-CF6B-41FE-A860-5DC4AC4A19E0}" dt="2024-11-27T11:14:40.869" v="4163" actId="20577"/>
          <ac:spMkLst>
            <pc:docMk/>
            <pc:sldMk cId="1709174966" sldId="2124"/>
            <ac:spMk id="5" creationId="{603C9D2D-EACB-79F3-8672-19DF7AB738A1}"/>
          </ac:spMkLst>
        </pc:spChg>
      </pc:sldChg>
      <pc:sldChg chg="modSp add mod">
        <pc:chgData name="George Stephen, Reuben" userId="f36fcdba-2387-45bd-94a7-0c45a8a9ccec" providerId="ADAL" clId="{D718C948-CF6B-41FE-A860-5DC4AC4A19E0}" dt="2024-11-27T11:14:29.813" v="4159" actId="20577"/>
        <pc:sldMkLst>
          <pc:docMk/>
          <pc:sldMk cId="2374630931" sldId="2125"/>
        </pc:sldMkLst>
        <pc:spChg chg="mod">
          <ac:chgData name="George Stephen, Reuben" userId="f36fcdba-2387-45bd-94a7-0c45a8a9ccec" providerId="ADAL" clId="{D718C948-CF6B-41FE-A860-5DC4AC4A19E0}" dt="2024-11-27T11:14:29.813" v="4159" actId="20577"/>
          <ac:spMkLst>
            <pc:docMk/>
            <pc:sldMk cId="2374630931" sldId="2125"/>
            <ac:spMk id="5" creationId="{603C9D2D-EACB-79F3-8672-19DF7AB738A1}"/>
          </ac:spMkLst>
        </pc:spChg>
      </pc:sldChg>
      <pc:sldChg chg="modSp add mod">
        <pc:chgData name="George Stephen, Reuben" userId="f36fcdba-2387-45bd-94a7-0c45a8a9ccec" providerId="ADAL" clId="{D718C948-CF6B-41FE-A860-5DC4AC4A19E0}" dt="2024-11-27T11:17:12.860" v="4175" actId="20577"/>
        <pc:sldMkLst>
          <pc:docMk/>
          <pc:sldMk cId="2989904658" sldId="2126"/>
        </pc:sldMkLst>
        <pc:spChg chg="mod">
          <ac:chgData name="George Stephen, Reuben" userId="f36fcdba-2387-45bd-94a7-0c45a8a9ccec" providerId="ADAL" clId="{D718C948-CF6B-41FE-A860-5DC4AC4A19E0}" dt="2024-11-27T11:17:12.860" v="4175" actId="20577"/>
          <ac:spMkLst>
            <pc:docMk/>
            <pc:sldMk cId="2989904658" sldId="2126"/>
            <ac:spMk id="5" creationId="{CAE21420-34C8-30C5-50CE-1D01ED744F93}"/>
          </ac:spMkLst>
        </pc:spChg>
      </pc:sldChg>
      <pc:sldMasterChg chg="del delSldLayout">
        <pc:chgData name="George Stephen, Reuben" userId="f36fcdba-2387-45bd-94a7-0c45a8a9ccec" providerId="ADAL" clId="{D718C948-CF6B-41FE-A860-5DC4AC4A19E0}" dt="2024-11-26T21:43:59.228" v="0" actId="47"/>
        <pc:sldMasterMkLst>
          <pc:docMk/>
          <pc:sldMasterMk cId="1106396256" sldId="2147483763"/>
        </pc:sldMasterMkLst>
        <pc:sldLayoutChg chg="del">
          <pc:chgData name="George Stephen, Reuben" userId="f36fcdba-2387-45bd-94a7-0c45a8a9ccec" providerId="ADAL" clId="{D718C948-CF6B-41FE-A860-5DC4AC4A19E0}" dt="2024-11-26T21:43:59.228" v="0" actId="47"/>
          <pc:sldLayoutMkLst>
            <pc:docMk/>
            <pc:sldMasterMk cId="1106396256" sldId="2147483763"/>
            <pc:sldLayoutMk cId="2618405549" sldId="2147483764"/>
          </pc:sldLayoutMkLst>
        </pc:sldLayoutChg>
        <pc:sldLayoutChg chg="del">
          <pc:chgData name="George Stephen, Reuben" userId="f36fcdba-2387-45bd-94a7-0c45a8a9ccec" providerId="ADAL" clId="{D718C948-CF6B-41FE-A860-5DC4AC4A19E0}" dt="2024-11-26T21:43:59.228" v="0" actId="47"/>
          <pc:sldLayoutMkLst>
            <pc:docMk/>
            <pc:sldMasterMk cId="1106396256" sldId="2147483763"/>
            <pc:sldLayoutMk cId="1400816741" sldId="2147483765"/>
          </pc:sldLayoutMkLst>
        </pc:sldLayoutChg>
        <pc:sldLayoutChg chg="del">
          <pc:chgData name="George Stephen, Reuben" userId="f36fcdba-2387-45bd-94a7-0c45a8a9ccec" providerId="ADAL" clId="{D718C948-CF6B-41FE-A860-5DC4AC4A19E0}" dt="2024-11-26T21:43:59.228" v="0" actId="47"/>
          <pc:sldLayoutMkLst>
            <pc:docMk/>
            <pc:sldMasterMk cId="1106396256" sldId="2147483763"/>
            <pc:sldLayoutMk cId="644192860" sldId="2147483766"/>
          </pc:sldLayoutMkLst>
        </pc:sldLayoutChg>
        <pc:sldLayoutChg chg="del">
          <pc:chgData name="George Stephen, Reuben" userId="f36fcdba-2387-45bd-94a7-0c45a8a9ccec" providerId="ADAL" clId="{D718C948-CF6B-41FE-A860-5DC4AC4A19E0}" dt="2024-11-26T21:43:59.228" v="0" actId="47"/>
          <pc:sldLayoutMkLst>
            <pc:docMk/>
            <pc:sldMasterMk cId="1106396256" sldId="2147483763"/>
            <pc:sldLayoutMk cId="1705304059" sldId="2147483767"/>
          </pc:sldLayoutMkLst>
        </pc:sldLayoutChg>
        <pc:sldLayoutChg chg="del">
          <pc:chgData name="George Stephen, Reuben" userId="f36fcdba-2387-45bd-94a7-0c45a8a9ccec" providerId="ADAL" clId="{D718C948-CF6B-41FE-A860-5DC4AC4A19E0}" dt="2024-11-26T21:43:59.228" v="0" actId="47"/>
          <pc:sldLayoutMkLst>
            <pc:docMk/>
            <pc:sldMasterMk cId="1106396256" sldId="2147483763"/>
            <pc:sldLayoutMk cId="1254167202" sldId="2147483768"/>
          </pc:sldLayoutMkLst>
        </pc:sldLayoutChg>
        <pc:sldLayoutChg chg="del">
          <pc:chgData name="George Stephen, Reuben" userId="f36fcdba-2387-45bd-94a7-0c45a8a9ccec" providerId="ADAL" clId="{D718C948-CF6B-41FE-A860-5DC4AC4A19E0}" dt="2024-11-26T21:43:59.228" v="0" actId="47"/>
          <pc:sldLayoutMkLst>
            <pc:docMk/>
            <pc:sldMasterMk cId="1106396256" sldId="2147483763"/>
            <pc:sldLayoutMk cId="3976371811" sldId="2147483769"/>
          </pc:sldLayoutMkLst>
        </pc:sldLayoutChg>
        <pc:sldLayoutChg chg="del">
          <pc:chgData name="George Stephen, Reuben" userId="f36fcdba-2387-45bd-94a7-0c45a8a9ccec" providerId="ADAL" clId="{D718C948-CF6B-41FE-A860-5DC4AC4A19E0}" dt="2024-11-26T21:43:59.228" v="0" actId="47"/>
          <pc:sldLayoutMkLst>
            <pc:docMk/>
            <pc:sldMasterMk cId="1106396256" sldId="2147483763"/>
            <pc:sldLayoutMk cId="1536348156" sldId="2147483770"/>
          </pc:sldLayoutMkLst>
        </pc:sldLayoutChg>
        <pc:sldLayoutChg chg="del">
          <pc:chgData name="George Stephen, Reuben" userId="f36fcdba-2387-45bd-94a7-0c45a8a9ccec" providerId="ADAL" clId="{D718C948-CF6B-41FE-A860-5DC4AC4A19E0}" dt="2024-11-26T21:43:59.228" v="0" actId="47"/>
          <pc:sldLayoutMkLst>
            <pc:docMk/>
            <pc:sldMasterMk cId="1106396256" sldId="2147483763"/>
            <pc:sldLayoutMk cId="456141091" sldId="2147483771"/>
          </pc:sldLayoutMkLst>
        </pc:sldLayoutChg>
        <pc:sldLayoutChg chg="del">
          <pc:chgData name="George Stephen, Reuben" userId="f36fcdba-2387-45bd-94a7-0c45a8a9ccec" providerId="ADAL" clId="{D718C948-CF6B-41FE-A860-5DC4AC4A19E0}" dt="2024-11-26T21:43:59.228" v="0" actId="47"/>
          <pc:sldLayoutMkLst>
            <pc:docMk/>
            <pc:sldMasterMk cId="1106396256" sldId="2147483763"/>
            <pc:sldLayoutMk cId="950069304" sldId="2147483772"/>
          </pc:sldLayoutMkLst>
        </pc:sldLayoutChg>
        <pc:sldLayoutChg chg="del">
          <pc:chgData name="George Stephen, Reuben" userId="f36fcdba-2387-45bd-94a7-0c45a8a9ccec" providerId="ADAL" clId="{D718C948-CF6B-41FE-A860-5DC4AC4A19E0}" dt="2024-11-26T21:43:59.228" v="0" actId="47"/>
          <pc:sldLayoutMkLst>
            <pc:docMk/>
            <pc:sldMasterMk cId="1106396256" sldId="2147483763"/>
            <pc:sldLayoutMk cId="673448125" sldId="2147483773"/>
          </pc:sldLayoutMkLst>
        </pc:sldLayoutChg>
        <pc:sldLayoutChg chg="del">
          <pc:chgData name="George Stephen, Reuben" userId="f36fcdba-2387-45bd-94a7-0c45a8a9ccec" providerId="ADAL" clId="{D718C948-CF6B-41FE-A860-5DC4AC4A19E0}" dt="2024-11-26T21:43:59.228" v="0" actId="47"/>
          <pc:sldLayoutMkLst>
            <pc:docMk/>
            <pc:sldMasterMk cId="1106396256" sldId="2147483763"/>
            <pc:sldLayoutMk cId="1609365033" sldId="2147483774"/>
          </pc:sldLayoutMkLst>
        </pc:sldLayoutChg>
        <pc:sldLayoutChg chg="del">
          <pc:chgData name="George Stephen, Reuben" userId="f36fcdba-2387-45bd-94a7-0c45a8a9ccec" providerId="ADAL" clId="{D718C948-CF6B-41FE-A860-5DC4AC4A19E0}" dt="2024-11-26T21:43:59.228" v="0" actId="47"/>
          <pc:sldLayoutMkLst>
            <pc:docMk/>
            <pc:sldMasterMk cId="1106396256" sldId="2147483763"/>
            <pc:sldLayoutMk cId="4254420145" sldId="2147483776"/>
          </pc:sldLayoutMkLst>
        </pc:sldLayoutChg>
        <pc:sldLayoutChg chg="del">
          <pc:chgData name="George Stephen, Reuben" userId="f36fcdba-2387-45bd-94a7-0c45a8a9ccec" providerId="ADAL" clId="{D718C948-CF6B-41FE-A860-5DC4AC4A19E0}" dt="2024-11-26T21:43:59.228" v="0" actId="47"/>
          <pc:sldLayoutMkLst>
            <pc:docMk/>
            <pc:sldMasterMk cId="1106396256" sldId="2147483763"/>
            <pc:sldLayoutMk cId="455151034" sldId="2147483777"/>
          </pc:sldLayoutMkLst>
        </pc:sldLayoutChg>
        <pc:sldLayoutChg chg="del">
          <pc:chgData name="George Stephen, Reuben" userId="f36fcdba-2387-45bd-94a7-0c45a8a9ccec" providerId="ADAL" clId="{D718C948-CF6B-41FE-A860-5DC4AC4A19E0}" dt="2024-11-26T21:43:59.228" v="0" actId="47"/>
          <pc:sldLayoutMkLst>
            <pc:docMk/>
            <pc:sldMasterMk cId="1106396256" sldId="2147483763"/>
            <pc:sldLayoutMk cId="2848240076" sldId="2147483779"/>
          </pc:sldLayoutMkLst>
        </pc:sldLayoutChg>
      </pc:sldMasterChg>
      <pc:sldMasterChg chg="delSldLayout">
        <pc:chgData name="George Stephen, Reuben" userId="f36fcdba-2387-45bd-94a7-0c45a8a9ccec" providerId="ADAL" clId="{D718C948-CF6B-41FE-A860-5DC4AC4A19E0}" dt="2024-11-27T02:29:36.023" v="3868" actId="47"/>
        <pc:sldMasterMkLst>
          <pc:docMk/>
          <pc:sldMasterMk cId="2470830586" sldId="2147483810"/>
        </pc:sldMasterMkLst>
        <pc:sldLayoutChg chg="del">
          <pc:chgData name="George Stephen, Reuben" userId="f36fcdba-2387-45bd-94a7-0c45a8a9ccec" providerId="ADAL" clId="{D718C948-CF6B-41FE-A860-5DC4AC4A19E0}" dt="2024-11-27T02:29:36.023" v="3868" actId="47"/>
          <pc:sldLayoutMkLst>
            <pc:docMk/>
            <pc:sldMasterMk cId="2470830586" sldId="2147483810"/>
            <pc:sldLayoutMk cId="161717163" sldId="2147483839"/>
          </pc:sldLayoutMkLst>
        </pc:sldLayoutChg>
        <pc:sldLayoutChg chg="del">
          <pc:chgData name="George Stephen, Reuben" userId="f36fcdba-2387-45bd-94a7-0c45a8a9ccec" providerId="ADAL" clId="{D718C948-CF6B-41FE-A860-5DC4AC4A19E0}" dt="2024-11-27T02:29:23.309" v="3866" actId="47"/>
          <pc:sldLayoutMkLst>
            <pc:docMk/>
            <pc:sldMasterMk cId="2470830586" sldId="2147483810"/>
            <pc:sldLayoutMk cId="2117907463" sldId="2147483840"/>
          </pc:sldLayoutMkLst>
        </pc:sldLayoutChg>
      </pc:sldMasterChg>
      <pc:sldMasterChg chg="delSldLayout">
        <pc:chgData name="George Stephen, Reuben" userId="f36fcdba-2387-45bd-94a7-0c45a8a9ccec" providerId="ADAL" clId="{D718C948-CF6B-41FE-A860-5DC4AC4A19E0}" dt="2024-11-27T02:31:57.324" v="4028" actId="47"/>
        <pc:sldMasterMkLst>
          <pc:docMk/>
          <pc:sldMasterMk cId="682945313" sldId="2147483823"/>
        </pc:sldMasterMkLst>
        <pc:sldLayoutChg chg="del">
          <pc:chgData name="George Stephen, Reuben" userId="f36fcdba-2387-45bd-94a7-0c45a8a9ccec" providerId="ADAL" clId="{D718C948-CF6B-41FE-A860-5DC4AC4A19E0}" dt="2024-11-27T02:31:57.324" v="4028" actId="47"/>
          <pc:sldLayoutMkLst>
            <pc:docMk/>
            <pc:sldMasterMk cId="682945313" sldId="2147483823"/>
            <pc:sldLayoutMk cId="1890240739" sldId="2147483838"/>
          </pc:sldLayoutMkLst>
        </pc:sldLayoutChg>
      </pc:sldMasterChg>
    </pc:docChg>
  </pc:docChgLst>
  <pc:docChgLst>
    <pc:chgData name="santhu cj" userId="df1391bd8e115781" providerId="LiveId" clId="{60094F05-B79C-41FB-A079-8237040C7A22}"/>
    <pc:docChg chg="undo custSel modSld">
      <pc:chgData name="santhu cj" userId="df1391bd8e115781" providerId="LiveId" clId="{60094F05-B79C-41FB-A079-8237040C7A22}" dt="2024-11-29T13:57:09.132" v="388" actId="14100"/>
      <pc:docMkLst>
        <pc:docMk/>
      </pc:docMkLst>
      <pc:sldChg chg="modSp mod">
        <pc:chgData name="santhu cj" userId="df1391bd8e115781" providerId="LiveId" clId="{60094F05-B79C-41FB-A079-8237040C7A22}" dt="2024-11-29T13:26:59.846" v="18" actId="255"/>
        <pc:sldMkLst>
          <pc:docMk/>
          <pc:sldMk cId="3368756669" sldId="1545"/>
        </pc:sldMkLst>
        <pc:spChg chg="mod">
          <ac:chgData name="santhu cj" userId="df1391bd8e115781" providerId="LiveId" clId="{60094F05-B79C-41FB-A079-8237040C7A22}" dt="2024-11-29T13:26:59.846" v="18" actId="255"/>
          <ac:spMkLst>
            <pc:docMk/>
            <pc:sldMk cId="3368756669" sldId="1545"/>
            <ac:spMk id="3" creationId="{57AE222E-4671-212B-25A7-CE983FDD0D35}"/>
          </ac:spMkLst>
        </pc:spChg>
        <pc:spChg chg="mod">
          <ac:chgData name="santhu cj" userId="df1391bd8e115781" providerId="LiveId" clId="{60094F05-B79C-41FB-A079-8237040C7A22}" dt="2024-11-29T13:26:47.409" v="17" actId="255"/>
          <ac:spMkLst>
            <pc:docMk/>
            <pc:sldMk cId="3368756669" sldId="1545"/>
            <ac:spMk id="4" creationId="{064DE8CA-B187-EC06-A4FA-4F11CB386D6A}"/>
          </ac:spMkLst>
        </pc:spChg>
      </pc:sldChg>
      <pc:sldChg chg="modSp mod">
        <pc:chgData name="santhu cj" userId="df1391bd8e115781" providerId="LiveId" clId="{60094F05-B79C-41FB-A079-8237040C7A22}" dt="2024-11-29T13:42:43.534" v="269" actId="1076"/>
        <pc:sldMkLst>
          <pc:docMk/>
          <pc:sldMk cId="2901638533" sldId="1838"/>
        </pc:sldMkLst>
        <pc:spChg chg="mod">
          <ac:chgData name="santhu cj" userId="df1391bd8e115781" providerId="LiveId" clId="{60094F05-B79C-41FB-A079-8237040C7A22}" dt="2024-11-29T13:42:43.534" v="269" actId="1076"/>
          <ac:spMkLst>
            <pc:docMk/>
            <pc:sldMk cId="2901638533" sldId="1838"/>
            <ac:spMk id="5" creationId="{F8E060D1-B40B-E1E5-A80F-9C6428879BB3}"/>
          </ac:spMkLst>
        </pc:spChg>
      </pc:sldChg>
      <pc:sldChg chg="modSp mod">
        <pc:chgData name="santhu cj" userId="df1391bd8e115781" providerId="LiveId" clId="{60094F05-B79C-41FB-A079-8237040C7A22}" dt="2024-11-29T13:41:44.878" v="263" actId="13926"/>
        <pc:sldMkLst>
          <pc:docMk/>
          <pc:sldMk cId="2857978467" sldId="1870"/>
        </pc:sldMkLst>
        <pc:spChg chg="mod">
          <ac:chgData name="santhu cj" userId="df1391bd8e115781" providerId="LiveId" clId="{60094F05-B79C-41FB-A079-8237040C7A22}" dt="2024-11-29T13:41:44.878" v="263" actId="13926"/>
          <ac:spMkLst>
            <pc:docMk/>
            <pc:sldMk cId="2857978467" sldId="1870"/>
            <ac:spMk id="7" creationId="{094E9A69-B612-35E4-DEEF-5092DA0A0A97}"/>
          </ac:spMkLst>
        </pc:spChg>
      </pc:sldChg>
      <pc:sldChg chg="modSp mod">
        <pc:chgData name="santhu cj" userId="df1391bd8e115781" providerId="LiveId" clId="{60094F05-B79C-41FB-A079-8237040C7A22}" dt="2024-11-29T13:48:54.684" v="322" actId="1076"/>
        <pc:sldMkLst>
          <pc:docMk/>
          <pc:sldMk cId="1836938301" sldId="1877"/>
        </pc:sldMkLst>
        <pc:spChg chg="mod">
          <ac:chgData name="santhu cj" userId="df1391bd8e115781" providerId="LiveId" clId="{60094F05-B79C-41FB-A079-8237040C7A22}" dt="2024-11-29T13:48:50.783" v="321" actId="14100"/>
          <ac:spMkLst>
            <pc:docMk/>
            <pc:sldMk cId="1836938301" sldId="1877"/>
            <ac:spMk id="5" creationId="{E1F1EFBD-D8DB-04ED-7503-169422F63279}"/>
          </ac:spMkLst>
        </pc:spChg>
        <pc:spChg chg="mod">
          <ac:chgData name="santhu cj" userId="df1391bd8e115781" providerId="LiveId" clId="{60094F05-B79C-41FB-A079-8237040C7A22}" dt="2024-11-29T13:48:54.684" v="322" actId="1076"/>
          <ac:spMkLst>
            <pc:docMk/>
            <pc:sldMk cId="1836938301" sldId="1877"/>
            <ac:spMk id="8" creationId="{C5D76EF0-1CD8-4E41-5D94-FD2ACFE75985}"/>
          </ac:spMkLst>
        </pc:spChg>
      </pc:sldChg>
      <pc:sldChg chg="modSp mod">
        <pc:chgData name="santhu cj" userId="df1391bd8e115781" providerId="LiveId" clId="{60094F05-B79C-41FB-A079-8237040C7A22}" dt="2024-11-29T13:24:27.644" v="0" actId="1076"/>
        <pc:sldMkLst>
          <pc:docMk/>
          <pc:sldMk cId="88404620" sldId="1980"/>
        </pc:sldMkLst>
        <pc:spChg chg="mod">
          <ac:chgData name="santhu cj" userId="df1391bd8e115781" providerId="LiveId" clId="{60094F05-B79C-41FB-A079-8237040C7A22}" dt="2024-11-29T13:24:27.644" v="0" actId="1076"/>
          <ac:spMkLst>
            <pc:docMk/>
            <pc:sldMk cId="88404620" sldId="1980"/>
            <ac:spMk id="12" creationId="{7905A2DF-1131-91B8-F9F4-29C2BA98F4E1}"/>
          </ac:spMkLst>
        </pc:spChg>
      </pc:sldChg>
      <pc:sldChg chg="modSp mod">
        <pc:chgData name="santhu cj" userId="df1391bd8e115781" providerId="LiveId" clId="{60094F05-B79C-41FB-A079-8237040C7A22}" dt="2024-11-29T13:35:39.530" v="148" actId="1076"/>
        <pc:sldMkLst>
          <pc:docMk/>
          <pc:sldMk cId="1700184848" sldId="1992"/>
        </pc:sldMkLst>
        <pc:spChg chg="mod">
          <ac:chgData name="santhu cj" userId="df1391bd8e115781" providerId="LiveId" clId="{60094F05-B79C-41FB-A079-8237040C7A22}" dt="2024-11-29T13:35:28.086" v="147" actId="255"/>
          <ac:spMkLst>
            <pc:docMk/>
            <pc:sldMk cId="1700184848" sldId="1992"/>
            <ac:spMk id="3" creationId="{911E9448-57F3-BEE2-3014-88DC125C3AF6}"/>
          </ac:spMkLst>
        </pc:spChg>
        <pc:spChg chg="mod">
          <ac:chgData name="santhu cj" userId="df1391bd8e115781" providerId="LiveId" clId="{60094F05-B79C-41FB-A079-8237040C7A22}" dt="2024-11-29T13:35:39.530" v="148" actId="1076"/>
          <ac:spMkLst>
            <pc:docMk/>
            <pc:sldMk cId="1700184848" sldId="1992"/>
            <ac:spMk id="5" creationId="{7A9E4F5E-F433-A77D-054E-01E586305C40}"/>
          </ac:spMkLst>
        </pc:spChg>
      </pc:sldChg>
      <pc:sldChg chg="modSp mod">
        <pc:chgData name="santhu cj" userId="df1391bd8e115781" providerId="LiveId" clId="{60094F05-B79C-41FB-A079-8237040C7A22}" dt="2024-11-29T13:50:50.345" v="333" actId="1076"/>
        <pc:sldMkLst>
          <pc:docMk/>
          <pc:sldMk cId="3779911877" sldId="1997"/>
        </pc:sldMkLst>
        <pc:spChg chg="mod">
          <ac:chgData name="santhu cj" userId="df1391bd8e115781" providerId="LiveId" clId="{60094F05-B79C-41FB-A079-8237040C7A22}" dt="2024-11-29T13:49:57.823" v="329" actId="14100"/>
          <ac:spMkLst>
            <pc:docMk/>
            <pc:sldMk cId="3779911877" sldId="1997"/>
            <ac:spMk id="3" creationId="{4BF9CA61-6680-419C-A597-2B8F90F492F3}"/>
          </ac:spMkLst>
        </pc:spChg>
        <pc:spChg chg="mod">
          <ac:chgData name="santhu cj" userId="df1391bd8e115781" providerId="LiveId" clId="{60094F05-B79C-41FB-A079-8237040C7A22}" dt="2024-11-29T13:50:08.258" v="330" actId="1076"/>
          <ac:spMkLst>
            <pc:docMk/>
            <pc:sldMk cId="3779911877" sldId="1997"/>
            <ac:spMk id="4" creationId="{A67C32CD-2719-CA0F-3828-F988FCD21F34}"/>
          </ac:spMkLst>
        </pc:spChg>
        <pc:spChg chg="mod">
          <ac:chgData name="santhu cj" userId="df1391bd8e115781" providerId="LiveId" clId="{60094F05-B79C-41FB-A079-8237040C7A22}" dt="2024-11-29T13:50:39.212" v="332" actId="1076"/>
          <ac:spMkLst>
            <pc:docMk/>
            <pc:sldMk cId="3779911877" sldId="1997"/>
            <ac:spMk id="5" creationId="{325AF87E-9D48-CE0B-9C0A-5C85175F49A4}"/>
          </ac:spMkLst>
        </pc:spChg>
        <pc:spChg chg="mod">
          <ac:chgData name="santhu cj" userId="df1391bd8e115781" providerId="LiveId" clId="{60094F05-B79C-41FB-A079-8237040C7A22}" dt="2024-11-29T13:50:08.258" v="330" actId="1076"/>
          <ac:spMkLst>
            <pc:docMk/>
            <pc:sldMk cId="3779911877" sldId="1997"/>
            <ac:spMk id="14" creationId="{C449743F-D2C7-0BD4-FD15-3CFDCF5BE512}"/>
          </ac:spMkLst>
        </pc:spChg>
        <pc:spChg chg="mod">
          <ac:chgData name="santhu cj" userId="df1391bd8e115781" providerId="LiveId" clId="{60094F05-B79C-41FB-A079-8237040C7A22}" dt="2024-11-29T13:50:50.345" v="333" actId="1076"/>
          <ac:spMkLst>
            <pc:docMk/>
            <pc:sldMk cId="3779911877" sldId="1997"/>
            <ac:spMk id="15" creationId="{4873C800-2BCD-1A5C-2116-D0DB95F18A28}"/>
          </ac:spMkLst>
        </pc:spChg>
        <pc:spChg chg="mod">
          <ac:chgData name="santhu cj" userId="df1391bd8e115781" providerId="LiveId" clId="{60094F05-B79C-41FB-A079-8237040C7A22}" dt="2024-11-29T13:50:50.345" v="333" actId="1076"/>
          <ac:spMkLst>
            <pc:docMk/>
            <pc:sldMk cId="3779911877" sldId="1997"/>
            <ac:spMk id="16" creationId="{8284CC31-57EE-A9A3-A7C3-30CFF301C0D8}"/>
          </ac:spMkLst>
        </pc:spChg>
      </pc:sldChg>
      <pc:sldChg chg="modSp mod">
        <pc:chgData name="santhu cj" userId="df1391bd8e115781" providerId="LiveId" clId="{60094F05-B79C-41FB-A079-8237040C7A22}" dt="2024-11-29T13:24:33.062" v="1" actId="1076"/>
        <pc:sldMkLst>
          <pc:docMk/>
          <pc:sldMk cId="135951298" sldId="2078"/>
        </pc:sldMkLst>
        <pc:spChg chg="mod">
          <ac:chgData name="santhu cj" userId="df1391bd8e115781" providerId="LiveId" clId="{60094F05-B79C-41FB-A079-8237040C7A22}" dt="2024-11-29T13:24:33.062" v="1" actId="1076"/>
          <ac:spMkLst>
            <pc:docMk/>
            <pc:sldMk cId="135951298" sldId="2078"/>
            <ac:spMk id="12" creationId="{7905A2DF-1131-91B8-F9F4-29C2BA98F4E1}"/>
          </ac:spMkLst>
        </pc:spChg>
      </pc:sldChg>
      <pc:sldChg chg="modSp mod">
        <pc:chgData name="santhu cj" userId="df1391bd8e115781" providerId="LiveId" clId="{60094F05-B79C-41FB-A079-8237040C7A22}" dt="2024-11-29T13:24:39.659" v="2" actId="1076"/>
        <pc:sldMkLst>
          <pc:docMk/>
          <pc:sldMk cId="28187846" sldId="2079"/>
        </pc:sldMkLst>
        <pc:spChg chg="mod">
          <ac:chgData name="santhu cj" userId="df1391bd8e115781" providerId="LiveId" clId="{60094F05-B79C-41FB-A079-8237040C7A22}" dt="2024-11-29T13:24:39.659" v="2" actId="1076"/>
          <ac:spMkLst>
            <pc:docMk/>
            <pc:sldMk cId="28187846" sldId="2079"/>
            <ac:spMk id="12" creationId="{7905A2DF-1131-91B8-F9F4-29C2BA98F4E1}"/>
          </ac:spMkLst>
        </pc:spChg>
      </pc:sldChg>
      <pc:sldChg chg="modSp mod">
        <pc:chgData name="santhu cj" userId="df1391bd8e115781" providerId="LiveId" clId="{60094F05-B79C-41FB-A079-8237040C7A22}" dt="2024-11-29T13:24:49.510" v="3" actId="1076"/>
        <pc:sldMkLst>
          <pc:docMk/>
          <pc:sldMk cId="3431673887" sldId="2080"/>
        </pc:sldMkLst>
        <pc:spChg chg="mod">
          <ac:chgData name="santhu cj" userId="df1391bd8e115781" providerId="LiveId" clId="{60094F05-B79C-41FB-A079-8237040C7A22}" dt="2024-11-29T13:24:49.510" v="3" actId="1076"/>
          <ac:spMkLst>
            <pc:docMk/>
            <pc:sldMk cId="3431673887" sldId="2080"/>
            <ac:spMk id="12" creationId="{7905A2DF-1131-91B8-F9F4-29C2BA98F4E1}"/>
          </ac:spMkLst>
        </pc:spChg>
      </pc:sldChg>
      <pc:sldChg chg="modSp mod">
        <pc:chgData name="santhu cj" userId="df1391bd8e115781" providerId="LiveId" clId="{60094F05-B79C-41FB-A079-8237040C7A22}" dt="2024-11-29T13:28:19.575" v="26" actId="1076"/>
        <pc:sldMkLst>
          <pc:docMk/>
          <pc:sldMk cId="2383278397" sldId="2081"/>
        </pc:sldMkLst>
        <pc:spChg chg="mod">
          <ac:chgData name="santhu cj" userId="df1391bd8e115781" providerId="LiveId" clId="{60094F05-B79C-41FB-A079-8237040C7A22}" dt="2024-11-29T13:28:19.575" v="26" actId="1076"/>
          <ac:spMkLst>
            <pc:docMk/>
            <pc:sldMk cId="2383278397" sldId="2081"/>
            <ac:spMk id="3" creationId="{57AE222E-4671-212B-25A7-CE983FDD0D35}"/>
          </ac:spMkLst>
        </pc:spChg>
        <pc:spChg chg="mod">
          <ac:chgData name="santhu cj" userId="df1391bd8e115781" providerId="LiveId" clId="{60094F05-B79C-41FB-A079-8237040C7A22}" dt="2024-11-29T13:27:58.258" v="22" actId="6549"/>
          <ac:spMkLst>
            <pc:docMk/>
            <pc:sldMk cId="2383278397" sldId="2081"/>
            <ac:spMk id="4" creationId="{064DE8CA-B187-EC06-A4FA-4F11CB386D6A}"/>
          </ac:spMkLst>
        </pc:spChg>
      </pc:sldChg>
      <pc:sldChg chg="modSp mod">
        <pc:chgData name="santhu cj" userId="df1391bd8e115781" providerId="LiveId" clId="{60094F05-B79C-41FB-A079-8237040C7A22}" dt="2024-11-29T13:27:23.082" v="20" actId="2710"/>
        <pc:sldMkLst>
          <pc:docMk/>
          <pc:sldMk cId="31160737" sldId="2082"/>
        </pc:sldMkLst>
        <pc:spChg chg="mod">
          <ac:chgData name="santhu cj" userId="df1391bd8e115781" providerId="LiveId" clId="{60094F05-B79C-41FB-A079-8237040C7A22}" dt="2024-11-29T13:27:23.082" v="20" actId="2710"/>
          <ac:spMkLst>
            <pc:docMk/>
            <pc:sldMk cId="31160737" sldId="2082"/>
            <ac:spMk id="3" creationId="{57AE222E-4671-212B-25A7-CE983FDD0D35}"/>
          </ac:spMkLst>
        </pc:spChg>
        <pc:spChg chg="mod">
          <ac:chgData name="santhu cj" userId="df1391bd8e115781" providerId="LiveId" clId="{60094F05-B79C-41FB-A079-8237040C7A22}" dt="2024-11-29T13:27:13.981" v="19" actId="1076"/>
          <ac:spMkLst>
            <pc:docMk/>
            <pc:sldMk cId="31160737" sldId="2082"/>
            <ac:spMk id="4" creationId="{064DE8CA-B187-EC06-A4FA-4F11CB386D6A}"/>
          </ac:spMkLst>
        </pc:spChg>
      </pc:sldChg>
      <pc:sldChg chg="modSp mod">
        <pc:chgData name="santhu cj" userId="df1391bd8e115781" providerId="LiveId" clId="{60094F05-B79C-41FB-A079-8237040C7A22}" dt="2024-11-29T13:29:28.649" v="33" actId="2710"/>
        <pc:sldMkLst>
          <pc:docMk/>
          <pc:sldMk cId="4214780262" sldId="2083"/>
        </pc:sldMkLst>
        <pc:spChg chg="mod">
          <ac:chgData name="santhu cj" userId="df1391bd8e115781" providerId="LiveId" clId="{60094F05-B79C-41FB-A079-8237040C7A22}" dt="2024-11-29T13:29:28.649" v="33" actId="2710"/>
          <ac:spMkLst>
            <pc:docMk/>
            <pc:sldMk cId="4214780262" sldId="2083"/>
            <ac:spMk id="3" creationId="{57AE222E-4671-212B-25A7-CE983FDD0D35}"/>
          </ac:spMkLst>
        </pc:spChg>
        <pc:spChg chg="mod">
          <ac:chgData name="santhu cj" userId="df1391bd8e115781" providerId="LiveId" clId="{60094F05-B79C-41FB-A079-8237040C7A22}" dt="2024-11-29T13:29:17.766" v="31" actId="1076"/>
          <ac:spMkLst>
            <pc:docMk/>
            <pc:sldMk cId="4214780262" sldId="2083"/>
            <ac:spMk id="4" creationId="{064DE8CA-B187-EC06-A4FA-4F11CB386D6A}"/>
          </ac:spMkLst>
        </pc:spChg>
      </pc:sldChg>
      <pc:sldChg chg="modSp mod">
        <pc:chgData name="santhu cj" userId="df1391bd8e115781" providerId="LiveId" clId="{60094F05-B79C-41FB-A079-8237040C7A22}" dt="2024-11-29T13:30:30.562" v="39" actId="2710"/>
        <pc:sldMkLst>
          <pc:docMk/>
          <pc:sldMk cId="553287939" sldId="2084"/>
        </pc:sldMkLst>
        <pc:spChg chg="mod">
          <ac:chgData name="santhu cj" userId="df1391bd8e115781" providerId="LiveId" clId="{60094F05-B79C-41FB-A079-8237040C7A22}" dt="2024-11-29T13:30:30.562" v="39" actId="2710"/>
          <ac:spMkLst>
            <pc:docMk/>
            <pc:sldMk cId="553287939" sldId="2084"/>
            <ac:spMk id="3" creationId="{57AE222E-4671-212B-25A7-CE983FDD0D35}"/>
          </ac:spMkLst>
        </pc:spChg>
        <pc:spChg chg="mod">
          <ac:chgData name="santhu cj" userId="df1391bd8e115781" providerId="LiveId" clId="{60094F05-B79C-41FB-A079-8237040C7A22}" dt="2024-11-29T13:30:05.552" v="35" actId="14100"/>
          <ac:spMkLst>
            <pc:docMk/>
            <pc:sldMk cId="553287939" sldId="2084"/>
            <ac:spMk id="4" creationId="{064DE8CA-B187-EC06-A4FA-4F11CB386D6A}"/>
          </ac:spMkLst>
        </pc:spChg>
      </pc:sldChg>
      <pc:sldChg chg="modSp mod">
        <pc:chgData name="santhu cj" userId="df1391bd8e115781" providerId="LiveId" clId="{60094F05-B79C-41FB-A079-8237040C7A22}" dt="2024-11-29T13:31:09.602" v="42" actId="2710"/>
        <pc:sldMkLst>
          <pc:docMk/>
          <pc:sldMk cId="3672045793" sldId="2085"/>
        </pc:sldMkLst>
        <pc:spChg chg="mod">
          <ac:chgData name="santhu cj" userId="df1391bd8e115781" providerId="LiveId" clId="{60094F05-B79C-41FB-A079-8237040C7A22}" dt="2024-11-29T13:31:09.602" v="42" actId="2710"/>
          <ac:spMkLst>
            <pc:docMk/>
            <pc:sldMk cId="3672045793" sldId="2085"/>
            <ac:spMk id="3" creationId="{57AE222E-4671-212B-25A7-CE983FDD0D35}"/>
          </ac:spMkLst>
        </pc:spChg>
        <pc:spChg chg="mod">
          <ac:chgData name="santhu cj" userId="df1391bd8e115781" providerId="LiveId" clId="{60094F05-B79C-41FB-A079-8237040C7A22}" dt="2024-11-29T13:30:55.413" v="40" actId="20577"/>
          <ac:spMkLst>
            <pc:docMk/>
            <pc:sldMk cId="3672045793" sldId="2085"/>
            <ac:spMk id="4" creationId="{064DE8CA-B187-EC06-A4FA-4F11CB386D6A}"/>
          </ac:spMkLst>
        </pc:spChg>
      </pc:sldChg>
      <pc:sldChg chg="modSp mod">
        <pc:chgData name="santhu cj" userId="df1391bd8e115781" providerId="LiveId" clId="{60094F05-B79C-41FB-A079-8237040C7A22}" dt="2024-11-29T13:33:18.568" v="63" actId="1036"/>
        <pc:sldMkLst>
          <pc:docMk/>
          <pc:sldMk cId="474597300" sldId="2086"/>
        </pc:sldMkLst>
        <pc:spChg chg="mod">
          <ac:chgData name="santhu cj" userId="df1391bd8e115781" providerId="LiveId" clId="{60094F05-B79C-41FB-A079-8237040C7A22}" dt="2024-11-29T13:33:18.568" v="63" actId="1036"/>
          <ac:spMkLst>
            <pc:docMk/>
            <pc:sldMk cId="474597300" sldId="2086"/>
            <ac:spMk id="3" creationId="{57AE222E-4671-212B-25A7-CE983FDD0D35}"/>
          </ac:spMkLst>
        </pc:spChg>
        <pc:spChg chg="mod">
          <ac:chgData name="santhu cj" userId="df1391bd8e115781" providerId="LiveId" clId="{60094F05-B79C-41FB-A079-8237040C7A22}" dt="2024-11-29T13:33:18.568" v="63" actId="1036"/>
          <ac:spMkLst>
            <pc:docMk/>
            <pc:sldMk cId="474597300" sldId="2086"/>
            <ac:spMk id="4" creationId="{064DE8CA-B187-EC06-A4FA-4F11CB386D6A}"/>
          </ac:spMkLst>
        </pc:spChg>
      </pc:sldChg>
      <pc:sldChg chg="modSp mod">
        <pc:chgData name="santhu cj" userId="df1391bd8e115781" providerId="LiveId" clId="{60094F05-B79C-41FB-A079-8237040C7A22}" dt="2024-11-29T13:33:37.452" v="65" actId="1076"/>
        <pc:sldMkLst>
          <pc:docMk/>
          <pc:sldMk cId="715583817" sldId="2087"/>
        </pc:sldMkLst>
        <pc:spChg chg="mod">
          <ac:chgData name="santhu cj" userId="df1391bd8e115781" providerId="LiveId" clId="{60094F05-B79C-41FB-A079-8237040C7A22}" dt="2024-11-29T13:33:37.452" v="65" actId="1076"/>
          <ac:spMkLst>
            <pc:docMk/>
            <pc:sldMk cId="715583817" sldId="2087"/>
            <ac:spMk id="3" creationId="{57AE222E-4671-212B-25A7-CE983FDD0D35}"/>
          </ac:spMkLst>
        </pc:spChg>
        <pc:spChg chg="mod">
          <ac:chgData name="santhu cj" userId="df1391bd8e115781" providerId="LiveId" clId="{60094F05-B79C-41FB-A079-8237040C7A22}" dt="2024-11-29T13:33:37.452" v="65" actId="1076"/>
          <ac:spMkLst>
            <pc:docMk/>
            <pc:sldMk cId="715583817" sldId="2087"/>
            <ac:spMk id="4" creationId="{064DE8CA-B187-EC06-A4FA-4F11CB386D6A}"/>
          </ac:spMkLst>
        </pc:spChg>
      </pc:sldChg>
      <pc:sldChg chg="modSp mod">
        <pc:chgData name="santhu cj" userId="df1391bd8e115781" providerId="LiveId" clId="{60094F05-B79C-41FB-A079-8237040C7A22}" dt="2024-11-29T13:34:26.937" v="103" actId="1076"/>
        <pc:sldMkLst>
          <pc:docMk/>
          <pc:sldMk cId="1413847964" sldId="2088"/>
        </pc:sldMkLst>
        <pc:spChg chg="mod">
          <ac:chgData name="santhu cj" userId="df1391bd8e115781" providerId="LiveId" clId="{60094F05-B79C-41FB-A079-8237040C7A22}" dt="2024-11-29T13:33:56.839" v="82" actId="1036"/>
          <ac:spMkLst>
            <pc:docMk/>
            <pc:sldMk cId="1413847964" sldId="2088"/>
            <ac:spMk id="3" creationId="{57AE222E-4671-212B-25A7-CE983FDD0D35}"/>
          </ac:spMkLst>
        </pc:spChg>
        <pc:spChg chg="mod">
          <ac:chgData name="santhu cj" userId="df1391bd8e115781" providerId="LiveId" clId="{60094F05-B79C-41FB-A079-8237040C7A22}" dt="2024-11-29T13:34:26.937" v="103" actId="1076"/>
          <ac:spMkLst>
            <pc:docMk/>
            <pc:sldMk cId="1413847964" sldId="2088"/>
            <ac:spMk id="4" creationId="{064DE8CA-B187-EC06-A4FA-4F11CB386D6A}"/>
          </ac:spMkLst>
        </pc:spChg>
      </pc:sldChg>
      <pc:sldChg chg="modSp mod">
        <pc:chgData name="santhu cj" userId="df1391bd8e115781" providerId="LiveId" clId="{60094F05-B79C-41FB-A079-8237040C7A22}" dt="2024-11-29T13:34:18.973" v="102" actId="1076"/>
        <pc:sldMkLst>
          <pc:docMk/>
          <pc:sldMk cId="3944897203" sldId="2089"/>
        </pc:sldMkLst>
        <pc:spChg chg="mod">
          <ac:chgData name="santhu cj" userId="df1391bd8e115781" providerId="LiveId" clId="{60094F05-B79C-41FB-A079-8237040C7A22}" dt="2024-11-29T13:34:18.973" v="102" actId="1076"/>
          <ac:spMkLst>
            <pc:docMk/>
            <pc:sldMk cId="3944897203" sldId="2089"/>
            <ac:spMk id="3" creationId="{57AE222E-4671-212B-25A7-CE983FDD0D35}"/>
          </ac:spMkLst>
        </pc:spChg>
        <pc:spChg chg="mod">
          <ac:chgData name="santhu cj" userId="df1391bd8e115781" providerId="LiveId" clId="{60094F05-B79C-41FB-A079-8237040C7A22}" dt="2024-11-29T13:34:11.004" v="101" actId="1036"/>
          <ac:spMkLst>
            <pc:docMk/>
            <pc:sldMk cId="3944897203" sldId="2089"/>
            <ac:spMk id="4" creationId="{064DE8CA-B187-EC06-A4FA-4F11CB386D6A}"/>
          </ac:spMkLst>
        </pc:spChg>
      </pc:sldChg>
      <pc:sldChg chg="modSp mod">
        <pc:chgData name="santhu cj" userId="df1391bd8e115781" providerId="LiveId" clId="{60094F05-B79C-41FB-A079-8237040C7A22}" dt="2024-11-29T13:34:46.933" v="123" actId="1036"/>
        <pc:sldMkLst>
          <pc:docMk/>
          <pc:sldMk cId="1535848707" sldId="2090"/>
        </pc:sldMkLst>
        <pc:spChg chg="mod">
          <ac:chgData name="santhu cj" userId="df1391bd8e115781" providerId="LiveId" clId="{60094F05-B79C-41FB-A079-8237040C7A22}" dt="2024-11-29T13:34:46.933" v="123" actId="1036"/>
          <ac:spMkLst>
            <pc:docMk/>
            <pc:sldMk cId="1535848707" sldId="2090"/>
            <ac:spMk id="3" creationId="{57AE222E-4671-212B-25A7-CE983FDD0D35}"/>
          </ac:spMkLst>
        </pc:spChg>
        <pc:spChg chg="mod">
          <ac:chgData name="santhu cj" userId="df1391bd8e115781" providerId="LiveId" clId="{60094F05-B79C-41FB-A079-8237040C7A22}" dt="2024-11-29T13:34:46.933" v="123" actId="1036"/>
          <ac:spMkLst>
            <pc:docMk/>
            <pc:sldMk cId="1535848707" sldId="2090"/>
            <ac:spMk id="4" creationId="{064DE8CA-B187-EC06-A4FA-4F11CB386D6A}"/>
          </ac:spMkLst>
        </pc:spChg>
      </pc:sldChg>
      <pc:sldChg chg="modSp mod">
        <pc:chgData name="santhu cj" userId="df1391bd8e115781" providerId="LiveId" clId="{60094F05-B79C-41FB-A079-8237040C7A22}" dt="2024-11-29T13:35:08.286" v="146" actId="1076"/>
        <pc:sldMkLst>
          <pc:docMk/>
          <pc:sldMk cId="3257183805" sldId="2091"/>
        </pc:sldMkLst>
        <pc:spChg chg="mod">
          <ac:chgData name="santhu cj" userId="df1391bd8e115781" providerId="LiveId" clId="{60094F05-B79C-41FB-A079-8237040C7A22}" dt="2024-11-29T13:35:08.286" v="146" actId="1076"/>
          <ac:spMkLst>
            <pc:docMk/>
            <pc:sldMk cId="3257183805" sldId="2091"/>
            <ac:spMk id="3" creationId="{57AE222E-4671-212B-25A7-CE983FDD0D35}"/>
          </ac:spMkLst>
        </pc:spChg>
        <pc:spChg chg="mod">
          <ac:chgData name="santhu cj" userId="df1391bd8e115781" providerId="LiveId" clId="{60094F05-B79C-41FB-A079-8237040C7A22}" dt="2024-11-29T13:35:01.834" v="145" actId="1036"/>
          <ac:spMkLst>
            <pc:docMk/>
            <pc:sldMk cId="3257183805" sldId="2091"/>
            <ac:spMk id="4" creationId="{064DE8CA-B187-EC06-A4FA-4F11CB386D6A}"/>
          </ac:spMkLst>
        </pc:spChg>
      </pc:sldChg>
      <pc:sldChg chg="modSp mod">
        <pc:chgData name="santhu cj" userId="df1391bd8e115781" providerId="LiveId" clId="{60094F05-B79C-41FB-A079-8237040C7A22}" dt="2024-11-29T13:35:58.447" v="151" actId="1076"/>
        <pc:sldMkLst>
          <pc:docMk/>
          <pc:sldMk cId="3148288789" sldId="2092"/>
        </pc:sldMkLst>
        <pc:spChg chg="mod">
          <ac:chgData name="santhu cj" userId="df1391bd8e115781" providerId="LiveId" clId="{60094F05-B79C-41FB-A079-8237040C7A22}" dt="2024-11-29T13:35:58.447" v="151" actId="1076"/>
          <ac:spMkLst>
            <pc:docMk/>
            <pc:sldMk cId="3148288789" sldId="2092"/>
            <ac:spMk id="3" creationId="{911E9448-57F3-BEE2-3014-88DC125C3AF6}"/>
          </ac:spMkLst>
        </pc:spChg>
        <pc:spChg chg="mod">
          <ac:chgData name="santhu cj" userId="df1391bd8e115781" providerId="LiveId" clId="{60094F05-B79C-41FB-A079-8237040C7A22}" dt="2024-11-29T13:35:46.809" v="149" actId="1076"/>
          <ac:spMkLst>
            <pc:docMk/>
            <pc:sldMk cId="3148288789" sldId="2092"/>
            <ac:spMk id="5" creationId="{7A9E4F5E-F433-A77D-054E-01E586305C40}"/>
          </ac:spMkLst>
        </pc:spChg>
      </pc:sldChg>
      <pc:sldChg chg="modSp mod">
        <pc:chgData name="santhu cj" userId="df1391bd8e115781" providerId="LiveId" clId="{60094F05-B79C-41FB-A079-8237040C7A22}" dt="2024-11-29T13:36:11.634" v="153" actId="1076"/>
        <pc:sldMkLst>
          <pc:docMk/>
          <pc:sldMk cId="4015449293" sldId="2093"/>
        </pc:sldMkLst>
        <pc:spChg chg="mod">
          <ac:chgData name="santhu cj" userId="df1391bd8e115781" providerId="LiveId" clId="{60094F05-B79C-41FB-A079-8237040C7A22}" dt="2024-11-29T13:36:05.271" v="152" actId="255"/>
          <ac:spMkLst>
            <pc:docMk/>
            <pc:sldMk cId="4015449293" sldId="2093"/>
            <ac:spMk id="3" creationId="{911E9448-57F3-BEE2-3014-88DC125C3AF6}"/>
          </ac:spMkLst>
        </pc:spChg>
        <pc:spChg chg="mod">
          <ac:chgData name="santhu cj" userId="df1391bd8e115781" providerId="LiveId" clId="{60094F05-B79C-41FB-A079-8237040C7A22}" dt="2024-11-29T13:36:11.634" v="153" actId="1076"/>
          <ac:spMkLst>
            <pc:docMk/>
            <pc:sldMk cId="4015449293" sldId="2093"/>
            <ac:spMk id="5" creationId="{7A9E4F5E-F433-A77D-054E-01E586305C40}"/>
          </ac:spMkLst>
        </pc:spChg>
      </pc:sldChg>
      <pc:sldChg chg="modSp mod">
        <pc:chgData name="santhu cj" userId="df1391bd8e115781" providerId="LiveId" clId="{60094F05-B79C-41FB-A079-8237040C7A22}" dt="2024-11-29T13:36:51.602" v="160" actId="14100"/>
        <pc:sldMkLst>
          <pc:docMk/>
          <pc:sldMk cId="3444100627" sldId="2094"/>
        </pc:sldMkLst>
        <pc:spChg chg="mod">
          <ac:chgData name="santhu cj" userId="df1391bd8e115781" providerId="LiveId" clId="{60094F05-B79C-41FB-A079-8237040C7A22}" dt="2024-11-29T13:36:31.640" v="156" actId="14100"/>
          <ac:spMkLst>
            <pc:docMk/>
            <pc:sldMk cId="3444100627" sldId="2094"/>
            <ac:spMk id="3" creationId="{911E9448-57F3-BEE2-3014-88DC125C3AF6}"/>
          </ac:spMkLst>
        </pc:spChg>
        <pc:spChg chg="mod">
          <ac:chgData name="santhu cj" userId="df1391bd8e115781" providerId="LiveId" clId="{60094F05-B79C-41FB-A079-8237040C7A22}" dt="2024-11-29T13:36:51.602" v="160" actId="14100"/>
          <ac:spMkLst>
            <pc:docMk/>
            <pc:sldMk cId="3444100627" sldId="2094"/>
            <ac:spMk id="5" creationId="{7A9E4F5E-F433-A77D-054E-01E586305C40}"/>
          </ac:spMkLst>
        </pc:spChg>
      </pc:sldChg>
      <pc:sldChg chg="addSp modSp mod">
        <pc:chgData name="santhu cj" userId="df1391bd8e115781" providerId="LiveId" clId="{60094F05-B79C-41FB-A079-8237040C7A22}" dt="2024-11-29T13:52:34.271" v="347" actId="164"/>
        <pc:sldMkLst>
          <pc:docMk/>
          <pc:sldMk cId="4271417104" sldId="2095"/>
        </pc:sldMkLst>
        <pc:spChg chg="mod">
          <ac:chgData name="santhu cj" userId="df1391bd8e115781" providerId="LiveId" clId="{60094F05-B79C-41FB-A079-8237040C7A22}" dt="2024-11-29T13:51:26.197" v="338" actId="14100"/>
          <ac:spMkLst>
            <pc:docMk/>
            <pc:sldMk cId="4271417104" sldId="2095"/>
            <ac:spMk id="3" creationId="{4BF9CA61-6680-419C-A597-2B8F90F492F3}"/>
          </ac:spMkLst>
        </pc:spChg>
        <pc:spChg chg="mod">
          <ac:chgData name="santhu cj" userId="df1391bd8e115781" providerId="LiveId" clId="{60094F05-B79C-41FB-A079-8237040C7A22}" dt="2024-11-29T13:52:13.451" v="345" actId="164"/>
          <ac:spMkLst>
            <pc:docMk/>
            <pc:sldMk cId="4271417104" sldId="2095"/>
            <ac:spMk id="4" creationId="{A67C32CD-2719-CA0F-3828-F988FCD21F34}"/>
          </ac:spMkLst>
        </pc:spChg>
        <pc:spChg chg="mod">
          <ac:chgData name="santhu cj" userId="df1391bd8e115781" providerId="LiveId" clId="{60094F05-B79C-41FB-A079-8237040C7A22}" dt="2024-11-29T13:52:23.751" v="346" actId="14100"/>
          <ac:spMkLst>
            <pc:docMk/>
            <pc:sldMk cId="4271417104" sldId="2095"/>
            <ac:spMk id="5" creationId="{325AF87E-9D48-CE0B-9C0A-5C85175F49A4}"/>
          </ac:spMkLst>
        </pc:spChg>
        <pc:spChg chg="mod">
          <ac:chgData name="santhu cj" userId="df1391bd8e115781" providerId="LiveId" clId="{60094F05-B79C-41FB-A079-8237040C7A22}" dt="2024-11-29T13:52:13.451" v="345" actId="164"/>
          <ac:spMkLst>
            <pc:docMk/>
            <pc:sldMk cId="4271417104" sldId="2095"/>
            <ac:spMk id="14" creationId="{C449743F-D2C7-0BD4-FD15-3CFDCF5BE512}"/>
          </ac:spMkLst>
        </pc:spChg>
        <pc:spChg chg="mod">
          <ac:chgData name="santhu cj" userId="df1391bd8e115781" providerId="LiveId" clId="{60094F05-B79C-41FB-A079-8237040C7A22}" dt="2024-11-29T13:52:34.271" v="347" actId="164"/>
          <ac:spMkLst>
            <pc:docMk/>
            <pc:sldMk cId="4271417104" sldId="2095"/>
            <ac:spMk id="15" creationId="{4873C800-2BCD-1A5C-2116-D0DB95F18A28}"/>
          </ac:spMkLst>
        </pc:spChg>
        <pc:spChg chg="mod">
          <ac:chgData name="santhu cj" userId="df1391bd8e115781" providerId="LiveId" clId="{60094F05-B79C-41FB-A079-8237040C7A22}" dt="2024-11-29T13:52:34.271" v="347" actId="164"/>
          <ac:spMkLst>
            <pc:docMk/>
            <pc:sldMk cId="4271417104" sldId="2095"/>
            <ac:spMk id="16" creationId="{8284CC31-57EE-A9A3-A7C3-30CFF301C0D8}"/>
          </ac:spMkLst>
        </pc:spChg>
        <pc:grpChg chg="add mod">
          <ac:chgData name="santhu cj" userId="df1391bd8e115781" providerId="LiveId" clId="{60094F05-B79C-41FB-A079-8237040C7A22}" dt="2024-11-29T13:52:13.451" v="345" actId="164"/>
          <ac:grpSpMkLst>
            <pc:docMk/>
            <pc:sldMk cId="4271417104" sldId="2095"/>
            <ac:grpSpMk id="7" creationId="{73879B05-54EA-9991-24D6-2CC89F7E441E}"/>
          </ac:grpSpMkLst>
        </pc:grpChg>
        <pc:grpChg chg="add mod">
          <ac:chgData name="santhu cj" userId="df1391bd8e115781" providerId="LiveId" clId="{60094F05-B79C-41FB-A079-8237040C7A22}" dt="2024-11-29T13:52:34.271" v="347" actId="164"/>
          <ac:grpSpMkLst>
            <pc:docMk/>
            <pc:sldMk cId="4271417104" sldId="2095"/>
            <ac:grpSpMk id="8" creationId="{203DDCE1-80AB-8716-4B15-9DA9E45FE455}"/>
          </ac:grpSpMkLst>
        </pc:grpChg>
      </pc:sldChg>
      <pc:sldChg chg="addSp delSp modSp mod">
        <pc:chgData name="santhu cj" userId="df1391bd8e115781" providerId="LiveId" clId="{60094F05-B79C-41FB-A079-8237040C7A22}" dt="2024-11-29T13:53:45.160" v="358" actId="14100"/>
        <pc:sldMkLst>
          <pc:docMk/>
          <pc:sldMk cId="1776788544" sldId="2096"/>
        </pc:sldMkLst>
        <pc:spChg chg="mod">
          <ac:chgData name="santhu cj" userId="df1391bd8e115781" providerId="LiveId" clId="{60094F05-B79C-41FB-A079-8237040C7A22}" dt="2024-11-29T13:53:42.071" v="357" actId="14100"/>
          <ac:spMkLst>
            <pc:docMk/>
            <pc:sldMk cId="1776788544" sldId="2096"/>
            <ac:spMk id="3" creationId="{4BF9CA61-6680-419C-A597-2B8F90F492F3}"/>
          </ac:spMkLst>
        </pc:spChg>
        <pc:spChg chg="del">
          <ac:chgData name="santhu cj" userId="df1391bd8e115781" providerId="LiveId" clId="{60094F05-B79C-41FB-A079-8237040C7A22}" dt="2024-11-29T13:52:59.482" v="349" actId="478"/>
          <ac:spMkLst>
            <pc:docMk/>
            <pc:sldMk cId="1776788544" sldId="2096"/>
            <ac:spMk id="4" creationId="{A67C32CD-2719-CA0F-3828-F988FCD21F34}"/>
          </ac:spMkLst>
        </pc:spChg>
        <pc:spChg chg="mod">
          <ac:chgData name="santhu cj" userId="df1391bd8e115781" providerId="LiveId" clId="{60094F05-B79C-41FB-A079-8237040C7A22}" dt="2024-11-29T13:53:45.160" v="358" actId="14100"/>
          <ac:spMkLst>
            <pc:docMk/>
            <pc:sldMk cId="1776788544" sldId="2096"/>
            <ac:spMk id="5" creationId="{325AF87E-9D48-CE0B-9C0A-5C85175F49A4}"/>
          </ac:spMkLst>
        </pc:spChg>
        <pc:spChg chg="mod">
          <ac:chgData name="santhu cj" userId="df1391bd8e115781" providerId="LiveId" clId="{60094F05-B79C-41FB-A079-8237040C7A22}" dt="2024-11-29T13:52:56.287" v="348"/>
          <ac:spMkLst>
            <pc:docMk/>
            <pc:sldMk cId="1776788544" sldId="2096"/>
            <ac:spMk id="8" creationId="{A0D7BF84-1441-DF1B-CC2B-D25F4A4DB0FC}"/>
          </ac:spMkLst>
        </pc:spChg>
        <pc:spChg chg="mod">
          <ac:chgData name="santhu cj" userId="df1391bd8e115781" providerId="LiveId" clId="{60094F05-B79C-41FB-A079-8237040C7A22}" dt="2024-11-29T13:52:56.287" v="348"/>
          <ac:spMkLst>
            <pc:docMk/>
            <pc:sldMk cId="1776788544" sldId="2096"/>
            <ac:spMk id="9" creationId="{4DF3748C-8142-E7C4-98A1-D5C9B833882E}"/>
          </ac:spMkLst>
        </pc:spChg>
        <pc:spChg chg="mod">
          <ac:chgData name="santhu cj" userId="df1391bd8e115781" providerId="LiveId" clId="{60094F05-B79C-41FB-A079-8237040C7A22}" dt="2024-11-29T13:52:56.287" v="348"/>
          <ac:spMkLst>
            <pc:docMk/>
            <pc:sldMk cId="1776788544" sldId="2096"/>
            <ac:spMk id="11" creationId="{8960F71C-8340-316F-40EE-1437165D2750}"/>
          </ac:spMkLst>
        </pc:spChg>
        <pc:spChg chg="mod">
          <ac:chgData name="santhu cj" userId="df1391bd8e115781" providerId="LiveId" clId="{60094F05-B79C-41FB-A079-8237040C7A22}" dt="2024-11-29T13:52:56.287" v="348"/>
          <ac:spMkLst>
            <pc:docMk/>
            <pc:sldMk cId="1776788544" sldId="2096"/>
            <ac:spMk id="12" creationId="{DCDF4D7B-359E-2D86-404A-4560A28C0ADA}"/>
          </ac:spMkLst>
        </pc:spChg>
        <pc:spChg chg="del">
          <ac:chgData name="santhu cj" userId="df1391bd8e115781" providerId="LiveId" clId="{60094F05-B79C-41FB-A079-8237040C7A22}" dt="2024-11-29T13:53:04.768" v="350" actId="478"/>
          <ac:spMkLst>
            <pc:docMk/>
            <pc:sldMk cId="1776788544" sldId="2096"/>
            <ac:spMk id="14" creationId="{C449743F-D2C7-0BD4-FD15-3CFDCF5BE512}"/>
          </ac:spMkLst>
        </pc:spChg>
        <pc:spChg chg="del">
          <ac:chgData name="santhu cj" userId="df1391bd8e115781" providerId="LiveId" clId="{60094F05-B79C-41FB-A079-8237040C7A22}" dt="2024-11-29T13:53:07.180" v="351" actId="478"/>
          <ac:spMkLst>
            <pc:docMk/>
            <pc:sldMk cId="1776788544" sldId="2096"/>
            <ac:spMk id="15" creationId="{4873C800-2BCD-1A5C-2116-D0DB95F18A28}"/>
          </ac:spMkLst>
        </pc:spChg>
        <pc:spChg chg="del">
          <ac:chgData name="santhu cj" userId="df1391bd8e115781" providerId="LiveId" clId="{60094F05-B79C-41FB-A079-8237040C7A22}" dt="2024-11-29T13:53:11.658" v="352" actId="478"/>
          <ac:spMkLst>
            <pc:docMk/>
            <pc:sldMk cId="1776788544" sldId="2096"/>
            <ac:spMk id="16" creationId="{8284CC31-57EE-A9A3-A7C3-30CFF301C0D8}"/>
          </ac:spMkLst>
        </pc:spChg>
        <pc:grpChg chg="add mod">
          <ac:chgData name="santhu cj" userId="df1391bd8e115781" providerId="LiveId" clId="{60094F05-B79C-41FB-A079-8237040C7A22}" dt="2024-11-29T13:52:56.287" v="348"/>
          <ac:grpSpMkLst>
            <pc:docMk/>
            <pc:sldMk cId="1776788544" sldId="2096"/>
            <ac:grpSpMk id="7" creationId="{9C73EFB3-74C7-8FDF-6E9F-CC028AFFC6ED}"/>
          </ac:grpSpMkLst>
        </pc:grpChg>
        <pc:grpChg chg="add mod">
          <ac:chgData name="santhu cj" userId="df1391bd8e115781" providerId="LiveId" clId="{60094F05-B79C-41FB-A079-8237040C7A22}" dt="2024-11-29T13:52:56.287" v="348"/>
          <ac:grpSpMkLst>
            <pc:docMk/>
            <pc:sldMk cId="1776788544" sldId="2096"/>
            <ac:grpSpMk id="10" creationId="{5B37BDFD-C9DB-C9F6-D08C-4C8D771D13AA}"/>
          </ac:grpSpMkLst>
        </pc:grpChg>
      </pc:sldChg>
      <pc:sldChg chg="addSp delSp modSp mod">
        <pc:chgData name="santhu cj" userId="df1391bd8e115781" providerId="LiveId" clId="{60094F05-B79C-41FB-A079-8237040C7A22}" dt="2024-11-29T13:54:53.013" v="370" actId="478"/>
        <pc:sldMkLst>
          <pc:docMk/>
          <pc:sldMk cId="1183633564" sldId="2097"/>
        </pc:sldMkLst>
        <pc:spChg chg="mod">
          <ac:chgData name="santhu cj" userId="df1391bd8e115781" providerId="LiveId" clId="{60094F05-B79C-41FB-A079-8237040C7A22}" dt="2024-11-29T13:54:25.248" v="363" actId="1076"/>
          <ac:spMkLst>
            <pc:docMk/>
            <pc:sldMk cId="1183633564" sldId="2097"/>
            <ac:spMk id="3" creationId="{4BF9CA61-6680-419C-A597-2B8F90F492F3}"/>
          </ac:spMkLst>
        </pc:spChg>
        <pc:spChg chg="del">
          <ac:chgData name="santhu cj" userId="df1391bd8e115781" providerId="LiveId" clId="{60094F05-B79C-41FB-A079-8237040C7A22}" dt="2024-11-29T13:54:46.837" v="368" actId="478"/>
          <ac:spMkLst>
            <pc:docMk/>
            <pc:sldMk cId="1183633564" sldId="2097"/>
            <ac:spMk id="4" creationId="{A67C32CD-2719-CA0F-3828-F988FCD21F34}"/>
          </ac:spMkLst>
        </pc:spChg>
        <pc:spChg chg="mod">
          <ac:chgData name="santhu cj" userId="df1391bd8e115781" providerId="LiveId" clId="{60094F05-B79C-41FB-A079-8237040C7A22}" dt="2024-11-29T13:54:32.881" v="364" actId="1076"/>
          <ac:spMkLst>
            <pc:docMk/>
            <pc:sldMk cId="1183633564" sldId="2097"/>
            <ac:spMk id="5" creationId="{325AF87E-9D48-CE0B-9C0A-5C85175F49A4}"/>
          </ac:spMkLst>
        </pc:spChg>
        <pc:spChg chg="mod">
          <ac:chgData name="santhu cj" userId="df1391bd8e115781" providerId="LiveId" clId="{60094F05-B79C-41FB-A079-8237040C7A22}" dt="2024-11-29T13:54:00.930" v="359"/>
          <ac:spMkLst>
            <pc:docMk/>
            <pc:sldMk cId="1183633564" sldId="2097"/>
            <ac:spMk id="8" creationId="{E7948B5A-6B0C-E45C-D447-0B67F37D629F}"/>
          </ac:spMkLst>
        </pc:spChg>
        <pc:spChg chg="mod">
          <ac:chgData name="santhu cj" userId="df1391bd8e115781" providerId="LiveId" clId="{60094F05-B79C-41FB-A079-8237040C7A22}" dt="2024-11-29T13:54:00.930" v="359"/>
          <ac:spMkLst>
            <pc:docMk/>
            <pc:sldMk cId="1183633564" sldId="2097"/>
            <ac:spMk id="9" creationId="{3BF15B66-FCD6-CD1D-C8A5-D437C5EC74C9}"/>
          </ac:spMkLst>
        </pc:spChg>
        <pc:spChg chg="mod">
          <ac:chgData name="santhu cj" userId="df1391bd8e115781" providerId="LiveId" clId="{60094F05-B79C-41FB-A079-8237040C7A22}" dt="2024-11-29T13:54:00.930" v="359"/>
          <ac:spMkLst>
            <pc:docMk/>
            <pc:sldMk cId="1183633564" sldId="2097"/>
            <ac:spMk id="11" creationId="{A5410BCA-631A-17CA-91D3-B4D540631948}"/>
          </ac:spMkLst>
        </pc:spChg>
        <pc:spChg chg="mod">
          <ac:chgData name="santhu cj" userId="df1391bd8e115781" providerId="LiveId" clId="{60094F05-B79C-41FB-A079-8237040C7A22}" dt="2024-11-29T13:54:00.930" v="359"/>
          <ac:spMkLst>
            <pc:docMk/>
            <pc:sldMk cId="1183633564" sldId="2097"/>
            <ac:spMk id="12" creationId="{05AED3DB-CB4E-55EE-BEFE-7B36A513151C}"/>
          </ac:spMkLst>
        </pc:spChg>
        <pc:spChg chg="mod">
          <ac:chgData name="santhu cj" userId="df1391bd8e115781" providerId="LiveId" clId="{60094F05-B79C-41FB-A079-8237040C7A22}" dt="2024-11-29T13:54:41.136" v="366" actId="1076"/>
          <ac:spMkLst>
            <pc:docMk/>
            <pc:sldMk cId="1183633564" sldId="2097"/>
            <ac:spMk id="13" creationId="{0C634CD7-7112-8536-A3E0-B31413030422}"/>
          </ac:spMkLst>
        </pc:spChg>
        <pc:spChg chg="del">
          <ac:chgData name="santhu cj" userId="df1391bd8e115781" providerId="LiveId" clId="{60094F05-B79C-41FB-A079-8237040C7A22}" dt="2024-11-29T13:54:44.071" v="367" actId="478"/>
          <ac:spMkLst>
            <pc:docMk/>
            <pc:sldMk cId="1183633564" sldId="2097"/>
            <ac:spMk id="14" creationId="{C449743F-D2C7-0BD4-FD15-3CFDCF5BE512}"/>
          </ac:spMkLst>
        </pc:spChg>
        <pc:spChg chg="del">
          <ac:chgData name="santhu cj" userId="df1391bd8e115781" providerId="LiveId" clId="{60094F05-B79C-41FB-A079-8237040C7A22}" dt="2024-11-29T13:54:53.013" v="370" actId="478"/>
          <ac:spMkLst>
            <pc:docMk/>
            <pc:sldMk cId="1183633564" sldId="2097"/>
            <ac:spMk id="15" creationId="{4873C800-2BCD-1A5C-2116-D0DB95F18A28}"/>
          </ac:spMkLst>
        </pc:spChg>
        <pc:spChg chg="del">
          <ac:chgData name="santhu cj" userId="df1391bd8e115781" providerId="LiveId" clId="{60094F05-B79C-41FB-A079-8237040C7A22}" dt="2024-11-29T13:54:50.864" v="369" actId="478"/>
          <ac:spMkLst>
            <pc:docMk/>
            <pc:sldMk cId="1183633564" sldId="2097"/>
            <ac:spMk id="16" creationId="{8284CC31-57EE-A9A3-A7C3-30CFF301C0D8}"/>
          </ac:spMkLst>
        </pc:spChg>
        <pc:grpChg chg="add mod">
          <ac:chgData name="santhu cj" userId="df1391bd8e115781" providerId="LiveId" clId="{60094F05-B79C-41FB-A079-8237040C7A22}" dt="2024-11-29T13:54:00.930" v="359"/>
          <ac:grpSpMkLst>
            <pc:docMk/>
            <pc:sldMk cId="1183633564" sldId="2097"/>
            <ac:grpSpMk id="7" creationId="{53195EE7-08D0-639D-D067-EEBD77803830}"/>
          </ac:grpSpMkLst>
        </pc:grpChg>
        <pc:grpChg chg="add mod">
          <ac:chgData name="santhu cj" userId="df1391bd8e115781" providerId="LiveId" clId="{60094F05-B79C-41FB-A079-8237040C7A22}" dt="2024-11-29T13:54:00.930" v="359"/>
          <ac:grpSpMkLst>
            <pc:docMk/>
            <pc:sldMk cId="1183633564" sldId="2097"/>
            <ac:grpSpMk id="10" creationId="{E37E6259-5C7E-EEC9-12D0-8CE27FC5EE25}"/>
          </ac:grpSpMkLst>
        </pc:grpChg>
      </pc:sldChg>
      <pc:sldChg chg="addSp delSp modSp mod">
        <pc:chgData name="santhu cj" userId="df1391bd8e115781" providerId="LiveId" clId="{60094F05-B79C-41FB-A079-8237040C7A22}" dt="2024-11-29T13:56:05.093" v="377" actId="478"/>
        <pc:sldMkLst>
          <pc:docMk/>
          <pc:sldMk cId="2684136595" sldId="2098"/>
        </pc:sldMkLst>
        <pc:spChg chg="mod">
          <ac:chgData name="santhu cj" userId="df1391bd8e115781" providerId="LiveId" clId="{60094F05-B79C-41FB-A079-8237040C7A22}" dt="2024-11-29T13:55:47.567" v="375" actId="1076"/>
          <ac:spMkLst>
            <pc:docMk/>
            <pc:sldMk cId="2684136595" sldId="2098"/>
            <ac:spMk id="3" creationId="{4BF9CA61-6680-419C-A597-2B8F90F492F3}"/>
          </ac:spMkLst>
        </pc:spChg>
        <pc:spChg chg="del">
          <ac:chgData name="santhu cj" userId="df1391bd8e115781" providerId="LiveId" clId="{60094F05-B79C-41FB-A079-8237040C7A22}" dt="2024-11-29T13:56:05.093" v="377" actId="478"/>
          <ac:spMkLst>
            <pc:docMk/>
            <pc:sldMk cId="2684136595" sldId="2098"/>
            <ac:spMk id="4" creationId="{A67C32CD-2719-CA0F-3828-F988FCD21F34}"/>
          </ac:spMkLst>
        </pc:spChg>
        <pc:spChg chg="mod">
          <ac:chgData name="santhu cj" userId="df1391bd8e115781" providerId="LiveId" clId="{60094F05-B79C-41FB-A079-8237040C7A22}" dt="2024-11-29T13:55:55.096" v="376" actId="14100"/>
          <ac:spMkLst>
            <pc:docMk/>
            <pc:sldMk cId="2684136595" sldId="2098"/>
            <ac:spMk id="5" creationId="{325AF87E-9D48-CE0B-9C0A-5C85175F49A4}"/>
          </ac:spMkLst>
        </pc:spChg>
        <pc:spChg chg="mod">
          <ac:chgData name="santhu cj" userId="df1391bd8e115781" providerId="LiveId" clId="{60094F05-B79C-41FB-A079-8237040C7A22}" dt="2024-11-29T13:55:15.336" v="371"/>
          <ac:spMkLst>
            <pc:docMk/>
            <pc:sldMk cId="2684136595" sldId="2098"/>
            <ac:spMk id="8" creationId="{B8614398-7B05-21E6-8744-8CAF4ADC385B}"/>
          </ac:spMkLst>
        </pc:spChg>
        <pc:spChg chg="mod">
          <ac:chgData name="santhu cj" userId="df1391bd8e115781" providerId="LiveId" clId="{60094F05-B79C-41FB-A079-8237040C7A22}" dt="2024-11-29T13:55:15.336" v="371"/>
          <ac:spMkLst>
            <pc:docMk/>
            <pc:sldMk cId="2684136595" sldId="2098"/>
            <ac:spMk id="9" creationId="{2AA51A82-EE92-A491-6C27-86DC05C277B9}"/>
          </ac:spMkLst>
        </pc:spChg>
        <pc:spChg chg="mod">
          <ac:chgData name="santhu cj" userId="df1391bd8e115781" providerId="LiveId" clId="{60094F05-B79C-41FB-A079-8237040C7A22}" dt="2024-11-29T13:55:15.336" v="371"/>
          <ac:spMkLst>
            <pc:docMk/>
            <pc:sldMk cId="2684136595" sldId="2098"/>
            <ac:spMk id="11" creationId="{45FF6A8E-CD03-EA99-AE53-7C4619456CA1}"/>
          </ac:spMkLst>
        </pc:spChg>
        <pc:spChg chg="mod">
          <ac:chgData name="santhu cj" userId="df1391bd8e115781" providerId="LiveId" clId="{60094F05-B79C-41FB-A079-8237040C7A22}" dt="2024-11-29T13:55:15.336" v="371"/>
          <ac:spMkLst>
            <pc:docMk/>
            <pc:sldMk cId="2684136595" sldId="2098"/>
            <ac:spMk id="12" creationId="{3A276EA0-2D99-C090-7451-8F716F1BA116}"/>
          </ac:spMkLst>
        </pc:spChg>
        <pc:spChg chg="del">
          <ac:chgData name="santhu cj" userId="df1391bd8e115781" providerId="LiveId" clId="{60094F05-B79C-41FB-A079-8237040C7A22}" dt="2024-11-29T13:56:05.093" v="377" actId="478"/>
          <ac:spMkLst>
            <pc:docMk/>
            <pc:sldMk cId="2684136595" sldId="2098"/>
            <ac:spMk id="14" creationId="{C449743F-D2C7-0BD4-FD15-3CFDCF5BE512}"/>
          </ac:spMkLst>
        </pc:spChg>
        <pc:spChg chg="del">
          <ac:chgData name="santhu cj" userId="df1391bd8e115781" providerId="LiveId" clId="{60094F05-B79C-41FB-A079-8237040C7A22}" dt="2024-11-29T13:56:05.093" v="377" actId="478"/>
          <ac:spMkLst>
            <pc:docMk/>
            <pc:sldMk cId="2684136595" sldId="2098"/>
            <ac:spMk id="15" creationId="{4873C800-2BCD-1A5C-2116-D0DB95F18A28}"/>
          </ac:spMkLst>
        </pc:spChg>
        <pc:spChg chg="del">
          <ac:chgData name="santhu cj" userId="df1391bd8e115781" providerId="LiveId" clId="{60094F05-B79C-41FB-A079-8237040C7A22}" dt="2024-11-29T13:56:05.093" v="377" actId="478"/>
          <ac:spMkLst>
            <pc:docMk/>
            <pc:sldMk cId="2684136595" sldId="2098"/>
            <ac:spMk id="16" creationId="{8284CC31-57EE-A9A3-A7C3-30CFF301C0D8}"/>
          </ac:spMkLst>
        </pc:spChg>
        <pc:grpChg chg="add mod">
          <ac:chgData name="santhu cj" userId="df1391bd8e115781" providerId="LiveId" clId="{60094F05-B79C-41FB-A079-8237040C7A22}" dt="2024-11-29T13:55:15.336" v="371"/>
          <ac:grpSpMkLst>
            <pc:docMk/>
            <pc:sldMk cId="2684136595" sldId="2098"/>
            <ac:grpSpMk id="7" creationId="{DE130B7B-8315-F1D7-6AAD-00FD00F0DB30}"/>
          </ac:grpSpMkLst>
        </pc:grpChg>
        <pc:grpChg chg="add mod">
          <ac:chgData name="santhu cj" userId="df1391bd8e115781" providerId="LiveId" clId="{60094F05-B79C-41FB-A079-8237040C7A22}" dt="2024-11-29T13:55:15.336" v="371"/>
          <ac:grpSpMkLst>
            <pc:docMk/>
            <pc:sldMk cId="2684136595" sldId="2098"/>
            <ac:grpSpMk id="10" creationId="{BBAE30C1-2097-93C0-1642-1BC47C6A92BF}"/>
          </ac:grpSpMkLst>
        </pc:grpChg>
      </pc:sldChg>
      <pc:sldChg chg="addSp delSp modSp mod">
        <pc:chgData name="santhu cj" userId="df1391bd8e115781" providerId="LiveId" clId="{60094F05-B79C-41FB-A079-8237040C7A22}" dt="2024-11-29T13:57:09.132" v="388" actId="14100"/>
        <pc:sldMkLst>
          <pc:docMk/>
          <pc:sldMk cId="1766478411" sldId="2099"/>
        </pc:sldMkLst>
        <pc:spChg chg="mod">
          <ac:chgData name="santhu cj" userId="df1391bd8e115781" providerId="LiveId" clId="{60094F05-B79C-41FB-A079-8237040C7A22}" dt="2024-11-29T13:56:26.505" v="380" actId="1076"/>
          <ac:spMkLst>
            <pc:docMk/>
            <pc:sldMk cId="1766478411" sldId="2099"/>
            <ac:spMk id="3" creationId="{4BF9CA61-6680-419C-A597-2B8F90F492F3}"/>
          </ac:spMkLst>
        </pc:spChg>
        <pc:spChg chg="del">
          <ac:chgData name="santhu cj" userId="df1391bd8e115781" providerId="LiveId" clId="{60094F05-B79C-41FB-A079-8237040C7A22}" dt="2024-11-29T13:56:32.370" v="381" actId="478"/>
          <ac:spMkLst>
            <pc:docMk/>
            <pc:sldMk cId="1766478411" sldId="2099"/>
            <ac:spMk id="4" creationId="{A67C32CD-2719-CA0F-3828-F988FCD21F34}"/>
          </ac:spMkLst>
        </pc:spChg>
        <pc:spChg chg="mod">
          <ac:chgData name="santhu cj" userId="df1391bd8e115781" providerId="LiveId" clId="{60094F05-B79C-41FB-A079-8237040C7A22}" dt="2024-11-29T13:57:09.132" v="388" actId="14100"/>
          <ac:spMkLst>
            <pc:docMk/>
            <pc:sldMk cId="1766478411" sldId="2099"/>
            <ac:spMk id="5" creationId="{325AF87E-9D48-CE0B-9C0A-5C85175F49A4}"/>
          </ac:spMkLst>
        </pc:spChg>
        <pc:spChg chg="mod">
          <ac:chgData name="santhu cj" userId="df1391bd8e115781" providerId="LiveId" clId="{60094F05-B79C-41FB-A079-8237040C7A22}" dt="2024-11-29T13:55:20.461" v="372"/>
          <ac:spMkLst>
            <pc:docMk/>
            <pc:sldMk cId="1766478411" sldId="2099"/>
            <ac:spMk id="8" creationId="{19626DAB-1605-2BAB-28FA-9CE6F869F84E}"/>
          </ac:spMkLst>
        </pc:spChg>
        <pc:spChg chg="mod">
          <ac:chgData name="santhu cj" userId="df1391bd8e115781" providerId="LiveId" clId="{60094F05-B79C-41FB-A079-8237040C7A22}" dt="2024-11-29T13:55:20.461" v="372"/>
          <ac:spMkLst>
            <pc:docMk/>
            <pc:sldMk cId="1766478411" sldId="2099"/>
            <ac:spMk id="9" creationId="{05DCEF60-BB06-ADBE-E52C-2C136A6224BB}"/>
          </ac:spMkLst>
        </pc:spChg>
        <pc:spChg chg="mod">
          <ac:chgData name="santhu cj" userId="df1391bd8e115781" providerId="LiveId" clId="{60094F05-B79C-41FB-A079-8237040C7A22}" dt="2024-11-29T13:55:20.461" v="372"/>
          <ac:spMkLst>
            <pc:docMk/>
            <pc:sldMk cId="1766478411" sldId="2099"/>
            <ac:spMk id="11" creationId="{719A3971-B758-5A86-0581-F3A9EDB109BE}"/>
          </ac:spMkLst>
        </pc:spChg>
        <pc:spChg chg="mod">
          <ac:chgData name="santhu cj" userId="df1391bd8e115781" providerId="LiveId" clId="{60094F05-B79C-41FB-A079-8237040C7A22}" dt="2024-11-29T13:55:20.461" v="372"/>
          <ac:spMkLst>
            <pc:docMk/>
            <pc:sldMk cId="1766478411" sldId="2099"/>
            <ac:spMk id="12" creationId="{85AEB93B-A7E9-2B79-6485-1C43804E93E4}"/>
          </ac:spMkLst>
        </pc:spChg>
        <pc:spChg chg="del">
          <ac:chgData name="santhu cj" userId="df1391bd8e115781" providerId="LiveId" clId="{60094F05-B79C-41FB-A079-8237040C7A22}" dt="2024-11-29T13:56:32.370" v="381" actId="478"/>
          <ac:spMkLst>
            <pc:docMk/>
            <pc:sldMk cId="1766478411" sldId="2099"/>
            <ac:spMk id="14" creationId="{C449743F-D2C7-0BD4-FD15-3CFDCF5BE512}"/>
          </ac:spMkLst>
        </pc:spChg>
        <pc:spChg chg="del">
          <ac:chgData name="santhu cj" userId="df1391bd8e115781" providerId="LiveId" clId="{60094F05-B79C-41FB-A079-8237040C7A22}" dt="2024-11-29T13:56:34.500" v="382" actId="478"/>
          <ac:spMkLst>
            <pc:docMk/>
            <pc:sldMk cId="1766478411" sldId="2099"/>
            <ac:spMk id="15" creationId="{4873C800-2BCD-1A5C-2116-D0DB95F18A28}"/>
          </ac:spMkLst>
        </pc:spChg>
        <pc:spChg chg="del mod">
          <ac:chgData name="santhu cj" userId="df1391bd8e115781" providerId="LiveId" clId="{60094F05-B79C-41FB-A079-8237040C7A22}" dt="2024-11-29T13:56:42.158" v="384" actId="478"/>
          <ac:spMkLst>
            <pc:docMk/>
            <pc:sldMk cId="1766478411" sldId="2099"/>
            <ac:spMk id="16" creationId="{8284CC31-57EE-A9A3-A7C3-30CFF301C0D8}"/>
          </ac:spMkLst>
        </pc:spChg>
        <pc:grpChg chg="add mod">
          <ac:chgData name="santhu cj" userId="df1391bd8e115781" providerId="LiveId" clId="{60094F05-B79C-41FB-A079-8237040C7A22}" dt="2024-11-29T13:55:20.461" v="372"/>
          <ac:grpSpMkLst>
            <pc:docMk/>
            <pc:sldMk cId="1766478411" sldId="2099"/>
            <ac:grpSpMk id="7" creationId="{CBF93ACD-8135-3717-1D1B-9A08CCC1563A}"/>
          </ac:grpSpMkLst>
        </pc:grpChg>
        <pc:grpChg chg="add mod">
          <ac:chgData name="santhu cj" userId="df1391bd8e115781" providerId="LiveId" clId="{60094F05-B79C-41FB-A079-8237040C7A22}" dt="2024-11-29T13:57:05.427" v="387" actId="1076"/>
          <ac:grpSpMkLst>
            <pc:docMk/>
            <pc:sldMk cId="1766478411" sldId="2099"/>
            <ac:grpSpMk id="10" creationId="{8EE472F8-6CDC-B4A7-CC0B-F72A848A86EE}"/>
          </ac:grpSpMkLst>
        </pc:grpChg>
      </pc:sldChg>
      <pc:sldChg chg="modSp mod">
        <pc:chgData name="santhu cj" userId="df1391bd8e115781" providerId="LiveId" clId="{60094F05-B79C-41FB-A079-8237040C7A22}" dt="2024-11-29T13:41:37.615" v="262" actId="13926"/>
        <pc:sldMkLst>
          <pc:docMk/>
          <pc:sldMk cId="3969206848" sldId="2100"/>
        </pc:sldMkLst>
        <pc:spChg chg="mod">
          <ac:chgData name="santhu cj" userId="df1391bd8e115781" providerId="LiveId" clId="{60094F05-B79C-41FB-A079-8237040C7A22}" dt="2024-11-29T13:41:37.615" v="262" actId="13926"/>
          <ac:spMkLst>
            <pc:docMk/>
            <pc:sldMk cId="3969206848" sldId="2100"/>
            <ac:spMk id="7" creationId="{094E9A69-B612-35E4-DEEF-5092DA0A0A97}"/>
          </ac:spMkLst>
        </pc:spChg>
      </pc:sldChg>
      <pc:sldChg chg="modSp mod">
        <pc:chgData name="santhu cj" userId="df1391bd8e115781" providerId="LiveId" clId="{60094F05-B79C-41FB-A079-8237040C7A22}" dt="2024-11-29T13:42:30.372" v="268" actId="255"/>
        <pc:sldMkLst>
          <pc:docMk/>
          <pc:sldMk cId="2973797480" sldId="2101"/>
        </pc:sldMkLst>
        <pc:spChg chg="mod">
          <ac:chgData name="santhu cj" userId="df1391bd8e115781" providerId="LiveId" clId="{60094F05-B79C-41FB-A079-8237040C7A22}" dt="2024-11-29T13:42:30.372" v="268" actId="255"/>
          <ac:spMkLst>
            <pc:docMk/>
            <pc:sldMk cId="2973797480" sldId="2101"/>
            <ac:spMk id="7" creationId="{094E9A69-B612-35E4-DEEF-5092DA0A0A97}"/>
          </ac:spMkLst>
        </pc:spChg>
      </pc:sldChg>
      <pc:sldChg chg="modSp mod">
        <pc:chgData name="santhu cj" userId="df1391bd8e115781" providerId="LiveId" clId="{60094F05-B79C-41FB-A079-8237040C7A22}" dt="2024-11-29T13:42:48.645" v="270" actId="1076"/>
        <pc:sldMkLst>
          <pc:docMk/>
          <pc:sldMk cId="2497291029" sldId="2102"/>
        </pc:sldMkLst>
        <pc:spChg chg="mod">
          <ac:chgData name="santhu cj" userId="df1391bd8e115781" providerId="LiveId" clId="{60094F05-B79C-41FB-A079-8237040C7A22}" dt="2024-11-29T13:42:48.645" v="270" actId="1076"/>
          <ac:spMkLst>
            <pc:docMk/>
            <pc:sldMk cId="2497291029" sldId="2102"/>
            <ac:spMk id="5" creationId="{F8E060D1-B40B-E1E5-A80F-9C6428879BB3}"/>
          </ac:spMkLst>
        </pc:spChg>
      </pc:sldChg>
      <pc:sldChg chg="modSp mod">
        <pc:chgData name="santhu cj" userId="df1391bd8e115781" providerId="LiveId" clId="{60094F05-B79C-41FB-A079-8237040C7A22}" dt="2024-11-29T13:42:57.897" v="271" actId="1076"/>
        <pc:sldMkLst>
          <pc:docMk/>
          <pc:sldMk cId="1921477076" sldId="2103"/>
        </pc:sldMkLst>
        <pc:spChg chg="mod">
          <ac:chgData name="santhu cj" userId="df1391bd8e115781" providerId="LiveId" clId="{60094F05-B79C-41FB-A079-8237040C7A22}" dt="2024-11-29T13:42:57.897" v="271" actId="1076"/>
          <ac:spMkLst>
            <pc:docMk/>
            <pc:sldMk cId="1921477076" sldId="2103"/>
            <ac:spMk id="5" creationId="{F8E060D1-B40B-E1E5-A80F-9C6428879BB3}"/>
          </ac:spMkLst>
        </pc:spChg>
      </pc:sldChg>
      <pc:sldChg chg="modSp mod">
        <pc:chgData name="santhu cj" userId="df1391bd8e115781" providerId="LiveId" clId="{60094F05-B79C-41FB-A079-8237040C7A22}" dt="2024-11-29T13:43:03.881" v="272" actId="1076"/>
        <pc:sldMkLst>
          <pc:docMk/>
          <pc:sldMk cId="3286182194" sldId="2104"/>
        </pc:sldMkLst>
        <pc:spChg chg="mod">
          <ac:chgData name="santhu cj" userId="df1391bd8e115781" providerId="LiveId" clId="{60094F05-B79C-41FB-A079-8237040C7A22}" dt="2024-11-29T13:43:03.881" v="272" actId="1076"/>
          <ac:spMkLst>
            <pc:docMk/>
            <pc:sldMk cId="3286182194" sldId="2104"/>
            <ac:spMk id="5" creationId="{F8E060D1-B40B-E1E5-A80F-9C6428879BB3}"/>
          </ac:spMkLst>
        </pc:spChg>
      </pc:sldChg>
      <pc:sldChg chg="modSp mod">
        <pc:chgData name="santhu cj" userId="df1391bd8e115781" providerId="LiveId" clId="{60094F05-B79C-41FB-A079-8237040C7A22}" dt="2024-11-29T13:43:11.128" v="273" actId="1076"/>
        <pc:sldMkLst>
          <pc:docMk/>
          <pc:sldMk cId="3060670051" sldId="2105"/>
        </pc:sldMkLst>
        <pc:spChg chg="mod">
          <ac:chgData name="santhu cj" userId="df1391bd8e115781" providerId="LiveId" clId="{60094F05-B79C-41FB-A079-8237040C7A22}" dt="2024-11-29T13:43:11.128" v="273" actId="1076"/>
          <ac:spMkLst>
            <pc:docMk/>
            <pc:sldMk cId="3060670051" sldId="2105"/>
            <ac:spMk id="5" creationId="{F8E060D1-B40B-E1E5-A80F-9C6428879BB3}"/>
          </ac:spMkLst>
        </pc:spChg>
      </pc:sldChg>
      <pc:sldChg chg="modSp mod">
        <pc:chgData name="santhu cj" userId="df1391bd8e115781" providerId="LiveId" clId="{60094F05-B79C-41FB-A079-8237040C7A22}" dt="2024-11-29T13:44:13.297" v="276" actId="1076"/>
        <pc:sldMkLst>
          <pc:docMk/>
          <pc:sldMk cId="857973535" sldId="2106"/>
        </pc:sldMkLst>
        <pc:spChg chg="mod">
          <ac:chgData name="santhu cj" userId="df1391bd8e115781" providerId="LiveId" clId="{60094F05-B79C-41FB-A079-8237040C7A22}" dt="2024-11-29T13:44:13.297" v="276" actId="1076"/>
          <ac:spMkLst>
            <pc:docMk/>
            <pc:sldMk cId="857973535" sldId="2106"/>
            <ac:spMk id="5" creationId="{F8E060D1-B40B-E1E5-A80F-9C6428879BB3}"/>
          </ac:spMkLst>
        </pc:spChg>
        <pc:spChg chg="mod">
          <ac:chgData name="santhu cj" userId="df1391bd8e115781" providerId="LiveId" clId="{60094F05-B79C-41FB-A079-8237040C7A22}" dt="2024-11-29T13:43:53.356" v="274" actId="255"/>
          <ac:spMkLst>
            <pc:docMk/>
            <pc:sldMk cId="857973535" sldId="2106"/>
            <ac:spMk id="7" creationId="{47920C0A-0F2D-E95D-D860-2B2905124F75}"/>
          </ac:spMkLst>
        </pc:spChg>
      </pc:sldChg>
      <pc:sldChg chg="modSp mod">
        <pc:chgData name="santhu cj" userId="df1391bd8e115781" providerId="LiveId" clId="{60094F05-B79C-41FB-A079-8237040C7A22}" dt="2024-11-29T13:44:40.890" v="279" actId="179"/>
        <pc:sldMkLst>
          <pc:docMk/>
          <pc:sldMk cId="704530043" sldId="2107"/>
        </pc:sldMkLst>
        <pc:spChg chg="mod">
          <ac:chgData name="santhu cj" userId="df1391bd8e115781" providerId="LiveId" clId="{60094F05-B79C-41FB-A079-8237040C7A22}" dt="2024-11-29T13:44:40.890" v="279" actId="179"/>
          <ac:spMkLst>
            <pc:docMk/>
            <pc:sldMk cId="704530043" sldId="2107"/>
            <ac:spMk id="5" creationId="{F8E060D1-B40B-E1E5-A80F-9C6428879BB3}"/>
          </ac:spMkLst>
        </pc:spChg>
        <pc:spChg chg="mod">
          <ac:chgData name="santhu cj" userId="df1391bd8e115781" providerId="LiveId" clId="{60094F05-B79C-41FB-A079-8237040C7A22}" dt="2024-11-29T13:44:32.552" v="278" actId="1076"/>
          <ac:spMkLst>
            <pc:docMk/>
            <pc:sldMk cId="704530043" sldId="2107"/>
            <ac:spMk id="7" creationId="{47920C0A-0F2D-E95D-D860-2B2905124F75}"/>
          </ac:spMkLst>
        </pc:spChg>
      </pc:sldChg>
      <pc:sldChg chg="modSp mod">
        <pc:chgData name="santhu cj" userId="df1391bd8e115781" providerId="LiveId" clId="{60094F05-B79C-41FB-A079-8237040C7A22}" dt="2024-11-29T13:45:06.215" v="283" actId="1076"/>
        <pc:sldMkLst>
          <pc:docMk/>
          <pc:sldMk cId="3401254681" sldId="2108"/>
        </pc:sldMkLst>
        <pc:spChg chg="mod">
          <ac:chgData name="santhu cj" userId="df1391bd8e115781" providerId="LiveId" clId="{60094F05-B79C-41FB-A079-8237040C7A22}" dt="2024-11-29T13:45:06.215" v="283" actId="1076"/>
          <ac:spMkLst>
            <pc:docMk/>
            <pc:sldMk cId="3401254681" sldId="2108"/>
            <ac:spMk id="5" creationId="{F8E060D1-B40B-E1E5-A80F-9C6428879BB3}"/>
          </ac:spMkLst>
        </pc:spChg>
        <pc:spChg chg="mod">
          <ac:chgData name="santhu cj" userId="df1391bd8e115781" providerId="LiveId" clId="{60094F05-B79C-41FB-A079-8237040C7A22}" dt="2024-11-29T13:44:56.770" v="281" actId="1076"/>
          <ac:spMkLst>
            <pc:docMk/>
            <pc:sldMk cId="3401254681" sldId="2108"/>
            <ac:spMk id="7" creationId="{47920C0A-0F2D-E95D-D860-2B2905124F75}"/>
          </ac:spMkLst>
        </pc:spChg>
      </pc:sldChg>
      <pc:sldChg chg="modSp mod">
        <pc:chgData name="santhu cj" userId="df1391bd8e115781" providerId="LiveId" clId="{60094F05-B79C-41FB-A079-8237040C7A22}" dt="2024-11-29T13:45:30.781" v="286" actId="1076"/>
        <pc:sldMkLst>
          <pc:docMk/>
          <pc:sldMk cId="2730171112" sldId="2109"/>
        </pc:sldMkLst>
        <pc:spChg chg="mod">
          <ac:chgData name="santhu cj" userId="df1391bd8e115781" providerId="LiveId" clId="{60094F05-B79C-41FB-A079-8237040C7A22}" dt="2024-11-29T13:45:30.781" v="286" actId="1076"/>
          <ac:spMkLst>
            <pc:docMk/>
            <pc:sldMk cId="2730171112" sldId="2109"/>
            <ac:spMk id="5" creationId="{F8E060D1-B40B-E1E5-A80F-9C6428879BB3}"/>
          </ac:spMkLst>
        </pc:spChg>
        <pc:spChg chg="mod">
          <ac:chgData name="santhu cj" userId="df1391bd8e115781" providerId="LiveId" clId="{60094F05-B79C-41FB-A079-8237040C7A22}" dt="2024-11-29T13:45:18.819" v="284" actId="255"/>
          <ac:spMkLst>
            <pc:docMk/>
            <pc:sldMk cId="2730171112" sldId="2109"/>
            <ac:spMk id="7" creationId="{47920C0A-0F2D-E95D-D860-2B2905124F75}"/>
          </ac:spMkLst>
        </pc:spChg>
      </pc:sldChg>
      <pc:sldChg chg="modSp mod">
        <pc:chgData name="santhu cj" userId="df1391bd8e115781" providerId="LiveId" clId="{60094F05-B79C-41FB-A079-8237040C7A22}" dt="2024-11-29T13:45:57.848" v="289" actId="1076"/>
        <pc:sldMkLst>
          <pc:docMk/>
          <pc:sldMk cId="4242910047" sldId="2110"/>
        </pc:sldMkLst>
        <pc:spChg chg="mod">
          <ac:chgData name="santhu cj" userId="df1391bd8e115781" providerId="LiveId" clId="{60094F05-B79C-41FB-A079-8237040C7A22}" dt="2024-11-29T13:45:57.848" v="289" actId="1076"/>
          <ac:spMkLst>
            <pc:docMk/>
            <pc:sldMk cId="4242910047" sldId="2110"/>
            <ac:spMk id="5" creationId="{F8E060D1-B40B-E1E5-A80F-9C6428879BB3}"/>
          </ac:spMkLst>
        </pc:spChg>
        <pc:spChg chg="mod">
          <ac:chgData name="santhu cj" userId="df1391bd8e115781" providerId="LiveId" clId="{60094F05-B79C-41FB-A079-8237040C7A22}" dt="2024-11-29T13:45:46.610" v="287" actId="255"/>
          <ac:spMkLst>
            <pc:docMk/>
            <pc:sldMk cId="4242910047" sldId="2110"/>
            <ac:spMk id="7" creationId="{47920C0A-0F2D-E95D-D860-2B2905124F75}"/>
          </ac:spMkLst>
        </pc:spChg>
      </pc:sldChg>
      <pc:sldChg chg="addSp delSp modSp mod">
        <pc:chgData name="santhu cj" userId="df1391bd8e115781" providerId="LiveId" clId="{60094F05-B79C-41FB-A079-8237040C7A22}" dt="2024-11-29T13:46:30.738" v="291"/>
        <pc:sldMkLst>
          <pc:docMk/>
          <pc:sldMk cId="2956118983" sldId="2111"/>
        </pc:sldMkLst>
        <pc:spChg chg="add mod">
          <ac:chgData name="santhu cj" userId="df1391bd8e115781" providerId="LiveId" clId="{60094F05-B79C-41FB-A079-8237040C7A22}" dt="2024-11-29T13:46:30.738" v="291"/>
          <ac:spMkLst>
            <pc:docMk/>
            <pc:sldMk cId="2956118983" sldId="2111"/>
            <ac:spMk id="3" creationId="{54BD84B9-2881-068E-2F03-CAA0A6B8582F}"/>
          </ac:spMkLst>
        </pc:spChg>
        <pc:spChg chg="del">
          <ac:chgData name="santhu cj" userId="df1391bd8e115781" providerId="LiveId" clId="{60094F05-B79C-41FB-A079-8237040C7A22}" dt="2024-11-29T13:46:29.456" v="290" actId="478"/>
          <ac:spMkLst>
            <pc:docMk/>
            <pc:sldMk cId="2956118983" sldId="2111"/>
            <ac:spMk id="5" creationId="{F8E060D1-B40B-E1E5-A80F-9C6428879BB3}"/>
          </ac:spMkLst>
        </pc:spChg>
        <pc:spChg chg="del">
          <ac:chgData name="santhu cj" userId="df1391bd8e115781" providerId="LiveId" clId="{60094F05-B79C-41FB-A079-8237040C7A22}" dt="2024-11-29T13:46:29.456" v="290" actId="478"/>
          <ac:spMkLst>
            <pc:docMk/>
            <pc:sldMk cId="2956118983" sldId="2111"/>
            <ac:spMk id="7" creationId="{47920C0A-0F2D-E95D-D860-2B2905124F75}"/>
          </ac:spMkLst>
        </pc:spChg>
        <pc:spChg chg="add mod">
          <ac:chgData name="santhu cj" userId="df1391bd8e115781" providerId="LiveId" clId="{60094F05-B79C-41FB-A079-8237040C7A22}" dt="2024-11-29T13:46:30.738" v="291"/>
          <ac:spMkLst>
            <pc:docMk/>
            <pc:sldMk cId="2956118983" sldId="2111"/>
            <ac:spMk id="8" creationId="{4B0035AF-7900-42D2-1AF6-AD8C06DCB310}"/>
          </ac:spMkLst>
        </pc:spChg>
      </pc:sldChg>
      <pc:sldChg chg="modSp mod">
        <pc:chgData name="santhu cj" userId="df1391bd8e115781" providerId="LiveId" clId="{60094F05-B79C-41FB-A079-8237040C7A22}" dt="2024-11-29T13:47:59.100" v="315" actId="1076"/>
        <pc:sldMkLst>
          <pc:docMk/>
          <pc:sldMk cId="3733631067" sldId="2113"/>
        </pc:sldMkLst>
        <pc:spChg chg="mod">
          <ac:chgData name="santhu cj" userId="df1391bd8e115781" providerId="LiveId" clId="{60094F05-B79C-41FB-A079-8237040C7A22}" dt="2024-11-29T13:47:59.100" v="315" actId="1076"/>
          <ac:spMkLst>
            <pc:docMk/>
            <pc:sldMk cId="3733631067" sldId="2113"/>
            <ac:spMk id="5" creationId="{F8E060D1-B40B-E1E5-A80F-9C6428879BB3}"/>
          </ac:spMkLst>
        </pc:spChg>
        <pc:spChg chg="mod">
          <ac:chgData name="santhu cj" userId="df1391bd8e115781" providerId="LiveId" clId="{60094F05-B79C-41FB-A079-8237040C7A22}" dt="2024-11-29T13:47:32.250" v="313" actId="1076"/>
          <ac:spMkLst>
            <pc:docMk/>
            <pc:sldMk cId="3733631067" sldId="2113"/>
            <ac:spMk id="7" creationId="{47920C0A-0F2D-E95D-D860-2B2905124F75}"/>
          </ac:spMkLst>
        </pc:spChg>
      </pc:sldChg>
      <pc:sldChg chg="addSp delSp modSp mod">
        <pc:chgData name="santhu cj" userId="df1391bd8e115781" providerId="LiveId" clId="{60094F05-B79C-41FB-A079-8237040C7A22}" dt="2024-11-29T13:46:43.455" v="293"/>
        <pc:sldMkLst>
          <pc:docMk/>
          <pc:sldMk cId="2701264027" sldId="2114"/>
        </pc:sldMkLst>
        <pc:spChg chg="add mod">
          <ac:chgData name="santhu cj" userId="df1391bd8e115781" providerId="LiveId" clId="{60094F05-B79C-41FB-A079-8237040C7A22}" dt="2024-11-29T13:46:43.455" v="293"/>
          <ac:spMkLst>
            <pc:docMk/>
            <pc:sldMk cId="2701264027" sldId="2114"/>
            <ac:spMk id="3" creationId="{E560CC97-F37E-765F-ADEA-5E10AA340527}"/>
          </ac:spMkLst>
        </pc:spChg>
        <pc:spChg chg="del">
          <ac:chgData name="santhu cj" userId="df1391bd8e115781" providerId="LiveId" clId="{60094F05-B79C-41FB-A079-8237040C7A22}" dt="2024-11-29T13:46:42.552" v="292" actId="478"/>
          <ac:spMkLst>
            <pc:docMk/>
            <pc:sldMk cId="2701264027" sldId="2114"/>
            <ac:spMk id="5" creationId="{F8E060D1-B40B-E1E5-A80F-9C6428879BB3}"/>
          </ac:spMkLst>
        </pc:spChg>
        <pc:spChg chg="del">
          <ac:chgData name="santhu cj" userId="df1391bd8e115781" providerId="LiveId" clId="{60094F05-B79C-41FB-A079-8237040C7A22}" dt="2024-11-29T13:46:42.552" v="292" actId="478"/>
          <ac:spMkLst>
            <pc:docMk/>
            <pc:sldMk cId="2701264027" sldId="2114"/>
            <ac:spMk id="7" creationId="{47920C0A-0F2D-E95D-D860-2B2905124F75}"/>
          </ac:spMkLst>
        </pc:spChg>
        <pc:spChg chg="add mod">
          <ac:chgData name="santhu cj" userId="df1391bd8e115781" providerId="LiveId" clId="{60094F05-B79C-41FB-A079-8237040C7A22}" dt="2024-11-29T13:46:43.455" v="293"/>
          <ac:spMkLst>
            <pc:docMk/>
            <pc:sldMk cId="2701264027" sldId="2114"/>
            <ac:spMk id="8" creationId="{06B5D81B-5F3D-7410-5504-D56EB8E05C79}"/>
          </ac:spMkLst>
        </pc:spChg>
      </pc:sldChg>
      <pc:sldChg chg="addSp delSp modSp mod">
        <pc:chgData name="santhu cj" userId="df1391bd8e115781" providerId="LiveId" clId="{60094F05-B79C-41FB-A079-8237040C7A22}" dt="2024-11-29T13:46:55.917" v="295"/>
        <pc:sldMkLst>
          <pc:docMk/>
          <pc:sldMk cId="1314677271" sldId="2115"/>
        </pc:sldMkLst>
        <pc:spChg chg="add mod">
          <ac:chgData name="santhu cj" userId="df1391bd8e115781" providerId="LiveId" clId="{60094F05-B79C-41FB-A079-8237040C7A22}" dt="2024-11-29T13:46:55.917" v="295"/>
          <ac:spMkLst>
            <pc:docMk/>
            <pc:sldMk cId="1314677271" sldId="2115"/>
            <ac:spMk id="3" creationId="{EDD049FE-F3E4-D516-B733-E4D34B7C482D}"/>
          </ac:spMkLst>
        </pc:spChg>
        <pc:spChg chg="del">
          <ac:chgData name="santhu cj" userId="df1391bd8e115781" providerId="LiveId" clId="{60094F05-B79C-41FB-A079-8237040C7A22}" dt="2024-11-29T13:46:54.939" v="294" actId="478"/>
          <ac:spMkLst>
            <pc:docMk/>
            <pc:sldMk cId="1314677271" sldId="2115"/>
            <ac:spMk id="5" creationId="{F8E060D1-B40B-E1E5-A80F-9C6428879BB3}"/>
          </ac:spMkLst>
        </pc:spChg>
        <pc:spChg chg="del">
          <ac:chgData name="santhu cj" userId="df1391bd8e115781" providerId="LiveId" clId="{60094F05-B79C-41FB-A079-8237040C7A22}" dt="2024-11-29T13:46:54.939" v="294" actId="478"/>
          <ac:spMkLst>
            <pc:docMk/>
            <pc:sldMk cId="1314677271" sldId="2115"/>
            <ac:spMk id="7" creationId="{47920C0A-0F2D-E95D-D860-2B2905124F75}"/>
          </ac:spMkLst>
        </pc:spChg>
        <pc:spChg chg="add mod">
          <ac:chgData name="santhu cj" userId="df1391bd8e115781" providerId="LiveId" clId="{60094F05-B79C-41FB-A079-8237040C7A22}" dt="2024-11-29T13:46:55.917" v="295"/>
          <ac:spMkLst>
            <pc:docMk/>
            <pc:sldMk cId="1314677271" sldId="2115"/>
            <ac:spMk id="8" creationId="{51F1F711-CC29-D643-5D59-93362BA4BF8F}"/>
          </ac:spMkLst>
        </pc:spChg>
      </pc:sldChg>
      <pc:sldChg chg="modSp mod">
        <pc:chgData name="santhu cj" userId="df1391bd8e115781" providerId="LiveId" clId="{60094F05-B79C-41FB-A079-8237040C7A22}" dt="2024-11-29T13:48:25.516" v="318" actId="1076"/>
        <pc:sldMkLst>
          <pc:docMk/>
          <pc:sldMk cId="790651853" sldId="2116"/>
        </pc:sldMkLst>
        <pc:spChg chg="mod">
          <ac:chgData name="santhu cj" userId="df1391bd8e115781" providerId="LiveId" clId="{60094F05-B79C-41FB-A079-8237040C7A22}" dt="2024-11-29T13:48:21.327" v="317" actId="1076"/>
          <ac:spMkLst>
            <pc:docMk/>
            <pc:sldMk cId="790651853" sldId="2116"/>
            <ac:spMk id="5" creationId="{F8E060D1-B40B-E1E5-A80F-9C6428879BB3}"/>
          </ac:spMkLst>
        </pc:spChg>
        <pc:spChg chg="mod">
          <ac:chgData name="santhu cj" userId="df1391bd8e115781" providerId="LiveId" clId="{60094F05-B79C-41FB-A079-8237040C7A22}" dt="2024-11-29T13:48:25.516" v="318" actId="1076"/>
          <ac:spMkLst>
            <pc:docMk/>
            <pc:sldMk cId="790651853" sldId="2116"/>
            <ac:spMk id="7" creationId="{47920C0A-0F2D-E95D-D860-2B2905124F75}"/>
          </ac:spMkLst>
        </pc:spChg>
      </pc:sldChg>
      <pc:sldChg chg="addSp delSp modSp mod">
        <pc:chgData name="santhu cj" userId="df1391bd8e115781" providerId="LiveId" clId="{60094F05-B79C-41FB-A079-8237040C7A22}" dt="2024-11-29T13:47:13.570" v="311" actId="1036"/>
        <pc:sldMkLst>
          <pc:docMk/>
          <pc:sldMk cId="2079736272" sldId="2117"/>
        </pc:sldMkLst>
        <pc:spChg chg="add mod">
          <ac:chgData name="santhu cj" userId="df1391bd8e115781" providerId="LiveId" clId="{60094F05-B79C-41FB-A079-8237040C7A22}" dt="2024-11-29T13:47:13.570" v="311" actId="1036"/>
          <ac:spMkLst>
            <pc:docMk/>
            <pc:sldMk cId="2079736272" sldId="2117"/>
            <ac:spMk id="3" creationId="{DD2B9C0F-51BE-4DF1-7C47-03A30190E6F8}"/>
          </ac:spMkLst>
        </pc:spChg>
        <pc:spChg chg="del">
          <ac:chgData name="santhu cj" userId="df1391bd8e115781" providerId="LiveId" clId="{60094F05-B79C-41FB-A079-8237040C7A22}" dt="2024-11-29T13:47:08.896" v="296" actId="478"/>
          <ac:spMkLst>
            <pc:docMk/>
            <pc:sldMk cId="2079736272" sldId="2117"/>
            <ac:spMk id="5" creationId="{F8E060D1-B40B-E1E5-A80F-9C6428879BB3}"/>
          </ac:spMkLst>
        </pc:spChg>
        <pc:spChg chg="del">
          <ac:chgData name="santhu cj" userId="df1391bd8e115781" providerId="LiveId" clId="{60094F05-B79C-41FB-A079-8237040C7A22}" dt="2024-11-29T13:47:08.896" v="296" actId="478"/>
          <ac:spMkLst>
            <pc:docMk/>
            <pc:sldMk cId="2079736272" sldId="2117"/>
            <ac:spMk id="7" creationId="{47920C0A-0F2D-E95D-D860-2B2905124F75}"/>
          </ac:spMkLst>
        </pc:spChg>
        <pc:spChg chg="add mod">
          <ac:chgData name="santhu cj" userId="df1391bd8e115781" providerId="LiveId" clId="{60094F05-B79C-41FB-A079-8237040C7A22}" dt="2024-11-29T13:47:13.570" v="311" actId="1036"/>
          <ac:spMkLst>
            <pc:docMk/>
            <pc:sldMk cId="2079736272" sldId="2117"/>
            <ac:spMk id="8" creationId="{75C973FB-9C27-7CE8-A981-96D3ED026D75}"/>
          </ac:spMkLst>
        </pc:spChg>
      </pc:sldChg>
      <pc:sldChg chg="modSp mod">
        <pc:chgData name="santhu cj" userId="df1391bd8e115781" providerId="LiveId" clId="{60094F05-B79C-41FB-A079-8237040C7A22}" dt="2024-11-29T13:37:34.594" v="182" actId="14100"/>
        <pc:sldMkLst>
          <pc:docMk/>
          <pc:sldMk cId="232143484" sldId="2119"/>
        </pc:sldMkLst>
        <pc:spChg chg="mod">
          <ac:chgData name="santhu cj" userId="df1391bd8e115781" providerId="LiveId" clId="{60094F05-B79C-41FB-A079-8237040C7A22}" dt="2024-11-29T13:37:27.474" v="181" actId="1036"/>
          <ac:spMkLst>
            <pc:docMk/>
            <pc:sldMk cId="232143484" sldId="2119"/>
            <ac:spMk id="3" creationId="{57AE222E-4671-212B-25A7-CE983FDD0D35}"/>
          </ac:spMkLst>
        </pc:spChg>
        <pc:spChg chg="mod">
          <ac:chgData name="santhu cj" userId="df1391bd8e115781" providerId="LiveId" clId="{60094F05-B79C-41FB-A079-8237040C7A22}" dt="2024-11-29T13:37:34.594" v="182" actId="14100"/>
          <ac:spMkLst>
            <pc:docMk/>
            <pc:sldMk cId="232143484" sldId="2119"/>
            <ac:spMk id="4" creationId="{064DE8CA-B187-EC06-A4FA-4F11CB386D6A}"/>
          </ac:spMkLst>
        </pc:spChg>
      </pc:sldChg>
      <pc:sldChg chg="addSp modSp mod">
        <pc:chgData name="santhu cj" userId="df1391bd8e115781" providerId="LiveId" clId="{60094F05-B79C-41FB-A079-8237040C7A22}" dt="2024-11-29T13:38:25.721" v="189" actId="1076"/>
        <pc:sldMkLst>
          <pc:docMk/>
          <pc:sldMk cId="1476492113" sldId="2120"/>
        </pc:sldMkLst>
        <pc:spChg chg="mod">
          <ac:chgData name="santhu cj" userId="df1391bd8e115781" providerId="LiveId" clId="{60094F05-B79C-41FB-A079-8237040C7A22}" dt="2024-11-29T13:38:10.808" v="186" actId="1076"/>
          <ac:spMkLst>
            <pc:docMk/>
            <pc:sldMk cId="1476492113" sldId="2120"/>
            <ac:spMk id="3" creationId="{57AE222E-4671-212B-25A7-CE983FDD0D35}"/>
          </ac:spMkLst>
        </pc:spChg>
        <pc:spChg chg="mod">
          <ac:chgData name="santhu cj" userId="df1391bd8e115781" providerId="LiveId" clId="{60094F05-B79C-41FB-A079-8237040C7A22}" dt="2024-11-29T13:38:25.721" v="189" actId="1076"/>
          <ac:spMkLst>
            <pc:docMk/>
            <pc:sldMk cId="1476492113" sldId="2120"/>
            <ac:spMk id="4" creationId="{064DE8CA-B187-EC06-A4FA-4F11CB386D6A}"/>
          </ac:spMkLst>
        </pc:spChg>
        <pc:spChg chg="add mod">
          <ac:chgData name="santhu cj" userId="df1391bd8e115781" providerId="LiveId" clId="{60094F05-B79C-41FB-A079-8237040C7A22}" dt="2024-11-29T13:37:55.823" v="184" actId="571"/>
          <ac:spMkLst>
            <pc:docMk/>
            <pc:sldMk cId="1476492113" sldId="2120"/>
            <ac:spMk id="6" creationId="{4733E7CC-EF51-D9F8-C60A-7F8F5792B001}"/>
          </ac:spMkLst>
        </pc:spChg>
      </pc:sldChg>
      <pc:sldChg chg="modSp mod">
        <pc:chgData name="santhu cj" userId="df1391bd8e115781" providerId="LiveId" clId="{60094F05-B79C-41FB-A079-8237040C7A22}" dt="2024-11-29T13:38:55.830" v="192" actId="1076"/>
        <pc:sldMkLst>
          <pc:docMk/>
          <pc:sldMk cId="2992116745" sldId="2121"/>
        </pc:sldMkLst>
        <pc:spChg chg="mod">
          <ac:chgData name="santhu cj" userId="df1391bd8e115781" providerId="LiveId" clId="{60094F05-B79C-41FB-A079-8237040C7A22}" dt="2024-11-29T13:38:55.830" v="192" actId="1076"/>
          <ac:spMkLst>
            <pc:docMk/>
            <pc:sldMk cId="2992116745" sldId="2121"/>
            <ac:spMk id="3" creationId="{57AE222E-4671-212B-25A7-CE983FDD0D35}"/>
          </ac:spMkLst>
        </pc:spChg>
        <pc:spChg chg="mod">
          <ac:chgData name="santhu cj" userId="df1391bd8e115781" providerId="LiveId" clId="{60094F05-B79C-41FB-A079-8237040C7A22}" dt="2024-11-29T13:38:47.572" v="191" actId="1076"/>
          <ac:spMkLst>
            <pc:docMk/>
            <pc:sldMk cId="2992116745" sldId="2121"/>
            <ac:spMk id="4" creationId="{064DE8CA-B187-EC06-A4FA-4F11CB386D6A}"/>
          </ac:spMkLst>
        </pc:spChg>
      </pc:sldChg>
      <pc:sldChg chg="modSp mod">
        <pc:chgData name="santhu cj" userId="df1391bd8e115781" providerId="LiveId" clId="{60094F05-B79C-41FB-A079-8237040C7A22}" dt="2024-11-29T13:39:59.856" v="218" actId="14100"/>
        <pc:sldMkLst>
          <pc:docMk/>
          <pc:sldMk cId="1230635062" sldId="2122"/>
        </pc:sldMkLst>
        <pc:spChg chg="mod">
          <ac:chgData name="santhu cj" userId="df1391bd8e115781" providerId="LiveId" clId="{60094F05-B79C-41FB-A079-8237040C7A22}" dt="2024-11-29T13:39:45.820" v="216" actId="1036"/>
          <ac:spMkLst>
            <pc:docMk/>
            <pc:sldMk cId="1230635062" sldId="2122"/>
            <ac:spMk id="3" creationId="{57AE222E-4671-212B-25A7-CE983FDD0D35}"/>
          </ac:spMkLst>
        </pc:spChg>
        <pc:spChg chg="mod">
          <ac:chgData name="santhu cj" userId="df1391bd8e115781" providerId="LiveId" clId="{60094F05-B79C-41FB-A079-8237040C7A22}" dt="2024-11-29T13:39:59.856" v="218" actId="14100"/>
          <ac:spMkLst>
            <pc:docMk/>
            <pc:sldMk cId="1230635062" sldId="2122"/>
            <ac:spMk id="4" creationId="{064DE8CA-B187-EC06-A4FA-4F11CB386D6A}"/>
          </ac:spMkLst>
        </pc:spChg>
      </pc:sldChg>
      <pc:sldChg chg="modSp mod">
        <pc:chgData name="santhu cj" userId="df1391bd8e115781" providerId="LiveId" clId="{60094F05-B79C-41FB-A079-8237040C7A22}" dt="2024-11-29T13:39:24.083" v="198" actId="1076"/>
        <pc:sldMkLst>
          <pc:docMk/>
          <pc:sldMk cId="1709174966" sldId="2124"/>
        </pc:sldMkLst>
        <pc:spChg chg="mod">
          <ac:chgData name="santhu cj" userId="df1391bd8e115781" providerId="LiveId" clId="{60094F05-B79C-41FB-A079-8237040C7A22}" dt="2024-11-29T13:39:24.083" v="198" actId="1076"/>
          <ac:spMkLst>
            <pc:docMk/>
            <pc:sldMk cId="1709174966" sldId="2124"/>
            <ac:spMk id="3" creationId="{57AE222E-4671-212B-25A7-CE983FDD0D35}"/>
          </ac:spMkLst>
        </pc:spChg>
        <pc:spChg chg="mod">
          <ac:chgData name="santhu cj" userId="df1391bd8e115781" providerId="LiveId" clId="{60094F05-B79C-41FB-A079-8237040C7A22}" dt="2024-11-29T13:39:19.840" v="197" actId="1076"/>
          <ac:spMkLst>
            <pc:docMk/>
            <pc:sldMk cId="1709174966" sldId="2124"/>
            <ac:spMk id="4" creationId="{064DE8CA-B187-EC06-A4FA-4F11CB386D6A}"/>
          </ac:spMkLst>
        </pc:spChg>
      </pc:sldChg>
      <pc:sldChg chg="modSp mod">
        <pc:chgData name="santhu cj" userId="df1391bd8e115781" providerId="LiveId" clId="{60094F05-B79C-41FB-A079-8237040C7A22}" dt="2024-11-29T13:40:31.066" v="256" actId="1036"/>
        <pc:sldMkLst>
          <pc:docMk/>
          <pc:sldMk cId="2374630931" sldId="2125"/>
        </pc:sldMkLst>
        <pc:spChg chg="mod">
          <ac:chgData name="santhu cj" userId="df1391bd8e115781" providerId="LiveId" clId="{60094F05-B79C-41FB-A079-8237040C7A22}" dt="2024-11-29T13:40:20.459" v="240" actId="1036"/>
          <ac:spMkLst>
            <pc:docMk/>
            <pc:sldMk cId="2374630931" sldId="2125"/>
            <ac:spMk id="3" creationId="{57AE222E-4671-212B-25A7-CE983FDD0D35}"/>
          </ac:spMkLst>
        </pc:spChg>
        <pc:spChg chg="mod">
          <ac:chgData name="santhu cj" userId="df1391bd8e115781" providerId="LiveId" clId="{60094F05-B79C-41FB-A079-8237040C7A22}" dt="2024-11-29T13:40:31.066" v="256" actId="1036"/>
          <ac:spMkLst>
            <pc:docMk/>
            <pc:sldMk cId="2374630931" sldId="2125"/>
            <ac:spMk id="4" creationId="{064DE8CA-B187-EC06-A4FA-4F11CB386D6A}"/>
          </ac:spMkLst>
        </pc:spChg>
      </pc:sldChg>
      <pc:sldChg chg="addSp delSp modSp mod">
        <pc:chgData name="santhu cj" userId="df1391bd8e115781" providerId="LiveId" clId="{60094F05-B79C-41FB-A079-8237040C7A22}" dt="2024-11-29T13:32:14.555" v="45"/>
        <pc:sldMkLst>
          <pc:docMk/>
          <pc:sldMk cId="2989904658" sldId="2126"/>
        </pc:sldMkLst>
        <pc:spChg chg="del">
          <ac:chgData name="santhu cj" userId="df1391bd8e115781" providerId="LiveId" clId="{60094F05-B79C-41FB-A079-8237040C7A22}" dt="2024-11-29T13:32:13.443" v="44" actId="478"/>
          <ac:spMkLst>
            <pc:docMk/>
            <pc:sldMk cId="2989904658" sldId="2126"/>
            <ac:spMk id="3" creationId="{57AE222E-4671-212B-25A7-CE983FDD0D35}"/>
          </ac:spMkLst>
        </pc:spChg>
        <pc:spChg chg="del">
          <ac:chgData name="santhu cj" userId="df1391bd8e115781" providerId="LiveId" clId="{60094F05-B79C-41FB-A079-8237040C7A22}" dt="2024-11-29T13:32:08.229" v="43" actId="478"/>
          <ac:spMkLst>
            <pc:docMk/>
            <pc:sldMk cId="2989904658" sldId="2126"/>
            <ac:spMk id="4" creationId="{064DE8CA-B187-EC06-A4FA-4F11CB386D6A}"/>
          </ac:spMkLst>
        </pc:spChg>
        <pc:spChg chg="add mod">
          <ac:chgData name="santhu cj" userId="df1391bd8e115781" providerId="LiveId" clId="{60094F05-B79C-41FB-A079-8237040C7A22}" dt="2024-11-29T13:32:14.555" v="45"/>
          <ac:spMkLst>
            <pc:docMk/>
            <pc:sldMk cId="2989904658" sldId="2126"/>
            <ac:spMk id="7" creationId="{C7D764B2-8AE8-E57A-E758-FD77A64564AF}"/>
          </ac:spMkLst>
        </pc:spChg>
        <pc:spChg chg="add mod">
          <ac:chgData name="santhu cj" userId="df1391bd8e115781" providerId="LiveId" clId="{60094F05-B79C-41FB-A079-8237040C7A22}" dt="2024-11-29T13:32:14.555" v="45"/>
          <ac:spMkLst>
            <pc:docMk/>
            <pc:sldMk cId="2989904658" sldId="2126"/>
            <ac:spMk id="8" creationId="{03DEAA61-CC91-DF4E-FDAD-529D4D3B2348}"/>
          </ac:spMkLst>
        </pc:spChg>
      </pc:sldChg>
    </pc:docChg>
  </pc:docChgLst>
  <pc:docChgLst>
    <pc:chgData name="santhu cj" userId="df1391bd8e115781" providerId="Windows Live" clId="Web-{BFE4A461-12F9-6612-3E3B-A2DE4A90DE4F}"/>
    <pc:docChg chg="modSld">
      <pc:chgData name="santhu cj" userId="df1391bd8e115781" providerId="Windows Live" clId="Web-{BFE4A461-12F9-6612-3E3B-A2DE4A90DE4F}" dt="2024-11-29T13:23:56.865" v="0" actId="14100"/>
      <pc:docMkLst>
        <pc:docMk/>
      </pc:docMkLst>
      <pc:sldChg chg="modSp">
        <pc:chgData name="santhu cj" userId="df1391bd8e115781" providerId="Windows Live" clId="Web-{BFE4A461-12F9-6612-3E3B-A2DE4A90DE4F}" dt="2024-11-29T13:23:56.865" v="0" actId="14100"/>
        <pc:sldMkLst>
          <pc:docMk/>
          <pc:sldMk cId="88404620" sldId="1980"/>
        </pc:sldMkLst>
        <pc:spChg chg="mod">
          <ac:chgData name="santhu cj" userId="df1391bd8e115781" providerId="Windows Live" clId="Web-{BFE4A461-12F9-6612-3E3B-A2DE4A90DE4F}" dt="2024-11-29T13:23:56.865" v="0" actId="14100"/>
          <ac:spMkLst>
            <pc:docMk/>
            <pc:sldMk cId="88404620" sldId="1980"/>
            <ac:spMk id="12" creationId="{7905A2DF-1131-91B8-F9F4-29C2BA98F4E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29/11/2024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1721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25729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17308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1088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layalam HC - 03 Jan 2021, 9:00A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0" y="4841404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01 September 2024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A10FA4-5B68-A6DF-6394-CB1B3CC7EF93}"/>
              </a:ext>
            </a:extLst>
          </p:cNvPr>
          <p:cNvSpPr txBox="1"/>
          <p:nvPr userDrawn="1"/>
        </p:nvSpPr>
        <p:spPr>
          <a:xfrm>
            <a:off x="0" y="1761795"/>
            <a:ext cx="9144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3200" dirty="0">
                <a:latin typeface="Algerian" panose="04020705040A02060702" pitchFamily="82" charset="0"/>
              </a:rPr>
              <a:t>Senior Citizens Day</a:t>
            </a:r>
            <a:endParaRPr lang="en-US" sz="3200" dirty="0">
              <a:latin typeface="Algerian" panose="04020705040A02060702" pitchFamily="82" charset="0"/>
            </a:endParaRPr>
          </a:p>
          <a:p>
            <a:pPr algn="ctr"/>
            <a:endParaRPr lang="en-US" sz="2800" dirty="0"/>
          </a:p>
          <a:p>
            <a:pPr algn="ctr"/>
            <a:r>
              <a:rPr lang="en-US" sz="2800" dirty="0">
                <a:latin typeface="Amasis MT Pro Medium" panose="02040604050005020304" pitchFamily="18" charset="0"/>
              </a:rPr>
              <a:t>Senior Citizens – Model for the generations</a:t>
            </a:r>
            <a:endParaRPr lang="en-SG" sz="2800" dirty="0"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8894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layalam HC - 03 Jan 202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and brown world map&#10;&#10;Description automatically generated">
            <a:extLst>
              <a:ext uri="{FF2B5EF4-FFF2-40B4-BE49-F238E27FC236}">
                <a16:creationId xmlns:a16="http://schemas.microsoft.com/office/drawing/2014/main" id="{AC254632-74E4-F909-D24F-744916F79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3999" cy="51434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020BE0-76F2-4CE7-89A1-2558CC1F1B9A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BC3181-23C2-4E58-A642-35AA820BC599}"/>
              </a:ext>
            </a:extLst>
          </p:cNvPr>
          <p:cNvSpPr txBox="1"/>
          <p:nvPr userDrawn="1"/>
        </p:nvSpPr>
        <p:spPr>
          <a:xfrm>
            <a:off x="0" y="4781663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01 September 2024</a:t>
            </a:r>
          </a:p>
        </p:txBody>
      </p:sp>
    </p:spTree>
    <p:extLst>
      <p:ext uri="{BB962C8B-B14F-4D97-AF65-F5344CB8AC3E}">
        <p14:creationId xmlns:p14="http://schemas.microsoft.com/office/powerpoint/2010/main" val="1800146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29/11/2024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501671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29/11/2024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154232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29/11/2024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863635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29/11/2024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000069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29/11/2024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490471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29/11/2024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976965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29/11/2024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520277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29/11/2024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217234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29/11/2024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107823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29/11/2024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042355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29/11/2024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268524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84094"/>
          </a:xfr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400" b="0" i="0" dirty="0">
                <a:solidFill>
                  <a:schemeClr val="tx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121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29/11/2024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20029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29/11/2024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271683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29/11/2024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510235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29/11/2024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4160993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29/11/2024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823163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29/11/2024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7255605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29/11/2024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2622557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29/11/2024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538231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29/11/2024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261650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29/11/2024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825356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29/11/2024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837631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1"/>
            <a:ext cx="9144000" cy="486000"/>
          </a:xfrm>
          <a:solidFill>
            <a:srgbClr val="E8D3D3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400" b="0">
                <a:solidFill>
                  <a:schemeClr val="tx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780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6A35C0-E370-32B5-1E9B-723017E94EC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50215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723" r:id="rId12"/>
    <p:sldLayoutId id="2147483722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EFD2F-98B3-4E20-9488-48E9EABF7AD7}" type="datetimeFigureOut">
              <a:rPr lang="en-SG" smtClean="0"/>
              <a:t>29/11/2024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70830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CCC00-496A-47A6-84BD-F8B47B0F7754}" type="datetimeFigureOut">
              <a:rPr lang="en-SG" smtClean="0"/>
              <a:t>29/11/2024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82945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  <p:sldLayoutId id="214748383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10C7A2-B140-7C31-BCBA-76CAF5F59BEF}"/>
              </a:ext>
            </a:extLst>
          </p:cNvPr>
          <p:cNvSpPr txBox="1">
            <a:spLocks/>
          </p:cNvSpPr>
          <p:nvPr/>
        </p:nvSpPr>
        <p:spPr>
          <a:xfrm>
            <a:off x="-12031" y="1679968"/>
            <a:ext cx="9156031" cy="178356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952" algn="l"/>
              </a:tabLst>
            </a:pP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Opening Hymn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Hymn No. 116 </a:t>
            </a:r>
          </a:p>
        </p:txBody>
      </p:sp>
    </p:spTree>
    <p:extLst>
      <p:ext uri="{BB962C8B-B14F-4D97-AF65-F5344CB8AC3E}">
        <p14:creationId xmlns:p14="http://schemas.microsoft.com/office/powerpoint/2010/main" val="2329691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Song – Hymn 116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1 of 4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AD38E4-2FFE-92B6-2E7F-5AE5C074EC16}"/>
              </a:ext>
            </a:extLst>
          </p:cNvPr>
          <p:cNvSpPr txBox="1"/>
          <p:nvPr/>
        </p:nvSpPr>
        <p:spPr>
          <a:xfrm>
            <a:off x="2604758" y="2715262"/>
            <a:ext cx="393448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B«nSbÀ cm{XnImte</a:t>
            </a:r>
          </a:p>
          <a:p>
            <a:r>
              <a:rPr lang="pt-BR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Iq«ambv ]mÀ¡th</a:t>
            </a:r>
          </a:p>
          <a:p>
            <a:r>
              <a:rPr lang="pt-BR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ssZhZqX</a:t>
            </a:r>
            <a:r>
              <a:rPr lang="pl-PL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³</a:t>
            </a:r>
            <a:r>
              <a:rPr lang="pt-BR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h¶nd§n</a:t>
            </a:r>
          </a:p>
          <a:p>
            <a:r>
              <a:rPr lang="pt-BR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Znhytim`tbmsS</a:t>
            </a:r>
            <a:endParaRPr lang="en-US" sz="3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05A2DF-1131-91B8-F9F4-29C2BA98F4E1}"/>
              </a:ext>
            </a:extLst>
          </p:cNvPr>
          <p:cNvSpPr txBox="1"/>
          <p:nvPr/>
        </p:nvSpPr>
        <p:spPr>
          <a:xfrm>
            <a:off x="2271584" y="827042"/>
            <a:ext cx="572954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 fontAlgn="base"/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aatidayarh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raathrikaale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koottamaay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paarhkkave</a:t>
            </a:r>
            <a:endParaRPr lang="en-US" sz="2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daiva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doothan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vannirhangi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</a:p>
          <a:p>
            <a:pPr algn="l" rtl="0" fontAlgn="base"/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divya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shobhayode</a:t>
            </a:r>
            <a:endParaRPr lang="en-US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404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Song – </a:t>
            </a:r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Hymn 116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2 of 4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AD38E4-2FFE-92B6-2E7F-5AE5C074EC16}"/>
              </a:ext>
            </a:extLst>
          </p:cNvPr>
          <p:cNvSpPr txBox="1"/>
          <p:nvPr/>
        </p:nvSpPr>
        <p:spPr>
          <a:xfrm>
            <a:off x="1914271" y="2715262"/>
            <a:ext cx="531545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th¬Sm `bw \n§Ä¡nt¸mÄ</a:t>
            </a:r>
          </a:p>
          <a:p>
            <a:r>
              <a:rPr lang="pt-BR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temI¯ns¶mcpt]mÂ</a:t>
            </a:r>
          </a:p>
          <a:p>
            <a:r>
              <a:rPr lang="pt-BR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kt´mjw {]oXn tNÀ¶nSpw</a:t>
            </a:r>
          </a:p>
          <a:p>
            <a:r>
              <a:rPr lang="pt-BR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hmÀ¯ sNmÂth\n¶p.</a:t>
            </a:r>
            <a:endParaRPr lang="en-US" sz="3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05A2DF-1131-91B8-F9F4-29C2BA98F4E1}"/>
              </a:ext>
            </a:extLst>
          </p:cNvPr>
          <p:cNvSpPr txBox="1"/>
          <p:nvPr/>
        </p:nvSpPr>
        <p:spPr>
          <a:xfrm>
            <a:off x="1771210" y="874749"/>
            <a:ext cx="56015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 fontAlgn="base"/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venhdaa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bhayam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ningalhkkippolh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lokaththinnorupol</a:t>
            </a:r>
            <a:endParaRPr lang="en-US" sz="2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santhosham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preethi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chernneedum</a:t>
            </a:r>
            <a:endParaRPr lang="en-US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vaarththa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cholveninnu</a:t>
            </a:r>
            <a:endParaRPr lang="en-US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51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Song – </a:t>
            </a:r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Hymn 116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3 of 4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AD38E4-2FFE-92B6-2E7F-5AE5C074EC16}"/>
              </a:ext>
            </a:extLst>
          </p:cNvPr>
          <p:cNvSpPr txBox="1"/>
          <p:nvPr/>
        </p:nvSpPr>
        <p:spPr>
          <a:xfrm>
            <a:off x="2242796" y="2715262"/>
            <a:ext cx="465840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C¶o `qau \n§Ä¡mbn </a:t>
            </a:r>
          </a:p>
          <a:p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{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InkvXphmw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c£nXm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t_XvetlanÂ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PmX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mbn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NnÓaXn¶nXm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endParaRPr lang="en-US" sz="3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05A2DF-1131-91B8-F9F4-29C2BA98F4E1}"/>
              </a:ext>
            </a:extLst>
          </p:cNvPr>
          <p:cNvSpPr txBox="1"/>
          <p:nvPr/>
        </p:nvSpPr>
        <p:spPr>
          <a:xfrm>
            <a:off x="2032685" y="850896"/>
            <a:ext cx="506272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 fontAlgn="base"/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innee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bhoomau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ningalhkkaayi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kristhuvaam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rakshithaa</a:t>
            </a:r>
            <a:endParaRPr lang="en-US" sz="2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bethlahemil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jaathanaayi</a:t>
            </a:r>
            <a:endParaRPr lang="en-US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chihnam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athinnithaa</a:t>
            </a:r>
            <a:endParaRPr lang="en-US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7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Song – </a:t>
            </a:r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Hymn 116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4 of 4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AD38E4-2FFE-92B6-2E7F-5AE5C074EC16}"/>
              </a:ext>
            </a:extLst>
          </p:cNvPr>
          <p:cNvSpPr txBox="1"/>
          <p:nvPr/>
        </p:nvSpPr>
        <p:spPr>
          <a:xfrm>
            <a:off x="2242796" y="2715262"/>
            <a:ext cx="465840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DcsNbvXmÀ D¶X¯n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Â</a:t>
            </a:r>
            <a:endParaRPr lang="pt-BR" sz="3200" b="0" i="0" u="none" strike="noStrike" baseline="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r>
              <a:rPr lang="pt-BR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ssZh¯n\p ]mcw</a:t>
            </a:r>
          </a:p>
          <a:p>
            <a:r>
              <a:rPr lang="pt-BR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alXzaXy[nIambv</a:t>
            </a:r>
          </a:p>
          <a:p>
            <a:r>
              <a:rPr lang="pt-BR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`qanbnÂ im´nbpw</a:t>
            </a:r>
            <a:endParaRPr lang="en-US" sz="3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05A2DF-1131-91B8-F9F4-29C2BA98F4E1}"/>
              </a:ext>
            </a:extLst>
          </p:cNvPr>
          <p:cNvSpPr txBox="1"/>
          <p:nvPr/>
        </p:nvSpPr>
        <p:spPr>
          <a:xfrm>
            <a:off x="2032686" y="834992"/>
            <a:ext cx="506272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 fontAlgn="base"/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ura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cheythaarh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unnathaththil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daivaththinu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paaram</a:t>
            </a:r>
            <a:endParaRPr lang="en-US" sz="2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mahathwam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athyadhikamaay</a:t>
            </a:r>
            <a:endParaRPr lang="en-US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bhoomiyil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shaanthiyum</a:t>
            </a:r>
            <a:endParaRPr lang="en-US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1673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02174-DEBC-400F-A4DF-B2DD71DE45B9}"/>
              </a:ext>
            </a:extLst>
          </p:cNvPr>
          <p:cNvSpPr txBox="1">
            <a:spLocks/>
          </p:cNvSpPr>
          <p:nvPr/>
        </p:nvSpPr>
        <p:spPr>
          <a:xfrm>
            <a:off x="0" y="1955904"/>
            <a:ext cx="9144000" cy="1231692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GB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Thanksgiving Prayers</a:t>
            </a:r>
          </a:p>
        </p:txBody>
      </p:sp>
    </p:spTree>
    <p:extLst>
      <p:ext uri="{BB962C8B-B14F-4D97-AF65-F5344CB8AC3E}">
        <p14:creationId xmlns:p14="http://schemas.microsoft.com/office/powerpoint/2010/main" val="347759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Thanksgiving Prayers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Thanksgiving: 1 of 1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E79D6D-45E0-4529-650E-55EE2C2D70A7}"/>
              </a:ext>
            </a:extLst>
          </p:cNvPr>
          <p:cNvSpPr txBox="1"/>
          <p:nvPr/>
        </p:nvSpPr>
        <p:spPr>
          <a:xfrm>
            <a:off x="979715" y="2752806"/>
            <a:ext cx="718457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latin typeface="ML-TTKarthika" panose="04000000000000000000" pitchFamily="82" charset="0"/>
              </a:rPr>
              <a:t>F¶pÅta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kvXpXn</a:t>
            </a:r>
            <a:r>
              <a:rPr lang="en-US" sz="3200" dirty="0">
                <a:latin typeface="ML-TTKarthika" panose="04000000000000000000" pitchFamily="82" charset="0"/>
              </a:rPr>
              <a:t>¡ \o ]</a:t>
            </a:r>
            <a:r>
              <a:rPr lang="en-US" sz="3200" dirty="0" err="1">
                <a:latin typeface="ML-TTKarthika" panose="04000000000000000000" pitchFamily="82" charset="0"/>
              </a:rPr>
              <a:t>ct</a:t>
            </a:r>
            <a:r>
              <a:rPr lang="en-US" sz="3200" dirty="0">
                <a:latin typeface="ML-TTKarthika" panose="04000000000000000000" pitchFamily="82" charset="0"/>
              </a:rPr>
              <a:t>\ X³ \·</a:t>
            </a:r>
            <a:r>
              <a:rPr lang="en-US" sz="3200" dirty="0" err="1">
                <a:latin typeface="ML-TTKarthika" panose="04000000000000000000" pitchFamily="82" charset="0"/>
              </a:rPr>
              <a:t>IÄ¡mbv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kvXpXn¡mw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kvXpXn¡mw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3200" dirty="0">
                <a:latin typeface="ML-TTKarthika" panose="04000000000000000000" pitchFamily="82" charset="0"/>
              </a:rPr>
              <a:t>F¶´</a:t>
            </a:r>
            <a:r>
              <a:rPr lang="en-US" sz="3200" dirty="0" err="1">
                <a:latin typeface="ML-TTKarthika" panose="04000000000000000000" pitchFamily="82" charset="0"/>
              </a:rPr>
              <a:t>cwKta</a:t>
            </a:r>
            <a:r>
              <a:rPr lang="en-US" sz="3200" dirty="0">
                <a:latin typeface="ML-TTKarthika" panose="04000000000000000000" pitchFamily="82" charset="0"/>
              </a:rPr>
              <a:t> A\</a:t>
            </a:r>
            <a:r>
              <a:rPr lang="en-US" sz="3200" dirty="0" err="1">
                <a:latin typeface="ML-TTKarthika" panose="04000000000000000000" pitchFamily="82" charset="0"/>
              </a:rPr>
              <a:t>pZn</a:t>
            </a:r>
            <a:r>
              <a:rPr lang="en-US" sz="3200" dirty="0">
                <a:latin typeface="ML-TTKarthika" panose="04000000000000000000" pitchFamily="82" charset="0"/>
              </a:rPr>
              <a:t>\</a:t>
            </a:r>
            <a:r>
              <a:rPr lang="en-US" sz="3200" dirty="0" err="1">
                <a:latin typeface="ML-TTKarthika" panose="04000000000000000000" pitchFamily="82" charset="0"/>
              </a:rPr>
              <a:t>hpw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3200" dirty="0">
                <a:latin typeface="ML-TTKarthika" panose="04000000000000000000" pitchFamily="82" charset="0"/>
              </a:rPr>
              <a:t>\\vZntbmsS ]</a:t>
            </a:r>
            <a:r>
              <a:rPr lang="en-US" sz="3200" dirty="0" err="1">
                <a:latin typeface="ML-TTKarthika" panose="04000000000000000000" pitchFamily="82" charset="0"/>
              </a:rPr>
              <a:t>mSn</a:t>
            </a:r>
            <a:r>
              <a:rPr lang="en-US" sz="3200" dirty="0">
                <a:latin typeface="ML-TTKarthika" panose="04000000000000000000" pitchFamily="82" charset="0"/>
              </a:rPr>
              <a:t> ]</a:t>
            </a:r>
            <a:r>
              <a:rPr lang="en-US" sz="3200" dirty="0" err="1">
                <a:latin typeface="ML-TTKarthika" panose="04000000000000000000" pitchFamily="82" charset="0"/>
              </a:rPr>
              <a:t>pIgv¯mw</a:t>
            </a:r>
            <a:endParaRPr lang="en-US" sz="3200" dirty="0">
              <a:latin typeface="ML-TTKarthika" panose="04000000000000000000" pitchFamily="8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12F03D-55E6-0116-F164-9E2DBAF627B1}"/>
              </a:ext>
            </a:extLst>
          </p:cNvPr>
          <p:cNvSpPr txBox="1"/>
          <p:nvPr/>
        </p:nvSpPr>
        <p:spPr>
          <a:xfrm>
            <a:off x="701270" y="754525"/>
            <a:ext cx="774146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ennullhame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sthuthikka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nee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parane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than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nanmakalhkkaay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sthuthikkaam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sthuthikkaam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ennantharangame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anu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dinavum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nandiyode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paadi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pukazhththaam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442A4182-4AD6-F47C-C410-63B2D29B6D60}"/>
              </a:ext>
            </a:extLst>
          </p:cNvPr>
          <p:cNvSpPr/>
          <p:nvPr/>
        </p:nvSpPr>
        <p:spPr>
          <a:xfrm>
            <a:off x="6579555" y="1780674"/>
            <a:ext cx="116878" cy="63939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3947CA-31E4-E1EF-B221-B1D684248BB2}"/>
              </a:ext>
            </a:extLst>
          </p:cNvPr>
          <p:cNvSpPr txBox="1"/>
          <p:nvPr/>
        </p:nvSpPr>
        <p:spPr>
          <a:xfrm>
            <a:off x="6696433" y="1916211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15B8A33B-D1C8-6475-DD7A-5DEB6CFB428B}"/>
              </a:ext>
            </a:extLst>
          </p:cNvPr>
          <p:cNvSpPr/>
          <p:nvPr/>
        </p:nvSpPr>
        <p:spPr>
          <a:xfrm>
            <a:off x="6579555" y="3884106"/>
            <a:ext cx="116878" cy="63939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5A810A-F024-2450-F501-3017B2ADEE13}"/>
              </a:ext>
            </a:extLst>
          </p:cNvPr>
          <p:cNvSpPr txBox="1"/>
          <p:nvPr/>
        </p:nvSpPr>
        <p:spPr>
          <a:xfrm>
            <a:off x="6696433" y="4019643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38488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4B59398-515B-40E4-9922-357DB2AB5477}"/>
              </a:ext>
            </a:extLst>
          </p:cNvPr>
          <p:cNvSpPr txBox="1">
            <a:spLocks/>
          </p:cNvSpPr>
          <p:nvPr/>
        </p:nvSpPr>
        <p:spPr>
          <a:xfrm>
            <a:off x="1517227" y="2029031"/>
            <a:ext cx="6109545" cy="1098984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Offertory – </a:t>
            </a:r>
            <a:r>
              <a:rPr lang="en-US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thedi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US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alanju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US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njaan</a:t>
            </a:r>
            <a:endParaRPr lang="en-US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9989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Hymn – </a:t>
            </a:r>
            <a:r>
              <a:rPr lang="en-GB" dirty="0" err="1"/>
              <a:t>thedi</a:t>
            </a:r>
            <a:r>
              <a:rPr lang="en-GB" dirty="0"/>
              <a:t> </a:t>
            </a:r>
            <a:r>
              <a:rPr lang="en-GB" dirty="0" err="1"/>
              <a:t>alanju</a:t>
            </a:r>
            <a:r>
              <a:rPr lang="en-GB" dirty="0"/>
              <a:t> </a:t>
            </a:r>
            <a:r>
              <a:rPr lang="en-GB" dirty="0" err="1"/>
              <a:t>njaan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0" y="786552"/>
            <a:ext cx="6663193" cy="2223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rtl="0" fontAlgn="base"/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t</a:t>
            </a:r>
            <a:r>
              <a:rPr lang="en-SG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hedi</a:t>
            </a:r>
            <a:r>
              <a:rPr lang="en-SG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alanju</a:t>
            </a:r>
            <a:r>
              <a:rPr lang="en-SG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njan</a:t>
            </a:r>
            <a:r>
              <a:rPr lang="en-SG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</a:p>
          <a:p>
            <a:pPr algn="l" rtl="0" fontAlgn="base"/>
            <a:r>
              <a:rPr lang="en-SG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thedi</a:t>
            </a:r>
            <a:r>
              <a:rPr lang="en-SG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valanju</a:t>
            </a:r>
            <a:r>
              <a:rPr lang="en-SG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njan</a:t>
            </a:r>
            <a:endParaRPr lang="en-SG" sz="2800" b="0" i="0" u="none" strike="noStrike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SG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bethalahemile</a:t>
            </a:r>
            <a:r>
              <a:rPr lang="en-SG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medakalil</a:t>
            </a:r>
            <a:r>
              <a:rPr lang="en-SG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</a:p>
          <a:p>
            <a:pPr algn="l" rtl="0" fontAlgn="base"/>
            <a:r>
              <a:rPr lang="en-SG" sz="2700" dirty="0" err="1">
                <a:solidFill>
                  <a:srgbClr val="000000"/>
                </a:solidFill>
                <a:latin typeface="Segoe UI" panose="020B0502040204020203" pitchFamily="34" charset="0"/>
              </a:rPr>
              <a:t>e</a:t>
            </a:r>
            <a:r>
              <a:rPr lang="en-SG" sz="27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nne</a:t>
            </a:r>
            <a:r>
              <a:rPr lang="en-SG" sz="27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7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thedi</a:t>
            </a:r>
            <a:r>
              <a:rPr lang="en-SG" sz="27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7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bhoovil</a:t>
            </a:r>
            <a:r>
              <a:rPr lang="en-SG" sz="27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7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vanna</a:t>
            </a:r>
            <a:r>
              <a:rPr lang="en-SG" sz="27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7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raajakumarane</a:t>
            </a:r>
            <a:endParaRPr lang="en-SG" sz="2700" dirty="0">
              <a:solidFill>
                <a:srgbClr val="000000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21420-34C8-30C5-50CE-1D01ED744F93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1 </a:t>
            </a:r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 7</a:t>
            </a:r>
            <a:endParaRPr lang="en-SG" sz="14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48E332-DDF4-60DA-31C4-B2218744FD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129" y="1935479"/>
            <a:ext cx="2723929" cy="272392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BD5696-85A7-DDD4-3D7A-82F0B5AFE44E}"/>
              </a:ext>
            </a:extLst>
          </p:cNvPr>
          <p:cNvSpPr txBox="1">
            <a:spLocks/>
          </p:cNvSpPr>
          <p:nvPr/>
        </p:nvSpPr>
        <p:spPr>
          <a:xfrm>
            <a:off x="6209463" y="1476018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8936" y="2765927"/>
            <a:ext cx="7234702" cy="2058256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ml-IN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തേടിയലഞ്ഞു ഞാൻ </a:t>
            </a:r>
            <a:endParaRPr lang="en-SG" sz="2200" b="0" i="0" u="none" strike="noStrike" baseline="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pPr>
              <a:lnSpc>
                <a:spcPct val="150000"/>
              </a:lnSpc>
            </a:pPr>
            <a:r>
              <a:rPr lang="ml-IN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തേടി വലഞ്ഞു ഞാൻ </a:t>
            </a:r>
          </a:p>
          <a:p>
            <a:pPr>
              <a:lnSpc>
                <a:spcPct val="150000"/>
              </a:lnSpc>
            </a:pPr>
            <a:r>
              <a:rPr lang="ml-IN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ബേത്ലഹേമിലെ മേടകളിൽ </a:t>
            </a:r>
          </a:p>
          <a:p>
            <a:pPr>
              <a:lnSpc>
                <a:spcPct val="150000"/>
              </a:lnSpc>
            </a:pPr>
            <a:r>
              <a:rPr lang="ml-IN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എന്നെ തേടി ഭൂവിൽ വന്ന</a:t>
            </a:r>
            <a:r>
              <a:rPr lang="en-SG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ml-IN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രാജകുമാരനെ </a:t>
            </a:r>
          </a:p>
        </p:txBody>
      </p:sp>
    </p:spTree>
    <p:extLst>
      <p:ext uri="{BB962C8B-B14F-4D97-AF65-F5344CB8AC3E}">
        <p14:creationId xmlns:p14="http://schemas.microsoft.com/office/powerpoint/2010/main" val="3368756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Hymn – </a:t>
            </a:r>
            <a:r>
              <a:rPr lang="en-GB" dirty="0" err="1"/>
              <a:t>thedi</a:t>
            </a:r>
            <a:r>
              <a:rPr lang="en-GB" dirty="0"/>
              <a:t> </a:t>
            </a:r>
            <a:r>
              <a:rPr lang="en-GB" dirty="0" err="1"/>
              <a:t>alanju</a:t>
            </a:r>
            <a:r>
              <a:rPr lang="en-GB" dirty="0"/>
              <a:t> </a:t>
            </a:r>
            <a:r>
              <a:rPr lang="en-GB" dirty="0" err="1"/>
              <a:t>njaan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0" y="945578"/>
            <a:ext cx="6209463" cy="172145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rtl="0" fontAlgn="base"/>
            <a:r>
              <a:rPr lang="en-SG" sz="24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kanhdillavidengum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4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daivaththin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4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puthrane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(2)</a:t>
            </a:r>
          </a:p>
          <a:p>
            <a:pPr algn="l" rtl="0" fontAlgn="base"/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t</a:t>
            </a:r>
            <a:r>
              <a:rPr lang="en-SG" sz="24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hanka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4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kattilukalh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4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shoonyamayirunnu</a:t>
            </a:r>
            <a:endParaRPr lang="en-SG" sz="2400" b="0" i="0" u="none" strike="noStrike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p</a:t>
            </a:r>
            <a:r>
              <a:rPr lang="en-SG" sz="24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attumeththakalh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4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nokki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4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kaathirunnu</a:t>
            </a:r>
            <a:endParaRPr lang="en-SG" sz="2400" b="0" i="0" u="none" strike="noStrike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d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eva </a:t>
            </a:r>
            <a:r>
              <a:rPr lang="en-SG" sz="24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deva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4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nandanane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4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avidengum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4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kandilla</a:t>
            </a:r>
            <a:endParaRPr lang="en-SG" sz="2400" dirty="0">
              <a:solidFill>
                <a:srgbClr val="000000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21420-34C8-30C5-50CE-1D01ED744F93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2 of 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48E332-DDF4-60DA-31C4-B2218744FD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129" y="1935479"/>
            <a:ext cx="2723929" cy="272392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BD5696-85A7-DDD4-3D7A-82F0B5AFE44E}"/>
              </a:ext>
            </a:extLst>
          </p:cNvPr>
          <p:cNvSpPr txBox="1">
            <a:spLocks/>
          </p:cNvSpPr>
          <p:nvPr/>
        </p:nvSpPr>
        <p:spPr>
          <a:xfrm>
            <a:off x="6209463" y="1476018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0" y="2571750"/>
            <a:ext cx="6209462" cy="1877437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ml-IN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കണ്ടില്ലവിടെങ്ങും ദൈവത്തിൻ പുത്രനെ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(2)</a:t>
            </a:r>
            <a:r>
              <a:rPr lang="ml-IN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ml-IN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തങ്കക്കട്ടിലുകൾ ശൂന്യമായിരുന്നു </a:t>
            </a:r>
          </a:p>
          <a:p>
            <a:pPr>
              <a:lnSpc>
                <a:spcPct val="150000"/>
              </a:lnSpc>
            </a:pPr>
            <a:r>
              <a:rPr lang="ml-IN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പട്ടു മെത്തകൾ നോക്കി കാത്തിരുന്നു </a:t>
            </a:r>
          </a:p>
          <a:p>
            <a:pPr>
              <a:lnSpc>
                <a:spcPct val="150000"/>
              </a:lnSpc>
            </a:pPr>
            <a:r>
              <a:rPr lang="ml-IN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ദേവ ദേവ നന്ദനനെ അവിടെങ്ങും കണ്ടില്ല </a:t>
            </a:r>
            <a:endParaRPr lang="en-US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0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Hymn – </a:t>
            </a:r>
            <a:r>
              <a:rPr lang="en-GB" dirty="0" err="1"/>
              <a:t>thedi</a:t>
            </a:r>
            <a:r>
              <a:rPr lang="en-GB" dirty="0"/>
              <a:t> </a:t>
            </a:r>
            <a:r>
              <a:rPr lang="en-GB" dirty="0" err="1"/>
              <a:t>alanju</a:t>
            </a:r>
            <a:r>
              <a:rPr lang="en-GB" dirty="0"/>
              <a:t> </a:t>
            </a:r>
            <a:r>
              <a:rPr lang="en-GB" dirty="0" err="1"/>
              <a:t>njaan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-1" y="492354"/>
            <a:ext cx="6209463" cy="2223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rtl="0" fontAlgn="base"/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thedi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nadannu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njaan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</a:p>
          <a:p>
            <a:pPr algn="l" rtl="0" fontAlgn="base"/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vaadi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thalarnnu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njaan</a:t>
            </a:r>
            <a:endParaRPr lang="en-SG" sz="24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daaveedin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nagariyin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veethhikalhil</a:t>
            </a:r>
            <a:endParaRPr lang="en-SG" sz="24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neethiyin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sooryanaam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mashihaye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kaanhmaanaaypalarodum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chodichu</a:t>
            </a:r>
            <a:endParaRPr lang="en-SG" sz="2400" dirty="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21420-34C8-30C5-50CE-1D01ED744F93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3 of 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48E332-DDF4-60DA-31C4-B2218744FD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129" y="1935479"/>
            <a:ext cx="2723929" cy="272392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BD5696-85A7-DDD4-3D7A-82F0B5AFE44E}"/>
              </a:ext>
            </a:extLst>
          </p:cNvPr>
          <p:cNvSpPr txBox="1">
            <a:spLocks/>
          </p:cNvSpPr>
          <p:nvPr/>
        </p:nvSpPr>
        <p:spPr>
          <a:xfrm>
            <a:off x="6209463" y="1476018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0" y="2421207"/>
            <a:ext cx="6570619" cy="2566087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ml-IN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തേടി നടന്നു ഞാൻ </a:t>
            </a:r>
            <a:endParaRPr lang="en-SG" sz="2200" b="0" i="0" u="none" strike="noStrike" baseline="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pPr>
              <a:lnSpc>
                <a:spcPct val="150000"/>
              </a:lnSpc>
            </a:pPr>
            <a:r>
              <a:rPr lang="ml-IN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പാടി തളർന്നു ഞാൻ </a:t>
            </a:r>
          </a:p>
          <a:p>
            <a:pPr>
              <a:lnSpc>
                <a:spcPct val="150000"/>
              </a:lnSpc>
            </a:pPr>
            <a:r>
              <a:rPr lang="ml-IN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ദാവീദിൻ നഗരിയിൻ വീഥികളിൽ </a:t>
            </a:r>
          </a:p>
          <a:p>
            <a:pPr>
              <a:lnSpc>
                <a:spcPct val="150000"/>
              </a:lnSpc>
            </a:pPr>
            <a:r>
              <a:rPr lang="ml-IN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നീതിയിൻ സൂര്യനാം മ്ശിഹായെ കാണ്മാനായ് പലരോടും ചോദിച്ചു </a:t>
            </a:r>
          </a:p>
        </p:txBody>
      </p:sp>
    </p:spTree>
    <p:extLst>
      <p:ext uri="{BB962C8B-B14F-4D97-AF65-F5344CB8AC3E}">
        <p14:creationId xmlns:p14="http://schemas.microsoft.com/office/powerpoint/2010/main" val="2383278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Hymn – </a:t>
            </a:r>
            <a:r>
              <a:rPr lang="en-GB" dirty="0" err="1"/>
              <a:t>thedi</a:t>
            </a:r>
            <a:r>
              <a:rPr lang="en-GB" dirty="0"/>
              <a:t> </a:t>
            </a:r>
            <a:r>
              <a:rPr lang="en-GB" dirty="0" err="1"/>
              <a:t>alanju</a:t>
            </a:r>
            <a:r>
              <a:rPr lang="en-GB" dirty="0"/>
              <a:t> </a:t>
            </a:r>
            <a:r>
              <a:rPr lang="en-GB" dirty="0" err="1"/>
              <a:t>njaan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0" y="619575"/>
            <a:ext cx="6949440" cy="14431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rtl="0" fontAlgn="base"/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kanhdillavaraarum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daivaththin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puthrane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 (2)</a:t>
            </a:r>
          </a:p>
          <a:p>
            <a:pPr algn="l" rtl="0" fontAlgn="base"/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doothu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kettavaro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paavapettavarh</a:t>
            </a:r>
            <a:endParaRPr lang="en-SG" sz="24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vaarhtha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cholliyatho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daivadoothanmaar</a:t>
            </a:r>
            <a:endParaRPr lang="en-SG" sz="24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unnathante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maathaavo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</a:p>
          <a:p>
            <a:pPr algn="l" rtl="0" fontAlgn="base"/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parishuddha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 kanya </a:t>
            </a:r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thaan</a:t>
            </a:r>
            <a:endParaRPr lang="en-SG" sz="2400" dirty="0">
              <a:solidFill>
                <a:srgbClr val="000000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21420-34C8-30C5-50CE-1D01ED744F93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4 of 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48E332-DDF4-60DA-31C4-B2218744FD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129" y="1935479"/>
            <a:ext cx="2723929" cy="272392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BD5696-85A7-DDD4-3D7A-82F0B5AFE44E}"/>
              </a:ext>
            </a:extLst>
          </p:cNvPr>
          <p:cNvSpPr txBox="1">
            <a:spLocks/>
          </p:cNvSpPr>
          <p:nvPr/>
        </p:nvSpPr>
        <p:spPr>
          <a:xfrm>
            <a:off x="6209463" y="1476018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0" y="2612038"/>
            <a:ext cx="6570619" cy="2339102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ml-IN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കണ്ടില്ലവരാരും ദൈവത്തിൻ പുത്രനെ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(2)</a:t>
            </a:r>
            <a:r>
              <a:rPr lang="ml-IN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ml-IN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ദൂതു കേട്ടവരോ പാവപ്പെട്ടവർ </a:t>
            </a:r>
          </a:p>
          <a:p>
            <a:pPr>
              <a:lnSpc>
                <a:spcPct val="150000"/>
              </a:lnSpc>
            </a:pPr>
            <a:r>
              <a:rPr lang="ml-IN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വാർത്ത ചൊല്ലിയതോ ദൈവ ദൂതന്മാർ </a:t>
            </a:r>
          </a:p>
          <a:p>
            <a:pPr>
              <a:lnSpc>
                <a:spcPct val="150000"/>
              </a:lnSpc>
            </a:pPr>
            <a:r>
              <a:rPr lang="ml-IN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ഉന്നതൻറെ മാതാവോ </a:t>
            </a:r>
            <a:endParaRPr lang="en-SG" sz="2000" b="0" i="0" u="none" strike="noStrike" baseline="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pPr>
              <a:lnSpc>
                <a:spcPct val="150000"/>
              </a:lnSpc>
            </a:pPr>
            <a:r>
              <a:rPr lang="ml-IN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പരിശുദ്ധ കന്യ താൻ </a:t>
            </a:r>
          </a:p>
        </p:txBody>
      </p:sp>
    </p:spTree>
    <p:extLst>
      <p:ext uri="{BB962C8B-B14F-4D97-AF65-F5344CB8AC3E}">
        <p14:creationId xmlns:p14="http://schemas.microsoft.com/office/powerpoint/2010/main" val="4214780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Hymn – </a:t>
            </a:r>
            <a:r>
              <a:rPr lang="en-GB" dirty="0" err="1"/>
              <a:t>thedi</a:t>
            </a:r>
            <a:r>
              <a:rPr lang="en-GB" dirty="0"/>
              <a:t> </a:t>
            </a:r>
            <a:r>
              <a:rPr lang="en-GB" dirty="0" err="1"/>
              <a:t>alanju</a:t>
            </a:r>
            <a:r>
              <a:rPr lang="en-GB" dirty="0"/>
              <a:t> </a:t>
            </a:r>
            <a:r>
              <a:rPr lang="en-GB" dirty="0" err="1"/>
              <a:t>njaan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-1" y="492355"/>
            <a:ext cx="6655243" cy="20793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rtl="0" fontAlgn="base"/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odi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aduththu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njaan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</a:p>
          <a:p>
            <a:pPr algn="l" rtl="0" fontAlgn="base"/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paadi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aduththu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njaan</a:t>
            </a:r>
            <a:endParaRPr lang="en-SG" sz="24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bethalahemile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pulkkoottil</a:t>
            </a:r>
            <a:endParaRPr lang="en-SG" sz="24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thalharunna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manassode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ozhukunna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kannhode</a:t>
            </a:r>
            <a:endParaRPr lang="en-SG" sz="24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naathhane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kanhdu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njaan</a:t>
            </a:r>
            <a:endParaRPr lang="en-SG" sz="2400" dirty="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21420-34C8-30C5-50CE-1D01ED744F93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5 of 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48E332-DDF4-60DA-31C4-B2218744FD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129" y="1935479"/>
            <a:ext cx="2723929" cy="272392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BD5696-85A7-DDD4-3D7A-82F0B5AFE44E}"/>
              </a:ext>
            </a:extLst>
          </p:cNvPr>
          <p:cNvSpPr txBox="1">
            <a:spLocks/>
          </p:cNvSpPr>
          <p:nvPr/>
        </p:nvSpPr>
        <p:spPr>
          <a:xfrm>
            <a:off x="6209463" y="1476018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0" y="2612038"/>
            <a:ext cx="6782463" cy="2566087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ml-IN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ഓടി അടുത്തു ഞാൻ </a:t>
            </a:r>
            <a:endParaRPr lang="en-SG" sz="2200" b="0" i="0" u="none" strike="noStrike" baseline="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pPr>
              <a:lnSpc>
                <a:spcPct val="150000"/>
              </a:lnSpc>
            </a:pPr>
            <a:r>
              <a:rPr lang="ml-IN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പാടി അടുത്തു ഞാൻ </a:t>
            </a:r>
          </a:p>
          <a:p>
            <a:pPr>
              <a:lnSpc>
                <a:spcPct val="150000"/>
              </a:lnSpc>
            </a:pPr>
            <a:r>
              <a:rPr lang="ml-IN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ബേത്ലഹേമിലെ പുൽക്കൂട്ടിൽ </a:t>
            </a:r>
          </a:p>
          <a:p>
            <a:pPr>
              <a:lnSpc>
                <a:spcPct val="150000"/>
              </a:lnSpc>
            </a:pPr>
            <a:r>
              <a:rPr lang="ml-IN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തളരുന്ന മനസോടെ ഒഴുകുന്ന കണ്ണോടെ </a:t>
            </a:r>
          </a:p>
          <a:p>
            <a:pPr>
              <a:lnSpc>
                <a:spcPct val="150000"/>
              </a:lnSpc>
            </a:pPr>
            <a:r>
              <a:rPr lang="ml-IN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നാഥനെ കണ്ടു ഞാൻ </a:t>
            </a:r>
          </a:p>
        </p:txBody>
      </p:sp>
    </p:spTree>
    <p:extLst>
      <p:ext uri="{BB962C8B-B14F-4D97-AF65-F5344CB8AC3E}">
        <p14:creationId xmlns:p14="http://schemas.microsoft.com/office/powerpoint/2010/main" val="553287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Hymn – </a:t>
            </a:r>
            <a:r>
              <a:rPr lang="en-GB" dirty="0" err="1"/>
              <a:t>thedi</a:t>
            </a:r>
            <a:r>
              <a:rPr lang="en-GB" dirty="0"/>
              <a:t> </a:t>
            </a:r>
            <a:r>
              <a:rPr lang="en-GB" dirty="0" err="1"/>
              <a:t>alanju</a:t>
            </a:r>
            <a:r>
              <a:rPr lang="en-GB" dirty="0"/>
              <a:t> </a:t>
            </a:r>
            <a:r>
              <a:rPr lang="en-GB" dirty="0" err="1"/>
              <a:t>njaan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-1" y="492354"/>
            <a:ext cx="6209463" cy="14431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rtl="0" fontAlgn="base"/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kanhdillavidengum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raaja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kireedangalh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 (2)</a:t>
            </a:r>
          </a:p>
          <a:p>
            <a:pPr algn="l" rtl="0" fontAlgn="base"/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koodi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ninnavaro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aattidayanmaar</a:t>
            </a:r>
            <a:endParaRPr lang="en-SG" sz="24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paattu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paadiyatho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daivadoothanmaar</a:t>
            </a:r>
            <a:endParaRPr lang="en-SG" sz="24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sneham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, </a:t>
            </a:r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shanthi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, </a:t>
            </a:r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paaride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</a:p>
          <a:p>
            <a:pPr algn="l" rtl="0" fontAlgn="base"/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mahathwam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unathaththil</a:t>
            </a:r>
            <a:endParaRPr lang="en-SG" sz="2400" dirty="0">
              <a:solidFill>
                <a:srgbClr val="000000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21420-34C8-30C5-50CE-1D01ED744F93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6 of 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48E332-DDF4-60DA-31C4-B2218744FD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129" y="1935479"/>
            <a:ext cx="2723929" cy="272392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BD5696-85A7-DDD4-3D7A-82F0B5AFE44E}"/>
              </a:ext>
            </a:extLst>
          </p:cNvPr>
          <p:cNvSpPr txBox="1">
            <a:spLocks/>
          </p:cNvSpPr>
          <p:nvPr/>
        </p:nvSpPr>
        <p:spPr>
          <a:xfrm>
            <a:off x="6209463" y="1476018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1" y="2612038"/>
            <a:ext cx="6057040" cy="2339102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ml-IN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കണ്ടില്ലവിടെങ്ങും രാജകിരീടങ്ങൾ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(2)</a:t>
            </a:r>
            <a:r>
              <a:rPr lang="ml-IN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ml-IN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കൂടി നിന്നവരോ ആട്ടിടയന്മാർ </a:t>
            </a:r>
          </a:p>
          <a:p>
            <a:pPr>
              <a:lnSpc>
                <a:spcPct val="150000"/>
              </a:lnSpc>
            </a:pPr>
            <a:r>
              <a:rPr lang="ml-IN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പാട്ടു പാടിയതോ ദൈവദൂതന്മാർ </a:t>
            </a:r>
          </a:p>
          <a:p>
            <a:pPr>
              <a:lnSpc>
                <a:spcPct val="150000"/>
              </a:lnSpc>
            </a:pPr>
            <a:r>
              <a:rPr lang="ml-IN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സ്നേഹം ശാന്തി പാരിടെ </a:t>
            </a:r>
            <a:endParaRPr lang="en-SG" sz="2000" b="0" i="0" u="none" strike="noStrike" baseline="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pPr>
              <a:lnSpc>
                <a:spcPct val="150000"/>
              </a:lnSpc>
            </a:pPr>
            <a:r>
              <a:rPr lang="ml-IN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മഹത്വം ഉന്നതത്തിൽ </a:t>
            </a:r>
          </a:p>
        </p:txBody>
      </p:sp>
    </p:spTree>
    <p:extLst>
      <p:ext uri="{BB962C8B-B14F-4D97-AF65-F5344CB8AC3E}">
        <p14:creationId xmlns:p14="http://schemas.microsoft.com/office/powerpoint/2010/main" val="3672045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Hymn – </a:t>
            </a:r>
            <a:r>
              <a:rPr lang="en-GB" dirty="0" err="1"/>
              <a:t>thedi</a:t>
            </a:r>
            <a:r>
              <a:rPr lang="en-GB" dirty="0"/>
              <a:t> </a:t>
            </a:r>
            <a:r>
              <a:rPr lang="en-GB" dirty="0" err="1"/>
              <a:t>alanju</a:t>
            </a:r>
            <a:r>
              <a:rPr lang="en-GB" dirty="0"/>
              <a:t> </a:t>
            </a:r>
            <a:r>
              <a:rPr lang="en-GB" dirty="0" err="1"/>
              <a:t>njaan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21420-34C8-30C5-50CE-1D01ED744F93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7 of 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48E332-DDF4-60DA-31C4-B2218744FD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129" y="1935479"/>
            <a:ext cx="2723929" cy="272392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BD5696-85A7-DDD4-3D7A-82F0B5AFE44E}"/>
              </a:ext>
            </a:extLst>
          </p:cNvPr>
          <p:cNvSpPr txBox="1">
            <a:spLocks/>
          </p:cNvSpPr>
          <p:nvPr/>
        </p:nvSpPr>
        <p:spPr>
          <a:xfrm>
            <a:off x="6209463" y="1476018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D764B2-8AE8-E57A-E758-FD77A64564AF}"/>
              </a:ext>
            </a:extLst>
          </p:cNvPr>
          <p:cNvSpPr txBox="1"/>
          <p:nvPr/>
        </p:nvSpPr>
        <p:spPr>
          <a:xfrm>
            <a:off x="0" y="786552"/>
            <a:ext cx="6663193" cy="2223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rtl="0" fontAlgn="base"/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t</a:t>
            </a:r>
            <a:r>
              <a:rPr lang="en-SG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hedi</a:t>
            </a:r>
            <a:r>
              <a:rPr lang="en-SG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alanju</a:t>
            </a:r>
            <a:r>
              <a:rPr lang="en-SG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njan</a:t>
            </a:r>
            <a:r>
              <a:rPr lang="en-SG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</a:p>
          <a:p>
            <a:pPr algn="l" rtl="0" fontAlgn="base"/>
            <a:r>
              <a:rPr lang="en-SG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thedi</a:t>
            </a:r>
            <a:r>
              <a:rPr lang="en-SG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valanju</a:t>
            </a:r>
            <a:r>
              <a:rPr lang="en-SG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njan</a:t>
            </a:r>
            <a:endParaRPr lang="en-SG" sz="2800" b="0" i="0" u="none" strike="noStrike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SG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bethalahemile</a:t>
            </a:r>
            <a:r>
              <a:rPr lang="en-SG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medakalil</a:t>
            </a:r>
            <a:r>
              <a:rPr lang="en-SG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</a:p>
          <a:p>
            <a:pPr algn="l" rtl="0" fontAlgn="base"/>
            <a:r>
              <a:rPr lang="en-SG" sz="2700" dirty="0" err="1">
                <a:solidFill>
                  <a:srgbClr val="000000"/>
                </a:solidFill>
                <a:latin typeface="Segoe UI" panose="020B0502040204020203" pitchFamily="34" charset="0"/>
              </a:rPr>
              <a:t>e</a:t>
            </a:r>
            <a:r>
              <a:rPr lang="en-SG" sz="27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nne</a:t>
            </a:r>
            <a:r>
              <a:rPr lang="en-SG" sz="27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7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thedi</a:t>
            </a:r>
            <a:r>
              <a:rPr lang="en-SG" sz="27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7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bhoovil</a:t>
            </a:r>
            <a:r>
              <a:rPr lang="en-SG" sz="27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7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vanna</a:t>
            </a:r>
            <a:r>
              <a:rPr lang="en-SG" sz="27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7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raajakumarane</a:t>
            </a:r>
            <a:endParaRPr lang="en-SG" sz="2700" dirty="0">
              <a:solidFill>
                <a:srgbClr val="000000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DEAA61-CC91-DF4E-FDAD-529D4D3B2348}"/>
              </a:ext>
            </a:extLst>
          </p:cNvPr>
          <p:cNvSpPr txBox="1"/>
          <p:nvPr/>
        </p:nvSpPr>
        <p:spPr>
          <a:xfrm>
            <a:off x="8936" y="2765927"/>
            <a:ext cx="7234702" cy="2058256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ml-IN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തേടിയലഞ്ഞു ഞാൻ </a:t>
            </a:r>
            <a:endParaRPr lang="en-SG" sz="2200" b="0" i="0" u="none" strike="noStrike" baseline="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pPr>
              <a:lnSpc>
                <a:spcPct val="150000"/>
              </a:lnSpc>
            </a:pPr>
            <a:r>
              <a:rPr lang="ml-IN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തേടി വലഞ്ഞു ഞാൻ </a:t>
            </a:r>
          </a:p>
          <a:p>
            <a:pPr>
              <a:lnSpc>
                <a:spcPct val="150000"/>
              </a:lnSpc>
            </a:pPr>
            <a:r>
              <a:rPr lang="ml-IN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ബേത്ലഹേമിലെ മേടകളിൽ </a:t>
            </a:r>
          </a:p>
          <a:p>
            <a:pPr>
              <a:lnSpc>
                <a:spcPct val="150000"/>
              </a:lnSpc>
            </a:pPr>
            <a:r>
              <a:rPr lang="ml-IN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എന്നെ തേടി ഭൂവിൽ വന്ന</a:t>
            </a:r>
            <a:r>
              <a:rPr lang="en-SG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ml-IN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രാജകുമാരനെ </a:t>
            </a:r>
          </a:p>
        </p:txBody>
      </p:sp>
    </p:spTree>
    <p:extLst>
      <p:ext uri="{BB962C8B-B14F-4D97-AF65-F5344CB8AC3E}">
        <p14:creationId xmlns:p14="http://schemas.microsoft.com/office/powerpoint/2010/main" val="2989904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4B59398-515B-40E4-9922-357DB2AB5477}"/>
              </a:ext>
            </a:extLst>
          </p:cNvPr>
          <p:cNvSpPr txBox="1">
            <a:spLocks/>
          </p:cNvSpPr>
          <p:nvPr/>
        </p:nvSpPr>
        <p:spPr>
          <a:xfrm>
            <a:off x="2851266" y="2022258"/>
            <a:ext cx="3441468" cy="1098984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Offertory</a:t>
            </a:r>
          </a:p>
        </p:txBody>
      </p:sp>
    </p:spTree>
    <p:extLst>
      <p:ext uri="{BB962C8B-B14F-4D97-AF65-F5344CB8AC3E}">
        <p14:creationId xmlns:p14="http://schemas.microsoft.com/office/powerpoint/2010/main" val="4085428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A77E361-0731-5941-80D2-641C47A02C93}"/>
              </a:ext>
            </a:extLst>
          </p:cNvPr>
          <p:cNvSpPr txBox="1">
            <a:spLocks/>
          </p:cNvSpPr>
          <p:nvPr/>
        </p:nvSpPr>
        <p:spPr>
          <a:xfrm>
            <a:off x="2959331" y="2015990"/>
            <a:ext cx="3225337" cy="1111519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880" algn="l"/>
              </a:tabLst>
              <a:defRPr/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abriola" pitchFamily="82" charset="0"/>
                <a:ea typeface="+mn-ea"/>
                <a:cs typeface="+mn-cs"/>
              </a:rPr>
              <a:t>Confession</a:t>
            </a:r>
          </a:p>
        </p:txBody>
      </p:sp>
    </p:spTree>
    <p:extLst>
      <p:ext uri="{BB962C8B-B14F-4D97-AF65-F5344CB8AC3E}">
        <p14:creationId xmlns:p14="http://schemas.microsoft.com/office/powerpoint/2010/main" val="20785101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Confession – 236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1783793" y="536068"/>
            <a:ext cx="5576413" cy="20356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enikkaay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chinthi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raktham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illithallaa-thoru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nyaayam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ippozhum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vilhi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orhththu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devaattinkutti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varunnen</a:t>
            </a:r>
            <a:endParaRPr lang="en-US" sz="32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1783794" y="2571750"/>
            <a:ext cx="5576413" cy="2285241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3600" dirty="0">
                <a:latin typeface="ML-TTKarthika" panose="04000000000000000000" pitchFamily="82" charset="0"/>
              </a:rPr>
              <a:t>F\</a:t>
            </a:r>
            <a:r>
              <a:rPr lang="en-US" sz="3600" dirty="0" err="1">
                <a:latin typeface="ML-TTKarthika" panose="04000000000000000000" pitchFamily="82" charset="0"/>
              </a:rPr>
              <a:t>n¡mbv</a:t>
            </a:r>
            <a:r>
              <a:rPr lang="en-US" sz="3600" dirty="0">
                <a:latin typeface="ML-TTKarthika" panose="04000000000000000000" pitchFamily="82" charset="0"/>
              </a:rPr>
              <a:t> </a:t>
            </a:r>
            <a:r>
              <a:rPr lang="en-US" sz="3600" dirty="0" err="1">
                <a:latin typeface="ML-TTKarthika" panose="04000000000000000000" pitchFamily="82" charset="0"/>
              </a:rPr>
              <a:t>Nn´n</a:t>
            </a:r>
            <a:r>
              <a:rPr lang="en-US" sz="3600" dirty="0">
                <a:latin typeface="ML-TTKarthika" panose="04000000000000000000" pitchFamily="82" charset="0"/>
              </a:rPr>
              <a:t> \n³ </a:t>
            </a:r>
            <a:r>
              <a:rPr lang="en-US" sz="3600" dirty="0" err="1">
                <a:latin typeface="ML-TTKarthika" panose="04000000000000000000" pitchFamily="82" charset="0"/>
              </a:rPr>
              <a:t>càw</a:t>
            </a:r>
            <a:r>
              <a:rPr lang="en-US" sz="36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3600" dirty="0" err="1">
                <a:latin typeface="ML-TTKarthika" panose="04000000000000000000" pitchFamily="82" charset="0"/>
              </a:rPr>
              <a:t>CÃnXÃmsXmcp</a:t>
            </a:r>
            <a:r>
              <a:rPr lang="en-US" sz="3600" dirty="0">
                <a:latin typeface="ML-TTKarthika" panose="04000000000000000000" pitchFamily="82" charset="0"/>
              </a:rPr>
              <a:t> \</a:t>
            </a:r>
            <a:r>
              <a:rPr lang="en-US" sz="3600" dirty="0" err="1">
                <a:latin typeface="ML-TTKarthika" panose="04000000000000000000" pitchFamily="82" charset="0"/>
              </a:rPr>
              <a:t>ymbw</a:t>
            </a:r>
            <a:r>
              <a:rPr lang="en-US" sz="36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3600" dirty="0" err="1">
                <a:latin typeface="ML-TTKarthika" panose="04000000000000000000" pitchFamily="82" charset="0"/>
              </a:rPr>
              <a:t>Ct¸mgpw</a:t>
            </a:r>
            <a:r>
              <a:rPr lang="en-US" sz="3600" dirty="0">
                <a:latin typeface="ML-TTKarthika" panose="04000000000000000000" pitchFamily="82" charset="0"/>
              </a:rPr>
              <a:t> \n³ </a:t>
            </a:r>
            <a:r>
              <a:rPr lang="en-US" sz="3600" dirty="0" err="1">
                <a:latin typeface="ML-TTKarthika" panose="04000000000000000000" pitchFamily="82" charset="0"/>
              </a:rPr>
              <a:t>hnfn</a:t>
            </a:r>
            <a:r>
              <a:rPr lang="en-US" sz="3600" dirty="0">
                <a:latin typeface="ML-TTKarthika" panose="04000000000000000000" pitchFamily="82" charset="0"/>
              </a:rPr>
              <a:t> </a:t>
            </a:r>
            <a:r>
              <a:rPr lang="en-US" sz="3600" dirty="0" err="1">
                <a:latin typeface="ML-TTKarthika" panose="04000000000000000000" pitchFamily="82" charset="0"/>
              </a:rPr>
              <a:t>HmÀ¯p</a:t>
            </a:r>
            <a:r>
              <a:rPr lang="en-US" sz="36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3600" dirty="0">
                <a:latin typeface="ML-TTKarthika" panose="04000000000000000000" pitchFamily="82" charset="0"/>
              </a:rPr>
              <a:t>tZhm«n³Ip«n! hcpt¶³</a:t>
            </a:r>
            <a:endParaRPr lang="pt-BR" sz="36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6281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FF2E4-6CD7-C54A-96A9-EDD25A5854ED}"/>
              </a:ext>
            </a:extLst>
          </p:cNvPr>
          <p:cNvSpPr txBox="1">
            <a:spLocks/>
          </p:cNvSpPr>
          <p:nvPr/>
        </p:nvSpPr>
        <p:spPr>
          <a:xfrm>
            <a:off x="2674449" y="2057774"/>
            <a:ext cx="3510220" cy="1027952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880" algn="l"/>
              </a:tabLst>
              <a:defRPr/>
            </a:pP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briola" pitchFamily="82" charset="0"/>
                <a:ea typeface="+mn-ea"/>
                <a:cs typeface="+mn-cs"/>
              </a:rPr>
              <a:t>Holy Communion</a:t>
            </a:r>
          </a:p>
        </p:txBody>
      </p:sp>
    </p:spTree>
    <p:extLst>
      <p:ext uri="{BB962C8B-B14F-4D97-AF65-F5344CB8AC3E}">
        <p14:creationId xmlns:p14="http://schemas.microsoft.com/office/powerpoint/2010/main" val="2905557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Holy Communion – </a:t>
            </a:r>
            <a:r>
              <a:rPr lang="en-US" b="0" i="0" u="none" strike="noStrike" dirty="0">
                <a:effectLst/>
                <a:latin typeface="Segoe UI" panose="020B0502040204020203" pitchFamily="34" charset="0"/>
              </a:rPr>
              <a:t>164</a:t>
            </a:r>
            <a:endParaRPr lang="en-US" dirty="0">
              <a:latin typeface="+mn-lt"/>
            </a:endParaRP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35572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Holy Communion – 236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1783793" y="949537"/>
            <a:ext cx="5576413" cy="20356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enikkaay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chinthi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raktham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illithallaa-thoru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nyaayam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ippozhum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vilhi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orhththu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devaattinkutti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varunnen</a:t>
            </a:r>
            <a:endParaRPr lang="en-US" sz="28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1783794" y="2985219"/>
            <a:ext cx="5576413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dirty="0">
                <a:latin typeface="ML-TTKarthika" panose="04000000000000000000" pitchFamily="82" charset="0"/>
              </a:rPr>
              <a:t>F\</a:t>
            </a:r>
            <a:r>
              <a:rPr lang="en-US" sz="2800" dirty="0" err="1">
                <a:latin typeface="ML-TTKarthika" panose="04000000000000000000" pitchFamily="82" charset="0"/>
              </a:rPr>
              <a:t>n¡mbv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Nn´n</a:t>
            </a:r>
            <a:r>
              <a:rPr lang="en-US" sz="2800" dirty="0">
                <a:latin typeface="ML-TTKarthika" panose="04000000000000000000" pitchFamily="82" charset="0"/>
              </a:rPr>
              <a:t> \n³ </a:t>
            </a:r>
            <a:r>
              <a:rPr lang="en-US" sz="2800" dirty="0" err="1">
                <a:latin typeface="ML-TTKarthika" panose="04000000000000000000" pitchFamily="82" charset="0"/>
              </a:rPr>
              <a:t>càw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CÃnXÃmsXmcp</a:t>
            </a:r>
            <a:r>
              <a:rPr lang="en-US" sz="2800" dirty="0"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</a:rPr>
              <a:t>ymbw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Ct¸mgpw</a:t>
            </a:r>
            <a:r>
              <a:rPr lang="en-US" sz="2800" dirty="0">
                <a:latin typeface="ML-TTKarthika" panose="04000000000000000000" pitchFamily="82" charset="0"/>
              </a:rPr>
              <a:t> \n³ </a:t>
            </a:r>
            <a:r>
              <a:rPr lang="en-US" sz="2800" dirty="0" err="1">
                <a:latin typeface="ML-TTKarthika" panose="04000000000000000000" pitchFamily="82" charset="0"/>
              </a:rPr>
              <a:t>hnfn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HmÀ¯p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tZhm«n³Ip«n! hcpt¶³</a:t>
            </a:r>
            <a:endParaRPr lang="pt-BR" sz="28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D8ACD8-84DA-F701-5EFD-94E948303EC8}"/>
              </a:ext>
            </a:extLst>
          </p:cNvPr>
          <p:cNvSpPr txBox="1"/>
          <p:nvPr/>
        </p:nvSpPr>
        <p:spPr>
          <a:xfrm>
            <a:off x="7267073" y="4835725"/>
            <a:ext cx="1872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1: 1 of 6</a:t>
            </a:r>
          </a:p>
        </p:txBody>
      </p:sp>
    </p:spTree>
    <p:extLst>
      <p:ext uri="{BB962C8B-B14F-4D97-AF65-F5344CB8AC3E}">
        <p14:creationId xmlns:p14="http://schemas.microsoft.com/office/powerpoint/2010/main" val="4745973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Holy Communion </a:t>
            </a:r>
            <a:r>
              <a:rPr lang="en-GB" dirty="0"/>
              <a:t>– 236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1950770" y="838217"/>
            <a:ext cx="5576413" cy="20356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vividha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samshayangalhaal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vichaara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poraattangalhaal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vipaththil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akappettu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devaattinkutti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varunnen</a:t>
            </a:r>
            <a:endParaRPr lang="en-US" sz="28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1950771" y="2873899"/>
            <a:ext cx="5576413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dirty="0" err="1">
                <a:latin typeface="ML-TTKarthika" panose="04000000000000000000" pitchFamily="82" charset="0"/>
              </a:rPr>
              <a:t>hnhn</a:t>
            </a:r>
            <a:r>
              <a:rPr lang="en-US" sz="2800" dirty="0">
                <a:latin typeface="ML-TTKarthika" panose="04000000000000000000" pitchFamily="82" charset="0"/>
              </a:rPr>
              <a:t>[ </a:t>
            </a:r>
            <a:r>
              <a:rPr lang="en-US" sz="2800" dirty="0" err="1">
                <a:latin typeface="ML-TTKarthika" panose="04000000000000000000" pitchFamily="82" charset="0"/>
              </a:rPr>
              <a:t>kwib§fmÂ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hnNmc</a:t>
            </a:r>
            <a:r>
              <a:rPr lang="en-US" sz="2800" dirty="0">
                <a:latin typeface="ML-TTKarthika" panose="04000000000000000000" pitchFamily="82" charset="0"/>
              </a:rPr>
              <a:t> t]mcm«§</a:t>
            </a:r>
            <a:r>
              <a:rPr lang="en-US" sz="2800" dirty="0" err="1">
                <a:latin typeface="ML-TTKarthika" panose="04000000000000000000" pitchFamily="82" charset="0"/>
              </a:rPr>
              <a:t>fmÂ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hn</a:t>
            </a:r>
            <a:r>
              <a:rPr lang="en-US" sz="2800" dirty="0">
                <a:latin typeface="ML-TTKarthika" panose="04000000000000000000" pitchFamily="82" charset="0"/>
              </a:rPr>
              <a:t>]¯</a:t>
            </a:r>
            <a:r>
              <a:rPr lang="en-US" sz="2800" dirty="0" err="1">
                <a:latin typeface="ML-TTKarthika" panose="04000000000000000000" pitchFamily="82" charset="0"/>
              </a:rPr>
              <a:t>nÂ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AIs¸«p</a:t>
            </a:r>
            <a:r>
              <a:rPr lang="en-US" sz="2800" dirty="0">
                <a:latin typeface="ML-TTKarthika" panose="04000000000000000000" pitchFamily="82" charset="0"/>
              </a:rPr>
              <a:t> Rm³ 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tZhm«n³Ip«n! hcpt¶³</a:t>
            </a:r>
            <a:endParaRPr lang="pt-BR" sz="28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CE03DF-8239-5BE7-DFA7-9822DA27A030}"/>
              </a:ext>
            </a:extLst>
          </p:cNvPr>
          <p:cNvSpPr txBox="1"/>
          <p:nvPr/>
        </p:nvSpPr>
        <p:spPr>
          <a:xfrm>
            <a:off x="7267073" y="4835725"/>
            <a:ext cx="1872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1: 2 of 6</a:t>
            </a:r>
          </a:p>
        </p:txBody>
      </p:sp>
    </p:spTree>
    <p:extLst>
      <p:ext uri="{BB962C8B-B14F-4D97-AF65-F5344CB8AC3E}">
        <p14:creationId xmlns:p14="http://schemas.microsoft.com/office/powerpoint/2010/main" val="7155838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Holy Communion </a:t>
            </a:r>
            <a:r>
              <a:rPr lang="en-GB" dirty="0"/>
              <a:t>– 236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1700689" y="949537"/>
            <a:ext cx="6569559" cy="20356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daari-dryaarishtan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kurudan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dhana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saukhyangalh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kaazhchayum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daanamaay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ninkal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labhippaan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devaattinkutti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varunnen</a:t>
            </a:r>
            <a:endParaRPr lang="en-US" sz="28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1783794" y="2937511"/>
            <a:ext cx="5576413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dirty="0" err="1">
                <a:latin typeface="ML-TTKarthika" panose="04000000000000000000" pitchFamily="82" charset="0"/>
              </a:rPr>
              <a:t>Zmcn</a:t>
            </a:r>
            <a:r>
              <a:rPr lang="en-US" sz="2800" dirty="0">
                <a:latin typeface="ML-TTKarthika" panose="04000000000000000000" pitchFamily="82" charset="0"/>
              </a:rPr>
              <a:t>{Zymcnã³ IpcpS³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[\ </a:t>
            </a:r>
            <a:r>
              <a:rPr lang="en-US" sz="2800" dirty="0" err="1">
                <a:latin typeface="ML-TTKarthika" panose="04000000000000000000" pitchFamily="82" charset="0"/>
              </a:rPr>
              <a:t>kuJy§Ä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ImgvNbpw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Zm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ambv</a:t>
            </a:r>
            <a:r>
              <a:rPr lang="en-US" sz="2800" dirty="0"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</a:rPr>
              <a:t>n¦Â</a:t>
            </a:r>
            <a:r>
              <a:rPr lang="en-US" sz="2800" dirty="0">
                <a:latin typeface="ML-TTKarthika" panose="04000000000000000000" pitchFamily="82" charset="0"/>
              </a:rPr>
              <a:t> e`n¸m³ 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tZhm«n³Ip«n! hcpt¶³</a:t>
            </a:r>
            <a:endParaRPr lang="pt-BR" sz="28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5E18D5-A5CF-990D-BB61-7449087F4FB7}"/>
              </a:ext>
            </a:extLst>
          </p:cNvPr>
          <p:cNvSpPr txBox="1"/>
          <p:nvPr/>
        </p:nvSpPr>
        <p:spPr>
          <a:xfrm>
            <a:off x="7267073" y="4835725"/>
            <a:ext cx="1872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1: 3 of 6</a:t>
            </a:r>
          </a:p>
        </p:txBody>
      </p:sp>
    </p:spTree>
    <p:extLst>
      <p:ext uri="{BB962C8B-B14F-4D97-AF65-F5344CB8AC3E}">
        <p14:creationId xmlns:p14="http://schemas.microsoft.com/office/powerpoint/2010/main" val="14138479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Holy Communion </a:t>
            </a:r>
            <a:r>
              <a:rPr lang="en-GB" dirty="0"/>
              <a:t>– 236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1953334" y="997245"/>
            <a:ext cx="5237332" cy="20356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enne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nee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kaikkondeedume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pizha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pokki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rakshikkum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ennallo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vagdaththavum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devaattinkutti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varunnen</a:t>
            </a:r>
            <a:endParaRPr lang="en-US" sz="28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1948130" y="2969316"/>
            <a:ext cx="5785789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dirty="0">
                <a:latin typeface="ML-TTKarthika" panose="04000000000000000000" pitchFamily="82" charset="0"/>
              </a:rPr>
              <a:t>Fs¶ \o </a:t>
            </a:r>
            <a:r>
              <a:rPr lang="en-US" sz="2800" dirty="0" err="1">
                <a:latin typeface="ML-TTKarthika" panose="04000000000000000000" pitchFamily="82" charset="0"/>
              </a:rPr>
              <a:t>ssIs¡m¬SoSpta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F³ ]ng t]</a:t>
            </a:r>
            <a:r>
              <a:rPr lang="en-US" sz="2800" dirty="0" err="1">
                <a:latin typeface="ML-TTKarthika" panose="04000000000000000000" pitchFamily="82" charset="0"/>
              </a:rPr>
              <a:t>m¡n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c£n¡pw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F¶tÃm</a:t>
            </a:r>
            <a:r>
              <a:rPr lang="en-US" sz="2800" dirty="0">
                <a:latin typeface="ML-TTKarthika" panose="04000000000000000000" pitchFamily="82" charset="0"/>
              </a:rPr>
              <a:t> \n³ </a:t>
            </a:r>
            <a:r>
              <a:rPr lang="en-US" sz="2800" dirty="0" err="1">
                <a:latin typeface="ML-TTKarthika" panose="04000000000000000000" pitchFamily="82" charset="0"/>
              </a:rPr>
              <a:t>hmKvZ¯hpw</a:t>
            </a:r>
            <a:r>
              <a:rPr lang="en-US" sz="2800" dirty="0">
                <a:latin typeface="ML-TTKarthika" panose="04000000000000000000" pitchFamily="82" charset="0"/>
              </a:rPr>
              <a:t> 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tZhm«n³Ip«n! hcpt¶³</a:t>
            </a:r>
            <a:endParaRPr lang="pt-BR" sz="28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B9378B-488A-FCAF-A219-442F2073F006}"/>
              </a:ext>
            </a:extLst>
          </p:cNvPr>
          <p:cNvSpPr txBox="1"/>
          <p:nvPr/>
        </p:nvSpPr>
        <p:spPr>
          <a:xfrm>
            <a:off x="7267073" y="4835725"/>
            <a:ext cx="1872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1: 4 of 6</a:t>
            </a:r>
          </a:p>
        </p:txBody>
      </p:sp>
    </p:spTree>
    <p:extLst>
      <p:ext uri="{BB962C8B-B14F-4D97-AF65-F5344CB8AC3E}">
        <p14:creationId xmlns:p14="http://schemas.microsoft.com/office/powerpoint/2010/main" val="39448972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Holy Communion </a:t>
            </a:r>
            <a:r>
              <a:rPr lang="en-GB" dirty="0"/>
              <a:t>– 236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1516370" y="1005196"/>
            <a:ext cx="6111261" cy="20356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agocharamaam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sneham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agaadha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prayaasam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theerhththu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ayyo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ninte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nintethaavaan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devaattinkutti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varunnen</a:t>
            </a:r>
            <a:endParaRPr lang="en-US" sz="28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1574418" y="3040878"/>
            <a:ext cx="5785789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dirty="0" err="1">
                <a:latin typeface="ML-TTKarthika" panose="04000000000000000000" pitchFamily="82" charset="0"/>
              </a:rPr>
              <a:t>AtKmNcamw</a:t>
            </a:r>
            <a:r>
              <a:rPr lang="en-US" sz="2800" dirty="0">
                <a:latin typeface="ML-TTKarthika" panose="04000000000000000000" pitchFamily="82" charset="0"/>
              </a:rPr>
              <a:t> \n³ </a:t>
            </a:r>
            <a:r>
              <a:rPr lang="en-US" sz="2800" dirty="0" err="1">
                <a:latin typeface="ML-TTKarthika" panose="04000000000000000000" pitchFamily="82" charset="0"/>
              </a:rPr>
              <a:t>kvt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lw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AKm</a:t>
            </a:r>
            <a:r>
              <a:rPr lang="en-US" sz="2800" dirty="0">
                <a:latin typeface="ML-TTKarthika" panose="04000000000000000000" pitchFamily="82" charset="0"/>
              </a:rPr>
              <a:t>[ {]</a:t>
            </a:r>
            <a:r>
              <a:rPr lang="en-US" sz="2800" dirty="0" err="1">
                <a:latin typeface="ML-TTKarthika" panose="04000000000000000000" pitchFamily="82" charset="0"/>
              </a:rPr>
              <a:t>bmkw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XoÀ¯p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At¿m</a:t>
            </a:r>
            <a:r>
              <a:rPr lang="en-US" sz="2800" dirty="0"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</a:rPr>
              <a:t>nsâ</a:t>
            </a:r>
            <a:r>
              <a:rPr lang="en-US" sz="2800" dirty="0">
                <a:latin typeface="ML-TTKarthika" panose="04000000000000000000" pitchFamily="82" charset="0"/>
              </a:rPr>
              <a:t> \ntâXmhm³ 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tZhm«n³Ip«n! hcpt¶³</a:t>
            </a:r>
            <a:endParaRPr lang="pt-BR" sz="28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271BAB-D624-FBA8-6CFC-77F8C56FCEFA}"/>
              </a:ext>
            </a:extLst>
          </p:cNvPr>
          <p:cNvSpPr txBox="1"/>
          <p:nvPr/>
        </p:nvSpPr>
        <p:spPr>
          <a:xfrm>
            <a:off x="7267073" y="4835725"/>
            <a:ext cx="1872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1: 5 of 6</a:t>
            </a:r>
          </a:p>
        </p:txBody>
      </p:sp>
    </p:spTree>
    <p:extLst>
      <p:ext uri="{BB962C8B-B14F-4D97-AF65-F5344CB8AC3E}">
        <p14:creationId xmlns:p14="http://schemas.microsoft.com/office/powerpoint/2010/main" val="15358487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Holy Communion </a:t>
            </a:r>
            <a:r>
              <a:rPr lang="en-GB" dirty="0"/>
              <a:t>– 236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1516370" y="846166"/>
            <a:ext cx="6111261" cy="20356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aa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swaira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snehaththin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neelham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aazham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uyaram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veethiyum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aaraanj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arhinj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-ang-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orhkkuvan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devaattinkutti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varunnen</a:t>
            </a:r>
            <a:endParaRPr lang="en-US" sz="28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1543750" y="2810286"/>
            <a:ext cx="6047046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dirty="0">
                <a:latin typeface="ML-TTKarthika" panose="04000000000000000000" pitchFamily="82" charset="0"/>
              </a:rPr>
              <a:t>B </a:t>
            </a:r>
            <a:r>
              <a:rPr lang="en-US" sz="2800" dirty="0" err="1">
                <a:latin typeface="ML-TTKarthika" panose="04000000000000000000" pitchFamily="82" charset="0"/>
              </a:rPr>
              <a:t>sskzc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kvt</a:t>
            </a:r>
            <a:r>
              <a:rPr lang="en-US" sz="2800" dirty="0">
                <a:latin typeface="ML-TTKarthika" panose="04000000000000000000" pitchFamily="82" charset="0"/>
              </a:rPr>
              <a:t>\l¯n³ \</a:t>
            </a:r>
            <a:r>
              <a:rPr lang="en-US" sz="2800" dirty="0" err="1">
                <a:latin typeface="ML-TTKarthika" panose="04000000000000000000" pitchFamily="82" charset="0"/>
              </a:rPr>
              <a:t>ofw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Bgw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Dbcw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hoXnbpw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Bcmªdnªt§mÀ¡phm³ 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tZhm«n³Ip«n! hcpt¶³</a:t>
            </a:r>
            <a:endParaRPr lang="pt-BR" sz="28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C9D2D-EACB-79F3-8672-19DF7AB738A1}"/>
              </a:ext>
            </a:extLst>
          </p:cNvPr>
          <p:cNvSpPr txBox="1"/>
          <p:nvPr/>
        </p:nvSpPr>
        <p:spPr>
          <a:xfrm>
            <a:off x="7267073" y="4835725"/>
            <a:ext cx="1872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1: 6 of 6</a:t>
            </a:r>
          </a:p>
        </p:txBody>
      </p:sp>
    </p:spTree>
    <p:extLst>
      <p:ext uri="{BB962C8B-B14F-4D97-AF65-F5344CB8AC3E}">
        <p14:creationId xmlns:p14="http://schemas.microsoft.com/office/powerpoint/2010/main" val="32571838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Holy Communion – 130</a:t>
            </a: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566529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Holy Communion – 130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28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73153" y="4835723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2: 1 of 4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1E9448-57F3-BEE2-3014-88DC125C3AF6}"/>
              </a:ext>
            </a:extLst>
          </p:cNvPr>
          <p:cNvSpPr/>
          <p:nvPr/>
        </p:nvSpPr>
        <p:spPr>
          <a:xfrm>
            <a:off x="415336" y="2571750"/>
            <a:ext cx="831332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ML-TTKarthika" panose="04000000000000000000" pitchFamily="82" charset="0"/>
              </a:rPr>
              <a:t>tbiphn³ P\\s¯ \mw þ ]</a:t>
            </a:r>
            <a:r>
              <a:rPr lang="en-US" sz="2800" dirty="0" err="1">
                <a:latin typeface="ML-TTKarthika" panose="04000000000000000000" pitchFamily="82" charset="0"/>
              </a:rPr>
              <a:t>mSn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kt´mjn</a:t>
            </a:r>
            <a:r>
              <a:rPr lang="en-US" sz="2800" dirty="0">
                <a:latin typeface="ML-TTKarthika" panose="04000000000000000000" pitchFamily="82" charset="0"/>
              </a:rPr>
              <a:t>¡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BitbmSp</a:t>
            </a:r>
            <a:r>
              <a:rPr lang="en-US" sz="2800" dirty="0">
                <a:latin typeface="ML-TTKarthika" panose="04000000000000000000" pitchFamily="82" charset="0"/>
              </a:rPr>
              <a:t> X³ </a:t>
            </a:r>
            <a:r>
              <a:rPr lang="en-US" sz="2800" dirty="0" err="1">
                <a:latin typeface="ML-TTKarthika" panose="04000000000000000000" pitchFamily="82" charset="0"/>
              </a:rPr>
              <a:t>ZmkÀ</a:t>
            </a:r>
            <a:r>
              <a:rPr lang="en-US" sz="2800" dirty="0">
                <a:latin typeface="ML-TTKarthika" panose="04000000000000000000" pitchFamily="82" charset="0"/>
              </a:rPr>
              <a:t> \mw þ B\\</a:t>
            </a:r>
            <a:r>
              <a:rPr lang="en-US" sz="2800" dirty="0" err="1">
                <a:latin typeface="ML-TTKarthika" panose="04000000000000000000" pitchFamily="82" charset="0"/>
              </a:rPr>
              <a:t>vZn¨oSpI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tbiphn¶hXmcw</a:t>
            </a:r>
            <a:r>
              <a:rPr lang="en-US" sz="2800" dirty="0">
                <a:latin typeface="ML-TTKarthika" panose="04000000000000000000" pitchFamily="82" charset="0"/>
              </a:rPr>
              <a:t>… </a:t>
            </a:r>
            <a:r>
              <a:rPr lang="en-US" sz="2800" dirty="0" err="1">
                <a:latin typeface="ML-TTKarthika" panose="04000000000000000000" pitchFamily="82" charset="0"/>
              </a:rPr>
              <a:t>XoÀ¯pt</a:t>
            </a:r>
            <a:r>
              <a:rPr lang="en-US" sz="2800" dirty="0">
                <a:latin typeface="ML-TTKarthika" panose="04000000000000000000" pitchFamily="82" charset="0"/>
              </a:rPr>
              <a:t>]b[</a:t>
            </a:r>
            <a:r>
              <a:rPr lang="en-US" sz="2800" dirty="0" err="1">
                <a:latin typeface="ML-TTKarthika" panose="04000000000000000000" pitchFamily="82" charset="0"/>
              </a:rPr>
              <a:t>nImcw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pPr indent="407978"/>
            <a:r>
              <a:rPr lang="en-US" sz="2800" dirty="0" err="1">
                <a:latin typeface="ML-TTKarthika" panose="04000000000000000000" pitchFamily="82" charset="0"/>
              </a:rPr>
              <a:t>IqSpI</a:t>
            </a:r>
            <a:r>
              <a:rPr lang="en-US" sz="2800" dirty="0">
                <a:latin typeface="ML-TTKarthika" panose="04000000000000000000" pitchFamily="82" charset="0"/>
              </a:rPr>
              <a:t>\mw ]</a:t>
            </a:r>
            <a:r>
              <a:rPr lang="en-US" sz="2800" dirty="0" err="1">
                <a:latin typeface="ML-TTKarthika" panose="04000000000000000000" pitchFamily="82" charset="0"/>
              </a:rPr>
              <a:t>mSpI</a:t>
            </a:r>
            <a:r>
              <a:rPr lang="en-US" sz="2800" dirty="0">
                <a:latin typeface="ML-TTKarthika" panose="04000000000000000000" pitchFamily="82" charset="0"/>
              </a:rPr>
              <a:t>\mw… _</a:t>
            </a:r>
            <a:r>
              <a:rPr lang="en-US" sz="2800" dirty="0" err="1">
                <a:latin typeface="ML-TTKarthika" panose="04000000000000000000" pitchFamily="82" charset="0"/>
              </a:rPr>
              <a:t>lp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kt´mjta</a:t>
            </a:r>
            <a:r>
              <a:rPr lang="en-US" sz="2800" dirty="0">
                <a:latin typeface="ML-TTKarthika" panose="04000000000000000000" pitchFamily="82" charset="0"/>
              </a:rPr>
              <a:t> (2)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A9E4F5E-F433-A77D-054E-01E586305C40}"/>
              </a:ext>
            </a:extLst>
          </p:cNvPr>
          <p:cNvSpPr txBox="1">
            <a:spLocks/>
          </p:cNvSpPr>
          <p:nvPr/>
        </p:nvSpPr>
        <p:spPr>
          <a:xfrm>
            <a:off x="514841" y="772246"/>
            <a:ext cx="7748558" cy="20857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yeshuvin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jananathe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naam –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paadi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santhoshikka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aashayodu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than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daasar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naam –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anandhicheeduka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yeshuvin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avathaaram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theerthu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peyadhikaaram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07978" algn="l"/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kooduka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naam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paaduka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naam bahu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santhoshame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(2) </a:t>
            </a:r>
          </a:p>
        </p:txBody>
      </p:sp>
    </p:spTree>
    <p:extLst>
      <p:ext uri="{BB962C8B-B14F-4D97-AF65-F5344CB8AC3E}">
        <p14:creationId xmlns:p14="http://schemas.microsoft.com/office/powerpoint/2010/main" val="17001848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Holy Communion – 130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29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73153" y="4835723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2: 2 of 4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1E9448-57F3-BEE2-3014-88DC125C3AF6}"/>
              </a:ext>
            </a:extLst>
          </p:cNvPr>
          <p:cNvSpPr/>
          <p:nvPr/>
        </p:nvSpPr>
        <p:spPr>
          <a:xfrm>
            <a:off x="291037" y="2794386"/>
            <a:ext cx="862553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ML-TTKarthika" panose="04000000000000000000" pitchFamily="82" charset="0"/>
              </a:rPr>
              <a:t>hm\ </a:t>
            </a:r>
            <a:r>
              <a:rPr lang="en-US" sz="2800" dirty="0" err="1">
                <a:latin typeface="ML-TTKarthika" panose="04000000000000000000" pitchFamily="82" charset="0"/>
              </a:rPr>
              <a:t>tk</a:t>
            </a:r>
            <a:r>
              <a:rPr lang="en-US" sz="2800" dirty="0">
                <a:latin typeface="ML-TTKarthika" panose="04000000000000000000" pitchFamily="82" charset="0"/>
              </a:rPr>
              <a:t>\IÄ¡oi³ Xm³ </a:t>
            </a:r>
            <a:r>
              <a:rPr lang="en-US" sz="2800" dirty="0" err="1">
                <a:latin typeface="ML-TTKarthika" panose="04000000000000000000" pitchFamily="82" charset="0"/>
              </a:rPr>
              <a:t>aÀXysc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kvt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ln¨p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hm\</a:t>
            </a:r>
            <a:r>
              <a:rPr lang="en-US" sz="2800" dirty="0" err="1">
                <a:latin typeface="ML-TTKarthika" panose="04000000000000000000" pitchFamily="82" charset="0"/>
              </a:rPr>
              <a:t>hÀ</a:t>
            </a:r>
            <a:r>
              <a:rPr lang="en-US" sz="2800" dirty="0">
                <a:latin typeface="ML-TTKarthika" panose="04000000000000000000" pitchFamily="82" charset="0"/>
              </a:rPr>
              <a:t> Km\ </a:t>
            </a:r>
            <a:r>
              <a:rPr lang="en-US" sz="2800" dirty="0" err="1">
                <a:latin typeface="ML-TTKarthika" panose="04000000000000000000" pitchFamily="82" charset="0"/>
              </a:rPr>
              <a:t>tamZ§Ä</a:t>
            </a:r>
            <a:r>
              <a:rPr lang="en-US" sz="2800" dirty="0">
                <a:latin typeface="ML-TTKarthika" panose="04000000000000000000" pitchFamily="82" charset="0"/>
              </a:rPr>
              <a:t> þ </a:t>
            </a:r>
            <a:r>
              <a:rPr lang="en-US" sz="2800" dirty="0" err="1">
                <a:latin typeface="ML-TTKarthika" panose="04000000000000000000" pitchFamily="82" charset="0"/>
              </a:rPr>
              <a:t>BsIbpt</a:t>
            </a:r>
            <a:r>
              <a:rPr lang="en-US" sz="2800" dirty="0">
                <a:latin typeface="ML-TTKarthika" panose="04000000000000000000" pitchFamily="82" charset="0"/>
              </a:rPr>
              <a:t>]£</a:t>
            </a:r>
            <a:r>
              <a:rPr lang="en-US" sz="2800" dirty="0" err="1">
                <a:latin typeface="ML-TTKarthika" panose="04000000000000000000" pitchFamily="82" charset="0"/>
              </a:rPr>
              <a:t>n¨p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lo\ am\</a:t>
            </a:r>
            <a:r>
              <a:rPr lang="en-US" sz="2800" dirty="0" err="1">
                <a:latin typeface="ML-TTKarthika" panose="04000000000000000000" pitchFamily="82" charset="0"/>
              </a:rPr>
              <a:t>pj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thjw</a:t>
            </a:r>
            <a:r>
              <a:rPr lang="en-US" sz="2800" dirty="0">
                <a:latin typeface="ML-TTKarthika" panose="04000000000000000000" pitchFamily="82" charset="0"/>
              </a:rPr>
              <a:t>… ]</a:t>
            </a:r>
            <a:r>
              <a:rPr lang="en-US" sz="2800" dirty="0" err="1">
                <a:latin typeface="ML-TTKarthika" panose="04000000000000000000" pitchFamily="82" charset="0"/>
              </a:rPr>
              <a:t>q¬Sp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h¶p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kt´mjw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pPr indent="407978"/>
            <a:r>
              <a:rPr lang="en-US" sz="2800" dirty="0" err="1">
                <a:latin typeface="ML-TTKarthika" panose="04000000000000000000" pitchFamily="82" charset="0"/>
              </a:rPr>
              <a:t>IqSpI</a:t>
            </a:r>
            <a:r>
              <a:rPr lang="en-US" sz="2800" dirty="0">
                <a:latin typeface="ML-TTKarthika" panose="04000000000000000000" pitchFamily="82" charset="0"/>
              </a:rPr>
              <a:t>\mw ]</a:t>
            </a:r>
            <a:r>
              <a:rPr lang="en-US" sz="2800" dirty="0" err="1">
                <a:latin typeface="ML-TTKarthika" panose="04000000000000000000" pitchFamily="82" charset="0"/>
              </a:rPr>
              <a:t>mSpI</a:t>
            </a:r>
            <a:r>
              <a:rPr lang="en-US" sz="2800" dirty="0">
                <a:latin typeface="ML-TTKarthika" panose="04000000000000000000" pitchFamily="82" charset="0"/>
              </a:rPr>
              <a:t>\mw… _</a:t>
            </a:r>
            <a:r>
              <a:rPr lang="en-US" sz="2800" dirty="0" err="1">
                <a:latin typeface="ML-TTKarthika" panose="04000000000000000000" pitchFamily="82" charset="0"/>
              </a:rPr>
              <a:t>lp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kt´mjta</a:t>
            </a:r>
            <a:r>
              <a:rPr lang="en-US" sz="2800" dirty="0">
                <a:latin typeface="ML-TTKarthika" panose="04000000000000000000" pitchFamily="82" charset="0"/>
              </a:rPr>
              <a:t> (2)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A9E4F5E-F433-A77D-054E-01E586305C40}"/>
              </a:ext>
            </a:extLst>
          </p:cNvPr>
          <p:cNvSpPr txBox="1">
            <a:spLocks/>
          </p:cNvSpPr>
          <p:nvPr/>
        </p:nvSpPr>
        <p:spPr>
          <a:xfrm>
            <a:off x="360668" y="819954"/>
            <a:ext cx="8343151" cy="20857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vaana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senakalkkeeshan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thaan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marhthyare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snehichu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vaanavarh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gaana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modangal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–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aake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upekshichu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heena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maanusha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vesham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…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poondu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vannu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santhosham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189" algn="l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kooduka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naam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paaduka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naam… bahu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santhoshame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31482887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Holy Communion – 130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73153" y="4835723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2: 3 of 4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1E9448-57F3-BEE2-3014-88DC125C3AF6}"/>
              </a:ext>
            </a:extLst>
          </p:cNvPr>
          <p:cNvSpPr/>
          <p:nvPr/>
        </p:nvSpPr>
        <p:spPr>
          <a:xfrm>
            <a:off x="259232" y="2571750"/>
            <a:ext cx="862553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ML-TTKarthika" panose="04000000000000000000" pitchFamily="82" charset="0"/>
              </a:rPr>
              <a:t>]</a:t>
            </a:r>
            <a:r>
              <a:rPr lang="en-US" sz="2800" dirty="0" err="1">
                <a:latin typeface="ML-TTKarthika" panose="04000000000000000000" pitchFamily="82" charset="0"/>
              </a:rPr>
              <a:t>qÀ</a:t>
            </a:r>
            <a:r>
              <a:rPr lang="en-US" sz="2800" dirty="0">
                <a:latin typeface="ML-TTKarthika" panose="04000000000000000000" pitchFamily="82" charset="0"/>
              </a:rPr>
              <a:t>® a\</a:t>
            </a:r>
            <a:r>
              <a:rPr lang="en-US" sz="2800" dirty="0" err="1">
                <a:latin typeface="ML-TTKarthika" panose="04000000000000000000" pitchFamily="82" charset="0"/>
              </a:rPr>
              <a:t>pjy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kq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phmbv</a:t>
            </a:r>
            <a:r>
              <a:rPr lang="en-US" sz="2800" dirty="0">
                <a:latin typeface="ML-TTKarthika" panose="04000000000000000000" pitchFamily="82" charset="0"/>
              </a:rPr>
              <a:t> þ ]</a:t>
            </a:r>
            <a:r>
              <a:rPr lang="en-US" sz="2800" dirty="0" err="1">
                <a:latin typeface="ML-TTKarthika" panose="04000000000000000000" pitchFamily="82" charset="0"/>
              </a:rPr>
              <a:t>À®IimebnÂ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PoÀ</a:t>
            </a:r>
            <a:r>
              <a:rPr lang="en-US" sz="2800" dirty="0">
                <a:latin typeface="ML-TTKarthika" panose="04000000000000000000" pitchFamily="82" charset="0"/>
              </a:rPr>
              <a:t>® </a:t>
            </a:r>
            <a:r>
              <a:rPr lang="en-US" sz="2800" dirty="0" err="1">
                <a:latin typeface="ML-TTKarthika" panose="04000000000000000000" pitchFamily="82" charset="0"/>
              </a:rPr>
              <a:t>hkv</a:t>
            </a:r>
            <a:r>
              <a:rPr lang="en-US" sz="2800" dirty="0">
                <a:latin typeface="ML-TTKarthika" panose="04000000000000000000" pitchFamily="82" charset="0"/>
              </a:rPr>
              <a:t>{</a:t>
            </a:r>
            <a:r>
              <a:rPr lang="en-US" sz="2800" dirty="0" err="1">
                <a:latin typeface="ML-TTKarthika" panose="04000000000000000000" pitchFamily="82" charset="0"/>
              </a:rPr>
              <a:t>XaWntªm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mbv</a:t>
            </a:r>
            <a:r>
              <a:rPr lang="en-US" sz="2800" dirty="0">
                <a:latin typeface="ML-TTKarthika" panose="04000000000000000000" pitchFamily="82" charset="0"/>
              </a:rPr>
              <a:t> þ </a:t>
            </a:r>
            <a:r>
              <a:rPr lang="en-US" sz="2800" dirty="0" err="1">
                <a:latin typeface="ML-TTKarthika" panose="04000000000000000000" pitchFamily="82" charset="0"/>
              </a:rPr>
              <a:t>amX</a:t>
            </a:r>
            <a:r>
              <a:rPr lang="en-US" sz="2800" dirty="0" err="1">
                <a:latin typeface="ML-TTKarthika" panose="04000000000000000000" pitchFamily="82" charset="0"/>
                <a:cs typeface="Segoe UI" panose="020B0502040204020203" pitchFamily="34" charset="0"/>
              </a:rPr>
              <a:t>r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aSnbXnÂ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ImWpw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iniphns</a:t>
            </a:r>
            <a:r>
              <a:rPr lang="en-US" sz="2800" dirty="0">
                <a:latin typeface="ML-TTKarthika" panose="04000000000000000000" pitchFamily="82" charset="0"/>
              </a:rPr>
              <a:t>\ \mw þ </a:t>
            </a:r>
            <a:r>
              <a:rPr lang="en-US" sz="2800" dirty="0" err="1">
                <a:latin typeface="ML-TTKarthika" panose="04000000000000000000" pitchFamily="82" charset="0"/>
              </a:rPr>
              <a:t>XmWphW§otSWw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pPr indent="457189"/>
            <a:r>
              <a:rPr lang="en-US" sz="2800" dirty="0" err="1">
                <a:latin typeface="ML-TTKarthika" panose="04000000000000000000" pitchFamily="82" charset="0"/>
              </a:rPr>
              <a:t>IqSpI</a:t>
            </a:r>
            <a:r>
              <a:rPr lang="en-US" sz="2800" dirty="0">
                <a:latin typeface="ML-TTKarthika" panose="04000000000000000000" pitchFamily="82" charset="0"/>
              </a:rPr>
              <a:t>\mw ]</a:t>
            </a:r>
            <a:r>
              <a:rPr lang="en-US" sz="2800" dirty="0" err="1">
                <a:latin typeface="ML-TTKarthika" panose="04000000000000000000" pitchFamily="82" charset="0"/>
              </a:rPr>
              <a:t>mSpI</a:t>
            </a:r>
            <a:r>
              <a:rPr lang="en-US" sz="2800" dirty="0">
                <a:latin typeface="ML-TTKarthika" panose="04000000000000000000" pitchFamily="82" charset="0"/>
              </a:rPr>
              <a:t>\mw… _</a:t>
            </a:r>
            <a:r>
              <a:rPr lang="en-US" sz="2800" dirty="0" err="1">
                <a:latin typeface="ML-TTKarthika" panose="04000000000000000000" pitchFamily="82" charset="0"/>
              </a:rPr>
              <a:t>lp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kt´mjta</a:t>
            </a:r>
            <a:r>
              <a:rPr lang="en-US" sz="2800" dirty="0">
                <a:latin typeface="ML-TTKarthika" panose="04000000000000000000" pitchFamily="82" charset="0"/>
              </a:rPr>
              <a:t> (2)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A9E4F5E-F433-A77D-054E-01E586305C40}"/>
              </a:ext>
            </a:extLst>
          </p:cNvPr>
          <p:cNvSpPr txBox="1">
            <a:spLocks/>
          </p:cNvSpPr>
          <p:nvPr/>
        </p:nvSpPr>
        <p:spPr>
          <a:xfrm>
            <a:off x="328863" y="740441"/>
            <a:ext cx="8343151" cy="20857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poorna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manushya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soonuvaay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–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parhnnhaka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shaalayil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jeerhnnha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vasthram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anhinjonaay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–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mathrumadiyathil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kaanhum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shishuvine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naam –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thaanhu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vanhangeedenham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189" algn="l"/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kooduka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naam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paaduka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naam… bahu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santhoshame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(2) </a:t>
            </a:r>
          </a:p>
        </p:txBody>
      </p:sp>
    </p:spTree>
    <p:extLst>
      <p:ext uri="{BB962C8B-B14F-4D97-AF65-F5344CB8AC3E}">
        <p14:creationId xmlns:p14="http://schemas.microsoft.com/office/powerpoint/2010/main" val="40154492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Holy Communion – 130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73153" y="4835723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2: 4 of 4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1E9448-57F3-BEE2-3014-88DC125C3AF6}"/>
              </a:ext>
            </a:extLst>
          </p:cNvPr>
          <p:cNvSpPr/>
          <p:nvPr/>
        </p:nvSpPr>
        <p:spPr>
          <a:xfrm>
            <a:off x="365760" y="2857997"/>
            <a:ext cx="877824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ML-TTKarthika" panose="04000000000000000000" pitchFamily="82" charset="0"/>
              </a:rPr>
              <a:t>aÀXvXyscsbÃmw</a:t>
            </a:r>
            <a:r>
              <a:rPr lang="en-US" sz="2800" dirty="0">
                <a:latin typeface="ML-TTKarthika" panose="04000000000000000000" pitchFamily="82" charset="0"/>
              </a:rPr>
              <a:t> ]m]¯</a:t>
            </a:r>
            <a:r>
              <a:rPr lang="en-US" sz="2800" dirty="0" err="1">
                <a:latin typeface="ML-TTKarthika" panose="04000000000000000000" pitchFamily="82" charset="0"/>
              </a:rPr>
              <a:t>nÂ</a:t>
            </a:r>
            <a:r>
              <a:rPr lang="en-US" sz="2800" dirty="0"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</a:rPr>
              <a:t>n¶pw</a:t>
            </a:r>
            <a:r>
              <a:rPr lang="en-US" sz="2800" dirty="0">
                <a:latin typeface="ML-TTKarthika" panose="04000000000000000000" pitchFamily="82" charset="0"/>
              </a:rPr>
              <a:t> c£n¡phm³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kXyhN</a:t>
            </a:r>
            <a:r>
              <a:rPr lang="en-US" sz="2800" dirty="0">
                <a:latin typeface="ML-TTKarthika" panose="04000000000000000000" pitchFamily="82" charset="0"/>
              </a:rPr>
              <a:t>\w </a:t>
            </a:r>
            <a:r>
              <a:rPr lang="en-US" sz="2800" dirty="0" err="1">
                <a:latin typeface="ML-TTKarthika" panose="04000000000000000000" pitchFamily="82" charset="0"/>
              </a:rPr>
              <a:t>temI¯nÂ</a:t>
            </a:r>
            <a:r>
              <a:rPr lang="en-US" sz="2800" dirty="0">
                <a:latin typeface="ML-TTKarthika" panose="04000000000000000000" pitchFamily="82" charset="0"/>
              </a:rPr>
              <a:t> þ </a:t>
            </a:r>
            <a:r>
              <a:rPr lang="en-US" sz="2800" dirty="0" err="1">
                <a:latin typeface="ML-TTKarthika" panose="04000000000000000000" pitchFamily="82" charset="0"/>
              </a:rPr>
              <a:t>aÀXvXy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mbv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h¶tlmþ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`</a:t>
            </a:r>
            <a:r>
              <a:rPr lang="en-US" sz="2800" dirty="0" err="1">
                <a:latin typeface="ML-TTKarthika" panose="04000000000000000000" pitchFamily="82" charset="0"/>
              </a:rPr>
              <a:t>qX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KW§fmsI</a:t>
            </a:r>
            <a:r>
              <a:rPr lang="en-US" sz="2800" dirty="0">
                <a:latin typeface="ML-TTKarthika" panose="04000000000000000000" pitchFamily="82" charset="0"/>
              </a:rPr>
              <a:t> þ `</a:t>
            </a:r>
            <a:r>
              <a:rPr lang="en-US" sz="2800" dirty="0" err="1">
                <a:latin typeface="ML-TTKarthika" panose="04000000000000000000" pitchFamily="82" charset="0"/>
              </a:rPr>
              <a:t>oXn</a:t>
            </a:r>
            <a:r>
              <a:rPr lang="en-US" sz="2800" dirty="0">
                <a:latin typeface="ML-TTKarthika" panose="04000000000000000000" pitchFamily="82" charset="0"/>
              </a:rPr>
              <a:t> ]</a:t>
            </a:r>
            <a:r>
              <a:rPr lang="en-US" sz="2800" dirty="0" err="1">
                <a:latin typeface="ML-TTKarthika" panose="04000000000000000000" pitchFamily="82" charset="0"/>
              </a:rPr>
              <a:t>q¬ShtcmSpw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pPr marL="522275" indent="-65087"/>
            <a:r>
              <a:rPr lang="en-US" sz="2800" dirty="0" err="1">
                <a:latin typeface="ML-TTKarthika" panose="04000000000000000000" pitchFamily="82" charset="0"/>
              </a:rPr>
              <a:t>IqSpI</a:t>
            </a:r>
            <a:r>
              <a:rPr lang="en-US" sz="2800" dirty="0">
                <a:latin typeface="ML-TTKarthika" panose="04000000000000000000" pitchFamily="82" charset="0"/>
              </a:rPr>
              <a:t> \mw ]</a:t>
            </a:r>
            <a:r>
              <a:rPr lang="en-US" sz="2800" dirty="0" err="1">
                <a:latin typeface="ML-TTKarthika" panose="04000000000000000000" pitchFamily="82" charset="0"/>
              </a:rPr>
              <a:t>mSpI</a:t>
            </a:r>
            <a:r>
              <a:rPr lang="en-US" sz="2800" dirty="0">
                <a:latin typeface="ML-TTKarthika" panose="04000000000000000000" pitchFamily="82" charset="0"/>
              </a:rPr>
              <a:t> \mw </a:t>
            </a:r>
            <a:r>
              <a:rPr lang="en-US" sz="2800" dirty="0" err="1">
                <a:latin typeface="ML-TTKarthika" panose="04000000000000000000" pitchFamily="82" charset="0"/>
              </a:rPr>
              <a:t>i</a:t>
            </a:r>
            <a:r>
              <a:rPr lang="en-US" sz="2800" dirty="0">
                <a:latin typeface="ML-TTKarthika" panose="04000000000000000000" pitchFamily="82" charset="0"/>
              </a:rPr>
              <a:t>{</a:t>
            </a:r>
            <a:r>
              <a:rPr lang="en-US" sz="2800" dirty="0" err="1">
                <a:latin typeface="ML-TTKarthika" panose="04000000000000000000" pitchFamily="82" charset="0"/>
              </a:rPr>
              <a:t>Xp¡Ä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tXmäp</a:t>
            </a:r>
            <a:r>
              <a:rPr lang="en-US" sz="2800" dirty="0">
                <a:latin typeface="ML-TTKarthika" panose="04000000000000000000" pitchFamily="82" charset="0"/>
              </a:rPr>
              <a:t> t]</a:t>
            </a:r>
            <a:r>
              <a:rPr lang="en-US" sz="2800" dirty="0" err="1">
                <a:latin typeface="ML-TTKarthika" panose="04000000000000000000" pitchFamily="82" charset="0"/>
              </a:rPr>
              <a:t>mbv</a:t>
            </a:r>
            <a:r>
              <a:rPr lang="en-US" sz="2800" dirty="0">
                <a:latin typeface="ML-TTKarthika" panose="04000000000000000000" pitchFamily="82" charset="0"/>
              </a:rPr>
              <a:t> (2)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A9E4F5E-F433-A77D-054E-01E586305C40}"/>
              </a:ext>
            </a:extLst>
          </p:cNvPr>
          <p:cNvSpPr txBox="1">
            <a:spLocks/>
          </p:cNvSpPr>
          <p:nvPr/>
        </p:nvSpPr>
        <p:spPr>
          <a:xfrm>
            <a:off x="357809" y="947174"/>
            <a:ext cx="8977022" cy="20857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marhthyare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ellaam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paapaththil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ninnum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rakshikkuvaan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sathya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vachanam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lokaththil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–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marthyanaay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vannaho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bhootha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ganhangalhaake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–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bheethi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poonhdavarodum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US" sz="24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kooduka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naam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paaduka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naam…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shathrukkalh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thottupoy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34441006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Holy Communion Hymn No. 119</a:t>
            </a: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81887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Holy Communion – 119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667910" y="907646"/>
            <a:ext cx="7272932" cy="20356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paaridam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mangalha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geethiyaal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nirhanju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paaricha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aananda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maadhuryam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bethlahem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aalayil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divya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paithaline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bhakthiyode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nararh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veekshichu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605017" y="2995303"/>
            <a:ext cx="7933967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]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mcnSw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awKf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KoXnbmÂ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ndªp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]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mcn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¨ B\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v</a:t>
            </a:r>
            <a:r>
              <a:rPr lang="en-US" sz="28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Z</a:t>
            </a:r>
            <a:r>
              <a:rPr lang="el-GR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am[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pcyw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t_Xvetlw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BebnÂ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Znhy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ss]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Xens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 </a:t>
            </a:r>
          </a:p>
          <a:p>
            <a:r>
              <a:rPr lang="pt-BR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`àntbmsS \cÀ ho£n¨p. </a:t>
            </a:r>
            <a:endParaRPr lang="ml-IN" sz="2800" dirty="0">
              <a:latin typeface="ML-TTKarthika" panose="04000000000000000000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C9D2D-EACB-79F3-8672-19DF7AB738A1}"/>
              </a:ext>
            </a:extLst>
          </p:cNvPr>
          <p:cNvSpPr txBox="1"/>
          <p:nvPr/>
        </p:nvSpPr>
        <p:spPr>
          <a:xfrm>
            <a:off x="7267073" y="4835725"/>
            <a:ext cx="1872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1 of 6</a:t>
            </a:r>
          </a:p>
        </p:txBody>
      </p:sp>
    </p:spTree>
    <p:extLst>
      <p:ext uri="{BB962C8B-B14F-4D97-AF65-F5344CB8AC3E}">
        <p14:creationId xmlns:p14="http://schemas.microsoft.com/office/powerpoint/2010/main" val="2321434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Holy Communion – 119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662940" y="677721"/>
            <a:ext cx="8342494" cy="20356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vaazhthunnu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sanghamaay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doothanmaarh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vaanathil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impamaay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cherhnnidaam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saadaram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gaanamanhdale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naam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chelezhum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paadangalh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vandikkaam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650737" y="2765378"/>
            <a:ext cx="7933967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hmgv¯p¶p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kwLambv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ZqX³amÀ hm\¯nen¼ambv </a:t>
            </a: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tNÀ¶nSmw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kmZcw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Km\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aWvUse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\mw </a:t>
            </a: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tNsegpw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]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mZ§Ä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h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v</a:t>
            </a:r>
            <a:r>
              <a:rPr lang="en-US" sz="28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Z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n¡mw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endParaRPr lang="ml-IN" sz="2800" dirty="0">
              <a:latin typeface="ML-TTKarthika" panose="04000000000000000000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C9D2D-EACB-79F3-8672-19DF7AB738A1}"/>
              </a:ext>
            </a:extLst>
          </p:cNvPr>
          <p:cNvSpPr txBox="1"/>
          <p:nvPr/>
        </p:nvSpPr>
        <p:spPr>
          <a:xfrm>
            <a:off x="7267073" y="4835725"/>
            <a:ext cx="1872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2 of 6</a:t>
            </a:r>
          </a:p>
        </p:txBody>
      </p:sp>
    </p:spTree>
    <p:extLst>
      <p:ext uri="{BB962C8B-B14F-4D97-AF65-F5344CB8AC3E}">
        <p14:creationId xmlns:p14="http://schemas.microsoft.com/office/powerpoint/2010/main" val="14764921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Holy Communion – 119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943635" y="837741"/>
            <a:ext cx="8079690" cy="20356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moovaraam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nrhipanmaarh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eththi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ninnarikil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mookamaay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kaazhchakalh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arhppichu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nakshathrha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jaalangalh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nokki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punchirichu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navya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modarangam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kaanhkayaal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946828" y="2780618"/>
            <a:ext cx="7280824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pt-BR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aqhcmw \r]·mÀ F¯n \n¶cnInÂ </a:t>
            </a:r>
          </a:p>
          <a:p>
            <a:r>
              <a:rPr lang="pt-BR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aqIambv ImgvNIÄ AÀ¸n¨p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\£{X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Pme§Ä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t\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m¡n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]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p©ncn¨p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hy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tamZcwKw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Im¬IbmÂ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endParaRPr lang="ml-IN" sz="2800" dirty="0">
              <a:latin typeface="ML-TTKarthika" panose="04000000000000000000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C9D2D-EACB-79F3-8672-19DF7AB738A1}"/>
              </a:ext>
            </a:extLst>
          </p:cNvPr>
          <p:cNvSpPr txBox="1"/>
          <p:nvPr/>
        </p:nvSpPr>
        <p:spPr>
          <a:xfrm>
            <a:off x="7267073" y="4835725"/>
            <a:ext cx="1872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3 of 6</a:t>
            </a:r>
          </a:p>
        </p:txBody>
      </p:sp>
    </p:spTree>
    <p:extLst>
      <p:ext uri="{BB962C8B-B14F-4D97-AF65-F5344CB8AC3E}">
        <p14:creationId xmlns:p14="http://schemas.microsoft.com/office/powerpoint/2010/main" val="29921167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Holy Communion – 119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640080" y="845361"/>
            <a:ext cx="8319634" cy="20356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vaazhthunnu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sanghamaay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doothanmaarh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vaanathil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impamaay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cherhnnidaam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saadaram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gaanamanhdale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naam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chelezhum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paadangalh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vandikkaam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681217" y="2818718"/>
            <a:ext cx="7933967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hmgv¯p¶p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kwLambv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ZqX³amÀ hm\¯nen¼ambv </a:t>
            </a: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tNÀ¶nSmw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kmZcw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Km\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aWvUse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\mw </a:t>
            </a: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tNsegpw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]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mZ§Ä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h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v</a:t>
            </a:r>
            <a:r>
              <a:rPr lang="en-US" sz="28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Z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n¡mw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endParaRPr lang="ml-IN" sz="2800" dirty="0">
              <a:latin typeface="ML-TTKarthika" panose="04000000000000000000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C9D2D-EACB-79F3-8672-19DF7AB738A1}"/>
              </a:ext>
            </a:extLst>
          </p:cNvPr>
          <p:cNvSpPr txBox="1"/>
          <p:nvPr/>
        </p:nvSpPr>
        <p:spPr>
          <a:xfrm>
            <a:off x="7267073" y="4835725"/>
            <a:ext cx="1872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4 of 6</a:t>
            </a:r>
          </a:p>
        </p:txBody>
      </p:sp>
    </p:spTree>
    <p:extLst>
      <p:ext uri="{BB962C8B-B14F-4D97-AF65-F5344CB8AC3E}">
        <p14:creationId xmlns:p14="http://schemas.microsoft.com/office/powerpoint/2010/main" val="17091749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Holy Communion – 119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590808" y="952041"/>
            <a:ext cx="8553192" cy="20356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swarggeeya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maahaathmyam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vittu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thaanhirhangi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swanthamaam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makklhe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rakshippaan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jeerhnnhamaam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sheelakalh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ithin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saakshikalhaay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jeevichu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maathrikaaparamaay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651424" y="2914730"/>
            <a:ext cx="7841152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kzÀ¤ob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amlmßyw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hn«pXmWnd§n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pt-BR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kz´amw a¡sf c£n¸m³ </a:t>
            </a: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PoÀ®amw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ioeIÄ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CXn³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km£nIfmbv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Pohn¨p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amXrIm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]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cambv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hmgv¯p¶p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.</a:t>
            </a:r>
            <a:endParaRPr lang="ml-IN" sz="2800" dirty="0">
              <a:latin typeface="ML-TTKarthika" panose="04000000000000000000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C9D2D-EACB-79F3-8672-19DF7AB738A1}"/>
              </a:ext>
            </a:extLst>
          </p:cNvPr>
          <p:cNvSpPr txBox="1"/>
          <p:nvPr/>
        </p:nvSpPr>
        <p:spPr>
          <a:xfrm>
            <a:off x="7267073" y="4835725"/>
            <a:ext cx="1872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5 of 6</a:t>
            </a:r>
          </a:p>
        </p:txBody>
      </p:sp>
    </p:spTree>
    <p:extLst>
      <p:ext uri="{BB962C8B-B14F-4D97-AF65-F5344CB8AC3E}">
        <p14:creationId xmlns:p14="http://schemas.microsoft.com/office/powerpoint/2010/main" val="12306350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Holy Communion – 119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640080" y="913941"/>
            <a:ext cx="8319634" cy="20356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vaazhthunnu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sanghamaay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doothanmaarh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vaanathil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impamaay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cherhnnidaam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saadaram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gaanamanhdale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naam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chelezhum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paadangalh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vandikkaam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605017" y="2872058"/>
            <a:ext cx="7933967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hmgv¯p¶p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kwLambv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ZqX³amÀ hm\¯nen¼ambv </a:t>
            </a: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tNÀ¶nSmw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kmZcw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Km\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aWvUse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\mw </a:t>
            </a: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tNsegpw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]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mZ§Ä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h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v</a:t>
            </a:r>
            <a:r>
              <a:rPr lang="en-US" sz="28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Z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n¡mw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endParaRPr lang="ml-IN" sz="2800" dirty="0">
              <a:latin typeface="ML-TTKarthika" panose="04000000000000000000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C9D2D-EACB-79F3-8672-19DF7AB738A1}"/>
              </a:ext>
            </a:extLst>
          </p:cNvPr>
          <p:cNvSpPr txBox="1"/>
          <p:nvPr/>
        </p:nvSpPr>
        <p:spPr>
          <a:xfrm>
            <a:off x="7267073" y="4835725"/>
            <a:ext cx="1872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6 of 6</a:t>
            </a:r>
          </a:p>
        </p:txBody>
      </p:sp>
    </p:spTree>
    <p:extLst>
      <p:ext uri="{BB962C8B-B14F-4D97-AF65-F5344CB8AC3E}">
        <p14:creationId xmlns:p14="http://schemas.microsoft.com/office/powerpoint/2010/main" val="23746309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Holy Communion Hymn No. 122</a:t>
            </a: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8740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122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2154803" y="1010983"/>
            <a:ext cx="6329240" cy="2037845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raaja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raaja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daivajaathan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yeshu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mahaa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raajan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than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neecha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neecha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maanavaril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jaathanaay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bhavichchinnaalh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2059142" y="2910087"/>
            <a:ext cx="5821690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cmPcmP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ssZhPmX³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tbipalmcmP³ Xm³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oN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oNam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hcnÂ</a:t>
            </a:r>
            <a:endParaRPr lang="en-US" sz="2800" b="0" i="0" u="none" strike="noStrike" baseline="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PmX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mbv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`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hn¨n¶mÄ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634CD7-7112-8536-A3E0-B31413030422}"/>
              </a:ext>
            </a:extLst>
          </p:cNvPr>
          <p:cNvSpPr txBox="1"/>
          <p:nvPr/>
        </p:nvSpPr>
        <p:spPr>
          <a:xfrm>
            <a:off x="7068966" y="482211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1 of 6 </a:t>
            </a: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A67C32CD-2719-CA0F-3828-F988FCD21F34}"/>
              </a:ext>
            </a:extLst>
          </p:cNvPr>
          <p:cNvSpPr/>
          <p:nvPr/>
        </p:nvSpPr>
        <p:spPr>
          <a:xfrm>
            <a:off x="7065241" y="2014968"/>
            <a:ext cx="165005" cy="70127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49743F-D2C7-0BD4-FD15-3CFDCF5BE512}"/>
              </a:ext>
            </a:extLst>
          </p:cNvPr>
          <p:cNvSpPr txBox="1"/>
          <p:nvPr/>
        </p:nvSpPr>
        <p:spPr>
          <a:xfrm>
            <a:off x="7230246" y="2180937"/>
            <a:ext cx="33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4873C800-2BCD-1A5C-2116-D0DB95F18A28}"/>
              </a:ext>
            </a:extLst>
          </p:cNvPr>
          <p:cNvSpPr/>
          <p:nvPr/>
        </p:nvSpPr>
        <p:spPr>
          <a:xfrm>
            <a:off x="6532504" y="3890256"/>
            <a:ext cx="165005" cy="70127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84CC31-57EE-A9A3-A7C3-30CFF301C0D8}"/>
              </a:ext>
            </a:extLst>
          </p:cNvPr>
          <p:cNvSpPr txBox="1"/>
          <p:nvPr/>
        </p:nvSpPr>
        <p:spPr>
          <a:xfrm>
            <a:off x="6697509" y="4056225"/>
            <a:ext cx="33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799118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122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2099144" y="907616"/>
            <a:ext cx="5176750" cy="2037845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raajanaam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daaveedin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vamshe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jaathayaaya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kanyakayil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daasaveshamodu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vannu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jaathapaalanam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cheyvaan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2026527" y="2993367"/>
            <a:ext cx="4660520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cmP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\mw ZmhoZn³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hwti</a:t>
            </a:r>
            <a:endParaRPr lang="en-US" sz="2800" b="0" i="0" u="none" strike="noStrike" baseline="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PmXbmb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I\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yIbnÂ</a:t>
            </a:r>
            <a:endParaRPr lang="en-US" sz="2800" b="0" i="0" u="none" strike="noStrike" baseline="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ZmkthjtamSp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h¶p</a:t>
            </a:r>
            <a:endParaRPr lang="en-US" sz="2800" b="0" i="0" u="none" strike="noStrike" baseline="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PmX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]me\w sN</a:t>
            </a:r>
            <a:r>
              <a:rPr lang="en-US" sz="2800" dirty="0">
                <a:latin typeface="ML-TTKarthika" panose="04000000000000000000" pitchFamily="82" charset="0"/>
              </a:rPr>
              <a:t>bvh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m³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634CD7-7112-8536-A3E0-B31413030422}"/>
              </a:ext>
            </a:extLst>
          </p:cNvPr>
          <p:cNvSpPr txBox="1"/>
          <p:nvPr/>
        </p:nvSpPr>
        <p:spPr>
          <a:xfrm>
            <a:off x="7068966" y="482211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2 of 6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3879B05-54EA-9991-24D6-2CC89F7E441E}"/>
              </a:ext>
            </a:extLst>
          </p:cNvPr>
          <p:cNvGrpSpPr/>
          <p:nvPr/>
        </p:nvGrpSpPr>
        <p:grpSpPr>
          <a:xfrm>
            <a:off x="6635871" y="1915724"/>
            <a:ext cx="495014" cy="701270"/>
            <a:chOff x="6635871" y="1915724"/>
            <a:chExt cx="495014" cy="701270"/>
          </a:xfrm>
        </p:grpSpPr>
        <p:sp>
          <p:nvSpPr>
            <p:cNvPr id="4" name="Right Brace 3">
              <a:extLst>
                <a:ext uri="{FF2B5EF4-FFF2-40B4-BE49-F238E27FC236}">
                  <a16:creationId xmlns:a16="http://schemas.microsoft.com/office/drawing/2014/main" id="{A67C32CD-2719-CA0F-3828-F988FCD21F34}"/>
                </a:ext>
              </a:extLst>
            </p:cNvPr>
            <p:cNvSpPr/>
            <p:nvPr/>
          </p:nvSpPr>
          <p:spPr>
            <a:xfrm>
              <a:off x="6635871" y="1915724"/>
              <a:ext cx="165005" cy="701270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449743F-D2C7-0BD4-FD15-3CFDCF5BE512}"/>
                </a:ext>
              </a:extLst>
            </p:cNvPr>
            <p:cNvSpPr txBox="1"/>
            <p:nvPr/>
          </p:nvSpPr>
          <p:spPr>
            <a:xfrm>
              <a:off x="6800876" y="2081693"/>
              <a:ext cx="3300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03DDCE1-80AB-8716-4B15-9DA9E45FE455}"/>
              </a:ext>
            </a:extLst>
          </p:cNvPr>
          <p:cNvGrpSpPr/>
          <p:nvPr/>
        </p:nvGrpSpPr>
        <p:grpSpPr>
          <a:xfrm>
            <a:off x="6739238" y="3915118"/>
            <a:ext cx="495014" cy="701270"/>
            <a:chOff x="6739238" y="3915118"/>
            <a:chExt cx="495014" cy="701270"/>
          </a:xfrm>
        </p:grpSpPr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4873C800-2BCD-1A5C-2116-D0DB95F18A28}"/>
                </a:ext>
              </a:extLst>
            </p:cNvPr>
            <p:cNvSpPr/>
            <p:nvPr/>
          </p:nvSpPr>
          <p:spPr>
            <a:xfrm>
              <a:off x="6739238" y="3915118"/>
              <a:ext cx="165005" cy="701270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284CC31-57EE-A9A3-A7C3-30CFF301C0D8}"/>
                </a:ext>
              </a:extLst>
            </p:cNvPr>
            <p:cNvSpPr txBox="1"/>
            <p:nvPr/>
          </p:nvSpPr>
          <p:spPr>
            <a:xfrm>
              <a:off x="6904243" y="4081087"/>
              <a:ext cx="3300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14171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122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1900363" y="907616"/>
            <a:ext cx="5828306" cy="2037845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bheethi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maanusharkkakannu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modapoorhththiyaakuvaan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neethimaan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mashiha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vannu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mediniyil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bethlahem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2003729" y="2993367"/>
            <a:ext cx="5395991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`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oXn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am\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pjÀ¡I¶p</a:t>
            </a:r>
            <a:endParaRPr lang="en-US" sz="2800" b="0" i="0" u="none" strike="noStrike" baseline="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tamZ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]qÀ¯nbmIphm³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\oXnam³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ainlm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h¶p</a:t>
            </a:r>
            <a:endParaRPr lang="en-US" sz="2800" b="0" i="0" u="none" strike="noStrike" baseline="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taZn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nbnÂ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t_Xvetl</a:t>
            </a:r>
            <a:r>
              <a:rPr lang="en-US" sz="2800" dirty="0" err="1">
                <a:latin typeface="ML-TTKarthika" panose="04000000000000000000" pitchFamily="82" charset="0"/>
              </a:rPr>
              <a:t>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634CD7-7112-8536-A3E0-B31413030422}"/>
              </a:ext>
            </a:extLst>
          </p:cNvPr>
          <p:cNvSpPr txBox="1"/>
          <p:nvPr/>
        </p:nvSpPr>
        <p:spPr>
          <a:xfrm>
            <a:off x="7068966" y="482211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3 of 6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C73EFB3-74C7-8FDF-6E9F-CC028AFFC6ED}"/>
              </a:ext>
            </a:extLst>
          </p:cNvPr>
          <p:cNvGrpSpPr/>
          <p:nvPr/>
        </p:nvGrpSpPr>
        <p:grpSpPr>
          <a:xfrm>
            <a:off x="6635871" y="1915724"/>
            <a:ext cx="495014" cy="701270"/>
            <a:chOff x="6635871" y="1915724"/>
            <a:chExt cx="495014" cy="701270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A0D7BF84-1441-DF1B-CC2B-D25F4A4DB0FC}"/>
                </a:ext>
              </a:extLst>
            </p:cNvPr>
            <p:cNvSpPr/>
            <p:nvPr/>
          </p:nvSpPr>
          <p:spPr>
            <a:xfrm>
              <a:off x="6635871" y="1915724"/>
              <a:ext cx="165005" cy="701270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DF3748C-8142-E7C4-98A1-D5C9B833882E}"/>
                </a:ext>
              </a:extLst>
            </p:cNvPr>
            <p:cNvSpPr txBox="1"/>
            <p:nvPr/>
          </p:nvSpPr>
          <p:spPr>
            <a:xfrm>
              <a:off x="6800876" y="2081693"/>
              <a:ext cx="3300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B37BDFD-C9DB-C9F6-D08C-4C8D771D13AA}"/>
              </a:ext>
            </a:extLst>
          </p:cNvPr>
          <p:cNvGrpSpPr/>
          <p:nvPr/>
        </p:nvGrpSpPr>
        <p:grpSpPr>
          <a:xfrm>
            <a:off x="6739238" y="3915118"/>
            <a:ext cx="495014" cy="701270"/>
            <a:chOff x="6739238" y="3915118"/>
            <a:chExt cx="495014" cy="701270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8960F71C-8340-316F-40EE-1437165D2750}"/>
                </a:ext>
              </a:extLst>
            </p:cNvPr>
            <p:cNvSpPr/>
            <p:nvPr/>
          </p:nvSpPr>
          <p:spPr>
            <a:xfrm>
              <a:off x="6739238" y="3915118"/>
              <a:ext cx="165005" cy="701270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CDF4D7B-359E-2D86-404A-4560A28C0ADA}"/>
                </a:ext>
              </a:extLst>
            </p:cNvPr>
            <p:cNvSpPr txBox="1"/>
            <p:nvPr/>
          </p:nvSpPr>
          <p:spPr>
            <a:xfrm>
              <a:off x="6904243" y="4081087"/>
              <a:ext cx="3300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767885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122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2058940" y="923519"/>
            <a:ext cx="5328271" cy="2037845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kaananaththil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aadumechcha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jnaanam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att-idayarodu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vaana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sena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koodivannu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gaanamoththu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paaduvaan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2151905" y="3017221"/>
            <a:ext cx="4585750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\\¯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nemSpta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¨</a:t>
            </a: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Úm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aänSbtcmSp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hm\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tk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IqSnh¶p</a:t>
            </a:r>
            <a:endParaRPr lang="en-US" sz="2800" b="0" i="0" u="none" strike="noStrike" baseline="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Km\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sam¯p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]mSphm³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634CD7-7112-8536-A3E0-B31413030422}"/>
              </a:ext>
            </a:extLst>
          </p:cNvPr>
          <p:cNvSpPr txBox="1"/>
          <p:nvPr/>
        </p:nvSpPr>
        <p:spPr>
          <a:xfrm>
            <a:off x="7068966" y="482211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4 of 6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3195EE7-08D0-639D-D067-EEBD77803830}"/>
              </a:ext>
            </a:extLst>
          </p:cNvPr>
          <p:cNvGrpSpPr/>
          <p:nvPr/>
        </p:nvGrpSpPr>
        <p:grpSpPr>
          <a:xfrm>
            <a:off x="6635871" y="1915724"/>
            <a:ext cx="495014" cy="701270"/>
            <a:chOff x="6635871" y="1915724"/>
            <a:chExt cx="495014" cy="701270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E7948B5A-6B0C-E45C-D447-0B67F37D629F}"/>
                </a:ext>
              </a:extLst>
            </p:cNvPr>
            <p:cNvSpPr/>
            <p:nvPr/>
          </p:nvSpPr>
          <p:spPr>
            <a:xfrm>
              <a:off x="6635871" y="1915724"/>
              <a:ext cx="165005" cy="701270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BF15B66-FCD6-CD1D-C8A5-D437C5EC74C9}"/>
                </a:ext>
              </a:extLst>
            </p:cNvPr>
            <p:cNvSpPr txBox="1"/>
            <p:nvPr/>
          </p:nvSpPr>
          <p:spPr>
            <a:xfrm>
              <a:off x="6800876" y="2081693"/>
              <a:ext cx="3300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37E6259-5C7E-EEC9-12D0-8CE27FC5EE25}"/>
              </a:ext>
            </a:extLst>
          </p:cNvPr>
          <p:cNvGrpSpPr/>
          <p:nvPr/>
        </p:nvGrpSpPr>
        <p:grpSpPr>
          <a:xfrm>
            <a:off x="6739238" y="3915118"/>
            <a:ext cx="495014" cy="701270"/>
            <a:chOff x="6739238" y="3915118"/>
            <a:chExt cx="495014" cy="701270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A5410BCA-631A-17CA-91D3-B4D540631948}"/>
                </a:ext>
              </a:extLst>
            </p:cNvPr>
            <p:cNvSpPr/>
            <p:nvPr/>
          </p:nvSpPr>
          <p:spPr>
            <a:xfrm>
              <a:off x="6739238" y="3915118"/>
              <a:ext cx="165005" cy="701270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5AED3DB-CB4E-55EE-BEFE-7B36A513151C}"/>
                </a:ext>
              </a:extLst>
            </p:cNvPr>
            <p:cNvSpPr txBox="1"/>
            <p:nvPr/>
          </p:nvSpPr>
          <p:spPr>
            <a:xfrm>
              <a:off x="6904243" y="4081087"/>
              <a:ext cx="3300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36335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122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1464474" y="859909"/>
            <a:ext cx="6026103" cy="2037845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thaarakam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than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shobha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kanhdu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doora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desha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raajarum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mooru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ponnu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kunthurukkam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kaazhcha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vechchu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kaanhuvaan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1510749" y="2897754"/>
            <a:ext cx="5876064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XmcIw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X³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tim`I¬Sp</a:t>
            </a:r>
            <a:endParaRPr lang="en-US" sz="2800" b="0" i="0" u="none" strike="noStrike" baseline="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ZqctZicmPcpw</a:t>
            </a:r>
            <a:endParaRPr lang="en-US" sz="2800" b="0" i="0" u="none" strike="noStrike" baseline="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aqcp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s]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m¶p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Ip´pcp¡w</a:t>
            </a:r>
            <a:endParaRPr lang="en-US" sz="2800" b="0" i="0" u="none" strike="noStrike" baseline="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ImgvNh¨p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ImWphm³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634CD7-7112-8536-A3E0-B31413030422}"/>
              </a:ext>
            </a:extLst>
          </p:cNvPr>
          <p:cNvSpPr txBox="1"/>
          <p:nvPr/>
        </p:nvSpPr>
        <p:spPr>
          <a:xfrm>
            <a:off x="7068966" y="482211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5 of 6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E130B7B-8315-F1D7-6AAD-00FD00F0DB30}"/>
              </a:ext>
            </a:extLst>
          </p:cNvPr>
          <p:cNvGrpSpPr/>
          <p:nvPr/>
        </p:nvGrpSpPr>
        <p:grpSpPr>
          <a:xfrm>
            <a:off x="6635871" y="1915724"/>
            <a:ext cx="495014" cy="701270"/>
            <a:chOff x="6635871" y="1915724"/>
            <a:chExt cx="495014" cy="701270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B8614398-7B05-21E6-8744-8CAF4ADC385B}"/>
                </a:ext>
              </a:extLst>
            </p:cNvPr>
            <p:cNvSpPr/>
            <p:nvPr/>
          </p:nvSpPr>
          <p:spPr>
            <a:xfrm>
              <a:off x="6635871" y="1915724"/>
              <a:ext cx="165005" cy="701270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AA51A82-EE92-A491-6C27-86DC05C277B9}"/>
                </a:ext>
              </a:extLst>
            </p:cNvPr>
            <p:cNvSpPr txBox="1"/>
            <p:nvPr/>
          </p:nvSpPr>
          <p:spPr>
            <a:xfrm>
              <a:off x="6800876" y="2081693"/>
              <a:ext cx="3300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BAE30C1-2097-93C0-1642-1BC47C6A92BF}"/>
              </a:ext>
            </a:extLst>
          </p:cNvPr>
          <p:cNvGrpSpPr/>
          <p:nvPr/>
        </p:nvGrpSpPr>
        <p:grpSpPr>
          <a:xfrm>
            <a:off x="6739238" y="3915118"/>
            <a:ext cx="495014" cy="701270"/>
            <a:chOff x="6739238" y="3915118"/>
            <a:chExt cx="495014" cy="701270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45FF6A8E-CD03-EA99-AE53-7C4619456CA1}"/>
                </a:ext>
              </a:extLst>
            </p:cNvPr>
            <p:cNvSpPr/>
            <p:nvPr/>
          </p:nvSpPr>
          <p:spPr>
            <a:xfrm>
              <a:off x="6739238" y="3915118"/>
              <a:ext cx="165005" cy="701270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A276EA0-2D99-C090-7451-8F716F1BA116}"/>
                </a:ext>
              </a:extLst>
            </p:cNvPr>
            <p:cNvSpPr txBox="1"/>
            <p:nvPr/>
          </p:nvSpPr>
          <p:spPr>
            <a:xfrm>
              <a:off x="6904243" y="4081087"/>
              <a:ext cx="3300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841365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122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960792" y="891714"/>
            <a:ext cx="6211733" cy="2037845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naariyil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pirhanna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deva-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nerhe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vedana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sahichchu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paaridaththil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vannu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chaththuyirhththu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vismayam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param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1757238" y="2929559"/>
            <a:ext cx="5712320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mcnbnÂ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]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nd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¶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tZh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-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t\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sd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thZ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kln¨p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]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mcnS¯nÂ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h¶p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N¯pbnÀ¯p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hnkvabw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]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cw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634CD7-7112-8536-A3E0-B31413030422}"/>
              </a:ext>
            </a:extLst>
          </p:cNvPr>
          <p:cNvSpPr txBox="1"/>
          <p:nvPr/>
        </p:nvSpPr>
        <p:spPr>
          <a:xfrm>
            <a:off x="7068966" y="482211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6 of 6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BF93ACD-8135-3717-1D1B-9A08CCC1563A}"/>
              </a:ext>
            </a:extLst>
          </p:cNvPr>
          <p:cNvGrpSpPr/>
          <p:nvPr/>
        </p:nvGrpSpPr>
        <p:grpSpPr>
          <a:xfrm>
            <a:off x="6635871" y="1915724"/>
            <a:ext cx="495014" cy="701270"/>
            <a:chOff x="6635871" y="1915724"/>
            <a:chExt cx="495014" cy="701270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19626DAB-1605-2BAB-28FA-9CE6F869F84E}"/>
                </a:ext>
              </a:extLst>
            </p:cNvPr>
            <p:cNvSpPr/>
            <p:nvPr/>
          </p:nvSpPr>
          <p:spPr>
            <a:xfrm>
              <a:off x="6635871" y="1915724"/>
              <a:ext cx="165005" cy="701270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5DCEF60-BB06-ADBE-E52C-2C136A6224BB}"/>
                </a:ext>
              </a:extLst>
            </p:cNvPr>
            <p:cNvSpPr txBox="1"/>
            <p:nvPr/>
          </p:nvSpPr>
          <p:spPr>
            <a:xfrm>
              <a:off x="6800876" y="2081693"/>
              <a:ext cx="3300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EE472F8-6CDC-B4A7-CC0B-F72A848A86EE}"/>
              </a:ext>
            </a:extLst>
          </p:cNvPr>
          <p:cNvGrpSpPr/>
          <p:nvPr/>
        </p:nvGrpSpPr>
        <p:grpSpPr>
          <a:xfrm>
            <a:off x="6691530" y="3915118"/>
            <a:ext cx="495014" cy="701270"/>
            <a:chOff x="6739238" y="3915118"/>
            <a:chExt cx="495014" cy="701270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719A3971-B758-5A86-0581-F3A9EDB109BE}"/>
                </a:ext>
              </a:extLst>
            </p:cNvPr>
            <p:cNvSpPr/>
            <p:nvPr/>
          </p:nvSpPr>
          <p:spPr>
            <a:xfrm>
              <a:off x="6739238" y="3915118"/>
              <a:ext cx="165005" cy="701270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5AEB93B-A7E9-2B79-6485-1C43804E93E4}"/>
                </a:ext>
              </a:extLst>
            </p:cNvPr>
            <p:cNvSpPr txBox="1"/>
            <p:nvPr/>
          </p:nvSpPr>
          <p:spPr>
            <a:xfrm>
              <a:off x="6904243" y="4081087"/>
              <a:ext cx="3300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64784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Holy Communion – Hymn No. 114</a:t>
            </a: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540643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114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335421" y="987289"/>
            <a:ext cx="827503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nararodathi</a:t>
            </a: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sneham</a:t>
            </a: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poonhdu</a:t>
            </a: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paaridam</a:t>
            </a: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thannil</a:t>
            </a: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vanneshu</a:t>
            </a:r>
            <a:endParaRPr lang="en-US" sz="24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US" sz="24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naranaayavathaaram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cheythu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naariyin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soon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uvaay</a:t>
            </a: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jayamaay</a:t>
            </a:r>
            <a:endParaRPr lang="en-US" sz="24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US" sz="24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devakumaaranaayi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raajakumaaranaayi</a:t>
            </a:r>
            <a:endParaRPr lang="en-US" sz="24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bethalahemin</a:t>
            </a: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goshaale</a:t>
            </a: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neethi</a:t>
            </a: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sampoorththiyaay</a:t>
            </a: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varuvaan</a:t>
            </a:r>
            <a:endParaRPr lang="en-US" sz="24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163945" y="4835725"/>
            <a:ext cx="19758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Communion 4:  1 of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D8B6F-B75E-49DE-8804-FA702615DED3}"/>
              </a:ext>
            </a:extLst>
          </p:cNvPr>
          <p:cNvSpPr txBox="1"/>
          <p:nvPr/>
        </p:nvSpPr>
        <p:spPr>
          <a:xfrm>
            <a:off x="342614" y="2657077"/>
            <a:ext cx="8458773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ctcmSXn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kvt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lw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]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q¬Sp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]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mcnSwX¶nÂ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ht¶ip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\c\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mbhXmcw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sNbvXp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\mcnbn³kq\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phmbvþPbambv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tZhIpamc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mbnþcmPIpamc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mbnþ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t_Xetlan³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tKmimteþ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\oXnk¼qÀ¯nbmbv hcphm³ </a:t>
            </a:r>
            <a:endParaRPr lang="en-US" sz="540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79784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114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104618" y="972049"/>
            <a:ext cx="909272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jayamangalhamaaya</a:t>
            </a: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vaarhththa</a:t>
            </a: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maayam</a:t>
            </a: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koodaathe</a:t>
            </a: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konhdaadi</a:t>
            </a:r>
            <a:endParaRPr lang="en-US" sz="24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US" sz="24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bhayabhakthiyathettam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koodi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maalaakhamaar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koodi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paadiyudan</a:t>
            </a:r>
            <a:endParaRPr lang="en-US" sz="24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aattinkoottangalh</a:t>
            </a: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kaaththu</a:t>
            </a: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koottangalhaayi</a:t>
            </a: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paarhththa</a:t>
            </a:r>
            <a:endParaRPr lang="en-US" sz="24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US" sz="24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aa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ttidayarhkkarhiveki</a:t>
            </a: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pettennu</a:t>
            </a: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raavil</a:t>
            </a: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dootha</a:t>
            </a: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nidam</a:t>
            </a:r>
            <a:endParaRPr lang="en-US" sz="24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150195" y="4835725"/>
            <a:ext cx="19896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Communion 4:  2 of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D8B6F-B75E-49DE-8804-FA702615DED3}"/>
              </a:ext>
            </a:extLst>
          </p:cNvPr>
          <p:cNvSpPr txBox="1"/>
          <p:nvPr/>
        </p:nvSpPr>
        <p:spPr>
          <a:xfrm>
            <a:off x="779761" y="2657077"/>
            <a:ext cx="7584478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PbawKfamb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hmÀ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¯ þ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ambw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IqSmsX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sIm¬SmSn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`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b`ànbtXäw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IqSnþamemJamÀ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IqSn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]mSnbpS³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B«n³Iq«§Ä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Im¯pþIq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«§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fmbn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]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mÀ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¯ </a:t>
            </a: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B«nSbÀ¡dnthInþ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s]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s«¶p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cmhnÂ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ZqX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nZw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endParaRPr lang="en-US" sz="720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92068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114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88029" y="1010149"/>
            <a:ext cx="9055971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nara</a:t>
            </a: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rakshaknaayinneshu</a:t>
            </a: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ningalhkkaay</a:t>
            </a: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pulkkoottil</a:t>
            </a: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vannu</a:t>
            </a:r>
            <a:endParaRPr lang="en-US" sz="24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US" sz="24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naranaayavathaaram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cheythu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pokuvin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kaan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huvin</a:t>
            </a: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vegamaho</a:t>
            </a:r>
            <a:endParaRPr lang="en-US" sz="24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US" sz="24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jeerhnnhamaay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ullhoraada</a:t>
            </a: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poorhnnhamallaathe</a:t>
            </a: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choodi</a:t>
            </a:r>
            <a:endParaRPr lang="en-US" sz="24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US" sz="23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maattin</a:t>
            </a:r>
            <a:r>
              <a:rPr lang="en-US" sz="23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3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thozhuththathil</a:t>
            </a:r>
            <a:r>
              <a:rPr lang="en-US" sz="23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3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kaanhaam</a:t>
            </a:r>
            <a:r>
              <a:rPr lang="en-US" sz="23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3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kaanhmaanaay</a:t>
            </a:r>
            <a:r>
              <a:rPr lang="en-US" sz="23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3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poyikkumpiduvin</a:t>
            </a:r>
            <a:endParaRPr lang="en-US" sz="23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163945" y="4835725"/>
            <a:ext cx="19758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Communion 4:  3 of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D8B6F-B75E-49DE-8804-FA702615DED3}"/>
              </a:ext>
            </a:extLst>
          </p:cNvPr>
          <p:cNvSpPr txBox="1"/>
          <p:nvPr/>
        </p:nvSpPr>
        <p:spPr>
          <a:xfrm>
            <a:off x="44689" y="2657077"/>
            <a:ext cx="9054622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pt-BR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\c c£I\mbnt¶ip \n§Ä¡mbv]pÂ¡q«nÂ h¶p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\c\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mbhXmcw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sNbvXpþt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]mIphn³ImWphn³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thKatlm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! </a:t>
            </a: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PoÀ®ambptÅmcmSþ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]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qÀ®aÃmsX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NqSnþ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am«n³sXmgp¯XnÂ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ImWmwþIm×m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mbv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t]mbn¡p¼nSphn³ </a:t>
            </a:r>
            <a:endParaRPr lang="en-US" sz="960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7974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Holy Communion Hymn No. 105</a:t>
            </a: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03632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105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5: 1 of 5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E060D1-B40B-E1E5-A80F-9C6428879BB3}"/>
              </a:ext>
            </a:extLst>
          </p:cNvPr>
          <p:cNvSpPr/>
          <p:nvPr/>
        </p:nvSpPr>
        <p:spPr>
          <a:xfrm>
            <a:off x="160073" y="676499"/>
            <a:ext cx="880861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3238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parama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pithaavinu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sthuthi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paadaam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avanallo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jeevane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nalkidunnu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paapangalh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okkeyum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kshamichidunnu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rogangalh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aakave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neekkidunnu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parama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pithaavinu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sthuthi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paadam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avanallo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jeevane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nalkidunnu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920C0A-0F2D-E95D-D860-2B2905124F75}"/>
              </a:ext>
            </a:extLst>
          </p:cNvPr>
          <p:cNvSpPr/>
          <p:nvPr/>
        </p:nvSpPr>
        <p:spPr>
          <a:xfrm>
            <a:off x="61877" y="2661848"/>
            <a:ext cx="8552734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177323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]ca]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nXmhn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\p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kvXpXn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]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mSmw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177323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Ah\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tÃm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Pohs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 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evIoSp¶p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177323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]m]§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sfms¡bpw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£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an¨oSp¶p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177323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tcmK§fmIth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o¡nSp¶p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]ca]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nXmhn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\p 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kvXpXn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]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mSmw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Ah\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tÃm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Pohs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 \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evIoSp¶p</a:t>
            </a:r>
            <a:endParaRPr lang="pt-BR" sz="40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163853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105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5: 2 of 5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E060D1-B40B-E1E5-A80F-9C6428879BB3}"/>
              </a:ext>
            </a:extLst>
          </p:cNvPr>
          <p:cNvSpPr/>
          <p:nvPr/>
        </p:nvSpPr>
        <p:spPr>
          <a:xfrm>
            <a:off x="144833" y="813659"/>
            <a:ext cx="880861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3238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idayane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pol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namme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thedi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vannu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paapa-kkuzhiyil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ninnettiyavan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swanthamaakki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namme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theerththiduvaan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swantha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raktham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namukkekiyathaal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parama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pithaavinu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sthuthi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paadam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avanallo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jeevane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nalkidunnu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920C0A-0F2D-E95D-D860-2B2905124F75}"/>
              </a:ext>
            </a:extLst>
          </p:cNvPr>
          <p:cNvSpPr/>
          <p:nvPr/>
        </p:nvSpPr>
        <p:spPr>
          <a:xfrm>
            <a:off x="65315" y="2661848"/>
            <a:ext cx="901337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177323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CSbs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t¸mÂ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\s½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tXSnh¶p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177323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]m]¡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pgnbnÂ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\nt¶änbh³ </a:t>
            </a:r>
          </a:p>
          <a:p>
            <a:pPr marL="0" marR="0" lvl="0" indent="177323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kz´am¡n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\s½ XoÀ¯oSphm³ </a:t>
            </a:r>
          </a:p>
          <a:p>
            <a:pPr marL="0" marR="0" lvl="0" indent="177323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kz´càw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apt¡InbXmÂ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]ca]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nXmhn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\p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kvXpXn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]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mSmw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Ah\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tÃm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Pohs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 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evIoSp¶p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72910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105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5: 3 of 5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E060D1-B40B-E1E5-A80F-9C6428879BB3}"/>
              </a:ext>
            </a:extLst>
          </p:cNvPr>
          <p:cNvSpPr/>
          <p:nvPr/>
        </p:nvSpPr>
        <p:spPr>
          <a:xfrm>
            <a:off x="152453" y="783179"/>
            <a:ext cx="880861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3238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ammaye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pol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namme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omanichu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apakada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velhayil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paalichchavan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aahaara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paaneeyam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ekiyavan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nithyamaam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jeevanum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nalkidunnu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parama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pithaavinu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sthuthi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paadam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avanallo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jeevane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nalkidunnu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920C0A-0F2D-E95D-D860-2B2905124F75}"/>
              </a:ext>
            </a:extLst>
          </p:cNvPr>
          <p:cNvSpPr/>
          <p:nvPr/>
        </p:nvSpPr>
        <p:spPr>
          <a:xfrm>
            <a:off x="65315" y="2661848"/>
            <a:ext cx="901337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17160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A½sbt¸mÂ \s½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Hma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n¨p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17160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A]IS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thfbnÂ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]men¨h³ </a:t>
            </a:r>
          </a:p>
          <a:p>
            <a:pPr marL="0" marR="0" lvl="0" indent="17160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Blmc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]m\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ob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taInbh³ </a:t>
            </a:r>
          </a:p>
          <a:p>
            <a:pPr marL="0" marR="0" lvl="0" indent="17160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nXyamw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Poh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\pw 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ÂIoSp¶p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]ca]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nXmhn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\p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kvXpXn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]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mSmw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Ah\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tÃm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Pohs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 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evIoSp¶p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14770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105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5: 4 of 5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E060D1-B40B-E1E5-A80F-9C6428879BB3}"/>
              </a:ext>
            </a:extLst>
          </p:cNvPr>
          <p:cNvSpPr/>
          <p:nvPr/>
        </p:nvSpPr>
        <p:spPr>
          <a:xfrm>
            <a:off x="167693" y="798419"/>
            <a:ext cx="880861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3238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koodukale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koode-kkoodilakki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parakkuvanaay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namme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sheelippichchu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chirakukal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athinmel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vahichchu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namme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nilam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parichaay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naam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nashichchidaathe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parama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pithaavinu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sthuthi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paadam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avanallo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jeevane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nalkidunnu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920C0A-0F2D-E95D-D860-2B2905124F75}"/>
              </a:ext>
            </a:extLst>
          </p:cNvPr>
          <p:cNvSpPr/>
          <p:nvPr/>
        </p:nvSpPr>
        <p:spPr>
          <a:xfrm>
            <a:off x="33032" y="2661848"/>
            <a:ext cx="907793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18288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IqSpIsf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IqsS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IqSnf¡n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18288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]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d¡phm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mbv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\s½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ioen¸n¨p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18288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NndIpIfXnt·Â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hln¨p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\s½ </a:t>
            </a:r>
          </a:p>
          <a:p>
            <a:pPr marL="0" marR="0" lvl="0" indent="18288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\new]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cnNmbv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\mw 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in¨nSmsX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]ca]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nXmhn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\p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kvXpXn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]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mSmw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Ah\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tÃm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Pohs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 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evIoSp¶p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61821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105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5: 5 of 5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E060D1-B40B-E1E5-A80F-9C6428879BB3}"/>
              </a:ext>
            </a:extLst>
          </p:cNvPr>
          <p:cNvSpPr/>
          <p:nvPr/>
        </p:nvSpPr>
        <p:spPr>
          <a:xfrm>
            <a:off x="167693" y="752699"/>
            <a:ext cx="880861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3238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sthothram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cheyyaam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hridayangamam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aay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kumbidaam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avan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munpil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aadaravaay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hallelujah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paadaam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modamode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avanallo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nammude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rakshayin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paarha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parama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pithaavinu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sthuthi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paadam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avanallo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jeevane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nalkidunnu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920C0A-0F2D-E95D-D860-2B2905124F75}"/>
              </a:ext>
            </a:extLst>
          </p:cNvPr>
          <p:cNvSpPr/>
          <p:nvPr/>
        </p:nvSpPr>
        <p:spPr>
          <a:xfrm>
            <a:off x="61877" y="2661848"/>
            <a:ext cx="902024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17160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kvtXm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{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Xw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sN¿mw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lrZbwKaambv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17160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Ip¼nSmw Ah³ ap¼nemZchmbv </a:t>
            </a:r>
          </a:p>
          <a:p>
            <a:pPr marL="0" marR="0" lvl="0" indent="17160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ltÃep¿m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]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mSmw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tamZtamsS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17160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Ah\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tÃm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\½psS c£bn³ ]md  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]ca]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nXmhn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\p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kvXpXn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]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mSmw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Ah\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tÃm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Pohs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 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evIoSp¶p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067005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Holy Communion – Hymn No. 416</a:t>
            </a: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5579179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416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6: 1 of 12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E060D1-B40B-E1E5-A80F-9C6428879BB3}"/>
              </a:ext>
            </a:extLst>
          </p:cNvPr>
          <p:cNvSpPr/>
          <p:nvPr/>
        </p:nvSpPr>
        <p:spPr>
          <a:xfrm>
            <a:off x="167693" y="859379"/>
            <a:ext cx="880861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3238" marR="0" lvl="0" indent="-51593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rakshippaan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unnatham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vittu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773238" marR="0" lvl="0" indent="-51593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mannil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vanna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karhththaave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73238" marR="0" lvl="0" indent="-51593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ninne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swarggaththil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ninniha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konhdu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773238" marR="0" lvl="0" indent="-51593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vannathu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snehame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920C0A-0F2D-E95D-D860-2B2905124F75}"/>
              </a:ext>
            </a:extLst>
          </p:cNvPr>
          <p:cNvSpPr/>
          <p:nvPr/>
        </p:nvSpPr>
        <p:spPr>
          <a:xfrm>
            <a:off x="1464415" y="2661848"/>
            <a:ext cx="621517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Fs¶ c£n-¸m³ D¶Xw hn«p </a:t>
            </a:r>
          </a:p>
          <a:p>
            <a:r>
              <a:rPr lang="pt-BR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a¶nÂ h¶ IÀ¯mth! </a:t>
            </a:r>
          </a:p>
          <a:p>
            <a:r>
              <a:rPr lang="pt-BR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\ns¶ kzÀ¤-¯nÂ \n¶n-l-sIm¬Sp </a:t>
            </a:r>
          </a:p>
          <a:p>
            <a:r>
              <a:rPr lang="pt-BR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h¶Xp \n³ kvt\lta! </a:t>
            </a:r>
            <a:endParaRPr lang="pt-BR" sz="28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797353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416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6: 2 of 12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E060D1-B40B-E1E5-A80F-9C6428879BB3}"/>
              </a:ext>
            </a:extLst>
          </p:cNvPr>
          <p:cNvSpPr/>
          <p:nvPr/>
        </p:nvSpPr>
        <p:spPr>
          <a:xfrm>
            <a:off x="594704" y="828899"/>
            <a:ext cx="795459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3238" marR="0" lvl="0" indent="-6080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aakarshikka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priya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rakshaka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773238" marR="0" lvl="0" indent="-6080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marichcha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krooshinkal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73238" indent="-608013" defTabSz="685800"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aakarshikka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priya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rakshaka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773238" marR="0" lvl="0" indent="-6080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murhinja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maarhvinkal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920C0A-0F2D-E95D-D860-2B2905124F75}"/>
              </a:ext>
            </a:extLst>
          </p:cNvPr>
          <p:cNvSpPr/>
          <p:nvPr/>
        </p:nvSpPr>
        <p:spPr>
          <a:xfrm>
            <a:off x="1769724" y="3004748"/>
            <a:ext cx="560455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BIÀjn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¡ Fs¶-{]n-b-c-£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\o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acn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¨ {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Iqin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-¦Â </a:t>
            </a: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BIÀjn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¡ Fs¶-{]n-b-c-£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\n³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apdn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ª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amÀÆn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-¦Â </a:t>
            </a:r>
            <a:endParaRPr lang="pt-BR" sz="28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453004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416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6: 3 of 12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E060D1-B40B-E1E5-A80F-9C6428879BB3}"/>
              </a:ext>
            </a:extLst>
          </p:cNvPr>
          <p:cNvSpPr/>
          <p:nvPr/>
        </p:nvSpPr>
        <p:spPr>
          <a:xfrm>
            <a:off x="396267" y="1011779"/>
            <a:ext cx="836670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3238" marR="0" lvl="0" indent="-6985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naavukondu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chollaavathinmel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nee</a:t>
            </a:r>
          </a:p>
          <a:p>
            <a:pPr marL="1773238" marR="0" lvl="0" indent="-6985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noven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perhkkaayettallo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73238" marR="0" lvl="0" indent="-6985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vidham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sneham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jeevanaathha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! </a:t>
            </a:r>
          </a:p>
          <a:p>
            <a:pPr marL="1773238" marR="0" lvl="0" indent="-6985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bhoovilaarkkumillaho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!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920C0A-0F2D-E95D-D860-2B2905124F75}"/>
              </a:ext>
            </a:extLst>
          </p:cNvPr>
          <p:cNvSpPr/>
          <p:nvPr/>
        </p:nvSpPr>
        <p:spPr>
          <a:xfrm>
            <a:off x="1464415" y="2989508"/>
            <a:ext cx="621517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\mhp-sIm¬Sp sNmÃm-h-Xn-t·Â \o </a:t>
            </a:r>
          </a:p>
          <a:p>
            <a:r>
              <a:rPr lang="de-DE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t\msh³ t]À¡mtbätÃm </a:t>
            </a:r>
          </a:p>
          <a:p>
            <a:r>
              <a:rPr lang="pl-PL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Cu hn[w kvt\lw Poh-\mYm! Cu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`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qhn-emÀ¡p-an-Ãtlm!þ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endParaRPr lang="pt-BR" sz="28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125468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416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6: 4 of 12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E060D1-B40B-E1E5-A80F-9C6428879BB3}"/>
              </a:ext>
            </a:extLst>
          </p:cNvPr>
          <p:cNvSpPr/>
          <p:nvPr/>
        </p:nvSpPr>
        <p:spPr>
          <a:xfrm>
            <a:off x="602324" y="790799"/>
            <a:ext cx="795459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3238" marR="0" lvl="0" indent="-6080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aakarshikka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priya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rakshaka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773238" marR="0" lvl="0" indent="-6080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marichcha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krooshinkal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73238" indent="-608013" defTabSz="685800"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aakarshikka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priya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rakshaka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773238" marR="0" lvl="0" indent="-6080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murhinja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maarhvinkal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920C0A-0F2D-E95D-D860-2B2905124F75}"/>
              </a:ext>
            </a:extLst>
          </p:cNvPr>
          <p:cNvSpPr/>
          <p:nvPr/>
        </p:nvSpPr>
        <p:spPr>
          <a:xfrm>
            <a:off x="1769724" y="2661848"/>
            <a:ext cx="560455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BIÀjn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¡ Fs¶-{]n-b-c-£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\o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acn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¨ {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Iqin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-¦Â </a:t>
            </a: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BIÀjn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¡ Fs¶-{]n-b-c-£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\n³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apdn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ª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amÀÆn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-¦Â </a:t>
            </a:r>
            <a:endParaRPr lang="pt-BR" sz="28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01711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416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6: 5 of 12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E060D1-B40B-E1E5-A80F-9C6428879BB3}"/>
              </a:ext>
            </a:extLst>
          </p:cNvPr>
          <p:cNvSpPr/>
          <p:nvPr/>
        </p:nvSpPr>
        <p:spPr>
          <a:xfrm>
            <a:off x="404550" y="859711"/>
            <a:ext cx="836670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3238" marR="0" lvl="0" indent="-7000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ninkalekkenne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aakarshippaanaay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773238" marR="0" lvl="0" indent="-7000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rogamaam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doothane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73238" marR="0" lvl="0" indent="-7000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karaththaal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nee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enkal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ayachcha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773238" marR="0" lvl="0" indent="-7000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kripaykkaay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sthothrame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920C0A-0F2D-E95D-D860-2B2905124F75}"/>
              </a:ext>
            </a:extLst>
          </p:cNvPr>
          <p:cNvSpPr/>
          <p:nvPr/>
        </p:nvSpPr>
        <p:spPr>
          <a:xfrm>
            <a:off x="1464415" y="2661848"/>
            <a:ext cx="621517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NL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\n¦-te-s¡s¶ BIÀjn-¸m-\mbv </a:t>
            </a: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tcmKamw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\n³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ZqXs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 </a:t>
            </a:r>
          </a:p>
          <a:p>
            <a:r>
              <a:rPr lang="pt-BR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\n³I-c-¯mÂ \o F¦Â Ab¨ </a:t>
            </a:r>
          </a:p>
          <a:p>
            <a:r>
              <a:rPr lang="pt-BR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\n³ Ir]-bv¡mbv kvtXm{X-saþ </a:t>
            </a:r>
            <a:endParaRPr lang="pt-BR" sz="28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291004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416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6: 6 of 12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BD84B9-2881-068E-2F03-CAA0A6B8582F}"/>
              </a:ext>
            </a:extLst>
          </p:cNvPr>
          <p:cNvSpPr/>
          <p:nvPr/>
        </p:nvSpPr>
        <p:spPr>
          <a:xfrm>
            <a:off x="602324" y="790799"/>
            <a:ext cx="795459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3238" marR="0" lvl="0" indent="-6080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aakarshikka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priya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rakshaka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773238" marR="0" lvl="0" indent="-6080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marichcha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krooshinkal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73238" indent="-608013" defTabSz="685800"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aakarshikka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priya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rakshaka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773238" marR="0" lvl="0" indent="-6080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murhinja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maarhvinkal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0035AF-7900-42D2-1AF6-AD8C06DCB310}"/>
              </a:ext>
            </a:extLst>
          </p:cNvPr>
          <p:cNvSpPr/>
          <p:nvPr/>
        </p:nvSpPr>
        <p:spPr>
          <a:xfrm>
            <a:off x="1769724" y="2661848"/>
            <a:ext cx="560455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BIÀjn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¡ Fs¶-{]n-b-c-£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\o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acn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¨ {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Iqin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-¦Â </a:t>
            </a: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BIÀjn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¡ Fs¶-{]n-b-c-£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\n³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apdn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ª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amÀÆn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-¦Â </a:t>
            </a:r>
            <a:endParaRPr lang="pt-BR" sz="28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611898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416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6: 7 of 12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E060D1-B40B-E1E5-A80F-9C6428879BB3}"/>
              </a:ext>
            </a:extLst>
          </p:cNvPr>
          <p:cNvSpPr/>
          <p:nvPr/>
        </p:nvSpPr>
        <p:spPr>
          <a:xfrm>
            <a:off x="388647" y="485999"/>
            <a:ext cx="8366707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3238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swaroopathodanuroopamaay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773238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varuvaan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naalhil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naalhil</a:t>
            </a:r>
            <a:endParaRPr lang="en-US" sz="32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73238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chorikaathmaavin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varangalh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ennum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773238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nirhavaay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neeyennullhil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920C0A-0F2D-E95D-D860-2B2905124F75}"/>
              </a:ext>
            </a:extLst>
          </p:cNvPr>
          <p:cNvSpPr/>
          <p:nvPr/>
        </p:nvSpPr>
        <p:spPr>
          <a:xfrm>
            <a:off x="1464415" y="2661848"/>
            <a:ext cx="621517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\n³ kzcq-]-t¯m-S-\p-cq-]-ambv </a:t>
            </a:r>
          </a:p>
          <a:p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hcp-hm³ \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mfnÂ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\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mfnÂ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de-DE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sNcn-Im-ßm-hn³ hc-§Ä F¶pw </a:t>
            </a:r>
          </a:p>
          <a:p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nd-hmbv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\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osb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-¶p-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ÅnÂþ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endParaRPr lang="pt-BR" sz="344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7719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416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6: 8 of 12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60CC97-F37E-765F-ADEA-5E10AA340527}"/>
              </a:ext>
            </a:extLst>
          </p:cNvPr>
          <p:cNvSpPr/>
          <p:nvPr/>
        </p:nvSpPr>
        <p:spPr>
          <a:xfrm>
            <a:off x="602324" y="790799"/>
            <a:ext cx="795459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3238" marR="0" lvl="0" indent="-6080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aakarshikka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priya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rakshaka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773238" marR="0" lvl="0" indent="-6080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marichcha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krooshinkal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73238" indent="-608013" defTabSz="685800"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aakarshikka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priya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rakshaka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773238" marR="0" lvl="0" indent="-6080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murhinja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maarhvinkal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B5D81B-5F3D-7410-5504-D56EB8E05C79}"/>
              </a:ext>
            </a:extLst>
          </p:cNvPr>
          <p:cNvSpPr/>
          <p:nvPr/>
        </p:nvSpPr>
        <p:spPr>
          <a:xfrm>
            <a:off x="1769724" y="2661848"/>
            <a:ext cx="560455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BIÀjn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¡ Fs¶-{]n-b-c-£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\o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acn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¨ {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Iqin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-¦Â </a:t>
            </a: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BIÀjn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¡ Fs¶-{]n-b-c-£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\n³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apdn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ª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amÀÆn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-¦Â </a:t>
            </a:r>
            <a:endParaRPr lang="pt-BR" sz="28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26402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416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6: 9 of 12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E060D1-B40B-E1E5-A80F-9C6428879BB3}"/>
              </a:ext>
            </a:extLst>
          </p:cNvPr>
          <p:cNvSpPr/>
          <p:nvPr/>
        </p:nvSpPr>
        <p:spPr>
          <a:xfrm>
            <a:off x="247507" y="1138006"/>
            <a:ext cx="830179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3238" marR="0" lvl="0" indent="-24606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jeevanullhathaam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daivavachanam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773238" marR="0" lvl="0" indent="-24606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sarvaneravumente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73238" marR="0" lvl="0" indent="-24606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paavan-aahaaram-aavathin-ennum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773238" marR="0" lvl="0" indent="-24606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divyakripa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nalkuka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920C0A-0F2D-E95D-D860-2B2905124F75}"/>
              </a:ext>
            </a:extLst>
          </p:cNvPr>
          <p:cNvSpPr/>
          <p:nvPr/>
        </p:nvSpPr>
        <p:spPr>
          <a:xfrm>
            <a:off x="1777675" y="2948095"/>
            <a:ext cx="560455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Poh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-\p-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ÅXmw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ssZh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-h-N\w </a:t>
            </a: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kÀÆ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-t\-c-hp-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sasâ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]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mh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-\m-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lm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-c-am-h-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Xn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-s\¶pw </a:t>
            </a: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Znhy-Ir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] 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evIp-Iþ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endParaRPr lang="pt-BR" sz="28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363106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416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6: 10 of 12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D049FE-F3E4-D516-B733-E4D34B7C482D}"/>
              </a:ext>
            </a:extLst>
          </p:cNvPr>
          <p:cNvSpPr/>
          <p:nvPr/>
        </p:nvSpPr>
        <p:spPr>
          <a:xfrm>
            <a:off x="602324" y="790799"/>
            <a:ext cx="795459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3238" marR="0" lvl="0" indent="-6080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aakarshikka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priya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rakshaka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773238" marR="0" lvl="0" indent="-6080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marichcha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krooshinkal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73238" indent="-608013" defTabSz="685800"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aakarshikka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priya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rakshaka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773238" marR="0" lvl="0" indent="-6080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murhinja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maarhvinkal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F1F711-CC29-D643-5D59-93362BA4BF8F}"/>
              </a:ext>
            </a:extLst>
          </p:cNvPr>
          <p:cNvSpPr/>
          <p:nvPr/>
        </p:nvSpPr>
        <p:spPr>
          <a:xfrm>
            <a:off x="1769724" y="2661848"/>
            <a:ext cx="560455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BIÀjn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¡ Fs¶-{]n-b-c-£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\o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acn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¨ {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Iqin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-¦Â </a:t>
            </a: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BIÀjn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¡ Fs¶-{]n-b-c-£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\n³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apdn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ª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amÀÆn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-¦Â </a:t>
            </a:r>
            <a:endParaRPr lang="pt-BR" sz="28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467727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416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6: 11 of 12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E060D1-B40B-E1E5-A80F-9C6428879BB3}"/>
              </a:ext>
            </a:extLst>
          </p:cNvPr>
          <p:cNvSpPr/>
          <p:nvPr/>
        </p:nvSpPr>
        <p:spPr>
          <a:xfrm>
            <a:off x="0" y="978980"/>
            <a:ext cx="9144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3238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unnathaththil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sannidhau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vannu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773238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ninne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kaanhunneram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73238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ennil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unhdaamaanandam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avarhnnhyam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773238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ennumennekkum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bhaagyam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920C0A-0F2D-E95D-D860-2B2905124F75}"/>
              </a:ext>
            </a:extLst>
          </p:cNvPr>
          <p:cNvSpPr/>
          <p:nvPr/>
        </p:nvSpPr>
        <p:spPr>
          <a:xfrm>
            <a:off x="1809480" y="2797020"/>
            <a:ext cx="560455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D¶-X-¯nÂ \n³k¶n[u h¶p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\ns¶ Rm³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ImWp-t¶cw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F¶nÂ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D¬Sm-am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-\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v</a:t>
            </a:r>
            <a:r>
              <a:rPr lang="en-US" sz="28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Z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ahÀ®yw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F¶p-sa-t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¶¡pw `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mKywþ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endParaRPr lang="pt-BR" sz="28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65185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416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6: 12 of 12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2B9C0F-51BE-4DF1-7C47-03A30190E6F8}"/>
              </a:ext>
            </a:extLst>
          </p:cNvPr>
          <p:cNvSpPr/>
          <p:nvPr/>
        </p:nvSpPr>
        <p:spPr>
          <a:xfrm>
            <a:off x="602324" y="1021386"/>
            <a:ext cx="795459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3238" marR="0" lvl="0" indent="-6080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aakarshikka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priya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rakshaka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773238" marR="0" lvl="0" indent="-6080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marichcha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krooshinkal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73238" indent="-608013" defTabSz="685800"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aakarshikka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priya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rakshaka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773238" marR="0" lvl="0" indent="-6080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murhinja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maarhvinkal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C973FB-9C27-7CE8-A981-96D3ED026D75}"/>
              </a:ext>
            </a:extLst>
          </p:cNvPr>
          <p:cNvSpPr/>
          <p:nvPr/>
        </p:nvSpPr>
        <p:spPr>
          <a:xfrm>
            <a:off x="1769724" y="2892435"/>
            <a:ext cx="560455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BIÀjn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¡ Fs¶-{]n-b-c-£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\o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acn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¨ {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Iqin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-¦Â </a:t>
            </a: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BIÀjn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¡ Fs¶-{]n-b-c-£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\n³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apdn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ª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amÀÆn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-¦Â </a:t>
            </a:r>
            <a:endParaRPr lang="pt-BR" sz="28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73627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Holy Communion</a:t>
            </a: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7314540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03D52CF-E261-624A-BC5A-964DA31E576D}"/>
              </a:ext>
            </a:extLst>
          </p:cNvPr>
          <p:cNvSpPr txBox="1">
            <a:spLocks/>
          </p:cNvSpPr>
          <p:nvPr/>
        </p:nvSpPr>
        <p:spPr>
          <a:xfrm>
            <a:off x="1740769" y="1615256"/>
            <a:ext cx="5662462" cy="1912987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52" algn="l"/>
              </a:tabLst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abriola" pitchFamily="82" charset="0"/>
                <a:ea typeface="+mn-ea"/>
                <a:cs typeface="+mn-cs"/>
              </a:rPr>
              <a:t>Closing Hymn</a:t>
            </a:r>
          </a:p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52" algn="l"/>
              </a:tabLst>
              <a:defRPr/>
            </a:pP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Doxology VIII</a:t>
            </a:r>
            <a:endParaRPr kumimoji="0" lang="en-US" sz="6000" b="1" i="0" u="none" strike="noStrike" kern="120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abriola" pitchFamily="8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669818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Closing Hymn Doxology VIII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71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Closing: 1 of 1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F1EFBD-D8DB-04ED-7503-169422F63279}"/>
              </a:ext>
            </a:extLst>
          </p:cNvPr>
          <p:cNvSpPr/>
          <p:nvPr/>
        </p:nvSpPr>
        <p:spPr>
          <a:xfrm>
            <a:off x="930303" y="2839831"/>
            <a:ext cx="7654896" cy="20813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ml-IN" sz="2200" dirty="0">
                <a:latin typeface="ML-TTKarthika" panose="04000000000000000000" pitchFamily="82" charset="0"/>
              </a:rPr>
              <a:t>സർവാശിഷത്തിൻ താതനെ </a:t>
            </a:r>
          </a:p>
          <a:p>
            <a:pPr>
              <a:lnSpc>
                <a:spcPct val="150000"/>
              </a:lnSpc>
            </a:pPr>
            <a:r>
              <a:rPr lang="ml-IN" sz="2200" dirty="0">
                <a:latin typeface="ML-TTKarthika" panose="04000000000000000000" pitchFamily="82" charset="0"/>
              </a:rPr>
              <a:t>വാഴ്ത്തുവിൻ ലോകരാകവേ </a:t>
            </a:r>
          </a:p>
          <a:p>
            <a:pPr>
              <a:lnSpc>
                <a:spcPct val="150000"/>
              </a:lnSpc>
            </a:pPr>
            <a:r>
              <a:rPr lang="ml-IN" sz="2200" dirty="0">
                <a:latin typeface="ML-TTKarthika" panose="04000000000000000000" pitchFamily="82" charset="0"/>
              </a:rPr>
              <a:t>വാഴ്ത്തുവിൻ സ്വർഗ്ഗ സേനയും </a:t>
            </a:r>
          </a:p>
          <a:p>
            <a:pPr>
              <a:lnSpc>
                <a:spcPct val="150000"/>
              </a:lnSpc>
            </a:pPr>
            <a:r>
              <a:rPr lang="ml-IN" sz="2200" dirty="0">
                <a:latin typeface="ML-TTKarthika" panose="04000000000000000000" pitchFamily="82" charset="0"/>
              </a:rPr>
              <a:t>വാഴ്ത്തുവിൻ പിതാ പുത്രാത്മനേ</a:t>
            </a:r>
            <a:r>
              <a:rPr lang="en-US" sz="2200" dirty="0">
                <a:latin typeface="ML-TTKarthika" panose="04000000000000000000" pitchFamily="82" charset="0"/>
              </a:rPr>
              <a:t>… </a:t>
            </a:r>
            <a:r>
              <a:rPr lang="ml-IN" sz="2200" dirty="0">
                <a:latin typeface="ML-TTKarthika" panose="04000000000000000000" pitchFamily="82" charset="0"/>
              </a:rPr>
              <a:t>ആമേൻ</a:t>
            </a:r>
            <a:r>
              <a:rPr lang="en-US" sz="2200" dirty="0">
                <a:latin typeface="ML-TTKarthika" panose="04000000000000000000" pitchFamily="82" charset="0"/>
              </a:rPr>
              <a:t>…</a:t>
            </a:r>
            <a:r>
              <a:rPr lang="ml-IN" sz="2200" dirty="0">
                <a:latin typeface="ML-TTKarthika" panose="04000000000000000000" pitchFamily="82" charset="0"/>
              </a:rPr>
              <a:t> </a:t>
            </a:r>
            <a:endParaRPr lang="en-US" sz="2200" dirty="0">
              <a:solidFill>
                <a:prstClr val="black"/>
              </a:solidFill>
              <a:latin typeface="ML-TTKarthika" panose="04000000000000000000" pitchFamily="8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D76EF0-1CD8-4E41-5D94-FD2ACFE75985}"/>
              </a:ext>
            </a:extLst>
          </p:cNvPr>
          <p:cNvSpPr/>
          <p:nvPr/>
        </p:nvSpPr>
        <p:spPr>
          <a:xfrm>
            <a:off x="892720" y="934012"/>
            <a:ext cx="748578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sarvvaashishaththin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thaathane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vaazhththuvin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lokaraakave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vaazhththuvin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swargga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senayum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vaazhththuvin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pithaa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puthraathmane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 amen…</a:t>
            </a:r>
          </a:p>
        </p:txBody>
      </p:sp>
    </p:spTree>
    <p:extLst>
      <p:ext uri="{BB962C8B-B14F-4D97-AF65-F5344CB8AC3E}">
        <p14:creationId xmlns:p14="http://schemas.microsoft.com/office/powerpoint/2010/main" val="18369383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EBAQEBAQEBAQEBAQEBAQIAAAAAAAAAAwAAAAMAAAAA/////wQAPwwAAAAAAAAAAAAAIAD///////////////8AAAD////////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6dBBeSu/ChDoQm/xOTgfAsFAAAAAAADAAAAAwADAAAAAQADAAIA////////BAAAAAMAEAALUgxNcRTWykmGVx4BBhARQwUAAAABAAMAAAAAAAMAAAACAAMAAAAA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CwMAAAAAAAAAAAAACAB////////////////AAAA////////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AQEDAAAAAwD///////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3DgAAAAAAAAAAAAD/////gwCDAAAABV9pZAAQAAAABKdBBeSu/ChDoQm/xOTgfAsDRGF0YQAbAAAABExpbmtlZFNoYXBlRGF0YQAFAAAAAAACTmFtZQAZAAAATGlua2VkU2hhcGVzRGF0YVByb3BlcnR5ABBWZXJzaW9uAAAAAAAJTGFzdFdyaXRlAPX7JeOKAQAAAAEA/////50AnQAAAAVfaWQAEAAAAARSDE1xFNbKSYZXHgEGEBFDA0RhdGEAKgAAAAhQcmVzZW50YXRpb25TY2FubmVkRm9yTGlua2VkU2hhcGVzAAEAAk5hbWUAJAAAAExpbmtlZFNoYXBlUHJlc2VudGF0aW9uU2V0dGluZ3NEYXRhABBWZXJzaW9uAAAAAAAJTGFzdFdyaXRlAIH8JeOK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006a9c5-d130-408c-bc8e-3b5ecdb17aa0}" enabled="1" method="Standard" siteId="{8d4b558f-7b2e-40ba-ad1f-e04d79e626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</TotalTime>
  <Words>3393</Words>
  <Application>Microsoft Office PowerPoint</Application>
  <PresentationFormat>On-screen Show (16:9)</PresentationFormat>
  <Paragraphs>633</Paragraphs>
  <Slides>71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71</vt:i4>
      </vt:variant>
    </vt:vector>
  </HeadingPairs>
  <TitlesOfParts>
    <vt:vector size="85" baseType="lpstr">
      <vt:lpstr>Algerian</vt:lpstr>
      <vt:lpstr>Amasis MT Pro Medium</vt:lpstr>
      <vt:lpstr>Aptos</vt:lpstr>
      <vt:lpstr>Arial</vt:lpstr>
      <vt:lpstr>Bahnschrift</vt:lpstr>
      <vt:lpstr>Calibri</vt:lpstr>
      <vt:lpstr>Calibri Light</vt:lpstr>
      <vt:lpstr>Gabriola</vt:lpstr>
      <vt:lpstr>Gill Sans MT</vt:lpstr>
      <vt:lpstr>ML-TTKarthika</vt:lpstr>
      <vt:lpstr>Segoe UI</vt:lpstr>
      <vt:lpstr>1_Office Theme</vt:lpstr>
      <vt:lpstr>6_Office Theme</vt:lpstr>
      <vt:lpstr>Office 2013 - 2022 Theme</vt:lpstr>
      <vt:lpstr>PowerPoint Presentation</vt:lpstr>
      <vt:lpstr>Opening Song – Hymn 116</vt:lpstr>
      <vt:lpstr>Opening Song – Hymn 116</vt:lpstr>
      <vt:lpstr>Opening Song – Hymn 116</vt:lpstr>
      <vt:lpstr>Opening Song – Hymn 116</vt:lpstr>
      <vt:lpstr>PowerPoint Presentation</vt:lpstr>
      <vt:lpstr>Thanksgiving Prayers </vt:lpstr>
      <vt:lpstr>PowerPoint Presentation</vt:lpstr>
      <vt:lpstr>Offertory Hymn – thedi alanju njaan</vt:lpstr>
      <vt:lpstr>Offertory Hymn – thedi alanju njaan</vt:lpstr>
      <vt:lpstr>Offertory Hymn – thedi alanju njaan</vt:lpstr>
      <vt:lpstr>Offertory Hymn – thedi alanju njaan</vt:lpstr>
      <vt:lpstr>Offertory Hymn – thedi alanju njaan</vt:lpstr>
      <vt:lpstr>Offertory Hymn – thedi alanju njaan</vt:lpstr>
      <vt:lpstr>Offertory Hymn – thedi alanju njaan</vt:lpstr>
      <vt:lpstr>PowerPoint Presentation</vt:lpstr>
      <vt:lpstr>PowerPoint Presentation</vt:lpstr>
      <vt:lpstr>Confession – 236</vt:lpstr>
      <vt:lpstr>PowerPoint Presentation</vt:lpstr>
      <vt:lpstr>Holy Communion – 164</vt:lpstr>
      <vt:lpstr>Holy Communion – 236</vt:lpstr>
      <vt:lpstr>Holy Communion – 236</vt:lpstr>
      <vt:lpstr>Holy Communion – 236</vt:lpstr>
      <vt:lpstr>Holy Communion – 236</vt:lpstr>
      <vt:lpstr>Holy Communion – 236</vt:lpstr>
      <vt:lpstr>Holy Communion – 236</vt:lpstr>
      <vt:lpstr>Holy Communion – 130</vt:lpstr>
      <vt:lpstr>Holy Communion – 130 </vt:lpstr>
      <vt:lpstr>Holy Communion – 130 </vt:lpstr>
      <vt:lpstr>Holy Communion – 130 </vt:lpstr>
      <vt:lpstr>Holy Communion – 130 </vt:lpstr>
      <vt:lpstr>Holy Communion Hymn No. 119</vt:lpstr>
      <vt:lpstr>Holy Communion – 119</vt:lpstr>
      <vt:lpstr>Holy Communion – 119</vt:lpstr>
      <vt:lpstr>Holy Communion – 119</vt:lpstr>
      <vt:lpstr>Holy Communion – 119</vt:lpstr>
      <vt:lpstr>Holy Communion – 119</vt:lpstr>
      <vt:lpstr>Holy Communion – 119</vt:lpstr>
      <vt:lpstr>Holy Communion Hymn No. 122</vt:lpstr>
      <vt:lpstr>Communion: Hymn No. 122</vt:lpstr>
      <vt:lpstr>Communion: Hymn No. 122</vt:lpstr>
      <vt:lpstr>Communion: Hymn No. 122</vt:lpstr>
      <vt:lpstr>Communion: Hymn No. 122</vt:lpstr>
      <vt:lpstr>Communion: Hymn No. 122</vt:lpstr>
      <vt:lpstr>Communion: Hymn No. 122</vt:lpstr>
      <vt:lpstr>Holy Communion – Hymn No. 114</vt:lpstr>
      <vt:lpstr>Communion: Hymn No. 114</vt:lpstr>
      <vt:lpstr>Communion: Hymn No. 114</vt:lpstr>
      <vt:lpstr>Communion: Hymn No. 114</vt:lpstr>
      <vt:lpstr>Holy Communion Hymn No. 105</vt:lpstr>
      <vt:lpstr>Communion: Hymn No. 105</vt:lpstr>
      <vt:lpstr>Communion: Hymn No. 105</vt:lpstr>
      <vt:lpstr>Communion: Hymn No. 105</vt:lpstr>
      <vt:lpstr>Communion: Hymn No. 105</vt:lpstr>
      <vt:lpstr>Communion: Hymn No. 105</vt:lpstr>
      <vt:lpstr>Holy Communion – Hymn No. 416</vt:lpstr>
      <vt:lpstr>Communion: Hymn No. 416</vt:lpstr>
      <vt:lpstr>Communion: Hymn No. 416</vt:lpstr>
      <vt:lpstr>Communion: Hymn No. 416</vt:lpstr>
      <vt:lpstr>Communion: Hymn No. 416</vt:lpstr>
      <vt:lpstr>Communion: Hymn No. 416</vt:lpstr>
      <vt:lpstr>Communion: Hymn No. 416</vt:lpstr>
      <vt:lpstr>Communion: Hymn No. 416</vt:lpstr>
      <vt:lpstr>Communion: Hymn No. 416</vt:lpstr>
      <vt:lpstr>Communion: Hymn No. 416</vt:lpstr>
      <vt:lpstr>Communion: Hymn No. 416</vt:lpstr>
      <vt:lpstr>Communion: Hymn No. 416</vt:lpstr>
      <vt:lpstr>Communion: Hymn No. 416</vt:lpstr>
      <vt:lpstr>Holy Communion</vt:lpstr>
      <vt:lpstr>PowerPoint Presentation</vt:lpstr>
      <vt:lpstr>Closing Hymn Doxology VIII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santhu cj</cp:lastModifiedBy>
  <cp:revision>1582</cp:revision>
  <dcterms:created xsi:type="dcterms:W3CDTF">2020-09-02T02:55:07Z</dcterms:created>
  <dcterms:modified xsi:type="dcterms:W3CDTF">2024-11-29T13:57:13Z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  <property fmtid="{D5CDD505-2E9C-101B-9397-08002B2CF9AE}" pid="17" name="ClassificationContentMarkingFooterLocations">
    <vt:lpwstr>Office Theme:8\1_Office Theme:8\2_Office Theme:8\3_Office Theme:8</vt:lpwstr>
  </property>
  <property fmtid="{D5CDD505-2E9C-101B-9397-08002B2CF9AE}" pid="18" name="ClassificationContentMarkingFooterText">
    <vt:lpwstr>Internal</vt:lpwstr>
  </property>
</Properties>
</file>