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69"/>
  </p:notesMasterIdLst>
  <p:sldIdLst>
    <p:sldId id="811" r:id="rId7"/>
    <p:sldId id="813" r:id="rId8"/>
    <p:sldId id="1390" r:id="rId9"/>
    <p:sldId id="1618" r:id="rId10"/>
    <p:sldId id="1298" r:id="rId11"/>
    <p:sldId id="821" r:id="rId12"/>
    <p:sldId id="851" r:id="rId13"/>
    <p:sldId id="1320" r:id="rId14"/>
    <p:sldId id="1318" r:id="rId15"/>
    <p:sldId id="822" r:id="rId16"/>
    <p:sldId id="1393" r:id="rId17"/>
    <p:sldId id="1394" r:id="rId18"/>
    <p:sldId id="1395" r:id="rId19"/>
    <p:sldId id="1324" r:id="rId20"/>
    <p:sldId id="823" r:id="rId21"/>
    <p:sldId id="824" r:id="rId22"/>
    <p:sldId id="1277" r:id="rId23"/>
    <p:sldId id="825" r:id="rId24"/>
    <p:sldId id="1388" r:id="rId25"/>
    <p:sldId id="1396" r:id="rId26"/>
    <p:sldId id="1397" r:id="rId27"/>
    <p:sldId id="1398" r:id="rId28"/>
    <p:sldId id="1399" r:id="rId29"/>
    <p:sldId id="949" r:id="rId30"/>
    <p:sldId id="1389" r:id="rId31"/>
    <p:sldId id="1400" r:id="rId32"/>
    <p:sldId id="1401" r:id="rId33"/>
    <p:sldId id="1402" r:id="rId34"/>
    <p:sldId id="1403" r:id="rId35"/>
    <p:sldId id="1630" r:id="rId36"/>
    <p:sldId id="1619" r:id="rId37"/>
    <p:sldId id="1407" r:id="rId38"/>
    <p:sldId id="1408" r:id="rId39"/>
    <p:sldId id="1409" r:id="rId40"/>
    <p:sldId id="1410" r:id="rId41"/>
    <p:sldId id="1620" r:id="rId42"/>
    <p:sldId id="1621" r:id="rId43"/>
    <p:sldId id="1622" r:id="rId44"/>
    <p:sldId id="1411" r:id="rId45"/>
    <p:sldId id="1606" r:id="rId46"/>
    <p:sldId id="1607" r:id="rId47"/>
    <p:sldId id="1623" r:id="rId48"/>
    <p:sldId id="1608" r:id="rId49"/>
    <p:sldId id="1609" r:id="rId50"/>
    <p:sldId id="1610" r:id="rId51"/>
    <p:sldId id="1611" r:id="rId52"/>
    <p:sldId id="1624" r:id="rId53"/>
    <p:sldId id="1625" r:id="rId54"/>
    <p:sldId id="1626" r:id="rId55"/>
    <p:sldId id="1612" r:id="rId56"/>
    <p:sldId id="1613" r:id="rId57"/>
    <p:sldId id="1614" r:id="rId58"/>
    <p:sldId id="1615" r:id="rId59"/>
    <p:sldId id="1617" r:id="rId60"/>
    <p:sldId id="1627" r:id="rId61"/>
    <p:sldId id="1628" r:id="rId62"/>
    <p:sldId id="1629" r:id="rId63"/>
    <p:sldId id="1259" r:id="rId64"/>
    <p:sldId id="820" r:id="rId65"/>
    <p:sldId id="1201" r:id="rId66"/>
    <p:sldId id="858" r:id="rId67"/>
    <p:sldId id="829" r:id="rId6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5562"/>
    <a:srgbClr val="B6807C"/>
    <a:srgbClr val="AE7C76"/>
    <a:srgbClr val="A1889D"/>
    <a:srgbClr val="731A02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commentAuthors" Target="commentAuthors.xml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microsoft.com/office/2018/10/relationships/authors" Target="authors.xml"/><Relationship Id="rId7" Type="http://schemas.openxmlformats.org/officeDocument/2006/relationships/slide" Target="slides/slide1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min Elsa" userId="8f13a6be4da41318" providerId="LiveId" clId="{65457FC8-95DA-8C43-875A-4EC2FFA5AD60}"/>
    <pc:docChg chg="modSld">
      <pc:chgData name="Rosmin Elsa" userId="8f13a6be4da41318" providerId="LiveId" clId="{65457FC8-95DA-8C43-875A-4EC2FFA5AD60}" dt="2024-11-02T11:35:20.875" v="221" actId="20577"/>
      <pc:docMkLst>
        <pc:docMk/>
      </pc:docMkLst>
      <pc:sldChg chg="modSp">
        <pc:chgData name="Rosmin Elsa" userId="8f13a6be4da41318" providerId="LiveId" clId="{65457FC8-95DA-8C43-875A-4EC2FFA5AD60}" dt="2024-11-02T11:35:00.959" v="214" actId="20577"/>
        <pc:sldMkLst>
          <pc:docMk/>
          <pc:sldMk cId="56519740" sldId="1627"/>
        </pc:sldMkLst>
        <pc:spChg chg="mod">
          <ac:chgData name="Rosmin Elsa" userId="8f13a6be4da41318" providerId="LiveId" clId="{65457FC8-95DA-8C43-875A-4EC2FFA5AD60}" dt="2024-11-02T11:33:34.348" v="80" actId="20577"/>
          <ac:spMkLst>
            <pc:docMk/>
            <pc:sldMk cId="56519740" sldId="1627"/>
            <ac:spMk id="3" creationId="{1569C570-5A84-ECFA-50AE-CDD38D8C62F4}"/>
          </ac:spMkLst>
        </pc:spChg>
        <pc:spChg chg="mod">
          <ac:chgData name="Rosmin Elsa" userId="8f13a6be4da41318" providerId="LiveId" clId="{65457FC8-95DA-8C43-875A-4EC2FFA5AD60}" dt="2024-11-02T11:35:00.959" v="214" actId="20577"/>
          <ac:spMkLst>
            <pc:docMk/>
            <pc:sldMk cId="56519740" sldId="1627"/>
            <ac:spMk id="5" creationId="{D15CBCA4-8279-49A0-BDA5-8F1C3F65A437}"/>
          </ac:spMkLst>
        </pc:spChg>
      </pc:sldChg>
      <pc:sldChg chg="modSp">
        <pc:chgData name="Rosmin Elsa" userId="8f13a6be4da41318" providerId="LiveId" clId="{65457FC8-95DA-8C43-875A-4EC2FFA5AD60}" dt="2024-11-02T11:35:12.889" v="219" actId="20577"/>
        <pc:sldMkLst>
          <pc:docMk/>
          <pc:sldMk cId="3323848313" sldId="1628"/>
        </pc:sldMkLst>
        <pc:spChg chg="mod">
          <ac:chgData name="Rosmin Elsa" userId="8f13a6be4da41318" providerId="LiveId" clId="{65457FC8-95DA-8C43-875A-4EC2FFA5AD60}" dt="2024-11-02T11:32:26.982" v="53" actId="20577"/>
          <ac:spMkLst>
            <pc:docMk/>
            <pc:sldMk cId="3323848313" sldId="1628"/>
            <ac:spMk id="3" creationId="{1569C570-5A84-ECFA-50AE-CDD38D8C62F4}"/>
          </ac:spMkLst>
        </pc:spChg>
        <pc:spChg chg="mod">
          <ac:chgData name="Rosmin Elsa" userId="8f13a6be4da41318" providerId="LiveId" clId="{65457FC8-95DA-8C43-875A-4EC2FFA5AD60}" dt="2024-11-02T11:35:12.889" v="219" actId="20577"/>
          <ac:spMkLst>
            <pc:docMk/>
            <pc:sldMk cId="3323848313" sldId="1628"/>
            <ac:spMk id="5" creationId="{D15CBCA4-8279-49A0-BDA5-8F1C3F65A437}"/>
          </ac:spMkLst>
        </pc:spChg>
      </pc:sldChg>
      <pc:sldChg chg="modSp">
        <pc:chgData name="Rosmin Elsa" userId="8f13a6be4da41318" providerId="LiveId" clId="{65457FC8-95DA-8C43-875A-4EC2FFA5AD60}" dt="2024-11-02T11:35:20.875" v="221" actId="20577"/>
        <pc:sldMkLst>
          <pc:docMk/>
          <pc:sldMk cId="660300182" sldId="1629"/>
        </pc:sldMkLst>
        <pc:spChg chg="mod">
          <ac:chgData name="Rosmin Elsa" userId="8f13a6be4da41318" providerId="LiveId" clId="{65457FC8-95DA-8C43-875A-4EC2FFA5AD60}" dt="2024-11-02T11:34:30.826" v="213" actId="20577"/>
          <ac:spMkLst>
            <pc:docMk/>
            <pc:sldMk cId="660300182" sldId="1629"/>
            <ac:spMk id="3" creationId="{1569C570-5A84-ECFA-50AE-CDD38D8C62F4}"/>
          </ac:spMkLst>
        </pc:spChg>
        <pc:spChg chg="mod">
          <ac:chgData name="Rosmin Elsa" userId="8f13a6be4da41318" providerId="LiveId" clId="{65457FC8-95DA-8C43-875A-4EC2FFA5AD60}" dt="2024-11-02T11:35:20.875" v="221" actId="20577"/>
          <ac:spMkLst>
            <pc:docMk/>
            <pc:sldMk cId="660300182" sldId="1629"/>
            <ac:spMk id="5" creationId="{D15CBCA4-8279-49A0-BDA5-8F1C3F65A437}"/>
          </ac:spMkLst>
        </pc:spChg>
      </pc:sldChg>
    </pc:docChg>
  </pc:docChgLst>
  <pc:docChgLst>
    <pc:chgData name="Rosmin Elsa" userId="8f13a6be4da41318" providerId="LiveId" clId="{C5C45530-0502-1149-9593-6B6F433FB526}"/>
    <pc:docChg chg="modSld">
      <pc:chgData name="Rosmin Elsa" userId="8f13a6be4da41318" providerId="LiveId" clId="{C5C45530-0502-1149-9593-6B6F433FB526}" dt="2024-10-12T04:00:16.662" v="5" actId="20577"/>
      <pc:docMkLst>
        <pc:docMk/>
      </pc:docMkLst>
      <pc:sldChg chg="modSp">
        <pc:chgData name="Rosmin Elsa" userId="8f13a6be4da41318" providerId="LiveId" clId="{C5C45530-0502-1149-9593-6B6F433FB526}" dt="2024-10-12T04:00:16.662" v="5" actId="20577"/>
        <pc:sldMkLst>
          <pc:docMk/>
          <pc:sldMk cId="3441406009" sldId="858"/>
        </pc:sldMkLst>
        <pc:spChg chg="mod">
          <ac:chgData name="Rosmin Elsa" userId="8f13a6be4da41318" providerId="LiveId" clId="{C5C45530-0502-1149-9593-6B6F433FB526}" dt="2024-10-12T04:00:16.662" v="5" actId="20577"/>
          <ac:spMkLst>
            <pc:docMk/>
            <pc:sldMk cId="3441406009" sldId="858"/>
            <ac:spMk id="6" creationId="{CA0575D6-2132-A304-BD4D-E123FFDE7A28}"/>
          </ac:spMkLst>
        </pc:spChg>
      </pc:sldChg>
    </pc:docChg>
  </pc:docChgLst>
  <pc:docChgLst>
    <pc:chgData name="Rosmin Elsa" userId="8f13a6be4da41318" providerId="LiveId" clId="{E4A5FF50-2F5F-4F5F-AD19-FE354D74E4AB}"/>
    <pc:docChg chg="undo redo custSel addSld delSld modSld modMainMaster">
      <pc:chgData name="Rosmin Elsa" userId="8f13a6be4da41318" providerId="LiveId" clId="{E4A5FF50-2F5F-4F5F-AD19-FE354D74E4AB}" dt="2024-10-30T02:34:11.840" v="1589" actId="729"/>
      <pc:docMkLst>
        <pc:docMk/>
      </pc:docMkLst>
      <pc:sldChg chg="modSp mod">
        <pc:chgData name="Rosmin Elsa" userId="8f13a6be4da41318" providerId="LiveId" clId="{E4A5FF50-2F5F-4F5F-AD19-FE354D74E4AB}" dt="2024-10-29T02:08:53.715" v="154" actId="114"/>
        <pc:sldMkLst>
          <pc:docMk/>
          <pc:sldMk cId="4206118844" sldId="811"/>
        </pc:sldMkLst>
        <pc:spChg chg="mod">
          <ac:chgData name="Rosmin Elsa" userId="8f13a6be4da41318" providerId="LiveId" clId="{E4A5FF50-2F5F-4F5F-AD19-FE354D74E4AB}" dt="2024-10-29T02:08:53.715" v="154" actId="114"/>
          <ac:spMkLst>
            <pc:docMk/>
            <pc:sldMk cId="4206118844" sldId="811"/>
            <ac:spMk id="2" creationId="{5DE3A813-6DBA-F993-8DA0-D81B4057E015}"/>
          </ac:spMkLst>
        </pc:spChg>
      </pc:sldChg>
      <pc:sldChg chg="modSp mod">
        <pc:chgData name="Rosmin Elsa" userId="8f13a6be4da41318" providerId="LiveId" clId="{E4A5FF50-2F5F-4F5F-AD19-FE354D74E4AB}" dt="2024-10-29T02:14:31.734" v="241" actId="20577"/>
        <pc:sldMkLst>
          <pc:docMk/>
          <pc:sldMk cId="717388547" sldId="813"/>
        </pc:sldMkLst>
        <pc:spChg chg="mod">
          <ac:chgData name="Rosmin Elsa" userId="8f13a6be4da41318" providerId="LiveId" clId="{E4A5FF50-2F5F-4F5F-AD19-FE354D74E4AB}" dt="2024-10-29T02:14:31.734" v="241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Rosmin Elsa" userId="8f13a6be4da41318" providerId="LiveId" clId="{E4A5FF50-2F5F-4F5F-AD19-FE354D74E4AB}" dt="2024-10-29T08:06:41.203" v="1374" actId="6549"/>
        <pc:sldMkLst>
          <pc:docMk/>
          <pc:sldMk cId="3717493800" sldId="821"/>
        </pc:sldMkLst>
        <pc:spChg chg="mod">
          <ac:chgData name="Rosmin Elsa" userId="8f13a6be4da41318" providerId="LiveId" clId="{E4A5FF50-2F5F-4F5F-AD19-FE354D74E4AB}" dt="2024-10-29T08:06:41.203" v="1374" actId="6549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Rosmin Elsa" userId="8f13a6be4da41318" providerId="LiveId" clId="{E4A5FF50-2F5F-4F5F-AD19-FE354D74E4AB}" dt="2024-10-29T03:09:02.918" v="367" actId="20577"/>
        <pc:sldMkLst>
          <pc:docMk/>
          <pc:sldMk cId="140346443" sldId="822"/>
        </pc:sldMkLst>
        <pc:spChg chg="mod">
          <ac:chgData name="Rosmin Elsa" userId="8f13a6be4da41318" providerId="LiveId" clId="{E4A5FF50-2F5F-4F5F-AD19-FE354D74E4AB}" dt="2024-10-29T03:09:02.918" v="367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Rosmin Elsa" userId="8f13a6be4da41318" providerId="LiveId" clId="{E4A5FF50-2F5F-4F5F-AD19-FE354D74E4AB}" dt="2024-10-29T03:03:08.675" v="349" actId="6549"/>
          <ac:spMkLst>
            <pc:docMk/>
            <pc:sldMk cId="140346443" sldId="822"/>
            <ac:spMk id="3" creationId="{DFD3087A-542A-9E8A-2F04-286C1B72B61A}"/>
          </ac:spMkLst>
        </pc:spChg>
      </pc:sldChg>
      <pc:sldChg chg="modSp mod">
        <pc:chgData name="Rosmin Elsa" userId="8f13a6be4da41318" providerId="LiveId" clId="{E4A5FF50-2F5F-4F5F-AD19-FE354D74E4AB}" dt="2024-10-29T02:58:34.094" v="293" actId="20577"/>
        <pc:sldMkLst>
          <pc:docMk/>
          <pc:sldMk cId="2771250690" sldId="851"/>
        </pc:sldMkLst>
        <pc:spChg chg="mod">
          <ac:chgData name="Rosmin Elsa" userId="8f13a6be4da41318" providerId="LiveId" clId="{E4A5FF50-2F5F-4F5F-AD19-FE354D74E4AB}" dt="2024-10-29T02:58:34.094" v="293" actId="20577"/>
          <ac:spMkLst>
            <pc:docMk/>
            <pc:sldMk cId="2771250690" sldId="851"/>
            <ac:spMk id="5" creationId="{EF0E83AD-AD85-5E6C-33F5-D8EF739355C5}"/>
          </ac:spMkLst>
        </pc:spChg>
      </pc:sldChg>
      <pc:sldChg chg="modSp mod modShow">
        <pc:chgData name="Rosmin Elsa" userId="8f13a6be4da41318" providerId="LiveId" clId="{E4A5FF50-2F5F-4F5F-AD19-FE354D74E4AB}" dt="2024-10-29T08:24:40.453" v="1550" actId="20577"/>
        <pc:sldMkLst>
          <pc:docMk/>
          <pc:sldMk cId="3441406009" sldId="858"/>
        </pc:sldMkLst>
        <pc:spChg chg="mod">
          <ac:chgData name="Rosmin Elsa" userId="8f13a6be4da41318" providerId="LiveId" clId="{E4A5FF50-2F5F-4F5F-AD19-FE354D74E4AB}" dt="2024-10-29T05:30:54.470" v="1324" actId="20577"/>
          <ac:spMkLst>
            <pc:docMk/>
            <pc:sldMk cId="3441406009" sldId="858"/>
            <ac:spMk id="2" creationId="{00000000-0000-0000-0000-000000000000}"/>
          </ac:spMkLst>
        </pc:spChg>
        <pc:spChg chg="mod">
          <ac:chgData name="Rosmin Elsa" userId="8f13a6be4da41318" providerId="LiveId" clId="{E4A5FF50-2F5F-4F5F-AD19-FE354D74E4AB}" dt="2024-10-29T08:24:40.453" v="1550" actId="20577"/>
          <ac:spMkLst>
            <pc:docMk/>
            <pc:sldMk cId="3441406009" sldId="858"/>
            <ac:spMk id="6" creationId="{CA0575D6-2132-A304-BD4D-E123FFDE7A28}"/>
          </ac:spMkLst>
        </pc:spChg>
      </pc:sldChg>
      <pc:sldChg chg="modSp mod">
        <pc:chgData name="Rosmin Elsa" userId="8f13a6be4da41318" providerId="LiveId" clId="{E4A5FF50-2F5F-4F5F-AD19-FE354D74E4AB}" dt="2024-10-29T03:24:13.657" v="577" actId="20577"/>
        <pc:sldMkLst>
          <pc:docMk/>
          <pc:sldMk cId="1416329417" sldId="949"/>
        </pc:sldMkLst>
        <pc:spChg chg="mod">
          <ac:chgData name="Rosmin Elsa" userId="8f13a6be4da41318" providerId="LiveId" clId="{E4A5FF50-2F5F-4F5F-AD19-FE354D74E4AB}" dt="2024-10-29T03:24:13.657" v="577" actId="20577"/>
          <ac:spMkLst>
            <pc:docMk/>
            <pc:sldMk cId="1416329417" sldId="949"/>
            <ac:spMk id="2" creationId="{00000000-0000-0000-0000-000000000000}"/>
          </ac:spMkLst>
        </pc:spChg>
      </pc:sldChg>
      <pc:sldChg chg="modSp mod modShow">
        <pc:chgData name="Rosmin Elsa" userId="8f13a6be4da41318" providerId="LiveId" clId="{E4A5FF50-2F5F-4F5F-AD19-FE354D74E4AB}" dt="2024-10-30T02:34:11.840" v="1589" actId="729"/>
        <pc:sldMkLst>
          <pc:docMk/>
          <pc:sldMk cId="1180184608" sldId="1201"/>
        </pc:sldMkLst>
        <pc:spChg chg="mod">
          <ac:chgData name="Rosmin Elsa" userId="8f13a6be4da41318" providerId="LiveId" clId="{E4A5FF50-2F5F-4F5F-AD19-FE354D74E4AB}" dt="2024-10-29T08:03:32.196" v="1371" actId="20577"/>
          <ac:spMkLst>
            <pc:docMk/>
            <pc:sldMk cId="1180184608" sldId="1201"/>
            <ac:spMk id="3" creationId="{BD7AE418-84FE-0E25-B13A-DAD0615A2C9F}"/>
          </ac:spMkLst>
        </pc:spChg>
      </pc:sldChg>
      <pc:sldChg chg="modSp mod">
        <pc:chgData name="Rosmin Elsa" userId="8f13a6be4da41318" providerId="LiveId" clId="{E4A5FF50-2F5F-4F5F-AD19-FE354D74E4AB}" dt="2024-10-29T03:13:02.685" v="432" actId="33524"/>
        <pc:sldMkLst>
          <pc:docMk/>
          <pc:sldMk cId="858007124" sldId="1277"/>
        </pc:sldMkLst>
        <pc:spChg chg="mod">
          <ac:chgData name="Rosmin Elsa" userId="8f13a6be4da41318" providerId="LiveId" clId="{E4A5FF50-2F5F-4F5F-AD19-FE354D74E4AB}" dt="2024-10-29T03:10:00.524" v="394" actId="20577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Rosmin Elsa" userId="8f13a6be4da41318" providerId="LiveId" clId="{E4A5FF50-2F5F-4F5F-AD19-FE354D74E4AB}" dt="2024-10-29T03:13:02.685" v="432" actId="33524"/>
          <ac:spMkLst>
            <pc:docMk/>
            <pc:sldMk cId="858007124" sldId="1277"/>
            <ac:spMk id="3" creationId="{DDD24EDA-CE43-82A2-B3E8-E6C307C397E9}"/>
          </ac:spMkLst>
        </pc:spChg>
      </pc:sldChg>
      <pc:sldChg chg="modSp mod">
        <pc:chgData name="Rosmin Elsa" userId="8f13a6be4da41318" providerId="LiveId" clId="{E4A5FF50-2F5F-4F5F-AD19-FE354D74E4AB}" dt="2024-10-29T02:59:31.085" v="297" actId="20577"/>
        <pc:sldMkLst>
          <pc:docMk/>
          <pc:sldMk cId="1217883548" sldId="1318"/>
        </pc:sldMkLst>
        <pc:spChg chg="mod">
          <ac:chgData name="Rosmin Elsa" userId="8f13a6be4da41318" providerId="LiveId" clId="{E4A5FF50-2F5F-4F5F-AD19-FE354D74E4AB}" dt="2024-10-29T02:59:31.085" v="297" actId="20577"/>
          <ac:spMkLst>
            <pc:docMk/>
            <pc:sldMk cId="1217883548" sldId="1318"/>
            <ac:spMk id="3" creationId="{B9ACC418-9BFA-F946-DA5B-A680A2EBDFAC}"/>
          </ac:spMkLst>
        </pc:spChg>
      </pc:sldChg>
      <pc:sldChg chg="modSp mod">
        <pc:chgData name="Rosmin Elsa" userId="8f13a6be4da41318" providerId="LiveId" clId="{E4A5FF50-2F5F-4F5F-AD19-FE354D74E4AB}" dt="2024-10-29T03:13:26.166" v="448" actId="20577"/>
        <pc:sldMkLst>
          <pc:docMk/>
          <pc:sldMk cId="4765592" sldId="1388"/>
        </pc:sldMkLst>
        <pc:spChg chg="mod">
          <ac:chgData name="Rosmin Elsa" userId="8f13a6be4da41318" providerId="LiveId" clId="{E4A5FF50-2F5F-4F5F-AD19-FE354D74E4AB}" dt="2024-10-29T03:13:26.166" v="448" actId="20577"/>
          <ac:spMkLst>
            <pc:docMk/>
            <pc:sldMk cId="4765592" sldId="1388"/>
            <ac:spMk id="2" creationId="{00000000-0000-0000-0000-000000000000}"/>
          </ac:spMkLst>
        </pc:spChg>
      </pc:sldChg>
      <pc:sldChg chg="modSp mod">
        <pc:chgData name="Rosmin Elsa" userId="8f13a6be4da41318" providerId="LiveId" clId="{E4A5FF50-2F5F-4F5F-AD19-FE354D74E4AB}" dt="2024-10-29T03:25:28.536" v="604" actId="1076"/>
        <pc:sldMkLst>
          <pc:docMk/>
          <pc:sldMk cId="397177493" sldId="1389"/>
        </pc:sldMkLst>
        <pc:spChg chg="mod">
          <ac:chgData name="Rosmin Elsa" userId="8f13a6be4da41318" providerId="LiveId" clId="{E4A5FF50-2F5F-4F5F-AD19-FE354D74E4AB}" dt="2024-10-29T03:24:22.117" v="583" actId="20577"/>
          <ac:spMkLst>
            <pc:docMk/>
            <pc:sldMk cId="397177493" sldId="1389"/>
            <ac:spMk id="2" creationId="{00000000-0000-0000-0000-000000000000}"/>
          </ac:spMkLst>
        </pc:spChg>
        <pc:spChg chg="mod">
          <ac:chgData name="Rosmin Elsa" userId="8f13a6be4da41318" providerId="LiveId" clId="{E4A5FF50-2F5F-4F5F-AD19-FE354D74E4AB}" dt="2024-10-29T03:25:28.536" v="604" actId="1076"/>
          <ac:spMkLst>
            <pc:docMk/>
            <pc:sldMk cId="397177493" sldId="1389"/>
            <ac:spMk id="6" creationId="{00B7E6C3-DC3B-BC8E-EE75-86995C7F8ADF}"/>
          </ac:spMkLst>
        </pc:spChg>
      </pc:sldChg>
      <pc:sldChg chg="modSp mod">
        <pc:chgData name="Rosmin Elsa" userId="8f13a6be4da41318" providerId="LiveId" clId="{E4A5FF50-2F5F-4F5F-AD19-FE354D74E4AB}" dt="2024-10-29T02:14:38.627" v="242"/>
        <pc:sldMkLst>
          <pc:docMk/>
          <pc:sldMk cId="2716954731" sldId="1390"/>
        </pc:sldMkLst>
        <pc:spChg chg="mod">
          <ac:chgData name="Rosmin Elsa" userId="8f13a6be4da41318" providerId="LiveId" clId="{E4A5FF50-2F5F-4F5F-AD19-FE354D74E4AB}" dt="2024-10-29T02:14:38.627" v="242"/>
          <ac:spMkLst>
            <pc:docMk/>
            <pc:sldMk cId="2716954731" sldId="1390"/>
            <ac:spMk id="2" creationId="{00000000-0000-0000-0000-000000000000}"/>
          </ac:spMkLst>
        </pc:spChg>
        <pc:spChg chg="mod">
          <ac:chgData name="Rosmin Elsa" userId="8f13a6be4da41318" providerId="LiveId" clId="{E4A5FF50-2F5F-4F5F-AD19-FE354D74E4AB}" dt="2024-10-29T02:13:32.421" v="223" actId="20577"/>
          <ac:spMkLst>
            <pc:docMk/>
            <pc:sldMk cId="2716954731" sldId="1390"/>
            <ac:spMk id="5" creationId="{F23B1A82-CA2E-08BD-1D0D-5AA03047C3D2}"/>
          </ac:spMkLst>
        </pc:spChg>
        <pc:spChg chg="mod">
          <ac:chgData name="Rosmin Elsa" userId="8f13a6be4da41318" providerId="LiveId" clId="{E4A5FF50-2F5F-4F5F-AD19-FE354D74E4AB}" dt="2024-10-29T02:11:50.561" v="184" actId="6549"/>
          <ac:spMkLst>
            <pc:docMk/>
            <pc:sldMk cId="2716954731" sldId="1390"/>
            <ac:spMk id="7" creationId="{094E9A69-B612-35E4-DEEF-5092DA0A0A97}"/>
          </ac:spMkLst>
        </pc:spChg>
      </pc:sldChg>
      <pc:sldChg chg="del">
        <pc:chgData name="Rosmin Elsa" userId="8f13a6be4da41318" providerId="LiveId" clId="{E4A5FF50-2F5F-4F5F-AD19-FE354D74E4AB}" dt="2024-10-29T02:11:59.247" v="185" actId="2696"/>
        <pc:sldMkLst>
          <pc:docMk/>
          <pc:sldMk cId="1870946307" sldId="1391"/>
        </pc:sldMkLst>
      </pc:sldChg>
      <pc:sldChg chg="del">
        <pc:chgData name="Rosmin Elsa" userId="8f13a6be4da41318" providerId="LiveId" clId="{E4A5FF50-2F5F-4F5F-AD19-FE354D74E4AB}" dt="2024-10-29T02:11:59.247" v="185" actId="2696"/>
        <pc:sldMkLst>
          <pc:docMk/>
          <pc:sldMk cId="3227358097" sldId="1392"/>
        </pc:sldMkLst>
      </pc:sldChg>
      <pc:sldChg chg="addSp delSp modSp mod">
        <pc:chgData name="Rosmin Elsa" userId="8f13a6be4da41318" providerId="LiveId" clId="{E4A5FF50-2F5F-4F5F-AD19-FE354D74E4AB}" dt="2024-10-29T03:09:06.727" v="371" actId="20577"/>
        <pc:sldMkLst>
          <pc:docMk/>
          <pc:sldMk cId="195110158" sldId="1393"/>
        </pc:sldMkLst>
        <pc:spChg chg="mod">
          <ac:chgData name="Rosmin Elsa" userId="8f13a6be4da41318" providerId="LiveId" clId="{E4A5FF50-2F5F-4F5F-AD19-FE354D74E4AB}" dt="2024-10-29T03:09:06.727" v="371" actId="20577"/>
          <ac:spMkLst>
            <pc:docMk/>
            <pc:sldMk cId="195110158" sldId="1393"/>
            <ac:spMk id="2" creationId="{69072751-0DFD-E04D-8DBC-6192EE4B4B2A}"/>
          </ac:spMkLst>
        </pc:spChg>
        <pc:spChg chg="del">
          <ac:chgData name="Rosmin Elsa" userId="8f13a6be4da41318" providerId="LiveId" clId="{E4A5FF50-2F5F-4F5F-AD19-FE354D74E4AB}" dt="2024-10-29T03:01:30.434" v="326" actId="478"/>
          <ac:spMkLst>
            <pc:docMk/>
            <pc:sldMk cId="195110158" sldId="1393"/>
            <ac:spMk id="3" creationId="{DFD3087A-542A-9E8A-2F04-286C1B72B61A}"/>
          </ac:spMkLst>
        </pc:spChg>
        <pc:spChg chg="add mod">
          <ac:chgData name="Rosmin Elsa" userId="8f13a6be4da41318" providerId="LiveId" clId="{E4A5FF50-2F5F-4F5F-AD19-FE354D74E4AB}" dt="2024-10-29T03:01:50.939" v="330"/>
          <ac:spMkLst>
            <pc:docMk/>
            <pc:sldMk cId="195110158" sldId="1393"/>
            <ac:spMk id="4" creationId="{2B119C6D-813D-2D08-F38A-6DE5BB788FE1}"/>
          </ac:spMkLst>
        </pc:spChg>
      </pc:sldChg>
      <pc:sldChg chg="addSp delSp modSp mod">
        <pc:chgData name="Rosmin Elsa" userId="8f13a6be4da41318" providerId="LiveId" clId="{E4A5FF50-2F5F-4F5F-AD19-FE354D74E4AB}" dt="2024-10-29T03:09:11.079" v="375" actId="20577"/>
        <pc:sldMkLst>
          <pc:docMk/>
          <pc:sldMk cId="793142237" sldId="1394"/>
        </pc:sldMkLst>
        <pc:spChg chg="mod">
          <ac:chgData name="Rosmin Elsa" userId="8f13a6be4da41318" providerId="LiveId" clId="{E4A5FF50-2F5F-4F5F-AD19-FE354D74E4AB}" dt="2024-10-29T03:09:11.079" v="375" actId="20577"/>
          <ac:spMkLst>
            <pc:docMk/>
            <pc:sldMk cId="793142237" sldId="1394"/>
            <ac:spMk id="2" creationId="{69072751-0DFD-E04D-8DBC-6192EE4B4B2A}"/>
          </ac:spMkLst>
        </pc:spChg>
        <pc:spChg chg="del">
          <ac:chgData name="Rosmin Elsa" userId="8f13a6be4da41318" providerId="LiveId" clId="{E4A5FF50-2F5F-4F5F-AD19-FE354D74E4AB}" dt="2024-10-29T03:02:14.016" v="331" actId="478"/>
          <ac:spMkLst>
            <pc:docMk/>
            <pc:sldMk cId="793142237" sldId="1394"/>
            <ac:spMk id="3" creationId="{DFD3087A-542A-9E8A-2F04-286C1B72B61A}"/>
          </ac:spMkLst>
        </pc:spChg>
        <pc:spChg chg="add mod">
          <ac:chgData name="Rosmin Elsa" userId="8f13a6be4da41318" providerId="LiveId" clId="{E4A5FF50-2F5F-4F5F-AD19-FE354D74E4AB}" dt="2024-10-29T03:02:46.956" v="346" actId="6549"/>
          <ac:spMkLst>
            <pc:docMk/>
            <pc:sldMk cId="793142237" sldId="1394"/>
            <ac:spMk id="4" creationId="{98B2755F-B797-A636-3786-F9533FC0B1C7}"/>
          </ac:spMkLst>
        </pc:spChg>
      </pc:sldChg>
      <pc:sldChg chg="addSp delSp modSp mod">
        <pc:chgData name="Rosmin Elsa" userId="8f13a6be4da41318" providerId="LiveId" clId="{E4A5FF50-2F5F-4F5F-AD19-FE354D74E4AB}" dt="2024-10-29T03:09:15.094" v="379" actId="20577"/>
        <pc:sldMkLst>
          <pc:docMk/>
          <pc:sldMk cId="2409815257" sldId="1395"/>
        </pc:sldMkLst>
        <pc:spChg chg="mod">
          <ac:chgData name="Rosmin Elsa" userId="8f13a6be4da41318" providerId="LiveId" clId="{E4A5FF50-2F5F-4F5F-AD19-FE354D74E4AB}" dt="2024-10-29T03:09:15.094" v="379" actId="20577"/>
          <ac:spMkLst>
            <pc:docMk/>
            <pc:sldMk cId="2409815257" sldId="1395"/>
            <ac:spMk id="2" creationId="{69072751-0DFD-E04D-8DBC-6192EE4B4B2A}"/>
          </ac:spMkLst>
        </pc:spChg>
        <pc:spChg chg="del">
          <ac:chgData name="Rosmin Elsa" userId="8f13a6be4da41318" providerId="LiveId" clId="{E4A5FF50-2F5F-4F5F-AD19-FE354D74E4AB}" dt="2024-10-29T03:01:04.444" v="317" actId="478"/>
          <ac:spMkLst>
            <pc:docMk/>
            <pc:sldMk cId="2409815257" sldId="1395"/>
            <ac:spMk id="3" creationId="{DFD3087A-542A-9E8A-2F04-286C1B72B61A}"/>
          </ac:spMkLst>
        </pc:spChg>
        <pc:spChg chg="add mod">
          <ac:chgData name="Rosmin Elsa" userId="8f13a6be4da41318" providerId="LiveId" clId="{E4A5FF50-2F5F-4F5F-AD19-FE354D74E4AB}" dt="2024-10-29T03:03:49.775" v="363" actId="20577"/>
          <ac:spMkLst>
            <pc:docMk/>
            <pc:sldMk cId="2409815257" sldId="1395"/>
            <ac:spMk id="4" creationId="{8D2B691E-D971-60BD-3587-2C15B3CE1733}"/>
          </ac:spMkLst>
        </pc:spChg>
      </pc:sldChg>
      <pc:sldChg chg="addSp delSp modSp mod">
        <pc:chgData name="Rosmin Elsa" userId="8f13a6be4da41318" providerId="LiveId" clId="{E4A5FF50-2F5F-4F5F-AD19-FE354D74E4AB}" dt="2024-10-29T03:23:35.772" v="573" actId="20577"/>
        <pc:sldMkLst>
          <pc:docMk/>
          <pc:sldMk cId="3559088401" sldId="1396"/>
        </pc:sldMkLst>
        <pc:spChg chg="mod">
          <ac:chgData name="Rosmin Elsa" userId="8f13a6be4da41318" providerId="LiveId" clId="{E4A5FF50-2F5F-4F5F-AD19-FE354D74E4AB}" dt="2024-10-29T03:14:11.620" v="468" actId="20577"/>
          <ac:spMkLst>
            <pc:docMk/>
            <pc:sldMk cId="3559088401" sldId="1396"/>
            <ac:spMk id="2" creationId="{1DA63A6A-450D-4603-B02C-80F270CA1D46}"/>
          </ac:spMkLst>
        </pc:spChg>
        <pc:spChg chg="del">
          <ac:chgData name="Rosmin Elsa" userId="8f13a6be4da41318" providerId="LiveId" clId="{E4A5FF50-2F5F-4F5F-AD19-FE354D74E4AB}" dt="2024-10-29T03:13:50.597" v="451" actId="478"/>
          <ac:spMkLst>
            <pc:docMk/>
            <pc:sldMk cId="3559088401" sldId="1396"/>
            <ac:spMk id="3" creationId="{DDD24EDA-CE43-82A2-B3E8-E6C307C397E9}"/>
          </ac:spMkLst>
        </pc:spChg>
        <pc:spChg chg="add del">
          <ac:chgData name="Rosmin Elsa" userId="8f13a6be4da41318" providerId="LiveId" clId="{E4A5FF50-2F5F-4F5F-AD19-FE354D74E4AB}" dt="2024-10-29T03:13:47.816" v="450" actId="22"/>
          <ac:spMkLst>
            <pc:docMk/>
            <pc:sldMk cId="3559088401" sldId="1396"/>
            <ac:spMk id="7" creationId="{EE7F7FA1-7B9B-75FA-4100-702B1C25BCD7}"/>
          </ac:spMkLst>
        </pc:spChg>
        <pc:spChg chg="add del">
          <ac:chgData name="Rosmin Elsa" userId="8f13a6be4da41318" providerId="LiveId" clId="{E4A5FF50-2F5F-4F5F-AD19-FE354D74E4AB}" dt="2024-10-29T03:13:53.054" v="453" actId="22"/>
          <ac:spMkLst>
            <pc:docMk/>
            <pc:sldMk cId="3559088401" sldId="1396"/>
            <ac:spMk id="9" creationId="{B30AC230-2BAE-52BE-CA7C-EF04EFCE092D}"/>
          </ac:spMkLst>
        </pc:spChg>
        <pc:spChg chg="add del">
          <ac:chgData name="Rosmin Elsa" userId="8f13a6be4da41318" providerId="LiveId" clId="{E4A5FF50-2F5F-4F5F-AD19-FE354D74E4AB}" dt="2024-10-29T03:13:54.840" v="455" actId="22"/>
          <ac:spMkLst>
            <pc:docMk/>
            <pc:sldMk cId="3559088401" sldId="1396"/>
            <ac:spMk id="11" creationId="{5A9C731E-DA8B-B9C8-833A-915DBBB95ECD}"/>
          </ac:spMkLst>
        </pc:spChg>
        <pc:spChg chg="add mod">
          <ac:chgData name="Rosmin Elsa" userId="8f13a6be4da41318" providerId="LiveId" clId="{E4A5FF50-2F5F-4F5F-AD19-FE354D74E4AB}" dt="2024-10-29T03:23:35.772" v="573" actId="20577"/>
          <ac:spMkLst>
            <pc:docMk/>
            <pc:sldMk cId="3559088401" sldId="1396"/>
            <ac:spMk id="12" creationId="{744042C2-B4E0-CA2C-4D84-9A8D229A26A8}"/>
          </ac:spMkLst>
        </pc:spChg>
      </pc:sldChg>
      <pc:sldChg chg="addSp delSp modSp mod">
        <pc:chgData name="Rosmin Elsa" userId="8f13a6be4da41318" providerId="LiveId" clId="{E4A5FF50-2F5F-4F5F-AD19-FE354D74E4AB}" dt="2024-10-29T03:23:14.898" v="568" actId="20577"/>
        <pc:sldMkLst>
          <pc:docMk/>
          <pc:sldMk cId="3272556195" sldId="1397"/>
        </pc:sldMkLst>
        <pc:spChg chg="mod">
          <ac:chgData name="Rosmin Elsa" userId="8f13a6be4da41318" providerId="LiveId" clId="{E4A5FF50-2F5F-4F5F-AD19-FE354D74E4AB}" dt="2024-10-29T03:15:31.970" v="496"/>
          <ac:spMkLst>
            <pc:docMk/>
            <pc:sldMk cId="3272556195" sldId="1397"/>
            <ac:spMk id="2" creationId="{1DA63A6A-450D-4603-B02C-80F270CA1D46}"/>
          </ac:spMkLst>
        </pc:spChg>
        <pc:spChg chg="del">
          <ac:chgData name="Rosmin Elsa" userId="8f13a6be4da41318" providerId="LiveId" clId="{E4A5FF50-2F5F-4F5F-AD19-FE354D74E4AB}" dt="2024-10-29T03:14:16.785" v="469" actId="478"/>
          <ac:spMkLst>
            <pc:docMk/>
            <pc:sldMk cId="3272556195" sldId="1397"/>
            <ac:spMk id="3" creationId="{DDD24EDA-CE43-82A2-B3E8-E6C307C397E9}"/>
          </ac:spMkLst>
        </pc:spChg>
        <pc:spChg chg="add mod">
          <ac:chgData name="Rosmin Elsa" userId="8f13a6be4da41318" providerId="LiveId" clId="{E4A5FF50-2F5F-4F5F-AD19-FE354D74E4AB}" dt="2024-10-29T03:23:14.898" v="568" actId="20577"/>
          <ac:spMkLst>
            <pc:docMk/>
            <pc:sldMk cId="3272556195" sldId="1397"/>
            <ac:spMk id="6" creationId="{0E3CE137-BEA4-4F1C-7CEE-48302F62FEC6}"/>
          </ac:spMkLst>
        </pc:spChg>
        <pc:spChg chg="add mod">
          <ac:chgData name="Rosmin Elsa" userId="8f13a6be4da41318" providerId="LiveId" clId="{E4A5FF50-2F5F-4F5F-AD19-FE354D74E4AB}" dt="2024-10-29T03:17:04.286" v="520"/>
          <ac:spMkLst>
            <pc:docMk/>
            <pc:sldMk cId="3272556195" sldId="1397"/>
            <ac:spMk id="7" creationId="{EEFEB2DE-CCE1-B855-77F3-82E376E7D67D}"/>
          </ac:spMkLst>
        </pc:spChg>
      </pc:sldChg>
      <pc:sldChg chg="addSp delSp modSp mod">
        <pc:chgData name="Rosmin Elsa" userId="8f13a6be4da41318" providerId="LiveId" clId="{E4A5FF50-2F5F-4F5F-AD19-FE354D74E4AB}" dt="2024-10-29T03:23:00.347" v="565" actId="20577"/>
        <pc:sldMkLst>
          <pc:docMk/>
          <pc:sldMk cId="4055310832" sldId="1398"/>
        </pc:sldMkLst>
        <pc:spChg chg="mod">
          <ac:chgData name="Rosmin Elsa" userId="8f13a6be4da41318" providerId="LiveId" clId="{E4A5FF50-2F5F-4F5F-AD19-FE354D74E4AB}" dt="2024-10-29T03:17:11.364" v="521"/>
          <ac:spMkLst>
            <pc:docMk/>
            <pc:sldMk cId="4055310832" sldId="1398"/>
            <ac:spMk id="2" creationId="{1DA63A6A-450D-4603-B02C-80F270CA1D46}"/>
          </ac:spMkLst>
        </pc:spChg>
        <pc:spChg chg="del">
          <ac:chgData name="Rosmin Elsa" userId="8f13a6be4da41318" providerId="LiveId" clId="{E4A5FF50-2F5F-4F5F-AD19-FE354D74E4AB}" dt="2024-10-29T03:14:26.918" v="471" actId="478"/>
          <ac:spMkLst>
            <pc:docMk/>
            <pc:sldMk cId="4055310832" sldId="1398"/>
            <ac:spMk id="3" creationId="{DDD24EDA-CE43-82A2-B3E8-E6C307C397E9}"/>
          </ac:spMkLst>
        </pc:spChg>
        <pc:spChg chg="add mod">
          <ac:chgData name="Rosmin Elsa" userId="8f13a6be4da41318" providerId="LiveId" clId="{E4A5FF50-2F5F-4F5F-AD19-FE354D74E4AB}" dt="2024-10-29T03:23:00.347" v="565" actId="20577"/>
          <ac:spMkLst>
            <pc:docMk/>
            <pc:sldMk cId="4055310832" sldId="1398"/>
            <ac:spMk id="6" creationId="{CE0E50F6-F471-B630-8272-A4CD6AFFBEF6}"/>
          </ac:spMkLst>
        </pc:spChg>
      </pc:sldChg>
      <pc:sldChg chg="addSp delSp modSp mod">
        <pc:chgData name="Rosmin Elsa" userId="8f13a6be4da41318" providerId="LiveId" clId="{E4A5FF50-2F5F-4F5F-AD19-FE354D74E4AB}" dt="2024-10-29T03:23:04.082" v="566" actId="20577"/>
        <pc:sldMkLst>
          <pc:docMk/>
          <pc:sldMk cId="2414535473" sldId="1399"/>
        </pc:sldMkLst>
        <pc:spChg chg="mod">
          <ac:chgData name="Rosmin Elsa" userId="8f13a6be4da41318" providerId="LiveId" clId="{E4A5FF50-2F5F-4F5F-AD19-FE354D74E4AB}" dt="2024-10-29T03:17:14.468" v="522"/>
          <ac:spMkLst>
            <pc:docMk/>
            <pc:sldMk cId="2414535473" sldId="1399"/>
            <ac:spMk id="2" creationId="{1DA63A6A-450D-4603-B02C-80F270CA1D46}"/>
          </ac:spMkLst>
        </pc:spChg>
        <pc:spChg chg="del mod">
          <ac:chgData name="Rosmin Elsa" userId="8f13a6be4da41318" providerId="LiveId" clId="{E4A5FF50-2F5F-4F5F-AD19-FE354D74E4AB}" dt="2024-10-29T03:16:53.951" v="518" actId="478"/>
          <ac:spMkLst>
            <pc:docMk/>
            <pc:sldMk cId="2414535473" sldId="1399"/>
            <ac:spMk id="3" creationId="{DDD24EDA-CE43-82A2-B3E8-E6C307C397E9}"/>
          </ac:spMkLst>
        </pc:spChg>
        <pc:spChg chg="add mod">
          <ac:chgData name="Rosmin Elsa" userId="8f13a6be4da41318" providerId="LiveId" clId="{E4A5FF50-2F5F-4F5F-AD19-FE354D74E4AB}" dt="2024-10-29T03:23:04.082" v="566" actId="20577"/>
          <ac:spMkLst>
            <pc:docMk/>
            <pc:sldMk cId="2414535473" sldId="1399"/>
            <ac:spMk id="6" creationId="{2C79ACF0-CF4C-C127-36FE-63A5E14E787B}"/>
          </ac:spMkLst>
        </pc:spChg>
      </pc:sldChg>
      <pc:sldChg chg="addSp delSp modSp mod">
        <pc:chgData name="Rosmin Elsa" userId="8f13a6be4da41318" providerId="LiveId" clId="{E4A5FF50-2F5F-4F5F-AD19-FE354D74E4AB}" dt="2024-10-29T03:28:18.526" v="642" actId="27107"/>
        <pc:sldMkLst>
          <pc:docMk/>
          <pc:sldMk cId="431471696" sldId="1400"/>
        </pc:sldMkLst>
        <pc:spChg chg="mod">
          <ac:chgData name="Rosmin Elsa" userId="8f13a6be4da41318" providerId="LiveId" clId="{E4A5FF50-2F5F-4F5F-AD19-FE354D74E4AB}" dt="2024-10-29T03:27:24.858" v="641" actId="20577"/>
          <ac:spMkLst>
            <pc:docMk/>
            <pc:sldMk cId="431471696" sldId="1400"/>
            <ac:spMk id="2" creationId="{00000000-0000-0000-0000-000000000000}"/>
          </ac:spMkLst>
        </pc:spChg>
        <pc:spChg chg="add mod">
          <ac:chgData name="Rosmin Elsa" userId="8f13a6be4da41318" providerId="LiveId" clId="{E4A5FF50-2F5F-4F5F-AD19-FE354D74E4AB}" dt="2024-10-29T03:28:18.526" v="642" actId="27107"/>
          <ac:spMkLst>
            <pc:docMk/>
            <pc:sldMk cId="431471696" sldId="1400"/>
            <ac:spMk id="3" creationId="{EED023DB-21B9-3987-B01D-6C6622E36893}"/>
          </ac:spMkLst>
        </pc:spChg>
        <pc:spChg chg="del">
          <ac:chgData name="Rosmin Elsa" userId="8f13a6be4da41318" providerId="LiveId" clId="{E4A5FF50-2F5F-4F5F-AD19-FE354D74E4AB}" dt="2024-10-29T03:25:34.318" v="605" actId="478"/>
          <ac:spMkLst>
            <pc:docMk/>
            <pc:sldMk cId="431471696" sldId="1400"/>
            <ac:spMk id="6" creationId="{00B7E6C3-DC3B-BC8E-EE75-86995C7F8ADF}"/>
          </ac:spMkLst>
        </pc:spChg>
      </pc:sldChg>
      <pc:sldChg chg="addSp delSp modSp mod">
        <pc:chgData name="Rosmin Elsa" userId="8f13a6be4da41318" providerId="LiveId" clId="{E4A5FF50-2F5F-4F5F-AD19-FE354D74E4AB}" dt="2024-10-29T03:27:15.358" v="637" actId="33524"/>
        <pc:sldMkLst>
          <pc:docMk/>
          <pc:sldMk cId="1824731272" sldId="1401"/>
        </pc:sldMkLst>
        <pc:spChg chg="mod">
          <ac:chgData name="Rosmin Elsa" userId="8f13a6be4da41318" providerId="LiveId" clId="{E4A5FF50-2F5F-4F5F-AD19-FE354D74E4AB}" dt="2024-10-29T03:24:27.810" v="587" actId="20577"/>
          <ac:spMkLst>
            <pc:docMk/>
            <pc:sldMk cId="1824731272" sldId="1401"/>
            <ac:spMk id="2" creationId="{00000000-0000-0000-0000-000000000000}"/>
          </ac:spMkLst>
        </pc:spChg>
        <pc:spChg chg="add mod">
          <ac:chgData name="Rosmin Elsa" userId="8f13a6be4da41318" providerId="LiveId" clId="{E4A5FF50-2F5F-4F5F-AD19-FE354D74E4AB}" dt="2024-10-29T03:27:15.358" v="637" actId="33524"/>
          <ac:spMkLst>
            <pc:docMk/>
            <pc:sldMk cId="1824731272" sldId="1401"/>
            <ac:spMk id="3" creationId="{DD417D2D-1657-99F6-20A8-D745FBBA3D68}"/>
          </ac:spMkLst>
        </pc:spChg>
        <pc:spChg chg="del">
          <ac:chgData name="Rosmin Elsa" userId="8f13a6be4da41318" providerId="LiveId" clId="{E4A5FF50-2F5F-4F5F-AD19-FE354D74E4AB}" dt="2024-10-29T03:26:25.955" v="622" actId="478"/>
          <ac:spMkLst>
            <pc:docMk/>
            <pc:sldMk cId="1824731272" sldId="1401"/>
            <ac:spMk id="6" creationId="{00B7E6C3-DC3B-BC8E-EE75-86995C7F8ADF}"/>
          </ac:spMkLst>
        </pc:spChg>
      </pc:sldChg>
      <pc:sldChg chg="modSp mod">
        <pc:chgData name="Rosmin Elsa" userId="8f13a6be4da41318" providerId="LiveId" clId="{E4A5FF50-2F5F-4F5F-AD19-FE354D74E4AB}" dt="2024-10-29T03:29:39.751" v="665" actId="20577"/>
        <pc:sldMkLst>
          <pc:docMk/>
          <pc:sldMk cId="2451994672" sldId="1402"/>
        </pc:sldMkLst>
        <pc:spChg chg="mod">
          <ac:chgData name="Rosmin Elsa" userId="8f13a6be4da41318" providerId="LiveId" clId="{E4A5FF50-2F5F-4F5F-AD19-FE354D74E4AB}" dt="2024-10-29T03:29:39.751" v="665" actId="20577"/>
          <ac:spMkLst>
            <pc:docMk/>
            <pc:sldMk cId="2451994672" sldId="1402"/>
            <ac:spMk id="2" creationId="{00000000-0000-0000-0000-000000000000}"/>
          </ac:spMkLst>
        </pc:spChg>
      </pc:sldChg>
      <pc:sldChg chg="modSp add del mod">
        <pc:chgData name="Rosmin Elsa" userId="8f13a6be4da41318" providerId="LiveId" clId="{E4A5FF50-2F5F-4F5F-AD19-FE354D74E4AB}" dt="2024-10-30T02:30:11.046" v="1551" actId="20577"/>
        <pc:sldMkLst>
          <pc:docMk/>
          <pc:sldMk cId="1432198362" sldId="1403"/>
        </pc:sldMkLst>
        <pc:spChg chg="mod">
          <ac:chgData name="Rosmin Elsa" userId="8f13a6be4da41318" providerId="LiveId" clId="{E4A5FF50-2F5F-4F5F-AD19-FE354D74E4AB}" dt="2024-10-29T03:29:44.442" v="666"/>
          <ac:spMkLst>
            <pc:docMk/>
            <pc:sldMk cId="1432198362" sldId="1403"/>
            <ac:spMk id="2" creationId="{00000000-0000-0000-0000-000000000000}"/>
          </ac:spMkLst>
        </pc:spChg>
        <pc:spChg chg="mod">
          <ac:chgData name="Rosmin Elsa" userId="8f13a6be4da41318" providerId="LiveId" clId="{E4A5FF50-2F5F-4F5F-AD19-FE354D74E4AB}" dt="2024-10-30T02:30:11.046" v="1551" actId="20577"/>
          <ac:spMkLst>
            <pc:docMk/>
            <pc:sldMk cId="1432198362" sldId="1403"/>
            <ac:spMk id="5" creationId="{D15CBCA4-8279-49A0-BDA5-8F1C3F65A437}"/>
          </ac:spMkLst>
        </pc:spChg>
        <pc:spChg chg="mod">
          <ac:chgData name="Rosmin Elsa" userId="8f13a6be4da41318" providerId="LiveId" clId="{E4A5FF50-2F5F-4F5F-AD19-FE354D74E4AB}" dt="2024-10-29T08:14:13.300" v="1375" actId="20577"/>
          <ac:spMkLst>
            <pc:docMk/>
            <pc:sldMk cId="1432198362" sldId="1403"/>
            <ac:spMk id="6" creationId="{00B7E6C3-DC3B-BC8E-EE75-86995C7F8ADF}"/>
          </ac:spMkLst>
        </pc:spChg>
      </pc:sldChg>
      <pc:sldChg chg="addSp delSp modSp del mod">
        <pc:chgData name="Rosmin Elsa" userId="8f13a6be4da41318" providerId="LiveId" clId="{E4A5FF50-2F5F-4F5F-AD19-FE354D74E4AB}" dt="2024-10-29T08:19:45.336" v="1478" actId="2696"/>
        <pc:sldMkLst>
          <pc:docMk/>
          <pc:sldMk cId="4138206081" sldId="1404"/>
        </pc:sldMkLst>
        <pc:spChg chg="mod">
          <ac:chgData name="Rosmin Elsa" userId="8f13a6be4da41318" providerId="LiveId" clId="{E4A5FF50-2F5F-4F5F-AD19-FE354D74E4AB}" dt="2024-10-29T03:29:47.796" v="667"/>
          <ac:spMkLst>
            <pc:docMk/>
            <pc:sldMk cId="4138206081" sldId="1404"/>
            <ac:spMk id="2" creationId="{00000000-0000-0000-0000-000000000000}"/>
          </ac:spMkLst>
        </pc:spChg>
        <pc:spChg chg="add del mod">
          <ac:chgData name="Rosmin Elsa" userId="8f13a6be4da41318" providerId="LiveId" clId="{E4A5FF50-2F5F-4F5F-AD19-FE354D74E4AB}" dt="2024-10-29T03:38:53.074" v="758" actId="478"/>
          <ac:spMkLst>
            <pc:docMk/>
            <pc:sldMk cId="4138206081" sldId="1404"/>
            <ac:spMk id="3" creationId="{1E1BD5D0-1DFB-DA82-3807-C99E1AB36794}"/>
          </ac:spMkLst>
        </pc:spChg>
        <pc:spChg chg="del">
          <ac:chgData name="Rosmin Elsa" userId="8f13a6be4da41318" providerId="LiveId" clId="{E4A5FF50-2F5F-4F5F-AD19-FE354D74E4AB}" dt="2024-10-29T03:35:52.166" v="732" actId="478"/>
          <ac:spMkLst>
            <pc:docMk/>
            <pc:sldMk cId="4138206081" sldId="1404"/>
            <ac:spMk id="6" creationId="{00B7E6C3-DC3B-BC8E-EE75-86995C7F8ADF}"/>
          </ac:spMkLst>
        </pc:spChg>
        <pc:spChg chg="add mod">
          <ac:chgData name="Rosmin Elsa" userId="8f13a6be4da41318" providerId="LiveId" clId="{E4A5FF50-2F5F-4F5F-AD19-FE354D74E4AB}" dt="2024-10-29T03:50:02.281" v="822" actId="20577"/>
          <ac:spMkLst>
            <pc:docMk/>
            <pc:sldMk cId="4138206081" sldId="1404"/>
            <ac:spMk id="7" creationId="{24A9CAA6-7D96-99DE-260E-676811E8EB74}"/>
          </ac:spMkLst>
        </pc:spChg>
        <pc:spChg chg="add mod">
          <ac:chgData name="Rosmin Elsa" userId="8f13a6be4da41318" providerId="LiveId" clId="{E4A5FF50-2F5F-4F5F-AD19-FE354D74E4AB}" dt="2024-10-29T03:53:46.885" v="838"/>
          <ac:spMkLst>
            <pc:docMk/>
            <pc:sldMk cId="4138206081" sldId="1404"/>
            <ac:spMk id="8" creationId="{6CB0C1E1-2564-8264-9364-A91AEFCF9132}"/>
          </ac:spMkLst>
        </pc:spChg>
      </pc:sldChg>
      <pc:sldChg chg="modSp add del mod">
        <pc:chgData name="Rosmin Elsa" userId="8f13a6be4da41318" providerId="LiveId" clId="{E4A5FF50-2F5F-4F5F-AD19-FE354D74E4AB}" dt="2024-10-29T03:49:31.449" v="809" actId="47"/>
        <pc:sldMkLst>
          <pc:docMk/>
          <pc:sldMk cId="844923769" sldId="1405"/>
        </pc:sldMkLst>
        <pc:spChg chg="mod">
          <ac:chgData name="Rosmin Elsa" userId="8f13a6be4da41318" providerId="LiveId" clId="{E4A5FF50-2F5F-4F5F-AD19-FE354D74E4AB}" dt="2024-10-29T03:29:51.153" v="668"/>
          <ac:spMkLst>
            <pc:docMk/>
            <pc:sldMk cId="844923769" sldId="1405"/>
            <ac:spMk id="2" creationId="{00000000-0000-0000-0000-000000000000}"/>
          </ac:spMkLst>
        </pc:spChg>
      </pc:sldChg>
      <pc:sldChg chg="modSp add del mod">
        <pc:chgData name="Rosmin Elsa" userId="8f13a6be4da41318" providerId="LiveId" clId="{E4A5FF50-2F5F-4F5F-AD19-FE354D74E4AB}" dt="2024-10-29T03:49:31.449" v="809" actId="47"/>
        <pc:sldMkLst>
          <pc:docMk/>
          <pc:sldMk cId="1203962179" sldId="1406"/>
        </pc:sldMkLst>
        <pc:spChg chg="mod">
          <ac:chgData name="Rosmin Elsa" userId="8f13a6be4da41318" providerId="LiveId" clId="{E4A5FF50-2F5F-4F5F-AD19-FE354D74E4AB}" dt="2024-10-29T03:29:54.961" v="669"/>
          <ac:spMkLst>
            <pc:docMk/>
            <pc:sldMk cId="1203962179" sldId="1406"/>
            <ac:spMk id="2" creationId="{00000000-0000-0000-0000-000000000000}"/>
          </ac:spMkLst>
        </pc:spChg>
      </pc:sldChg>
      <pc:sldChg chg="modSp mod">
        <pc:chgData name="Rosmin Elsa" userId="8f13a6be4da41318" providerId="LiveId" clId="{E4A5FF50-2F5F-4F5F-AD19-FE354D74E4AB}" dt="2024-10-29T04:28:54.202" v="898" actId="20577"/>
        <pc:sldMkLst>
          <pc:docMk/>
          <pc:sldMk cId="434740199" sldId="1407"/>
        </pc:sldMkLst>
        <pc:spChg chg="mod">
          <ac:chgData name="Rosmin Elsa" userId="8f13a6be4da41318" providerId="LiveId" clId="{E4A5FF50-2F5F-4F5F-AD19-FE354D74E4AB}" dt="2024-10-29T04:28:54.202" v="898" actId="20577"/>
          <ac:spMkLst>
            <pc:docMk/>
            <pc:sldMk cId="434740199" sldId="1407"/>
            <ac:spMk id="2" creationId="{00000000-0000-0000-0000-000000000000}"/>
          </ac:spMkLst>
        </pc:spChg>
      </pc:sldChg>
      <pc:sldChg chg="modSp mod">
        <pc:chgData name="Rosmin Elsa" userId="8f13a6be4da41318" providerId="LiveId" clId="{E4A5FF50-2F5F-4F5F-AD19-FE354D74E4AB}" dt="2024-10-30T02:30:50.069" v="1556" actId="20577"/>
        <pc:sldMkLst>
          <pc:docMk/>
          <pc:sldMk cId="584892078" sldId="1408"/>
        </pc:sldMkLst>
        <pc:spChg chg="mod">
          <ac:chgData name="Rosmin Elsa" userId="8f13a6be4da41318" providerId="LiveId" clId="{E4A5FF50-2F5F-4F5F-AD19-FE354D74E4AB}" dt="2024-10-29T04:29:02.790" v="899"/>
          <ac:spMkLst>
            <pc:docMk/>
            <pc:sldMk cId="584892078" sldId="1408"/>
            <ac:spMk id="2" creationId="{00000000-0000-0000-0000-000000000000}"/>
          </ac:spMkLst>
        </pc:spChg>
        <pc:spChg chg="mod">
          <ac:chgData name="Rosmin Elsa" userId="8f13a6be4da41318" providerId="LiveId" clId="{E4A5FF50-2F5F-4F5F-AD19-FE354D74E4AB}" dt="2024-10-30T02:30:50.069" v="1556" actId="20577"/>
          <ac:spMkLst>
            <pc:docMk/>
            <pc:sldMk cId="584892078" sldId="1408"/>
            <ac:spMk id="5" creationId="{D15CBCA4-8279-49A0-BDA5-8F1C3F65A437}"/>
          </ac:spMkLst>
        </pc:spChg>
        <pc:spChg chg="mod">
          <ac:chgData name="Rosmin Elsa" userId="8f13a6be4da41318" providerId="LiveId" clId="{E4A5FF50-2F5F-4F5F-AD19-FE354D74E4AB}" dt="2024-10-29T04:25:37.819" v="867" actId="20577"/>
          <ac:spMkLst>
            <pc:docMk/>
            <pc:sldMk cId="584892078" sldId="1408"/>
            <ac:spMk id="6" creationId="{00B7E6C3-DC3B-BC8E-EE75-86995C7F8ADF}"/>
          </ac:spMkLst>
        </pc:spChg>
      </pc:sldChg>
      <pc:sldChg chg="modSp mod">
        <pc:chgData name="Rosmin Elsa" userId="8f13a6be4da41318" providerId="LiveId" clId="{E4A5FF50-2F5F-4F5F-AD19-FE354D74E4AB}" dt="2024-10-30T02:30:53.487" v="1557" actId="20577"/>
        <pc:sldMkLst>
          <pc:docMk/>
          <pc:sldMk cId="454178853" sldId="1409"/>
        </pc:sldMkLst>
        <pc:spChg chg="mod">
          <ac:chgData name="Rosmin Elsa" userId="8f13a6be4da41318" providerId="LiveId" clId="{E4A5FF50-2F5F-4F5F-AD19-FE354D74E4AB}" dt="2024-10-29T04:29:05.561" v="900"/>
          <ac:spMkLst>
            <pc:docMk/>
            <pc:sldMk cId="454178853" sldId="1409"/>
            <ac:spMk id="2" creationId="{00000000-0000-0000-0000-000000000000}"/>
          </ac:spMkLst>
        </pc:spChg>
        <pc:spChg chg="mod">
          <ac:chgData name="Rosmin Elsa" userId="8f13a6be4da41318" providerId="LiveId" clId="{E4A5FF50-2F5F-4F5F-AD19-FE354D74E4AB}" dt="2024-10-30T02:30:53.487" v="1557" actId="20577"/>
          <ac:spMkLst>
            <pc:docMk/>
            <pc:sldMk cId="454178853" sldId="1409"/>
            <ac:spMk id="5" creationId="{D15CBCA4-8279-49A0-BDA5-8F1C3F65A437}"/>
          </ac:spMkLst>
        </pc:spChg>
        <pc:spChg chg="mod">
          <ac:chgData name="Rosmin Elsa" userId="8f13a6be4da41318" providerId="LiveId" clId="{E4A5FF50-2F5F-4F5F-AD19-FE354D74E4AB}" dt="2024-10-29T04:24:44.635" v="855" actId="20577"/>
          <ac:spMkLst>
            <pc:docMk/>
            <pc:sldMk cId="454178853" sldId="1409"/>
            <ac:spMk id="6" creationId="{00B7E6C3-DC3B-BC8E-EE75-86995C7F8ADF}"/>
          </ac:spMkLst>
        </pc:spChg>
      </pc:sldChg>
      <pc:sldChg chg="modSp mod">
        <pc:chgData name="Rosmin Elsa" userId="8f13a6be4da41318" providerId="LiveId" clId="{E4A5FF50-2F5F-4F5F-AD19-FE354D74E4AB}" dt="2024-10-30T02:30:56.555" v="1558" actId="20577"/>
        <pc:sldMkLst>
          <pc:docMk/>
          <pc:sldMk cId="3496069854" sldId="1410"/>
        </pc:sldMkLst>
        <pc:spChg chg="mod">
          <ac:chgData name="Rosmin Elsa" userId="8f13a6be4da41318" providerId="LiveId" clId="{E4A5FF50-2F5F-4F5F-AD19-FE354D74E4AB}" dt="2024-10-29T04:29:08.652" v="901"/>
          <ac:spMkLst>
            <pc:docMk/>
            <pc:sldMk cId="3496069854" sldId="1410"/>
            <ac:spMk id="2" creationId="{00000000-0000-0000-0000-000000000000}"/>
          </ac:spMkLst>
        </pc:spChg>
        <pc:spChg chg="mod">
          <ac:chgData name="Rosmin Elsa" userId="8f13a6be4da41318" providerId="LiveId" clId="{E4A5FF50-2F5F-4F5F-AD19-FE354D74E4AB}" dt="2024-10-30T02:30:56.555" v="1558" actId="20577"/>
          <ac:spMkLst>
            <pc:docMk/>
            <pc:sldMk cId="3496069854" sldId="1410"/>
            <ac:spMk id="5" creationId="{D15CBCA4-8279-49A0-BDA5-8F1C3F65A437}"/>
          </ac:spMkLst>
        </pc:spChg>
        <pc:spChg chg="mod">
          <ac:chgData name="Rosmin Elsa" userId="8f13a6be4da41318" providerId="LiveId" clId="{E4A5FF50-2F5F-4F5F-AD19-FE354D74E4AB}" dt="2024-10-29T04:25:12.064" v="860" actId="20577"/>
          <ac:spMkLst>
            <pc:docMk/>
            <pc:sldMk cId="3496069854" sldId="1410"/>
            <ac:spMk id="6" creationId="{00B7E6C3-DC3B-BC8E-EE75-86995C7F8ADF}"/>
          </ac:spMkLst>
        </pc:spChg>
      </pc:sldChg>
      <pc:sldChg chg="modSp mod">
        <pc:chgData name="Rosmin Elsa" userId="8f13a6be4da41318" providerId="LiveId" clId="{E4A5FF50-2F5F-4F5F-AD19-FE354D74E4AB}" dt="2024-10-29T04:30:26.603" v="928" actId="20577"/>
        <pc:sldMkLst>
          <pc:docMk/>
          <pc:sldMk cId="2785602331" sldId="1411"/>
        </pc:sldMkLst>
        <pc:spChg chg="mod">
          <ac:chgData name="Rosmin Elsa" userId="8f13a6be4da41318" providerId="LiveId" clId="{E4A5FF50-2F5F-4F5F-AD19-FE354D74E4AB}" dt="2024-10-29T04:30:26.603" v="928" actId="20577"/>
          <ac:spMkLst>
            <pc:docMk/>
            <pc:sldMk cId="2785602331" sldId="1411"/>
            <ac:spMk id="2" creationId="{00000000-0000-0000-0000-000000000000}"/>
          </ac:spMkLst>
        </pc:spChg>
      </pc:sldChg>
      <pc:sldChg chg="modSp mod">
        <pc:chgData name="Rosmin Elsa" userId="8f13a6be4da41318" providerId="LiveId" clId="{E4A5FF50-2F5F-4F5F-AD19-FE354D74E4AB}" dt="2024-10-30T02:31:49.497" v="1565" actId="20577"/>
        <pc:sldMkLst>
          <pc:docMk/>
          <pc:sldMk cId="2785920718" sldId="1606"/>
        </pc:sldMkLst>
        <pc:spChg chg="mod">
          <ac:chgData name="Rosmin Elsa" userId="8f13a6be4da41318" providerId="LiveId" clId="{E4A5FF50-2F5F-4F5F-AD19-FE354D74E4AB}" dt="2024-10-29T04:30:42.338" v="929"/>
          <ac:spMkLst>
            <pc:docMk/>
            <pc:sldMk cId="2785920718" sldId="1606"/>
            <ac:spMk id="2" creationId="{00000000-0000-0000-0000-000000000000}"/>
          </ac:spMkLst>
        </pc:spChg>
        <pc:spChg chg="mod">
          <ac:chgData name="Rosmin Elsa" userId="8f13a6be4da41318" providerId="LiveId" clId="{E4A5FF50-2F5F-4F5F-AD19-FE354D74E4AB}" dt="2024-10-30T02:31:49.497" v="1565" actId="20577"/>
          <ac:spMkLst>
            <pc:docMk/>
            <pc:sldMk cId="2785920718" sldId="1606"/>
            <ac:spMk id="5" creationId="{D15CBCA4-8279-49A0-BDA5-8F1C3F65A437}"/>
          </ac:spMkLst>
        </pc:spChg>
        <pc:spChg chg="mod">
          <ac:chgData name="Rosmin Elsa" userId="8f13a6be4da41318" providerId="LiveId" clId="{E4A5FF50-2F5F-4F5F-AD19-FE354D74E4AB}" dt="2024-10-29T04:35:56.682" v="987" actId="114"/>
          <ac:spMkLst>
            <pc:docMk/>
            <pc:sldMk cId="2785920718" sldId="1606"/>
            <ac:spMk id="7" creationId="{BDDFE297-14FD-8C75-D483-AE1329AD46AD}"/>
          </ac:spMkLst>
        </pc:spChg>
      </pc:sldChg>
      <pc:sldChg chg="addSp delSp modSp mod">
        <pc:chgData name="Rosmin Elsa" userId="8f13a6be4da41318" providerId="LiveId" clId="{E4A5FF50-2F5F-4F5F-AD19-FE354D74E4AB}" dt="2024-10-30T02:31:52.955" v="1566" actId="20577"/>
        <pc:sldMkLst>
          <pc:docMk/>
          <pc:sldMk cId="3740502829" sldId="1607"/>
        </pc:sldMkLst>
        <pc:spChg chg="mod">
          <ac:chgData name="Rosmin Elsa" userId="8f13a6be4da41318" providerId="LiveId" clId="{E4A5FF50-2F5F-4F5F-AD19-FE354D74E4AB}" dt="2024-10-29T04:30:46.296" v="930"/>
          <ac:spMkLst>
            <pc:docMk/>
            <pc:sldMk cId="3740502829" sldId="1607"/>
            <ac:spMk id="2" creationId="{00000000-0000-0000-0000-000000000000}"/>
          </ac:spMkLst>
        </pc:spChg>
        <pc:spChg chg="add mod">
          <ac:chgData name="Rosmin Elsa" userId="8f13a6be4da41318" providerId="LiveId" clId="{E4A5FF50-2F5F-4F5F-AD19-FE354D74E4AB}" dt="2024-10-29T04:36:29.008" v="993" actId="20577"/>
          <ac:spMkLst>
            <pc:docMk/>
            <pc:sldMk cId="3740502829" sldId="1607"/>
            <ac:spMk id="3" creationId="{5028E78E-69F6-F1FA-E93D-DA55D9BB9F88}"/>
          </ac:spMkLst>
        </pc:spChg>
        <pc:spChg chg="mod">
          <ac:chgData name="Rosmin Elsa" userId="8f13a6be4da41318" providerId="LiveId" clId="{E4A5FF50-2F5F-4F5F-AD19-FE354D74E4AB}" dt="2024-10-30T02:31:52.955" v="1566" actId="20577"/>
          <ac:spMkLst>
            <pc:docMk/>
            <pc:sldMk cId="3740502829" sldId="1607"/>
            <ac:spMk id="5" creationId="{D15CBCA4-8279-49A0-BDA5-8F1C3F65A437}"/>
          </ac:spMkLst>
        </pc:spChg>
        <pc:spChg chg="del">
          <ac:chgData name="Rosmin Elsa" userId="8f13a6be4da41318" providerId="LiveId" clId="{E4A5FF50-2F5F-4F5F-AD19-FE354D74E4AB}" dt="2024-10-29T04:35:39.152" v="985" actId="478"/>
          <ac:spMkLst>
            <pc:docMk/>
            <pc:sldMk cId="3740502829" sldId="1607"/>
            <ac:spMk id="7" creationId="{BDDFE297-14FD-8C75-D483-AE1329AD46AD}"/>
          </ac:spMkLst>
        </pc:spChg>
        <pc:spChg chg="add del">
          <ac:chgData name="Rosmin Elsa" userId="8f13a6be4da41318" providerId="LiveId" clId="{E4A5FF50-2F5F-4F5F-AD19-FE354D74E4AB}" dt="2024-10-29T04:36:51.225" v="995" actId="22"/>
          <ac:spMkLst>
            <pc:docMk/>
            <pc:sldMk cId="3740502829" sldId="1607"/>
            <ac:spMk id="8" creationId="{8EE24EF5-3E74-3E4F-239A-D97B193D17A9}"/>
          </ac:spMkLst>
        </pc:spChg>
      </pc:sldChg>
      <pc:sldChg chg="modSp mod">
        <pc:chgData name="Rosmin Elsa" userId="8f13a6be4da41318" providerId="LiveId" clId="{E4A5FF50-2F5F-4F5F-AD19-FE354D74E4AB}" dt="2024-10-29T04:49:39.835" v="1003" actId="20577"/>
        <pc:sldMkLst>
          <pc:docMk/>
          <pc:sldMk cId="1850048300" sldId="1608"/>
        </pc:sldMkLst>
        <pc:spChg chg="mod">
          <ac:chgData name="Rosmin Elsa" userId="8f13a6be4da41318" providerId="LiveId" clId="{E4A5FF50-2F5F-4F5F-AD19-FE354D74E4AB}" dt="2024-10-29T04:49:39.835" v="1003" actId="20577"/>
          <ac:spMkLst>
            <pc:docMk/>
            <pc:sldMk cId="1850048300" sldId="1608"/>
            <ac:spMk id="2" creationId="{00000000-0000-0000-0000-000000000000}"/>
          </ac:spMkLst>
        </pc:spChg>
      </pc:sldChg>
      <pc:sldChg chg="modSp mod">
        <pc:chgData name="Rosmin Elsa" userId="8f13a6be4da41318" providerId="LiveId" clId="{E4A5FF50-2F5F-4F5F-AD19-FE354D74E4AB}" dt="2024-10-30T02:32:24.284" v="1569" actId="20577"/>
        <pc:sldMkLst>
          <pc:docMk/>
          <pc:sldMk cId="2076299123" sldId="1609"/>
        </pc:sldMkLst>
        <pc:spChg chg="mod">
          <ac:chgData name="Rosmin Elsa" userId="8f13a6be4da41318" providerId="LiveId" clId="{E4A5FF50-2F5F-4F5F-AD19-FE354D74E4AB}" dt="2024-10-29T04:49:44.435" v="1005" actId="20577"/>
          <ac:spMkLst>
            <pc:docMk/>
            <pc:sldMk cId="2076299123" sldId="1609"/>
            <ac:spMk id="2" creationId="{00000000-0000-0000-0000-000000000000}"/>
          </ac:spMkLst>
        </pc:spChg>
        <pc:spChg chg="mod">
          <ac:chgData name="Rosmin Elsa" userId="8f13a6be4da41318" providerId="LiveId" clId="{E4A5FF50-2F5F-4F5F-AD19-FE354D74E4AB}" dt="2024-10-30T02:32:24.284" v="1569" actId="20577"/>
          <ac:spMkLst>
            <pc:docMk/>
            <pc:sldMk cId="2076299123" sldId="1609"/>
            <ac:spMk id="5" creationId="{D15CBCA4-8279-49A0-BDA5-8F1C3F65A437}"/>
          </ac:spMkLst>
        </pc:spChg>
        <pc:spChg chg="mod">
          <ac:chgData name="Rosmin Elsa" userId="8f13a6be4da41318" providerId="LiveId" clId="{E4A5FF50-2F5F-4F5F-AD19-FE354D74E4AB}" dt="2024-10-29T04:55:07.426" v="1094" actId="20577"/>
          <ac:spMkLst>
            <pc:docMk/>
            <pc:sldMk cId="2076299123" sldId="1609"/>
            <ac:spMk id="6" creationId="{00B7E6C3-DC3B-BC8E-EE75-86995C7F8ADF}"/>
          </ac:spMkLst>
        </pc:spChg>
      </pc:sldChg>
      <pc:sldChg chg="addSp delSp modSp mod">
        <pc:chgData name="Rosmin Elsa" userId="8f13a6be4da41318" providerId="LiveId" clId="{E4A5FF50-2F5F-4F5F-AD19-FE354D74E4AB}" dt="2024-10-30T02:32:28.402" v="1570" actId="20577"/>
        <pc:sldMkLst>
          <pc:docMk/>
          <pc:sldMk cId="2307096840" sldId="1610"/>
        </pc:sldMkLst>
        <pc:spChg chg="mod">
          <ac:chgData name="Rosmin Elsa" userId="8f13a6be4da41318" providerId="LiveId" clId="{E4A5FF50-2F5F-4F5F-AD19-FE354D74E4AB}" dt="2024-10-29T04:49:59.618" v="1009" actId="20577"/>
          <ac:spMkLst>
            <pc:docMk/>
            <pc:sldMk cId="2307096840" sldId="1610"/>
            <ac:spMk id="2" creationId="{00000000-0000-0000-0000-000000000000}"/>
          </ac:spMkLst>
        </pc:spChg>
        <pc:spChg chg="add mod">
          <ac:chgData name="Rosmin Elsa" userId="8f13a6be4da41318" providerId="LiveId" clId="{E4A5FF50-2F5F-4F5F-AD19-FE354D74E4AB}" dt="2024-10-29T04:55:19.364" v="1096" actId="20577"/>
          <ac:spMkLst>
            <pc:docMk/>
            <pc:sldMk cId="2307096840" sldId="1610"/>
            <ac:spMk id="3" creationId="{7759A2EC-B6D8-67EE-8B56-8AA000CE6E3D}"/>
          </ac:spMkLst>
        </pc:spChg>
        <pc:spChg chg="mod">
          <ac:chgData name="Rosmin Elsa" userId="8f13a6be4da41318" providerId="LiveId" clId="{E4A5FF50-2F5F-4F5F-AD19-FE354D74E4AB}" dt="2024-10-30T02:32:28.402" v="1570" actId="20577"/>
          <ac:spMkLst>
            <pc:docMk/>
            <pc:sldMk cId="2307096840" sldId="1610"/>
            <ac:spMk id="5" creationId="{D15CBCA4-8279-49A0-BDA5-8F1C3F65A437}"/>
          </ac:spMkLst>
        </pc:spChg>
        <pc:spChg chg="del">
          <ac:chgData name="Rosmin Elsa" userId="8f13a6be4da41318" providerId="LiveId" clId="{E4A5FF50-2F5F-4F5F-AD19-FE354D74E4AB}" dt="2024-10-29T04:53:36.177" v="1051" actId="478"/>
          <ac:spMkLst>
            <pc:docMk/>
            <pc:sldMk cId="2307096840" sldId="1610"/>
            <ac:spMk id="6" creationId="{00B7E6C3-DC3B-BC8E-EE75-86995C7F8ADF}"/>
          </ac:spMkLst>
        </pc:spChg>
      </pc:sldChg>
      <pc:sldChg chg="addSp delSp modSp mod">
        <pc:chgData name="Rosmin Elsa" userId="8f13a6be4da41318" providerId="LiveId" clId="{E4A5FF50-2F5F-4F5F-AD19-FE354D74E4AB}" dt="2024-10-30T02:32:32.461" v="1571" actId="20577"/>
        <pc:sldMkLst>
          <pc:docMk/>
          <pc:sldMk cId="3589901763" sldId="1611"/>
        </pc:sldMkLst>
        <pc:spChg chg="mod">
          <ac:chgData name="Rosmin Elsa" userId="8f13a6be4da41318" providerId="LiveId" clId="{E4A5FF50-2F5F-4F5F-AD19-FE354D74E4AB}" dt="2024-10-29T04:49:49.017" v="1007" actId="20577"/>
          <ac:spMkLst>
            <pc:docMk/>
            <pc:sldMk cId="3589901763" sldId="1611"/>
            <ac:spMk id="2" creationId="{00000000-0000-0000-0000-000000000000}"/>
          </ac:spMkLst>
        </pc:spChg>
        <pc:spChg chg="add mod">
          <ac:chgData name="Rosmin Elsa" userId="8f13a6be4da41318" providerId="LiveId" clId="{E4A5FF50-2F5F-4F5F-AD19-FE354D74E4AB}" dt="2024-10-29T04:56:24.860" v="1128" actId="20577"/>
          <ac:spMkLst>
            <pc:docMk/>
            <pc:sldMk cId="3589901763" sldId="1611"/>
            <ac:spMk id="3" creationId="{E6152742-E6D0-F288-AAEA-628D6405A347}"/>
          </ac:spMkLst>
        </pc:spChg>
        <pc:spChg chg="mod">
          <ac:chgData name="Rosmin Elsa" userId="8f13a6be4da41318" providerId="LiveId" clId="{E4A5FF50-2F5F-4F5F-AD19-FE354D74E4AB}" dt="2024-10-30T02:32:32.461" v="1571" actId="20577"/>
          <ac:spMkLst>
            <pc:docMk/>
            <pc:sldMk cId="3589901763" sldId="1611"/>
            <ac:spMk id="5" creationId="{D15CBCA4-8279-49A0-BDA5-8F1C3F65A437}"/>
          </ac:spMkLst>
        </pc:spChg>
        <pc:spChg chg="del">
          <ac:chgData name="Rosmin Elsa" userId="8f13a6be4da41318" providerId="LiveId" clId="{E4A5FF50-2F5F-4F5F-AD19-FE354D74E4AB}" dt="2024-10-29T04:55:26.208" v="1097" actId="478"/>
          <ac:spMkLst>
            <pc:docMk/>
            <pc:sldMk cId="3589901763" sldId="1611"/>
            <ac:spMk id="6" creationId="{00B7E6C3-DC3B-BC8E-EE75-86995C7F8ADF}"/>
          </ac:spMkLst>
        </pc:spChg>
      </pc:sldChg>
      <pc:sldChg chg="modSp mod">
        <pc:chgData name="Rosmin Elsa" userId="8f13a6be4da41318" providerId="LiveId" clId="{E4A5FF50-2F5F-4F5F-AD19-FE354D74E4AB}" dt="2024-10-29T05:22:18.216" v="1216" actId="20577"/>
        <pc:sldMkLst>
          <pc:docMk/>
          <pc:sldMk cId="3074485617" sldId="1612"/>
        </pc:sldMkLst>
        <pc:spChg chg="mod">
          <ac:chgData name="Rosmin Elsa" userId="8f13a6be4da41318" providerId="LiveId" clId="{E4A5FF50-2F5F-4F5F-AD19-FE354D74E4AB}" dt="2024-10-29T05:22:18.216" v="1216" actId="20577"/>
          <ac:spMkLst>
            <pc:docMk/>
            <pc:sldMk cId="3074485617" sldId="1612"/>
            <ac:spMk id="2" creationId="{00000000-0000-0000-0000-000000000000}"/>
          </ac:spMkLst>
        </pc:spChg>
      </pc:sldChg>
      <pc:sldChg chg="modSp mod">
        <pc:chgData name="Rosmin Elsa" userId="8f13a6be4da41318" providerId="LiveId" clId="{E4A5FF50-2F5F-4F5F-AD19-FE354D74E4AB}" dt="2024-10-30T02:33:20.806" v="1578" actId="20577"/>
        <pc:sldMkLst>
          <pc:docMk/>
          <pc:sldMk cId="2656029052" sldId="1613"/>
        </pc:sldMkLst>
        <pc:spChg chg="mod">
          <ac:chgData name="Rosmin Elsa" userId="8f13a6be4da41318" providerId="LiveId" clId="{E4A5FF50-2F5F-4F5F-AD19-FE354D74E4AB}" dt="2024-10-29T05:22:23.864" v="1220" actId="20577"/>
          <ac:spMkLst>
            <pc:docMk/>
            <pc:sldMk cId="2656029052" sldId="1613"/>
            <ac:spMk id="2" creationId="{00000000-0000-0000-0000-000000000000}"/>
          </ac:spMkLst>
        </pc:spChg>
        <pc:spChg chg="mod">
          <ac:chgData name="Rosmin Elsa" userId="8f13a6be4da41318" providerId="LiveId" clId="{E4A5FF50-2F5F-4F5F-AD19-FE354D74E4AB}" dt="2024-10-30T02:33:20.806" v="1578" actId="20577"/>
          <ac:spMkLst>
            <pc:docMk/>
            <pc:sldMk cId="2656029052" sldId="1613"/>
            <ac:spMk id="5" creationId="{D15CBCA4-8279-49A0-BDA5-8F1C3F65A437}"/>
          </ac:spMkLst>
        </pc:spChg>
        <pc:spChg chg="mod">
          <ac:chgData name="Rosmin Elsa" userId="8f13a6be4da41318" providerId="LiveId" clId="{E4A5FF50-2F5F-4F5F-AD19-FE354D74E4AB}" dt="2024-10-29T05:20:29.167" v="1196" actId="20577"/>
          <ac:spMkLst>
            <pc:docMk/>
            <pc:sldMk cId="2656029052" sldId="1613"/>
            <ac:spMk id="6" creationId="{00B7E6C3-DC3B-BC8E-EE75-86995C7F8ADF}"/>
          </ac:spMkLst>
        </pc:spChg>
      </pc:sldChg>
      <pc:sldChg chg="addSp delSp modSp mod">
        <pc:chgData name="Rosmin Elsa" userId="8f13a6be4da41318" providerId="LiveId" clId="{E4A5FF50-2F5F-4F5F-AD19-FE354D74E4AB}" dt="2024-10-30T02:33:25.648" v="1579" actId="20577"/>
        <pc:sldMkLst>
          <pc:docMk/>
          <pc:sldMk cId="4153007353" sldId="1614"/>
        </pc:sldMkLst>
        <pc:spChg chg="mod">
          <ac:chgData name="Rosmin Elsa" userId="8f13a6be4da41318" providerId="LiveId" clId="{E4A5FF50-2F5F-4F5F-AD19-FE354D74E4AB}" dt="2024-10-29T05:22:27.042" v="1224" actId="20577"/>
          <ac:spMkLst>
            <pc:docMk/>
            <pc:sldMk cId="4153007353" sldId="1614"/>
            <ac:spMk id="2" creationId="{00000000-0000-0000-0000-000000000000}"/>
          </ac:spMkLst>
        </pc:spChg>
        <pc:spChg chg="add mod">
          <ac:chgData name="Rosmin Elsa" userId="8f13a6be4da41318" providerId="LiveId" clId="{E4A5FF50-2F5F-4F5F-AD19-FE354D74E4AB}" dt="2024-10-29T05:21:32.935" v="1203" actId="20577"/>
          <ac:spMkLst>
            <pc:docMk/>
            <pc:sldMk cId="4153007353" sldId="1614"/>
            <ac:spMk id="3" creationId="{2B0AD3EB-D984-96D8-A01B-FC3C38355370}"/>
          </ac:spMkLst>
        </pc:spChg>
        <pc:spChg chg="mod">
          <ac:chgData name="Rosmin Elsa" userId="8f13a6be4da41318" providerId="LiveId" clId="{E4A5FF50-2F5F-4F5F-AD19-FE354D74E4AB}" dt="2024-10-30T02:33:25.648" v="1579" actId="20577"/>
          <ac:spMkLst>
            <pc:docMk/>
            <pc:sldMk cId="4153007353" sldId="1614"/>
            <ac:spMk id="5" creationId="{D15CBCA4-8279-49A0-BDA5-8F1C3F65A437}"/>
          </ac:spMkLst>
        </pc:spChg>
        <pc:spChg chg="del">
          <ac:chgData name="Rosmin Elsa" userId="8f13a6be4da41318" providerId="LiveId" clId="{E4A5FF50-2F5F-4F5F-AD19-FE354D74E4AB}" dt="2024-10-29T05:20:42.098" v="1197" actId="478"/>
          <ac:spMkLst>
            <pc:docMk/>
            <pc:sldMk cId="4153007353" sldId="1614"/>
            <ac:spMk id="6" creationId="{00B7E6C3-DC3B-BC8E-EE75-86995C7F8ADF}"/>
          </ac:spMkLst>
        </pc:spChg>
      </pc:sldChg>
      <pc:sldChg chg="addSp delSp modSp mod">
        <pc:chgData name="Rosmin Elsa" userId="8f13a6be4da41318" providerId="LiveId" clId="{E4A5FF50-2F5F-4F5F-AD19-FE354D74E4AB}" dt="2024-10-30T02:33:31.063" v="1580" actId="20577"/>
        <pc:sldMkLst>
          <pc:docMk/>
          <pc:sldMk cId="1961774020" sldId="1615"/>
        </pc:sldMkLst>
        <pc:spChg chg="mod">
          <ac:chgData name="Rosmin Elsa" userId="8f13a6be4da41318" providerId="LiveId" clId="{E4A5FF50-2F5F-4F5F-AD19-FE354D74E4AB}" dt="2024-10-29T05:22:30.764" v="1228" actId="20577"/>
          <ac:spMkLst>
            <pc:docMk/>
            <pc:sldMk cId="1961774020" sldId="1615"/>
            <ac:spMk id="2" creationId="{00000000-0000-0000-0000-000000000000}"/>
          </ac:spMkLst>
        </pc:spChg>
        <pc:spChg chg="add mod">
          <ac:chgData name="Rosmin Elsa" userId="8f13a6be4da41318" providerId="LiveId" clId="{E4A5FF50-2F5F-4F5F-AD19-FE354D74E4AB}" dt="2024-10-29T05:22:07.301" v="1212" actId="20577"/>
          <ac:spMkLst>
            <pc:docMk/>
            <pc:sldMk cId="1961774020" sldId="1615"/>
            <ac:spMk id="3" creationId="{1569C570-5A84-ECFA-50AE-CDD38D8C62F4}"/>
          </ac:spMkLst>
        </pc:spChg>
        <pc:spChg chg="mod">
          <ac:chgData name="Rosmin Elsa" userId="8f13a6be4da41318" providerId="LiveId" clId="{E4A5FF50-2F5F-4F5F-AD19-FE354D74E4AB}" dt="2024-10-30T02:33:31.063" v="1580" actId="20577"/>
          <ac:spMkLst>
            <pc:docMk/>
            <pc:sldMk cId="1961774020" sldId="1615"/>
            <ac:spMk id="5" creationId="{D15CBCA4-8279-49A0-BDA5-8F1C3F65A437}"/>
          </ac:spMkLst>
        </pc:spChg>
        <pc:spChg chg="del">
          <ac:chgData name="Rosmin Elsa" userId="8f13a6be4da41318" providerId="LiveId" clId="{E4A5FF50-2F5F-4F5F-AD19-FE354D74E4AB}" dt="2024-10-29T05:21:50.382" v="1205" actId="478"/>
          <ac:spMkLst>
            <pc:docMk/>
            <pc:sldMk cId="1961774020" sldId="1615"/>
            <ac:spMk id="6" creationId="{00B7E6C3-DC3B-BC8E-EE75-86995C7F8ADF}"/>
          </ac:spMkLst>
        </pc:spChg>
      </pc:sldChg>
      <pc:sldChg chg="del">
        <pc:chgData name="Rosmin Elsa" userId="8f13a6be4da41318" providerId="LiveId" clId="{E4A5FF50-2F5F-4F5F-AD19-FE354D74E4AB}" dt="2024-10-29T05:22:37.533" v="1229" actId="2696"/>
        <pc:sldMkLst>
          <pc:docMk/>
          <pc:sldMk cId="2926154422" sldId="1616"/>
        </pc:sldMkLst>
      </pc:sldChg>
      <pc:sldChg chg="modSp mod">
        <pc:chgData name="Rosmin Elsa" userId="8f13a6be4da41318" providerId="LiveId" clId="{E4A5FF50-2F5F-4F5F-AD19-FE354D74E4AB}" dt="2024-10-29T05:22:54.692" v="1233" actId="20577"/>
        <pc:sldMkLst>
          <pc:docMk/>
          <pc:sldMk cId="3084689257" sldId="1617"/>
        </pc:sldMkLst>
        <pc:spChg chg="mod">
          <ac:chgData name="Rosmin Elsa" userId="8f13a6be4da41318" providerId="LiveId" clId="{E4A5FF50-2F5F-4F5F-AD19-FE354D74E4AB}" dt="2024-10-29T05:22:54.692" v="1233" actId="20577"/>
          <ac:spMkLst>
            <pc:docMk/>
            <pc:sldMk cId="3084689257" sldId="1617"/>
            <ac:spMk id="2" creationId="{00000000-0000-0000-0000-000000000000}"/>
          </ac:spMkLst>
        </pc:spChg>
      </pc:sldChg>
      <pc:sldChg chg="modSp add mod">
        <pc:chgData name="Rosmin Elsa" userId="8f13a6be4da41318" providerId="LiveId" clId="{E4A5FF50-2F5F-4F5F-AD19-FE354D74E4AB}" dt="2024-10-29T02:14:42.245" v="243"/>
        <pc:sldMkLst>
          <pc:docMk/>
          <pc:sldMk cId="3781230212" sldId="1618"/>
        </pc:sldMkLst>
        <pc:spChg chg="mod">
          <ac:chgData name="Rosmin Elsa" userId="8f13a6be4da41318" providerId="LiveId" clId="{E4A5FF50-2F5F-4F5F-AD19-FE354D74E4AB}" dt="2024-10-29T02:14:42.245" v="243"/>
          <ac:spMkLst>
            <pc:docMk/>
            <pc:sldMk cId="3781230212" sldId="1618"/>
            <ac:spMk id="2" creationId="{00000000-0000-0000-0000-000000000000}"/>
          </ac:spMkLst>
        </pc:spChg>
        <pc:spChg chg="mod">
          <ac:chgData name="Rosmin Elsa" userId="8f13a6be4da41318" providerId="LiveId" clId="{E4A5FF50-2F5F-4F5F-AD19-FE354D74E4AB}" dt="2024-10-29T02:13:37.291" v="226" actId="20577"/>
          <ac:spMkLst>
            <pc:docMk/>
            <pc:sldMk cId="3781230212" sldId="1618"/>
            <ac:spMk id="5" creationId="{F23B1A82-CA2E-08BD-1D0D-5AA03047C3D2}"/>
          </ac:spMkLst>
        </pc:spChg>
        <pc:spChg chg="mod">
          <ac:chgData name="Rosmin Elsa" userId="8f13a6be4da41318" providerId="LiveId" clId="{E4A5FF50-2F5F-4F5F-AD19-FE354D74E4AB}" dt="2024-10-29T02:13:24.348" v="219" actId="20577"/>
          <ac:spMkLst>
            <pc:docMk/>
            <pc:sldMk cId="3781230212" sldId="1618"/>
            <ac:spMk id="7" creationId="{094E9A69-B612-35E4-DEEF-5092DA0A0A97}"/>
          </ac:spMkLst>
        </pc:spChg>
      </pc:sldChg>
      <pc:sldChg chg="modSp add mod">
        <pc:chgData name="Rosmin Elsa" userId="8f13a6be4da41318" providerId="LiveId" clId="{E4A5FF50-2F5F-4F5F-AD19-FE354D74E4AB}" dt="2024-10-30T02:30:22.267" v="1555" actId="20577"/>
        <pc:sldMkLst>
          <pc:docMk/>
          <pc:sldMk cId="253385647" sldId="1619"/>
        </pc:sldMkLst>
        <pc:spChg chg="mod">
          <ac:chgData name="Rosmin Elsa" userId="8f13a6be4da41318" providerId="LiveId" clId="{E4A5FF50-2F5F-4F5F-AD19-FE354D74E4AB}" dt="2024-10-30T02:30:22.267" v="1555" actId="20577"/>
          <ac:spMkLst>
            <pc:docMk/>
            <pc:sldMk cId="253385647" sldId="1619"/>
            <ac:spMk id="5" creationId="{D15CBCA4-8279-49A0-BDA5-8F1C3F65A437}"/>
          </ac:spMkLst>
        </pc:spChg>
        <pc:spChg chg="mod">
          <ac:chgData name="Rosmin Elsa" userId="8f13a6be4da41318" providerId="LiveId" clId="{E4A5FF50-2F5F-4F5F-AD19-FE354D74E4AB}" dt="2024-10-29T03:54:23.999" v="844" actId="122"/>
          <ac:spMkLst>
            <pc:docMk/>
            <pc:sldMk cId="253385647" sldId="1619"/>
            <ac:spMk id="6" creationId="{00B7E6C3-DC3B-BC8E-EE75-86995C7F8ADF}"/>
          </ac:spMkLst>
        </pc:spChg>
      </pc:sldChg>
      <pc:sldChg chg="modSp add del mod">
        <pc:chgData name="Rosmin Elsa" userId="8f13a6be4da41318" providerId="LiveId" clId="{E4A5FF50-2F5F-4F5F-AD19-FE354D74E4AB}" dt="2024-10-29T03:53:34.743" v="837" actId="2696"/>
        <pc:sldMkLst>
          <pc:docMk/>
          <pc:sldMk cId="2745296671" sldId="1619"/>
        </pc:sldMkLst>
        <pc:spChg chg="mod">
          <ac:chgData name="Rosmin Elsa" userId="8f13a6be4da41318" providerId="LiveId" clId="{E4A5FF50-2F5F-4F5F-AD19-FE354D74E4AB}" dt="2024-10-29T03:53:08.888" v="836" actId="20577"/>
          <ac:spMkLst>
            <pc:docMk/>
            <pc:sldMk cId="2745296671" sldId="1619"/>
            <ac:spMk id="7" creationId="{24A9CAA6-7D96-99DE-260E-676811E8EB74}"/>
          </ac:spMkLst>
        </pc:spChg>
      </pc:sldChg>
      <pc:sldChg chg="modSp add mod">
        <pc:chgData name="Rosmin Elsa" userId="8f13a6be4da41318" providerId="LiveId" clId="{E4A5FF50-2F5F-4F5F-AD19-FE354D74E4AB}" dt="2024-10-30T02:31:02.235" v="1560" actId="20577"/>
        <pc:sldMkLst>
          <pc:docMk/>
          <pc:sldMk cId="3461543029" sldId="1620"/>
        </pc:sldMkLst>
        <pc:spChg chg="mod">
          <ac:chgData name="Rosmin Elsa" userId="8f13a6be4da41318" providerId="LiveId" clId="{E4A5FF50-2F5F-4F5F-AD19-FE354D74E4AB}" dt="2024-10-29T04:29:11.151" v="902"/>
          <ac:spMkLst>
            <pc:docMk/>
            <pc:sldMk cId="3461543029" sldId="1620"/>
            <ac:spMk id="2" creationId="{00000000-0000-0000-0000-000000000000}"/>
          </ac:spMkLst>
        </pc:spChg>
        <pc:spChg chg="mod">
          <ac:chgData name="Rosmin Elsa" userId="8f13a6be4da41318" providerId="LiveId" clId="{E4A5FF50-2F5F-4F5F-AD19-FE354D74E4AB}" dt="2024-10-30T02:31:02.235" v="1560" actId="20577"/>
          <ac:spMkLst>
            <pc:docMk/>
            <pc:sldMk cId="3461543029" sldId="1620"/>
            <ac:spMk id="5" creationId="{D15CBCA4-8279-49A0-BDA5-8F1C3F65A437}"/>
          </ac:spMkLst>
        </pc:spChg>
      </pc:sldChg>
      <pc:sldChg chg="modSp add mod">
        <pc:chgData name="Rosmin Elsa" userId="8f13a6be4da41318" providerId="LiveId" clId="{E4A5FF50-2F5F-4F5F-AD19-FE354D74E4AB}" dt="2024-10-30T02:31:09.909" v="1562" actId="20577"/>
        <pc:sldMkLst>
          <pc:docMk/>
          <pc:sldMk cId="1601103554" sldId="1621"/>
        </pc:sldMkLst>
        <pc:spChg chg="mod">
          <ac:chgData name="Rosmin Elsa" userId="8f13a6be4da41318" providerId="LiveId" clId="{E4A5FF50-2F5F-4F5F-AD19-FE354D74E4AB}" dt="2024-10-29T04:29:13.843" v="903"/>
          <ac:spMkLst>
            <pc:docMk/>
            <pc:sldMk cId="1601103554" sldId="1621"/>
            <ac:spMk id="2" creationId="{00000000-0000-0000-0000-000000000000}"/>
          </ac:spMkLst>
        </pc:spChg>
        <pc:spChg chg="mod">
          <ac:chgData name="Rosmin Elsa" userId="8f13a6be4da41318" providerId="LiveId" clId="{E4A5FF50-2F5F-4F5F-AD19-FE354D74E4AB}" dt="2024-10-30T02:31:09.909" v="1562" actId="20577"/>
          <ac:spMkLst>
            <pc:docMk/>
            <pc:sldMk cId="1601103554" sldId="1621"/>
            <ac:spMk id="5" creationId="{D15CBCA4-8279-49A0-BDA5-8F1C3F65A437}"/>
          </ac:spMkLst>
        </pc:spChg>
        <pc:spChg chg="mod">
          <ac:chgData name="Rosmin Elsa" userId="8f13a6be4da41318" providerId="LiveId" clId="{E4A5FF50-2F5F-4F5F-AD19-FE354D74E4AB}" dt="2024-10-29T04:28:20.101" v="879" actId="20577"/>
          <ac:spMkLst>
            <pc:docMk/>
            <pc:sldMk cId="1601103554" sldId="1621"/>
            <ac:spMk id="6" creationId="{00B7E6C3-DC3B-BC8E-EE75-86995C7F8ADF}"/>
          </ac:spMkLst>
        </pc:spChg>
      </pc:sldChg>
      <pc:sldChg chg="modSp add mod">
        <pc:chgData name="Rosmin Elsa" userId="8f13a6be4da41318" providerId="LiveId" clId="{E4A5FF50-2F5F-4F5F-AD19-FE354D74E4AB}" dt="2024-10-30T02:31:16.250" v="1564" actId="20577"/>
        <pc:sldMkLst>
          <pc:docMk/>
          <pc:sldMk cId="2301432681" sldId="1622"/>
        </pc:sldMkLst>
        <pc:spChg chg="mod">
          <ac:chgData name="Rosmin Elsa" userId="8f13a6be4da41318" providerId="LiveId" clId="{E4A5FF50-2F5F-4F5F-AD19-FE354D74E4AB}" dt="2024-10-29T04:29:18.882" v="904"/>
          <ac:spMkLst>
            <pc:docMk/>
            <pc:sldMk cId="2301432681" sldId="1622"/>
            <ac:spMk id="2" creationId="{00000000-0000-0000-0000-000000000000}"/>
          </ac:spMkLst>
        </pc:spChg>
        <pc:spChg chg="mod">
          <ac:chgData name="Rosmin Elsa" userId="8f13a6be4da41318" providerId="LiveId" clId="{E4A5FF50-2F5F-4F5F-AD19-FE354D74E4AB}" dt="2024-10-30T02:31:16.250" v="1564" actId="20577"/>
          <ac:spMkLst>
            <pc:docMk/>
            <pc:sldMk cId="2301432681" sldId="1622"/>
            <ac:spMk id="5" creationId="{D15CBCA4-8279-49A0-BDA5-8F1C3F65A437}"/>
          </ac:spMkLst>
        </pc:spChg>
      </pc:sldChg>
      <pc:sldChg chg="modSp add mod">
        <pc:chgData name="Rosmin Elsa" userId="8f13a6be4da41318" providerId="LiveId" clId="{E4A5FF50-2F5F-4F5F-AD19-FE354D74E4AB}" dt="2024-10-30T02:31:59.885" v="1568" actId="20577"/>
        <pc:sldMkLst>
          <pc:docMk/>
          <pc:sldMk cId="1316398582" sldId="1623"/>
        </pc:sldMkLst>
        <pc:spChg chg="mod">
          <ac:chgData name="Rosmin Elsa" userId="8f13a6be4da41318" providerId="LiveId" clId="{E4A5FF50-2F5F-4F5F-AD19-FE354D74E4AB}" dt="2024-10-29T04:37:12.152" v="1001" actId="20577"/>
          <ac:spMkLst>
            <pc:docMk/>
            <pc:sldMk cId="1316398582" sldId="1623"/>
            <ac:spMk id="3" creationId="{5028E78E-69F6-F1FA-E93D-DA55D9BB9F88}"/>
          </ac:spMkLst>
        </pc:spChg>
        <pc:spChg chg="mod">
          <ac:chgData name="Rosmin Elsa" userId="8f13a6be4da41318" providerId="LiveId" clId="{E4A5FF50-2F5F-4F5F-AD19-FE354D74E4AB}" dt="2024-10-30T02:31:59.885" v="1568" actId="20577"/>
          <ac:spMkLst>
            <pc:docMk/>
            <pc:sldMk cId="1316398582" sldId="1623"/>
            <ac:spMk id="5" creationId="{D15CBCA4-8279-49A0-BDA5-8F1C3F65A437}"/>
          </ac:spMkLst>
        </pc:spChg>
      </pc:sldChg>
      <pc:sldChg chg="modSp add mod">
        <pc:chgData name="Rosmin Elsa" userId="8f13a6be4da41318" providerId="LiveId" clId="{E4A5FF50-2F5F-4F5F-AD19-FE354D74E4AB}" dt="2024-10-30T02:32:39.001" v="1573" actId="20577"/>
        <pc:sldMkLst>
          <pc:docMk/>
          <pc:sldMk cId="3924607803" sldId="1624"/>
        </pc:sldMkLst>
        <pc:spChg chg="mod">
          <ac:chgData name="Rosmin Elsa" userId="8f13a6be4da41318" providerId="LiveId" clId="{E4A5FF50-2F5F-4F5F-AD19-FE354D74E4AB}" dt="2024-10-29T04:58:46.979" v="1152" actId="20577"/>
          <ac:spMkLst>
            <pc:docMk/>
            <pc:sldMk cId="3924607803" sldId="1624"/>
            <ac:spMk id="3" creationId="{E6152742-E6D0-F288-AAEA-628D6405A347}"/>
          </ac:spMkLst>
        </pc:spChg>
        <pc:spChg chg="mod">
          <ac:chgData name="Rosmin Elsa" userId="8f13a6be4da41318" providerId="LiveId" clId="{E4A5FF50-2F5F-4F5F-AD19-FE354D74E4AB}" dt="2024-10-30T02:32:39.001" v="1573" actId="20577"/>
          <ac:spMkLst>
            <pc:docMk/>
            <pc:sldMk cId="3924607803" sldId="1624"/>
            <ac:spMk id="5" creationId="{D15CBCA4-8279-49A0-BDA5-8F1C3F65A437}"/>
          </ac:spMkLst>
        </pc:spChg>
      </pc:sldChg>
      <pc:sldChg chg="modSp add mod">
        <pc:chgData name="Rosmin Elsa" userId="8f13a6be4da41318" providerId="LiveId" clId="{E4A5FF50-2F5F-4F5F-AD19-FE354D74E4AB}" dt="2024-10-30T02:32:52.582" v="1575" actId="20577"/>
        <pc:sldMkLst>
          <pc:docMk/>
          <pc:sldMk cId="3339055648" sldId="1625"/>
        </pc:sldMkLst>
        <pc:spChg chg="mod">
          <ac:chgData name="Rosmin Elsa" userId="8f13a6be4da41318" providerId="LiveId" clId="{E4A5FF50-2F5F-4F5F-AD19-FE354D74E4AB}" dt="2024-10-29T04:59:47.918" v="1170" actId="20577"/>
          <ac:spMkLst>
            <pc:docMk/>
            <pc:sldMk cId="3339055648" sldId="1625"/>
            <ac:spMk id="3" creationId="{E6152742-E6D0-F288-AAEA-628D6405A347}"/>
          </ac:spMkLst>
        </pc:spChg>
        <pc:spChg chg="mod">
          <ac:chgData name="Rosmin Elsa" userId="8f13a6be4da41318" providerId="LiveId" clId="{E4A5FF50-2F5F-4F5F-AD19-FE354D74E4AB}" dt="2024-10-30T02:32:52.582" v="1575" actId="20577"/>
          <ac:spMkLst>
            <pc:docMk/>
            <pc:sldMk cId="3339055648" sldId="1625"/>
            <ac:spMk id="5" creationId="{D15CBCA4-8279-49A0-BDA5-8F1C3F65A437}"/>
          </ac:spMkLst>
        </pc:spChg>
      </pc:sldChg>
      <pc:sldChg chg="modSp add mod">
        <pc:chgData name="Rosmin Elsa" userId="8f13a6be4da41318" providerId="LiveId" clId="{E4A5FF50-2F5F-4F5F-AD19-FE354D74E4AB}" dt="2024-10-30T02:32:59.944" v="1577" actId="20577"/>
        <pc:sldMkLst>
          <pc:docMk/>
          <pc:sldMk cId="1174789595" sldId="1626"/>
        </pc:sldMkLst>
        <pc:spChg chg="mod">
          <ac:chgData name="Rosmin Elsa" userId="8f13a6be4da41318" providerId="LiveId" clId="{E4A5FF50-2F5F-4F5F-AD19-FE354D74E4AB}" dt="2024-10-29T05:01:05.213" v="1183" actId="20577"/>
          <ac:spMkLst>
            <pc:docMk/>
            <pc:sldMk cId="1174789595" sldId="1626"/>
            <ac:spMk id="3" creationId="{E6152742-E6D0-F288-AAEA-628D6405A347}"/>
          </ac:spMkLst>
        </pc:spChg>
        <pc:spChg chg="mod">
          <ac:chgData name="Rosmin Elsa" userId="8f13a6be4da41318" providerId="LiveId" clId="{E4A5FF50-2F5F-4F5F-AD19-FE354D74E4AB}" dt="2024-10-30T02:32:59.944" v="1577" actId="20577"/>
          <ac:spMkLst>
            <pc:docMk/>
            <pc:sldMk cId="1174789595" sldId="1626"/>
            <ac:spMk id="5" creationId="{D15CBCA4-8279-49A0-BDA5-8F1C3F65A437}"/>
          </ac:spMkLst>
        </pc:spChg>
      </pc:sldChg>
      <pc:sldChg chg="modSp add mod">
        <pc:chgData name="Rosmin Elsa" userId="8f13a6be4da41318" providerId="LiveId" clId="{E4A5FF50-2F5F-4F5F-AD19-FE354D74E4AB}" dt="2024-10-30T02:33:49.444" v="1584" actId="20577"/>
        <pc:sldMkLst>
          <pc:docMk/>
          <pc:sldMk cId="56519740" sldId="1627"/>
        </pc:sldMkLst>
        <pc:spChg chg="mod">
          <ac:chgData name="Rosmin Elsa" userId="8f13a6be4da41318" providerId="LiveId" clId="{E4A5FF50-2F5F-4F5F-AD19-FE354D74E4AB}" dt="2024-10-29T05:30:02.698" v="1319"/>
          <ac:spMkLst>
            <pc:docMk/>
            <pc:sldMk cId="56519740" sldId="1627"/>
            <ac:spMk id="2" creationId="{00000000-0000-0000-0000-000000000000}"/>
          </ac:spMkLst>
        </pc:spChg>
        <pc:spChg chg="mod">
          <ac:chgData name="Rosmin Elsa" userId="8f13a6be4da41318" providerId="LiveId" clId="{E4A5FF50-2F5F-4F5F-AD19-FE354D74E4AB}" dt="2024-10-29T05:29:28.350" v="1318" actId="114"/>
          <ac:spMkLst>
            <pc:docMk/>
            <pc:sldMk cId="56519740" sldId="1627"/>
            <ac:spMk id="3" creationId="{1569C570-5A84-ECFA-50AE-CDD38D8C62F4}"/>
          </ac:spMkLst>
        </pc:spChg>
        <pc:spChg chg="mod">
          <ac:chgData name="Rosmin Elsa" userId="8f13a6be4da41318" providerId="LiveId" clId="{E4A5FF50-2F5F-4F5F-AD19-FE354D74E4AB}" dt="2024-10-30T02:33:49.444" v="1584" actId="20577"/>
          <ac:spMkLst>
            <pc:docMk/>
            <pc:sldMk cId="56519740" sldId="1627"/>
            <ac:spMk id="5" creationId="{D15CBCA4-8279-49A0-BDA5-8F1C3F65A437}"/>
          </ac:spMkLst>
        </pc:spChg>
      </pc:sldChg>
      <pc:sldChg chg="modSp add mod">
        <pc:chgData name="Rosmin Elsa" userId="8f13a6be4da41318" providerId="LiveId" clId="{E4A5FF50-2F5F-4F5F-AD19-FE354D74E4AB}" dt="2024-10-30T02:33:56.332" v="1587" actId="20577"/>
        <pc:sldMkLst>
          <pc:docMk/>
          <pc:sldMk cId="3323848313" sldId="1628"/>
        </pc:sldMkLst>
        <pc:spChg chg="mod">
          <ac:chgData name="Rosmin Elsa" userId="8f13a6be4da41318" providerId="LiveId" clId="{E4A5FF50-2F5F-4F5F-AD19-FE354D74E4AB}" dt="2024-10-29T05:30:05.363" v="1320"/>
          <ac:spMkLst>
            <pc:docMk/>
            <pc:sldMk cId="3323848313" sldId="1628"/>
            <ac:spMk id="2" creationId="{00000000-0000-0000-0000-000000000000}"/>
          </ac:spMkLst>
        </pc:spChg>
        <pc:spChg chg="mod">
          <ac:chgData name="Rosmin Elsa" userId="8f13a6be4da41318" providerId="LiveId" clId="{E4A5FF50-2F5F-4F5F-AD19-FE354D74E4AB}" dt="2024-10-29T05:29:25.105" v="1317" actId="114"/>
          <ac:spMkLst>
            <pc:docMk/>
            <pc:sldMk cId="3323848313" sldId="1628"/>
            <ac:spMk id="3" creationId="{1569C570-5A84-ECFA-50AE-CDD38D8C62F4}"/>
          </ac:spMkLst>
        </pc:spChg>
        <pc:spChg chg="mod">
          <ac:chgData name="Rosmin Elsa" userId="8f13a6be4da41318" providerId="LiveId" clId="{E4A5FF50-2F5F-4F5F-AD19-FE354D74E4AB}" dt="2024-10-30T02:33:56.332" v="1587" actId="20577"/>
          <ac:spMkLst>
            <pc:docMk/>
            <pc:sldMk cId="3323848313" sldId="1628"/>
            <ac:spMk id="5" creationId="{D15CBCA4-8279-49A0-BDA5-8F1C3F65A437}"/>
          </ac:spMkLst>
        </pc:spChg>
      </pc:sldChg>
      <pc:sldChg chg="modSp add mod">
        <pc:chgData name="Rosmin Elsa" userId="8f13a6be4da41318" providerId="LiveId" clId="{E4A5FF50-2F5F-4F5F-AD19-FE354D74E4AB}" dt="2024-10-30T02:34:00.328" v="1588" actId="20577"/>
        <pc:sldMkLst>
          <pc:docMk/>
          <pc:sldMk cId="660300182" sldId="1629"/>
        </pc:sldMkLst>
        <pc:spChg chg="mod">
          <ac:chgData name="Rosmin Elsa" userId="8f13a6be4da41318" providerId="LiveId" clId="{E4A5FF50-2F5F-4F5F-AD19-FE354D74E4AB}" dt="2024-10-29T05:30:07.809" v="1321"/>
          <ac:spMkLst>
            <pc:docMk/>
            <pc:sldMk cId="660300182" sldId="1629"/>
            <ac:spMk id="2" creationId="{00000000-0000-0000-0000-000000000000}"/>
          </ac:spMkLst>
        </pc:spChg>
        <pc:spChg chg="mod">
          <ac:chgData name="Rosmin Elsa" userId="8f13a6be4da41318" providerId="LiveId" clId="{E4A5FF50-2F5F-4F5F-AD19-FE354D74E4AB}" dt="2024-10-29T05:29:20.863" v="1316" actId="114"/>
          <ac:spMkLst>
            <pc:docMk/>
            <pc:sldMk cId="660300182" sldId="1629"/>
            <ac:spMk id="3" creationId="{1569C570-5A84-ECFA-50AE-CDD38D8C62F4}"/>
          </ac:spMkLst>
        </pc:spChg>
        <pc:spChg chg="mod">
          <ac:chgData name="Rosmin Elsa" userId="8f13a6be4da41318" providerId="LiveId" clId="{E4A5FF50-2F5F-4F5F-AD19-FE354D74E4AB}" dt="2024-10-30T02:34:00.328" v="1588" actId="20577"/>
          <ac:spMkLst>
            <pc:docMk/>
            <pc:sldMk cId="660300182" sldId="1629"/>
            <ac:spMk id="5" creationId="{D15CBCA4-8279-49A0-BDA5-8F1C3F65A437}"/>
          </ac:spMkLst>
        </pc:spChg>
      </pc:sldChg>
      <pc:sldChg chg="modSp add mod">
        <pc:chgData name="Rosmin Elsa" userId="8f13a6be4da41318" providerId="LiveId" clId="{E4A5FF50-2F5F-4F5F-AD19-FE354D74E4AB}" dt="2024-10-30T02:30:17.174" v="1553" actId="20577"/>
        <pc:sldMkLst>
          <pc:docMk/>
          <pc:sldMk cId="3699814327" sldId="1630"/>
        </pc:sldMkLst>
        <pc:spChg chg="mod">
          <ac:chgData name="Rosmin Elsa" userId="8f13a6be4da41318" providerId="LiveId" clId="{E4A5FF50-2F5F-4F5F-AD19-FE354D74E4AB}" dt="2024-10-30T02:30:17.174" v="1553" actId="20577"/>
          <ac:spMkLst>
            <pc:docMk/>
            <pc:sldMk cId="3699814327" sldId="1630"/>
            <ac:spMk id="5" creationId="{D15CBCA4-8279-49A0-BDA5-8F1C3F65A437}"/>
          </ac:spMkLst>
        </pc:spChg>
        <pc:spChg chg="mod">
          <ac:chgData name="Rosmin Elsa" userId="8f13a6be4da41318" providerId="LiveId" clId="{E4A5FF50-2F5F-4F5F-AD19-FE354D74E4AB}" dt="2024-10-29T08:18:57.397" v="1477" actId="20577"/>
          <ac:spMkLst>
            <pc:docMk/>
            <pc:sldMk cId="3699814327" sldId="1630"/>
            <ac:spMk id="6" creationId="{00B7E6C3-DC3B-BC8E-EE75-86995C7F8ADF}"/>
          </ac:spMkLst>
        </pc:spChg>
      </pc:sldChg>
      <pc:sldMasterChg chg="modSldLayout">
        <pc:chgData name="Rosmin Elsa" userId="8f13a6be4da41318" providerId="LiveId" clId="{E4A5FF50-2F5F-4F5F-AD19-FE354D74E4AB}" dt="2024-10-29T02:05:56.344" v="33" actId="20577"/>
        <pc:sldMasterMkLst>
          <pc:docMk/>
          <pc:sldMasterMk cId="2021402228" sldId="2147483673"/>
        </pc:sldMasterMkLst>
        <pc:sldLayoutChg chg="modSp mod">
          <pc:chgData name="Rosmin Elsa" userId="8f13a6be4da41318" providerId="LiveId" clId="{E4A5FF50-2F5F-4F5F-AD19-FE354D74E4AB}" dt="2024-10-29T02:05:18.370" v="5" actId="20577"/>
          <pc:sldLayoutMkLst>
            <pc:docMk/>
            <pc:sldMasterMk cId="2021402228" sldId="2147483673"/>
            <pc:sldLayoutMk cId="972620569" sldId="2147483686"/>
          </pc:sldLayoutMkLst>
          <pc:spChg chg="mod">
            <ac:chgData name="Rosmin Elsa" userId="8f13a6be4da41318" providerId="LiveId" clId="{E4A5FF50-2F5F-4F5F-AD19-FE354D74E4AB}" dt="2024-10-29T02:05:18.370" v="5" actId="20577"/>
            <ac:spMkLst>
              <pc:docMk/>
              <pc:sldMasterMk cId="2021402228" sldId="2147483673"/>
              <pc:sldLayoutMk cId="972620569" sldId="2147483686"/>
              <ac:spMk id="7" creationId="{99B39CA7-ADE3-4147-9B4D-BE10E585E948}"/>
            </ac:spMkLst>
          </pc:spChg>
        </pc:sldLayoutChg>
        <pc:sldLayoutChg chg="modSp mod">
          <pc:chgData name="Rosmin Elsa" userId="8f13a6be4da41318" providerId="LiveId" clId="{E4A5FF50-2F5F-4F5F-AD19-FE354D74E4AB}" dt="2024-10-29T02:05:28.257" v="10" actId="20577"/>
          <pc:sldLayoutMkLst>
            <pc:docMk/>
            <pc:sldMasterMk cId="2021402228" sldId="2147483673"/>
            <pc:sldLayoutMk cId="3929588466" sldId="2147483687"/>
          </pc:sldLayoutMkLst>
          <pc:spChg chg="mod">
            <ac:chgData name="Rosmin Elsa" userId="8f13a6be4da41318" providerId="LiveId" clId="{E4A5FF50-2F5F-4F5F-AD19-FE354D74E4AB}" dt="2024-10-29T02:05:28.257" v="10" actId="20577"/>
            <ac:spMkLst>
              <pc:docMk/>
              <pc:sldMasterMk cId="2021402228" sldId="2147483673"/>
              <pc:sldLayoutMk cId="3929588466" sldId="2147483687"/>
              <ac:spMk id="7" creationId="{99B39CA7-ADE3-4147-9B4D-BE10E585E948}"/>
            </ac:spMkLst>
          </pc:spChg>
        </pc:sldLayoutChg>
        <pc:sldLayoutChg chg="modSp mod">
          <pc:chgData name="Rosmin Elsa" userId="8f13a6be4da41318" providerId="LiveId" clId="{E4A5FF50-2F5F-4F5F-AD19-FE354D74E4AB}" dt="2024-10-29T02:05:56.344" v="33" actId="20577"/>
          <pc:sldLayoutMkLst>
            <pc:docMk/>
            <pc:sldMasterMk cId="2021402228" sldId="2147483673"/>
            <pc:sldLayoutMk cId="559836863" sldId="2147483688"/>
          </pc:sldLayoutMkLst>
          <pc:spChg chg="mod">
            <ac:chgData name="Rosmin Elsa" userId="8f13a6be4da41318" providerId="LiveId" clId="{E4A5FF50-2F5F-4F5F-AD19-FE354D74E4AB}" dt="2024-10-29T02:05:56.344" v="33" actId="20577"/>
            <ac:spMkLst>
              <pc:docMk/>
              <pc:sldMasterMk cId="2021402228" sldId="2147483673"/>
              <pc:sldLayoutMk cId="559836863" sldId="2147483688"/>
              <ac:spMk id="6" creationId="{35F845F3-CC22-433F-9120-253A2A1338E7}"/>
            </ac:spMkLst>
          </pc:spChg>
        </pc:sldLayoutChg>
        <pc:sldLayoutChg chg="modSp mod">
          <pc:chgData name="Rosmin Elsa" userId="8f13a6be4da41318" providerId="LiveId" clId="{E4A5FF50-2F5F-4F5F-AD19-FE354D74E4AB}" dt="2024-10-29T02:05:40.372" v="17" actId="20577"/>
          <pc:sldLayoutMkLst>
            <pc:docMk/>
            <pc:sldMasterMk cId="2021402228" sldId="2147483673"/>
            <pc:sldLayoutMk cId="3490850578" sldId="2147483689"/>
          </pc:sldLayoutMkLst>
          <pc:spChg chg="mod">
            <ac:chgData name="Rosmin Elsa" userId="8f13a6be4da41318" providerId="LiveId" clId="{E4A5FF50-2F5F-4F5F-AD19-FE354D74E4AB}" dt="2024-10-29T02:05:40.372" v="17" actId="20577"/>
            <ac:spMkLst>
              <pc:docMk/>
              <pc:sldMasterMk cId="2021402228" sldId="2147483673"/>
              <pc:sldLayoutMk cId="3490850578" sldId="2147483689"/>
              <ac:spMk id="7" creationId="{99B39CA7-ADE3-4147-9B4D-BE10E585E948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02/11/2024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03 Nov 2024,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03 Nov 2024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03 Nov 2024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03 Nov 2024</a:t>
            </a:r>
            <a:endParaRPr lang="en-US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11/2/24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3A813-6DBA-F993-8DA0-D81B4057E015}"/>
              </a:ext>
            </a:extLst>
          </p:cNvPr>
          <p:cNvSpPr txBox="1">
            <a:spLocks/>
          </p:cNvSpPr>
          <p:nvPr/>
        </p:nvSpPr>
        <p:spPr>
          <a:xfrm>
            <a:off x="1058804" y="736865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4800" b="1" err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Kudosh</a:t>
            </a:r>
            <a:r>
              <a:rPr lang="en-SG" sz="48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 </a:t>
            </a:r>
            <a:r>
              <a:rPr lang="en-SG" sz="4800" b="1" err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Eetho</a:t>
            </a:r>
            <a:br>
              <a:rPr lang="en-SG" sz="4800" b="1" i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</a:br>
            <a:r>
              <a:rPr lang="en-SG" sz="2800" b="1" i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Sanctification of the Church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48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World Sunday School Day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GB" sz="2800" b="1" i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Jesus Christ who embraces children</a:t>
            </a:r>
          </a:p>
        </p:txBody>
      </p:sp>
    </p:spTree>
    <p:extLst>
      <p:ext uri="{BB962C8B-B14F-4D97-AF65-F5344CB8AC3E}">
        <p14:creationId xmlns:p14="http://schemas.microsoft.com/office/powerpoint/2010/main" val="420611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868291" y="1809497"/>
            <a:ext cx="5407417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670550" y="1755777"/>
            <a:ext cx="5802900" cy="163194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</a:rPr>
              <a:t>Opening Hymn</a:t>
            </a:r>
          </a:p>
          <a:p>
            <a:r>
              <a:rPr lang="en-US">
                <a:solidFill>
                  <a:schemeClr val="bg1"/>
                </a:solidFill>
              </a:rPr>
              <a:t>Song no: 1084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chemeClr val="bg1"/>
                </a:solidFill>
              </a:rPr>
              <a:t>Song no: 1084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565908"/>
            <a:ext cx="7915835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700"/>
          </a:p>
          <a:p>
            <a:r>
              <a:rPr lang="en-SG" sz="2700"/>
              <a:t>Jesus shall reign </a:t>
            </a:r>
            <a:r>
              <a:rPr lang="en-SG" sz="2700" err="1"/>
              <a:t>where'er</a:t>
            </a:r>
            <a:r>
              <a:rPr lang="en-SG" sz="2700"/>
              <a:t> the sun</a:t>
            </a:r>
          </a:p>
          <a:p>
            <a:r>
              <a:rPr lang="en-SG" sz="2700"/>
              <a:t>Doth his successive journeys run;</a:t>
            </a:r>
          </a:p>
          <a:p>
            <a:r>
              <a:rPr lang="en-SG" sz="2700"/>
              <a:t>His kingdom stretch from shore to shore, </a:t>
            </a:r>
          </a:p>
          <a:p>
            <a:r>
              <a:rPr lang="en-SG" sz="2700"/>
              <a:t>Till moons shall wax and wane no more.</a:t>
            </a:r>
          </a:p>
          <a:p>
            <a:endParaRPr lang="en-SG" sz="2700"/>
          </a:p>
          <a:p>
            <a:pPr lvl="3"/>
            <a:r>
              <a:rPr lang="en-SG" sz="2700"/>
              <a:t>Peoples and realms of every tongue</a:t>
            </a:r>
          </a:p>
          <a:p>
            <a:pPr lvl="3"/>
            <a:r>
              <a:rPr lang="en-SG" sz="2700"/>
              <a:t>Dwell on His love with sweetest song;</a:t>
            </a:r>
          </a:p>
          <a:p>
            <a:pPr lvl="3"/>
            <a:r>
              <a:rPr lang="en-SG" sz="2700"/>
              <a:t>And infant voices shall proclaim</a:t>
            </a:r>
          </a:p>
          <a:p>
            <a:pPr lvl="3"/>
            <a:r>
              <a:rPr lang="en-SG" sz="2700"/>
              <a:t>Their early blessings on His Name.</a:t>
            </a:r>
          </a:p>
          <a:p>
            <a:pPr algn="ctr"/>
            <a:endParaRPr lang="en-US" sz="27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1 of 2</a:t>
            </a:r>
          </a:p>
        </p:txBody>
      </p:sp>
    </p:spTree>
    <p:extLst>
      <p:ext uri="{BB962C8B-B14F-4D97-AF65-F5344CB8AC3E}">
        <p14:creationId xmlns:p14="http://schemas.microsoft.com/office/powerpoint/2010/main" val="2716954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chemeClr val="bg1"/>
                </a:solidFill>
              </a:rPr>
              <a:t>Song no: 1084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565908"/>
            <a:ext cx="791583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700"/>
          </a:p>
          <a:p>
            <a:r>
              <a:rPr lang="en-SG" sz="2700"/>
              <a:t>To Him shall endless prayer be made,</a:t>
            </a:r>
          </a:p>
          <a:p>
            <a:r>
              <a:rPr lang="en-SG" sz="2700"/>
              <a:t>And endless praises crown His head;</a:t>
            </a:r>
          </a:p>
          <a:p>
            <a:r>
              <a:rPr lang="en-SG" sz="2700"/>
              <a:t>His name like sweet perfume shall rise</a:t>
            </a:r>
          </a:p>
          <a:p>
            <a:r>
              <a:rPr lang="en-SG" sz="2700"/>
              <a:t>With every morning sacrifice. </a:t>
            </a:r>
          </a:p>
          <a:p>
            <a:r>
              <a:rPr lang="en-SG" sz="2700"/>
              <a:t>			</a:t>
            </a:r>
          </a:p>
          <a:p>
            <a:r>
              <a:rPr lang="en-SG" sz="2700"/>
              <a:t>			Then all the earth shall rise and bring</a:t>
            </a:r>
          </a:p>
          <a:p>
            <a:r>
              <a:rPr lang="en-SG" sz="2700"/>
              <a:t>			Peculiar honours to its King;</a:t>
            </a:r>
          </a:p>
          <a:p>
            <a:r>
              <a:rPr lang="en-SG" sz="2700"/>
              <a:t>			Angels descend with songs again,</a:t>
            </a:r>
          </a:p>
          <a:p>
            <a:r>
              <a:rPr lang="en-SG" sz="2700"/>
              <a:t>			And earth repeat the loud Amen.</a:t>
            </a:r>
            <a:endParaRPr lang="en-US" sz="27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2 of 2</a:t>
            </a:r>
          </a:p>
        </p:txBody>
      </p:sp>
    </p:spTree>
    <p:extLst>
      <p:ext uri="{BB962C8B-B14F-4D97-AF65-F5344CB8AC3E}">
        <p14:creationId xmlns:p14="http://schemas.microsoft.com/office/powerpoint/2010/main" val="3781230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9528709-983B-B99F-2E0F-36F5B23AD121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6"/>
            <a:ext cx="6117328" cy="2385987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7"/>
            <a:ext cx="6117328" cy="2120444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Thanksgiving Prayers </a:t>
            </a:r>
          </a:p>
          <a:p>
            <a:r>
              <a:rPr lang="en-GB" sz="4400">
                <a:solidFill>
                  <a:schemeClr val="bg1"/>
                </a:solidFill>
              </a:rPr>
              <a:t>In His time, v2</a:t>
            </a: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Thanksgiving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1535844" y="1232922"/>
            <a:ext cx="685935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800"/>
              <a:t>In Your time, In Your time,</a:t>
            </a:r>
          </a:p>
          <a:p>
            <a:pPr algn="ctr"/>
            <a:r>
              <a:rPr lang="en-SG" sz="2800"/>
              <a:t>You make all things beautiful, in Your time.</a:t>
            </a:r>
          </a:p>
          <a:p>
            <a:pPr algn="ctr"/>
            <a:r>
              <a:rPr lang="en-SG" sz="2800"/>
              <a:t>Lord, my life to You I bring</a:t>
            </a:r>
          </a:p>
          <a:p>
            <a:pPr algn="ctr"/>
            <a:r>
              <a:rPr lang="en-SG" sz="2800"/>
              <a:t>May each song I have to sing,</a:t>
            </a:r>
          </a:p>
          <a:p>
            <a:pPr algn="ctr"/>
            <a:r>
              <a:rPr lang="en-SG" sz="2800"/>
              <a:t>Be to You a lovely thing, </a:t>
            </a:r>
          </a:p>
          <a:p>
            <a:pPr algn="ctr"/>
            <a:r>
              <a:rPr lang="en-SG" sz="2800"/>
              <a:t>In Your time.</a:t>
            </a:r>
            <a:endParaRPr lang="en-US" sz="2800" i="1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B1B1673-989C-680F-2E10-EB145FAF0EA9}"/>
              </a:ext>
            </a:extLst>
          </p:cNvPr>
          <p:cNvSpPr/>
          <p:nvPr/>
        </p:nvSpPr>
        <p:spPr>
          <a:xfrm>
            <a:off x="1513336" y="1809496"/>
            <a:ext cx="6117328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754364"/>
            <a:ext cx="6117328" cy="1634771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Thanksgiving Prayers</a:t>
            </a:r>
          </a:p>
        </p:txBody>
      </p:sp>
    </p:spTree>
    <p:extLst>
      <p:ext uri="{BB962C8B-B14F-4D97-AF65-F5344CB8AC3E}">
        <p14:creationId xmlns:p14="http://schemas.microsoft.com/office/powerpoint/2010/main" val="180396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2141910" y="1757052"/>
            <a:ext cx="4860177" cy="1629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89" y="1754363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  <a:p>
            <a:r>
              <a:rPr lang="en-GB">
                <a:solidFill>
                  <a:schemeClr val="bg1"/>
                </a:solidFill>
              </a:rPr>
              <a:t>Song No: 1129</a:t>
            </a: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– Song No. 1129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1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92764" y="727294"/>
            <a:ext cx="552591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/>
              <a:t>Jesus wants me for a sunbeam,</a:t>
            </a:r>
          </a:p>
          <a:p>
            <a:r>
              <a:rPr lang="en-SG" sz="2800"/>
              <a:t>To shine for Him each day;</a:t>
            </a:r>
          </a:p>
          <a:p>
            <a:r>
              <a:rPr lang="en-SG" sz="2800"/>
              <a:t>In every way try to please Him</a:t>
            </a:r>
          </a:p>
          <a:p>
            <a:r>
              <a:rPr lang="en-SG" sz="2800"/>
              <a:t>At home, at school, at play</a:t>
            </a:r>
            <a:endParaRPr lang="en-US" sz="2800" i="1">
              <a:solidFill>
                <a:srgbClr val="800000"/>
              </a:solidFill>
            </a:endParaRPr>
          </a:p>
          <a:p>
            <a:pPr lvl="1"/>
            <a:r>
              <a:rPr lang="en-SG" sz="2800" i="1">
                <a:solidFill>
                  <a:srgbClr val="800000"/>
                </a:solidFill>
              </a:rPr>
              <a:t>A sunbeam, a sunbeam,</a:t>
            </a:r>
          </a:p>
          <a:p>
            <a:pPr lvl="1"/>
            <a:r>
              <a:rPr lang="en-SG" sz="2800" i="1">
                <a:solidFill>
                  <a:srgbClr val="800000"/>
                </a:solidFill>
              </a:rPr>
              <a:t>Jesus wants me for a sunbeam</a:t>
            </a:r>
          </a:p>
          <a:p>
            <a:pPr lvl="1"/>
            <a:r>
              <a:rPr lang="en-SG" sz="2800" i="1">
                <a:solidFill>
                  <a:srgbClr val="800000"/>
                </a:solidFill>
              </a:rPr>
              <a:t>A sunbeam, a sunbeam</a:t>
            </a:r>
          </a:p>
          <a:p>
            <a:pPr lvl="1"/>
            <a:r>
              <a:rPr lang="en-SG" sz="2800" i="1">
                <a:solidFill>
                  <a:srgbClr val="800000"/>
                </a:solidFill>
              </a:rPr>
              <a:t>I'll be a sunbeam for Him.</a:t>
            </a:r>
            <a:endParaRPr lang="en-US" sz="2800" i="1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– Song No. 1129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2 of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119C6D-813D-2D08-F38A-6DE5BB788FE1}"/>
              </a:ext>
            </a:extLst>
          </p:cNvPr>
          <p:cNvSpPr txBox="1"/>
          <p:nvPr/>
        </p:nvSpPr>
        <p:spPr>
          <a:xfrm>
            <a:off x="92764" y="727294"/>
            <a:ext cx="552591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/>
              <a:t>Jesus wants me to be loving,</a:t>
            </a:r>
          </a:p>
          <a:p>
            <a:r>
              <a:rPr lang="en-SG" sz="2800"/>
              <a:t>And kind to all I see;</a:t>
            </a:r>
          </a:p>
          <a:p>
            <a:r>
              <a:rPr lang="en-SG" sz="2800"/>
              <a:t>Showing how pleasant and happy</a:t>
            </a:r>
          </a:p>
          <a:p>
            <a:r>
              <a:rPr lang="en-SG" sz="2800"/>
              <a:t>His little one can be.</a:t>
            </a:r>
            <a:endParaRPr lang="en-US" sz="2800" i="1">
              <a:solidFill>
                <a:srgbClr val="800000"/>
              </a:solidFill>
            </a:endParaRPr>
          </a:p>
          <a:p>
            <a:pPr lvl="1"/>
            <a:r>
              <a:rPr lang="en-SG" sz="2800" i="1">
                <a:solidFill>
                  <a:srgbClr val="800000"/>
                </a:solidFill>
              </a:rPr>
              <a:t>A sunbeam, a sunbeam,</a:t>
            </a:r>
          </a:p>
          <a:p>
            <a:pPr lvl="1"/>
            <a:r>
              <a:rPr lang="en-SG" sz="2800" i="1">
                <a:solidFill>
                  <a:srgbClr val="800000"/>
                </a:solidFill>
              </a:rPr>
              <a:t>Jesus wants me for a sunbeam</a:t>
            </a:r>
          </a:p>
          <a:p>
            <a:pPr lvl="1"/>
            <a:r>
              <a:rPr lang="en-SG" sz="2800" i="1">
                <a:solidFill>
                  <a:srgbClr val="800000"/>
                </a:solidFill>
              </a:rPr>
              <a:t>A sunbeam, a sunbeam</a:t>
            </a:r>
          </a:p>
          <a:p>
            <a:pPr lvl="1"/>
            <a:r>
              <a:rPr lang="en-SG" sz="2800" i="1">
                <a:solidFill>
                  <a:srgbClr val="800000"/>
                </a:solidFill>
              </a:rPr>
              <a:t>I'll be a sunbeam for Him.</a:t>
            </a:r>
            <a:endParaRPr lang="en-US" sz="2800" i="1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10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– Song No. 1129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3 of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B2755F-B797-A636-3786-F9533FC0B1C7}"/>
              </a:ext>
            </a:extLst>
          </p:cNvPr>
          <p:cNvSpPr txBox="1"/>
          <p:nvPr/>
        </p:nvSpPr>
        <p:spPr>
          <a:xfrm>
            <a:off x="92764" y="727294"/>
            <a:ext cx="552591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/>
              <a:t>I will ask Jesus to help me,</a:t>
            </a:r>
          </a:p>
          <a:p>
            <a:r>
              <a:rPr lang="en-SG" sz="2800"/>
              <a:t>To keep my heart from sin;</a:t>
            </a:r>
          </a:p>
          <a:p>
            <a:r>
              <a:rPr lang="en-SG" sz="2800"/>
              <a:t>Ever reflecting His goodness,</a:t>
            </a:r>
          </a:p>
          <a:p>
            <a:r>
              <a:rPr lang="en-SG" sz="2800"/>
              <a:t>And always shine for Him.</a:t>
            </a:r>
          </a:p>
          <a:p>
            <a:r>
              <a:rPr lang="en-SG" sz="2800" i="1">
                <a:solidFill>
                  <a:srgbClr val="800000"/>
                </a:solidFill>
              </a:rPr>
              <a:t>	A sunbeam, a sunbeam,</a:t>
            </a:r>
          </a:p>
          <a:p>
            <a:pPr lvl="1"/>
            <a:r>
              <a:rPr lang="en-SG" sz="2800" i="1">
                <a:solidFill>
                  <a:srgbClr val="800000"/>
                </a:solidFill>
              </a:rPr>
              <a:t>Jesus wants me for a sunbeam</a:t>
            </a:r>
          </a:p>
          <a:p>
            <a:pPr lvl="1"/>
            <a:r>
              <a:rPr lang="en-SG" sz="2800" i="1">
                <a:solidFill>
                  <a:srgbClr val="800000"/>
                </a:solidFill>
              </a:rPr>
              <a:t>A sunbeam, a sunbeam</a:t>
            </a:r>
          </a:p>
          <a:p>
            <a:pPr lvl="1"/>
            <a:r>
              <a:rPr lang="en-SG" sz="2800" i="1">
                <a:solidFill>
                  <a:srgbClr val="800000"/>
                </a:solidFill>
              </a:rPr>
              <a:t>I'll be a sunbeam for Him.</a:t>
            </a:r>
            <a:endParaRPr lang="en-US" sz="2800" i="1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142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– Song No. 1129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4 of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2B691E-D971-60BD-3587-2C15B3CE1733}"/>
              </a:ext>
            </a:extLst>
          </p:cNvPr>
          <p:cNvSpPr txBox="1"/>
          <p:nvPr/>
        </p:nvSpPr>
        <p:spPr>
          <a:xfrm>
            <a:off x="92764" y="727294"/>
            <a:ext cx="552591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/>
              <a:t>I'll be a sunbeam for Jesus</a:t>
            </a:r>
          </a:p>
          <a:p>
            <a:r>
              <a:rPr lang="en-SG" sz="2800"/>
              <a:t>I can if I but try</a:t>
            </a:r>
          </a:p>
          <a:p>
            <a:r>
              <a:rPr lang="en-SG" sz="2800"/>
              <a:t>Serving Him moment by moment,</a:t>
            </a:r>
          </a:p>
          <a:p>
            <a:r>
              <a:rPr lang="en-SG" sz="2800"/>
              <a:t>Then live with Him on high.</a:t>
            </a:r>
            <a:r>
              <a:rPr lang="en-SG" sz="2800" i="1">
                <a:solidFill>
                  <a:srgbClr val="800000"/>
                </a:solidFill>
              </a:rPr>
              <a:t>	</a:t>
            </a:r>
          </a:p>
          <a:p>
            <a:r>
              <a:rPr lang="en-SG" sz="2800" i="1">
                <a:solidFill>
                  <a:srgbClr val="800000"/>
                </a:solidFill>
              </a:rPr>
              <a:t>	A sunbeam, a sunbeam,</a:t>
            </a:r>
          </a:p>
          <a:p>
            <a:pPr lvl="1"/>
            <a:r>
              <a:rPr lang="en-SG" sz="2800" i="1">
                <a:solidFill>
                  <a:srgbClr val="800000"/>
                </a:solidFill>
              </a:rPr>
              <a:t>Jesus wants me for a sunbeam</a:t>
            </a:r>
          </a:p>
          <a:p>
            <a:pPr lvl="1"/>
            <a:r>
              <a:rPr lang="en-SG" sz="2800" i="1">
                <a:solidFill>
                  <a:srgbClr val="800000"/>
                </a:solidFill>
              </a:rPr>
              <a:t>A sunbeam, a sunbeam</a:t>
            </a:r>
          </a:p>
          <a:p>
            <a:pPr lvl="1"/>
            <a:r>
              <a:rPr lang="en-SG" sz="2800" i="1">
                <a:solidFill>
                  <a:srgbClr val="800000"/>
                </a:solidFill>
              </a:rPr>
              <a:t>I'll be a sunbeam for Him.</a:t>
            </a:r>
            <a:endParaRPr lang="en-US" sz="2800" i="1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815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Confession – Song no. 659, v1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942026" y="605813"/>
            <a:ext cx="7301974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Jesus, I love Thee, I know Thou art mine!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Thee, all the pleasures of sin I resign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gracious Redeemer, my Saviour art Thou!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If ever I loved Thee, my Jesus, ‘tis now !</a:t>
            </a: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ED50B-AACD-A118-0703-6CB67F2EF7B8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85569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Song no: 659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Song no: 659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14BAA-A1C4-D93D-26CE-AE47C64DB6A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1 of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4042C2-B4E0-CA2C-4D84-9A8D229A26A8}"/>
              </a:ext>
            </a:extLst>
          </p:cNvPr>
          <p:cNvSpPr/>
          <p:nvPr/>
        </p:nvSpPr>
        <p:spPr>
          <a:xfrm>
            <a:off x="942026" y="605813"/>
            <a:ext cx="7301974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Jesus, I love Thee, I know Thou art mine!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Thee, all the pleasures of sin I resign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gracious Redeemer, my Saviour art Thou!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"If ever I loved Thee, my Jesus, ‘tis now !"</a:t>
            </a:r>
          </a:p>
        </p:txBody>
      </p:sp>
    </p:spTree>
    <p:extLst>
      <p:ext uri="{BB962C8B-B14F-4D97-AF65-F5344CB8AC3E}">
        <p14:creationId xmlns:p14="http://schemas.microsoft.com/office/powerpoint/2010/main" val="35590884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Song no: 659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B1447-44C8-393E-BE5B-66D10617B98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3CE137-BEA4-4F1C-7CEE-48302F62FEC6}"/>
              </a:ext>
            </a:extLst>
          </p:cNvPr>
          <p:cNvSpPr/>
          <p:nvPr/>
        </p:nvSpPr>
        <p:spPr>
          <a:xfrm>
            <a:off x="942026" y="605813"/>
            <a:ext cx="7834774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love Thee, because Thou hast first loved me;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purchased my pardon on Calvary's tree;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love Thee for wearing the thorns on Thy brow;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"If ever I loved Thee, my Jesus, ‘tis now!"</a:t>
            </a:r>
          </a:p>
        </p:txBody>
      </p:sp>
    </p:spTree>
    <p:extLst>
      <p:ext uri="{BB962C8B-B14F-4D97-AF65-F5344CB8AC3E}">
        <p14:creationId xmlns:p14="http://schemas.microsoft.com/office/powerpoint/2010/main" val="3272556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Song no: 659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B1447-44C8-393E-BE5B-66D10617B98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0E50F6-F471-B630-8272-A4CD6AFFBEF6}"/>
              </a:ext>
            </a:extLst>
          </p:cNvPr>
          <p:cNvSpPr/>
          <p:nvPr/>
        </p:nvSpPr>
        <p:spPr>
          <a:xfrm>
            <a:off x="540000" y="605813"/>
            <a:ext cx="8431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will love Thee in life, I will love Thee in death,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praise Thee as long as Thou lendest me breath;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say when the death-dew lies cold on my brow,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"If ever I loved Thee, my Jesus, ‘tis now !"</a:t>
            </a: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310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Song no: 659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B1447-44C8-393E-BE5B-66D10617B98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79ACF0-CF4C-C127-36FE-63A5E14E787B}"/>
              </a:ext>
            </a:extLst>
          </p:cNvPr>
          <p:cNvSpPr/>
          <p:nvPr/>
        </p:nvSpPr>
        <p:spPr>
          <a:xfrm>
            <a:off x="540000" y="605813"/>
            <a:ext cx="8431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 mansions of glory and endless delight,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I'll ever adore Thee in heaven so bright 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I'll sing with the glittering crown on my brow,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"If ever I loved Thee, my Jesus, ‘tis now!"</a:t>
            </a: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5354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1138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1138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1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914400" y="713099"/>
            <a:ext cx="7315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 bids us shine with a clear, pure light,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Like a little candle burning in the night;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 this world of darkness, we must shine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You in your small corner, and I in mine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774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1138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2 of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D023DB-21B9-3987-B01D-6C6622E36893}"/>
              </a:ext>
            </a:extLst>
          </p:cNvPr>
          <p:cNvSpPr/>
          <p:nvPr/>
        </p:nvSpPr>
        <p:spPr>
          <a:xfrm>
            <a:off x="914400" y="713099"/>
            <a:ext cx="7315200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 bids us shine, first of all for Him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Well, He sees and knows it, if our light is dim; He looks down from heaven, to see us shine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You in your small corner, and I in mine.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4716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1138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3 of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417D2D-1657-99F6-20A8-D745FBBA3D68}"/>
              </a:ext>
            </a:extLst>
          </p:cNvPr>
          <p:cNvSpPr/>
          <p:nvPr/>
        </p:nvSpPr>
        <p:spPr>
          <a:xfrm>
            <a:off x="914400" y="713099"/>
            <a:ext cx="7315200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 bids us shine, then ; for, all around,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Many kinds of darkness in this world abound: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Sin and want and sorrow; so, we must shine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You in your small corner, and I in mine.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7312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Make me a channel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19946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Make me a channel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1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94698" y="730081"/>
            <a:ext cx="7354603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Make me a channel of Your peace: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Where there is hatred, let me bring your love;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Where there is injury, your pardon Lord,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where there’s doubt, true faith in you.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 Master, grant that I may never seek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 much to be consoled as to console, 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be understood, as to understand,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be loved as to love with all my soul.</a:t>
            </a:r>
          </a:p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1983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Make me a channel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2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94698" y="730081"/>
            <a:ext cx="7639702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Make me a channel of Your peace: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Where there’s despair in life, let me bring hope;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Where there is darkness</a:t>
            </a:r>
            <a:r>
              <a:rPr lang="en-SG" sz="2800" b="0" i="0">
                <a:solidFill>
                  <a:srgbClr val="5E5E5E"/>
                </a:solidFill>
                <a:effectLst/>
                <a:latin typeface="Arial" panose="020B0604020202020204" pitchFamily="34" charset="0"/>
              </a:rPr>
              <a:t>— 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only light,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where there’s sadness, ever joy.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 Master, grant that I may never seek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 much to be consoled as to console, 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be understood, as to understand,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be loved as to love with all my soul.</a:t>
            </a:r>
          </a:p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8143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Make me a channel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3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94698" y="730081"/>
            <a:ext cx="735460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Make me a channel of your peace: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Where there is hatred, let me bring your love;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Where there is injury, your pardon Lord,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where there’s doubt, true faith in you.</a:t>
            </a:r>
          </a:p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856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Shine Jesus Shine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47401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Shine Jesus Shine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1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077015" y="713099"/>
            <a:ext cx="6989969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Lord, the light of your love is shining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 the midst of the darkness, shining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Jesus, Light of the world, shine upon us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Set us free by the truth you now bring us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Shine on me, shine on me.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8920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Shine Jesus Shine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2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917735" y="613695"/>
            <a:ext cx="7308529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Shine, Jesus, shine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Fill this land with the Father’s glory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Blaze, Spirit, blaze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 our hearts on fire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Flow, river, flow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Flood the nations with grace and mercy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Send forth your word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Lord, and let there be light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1788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Shine Jesus Shine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3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917735" y="613695"/>
            <a:ext cx="7308529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Lord, I come to your awesome presence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From the shadows into your radiance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By the blood I may enter your brightness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Search me, try me, consume all my darkness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Shine on me, shine on me.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0698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Shine Jesus Shine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4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917735" y="613695"/>
            <a:ext cx="7308529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Shine, Jesus, shine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Fill this land with the Father’s glory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Blaze, Spirit, blaze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 our hearts on fire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Flow, river, flow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Flood the nations with grace and mercy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Send forth your word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Lord, and let there be light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5430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Shine Jesus Shine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5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917735" y="613695"/>
            <a:ext cx="7308529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As we gaze on your kingly brightness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So our faces display your likeness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Ever changing from glory to glory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Mirrored here may our lives tell your story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Shine on me, shine on me. 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1035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Shine Jesus Shine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6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917735" y="613695"/>
            <a:ext cx="7308529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Shine, Jesus, shine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Fill this land with the Father’s glory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Blaze, Spirit, blaze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 our hearts on fire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Flow, river, flow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Flood the nations with grace and mercy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Send forth your word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Lord, and let there be light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4326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Seek ye first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56023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Seek ye first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1 of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DFE297-14FD-8C75-D483-AE1329AD46AD}"/>
              </a:ext>
            </a:extLst>
          </p:cNvPr>
          <p:cNvSpPr/>
          <p:nvPr/>
        </p:nvSpPr>
        <p:spPr>
          <a:xfrm>
            <a:off x="459741" y="491295"/>
            <a:ext cx="8224518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Seek ye first the kingdom of God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And His righteousness;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And all these things shall be added unto you.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Hallelu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, Hallelujah!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SG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Ha-</a:t>
            </a:r>
            <a:r>
              <a:rPr kumimoji="0" lang="en-SG" sz="2800" b="0" i="1" u="none" strike="noStrike" kern="120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lle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-</a:t>
            </a:r>
            <a:r>
              <a:rPr kumimoji="0" lang="en-SG" sz="2800" b="0" i="1" u="none" strike="noStrike" kern="120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lu-jah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! Ha-</a:t>
            </a:r>
            <a:r>
              <a:rPr kumimoji="0" lang="en-SG" sz="2800" b="0" i="1" u="none" strike="noStrike" kern="120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lle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-</a:t>
            </a:r>
            <a:r>
              <a:rPr kumimoji="0" lang="en-SG" sz="2800" b="0" i="1" u="none" strike="noStrike" kern="120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lu-jah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Ha-</a:t>
            </a:r>
            <a:r>
              <a:rPr kumimoji="0" lang="en-SG" sz="2800" b="0" i="1" u="none" strike="noStrike" kern="120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lle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-</a:t>
            </a:r>
            <a:r>
              <a:rPr kumimoji="0" lang="en-SG" sz="2800" b="0" i="1" u="none" strike="noStrike" kern="120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lu-jah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! </a:t>
            </a:r>
            <a:r>
              <a:rPr kumimoji="0" lang="en-SG" sz="2800" b="0" i="1" u="none" strike="noStrike" kern="120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Hallelu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SG" sz="2800" b="0" i="1" u="none" strike="noStrike" kern="120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Hallelu-jah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!</a:t>
            </a:r>
            <a:endParaRPr kumimoji="0" lang="en-US" sz="2800" b="0" i="1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9207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Seek ye first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2 of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28E78E-69F6-F1FA-E93D-DA55D9BB9F88}"/>
              </a:ext>
            </a:extLst>
          </p:cNvPr>
          <p:cNvSpPr/>
          <p:nvPr/>
        </p:nvSpPr>
        <p:spPr>
          <a:xfrm>
            <a:off x="459741" y="491295"/>
            <a:ext cx="8224518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Ask, and it shall be given unto you;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Seek, and you shall find.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Knock, and it shall be opened unto you.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Hallelu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, Hallelujah!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Ha-</a:t>
            </a:r>
            <a:r>
              <a:rPr kumimoji="0" lang="en-SG" sz="2800" b="0" i="1" u="none" strike="noStrike" kern="120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lle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-</a:t>
            </a:r>
            <a:r>
              <a:rPr kumimoji="0" lang="en-SG" sz="2800" b="0" i="1" u="none" strike="noStrike" kern="120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lu-jah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! Ha-</a:t>
            </a:r>
            <a:r>
              <a:rPr kumimoji="0" lang="en-SG" sz="2800" b="0" i="1" u="none" strike="noStrike" kern="120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lle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-</a:t>
            </a:r>
            <a:r>
              <a:rPr kumimoji="0" lang="en-SG" sz="2800" b="0" i="1" u="none" strike="noStrike" kern="120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lu-jah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Ha-</a:t>
            </a:r>
            <a:r>
              <a:rPr kumimoji="0" lang="en-SG" sz="2800" b="0" i="1" u="none" strike="noStrike" kern="120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lle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-</a:t>
            </a:r>
            <a:r>
              <a:rPr kumimoji="0" lang="en-SG" sz="2800" b="0" i="1" u="none" strike="noStrike" kern="120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lu-jah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! </a:t>
            </a:r>
            <a:r>
              <a:rPr kumimoji="0" lang="en-SG" sz="2800" b="0" i="1" u="none" strike="noStrike" kern="120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Hallelu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SG" sz="2800" b="0" i="1" u="none" strike="noStrike" kern="120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Hallelu-jah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!</a:t>
            </a:r>
            <a:endParaRPr kumimoji="0" lang="en-US" sz="2800" b="0" i="1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5028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Seek ye first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3 of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28E78E-69F6-F1FA-E93D-DA55D9BB9F88}"/>
              </a:ext>
            </a:extLst>
          </p:cNvPr>
          <p:cNvSpPr/>
          <p:nvPr/>
        </p:nvSpPr>
        <p:spPr>
          <a:xfrm>
            <a:off x="459741" y="491295"/>
            <a:ext cx="8224518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Man shall not live by bread alone,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But by every word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That proceeds out from the mouth of God.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Hallelu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, Hallelujah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Ha-</a:t>
            </a:r>
            <a:r>
              <a:rPr kumimoji="0" lang="en-SG" sz="2800" b="0" i="1" u="none" strike="noStrike" kern="120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lle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-</a:t>
            </a:r>
            <a:r>
              <a:rPr kumimoji="0" lang="en-SG" sz="2800" b="0" i="1" u="none" strike="noStrike" kern="120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lu-jah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! Ha-</a:t>
            </a:r>
            <a:r>
              <a:rPr kumimoji="0" lang="en-SG" sz="2800" b="0" i="1" u="none" strike="noStrike" kern="120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lle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-</a:t>
            </a:r>
            <a:r>
              <a:rPr kumimoji="0" lang="en-SG" sz="2800" b="0" i="1" u="none" strike="noStrike" kern="120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lu-jah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Ha-</a:t>
            </a:r>
            <a:r>
              <a:rPr kumimoji="0" lang="en-SG" sz="2800" b="0" i="1" u="none" strike="noStrike" kern="120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lle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-</a:t>
            </a:r>
            <a:r>
              <a:rPr kumimoji="0" lang="en-SG" sz="2800" b="0" i="1" u="none" strike="noStrike" kern="120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lu-jah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! </a:t>
            </a:r>
            <a:r>
              <a:rPr kumimoji="0" lang="en-SG" sz="2800" b="0" i="1" u="none" strike="noStrike" kern="120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Hallelu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SG" sz="2800" b="0" i="1" u="none" strike="noStrike" kern="120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Hallelu-jah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!</a:t>
            </a:r>
            <a:endParaRPr kumimoji="0" lang="en-US" sz="2800" b="0" i="1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3985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- 38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00483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38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1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27590" y="887505"/>
            <a:ext cx="8888819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am so glad that our Father in heaven: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Tells of His love in the Book He has given: 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Wonderful things in the Bible I see;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This is the dearest, that Jesus loves me.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lvl="4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am so glad that Jesus loves me,</a:t>
            </a:r>
          </a:p>
          <a:p>
            <a:pPr lvl="4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loves me, Jesus loves me,</a:t>
            </a:r>
          </a:p>
          <a:p>
            <a:pPr lvl="4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am so glad that Jesus loves me,</a:t>
            </a:r>
          </a:p>
          <a:p>
            <a:pPr lvl="4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loves even me.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2991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38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2 of 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59A2EC-B6D8-67EE-8B56-8AA000CE6E3D}"/>
              </a:ext>
            </a:extLst>
          </p:cNvPr>
          <p:cNvSpPr/>
          <p:nvPr/>
        </p:nvSpPr>
        <p:spPr>
          <a:xfrm>
            <a:off x="127590" y="887505"/>
            <a:ext cx="8888819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Though I forget Him, and wander away, 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Still He doth love me wherever I stray;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Back to His dear loving arms do I flee, 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When I remember that Jesus loves me.</a:t>
            </a:r>
          </a:p>
          <a:p>
            <a:pPr lvl="4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am so glad that Jesus loves me,</a:t>
            </a:r>
          </a:p>
          <a:p>
            <a:pPr lvl="4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loves me, Jesus loves me,</a:t>
            </a:r>
          </a:p>
          <a:p>
            <a:pPr lvl="4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am so glad that Jesus loves me,</a:t>
            </a:r>
          </a:p>
          <a:p>
            <a:pPr lvl="4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loves even me.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0968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38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3 of 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152742-E6D0-F288-AAEA-628D6405A347}"/>
              </a:ext>
            </a:extLst>
          </p:cNvPr>
          <p:cNvSpPr/>
          <p:nvPr/>
        </p:nvSpPr>
        <p:spPr>
          <a:xfrm>
            <a:off x="127590" y="887505"/>
            <a:ext cx="8888819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Oh, if there's only one song I can sing, 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When in His beauty I see the great King,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This shall my song in eternity be,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“Oh, what a wonder that Jesus loves me !”</a:t>
            </a:r>
          </a:p>
          <a:p>
            <a:pPr lvl="1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I am so glad that Jesus loves me,</a:t>
            </a:r>
          </a:p>
          <a:p>
            <a:pPr lvl="4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loves me, Jesus loves me,</a:t>
            </a:r>
          </a:p>
          <a:p>
            <a:pPr lvl="4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am so glad that Jesus loves me,</a:t>
            </a:r>
          </a:p>
          <a:p>
            <a:pPr lvl="4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loves even me.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9017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38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4 of 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152742-E6D0-F288-AAEA-628D6405A347}"/>
              </a:ext>
            </a:extLst>
          </p:cNvPr>
          <p:cNvSpPr/>
          <p:nvPr/>
        </p:nvSpPr>
        <p:spPr>
          <a:xfrm>
            <a:off x="127590" y="887505"/>
            <a:ext cx="8888819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 loves me, and I know I love Him: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Love brought Him down my poor soul to redeem;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Yes, it was love made Him die on the tree: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Oh, I am certain that Jesus loves me !</a:t>
            </a: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</a:t>
            </a:r>
          </a:p>
          <a:p>
            <a:pPr lvl="1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I am so glad that Jesus loves me,</a:t>
            </a:r>
          </a:p>
          <a:p>
            <a:pPr lvl="4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loves me, Jesus loves me,</a:t>
            </a:r>
          </a:p>
          <a:p>
            <a:pPr lvl="4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am so glad that Jesus loves me,</a:t>
            </a:r>
          </a:p>
          <a:p>
            <a:pPr lvl="4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loves even me.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6078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38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5 of 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152742-E6D0-F288-AAEA-628D6405A347}"/>
              </a:ext>
            </a:extLst>
          </p:cNvPr>
          <p:cNvSpPr/>
          <p:nvPr/>
        </p:nvSpPr>
        <p:spPr>
          <a:xfrm>
            <a:off x="127590" y="887505"/>
            <a:ext cx="8888819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If one should ask of me, how can I tell?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Glory to Jesus, I know very well !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God's Holy Spirit with mine doth agree, 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Constantly witnessing—Jesus loves me.</a:t>
            </a:r>
          </a:p>
          <a:p>
            <a:pPr lvl="1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I am so glad that Jesus loves me,</a:t>
            </a:r>
          </a:p>
          <a:p>
            <a:pPr lvl="4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loves me, Jesus loves me,</a:t>
            </a:r>
          </a:p>
          <a:p>
            <a:pPr lvl="4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am so glad that Jesus loves me,</a:t>
            </a:r>
          </a:p>
          <a:p>
            <a:pPr lvl="4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loves even me.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0556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38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6 of 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152742-E6D0-F288-AAEA-628D6405A347}"/>
              </a:ext>
            </a:extLst>
          </p:cNvPr>
          <p:cNvSpPr/>
          <p:nvPr/>
        </p:nvSpPr>
        <p:spPr>
          <a:xfrm>
            <a:off x="127590" y="887505"/>
            <a:ext cx="8888819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 this assurance I find sweetest rest,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Trusting in Jesus, I know I am blest;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Satan, dismayed, from my soul now doth flee, 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When I just tell him that Jesus loves me.</a:t>
            </a:r>
          </a:p>
          <a:p>
            <a:pPr lvl="1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I am so glad that Jesus loves me,</a:t>
            </a:r>
          </a:p>
          <a:p>
            <a:pPr lvl="4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loves me, Jesus loves me,</a:t>
            </a:r>
          </a:p>
          <a:p>
            <a:pPr lvl="4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am so glad that Jesus loves me,</a:t>
            </a:r>
          </a:p>
          <a:p>
            <a:pPr lvl="4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loves even me.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7895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- 1155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744856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1155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7 : 1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378995" y="750600"/>
            <a:ext cx="838601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 loves me ! this I know,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the Bible tells me so;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Little ones to Him belong;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They are weak, but He is strong.</a:t>
            </a: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Yes, Jesus loves me ! Yes, Jesus loves me !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Yes, Jesus loves me I The Bible tells me so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0290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1155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7 : 2 of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0AD3EB-D984-96D8-A01B-FC3C38355370}"/>
              </a:ext>
            </a:extLst>
          </p:cNvPr>
          <p:cNvSpPr/>
          <p:nvPr/>
        </p:nvSpPr>
        <p:spPr>
          <a:xfrm>
            <a:off x="378995" y="750600"/>
            <a:ext cx="838601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 loves me ! He who died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Heaven's gate to open wide: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He will wash away my sin,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Let His little child come in.</a:t>
            </a: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Yes, Jesus loves me ! Yes, Jesus loves me !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Yes, Jesus loves me I The Bible tells me so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0073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1155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7 : 3 of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69C570-5A84-ECFA-50AE-CDD38D8C62F4}"/>
              </a:ext>
            </a:extLst>
          </p:cNvPr>
          <p:cNvSpPr/>
          <p:nvPr/>
        </p:nvSpPr>
        <p:spPr>
          <a:xfrm>
            <a:off x="378995" y="750600"/>
            <a:ext cx="838601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 loves me ! He will stay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Close beside me all the way: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If I love Him, when I die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He will take me home on high.</a:t>
            </a:r>
          </a:p>
          <a:p>
            <a:pPr algn="ctr">
              <a:spcAft>
                <a:spcPts val="400"/>
              </a:spcAft>
            </a:pPr>
            <a:endParaRPr lang="en-SG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Yes, Jesus loves me ! Yes, Jesus loves me !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Yes, Jesus loves me I The Bible tells me so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7740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- I have decided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846892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I have decided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</a:t>
            </a:r>
            <a:r>
              <a:rPr lang="en-SG" sz="1400" dirty="0"/>
              <a:t>8</a:t>
            </a:r>
            <a:r>
              <a:rPr lang="en-US" sz="1400" dirty="0"/>
              <a:t> : 1 of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69C570-5A84-ECFA-50AE-CDD38D8C62F4}"/>
              </a:ext>
            </a:extLst>
          </p:cNvPr>
          <p:cNvSpPr/>
          <p:nvPr/>
        </p:nvSpPr>
        <p:spPr>
          <a:xfrm>
            <a:off x="378995" y="750600"/>
            <a:ext cx="8386010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have decided to follow Jesus,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have decided to follow Jesus,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have decided to follow Jesus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No turning back, no turning back!</a:t>
            </a:r>
            <a:endParaRPr lang="en-SG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197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I have decided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</a:t>
            </a:r>
            <a:r>
              <a:rPr lang="en-SG" sz="1400" dirty="0"/>
              <a:t>8;</a:t>
            </a:r>
            <a:r>
              <a:rPr lang="en-US" sz="1400" dirty="0"/>
              <a:t> 2 of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69C570-5A84-ECFA-50AE-CDD38D8C62F4}"/>
              </a:ext>
            </a:extLst>
          </p:cNvPr>
          <p:cNvSpPr/>
          <p:nvPr/>
        </p:nvSpPr>
        <p:spPr>
          <a:xfrm>
            <a:off x="378995" y="750600"/>
            <a:ext cx="8386010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Though none go with me, still I will follow,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Though none go with me, still I will follow,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Though none go with me, still I will follow -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No turning back, no turning back!</a:t>
            </a:r>
          </a:p>
          <a:p>
            <a:pPr algn="ctr">
              <a:spcAft>
                <a:spcPts val="400"/>
              </a:spcAft>
            </a:pPr>
            <a:endParaRPr lang="en-SG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8483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I have decided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</a:t>
            </a:r>
            <a:r>
              <a:rPr lang="en-SG" sz="1400"/>
              <a:t>8</a:t>
            </a:r>
            <a:r>
              <a:rPr lang="en-US" sz="1400"/>
              <a:t> : 3 of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69C570-5A84-ECFA-50AE-CDD38D8C62F4}"/>
              </a:ext>
            </a:extLst>
          </p:cNvPr>
          <p:cNvSpPr/>
          <p:nvPr/>
        </p:nvSpPr>
        <p:spPr>
          <a:xfrm>
            <a:off x="378995" y="750600"/>
            <a:ext cx="838601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The world behind me, the cross before me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 world behind me, the cross before me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 world behind me, the cross before me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No turning back, no turning back!</a:t>
            </a:r>
            <a:endParaRPr lang="en-SG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3001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4BF63-9600-AB32-BCBE-CD0D63783073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308813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1656289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051895" y="1699813"/>
            <a:ext cx="7040197" cy="87193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</a:rPr>
              <a:t>Closing Hymn</a:t>
            </a:r>
          </a:p>
          <a:p>
            <a:r>
              <a:rPr lang="en-US">
                <a:solidFill>
                  <a:schemeClr val="bg1"/>
                </a:solidFill>
              </a:rPr>
              <a:t>What a friend</a:t>
            </a: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marR="0" indent="-3600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SG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- 319</a:t>
            </a:r>
            <a:endParaRPr lang="en-US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Closing : 1 of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575D6-2132-A304-BD4D-E123FFDE7A28}"/>
              </a:ext>
            </a:extLst>
          </p:cNvPr>
          <p:cNvSpPr/>
          <p:nvPr/>
        </p:nvSpPr>
        <p:spPr>
          <a:xfrm>
            <a:off x="722671" y="802035"/>
            <a:ext cx="769865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SG" sz="2800"/>
              <a:t>What a Friend we have in Jesus,</a:t>
            </a:r>
          </a:p>
          <a:p>
            <a:pPr algn="ctr"/>
            <a:r>
              <a:rPr lang="en-SG" sz="2800"/>
              <a:t>All our sins and griefs to bear !</a:t>
            </a:r>
          </a:p>
          <a:p>
            <a:pPr algn="ctr"/>
            <a:r>
              <a:rPr lang="en-SG" sz="2800"/>
              <a:t>What a privilege to carry</a:t>
            </a:r>
          </a:p>
          <a:p>
            <a:pPr algn="ctr"/>
            <a:r>
              <a:rPr lang="en-SG" sz="2800"/>
              <a:t>Everything to God in prayer !</a:t>
            </a:r>
          </a:p>
          <a:p>
            <a:pPr algn="ctr"/>
            <a:r>
              <a:rPr lang="en-SG" sz="2800"/>
              <a:t>Oh, what peace we often forfeit,</a:t>
            </a:r>
          </a:p>
          <a:p>
            <a:pPr algn="ctr"/>
            <a:r>
              <a:rPr lang="en-SG" sz="2800"/>
              <a:t>Oh, what needless pain we bear</a:t>
            </a:r>
          </a:p>
          <a:p>
            <a:pPr algn="ctr"/>
            <a:r>
              <a:rPr lang="en-SG" sz="2800"/>
              <a:t>All because we do not carry  </a:t>
            </a:r>
          </a:p>
          <a:p>
            <a:pPr algn="ctr"/>
            <a:r>
              <a:rPr lang="en-SG" sz="2800"/>
              <a:t>Everything to God in prayer.</a:t>
            </a:r>
          </a:p>
        </p:txBody>
      </p:sp>
    </p:spTree>
    <p:extLst>
      <p:ext uri="{BB962C8B-B14F-4D97-AF65-F5344CB8AC3E}">
        <p14:creationId xmlns:p14="http://schemas.microsoft.com/office/powerpoint/2010/main" val="34414060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CC5B0-B837-3B6C-3D5A-23065A2F3ABA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27535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(16:9)</PresentationFormat>
  <Slides>62</Slides>
  <Notes>0</Notes>
  <HiddenSlides>2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62</vt:i4>
      </vt:variant>
    </vt:vector>
  </HeadingPairs>
  <TitlesOfParts>
    <vt:vector size="68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Song no: 1084</vt:lpstr>
      <vt:lpstr>Song no: 1084</vt:lpstr>
      <vt:lpstr>PowerPoint Presentation</vt:lpstr>
      <vt:lpstr>PowerPoint Presentation</vt:lpstr>
      <vt:lpstr>Thanksgiving</vt:lpstr>
      <vt:lpstr>PowerPoint Presentation</vt:lpstr>
      <vt:lpstr>PowerPoint Presentation</vt:lpstr>
      <vt:lpstr>Offertory – Song No. 1129</vt:lpstr>
      <vt:lpstr>Offertory – Song No. 1129</vt:lpstr>
      <vt:lpstr>Offertory – Song No. 1129</vt:lpstr>
      <vt:lpstr>Offertory – Song No. 1129</vt:lpstr>
      <vt:lpstr>PowerPoint Presentation</vt:lpstr>
      <vt:lpstr>PowerPoint Presentation</vt:lpstr>
      <vt:lpstr>PowerPoint Presentation</vt:lpstr>
      <vt:lpstr>Confession – Song no. 659, v1</vt:lpstr>
      <vt:lpstr>PowerPoint Presentation</vt:lpstr>
      <vt:lpstr>Holy Communion – Song no: 659</vt:lpstr>
      <vt:lpstr>Holy Communion – Song no: 659</vt:lpstr>
      <vt:lpstr>Holy Communion – Song no: 659</vt:lpstr>
      <vt:lpstr>Holy Communion – Song no: 659</vt:lpstr>
      <vt:lpstr>Holy Communion – Song no: 659</vt:lpstr>
      <vt:lpstr>Holy Communion – 1138</vt:lpstr>
      <vt:lpstr>Holy Communion – 1138</vt:lpstr>
      <vt:lpstr>Holy Communion – 1138</vt:lpstr>
      <vt:lpstr>Holy Communion – 1138</vt:lpstr>
      <vt:lpstr>Holy Communion – Make me a channel</vt:lpstr>
      <vt:lpstr>Holy Communion – Make me a channel</vt:lpstr>
      <vt:lpstr>Holy Communion – Make me a channel</vt:lpstr>
      <vt:lpstr>Holy Communion – Make me a channel</vt:lpstr>
      <vt:lpstr>Holy Communion – Shine Jesus Shine</vt:lpstr>
      <vt:lpstr>Holy Communion – Shine Jesus Shine</vt:lpstr>
      <vt:lpstr>Holy Communion – Shine Jesus Shine</vt:lpstr>
      <vt:lpstr>Holy Communion – Shine Jesus Shine</vt:lpstr>
      <vt:lpstr>Holy Communion – Shine Jesus Shine</vt:lpstr>
      <vt:lpstr>Holy Communion – Shine Jesus Shine</vt:lpstr>
      <vt:lpstr>Holy Communion – Shine Jesus Shine</vt:lpstr>
      <vt:lpstr>Holy Communion – Seek ye first</vt:lpstr>
      <vt:lpstr>Holy Communion – Seek ye first</vt:lpstr>
      <vt:lpstr>Holy Communion – Seek ye first</vt:lpstr>
      <vt:lpstr>Holy Communion – Seek ye first</vt:lpstr>
      <vt:lpstr>Holy Communion - 38</vt:lpstr>
      <vt:lpstr>Holy Communion – 38</vt:lpstr>
      <vt:lpstr>Holy Communion – 38</vt:lpstr>
      <vt:lpstr>Holy Communion – 38</vt:lpstr>
      <vt:lpstr>Holy Communion – 38</vt:lpstr>
      <vt:lpstr>Holy Communion – 38</vt:lpstr>
      <vt:lpstr>Holy Communion – 38</vt:lpstr>
      <vt:lpstr>Holy Communion - 1155</vt:lpstr>
      <vt:lpstr>Holy Communion – 1155</vt:lpstr>
      <vt:lpstr>Holy Communion – 1155</vt:lpstr>
      <vt:lpstr>Holy Communion – 1155</vt:lpstr>
      <vt:lpstr>Holy Communion - I have decided </vt:lpstr>
      <vt:lpstr>Holy Communion – I have decided </vt:lpstr>
      <vt:lpstr>Holy Communion – I have decided </vt:lpstr>
      <vt:lpstr>Holy Communion – I have decided </vt:lpstr>
      <vt:lpstr>PowerPoint Presentation</vt:lpstr>
      <vt:lpstr>PowerPoint Presentation</vt:lpstr>
      <vt:lpstr>PowerPoint Presentation</vt:lpstr>
      <vt:lpstr>Closing Hymn - 319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Rosmin Elsa</cp:lastModifiedBy>
  <cp:revision>4</cp:revision>
  <dcterms:created xsi:type="dcterms:W3CDTF">2020-09-02T02:55:07Z</dcterms:created>
  <dcterms:modified xsi:type="dcterms:W3CDTF">2024-11-02T11:35:21Z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