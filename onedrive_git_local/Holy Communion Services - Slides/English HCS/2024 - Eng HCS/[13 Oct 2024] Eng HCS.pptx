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62"/>
  </p:notesMasterIdLst>
  <p:sldIdLst>
    <p:sldId id="811" r:id="rId7"/>
    <p:sldId id="813" r:id="rId8"/>
    <p:sldId id="1390" r:id="rId9"/>
    <p:sldId id="1391" r:id="rId10"/>
    <p:sldId id="1392" r:id="rId11"/>
    <p:sldId id="1298" r:id="rId12"/>
    <p:sldId id="821" r:id="rId13"/>
    <p:sldId id="851" r:id="rId14"/>
    <p:sldId id="1320" r:id="rId15"/>
    <p:sldId id="1318" r:id="rId16"/>
    <p:sldId id="822" r:id="rId17"/>
    <p:sldId id="1393" r:id="rId18"/>
    <p:sldId id="1394" r:id="rId19"/>
    <p:sldId id="1395" r:id="rId20"/>
    <p:sldId id="1324" r:id="rId21"/>
    <p:sldId id="823" r:id="rId22"/>
    <p:sldId id="824" r:id="rId23"/>
    <p:sldId id="1277" r:id="rId24"/>
    <p:sldId id="825" r:id="rId25"/>
    <p:sldId id="1388" r:id="rId26"/>
    <p:sldId id="1396" r:id="rId27"/>
    <p:sldId id="1397" r:id="rId28"/>
    <p:sldId id="1398" r:id="rId29"/>
    <p:sldId id="1399" r:id="rId30"/>
    <p:sldId id="949" r:id="rId31"/>
    <p:sldId id="1389" r:id="rId32"/>
    <p:sldId id="1400" r:id="rId33"/>
    <p:sldId id="1401" r:id="rId34"/>
    <p:sldId id="1402" r:id="rId35"/>
    <p:sldId id="1403" r:id="rId36"/>
    <p:sldId id="1404" r:id="rId37"/>
    <p:sldId id="1405" r:id="rId38"/>
    <p:sldId id="1406" r:id="rId39"/>
    <p:sldId id="1407" r:id="rId40"/>
    <p:sldId id="1408" r:id="rId41"/>
    <p:sldId id="1409" r:id="rId42"/>
    <p:sldId id="1410" r:id="rId43"/>
    <p:sldId id="1411" r:id="rId44"/>
    <p:sldId id="1606" r:id="rId45"/>
    <p:sldId id="1607" r:id="rId46"/>
    <p:sldId id="1608" r:id="rId47"/>
    <p:sldId id="1609" r:id="rId48"/>
    <p:sldId id="1610" r:id="rId49"/>
    <p:sldId id="1611" r:id="rId50"/>
    <p:sldId id="1612" r:id="rId51"/>
    <p:sldId id="1613" r:id="rId52"/>
    <p:sldId id="1614" r:id="rId53"/>
    <p:sldId id="1615" r:id="rId54"/>
    <p:sldId id="1616" r:id="rId55"/>
    <p:sldId id="1617" r:id="rId56"/>
    <p:sldId id="1259" r:id="rId57"/>
    <p:sldId id="820" r:id="rId58"/>
    <p:sldId id="1201" r:id="rId59"/>
    <p:sldId id="858" r:id="rId60"/>
    <p:sldId id="829" r:id="rId6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5562"/>
    <a:srgbClr val="B6807C"/>
    <a:srgbClr val="AE7C76"/>
    <a:srgbClr val="A1889D"/>
    <a:srgbClr val="731A02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4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68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commentAuthors" Target="commentAuthors.xml"/><Relationship Id="rId68" Type="http://schemas.microsoft.com/office/2016/11/relationships/changesInfo" Target="changesInfos/changesInfo1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presProps" Target="presProps.xml"/><Relationship Id="rId69" Type="http://schemas.microsoft.com/office/2018/10/relationships/authors" Target="author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tableStyles" Target="tableStyle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min Elsa" userId="8f13a6be4da41318" providerId="LiveId" clId="{C5C45530-0502-1149-9593-6B6F433FB526}"/>
    <pc:docChg chg="modSld">
      <pc:chgData name="Rosmin Elsa" userId="8f13a6be4da41318" providerId="LiveId" clId="{C5C45530-0502-1149-9593-6B6F433FB526}" dt="2024-10-12T04:00:16.662" v="5" actId="20577"/>
      <pc:docMkLst>
        <pc:docMk/>
      </pc:docMkLst>
      <pc:sldChg chg="modSp">
        <pc:chgData name="Rosmin Elsa" userId="8f13a6be4da41318" providerId="LiveId" clId="{C5C45530-0502-1149-9593-6B6F433FB526}" dt="2024-10-12T04:00:16.662" v="5" actId="20577"/>
        <pc:sldMkLst>
          <pc:docMk/>
          <pc:sldMk cId="3441406009" sldId="858"/>
        </pc:sldMkLst>
        <pc:spChg chg="mod">
          <ac:chgData name="Rosmin Elsa" userId="8f13a6be4da41318" providerId="LiveId" clId="{C5C45530-0502-1149-9593-6B6F433FB526}" dt="2024-10-12T04:00:16.662" v="5" actId="20577"/>
          <ac:spMkLst>
            <pc:docMk/>
            <pc:sldMk cId="3441406009" sldId="858"/>
            <ac:spMk id="6" creationId="{CA0575D6-2132-A304-BD4D-E123FFDE7A2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12/10/2024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XX Month 2024,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97262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XX Month 2024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XX Month 2024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- 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48FE7525-701C-1966-DABB-11C36E0824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noFill/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845F3-CC22-433F-9120-253A2A1338E7}"/>
              </a:ext>
            </a:extLst>
          </p:cNvPr>
          <p:cNvSpPr txBox="1"/>
          <p:nvPr userDrawn="1"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XX Month 2024</a:t>
            </a:r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3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9" r:id="rId14"/>
    <p:sldLayoutId id="2147483688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10/12/24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3A813-6DBA-F993-8DA0-D81B4057E015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0611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868291" y="1809497"/>
            <a:ext cx="5407417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670550" y="1755777"/>
            <a:ext cx="5802900" cy="163194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</a:rPr>
              <a:t>Opening Hymn</a:t>
            </a:r>
          </a:p>
          <a:p>
            <a:r>
              <a:rPr lang="en-US" dirty="0">
                <a:solidFill>
                  <a:schemeClr val="bg1"/>
                </a:solidFill>
              </a:rPr>
              <a:t>Song No. 203</a:t>
            </a: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- 203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4082" y="565908"/>
            <a:ext cx="7915835" cy="4632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700" dirty="0"/>
              <a:t>All hail the power of Jesus' name ! </a:t>
            </a:r>
          </a:p>
          <a:p>
            <a:pPr algn="ctr"/>
            <a:r>
              <a:rPr lang="en-US" sz="2700" dirty="0"/>
              <a:t>Let angels prostrate fall;  (2)</a:t>
            </a:r>
          </a:p>
          <a:p>
            <a:pPr algn="ctr"/>
            <a:r>
              <a:rPr lang="en-US" sz="2700" dirty="0"/>
              <a:t>Bring forth the royal diadem,</a:t>
            </a:r>
          </a:p>
          <a:p>
            <a:pPr algn="ctr"/>
            <a:r>
              <a:rPr lang="en-US" sz="2700" dirty="0"/>
              <a:t>And crown Him . . .</a:t>
            </a:r>
          </a:p>
          <a:p>
            <a:pPr algn="ctr"/>
            <a:r>
              <a:rPr lang="en-US" sz="2700" dirty="0"/>
              <a:t>And crown Him Lord of all !</a:t>
            </a:r>
          </a:p>
          <a:p>
            <a:pPr algn="ctr"/>
            <a:endParaRPr lang="en-US" sz="2500" dirty="0"/>
          </a:p>
          <a:p>
            <a:pPr algn="ctr"/>
            <a:r>
              <a:rPr lang="en-US" sz="2700" dirty="0"/>
              <a:t>Crown Him, ye martyrs of our God,</a:t>
            </a:r>
          </a:p>
          <a:p>
            <a:pPr algn="ctr"/>
            <a:r>
              <a:rPr lang="en-US" sz="2700" dirty="0"/>
              <a:t>Who from His altar call;  (2)</a:t>
            </a:r>
          </a:p>
          <a:p>
            <a:pPr algn="ctr"/>
            <a:r>
              <a:rPr lang="en-US" sz="2700" dirty="0"/>
              <a:t>Extol the stem of Jesse's rod,</a:t>
            </a:r>
          </a:p>
          <a:p>
            <a:pPr algn="ctr"/>
            <a:r>
              <a:rPr lang="en-US" sz="2700" dirty="0"/>
              <a:t>And crown Him . . .</a:t>
            </a:r>
          </a:p>
          <a:p>
            <a:pPr algn="ctr"/>
            <a:r>
              <a:rPr lang="en-US" sz="2700" dirty="0"/>
              <a:t>And crown Him Lord of all 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1 of 3</a:t>
            </a:r>
          </a:p>
        </p:txBody>
      </p:sp>
    </p:spTree>
    <p:extLst>
      <p:ext uri="{BB962C8B-B14F-4D97-AF65-F5344CB8AC3E}">
        <p14:creationId xmlns:p14="http://schemas.microsoft.com/office/powerpoint/2010/main" val="2716954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- 203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4082" y="565908"/>
            <a:ext cx="7915835" cy="4632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700" dirty="0"/>
              <a:t>Ye chosen seed of Israel's race, </a:t>
            </a:r>
          </a:p>
          <a:p>
            <a:pPr algn="ctr"/>
            <a:r>
              <a:rPr lang="en-US" sz="2700" dirty="0"/>
              <a:t>A remnant weak and small,  (2)</a:t>
            </a:r>
          </a:p>
          <a:p>
            <a:pPr algn="ctr"/>
            <a:r>
              <a:rPr lang="en-US" sz="2700" dirty="0"/>
              <a:t>Hail Him who saves you by His grace,</a:t>
            </a:r>
          </a:p>
          <a:p>
            <a:pPr algn="ctr"/>
            <a:r>
              <a:rPr lang="en-US" sz="2700" dirty="0"/>
              <a:t>And crown Him . . .</a:t>
            </a:r>
          </a:p>
          <a:p>
            <a:pPr algn="ctr"/>
            <a:r>
              <a:rPr lang="en-US" sz="2700" dirty="0"/>
              <a:t>And crown Him Lord of all !</a:t>
            </a:r>
          </a:p>
          <a:p>
            <a:pPr algn="ctr"/>
            <a:endParaRPr lang="en-US" sz="2500" dirty="0"/>
          </a:p>
          <a:p>
            <a:pPr algn="ctr"/>
            <a:r>
              <a:rPr lang="en-US" sz="2700" dirty="0"/>
              <a:t>Ye Gentile sinners, ne'er forget</a:t>
            </a:r>
          </a:p>
          <a:p>
            <a:pPr algn="ctr"/>
            <a:r>
              <a:rPr lang="en-US" sz="2700" dirty="0"/>
              <a:t>The wormwood and the gall;  (2)</a:t>
            </a:r>
          </a:p>
          <a:p>
            <a:pPr algn="ctr"/>
            <a:r>
              <a:rPr lang="en-US" sz="2700" dirty="0"/>
              <a:t>Go, spread your trophies at His feet,</a:t>
            </a:r>
          </a:p>
          <a:p>
            <a:pPr algn="ctr"/>
            <a:r>
              <a:rPr lang="en-US" sz="2700" dirty="0"/>
              <a:t>And crown Him . . .</a:t>
            </a:r>
          </a:p>
          <a:p>
            <a:pPr algn="ctr"/>
            <a:r>
              <a:rPr lang="en-US" sz="2700" dirty="0"/>
              <a:t>And crown Him Lord of all 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2 of 3</a:t>
            </a:r>
          </a:p>
        </p:txBody>
      </p:sp>
    </p:spTree>
    <p:extLst>
      <p:ext uri="{BB962C8B-B14F-4D97-AF65-F5344CB8AC3E}">
        <p14:creationId xmlns:p14="http://schemas.microsoft.com/office/powerpoint/2010/main" val="1870946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- 203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4082" y="565908"/>
            <a:ext cx="7915835" cy="4632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700" dirty="0"/>
              <a:t>Let every kindred, every tribe,</a:t>
            </a:r>
          </a:p>
          <a:p>
            <a:pPr algn="ctr"/>
            <a:r>
              <a:rPr lang="en-US" sz="2700" dirty="0"/>
              <a:t>On this terrestrial ball,  (2)</a:t>
            </a:r>
          </a:p>
          <a:p>
            <a:pPr algn="ctr"/>
            <a:r>
              <a:rPr lang="en-US" sz="2700" dirty="0"/>
              <a:t>To Him all majesty ascribe,</a:t>
            </a:r>
          </a:p>
          <a:p>
            <a:pPr algn="ctr"/>
            <a:r>
              <a:rPr lang="en-US" sz="2700" dirty="0"/>
              <a:t>And crown Him . . .</a:t>
            </a:r>
          </a:p>
          <a:p>
            <a:pPr algn="ctr"/>
            <a:r>
              <a:rPr lang="en-US" sz="2700" dirty="0"/>
              <a:t>And crown Him Lord of all !</a:t>
            </a:r>
          </a:p>
          <a:p>
            <a:pPr algn="ctr"/>
            <a:endParaRPr lang="en-US" sz="2500" dirty="0"/>
          </a:p>
          <a:p>
            <a:pPr algn="ctr"/>
            <a:r>
              <a:rPr lang="en-US" sz="2700" dirty="0"/>
              <a:t>Oh that with yonder sacred throng</a:t>
            </a:r>
          </a:p>
          <a:p>
            <a:pPr algn="ctr"/>
            <a:r>
              <a:rPr lang="en-US" sz="2700" dirty="0"/>
              <a:t>We at His feet may fall;  (2)</a:t>
            </a:r>
          </a:p>
          <a:p>
            <a:pPr algn="ctr"/>
            <a:r>
              <a:rPr lang="en-US" sz="2700" dirty="0"/>
              <a:t>Join in the everlasting song,</a:t>
            </a:r>
          </a:p>
          <a:p>
            <a:pPr algn="ctr"/>
            <a:r>
              <a:rPr lang="en-US" sz="2700" dirty="0"/>
              <a:t>And crown Him . . .</a:t>
            </a:r>
          </a:p>
          <a:p>
            <a:pPr algn="ctr"/>
            <a:r>
              <a:rPr lang="en-US" sz="2700" dirty="0"/>
              <a:t>And crown Him Lord of all 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3 of 3</a:t>
            </a:r>
          </a:p>
        </p:txBody>
      </p:sp>
    </p:spTree>
    <p:extLst>
      <p:ext uri="{BB962C8B-B14F-4D97-AF65-F5344CB8AC3E}">
        <p14:creationId xmlns:p14="http://schemas.microsoft.com/office/powerpoint/2010/main" val="3227358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9528709-983B-B99F-2E0F-36F5B23AD121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72910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513336" y="1378756"/>
            <a:ext cx="6117328" cy="2385987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78756"/>
            <a:ext cx="6117328" cy="2385987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Thanksgiving Prayers </a:t>
            </a:r>
          </a:p>
          <a:p>
            <a:r>
              <a:rPr lang="en-GB" sz="4400" dirty="0">
                <a:solidFill>
                  <a:schemeClr val="bg1"/>
                </a:solidFill>
              </a:rPr>
              <a:t>Lord of beauty, Thine the </a:t>
            </a:r>
            <a:r>
              <a:rPr lang="en-GB" sz="4400" dirty="0" err="1">
                <a:solidFill>
                  <a:schemeClr val="bg1"/>
                </a:solidFill>
              </a:rPr>
              <a:t>splendor</a:t>
            </a:r>
            <a:r>
              <a:rPr lang="en-GB" sz="4400" dirty="0">
                <a:solidFill>
                  <a:schemeClr val="bg1"/>
                </a:solidFill>
              </a:rPr>
              <a:t> v2</a:t>
            </a: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Thanksgiving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E83AD-AD85-5E6C-33F5-D8EF739355C5}"/>
              </a:ext>
            </a:extLst>
          </p:cNvPr>
          <p:cNvSpPr txBox="1"/>
          <p:nvPr/>
        </p:nvSpPr>
        <p:spPr>
          <a:xfrm>
            <a:off x="1535844" y="1232922"/>
            <a:ext cx="607231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Lord of life, alone sustaining</a:t>
            </a:r>
          </a:p>
          <a:p>
            <a:pPr algn="ctr"/>
            <a:r>
              <a:rPr lang="en-US" sz="2800" dirty="0"/>
              <a:t>All below and all above.</a:t>
            </a:r>
          </a:p>
          <a:p>
            <a:pPr algn="ctr"/>
            <a:r>
              <a:rPr lang="en-US" sz="2800" dirty="0"/>
              <a:t>Lord of love, by whose ordaining</a:t>
            </a:r>
          </a:p>
          <a:p>
            <a:pPr algn="ctr"/>
            <a:r>
              <a:rPr lang="en-US" sz="2800" dirty="0"/>
              <a:t>Sun and stars sublimely move:</a:t>
            </a:r>
          </a:p>
          <a:p>
            <a:pPr algn="ctr"/>
            <a:r>
              <a:rPr lang="en-US" sz="2800" dirty="0"/>
              <a:t>In our earthly spirits reigning,</a:t>
            </a:r>
          </a:p>
          <a:p>
            <a:pPr algn="ctr"/>
            <a:r>
              <a:rPr lang="en-US" sz="2800" dirty="0"/>
              <a:t>Lift our hearts that we may love.</a:t>
            </a:r>
            <a:endParaRPr lang="en-US" sz="2800" i="1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B1B1673-989C-680F-2E10-EB145FAF0EA9}"/>
              </a:ext>
            </a:extLst>
          </p:cNvPr>
          <p:cNvSpPr/>
          <p:nvPr/>
        </p:nvSpPr>
        <p:spPr>
          <a:xfrm>
            <a:off x="1513336" y="1809496"/>
            <a:ext cx="6117328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754364"/>
            <a:ext cx="6117328" cy="1634771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Thanksgiving Prayers</a:t>
            </a:r>
          </a:p>
        </p:txBody>
      </p:sp>
    </p:spTree>
    <p:extLst>
      <p:ext uri="{BB962C8B-B14F-4D97-AF65-F5344CB8AC3E}">
        <p14:creationId xmlns:p14="http://schemas.microsoft.com/office/powerpoint/2010/main" val="180396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2141910" y="1757052"/>
            <a:ext cx="4860177" cy="1629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89" y="1754363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Offertory</a:t>
            </a:r>
          </a:p>
          <a:p>
            <a:r>
              <a:rPr lang="en-GB" dirty="0">
                <a:solidFill>
                  <a:schemeClr val="bg1"/>
                </a:solidFill>
              </a:rPr>
              <a:t>Song No: 571</a:t>
            </a: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Song No. 571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1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92764" y="727294"/>
            <a:ext cx="552591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More about Jesus would I know,</a:t>
            </a:r>
          </a:p>
          <a:p>
            <a:r>
              <a:rPr lang="en-US" sz="2800" dirty="0"/>
              <a:t>More of His grace to others show;</a:t>
            </a:r>
          </a:p>
          <a:p>
            <a:r>
              <a:rPr lang="en-US" sz="2800" dirty="0"/>
              <a:t>More of His saving fulness see,</a:t>
            </a:r>
          </a:p>
          <a:p>
            <a:r>
              <a:rPr lang="en-US" sz="2800" dirty="0"/>
              <a:t>More of His love who died for me.</a:t>
            </a:r>
          </a:p>
          <a:p>
            <a:endParaRPr lang="en-US" sz="2800" i="1" dirty="0">
              <a:solidFill>
                <a:srgbClr val="800000"/>
              </a:solidFill>
            </a:endParaRPr>
          </a:p>
          <a:p>
            <a:r>
              <a:rPr lang="en-US" sz="2800" i="1" dirty="0">
                <a:solidFill>
                  <a:srgbClr val="800000"/>
                </a:solidFill>
              </a:rPr>
              <a:t>More, more about Jesus,</a:t>
            </a:r>
          </a:p>
          <a:p>
            <a:r>
              <a:rPr lang="en-US" sz="2800" i="1" dirty="0">
                <a:solidFill>
                  <a:srgbClr val="800000"/>
                </a:solidFill>
              </a:rPr>
              <a:t>More, more about Jesus ; </a:t>
            </a:r>
          </a:p>
          <a:p>
            <a:r>
              <a:rPr lang="en-US" sz="2800" i="1" dirty="0">
                <a:solidFill>
                  <a:srgbClr val="800000"/>
                </a:solidFill>
              </a:rPr>
              <a:t>More of His saving fulness see</a:t>
            </a:r>
          </a:p>
          <a:p>
            <a:r>
              <a:rPr lang="en-US" sz="2800" i="1" dirty="0">
                <a:solidFill>
                  <a:srgbClr val="800000"/>
                </a:solidFill>
              </a:rPr>
              <a:t>More of His love who died me.</a:t>
            </a: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Song No. 571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2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0" y="727294"/>
            <a:ext cx="576274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More about Jesus let me learn, More of His holy will discern ; </a:t>
            </a:r>
          </a:p>
          <a:p>
            <a:r>
              <a:rPr lang="en-US" sz="2800" dirty="0"/>
              <a:t>Spirit of God, my teacher be, Showing the things of Christ to me.</a:t>
            </a:r>
          </a:p>
          <a:p>
            <a:endParaRPr lang="en-US" sz="2800" i="1" dirty="0">
              <a:solidFill>
                <a:srgbClr val="800000"/>
              </a:solidFill>
            </a:endParaRPr>
          </a:p>
          <a:p>
            <a:r>
              <a:rPr lang="en-US" sz="2800" i="1" dirty="0">
                <a:solidFill>
                  <a:srgbClr val="800000"/>
                </a:solidFill>
              </a:rPr>
              <a:t>More, more about Jesus,</a:t>
            </a:r>
          </a:p>
          <a:p>
            <a:r>
              <a:rPr lang="en-US" sz="2800" i="1" dirty="0">
                <a:solidFill>
                  <a:srgbClr val="800000"/>
                </a:solidFill>
              </a:rPr>
              <a:t>More, more about Jesus ; </a:t>
            </a:r>
          </a:p>
          <a:p>
            <a:r>
              <a:rPr lang="en-US" sz="2800" i="1" dirty="0">
                <a:solidFill>
                  <a:srgbClr val="800000"/>
                </a:solidFill>
              </a:rPr>
              <a:t>More of His saving fulness see</a:t>
            </a:r>
          </a:p>
          <a:p>
            <a:r>
              <a:rPr lang="en-US" sz="2800" i="1" dirty="0">
                <a:solidFill>
                  <a:srgbClr val="800000"/>
                </a:solidFill>
              </a:rPr>
              <a:t>More of His love who died me.</a:t>
            </a:r>
          </a:p>
        </p:txBody>
      </p:sp>
    </p:spTree>
    <p:extLst>
      <p:ext uri="{BB962C8B-B14F-4D97-AF65-F5344CB8AC3E}">
        <p14:creationId xmlns:p14="http://schemas.microsoft.com/office/powerpoint/2010/main" val="195110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Song No. 571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3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0" y="727294"/>
            <a:ext cx="576274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More about Jesus ; in His Word </a:t>
            </a:r>
          </a:p>
          <a:p>
            <a:r>
              <a:rPr lang="en-US" sz="2800" dirty="0"/>
              <a:t>Holding communion with my Lord; </a:t>
            </a:r>
          </a:p>
          <a:p>
            <a:r>
              <a:rPr lang="en-US" sz="2800" dirty="0"/>
              <a:t>Hearing His voice in every line, </a:t>
            </a:r>
          </a:p>
          <a:p>
            <a:r>
              <a:rPr lang="en-US" sz="2800" dirty="0"/>
              <a:t>Making each faithful saying mine.</a:t>
            </a:r>
          </a:p>
          <a:p>
            <a:endParaRPr lang="en-US" sz="2800" i="1" dirty="0">
              <a:solidFill>
                <a:srgbClr val="800000"/>
              </a:solidFill>
            </a:endParaRPr>
          </a:p>
          <a:p>
            <a:r>
              <a:rPr lang="en-US" sz="2800" i="1" dirty="0">
                <a:solidFill>
                  <a:srgbClr val="800000"/>
                </a:solidFill>
              </a:rPr>
              <a:t>More, more about Jesus,</a:t>
            </a:r>
          </a:p>
          <a:p>
            <a:r>
              <a:rPr lang="en-US" sz="2800" i="1" dirty="0">
                <a:solidFill>
                  <a:srgbClr val="800000"/>
                </a:solidFill>
              </a:rPr>
              <a:t>More, more about Jesus ; </a:t>
            </a:r>
          </a:p>
          <a:p>
            <a:r>
              <a:rPr lang="en-US" sz="2800" i="1" dirty="0">
                <a:solidFill>
                  <a:srgbClr val="800000"/>
                </a:solidFill>
              </a:rPr>
              <a:t>More of His saving fulness see</a:t>
            </a:r>
          </a:p>
          <a:p>
            <a:r>
              <a:rPr lang="en-US" sz="2800" i="1" dirty="0">
                <a:solidFill>
                  <a:srgbClr val="800000"/>
                </a:solidFill>
              </a:rPr>
              <a:t>More of His love who died me.</a:t>
            </a:r>
          </a:p>
        </p:txBody>
      </p:sp>
    </p:spTree>
    <p:extLst>
      <p:ext uri="{BB962C8B-B14F-4D97-AF65-F5344CB8AC3E}">
        <p14:creationId xmlns:p14="http://schemas.microsoft.com/office/powerpoint/2010/main" val="793142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Song No. 571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4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0" y="727294"/>
            <a:ext cx="576274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More about Jesus, on His throne,</a:t>
            </a:r>
          </a:p>
          <a:p>
            <a:r>
              <a:rPr lang="en-US" sz="2800" dirty="0"/>
              <a:t>Riches in glory all His own;</a:t>
            </a:r>
          </a:p>
          <a:p>
            <a:r>
              <a:rPr lang="en-US" sz="2800" dirty="0"/>
              <a:t>More of His kingdom's sure increase;</a:t>
            </a:r>
          </a:p>
          <a:p>
            <a:r>
              <a:rPr lang="en-US" sz="2800" dirty="0"/>
              <a:t>More of His coming—Prince of Peace.</a:t>
            </a:r>
            <a:endParaRPr lang="en-US" sz="2800" i="1" dirty="0">
              <a:solidFill>
                <a:srgbClr val="800000"/>
              </a:solidFill>
            </a:endParaRPr>
          </a:p>
          <a:p>
            <a:r>
              <a:rPr lang="en-US" sz="2800" i="1" dirty="0">
                <a:solidFill>
                  <a:srgbClr val="800000"/>
                </a:solidFill>
              </a:rPr>
              <a:t>More, more about Jesus,</a:t>
            </a:r>
          </a:p>
          <a:p>
            <a:r>
              <a:rPr lang="en-US" sz="2800" i="1" dirty="0">
                <a:solidFill>
                  <a:srgbClr val="800000"/>
                </a:solidFill>
              </a:rPr>
              <a:t>More, more about Jesus ; </a:t>
            </a:r>
          </a:p>
          <a:p>
            <a:r>
              <a:rPr lang="en-US" sz="2800" i="1" dirty="0">
                <a:solidFill>
                  <a:srgbClr val="800000"/>
                </a:solidFill>
              </a:rPr>
              <a:t>More of His saving fulness see</a:t>
            </a:r>
          </a:p>
          <a:p>
            <a:r>
              <a:rPr lang="en-US" sz="2800" i="1" dirty="0">
                <a:solidFill>
                  <a:srgbClr val="800000"/>
                </a:solidFill>
              </a:rPr>
              <a:t>More of His love who died me.</a:t>
            </a:r>
          </a:p>
        </p:txBody>
      </p:sp>
    </p:spTree>
    <p:extLst>
      <p:ext uri="{BB962C8B-B14F-4D97-AF65-F5344CB8AC3E}">
        <p14:creationId xmlns:p14="http://schemas.microsoft.com/office/powerpoint/2010/main" val="2409815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Confession – God of mercy and Compassion v1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1448095" y="530767"/>
            <a:ext cx="6239435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God of mercy and compassion,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Look with pity upon me.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Father, let me call Thee Father,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’Tis Thy child returns to Thee.</a:t>
            </a:r>
          </a:p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Jesus, Lord, I ask for mercy;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Let me not implore in vain;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 my sins—I now detest them,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Never will I sin again.</a:t>
            </a: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ED50B-AACD-A118-0703-6CB67F2EF7B8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85569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God of mercy and Compassion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God of mercy and Compassion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1448095" y="530767"/>
            <a:ext cx="6239435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God of mercy and compassion,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Look with pity upon me.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Father, let me call Thee Father,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’Tis Thy child returns to Thee.</a:t>
            </a:r>
          </a:p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Jesus, Lord, I ask for mercy;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Let me not implore in vain;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 my sins—I now detest them,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Never will I sin again.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314BAA-A1C4-D93D-26CE-AE47C64DB6A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1 of 4</a:t>
            </a:r>
          </a:p>
        </p:txBody>
      </p:sp>
    </p:spTree>
    <p:extLst>
      <p:ext uri="{BB962C8B-B14F-4D97-AF65-F5344CB8AC3E}">
        <p14:creationId xmlns:p14="http://schemas.microsoft.com/office/powerpoint/2010/main" val="35590884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God of mercy and Compassion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1448095" y="530767"/>
            <a:ext cx="6239435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By my sins I have deserved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Death and endless misery;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Hell, with all its pains and torments,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And for all eternity.</a:t>
            </a:r>
          </a:p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Jesus, Lord, I ask for mercy;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Let me not implore in vain;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 my sins—I now detest them,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Never will I sin again.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B1447-44C8-393E-BE5B-66D10617B98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2 of 4</a:t>
            </a:r>
          </a:p>
        </p:txBody>
      </p:sp>
    </p:spTree>
    <p:extLst>
      <p:ext uri="{BB962C8B-B14F-4D97-AF65-F5344CB8AC3E}">
        <p14:creationId xmlns:p14="http://schemas.microsoft.com/office/powerpoint/2010/main" val="32725561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God of mercy and Compassion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1448095" y="530767"/>
            <a:ext cx="6239435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By my sins I have abandoned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Right and claim to Heav’n above,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Where the saints rejoice forever,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In a boundless sea of love.</a:t>
            </a:r>
          </a:p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Jesus, Lord, I ask for mercy;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Let me not implore in vain;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 my sins—I now detest them,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Never will I sin again.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B1447-44C8-393E-BE5B-66D10617B98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3 of 4</a:t>
            </a:r>
          </a:p>
        </p:txBody>
      </p:sp>
    </p:spTree>
    <p:extLst>
      <p:ext uri="{BB962C8B-B14F-4D97-AF65-F5344CB8AC3E}">
        <p14:creationId xmlns:p14="http://schemas.microsoft.com/office/powerpoint/2010/main" val="40553108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God of mercy and Compassion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1448095" y="530767"/>
            <a:ext cx="6239435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See our Savior, bleeding, dying,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On the cross of Calvary;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To that cross my sins have nailed Him,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Yet He bleeds and dies for me.</a:t>
            </a:r>
          </a:p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Jesus, Lord, I ask for mercy;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Let me not implore in vain;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 my sins—I now detest them,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Never will I sin again.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B1447-44C8-393E-BE5B-66D10617B98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4 of 4</a:t>
            </a:r>
          </a:p>
        </p:txBody>
      </p:sp>
    </p:spTree>
    <p:extLst>
      <p:ext uri="{BB962C8B-B14F-4D97-AF65-F5344CB8AC3E}">
        <p14:creationId xmlns:p14="http://schemas.microsoft.com/office/powerpoint/2010/main" val="24145354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574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3294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574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1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713099"/>
            <a:ext cx="6239435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Thou my everlasting Portion,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More than friend or life to me,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All along my pilgrim journey,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Saviour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let me walk with Thee.</a:t>
            </a:r>
          </a:p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Close to Thee, close to Thee,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Close to Thee, close to Thee,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 along my pilgrim journey,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Saviour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let me walk with Thee.</a:t>
            </a:r>
          </a:p>
        </p:txBody>
      </p:sp>
    </p:spTree>
    <p:extLst>
      <p:ext uri="{BB962C8B-B14F-4D97-AF65-F5344CB8AC3E}">
        <p14:creationId xmlns:p14="http://schemas.microsoft.com/office/powerpoint/2010/main" val="3971774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574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2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713099"/>
            <a:ext cx="6239435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Not for ease or worldly pleasure,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Not for fame my prayer shall be;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Gladly will I toil and suffer,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Only let me walk with Thee.</a:t>
            </a:r>
          </a:p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Close to Thee, close to Thee,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Close to Thee, close to Thee,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Gladly will I toil and suffer,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Only let me walk with Thee.</a:t>
            </a:r>
          </a:p>
        </p:txBody>
      </p:sp>
    </p:spTree>
    <p:extLst>
      <p:ext uri="{BB962C8B-B14F-4D97-AF65-F5344CB8AC3E}">
        <p14:creationId xmlns:p14="http://schemas.microsoft.com/office/powerpoint/2010/main" val="4314716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574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3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713099"/>
            <a:ext cx="6239435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Lead me through the vale of shadows,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Bear me o'er life's fitful sea.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Then the gate of life eternal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May I enter, Lord, with Thee.</a:t>
            </a:r>
          </a:p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Close to Thee, close to Thee,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Close to Thee, close to Thee,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Then the gate of life eternal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May I enter, Lord, with Thee.</a:t>
            </a:r>
          </a:p>
        </p:txBody>
      </p:sp>
    </p:spTree>
    <p:extLst>
      <p:ext uri="{BB962C8B-B14F-4D97-AF65-F5344CB8AC3E}">
        <p14:creationId xmlns:p14="http://schemas.microsoft.com/office/powerpoint/2010/main" val="18247312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-129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19946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129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79797" y="1104681"/>
            <a:ext cx="6784406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There is a fountain filled with blood,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Drawn from Immanuel's veins,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And sinners plunged beneath that flood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Lose all their guilty stains. (3)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And sinners plunged beneath that flood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Lose all their guilty stains.</a:t>
            </a:r>
          </a:p>
        </p:txBody>
      </p:sp>
    </p:spTree>
    <p:extLst>
      <p:ext uri="{BB962C8B-B14F-4D97-AF65-F5344CB8AC3E}">
        <p14:creationId xmlns:p14="http://schemas.microsoft.com/office/powerpoint/2010/main" val="14321983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129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2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79797" y="1104681"/>
            <a:ext cx="6784406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dying thief rejoiced to see 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That fountain in his day;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And there may I, though vile as he,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Wash all my sins away. (3)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And there may I, though vile as he,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Wash all my sins away.</a:t>
            </a:r>
          </a:p>
        </p:txBody>
      </p:sp>
    </p:spTree>
    <p:extLst>
      <p:ext uri="{BB962C8B-B14F-4D97-AF65-F5344CB8AC3E}">
        <p14:creationId xmlns:p14="http://schemas.microsoft.com/office/powerpoint/2010/main" val="41382060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129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3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79797" y="1104681"/>
            <a:ext cx="6784406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E'er since by faith I saw the stream 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Thy flowing wounds supply, 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Redeeming love has been my theme, 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And shall be till I die. (3)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Redeeming love has been my theme, 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And shall be till I die.</a:t>
            </a:r>
          </a:p>
        </p:txBody>
      </p:sp>
    </p:spTree>
    <p:extLst>
      <p:ext uri="{BB962C8B-B14F-4D97-AF65-F5344CB8AC3E}">
        <p14:creationId xmlns:p14="http://schemas.microsoft.com/office/powerpoint/2010/main" val="8449237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129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4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040010" y="1104681"/>
            <a:ext cx="7063980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Then in a nobler, sweeter song 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I'll sing Thy power to save, 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When this poor lisping, stammering tongue 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Lies silent in the grave. (3)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When this poor lisping, stammering tongue 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Lies silent in the grave.</a:t>
            </a:r>
          </a:p>
        </p:txBody>
      </p:sp>
    </p:spTree>
    <p:extLst>
      <p:ext uri="{BB962C8B-B14F-4D97-AF65-F5344CB8AC3E}">
        <p14:creationId xmlns:p14="http://schemas.microsoft.com/office/powerpoint/2010/main" val="12039621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- 42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47401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42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1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077015" y="713099"/>
            <a:ext cx="6989969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There is no love like the love of Jesus, 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Never to fade or fall, 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Till into the fold of the peace of God 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He has gathered us all.</a:t>
            </a:r>
          </a:p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Jesus' love, precious love,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Boundless and pure and free;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Oh, turn to that love, weary wandering soul,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pleadeth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for thee.</a:t>
            </a:r>
          </a:p>
        </p:txBody>
      </p:sp>
    </p:spTree>
    <p:extLst>
      <p:ext uri="{BB962C8B-B14F-4D97-AF65-F5344CB8AC3E}">
        <p14:creationId xmlns:p14="http://schemas.microsoft.com/office/powerpoint/2010/main" val="5848920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42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2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917735" y="613695"/>
            <a:ext cx="7308529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There is no heart like the heart of Jesus,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Filled with a tender love; 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No throb nor throe that our hearts can know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But He feels it above.</a:t>
            </a:r>
          </a:p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Jesus' love, precious love,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Boundless and pure and free;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Oh, turn to that love, weary wandering soul,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pleadeth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for thee.</a:t>
            </a:r>
          </a:p>
        </p:txBody>
      </p:sp>
    </p:spTree>
    <p:extLst>
      <p:ext uri="{BB962C8B-B14F-4D97-AF65-F5344CB8AC3E}">
        <p14:creationId xmlns:p14="http://schemas.microsoft.com/office/powerpoint/2010/main" val="4541788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42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3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917735" y="613695"/>
            <a:ext cx="7308529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Oh, let us hark to the voice of Jesus ! 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Oh, may we never roam,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Till safe we rest on His loving breast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In the dear heavenly home.</a:t>
            </a:r>
          </a:p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Jesus' love, precious love,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Boundless and pure and free;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Oh, turn to that love, weary wandering soul,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pleadeth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for thee.</a:t>
            </a:r>
          </a:p>
        </p:txBody>
      </p:sp>
    </p:spTree>
    <p:extLst>
      <p:ext uri="{BB962C8B-B14F-4D97-AF65-F5344CB8AC3E}">
        <p14:creationId xmlns:p14="http://schemas.microsoft.com/office/powerpoint/2010/main" val="34960698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-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 Christ there is no east or west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56023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 Christ there is no east or west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1 of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DFE297-14FD-8C75-D483-AE1329AD46AD}"/>
              </a:ext>
            </a:extLst>
          </p:cNvPr>
          <p:cNvSpPr/>
          <p:nvPr/>
        </p:nvSpPr>
        <p:spPr>
          <a:xfrm>
            <a:off x="1349484" y="613695"/>
            <a:ext cx="6239435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 Christ there is no east or west,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 Him no south or north,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but one great fellowship of love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throughout the whole wide earth.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 Christ shall true hearts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ev’rywhere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their high communion find.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His service is the golden cord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close binding humankind.</a:t>
            </a:r>
          </a:p>
        </p:txBody>
      </p:sp>
    </p:spTree>
    <p:extLst>
      <p:ext uri="{BB962C8B-B14F-4D97-AF65-F5344CB8AC3E}">
        <p14:creationId xmlns:p14="http://schemas.microsoft.com/office/powerpoint/2010/main" val="27859207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 Christ there is no east or west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2 of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DFE297-14FD-8C75-D483-AE1329AD46AD}"/>
              </a:ext>
            </a:extLst>
          </p:cNvPr>
          <p:cNvSpPr/>
          <p:nvPr/>
        </p:nvSpPr>
        <p:spPr>
          <a:xfrm>
            <a:off x="1349484" y="613695"/>
            <a:ext cx="6655998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Join hands, then, people of the faith,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whate’er your race may be.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All children of the living God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are surely kin to me.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 Christ now meet both east and west,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 Him meet south and north.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All Christly souls are joined as one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throughout the whole wide earth.</a:t>
            </a:r>
          </a:p>
        </p:txBody>
      </p:sp>
    </p:spTree>
    <p:extLst>
      <p:ext uri="{BB962C8B-B14F-4D97-AF65-F5344CB8AC3E}">
        <p14:creationId xmlns:p14="http://schemas.microsoft.com/office/powerpoint/2010/main" val="37405028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- 787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00483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787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1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0" y="863247"/>
            <a:ext cx="8888819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 am thinking to-day of that beautiful land 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 shall reach when the sun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goeth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down;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When through wonderful grace by my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Saviour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I stand, 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Will there be any stars in my crown ?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Will there be any stars, any stars in my crown,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at evening the sun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goeth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down ? . . .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I wake with the blest in the mansions of rest,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Will there be any stars in my crown ? . . . </a:t>
            </a:r>
          </a:p>
        </p:txBody>
      </p:sp>
    </p:spTree>
    <p:extLst>
      <p:ext uri="{BB962C8B-B14F-4D97-AF65-F5344CB8AC3E}">
        <p14:creationId xmlns:p14="http://schemas.microsoft.com/office/powerpoint/2010/main" val="20762991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787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2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0" y="863247"/>
            <a:ext cx="8888819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In the strength of the Lord let me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labour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and pray,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Let me watch as a winner of souls,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That bright stars may be mine in the glorious day.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When His praise like the sea-billow rolls.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Will there be any stars, any stars in my crown,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at evening the sun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goeth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down ? . . .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I wake with the blest in the mansions of rest,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Will there be any stars in my crown ? . . . </a:t>
            </a:r>
          </a:p>
        </p:txBody>
      </p:sp>
    </p:spTree>
    <p:extLst>
      <p:ext uri="{BB962C8B-B14F-4D97-AF65-F5344CB8AC3E}">
        <p14:creationId xmlns:p14="http://schemas.microsoft.com/office/powerpoint/2010/main" val="23070968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787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3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0" y="863247"/>
            <a:ext cx="8888819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Oh, what joy will it be when His face I behold, 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Living gems at His feet to lay down 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It would sweeten my bliss in the city of gold, 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Should there be any stars in my crown.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Will there be any stars, any stars in my crown,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at evening the sun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goeth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down ? . . .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I wake with the blest in the mansions of rest,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Will there be any stars in my crown ? . . . </a:t>
            </a:r>
          </a:p>
        </p:txBody>
      </p:sp>
    </p:spTree>
    <p:extLst>
      <p:ext uri="{BB962C8B-B14F-4D97-AF65-F5344CB8AC3E}">
        <p14:creationId xmlns:p14="http://schemas.microsoft.com/office/powerpoint/2010/main" val="35899017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- In Christ Alone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744856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In Christ Alone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378995" y="750600"/>
            <a:ext cx="8386010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In Christ alone, my hope is found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He is my light, my strength, my song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This Cornerstone, this solid ground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Firm through the fiercest drought and storm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What heights of love, what depths of peace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When fears are stilled, when strivings cease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My Comforter, my All in All 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Here in the love of Christ I stand</a:t>
            </a:r>
          </a:p>
        </p:txBody>
      </p:sp>
    </p:spTree>
    <p:extLst>
      <p:ext uri="{BB962C8B-B14F-4D97-AF65-F5344CB8AC3E}">
        <p14:creationId xmlns:p14="http://schemas.microsoft.com/office/powerpoint/2010/main" val="26560290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In Christ Alone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2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378995" y="750600"/>
            <a:ext cx="8386010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In Christ alone, who took on flesh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Fullness of God in helpless babe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This gift of love and righteousness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Scorned by the ones He came to save</a:t>
            </a:r>
          </a:p>
          <a:p>
            <a:pPr algn="ctr">
              <a:spcAft>
                <a:spcPts val="400"/>
              </a:spcAft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'Til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on that cross as Jesus died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wrath of God was satisfied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For every sin on Him was laid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Here in the death of Christ I live.</a:t>
            </a:r>
          </a:p>
        </p:txBody>
      </p:sp>
    </p:spTree>
    <p:extLst>
      <p:ext uri="{BB962C8B-B14F-4D97-AF65-F5344CB8AC3E}">
        <p14:creationId xmlns:p14="http://schemas.microsoft.com/office/powerpoint/2010/main" val="41530073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In Christ Alone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3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378995" y="750600"/>
            <a:ext cx="8386010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There in the ground His body lay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Light of the world by darkness slain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Then bursting forth in glorious Day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Up from the grave He rose again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And as He stands in victory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Sin's curse has lost its grip on me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For I am His and He is mine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Bought with the precious blood of Christ</a:t>
            </a:r>
          </a:p>
        </p:txBody>
      </p:sp>
    </p:spTree>
    <p:extLst>
      <p:ext uri="{BB962C8B-B14F-4D97-AF65-F5344CB8AC3E}">
        <p14:creationId xmlns:p14="http://schemas.microsoft.com/office/powerpoint/2010/main" val="19617740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In Christ Alone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4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378995" y="750600"/>
            <a:ext cx="8386010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No guilt in life, no fear in death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This is the power of Christ in me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From life's first cry to final breath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Jesus commands my destiny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No power of hell, no scheme of man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Can ever pluck me from His hand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Till He returns or calls me home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Here in the power of Christ I'll stand</a:t>
            </a:r>
          </a:p>
        </p:txBody>
      </p:sp>
    </p:spTree>
    <p:extLst>
      <p:ext uri="{BB962C8B-B14F-4D97-AF65-F5344CB8AC3E}">
        <p14:creationId xmlns:p14="http://schemas.microsoft.com/office/powerpoint/2010/main" val="29261544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846892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4BF63-9600-AB32-BCBE-CD0D63783073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308813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1656289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051895" y="1699813"/>
            <a:ext cx="7040197" cy="87193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</a:rPr>
              <a:t>Closing Hymn</a:t>
            </a:r>
          </a:p>
          <a:p>
            <a:r>
              <a:rPr lang="en-US" dirty="0">
                <a:solidFill>
                  <a:schemeClr val="bg1"/>
                </a:solidFill>
              </a:rPr>
              <a:t>Song No. – 543 v1</a:t>
            </a:r>
          </a:p>
        </p:txBody>
      </p:sp>
    </p:spTree>
    <p:extLst>
      <p:ext uri="{BB962C8B-B14F-4D97-AF65-F5344CB8AC3E}">
        <p14:creationId xmlns:p14="http://schemas.microsoft.com/office/powerpoint/2010/main" val="11801846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marR="0" indent="-3600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SG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- 543</a:t>
            </a:r>
            <a:r>
              <a:rPr lang="en-SG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v1</a:t>
            </a:r>
            <a:endParaRPr lang="en-US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Closing : 1 of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0575D6-2132-A304-BD4D-E123FFDE7A28}"/>
              </a:ext>
            </a:extLst>
          </p:cNvPr>
          <p:cNvSpPr/>
          <p:nvPr/>
        </p:nvSpPr>
        <p:spPr>
          <a:xfrm>
            <a:off x="722671" y="802035"/>
            <a:ext cx="7698657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Precious promise God hath given</a:t>
            </a:r>
          </a:p>
          <a:p>
            <a:pPr algn="ctr"/>
            <a:r>
              <a:rPr lang="en-US" sz="2800" dirty="0"/>
              <a:t> To the weary passer-by,</a:t>
            </a:r>
          </a:p>
          <a:p>
            <a:pPr algn="ctr"/>
            <a:r>
              <a:rPr lang="en-US" sz="2800" dirty="0"/>
              <a:t> On the way from earth to heaven, </a:t>
            </a:r>
          </a:p>
          <a:p>
            <a:pPr algn="ctr"/>
            <a:r>
              <a:rPr lang="en-US" sz="2800" dirty="0"/>
              <a:t>“ I will guide thee with Mine eye."</a:t>
            </a:r>
          </a:p>
          <a:p>
            <a:endParaRPr lang="en-US" sz="1400" dirty="0"/>
          </a:p>
          <a:p>
            <a:pPr marL="446088" algn="ctr"/>
            <a:r>
              <a:rPr lang="en-US" sz="2800" i="1" dirty="0">
                <a:solidFill>
                  <a:srgbClr val="772626"/>
                </a:solidFill>
              </a:rPr>
              <a:t> " I will guide thee, I will guide thee</a:t>
            </a:r>
          </a:p>
          <a:p>
            <a:pPr marL="446088" algn="ctr"/>
            <a:r>
              <a:rPr lang="en-US" sz="2800" i="1" dirty="0">
                <a:solidFill>
                  <a:srgbClr val="772626"/>
                </a:solidFill>
              </a:rPr>
              <a:t> I will guide thee with Mine eye;</a:t>
            </a:r>
          </a:p>
          <a:p>
            <a:pPr marL="446088" algn="ctr"/>
            <a:r>
              <a:rPr lang="en-US" sz="2800" i="1" dirty="0">
                <a:solidFill>
                  <a:srgbClr val="772626"/>
                </a:solidFill>
              </a:rPr>
              <a:t> On the way from earth to heaven,</a:t>
            </a:r>
          </a:p>
          <a:p>
            <a:pPr marL="446088" algn="ctr"/>
            <a:r>
              <a:rPr lang="en-US" sz="2800" i="1" dirty="0">
                <a:solidFill>
                  <a:srgbClr val="772626"/>
                </a:solidFill>
              </a:rPr>
              <a:t>I will guide thee with Mine eye. “</a:t>
            </a:r>
            <a:endParaRPr lang="en-SG" sz="2800" i="1" dirty="0">
              <a:solidFill>
                <a:srgbClr val="772626"/>
              </a:solidFill>
            </a:endParaRPr>
          </a:p>
          <a:p>
            <a:pPr marL="446088" algn="ctr"/>
            <a:r>
              <a:rPr lang="en-SG" sz="2800" i="1" dirty="0">
                <a:solidFill>
                  <a:srgbClr val="772626"/>
                </a:solidFill>
              </a:rPr>
              <a:t>Amen.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414060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CC5B0-B837-3B6C-3D5A-23065A2F3ABA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27535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16325</TotalTime>
  <Words>2471</Words>
  <Application>Microsoft Office PowerPoint</Application>
  <PresentationFormat>On-screen Show (16:9)</PresentationFormat>
  <Paragraphs>409</Paragraphs>
  <Slides>55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55</vt:i4>
      </vt:variant>
    </vt:vector>
  </HeadingPairs>
  <TitlesOfParts>
    <vt:vector size="61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Opening Hymn - 203</vt:lpstr>
      <vt:lpstr>Opening Hymn - 203</vt:lpstr>
      <vt:lpstr>Opening Hymn - 203</vt:lpstr>
      <vt:lpstr>PowerPoint Presentation</vt:lpstr>
      <vt:lpstr>PowerPoint Presentation</vt:lpstr>
      <vt:lpstr>Thanksgiving</vt:lpstr>
      <vt:lpstr>PowerPoint Presentation</vt:lpstr>
      <vt:lpstr>PowerPoint Presentation</vt:lpstr>
      <vt:lpstr>Offertory – Song No. 571</vt:lpstr>
      <vt:lpstr>Offertory – Song No. 571</vt:lpstr>
      <vt:lpstr>Offertory – Song No. 571</vt:lpstr>
      <vt:lpstr>Offertory – Song No. 571</vt:lpstr>
      <vt:lpstr>PowerPoint Presentation</vt:lpstr>
      <vt:lpstr>PowerPoint Presentation</vt:lpstr>
      <vt:lpstr>PowerPoint Presentation</vt:lpstr>
      <vt:lpstr>Confession – God of mercy and Compassion v1</vt:lpstr>
      <vt:lpstr>PowerPoint Presentation</vt:lpstr>
      <vt:lpstr>Holy Communion – God of mercy and Compassion</vt:lpstr>
      <vt:lpstr>Holy Communion – God of mercy and Compassion</vt:lpstr>
      <vt:lpstr>Holy Communion – God of mercy and Compassion</vt:lpstr>
      <vt:lpstr>Holy Communion – God of mercy and Compassion</vt:lpstr>
      <vt:lpstr>Holy Communion – God of mercy and Compassion</vt:lpstr>
      <vt:lpstr>Holy Communion – 574</vt:lpstr>
      <vt:lpstr>Holy Communion – 574</vt:lpstr>
      <vt:lpstr>Holy Communion – 574</vt:lpstr>
      <vt:lpstr>Holy Communion – 574</vt:lpstr>
      <vt:lpstr>Holy Communion -129</vt:lpstr>
      <vt:lpstr>Holy Communion – 129</vt:lpstr>
      <vt:lpstr>Holy Communion – 129</vt:lpstr>
      <vt:lpstr>Holy Communion – 129</vt:lpstr>
      <vt:lpstr>Holy Communion – 129</vt:lpstr>
      <vt:lpstr>Holy Communion - 42</vt:lpstr>
      <vt:lpstr>Holy Communion – 42</vt:lpstr>
      <vt:lpstr>Holy Communion – 42</vt:lpstr>
      <vt:lpstr>Holy Communion – 42</vt:lpstr>
      <vt:lpstr>Holy Communion - In Christ there is no east or west</vt:lpstr>
      <vt:lpstr>Holy Communion – In Christ there is no east or west</vt:lpstr>
      <vt:lpstr>Holy Communion – In Christ there is no east or west</vt:lpstr>
      <vt:lpstr>Holy Communion - 787</vt:lpstr>
      <vt:lpstr>Holy Communion – 787</vt:lpstr>
      <vt:lpstr>Holy Communion – 787</vt:lpstr>
      <vt:lpstr>Holy Communion – 787</vt:lpstr>
      <vt:lpstr>Holy Communion - In Christ Alone</vt:lpstr>
      <vt:lpstr>Holy Communion – In Christ Alone</vt:lpstr>
      <vt:lpstr>Holy Communion – In Christ Alone</vt:lpstr>
      <vt:lpstr>Holy Communion – In Christ Alone</vt:lpstr>
      <vt:lpstr>Holy Communion – In Christ Alone</vt:lpstr>
      <vt:lpstr>Holy Communion</vt:lpstr>
      <vt:lpstr>PowerPoint Presentation</vt:lpstr>
      <vt:lpstr>PowerPoint Presentation</vt:lpstr>
      <vt:lpstr>PowerPoint Presentation</vt:lpstr>
      <vt:lpstr>Closing Hymn - 543 v1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Rosmin Elsa</cp:lastModifiedBy>
  <cp:revision>1625</cp:revision>
  <dcterms:created xsi:type="dcterms:W3CDTF">2020-09-02T02:55:07Z</dcterms:created>
  <dcterms:modified xsi:type="dcterms:W3CDTF">2024-10-12T04:00:23Z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