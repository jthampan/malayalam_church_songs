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70"/>
  </p:notesMasterIdLst>
  <p:sldIdLst>
    <p:sldId id="811" r:id="rId7"/>
    <p:sldId id="813" r:id="rId8"/>
    <p:sldId id="859" r:id="rId9"/>
    <p:sldId id="1390" r:id="rId10"/>
    <p:sldId id="1298" r:id="rId11"/>
    <p:sldId id="821" r:id="rId12"/>
    <p:sldId id="851" r:id="rId13"/>
    <p:sldId id="1320" r:id="rId14"/>
    <p:sldId id="1318" r:id="rId15"/>
    <p:sldId id="822" r:id="rId16"/>
    <p:sldId id="1415" r:id="rId17"/>
    <p:sldId id="1416" r:id="rId18"/>
    <p:sldId id="1417" r:id="rId19"/>
    <p:sldId id="1324" r:id="rId20"/>
    <p:sldId id="823" r:id="rId21"/>
    <p:sldId id="1277" r:id="rId22"/>
    <p:sldId id="824" r:id="rId23"/>
    <p:sldId id="1434" r:id="rId24"/>
    <p:sldId id="825" r:id="rId25"/>
    <p:sldId id="1388" r:id="rId26"/>
    <p:sldId id="1411" r:id="rId27"/>
    <p:sldId id="1412" r:id="rId28"/>
    <p:sldId id="1410" r:id="rId29"/>
    <p:sldId id="1389" r:id="rId30"/>
    <p:sldId id="1392" r:id="rId31"/>
    <p:sldId id="1393" r:id="rId32"/>
    <p:sldId id="1394" r:id="rId33"/>
    <p:sldId id="1395" r:id="rId34"/>
    <p:sldId id="1398" r:id="rId35"/>
    <p:sldId id="1414" r:id="rId36"/>
    <p:sldId id="1418" r:id="rId37"/>
    <p:sldId id="1413" r:id="rId38"/>
    <p:sldId id="1397" r:id="rId39"/>
    <p:sldId id="1419" r:id="rId40"/>
    <p:sldId id="1420" r:id="rId41"/>
    <p:sldId id="1421" r:id="rId42"/>
    <p:sldId id="1396" r:id="rId43"/>
    <p:sldId id="1391" r:id="rId44"/>
    <p:sldId id="1407" r:id="rId45"/>
    <p:sldId id="1408" r:id="rId46"/>
    <p:sldId id="1409" r:id="rId47"/>
    <p:sldId id="1399" r:id="rId48"/>
    <p:sldId id="1400" r:id="rId49"/>
    <p:sldId id="1422" r:id="rId50"/>
    <p:sldId id="1423" r:id="rId51"/>
    <p:sldId id="1424" r:id="rId52"/>
    <p:sldId id="1401" r:id="rId53"/>
    <p:sldId id="1402" r:id="rId54"/>
    <p:sldId id="1425" r:id="rId55"/>
    <p:sldId id="1426" r:id="rId56"/>
    <p:sldId id="1427" r:id="rId57"/>
    <p:sldId id="1428" r:id="rId58"/>
    <p:sldId id="1403" r:id="rId59"/>
    <p:sldId id="1404" r:id="rId60"/>
    <p:sldId id="1429" r:id="rId61"/>
    <p:sldId id="1430" r:id="rId62"/>
    <p:sldId id="949" r:id="rId63"/>
    <p:sldId id="1259" r:id="rId64"/>
    <p:sldId id="820" r:id="rId65"/>
    <p:sldId id="1201" r:id="rId66"/>
    <p:sldId id="858" r:id="rId67"/>
    <p:sldId id="1433" r:id="rId68"/>
    <p:sldId id="829" r:id="rId6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562"/>
    <a:srgbClr val="B6807C"/>
    <a:srgbClr val="AE7C76"/>
    <a:srgbClr val="A1889D"/>
    <a:srgbClr val="731A02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4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6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microsoft.com/office/2018/10/relationships/authors" Target="authors.xml"/><Relationship Id="rId7" Type="http://schemas.openxmlformats.org/officeDocument/2006/relationships/slide" Target="slides/slide1.xml"/><Relationship Id="rId71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61" Type="http://schemas.openxmlformats.org/officeDocument/2006/relationships/slide" Target="slides/slide5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XX Month 2024,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XX Month 2024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No. 22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0" y="683344"/>
            <a:ext cx="91439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Holy, Holy, Holy ! Lord God Almighty ! </a:t>
            </a:r>
          </a:p>
          <a:p>
            <a:pPr algn="ctr"/>
            <a:r>
              <a:rPr lang="en-US" sz="2800" dirty="0"/>
              <a:t>Early in the morning our song shall rise to Thee ; </a:t>
            </a:r>
          </a:p>
          <a:p>
            <a:pPr algn="ctr"/>
            <a:r>
              <a:rPr lang="en-US" sz="2800" dirty="0"/>
              <a:t>Holy, Holy, Holy ! Merciful and Mighty ! </a:t>
            </a:r>
          </a:p>
          <a:p>
            <a:pPr algn="ctr"/>
            <a:r>
              <a:rPr lang="en-US" sz="2800" dirty="0"/>
              <a:t>God in Three Persons, blessed Trinity !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Holy, Holy, Holy ! all the saints adore Thee, </a:t>
            </a:r>
          </a:p>
          <a:p>
            <a:pPr algn="ctr"/>
            <a:r>
              <a:rPr lang="en-US" sz="2800" dirty="0"/>
              <a:t>Casting down their golden crowns around the glassy sea; </a:t>
            </a:r>
          </a:p>
          <a:p>
            <a:pPr algn="ctr"/>
            <a:r>
              <a:rPr lang="en-US" sz="2800" dirty="0"/>
              <a:t>Cherubim and Seraphim falling down before Thee, </a:t>
            </a:r>
          </a:p>
          <a:p>
            <a:pPr algn="ctr"/>
            <a:r>
              <a:rPr lang="en-US" sz="2800" dirty="0"/>
              <a:t>Which wert, and art, and evermore shalt be.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2</a:t>
            </a:r>
          </a:p>
        </p:txBody>
      </p:sp>
    </p:spTree>
    <p:extLst>
      <p:ext uri="{BB962C8B-B14F-4D97-AF65-F5344CB8AC3E}">
        <p14:creationId xmlns:p14="http://schemas.microsoft.com/office/powerpoint/2010/main" val="2137578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Opening Hymn - 22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0" y="683344"/>
            <a:ext cx="914399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Holy, Holy, Holy ! though the darkness hide Thee,</a:t>
            </a:r>
          </a:p>
          <a:p>
            <a:pPr algn="ctr"/>
            <a:r>
              <a:rPr lang="en-US" sz="2800" dirty="0"/>
              <a:t>Though the eye of sinful man Thy glory may not see : Only Thou art holy, there is none beside Thee,</a:t>
            </a:r>
          </a:p>
          <a:p>
            <a:pPr algn="ctr"/>
            <a:r>
              <a:rPr lang="en-US" sz="2800" dirty="0"/>
              <a:t>Perfect in power, in love, and purity.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 Holy, Holy, Holy ! Lord God Almighty ! </a:t>
            </a:r>
          </a:p>
          <a:p>
            <a:pPr algn="ctr"/>
            <a:r>
              <a:rPr lang="en-US" sz="2800" dirty="0"/>
              <a:t>All Thy works shall praise Thy name in earth, and sky, and sea;</a:t>
            </a:r>
          </a:p>
          <a:p>
            <a:pPr algn="ctr"/>
            <a:r>
              <a:rPr lang="en-US" sz="2800" dirty="0"/>
              <a:t>Holy, Holy, Holy ! Merciful and Mighty ! </a:t>
            </a:r>
          </a:p>
          <a:p>
            <a:pPr algn="ctr"/>
            <a:r>
              <a:rPr lang="en-US" sz="2800" dirty="0"/>
              <a:t>God in Three Persons, blessed Trinity 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2</a:t>
            </a:r>
          </a:p>
        </p:txBody>
      </p:sp>
    </p:spTree>
    <p:extLst>
      <p:ext uri="{BB962C8B-B14F-4D97-AF65-F5344CB8AC3E}">
        <p14:creationId xmlns:p14="http://schemas.microsoft.com/office/powerpoint/2010/main" val="2774089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6"/>
            <a:ext cx="6117328" cy="2385987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6"/>
            <a:ext cx="6117328" cy="2385987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Lavish Love v2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 – Lavish Love v2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955764" y="802035"/>
            <a:ext cx="723247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Who am I that You should love me, </a:t>
            </a:r>
          </a:p>
          <a:p>
            <a:pPr algn="ctr"/>
            <a:r>
              <a:rPr lang="en-US" sz="2800" dirty="0"/>
              <a:t>Meet my </a:t>
            </a:r>
            <a:r>
              <a:rPr lang="en-US" sz="2800" dirty="0" err="1"/>
              <a:t>ev'ry</a:t>
            </a:r>
            <a:r>
              <a:rPr lang="en-US" sz="2800" dirty="0"/>
              <a:t> need from birth?</a:t>
            </a:r>
          </a:p>
          <a:p>
            <a:pPr algn="ctr"/>
            <a:r>
              <a:rPr lang="en-US" sz="2800" dirty="0"/>
              <a:t>Why invest Yourself so fully </a:t>
            </a:r>
          </a:p>
          <a:p>
            <a:pPr algn="ctr"/>
            <a:r>
              <a:rPr lang="en-US" sz="2800" dirty="0"/>
              <a:t>In a creature made of earth?</a:t>
            </a:r>
          </a:p>
          <a:p>
            <a:pPr algn="ctr"/>
            <a:r>
              <a:rPr lang="en-US" sz="2800" dirty="0"/>
              <a:t>In Your loving heart You planned me, </a:t>
            </a:r>
          </a:p>
          <a:p>
            <a:pPr algn="ctr"/>
            <a:r>
              <a:rPr lang="en-US" sz="2800" dirty="0"/>
              <a:t>Fashioned me with greatest care;</a:t>
            </a:r>
          </a:p>
          <a:p>
            <a:pPr algn="ctr"/>
            <a:r>
              <a:rPr lang="en-US" sz="2800" dirty="0"/>
              <a:t>Through my soul You breathed Your Spirit, </a:t>
            </a:r>
          </a:p>
          <a:p>
            <a:pPr algn="ctr"/>
            <a:r>
              <a:rPr lang="en-US" sz="2800" dirty="0"/>
              <a:t>Planted Your own image there. </a:t>
            </a: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B1B1673-989C-680F-2E10-EB145FAF0EA9}"/>
              </a:ext>
            </a:extLst>
          </p:cNvPr>
          <p:cNvSpPr/>
          <p:nvPr/>
        </p:nvSpPr>
        <p:spPr>
          <a:xfrm>
            <a:off x="1513336" y="1809496"/>
            <a:ext cx="6117328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754364"/>
            <a:ext cx="6117328" cy="1634771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</a:t>
            </a:r>
          </a:p>
        </p:txBody>
      </p:sp>
    </p:spTree>
    <p:extLst>
      <p:ext uri="{BB962C8B-B14F-4D97-AF65-F5344CB8AC3E}">
        <p14:creationId xmlns:p14="http://schemas.microsoft.com/office/powerpoint/2010/main" val="180396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dirty="0">
                <a:solidFill>
                  <a:schemeClr val="bg1"/>
                </a:solidFill>
              </a:rPr>
              <a:t>Be Thou my vision (17)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Be Thou my vision (17)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Be Thou my vision, O Lord of my heart;</a:t>
            </a:r>
          </a:p>
          <a:p>
            <a:r>
              <a:rPr lang="en-US" sz="2800" dirty="0"/>
              <a:t>Naught be all else to me save that Thou art-</a:t>
            </a:r>
          </a:p>
          <a:p>
            <a:r>
              <a:rPr lang="en-US" sz="2800" dirty="0"/>
              <a:t>Thou my best thought, by day or by night,</a:t>
            </a:r>
          </a:p>
          <a:p>
            <a:r>
              <a:rPr lang="en-US" sz="2800" dirty="0"/>
              <a:t>Waking or sleeping, Thy presence my light.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Be Thou my vision (17)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Be Thou my wisdom, and Thou my true Word;</a:t>
            </a:r>
          </a:p>
          <a:p>
            <a:r>
              <a:rPr lang="en-US" sz="2800" dirty="0"/>
              <a:t>I ever with Thee and Thou with me, Lord;</a:t>
            </a:r>
          </a:p>
          <a:p>
            <a:r>
              <a:rPr lang="en-US" sz="2800" dirty="0"/>
              <a:t>Thou my great Father, I Thy true son,</a:t>
            </a:r>
          </a:p>
          <a:p>
            <a:r>
              <a:rPr lang="en-US" sz="2800" dirty="0"/>
              <a:t>Thou in me dwelling, and I with Thee one.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45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Be Thou my vision (17)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4" y="727294"/>
            <a:ext cx="552591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Riches I heed not, nor man's empty praise,</a:t>
            </a:r>
          </a:p>
          <a:p>
            <a:r>
              <a:rPr lang="en-US" sz="2800" dirty="0"/>
              <a:t>Thou mine inheritance, through all my days;</a:t>
            </a:r>
          </a:p>
          <a:p>
            <a:r>
              <a:rPr lang="en-US" sz="2800" dirty="0"/>
              <a:t>Thou and Thou only, first in my heart,</a:t>
            </a:r>
          </a:p>
          <a:p>
            <a:r>
              <a:rPr lang="en-US" sz="2800" dirty="0"/>
              <a:t>High King of heaven, my Treasure Thou art.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491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Offertory – Be Thou my vision (17)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29" y="872600"/>
            <a:ext cx="3340907" cy="33409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4" y="727294"/>
            <a:ext cx="552591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High King of heaven, my victory won,</a:t>
            </a:r>
          </a:p>
          <a:p>
            <a:r>
              <a:rPr lang="en-US" sz="2800" dirty="0"/>
              <a:t>May I reach heaven's joy's, O bright heaven's sun!</a:t>
            </a:r>
          </a:p>
          <a:p>
            <a:r>
              <a:rPr lang="en-US" sz="2800" dirty="0"/>
              <a:t>Heart of my own heart, whatever befall,</a:t>
            </a:r>
          </a:p>
          <a:p>
            <a:r>
              <a:rPr lang="en-US" sz="2800" dirty="0"/>
              <a:t>Still be my vision, O Ruler of all.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919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The battle belongs to the Lord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566427" y="1005919"/>
            <a:ext cx="8002772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When your enemy presses in hard, do not fear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battle belongs to the Lord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Take courage my friend, your redemption is near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battle belongs to the Lord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sing glory,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honour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and strength to the Lord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 sing glory,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honour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Power and strength to the Lord 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US" sz="2400" dirty="0">
                <a:latin typeface="Segoe UI" panose="020B0502040204020203" pitchFamily="34" charset="0"/>
                <a:cs typeface="Segoe UI" panose="020B0502040204020203" pitchFamily="34" charset="0"/>
              </a:rPr>
              <a:t>I am not worthy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566427" y="1005919"/>
            <a:ext cx="8002772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am not worthy, Holy Lord,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thou shouldst come to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Speak but the word; one gracious word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set the sinner free.</a:t>
            </a:r>
          </a:p>
        </p:txBody>
      </p:sp>
    </p:spTree>
    <p:extLst>
      <p:ext uri="{BB962C8B-B14F-4D97-AF65-F5344CB8AC3E}">
        <p14:creationId xmlns:p14="http://schemas.microsoft.com/office/powerpoint/2010/main" val="647885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am not worthy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am not worthy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 am not worthy, Holy Lord,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thou shouldst come to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Speak but the word; one gracious word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Can set the sinner free.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 am not worthy; cold and bare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lodging of my soul;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canst Thou deign to enter there?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Lord, speak, and make me whole.</a:t>
            </a:r>
          </a:p>
        </p:txBody>
      </p:sp>
    </p:spTree>
    <p:extLst>
      <p:ext uri="{BB962C8B-B14F-4D97-AF65-F5344CB8AC3E}">
        <p14:creationId xmlns:p14="http://schemas.microsoft.com/office/powerpoint/2010/main" val="3387956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I am not worthy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I am not worthy; yet, my God,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can I say thee nay;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Thee, who didst give Thy flesh and blood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ransom price to pay?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come! in this sweet morning hour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Feed me with food divine;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fill with all Thy love and power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This wavering heart of mine.</a:t>
            </a:r>
          </a:p>
        </p:txBody>
      </p:sp>
    </p:spTree>
    <p:extLst>
      <p:ext uri="{BB962C8B-B14F-4D97-AF65-F5344CB8AC3E}">
        <p14:creationId xmlns:p14="http://schemas.microsoft.com/office/powerpoint/2010/main" val="2799293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7975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will sing the wondrous story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Of the Christ who died for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He left His home in glory,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cross on Calvary.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I'll sing . . . the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- -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ry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Christ . . . who died for me ;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 it with . . . the saints in glory, Gathered by . . . the crystal sea. . . </a:t>
            </a: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was lost ; but Jesus found me—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Found the sheep that went astray;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Threw His loving arms around 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Drew me back into His way.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I'll sing . . . the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- -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ry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Christ . . . who died for me ;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 it with . . . the saints in glory, Gathered by . . . the crystal sea. . . </a:t>
            </a:r>
          </a:p>
        </p:txBody>
      </p:sp>
    </p:spTree>
    <p:extLst>
      <p:ext uri="{BB962C8B-B14F-4D97-AF65-F5344CB8AC3E}">
        <p14:creationId xmlns:p14="http://schemas.microsoft.com/office/powerpoint/2010/main" val="2324493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 was bruised : but Jesus healed me—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Faint was I from many a fall;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Sight was gone, and fears possessed me: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 He freed me from them all.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I'll sing . . . the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- -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ry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Christ . . . who died for me ;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 it with . . . the saints in glory, Gathered by . . . the crystal sea. . . </a:t>
            </a:r>
          </a:p>
        </p:txBody>
      </p:sp>
    </p:spTree>
    <p:extLst>
      <p:ext uri="{BB962C8B-B14F-4D97-AF65-F5344CB8AC3E}">
        <p14:creationId xmlns:p14="http://schemas.microsoft.com/office/powerpoint/2010/main" val="3993134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Days of darkness still come o'er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Sorrow's paths I often tread;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But the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Saviour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still is with 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By His hand I'm safely led.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I'll sing . . . the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- -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ry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Christ . . . who died for me ;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 it with . . . the saints in glory, Gathered by . . . the crystal sea. . . </a:t>
            </a:r>
          </a:p>
        </p:txBody>
      </p:sp>
    </p:spTree>
    <p:extLst>
      <p:ext uri="{BB962C8B-B14F-4D97-AF65-F5344CB8AC3E}">
        <p14:creationId xmlns:p14="http://schemas.microsoft.com/office/powerpoint/2010/main" val="197414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875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0925" y="613695"/>
            <a:ext cx="681276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will keep me till the river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Rolls its waters at my feet;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 He'll bear me safely over, 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Where the loved ones I shall meet.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I'll sing . . . the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sto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- -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ry</a:t>
            </a: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 the Christ . . . who died for me ; . .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Sing it with . . . the saints in glory, Gathered by . . . the crystal sea. . . </a:t>
            </a:r>
          </a:p>
        </p:txBody>
      </p:sp>
    </p:spTree>
    <p:extLst>
      <p:ext uri="{BB962C8B-B14F-4D97-AF65-F5344CB8AC3E}">
        <p14:creationId xmlns:p14="http://schemas.microsoft.com/office/powerpoint/2010/main" val="2155956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Break Thou the Bread of Life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89371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Break Thou the Bread of Life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248891" y="613695"/>
            <a:ext cx="783479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Break Thou the bread of life, dear Lord, to me,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 thou didst break the loaves beside the sea.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Beyond the sacred page I seek Thee, Lord;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spirit pants for Thee, O living Word. </a:t>
            </a:r>
          </a:p>
          <a:p>
            <a:pPr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Bless Thou the truth, dear Lord, to me, to me,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 Thou didst bless the bread by Galilee.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Then shall all bondage cease, all fetters fall;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I shall find my peace, my All in all!</a:t>
            </a:r>
          </a:p>
        </p:txBody>
      </p:sp>
    </p:spTree>
    <p:extLst>
      <p:ext uri="{BB962C8B-B14F-4D97-AF65-F5344CB8AC3E}">
        <p14:creationId xmlns:p14="http://schemas.microsoft.com/office/powerpoint/2010/main" val="17569865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Break Thou the Bread of Life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248891" y="629982"/>
            <a:ext cx="783479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Thou art the bread of life, O Lord, to me,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Thy holy word the truth that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saveth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me.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Give me to eat and live with thee above;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Teach me to love Thy truth, for Thou art love.</a:t>
            </a:r>
          </a:p>
          <a:p>
            <a:pPr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Oh send Thy Spirit Lord, now unto me,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He may touch my eyes, and make me see.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Show me the truth concealed within Thy Word,</a:t>
            </a:r>
          </a:p>
          <a:p>
            <a:pPr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in Thy book revealed I see the Lord.</a:t>
            </a:r>
          </a:p>
        </p:txBody>
      </p:sp>
    </p:spTree>
    <p:extLst>
      <p:ext uri="{BB962C8B-B14F-4D97-AF65-F5344CB8AC3E}">
        <p14:creationId xmlns:p14="http://schemas.microsoft.com/office/powerpoint/2010/main" val="3633594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Channels only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1198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Channels only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33718" y="613695"/>
            <a:ext cx="747656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How I praise Thee, precious Savior,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Thy love laid hold of me;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Thou hast saved and cleansed and filled me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might Thy channel be.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Channels only, blessed Master,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with all Thy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pow’r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Flowing through us, Thou canst use us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Every day and every hour</a:t>
            </a:r>
          </a:p>
        </p:txBody>
      </p:sp>
    </p:spTree>
    <p:extLst>
      <p:ext uri="{BB962C8B-B14F-4D97-AF65-F5344CB8AC3E}">
        <p14:creationId xmlns:p14="http://schemas.microsoft.com/office/powerpoint/2010/main" val="401264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Channels only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33718" y="613695"/>
            <a:ext cx="747656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Emptied that Thou shouldest fill 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 clean vessel in Thy hand;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With no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pow’r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but as Thou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givest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Graciously with each command.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Channels only, blessed Master,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with all Thy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pow’r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Flowing through us, Thou canst use us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Every day and every hour</a:t>
            </a:r>
          </a:p>
        </p:txBody>
      </p:sp>
    </p:spTree>
    <p:extLst>
      <p:ext uri="{BB962C8B-B14F-4D97-AF65-F5344CB8AC3E}">
        <p14:creationId xmlns:p14="http://schemas.microsoft.com/office/powerpoint/2010/main" val="665977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Channels only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33718" y="613695"/>
            <a:ext cx="747656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Witnessing Thy 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pow’r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save 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Setting free from self and sin;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Thou who bought-</a:t>
            </a:r>
            <a:r>
              <a:rPr lang="en-US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est</a:t>
            </a: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 to possess 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In Thy fullness, Lord, come in.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Channels only, blessed Master,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with all Thy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pow’r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Flowing through us, Thou canst use us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Every day and every hour</a:t>
            </a:r>
          </a:p>
        </p:txBody>
      </p:sp>
    </p:spTree>
    <p:extLst>
      <p:ext uri="{BB962C8B-B14F-4D97-AF65-F5344CB8AC3E}">
        <p14:creationId xmlns:p14="http://schemas.microsoft.com/office/powerpoint/2010/main" val="5848506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Channels only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33718" y="613695"/>
            <a:ext cx="7476564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Jesus, fill now with Thy Spirit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Hearts that full surrender know;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the streams of living water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From our inner man may flow.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Channels only, blessed Master,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But with all Thy wondrous </a:t>
            </a:r>
            <a:r>
              <a:rPr lang="en-US" sz="2800" i="1" dirty="0" err="1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pow’r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Flowing through us, Thou canst use us</a:t>
            </a:r>
          </a:p>
          <a:p>
            <a:pPr algn="ctr">
              <a:spcAft>
                <a:spcPts val="400"/>
              </a:spcAft>
            </a:pPr>
            <a:r>
              <a:rPr lang="en-US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Every day and every hour</a:t>
            </a:r>
          </a:p>
        </p:txBody>
      </p:sp>
    </p:spTree>
    <p:extLst>
      <p:ext uri="{BB962C8B-B14F-4D97-AF65-F5344CB8AC3E}">
        <p14:creationId xmlns:p14="http://schemas.microsoft.com/office/powerpoint/2010/main" val="1181606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6263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wonderful </a:t>
            </a:r>
            <a:r>
              <a:rPr lang="en-US" sz="2800" dirty="0" err="1"/>
              <a:t>Saviour</a:t>
            </a:r>
            <a:r>
              <a:rPr lang="en-US" sz="2800" dirty="0"/>
              <a:t> is Jesus, my Lord,</a:t>
            </a:r>
          </a:p>
          <a:p>
            <a:r>
              <a:rPr lang="en-US" sz="2800" dirty="0"/>
              <a:t>A wonderful </a:t>
            </a:r>
            <a:r>
              <a:rPr lang="en-US" sz="2800" dirty="0" err="1"/>
              <a:t>Saviour</a:t>
            </a:r>
            <a:r>
              <a:rPr lang="en-US" sz="2800" dirty="0"/>
              <a:t> to me ; </a:t>
            </a:r>
          </a:p>
          <a:p>
            <a:r>
              <a:rPr lang="en-US" sz="2800" dirty="0"/>
              <a:t>He </a:t>
            </a:r>
            <a:r>
              <a:rPr lang="en-US" sz="2800" dirty="0" err="1"/>
              <a:t>hideth</a:t>
            </a:r>
            <a:r>
              <a:rPr lang="en-US" sz="2800" dirty="0"/>
              <a:t> my soul in the cleft of the rock,</a:t>
            </a:r>
          </a:p>
          <a:p>
            <a:r>
              <a:rPr lang="en-US" sz="2800" dirty="0"/>
              <a:t>Where rivers of pleasure I see.</a:t>
            </a:r>
          </a:p>
          <a:p>
            <a:endParaRPr lang="en-US" sz="1400" dirty="0"/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soul in the cleft of the rock,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That shadows a dry, thirsty land ; 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life in the depths of His love,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And covers me there with His hand.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7813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A wonderful </a:t>
            </a:r>
            <a:r>
              <a:rPr lang="en-US" sz="2800" dirty="0" err="1"/>
              <a:t>Saviour</a:t>
            </a:r>
            <a:r>
              <a:rPr lang="en-US" sz="2800" dirty="0"/>
              <a:t> is Jesus, my Lord,</a:t>
            </a:r>
          </a:p>
          <a:p>
            <a:r>
              <a:rPr lang="en-US" sz="2800" dirty="0"/>
              <a:t>He taketh my burden away ; </a:t>
            </a:r>
          </a:p>
          <a:p>
            <a:r>
              <a:rPr lang="en-US" sz="2800" dirty="0"/>
              <a:t>He </a:t>
            </a:r>
            <a:r>
              <a:rPr lang="en-US" sz="2800" dirty="0" err="1"/>
              <a:t>holdeth</a:t>
            </a:r>
            <a:r>
              <a:rPr lang="en-US" sz="2800" dirty="0"/>
              <a:t> me up, and I shall not be moved,</a:t>
            </a:r>
          </a:p>
          <a:p>
            <a:r>
              <a:rPr lang="en-US" sz="2800" dirty="0"/>
              <a:t>He giveth me strength as my day.</a:t>
            </a:r>
          </a:p>
          <a:p>
            <a:endParaRPr lang="en-US" sz="1400" dirty="0"/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soul in the cleft of the rock,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That shadows a dry, thirsty land ; 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life in the depths of His love,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And covers me there with His hand.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26577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22730" y="887505"/>
            <a:ext cx="849854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With numberless blessings each moment He crowns, </a:t>
            </a:r>
          </a:p>
          <a:p>
            <a:r>
              <a:rPr lang="en-US" sz="2800" dirty="0"/>
              <a:t>And, filled with His goodness divine,</a:t>
            </a:r>
          </a:p>
          <a:p>
            <a:r>
              <a:rPr lang="en-US" sz="2800" dirty="0"/>
              <a:t>I sing in my rapture, oh, glory to God</a:t>
            </a:r>
          </a:p>
          <a:p>
            <a:r>
              <a:rPr lang="en-US" sz="2800" dirty="0"/>
              <a:t>For such a Redeemer as mine !</a:t>
            </a:r>
          </a:p>
          <a:p>
            <a:endParaRPr lang="en-US" sz="1400" dirty="0"/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soul in the cleft of the rock,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That shadows a dry, thirsty land ; 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life in the depths of His love,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And covers me there with His hand.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09427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540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322730" y="887505"/>
            <a:ext cx="8498540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When clothed in His brightness, transported I rise </a:t>
            </a:r>
          </a:p>
          <a:p>
            <a:r>
              <a:rPr lang="en-US" sz="2800" dirty="0"/>
              <a:t>To meet Him in clouds of the sky,</a:t>
            </a:r>
          </a:p>
          <a:p>
            <a:r>
              <a:rPr lang="en-US" sz="2800" dirty="0"/>
              <a:t>His perfect salvation, His wonderful love, </a:t>
            </a:r>
          </a:p>
          <a:p>
            <a:r>
              <a:rPr lang="en-US" sz="2800" dirty="0"/>
              <a:t>I'll shout with the millions on high.</a:t>
            </a:r>
          </a:p>
          <a:p>
            <a:endParaRPr lang="en-US" sz="1400" dirty="0"/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soul in the cleft of the rock,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That shadows a dry, thirsty land ; 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He </a:t>
            </a:r>
            <a:r>
              <a:rPr lang="en-US" sz="2800" i="1" dirty="0" err="1">
                <a:solidFill>
                  <a:srgbClr val="772626"/>
                </a:solidFill>
              </a:rPr>
              <a:t>hideth</a:t>
            </a:r>
            <a:r>
              <a:rPr lang="en-US" sz="2800" i="1" dirty="0">
                <a:solidFill>
                  <a:srgbClr val="772626"/>
                </a:solidFill>
              </a:rPr>
              <a:t> my life in the depths of His love,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And covers me there with His hand.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376778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Open my eyes that I may see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02178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Open my eyes that I may see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Open my eyes that I may see</a:t>
            </a:r>
          </a:p>
          <a:p>
            <a:r>
              <a:rPr lang="en-US" sz="2800" dirty="0"/>
              <a:t>glimpses of truth Thou hast for me.</a:t>
            </a:r>
          </a:p>
          <a:p>
            <a:r>
              <a:rPr lang="en-US" sz="2800" dirty="0"/>
              <a:t>Place in my hands the wonderful key</a:t>
            </a:r>
          </a:p>
          <a:p>
            <a:r>
              <a:rPr lang="en-US" sz="2800" dirty="0"/>
              <a:t>that shall unclasp and set me free.</a:t>
            </a:r>
          </a:p>
          <a:p>
            <a:r>
              <a:rPr lang="en-US" sz="2800" dirty="0"/>
              <a:t>Silently now I wait for thee,</a:t>
            </a:r>
          </a:p>
          <a:p>
            <a:r>
              <a:rPr lang="en-US" sz="2800" dirty="0"/>
              <a:t>ready, my God, thy will to see.</a:t>
            </a:r>
          </a:p>
          <a:p>
            <a:r>
              <a:rPr lang="en-US" sz="2800" dirty="0"/>
              <a:t>Open my eyes, illumine me,</a:t>
            </a:r>
          </a:p>
          <a:p>
            <a:r>
              <a:rPr lang="en-US" sz="2800" dirty="0"/>
              <a:t>Spirit divine!</a:t>
            </a:r>
          </a:p>
        </p:txBody>
      </p:sp>
    </p:spTree>
    <p:extLst>
      <p:ext uri="{BB962C8B-B14F-4D97-AF65-F5344CB8AC3E}">
        <p14:creationId xmlns:p14="http://schemas.microsoft.com/office/powerpoint/2010/main" val="29888786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Open my eyes that I may see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Open my ears that I may hear</a:t>
            </a:r>
          </a:p>
          <a:p>
            <a:r>
              <a:rPr lang="en-US" sz="2800" dirty="0"/>
              <a:t>voices of truth Thou </a:t>
            </a:r>
            <a:r>
              <a:rPr lang="en-US" sz="2800" dirty="0" err="1"/>
              <a:t>sendest</a:t>
            </a:r>
            <a:r>
              <a:rPr lang="en-US" sz="2800" dirty="0"/>
              <a:t> clear,</a:t>
            </a:r>
          </a:p>
          <a:p>
            <a:r>
              <a:rPr lang="en-US" sz="2800" dirty="0"/>
              <a:t>and while the wave notes fall on my ear,</a:t>
            </a:r>
          </a:p>
          <a:p>
            <a:r>
              <a:rPr lang="en-US" sz="2800" dirty="0" err="1"/>
              <a:t>ev’rything</a:t>
            </a:r>
            <a:r>
              <a:rPr lang="en-US" sz="2800" dirty="0"/>
              <a:t> false will disappear.</a:t>
            </a:r>
          </a:p>
          <a:p>
            <a:r>
              <a:rPr lang="en-US" sz="2800" dirty="0"/>
              <a:t>Silently now I wait for thee,</a:t>
            </a:r>
          </a:p>
          <a:p>
            <a:r>
              <a:rPr lang="en-US" sz="2800" dirty="0"/>
              <a:t>ready, my God, thy will to see.</a:t>
            </a:r>
          </a:p>
          <a:p>
            <a:r>
              <a:rPr lang="en-US" sz="2800" dirty="0"/>
              <a:t>Open my ears, illumine me,</a:t>
            </a:r>
          </a:p>
          <a:p>
            <a:r>
              <a:rPr lang="en-US" sz="2800" dirty="0"/>
              <a:t>Spirit divine!</a:t>
            </a:r>
          </a:p>
        </p:txBody>
      </p:sp>
    </p:spTree>
    <p:extLst>
      <p:ext uri="{BB962C8B-B14F-4D97-AF65-F5344CB8AC3E}">
        <p14:creationId xmlns:p14="http://schemas.microsoft.com/office/powerpoint/2010/main" val="3813150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Open my eyes that I may see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Open my mind that I may read</a:t>
            </a:r>
          </a:p>
          <a:p>
            <a:r>
              <a:rPr lang="en-US" sz="2800" dirty="0"/>
              <a:t>More of Thy love in word and deed;</a:t>
            </a:r>
          </a:p>
          <a:p>
            <a:r>
              <a:rPr lang="en-US" sz="2800" dirty="0"/>
              <a:t>What shall I fear while yet Thou dost lead?</a:t>
            </a:r>
          </a:p>
          <a:p>
            <a:r>
              <a:rPr lang="en-US" sz="2800" dirty="0"/>
              <a:t>Only for light from Thee I plead.</a:t>
            </a:r>
          </a:p>
          <a:p>
            <a:r>
              <a:rPr lang="en-US" sz="2800" dirty="0"/>
              <a:t>Silently now I wait for thee,</a:t>
            </a:r>
          </a:p>
          <a:p>
            <a:r>
              <a:rPr lang="en-US" sz="2800" dirty="0"/>
              <a:t>ready, my God, thy will to see.</a:t>
            </a:r>
          </a:p>
          <a:p>
            <a:r>
              <a:rPr lang="en-US" sz="2800" dirty="0"/>
              <a:t>Open my mind, illumine me,</a:t>
            </a:r>
          </a:p>
          <a:p>
            <a:r>
              <a:rPr lang="en-US" sz="2800" dirty="0"/>
              <a:t>Spirit divine!!</a:t>
            </a:r>
          </a:p>
        </p:txBody>
      </p:sp>
    </p:spTree>
    <p:extLst>
      <p:ext uri="{BB962C8B-B14F-4D97-AF65-F5344CB8AC3E}">
        <p14:creationId xmlns:p14="http://schemas.microsoft.com/office/powerpoint/2010/main" val="41905803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Open my eyes that I may see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4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Open my mouth and let me bear</a:t>
            </a:r>
          </a:p>
          <a:p>
            <a:r>
              <a:rPr lang="en-US" sz="2800" dirty="0"/>
              <a:t>gladly the warm truth </a:t>
            </a:r>
            <a:r>
              <a:rPr lang="en-US" sz="2800" dirty="0" err="1"/>
              <a:t>ev’rywhere</a:t>
            </a:r>
            <a:r>
              <a:rPr lang="en-US" sz="2800" dirty="0"/>
              <a:t>.</a:t>
            </a:r>
          </a:p>
          <a:p>
            <a:r>
              <a:rPr lang="en-US" sz="2800" dirty="0"/>
              <a:t>Open my heart and let me prepare</a:t>
            </a:r>
          </a:p>
          <a:p>
            <a:r>
              <a:rPr lang="en-US" sz="2800" dirty="0"/>
              <a:t>love with thy children thus to share.</a:t>
            </a:r>
          </a:p>
          <a:p>
            <a:r>
              <a:rPr lang="en-US" sz="2800" dirty="0"/>
              <a:t>Silently now I wait for thee,</a:t>
            </a:r>
          </a:p>
          <a:p>
            <a:r>
              <a:rPr lang="en-US" sz="2800" dirty="0"/>
              <a:t>ready, my God, thy will to see.</a:t>
            </a:r>
          </a:p>
          <a:p>
            <a:r>
              <a:rPr lang="en-US" sz="2800" dirty="0"/>
              <a:t>Open my heart, illumine me,</a:t>
            </a:r>
          </a:p>
          <a:p>
            <a:r>
              <a:rPr lang="en-US" sz="2800" dirty="0"/>
              <a:t>Spirit divine!!</a:t>
            </a:r>
          </a:p>
        </p:txBody>
      </p:sp>
    </p:spTree>
    <p:extLst>
      <p:ext uri="{BB962C8B-B14F-4D97-AF65-F5344CB8AC3E}">
        <p14:creationId xmlns:p14="http://schemas.microsoft.com/office/powerpoint/2010/main" val="3031480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606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25146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606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1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Jesus, I have promised</a:t>
            </a:r>
          </a:p>
          <a:p>
            <a:r>
              <a:rPr lang="en-US" sz="2800" dirty="0"/>
              <a:t>To serve Thee to the end;</a:t>
            </a:r>
          </a:p>
          <a:p>
            <a:r>
              <a:rPr lang="en-US" sz="2800" dirty="0"/>
              <a:t>Be Thou for ever near me,</a:t>
            </a:r>
          </a:p>
          <a:p>
            <a:r>
              <a:rPr lang="en-US" sz="2800" dirty="0"/>
              <a:t>My Master and my Friend ! </a:t>
            </a:r>
          </a:p>
          <a:p>
            <a:r>
              <a:rPr lang="en-US" sz="2800" dirty="0"/>
              <a:t>I shall not fear the battle, </a:t>
            </a:r>
          </a:p>
          <a:p>
            <a:r>
              <a:rPr lang="en-US" sz="2800" dirty="0"/>
              <a:t>If Thou art by my side;</a:t>
            </a:r>
          </a:p>
          <a:p>
            <a:r>
              <a:rPr lang="en-US" sz="2800" dirty="0"/>
              <a:t>Nor wander from the pathway,</a:t>
            </a:r>
          </a:p>
          <a:p>
            <a:r>
              <a:rPr lang="en-US" sz="2800" dirty="0"/>
              <a:t>If Thou wilt be my Guide.</a:t>
            </a:r>
          </a:p>
        </p:txBody>
      </p:sp>
    </p:spTree>
    <p:extLst>
      <p:ext uri="{BB962C8B-B14F-4D97-AF65-F5344CB8AC3E}">
        <p14:creationId xmlns:p14="http://schemas.microsoft.com/office/powerpoint/2010/main" val="36854517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606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2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Oh, let me feel Thee near me,</a:t>
            </a:r>
          </a:p>
          <a:p>
            <a:r>
              <a:rPr lang="en-US" sz="2800" dirty="0"/>
              <a:t>The world is ever near;</a:t>
            </a:r>
          </a:p>
          <a:p>
            <a:r>
              <a:rPr lang="en-US" sz="2800" dirty="0"/>
              <a:t>I see the sights that dazzle,</a:t>
            </a:r>
          </a:p>
          <a:p>
            <a:r>
              <a:rPr lang="en-US" sz="2800" dirty="0"/>
              <a:t>The tempting sounds I hear:</a:t>
            </a:r>
          </a:p>
          <a:p>
            <a:r>
              <a:rPr lang="en-US" sz="2800" dirty="0"/>
              <a:t>My foes are ever near me,</a:t>
            </a:r>
          </a:p>
          <a:p>
            <a:r>
              <a:rPr lang="en-US" sz="2800" dirty="0"/>
              <a:t>Around me and within;</a:t>
            </a:r>
          </a:p>
          <a:p>
            <a:r>
              <a:rPr lang="en-US" sz="2800" dirty="0"/>
              <a:t>But, Jesus, draw Thou nearer, </a:t>
            </a:r>
          </a:p>
          <a:p>
            <a:r>
              <a:rPr lang="en-US" sz="2800" dirty="0"/>
              <a:t>And shield my soul from sin.</a:t>
            </a:r>
          </a:p>
        </p:txBody>
      </p:sp>
    </p:spTree>
    <p:extLst>
      <p:ext uri="{BB962C8B-B14F-4D97-AF65-F5344CB8AC3E}">
        <p14:creationId xmlns:p14="http://schemas.microsoft.com/office/powerpoint/2010/main" val="22490662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606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3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Oh, let me hear Thee speaking,</a:t>
            </a:r>
          </a:p>
          <a:p>
            <a:r>
              <a:rPr lang="en-US" sz="2800" dirty="0"/>
              <a:t>In accents clear and still, </a:t>
            </a:r>
          </a:p>
          <a:p>
            <a:r>
              <a:rPr lang="en-US" sz="2800" dirty="0"/>
              <a:t>Above the storms of passion,</a:t>
            </a:r>
          </a:p>
          <a:p>
            <a:r>
              <a:rPr lang="en-US" sz="2800" dirty="0"/>
              <a:t>The murmurs of self-will. </a:t>
            </a:r>
          </a:p>
          <a:p>
            <a:r>
              <a:rPr lang="en-US" sz="2800" dirty="0"/>
              <a:t>Oh speak, to reassure me,</a:t>
            </a:r>
          </a:p>
          <a:p>
            <a:r>
              <a:rPr lang="en-US" sz="2800" dirty="0"/>
              <a:t>To hasten or control;</a:t>
            </a:r>
          </a:p>
          <a:p>
            <a:r>
              <a:rPr lang="en-US" sz="2800" dirty="0"/>
              <a:t>Oh speak, and make me listen,</a:t>
            </a:r>
          </a:p>
          <a:p>
            <a:r>
              <a:rPr lang="en-US" sz="2800" dirty="0"/>
              <a:t>Thou Guardian of my soul!</a:t>
            </a:r>
          </a:p>
        </p:txBody>
      </p:sp>
    </p:spTree>
    <p:extLst>
      <p:ext uri="{BB962C8B-B14F-4D97-AF65-F5344CB8AC3E}">
        <p14:creationId xmlns:p14="http://schemas.microsoft.com/office/powerpoint/2010/main" val="39501187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606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4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 Jesus, Thou hast promised</a:t>
            </a:r>
          </a:p>
          <a:p>
            <a:r>
              <a:rPr lang="en-US" sz="2800" dirty="0"/>
              <a:t>To all who follow Thee,</a:t>
            </a:r>
          </a:p>
          <a:p>
            <a:r>
              <a:rPr lang="en-US" sz="2800" dirty="0"/>
              <a:t>That where Thou art in glory</a:t>
            </a:r>
          </a:p>
          <a:p>
            <a:r>
              <a:rPr lang="en-US" sz="2800" dirty="0"/>
              <a:t>There shall Thy servant be !</a:t>
            </a:r>
          </a:p>
          <a:p>
            <a:r>
              <a:rPr lang="en-US" sz="2800" dirty="0"/>
              <a:t>And, Jesus, I have promised </a:t>
            </a:r>
          </a:p>
          <a:p>
            <a:r>
              <a:rPr lang="en-US" sz="2800" dirty="0"/>
              <a:t>To serve Thee to the end ; </a:t>
            </a:r>
          </a:p>
          <a:p>
            <a:r>
              <a:rPr lang="en-US" sz="2800" dirty="0"/>
              <a:t>Oh, give me grace to follow </a:t>
            </a:r>
          </a:p>
          <a:p>
            <a:r>
              <a:rPr lang="en-US" sz="2800" dirty="0"/>
              <a:t>My Master and my Friend !</a:t>
            </a:r>
          </a:p>
        </p:txBody>
      </p:sp>
    </p:spTree>
    <p:extLst>
      <p:ext uri="{BB962C8B-B14F-4D97-AF65-F5344CB8AC3E}">
        <p14:creationId xmlns:p14="http://schemas.microsoft.com/office/powerpoint/2010/main" val="28314052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606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7 : 5 of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887505"/>
            <a:ext cx="752138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Oh, let me see Thy footmarks,</a:t>
            </a:r>
          </a:p>
          <a:p>
            <a:r>
              <a:rPr lang="en-US" sz="2800" dirty="0"/>
              <a:t>And in them plant mine own;</a:t>
            </a:r>
          </a:p>
          <a:p>
            <a:r>
              <a:rPr lang="en-US" sz="2800" dirty="0"/>
              <a:t>My hope to follow duly</a:t>
            </a:r>
          </a:p>
          <a:p>
            <a:r>
              <a:rPr lang="en-US" sz="2800" dirty="0"/>
              <a:t>Is in Thy strength alone.</a:t>
            </a:r>
          </a:p>
          <a:p>
            <a:r>
              <a:rPr lang="en-US" sz="2800" dirty="0"/>
              <a:t>Oh, guide me, call me, draw me,</a:t>
            </a:r>
          </a:p>
          <a:p>
            <a:r>
              <a:rPr lang="en-US" sz="2800" dirty="0"/>
              <a:t>Uphold me to the end;</a:t>
            </a:r>
          </a:p>
          <a:p>
            <a:r>
              <a:rPr lang="en-US" sz="2800" dirty="0"/>
              <a:t>And then in heaven receive me,</a:t>
            </a:r>
          </a:p>
          <a:p>
            <a:r>
              <a:rPr lang="en-US" sz="2800" dirty="0"/>
              <a:t>My </a:t>
            </a:r>
            <a:r>
              <a:rPr lang="en-US" sz="2800" dirty="0" err="1"/>
              <a:t>Saviour</a:t>
            </a:r>
            <a:r>
              <a:rPr lang="en-US" sz="2800" dirty="0"/>
              <a:t> and my Friend!</a:t>
            </a:r>
          </a:p>
        </p:txBody>
      </p:sp>
    </p:spTree>
    <p:extLst>
      <p:ext uri="{BB962C8B-B14F-4D97-AF65-F5344CB8AC3E}">
        <p14:creationId xmlns:p14="http://schemas.microsoft.com/office/powerpoint/2010/main" val="4252337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 for a thousand tongues to sing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75539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 for a thousand tongues (45)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713099"/>
            <a:ext cx="7521388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O for a thousand tongues to sing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great Redeemer’s praise,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glories of my God and King,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triumphs of His grace.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Jesus! the name that charms our fears,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that bids our sorrows cease,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'tis music in the sinner's ears,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'tis life and health and peace.</a:t>
            </a:r>
          </a:p>
        </p:txBody>
      </p:sp>
    </p:spTree>
    <p:extLst>
      <p:ext uri="{BB962C8B-B14F-4D97-AF65-F5344CB8AC3E}">
        <p14:creationId xmlns:p14="http://schemas.microsoft.com/office/powerpoint/2010/main" val="40277474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 for a thousand tongues(45)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713099"/>
            <a:ext cx="7521388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breaks the power of cancelled sin,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 sets the prisoner free;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His blood can make the foulest clean;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his blood availed for me.</a:t>
            </a:r>
          </a:p>
          <a:p>
            <a:pPr algn="ctr"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Hear him, ye deaf; his praise, ye dumb,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your loosened tongues employ;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ye blind, behold your Savior come,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and leap, ye lame, for joy.</a:t>
            </a:r>
          </a:p>
        </p:txBody>
      </p:sp>
    </p:spTree>
    <p:extLst>
      <p:ext uri="{BB962C8B-B14F-4D97-AF65-F5344CB8AC3E}">
        <p14:creationId xmlns:p14="http://schemas.microsoft.com/office/powerpoint/2010/main" val="4214022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O for a thousand tongues(45)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8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11306" y="1586865"/>
            <a:ext cx="7521388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My gracious Master and my God,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assist me to proclaim,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To spread through all the earth abroad</a:t>
            </a:r>
          </a:p>
          <a:p>
            <a:pPr algn="ctr">
              <a:spcAft>
                <a:spcPts val="400"/>
              </a:spcAft>
            </a:pPr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the honors of Thy name.</a:t>
            </a:r>
          </a:p>
        </p:txBody>
      </p:sp>
    </p:spTree>
    <p:extLst>
      <p:ext uri="{BB962C8B-B14F-4D97-AF65-F5344CB8AC3E}">
        <p14:creationId xmlns:p14="http://schemas.microsoft.com/office/powerpoint/2010/main" val="26031341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Every time I feel the Spirit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US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Ev’ry</a:t>
            </a: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time I feel the Spirit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/>
            <a:r>
              <a:rPr lang="en-US" sz="2800" i="1" dirty="0" err="1">
                <a:solidFill>
                  <a:srgbClr val="772626"/>
                </a:solidFill>
              </a:rPr>
              <a:t>Ev’ry</a:t>
            </a:r>
            <a:r>
              <a:rPr lang="en-US" sz="2800" i="1" dirty="0">
                <a:solidFill>
                  <a:srgbClr val="772626"/>
                </a:solidFill>
              </a:rPr>
              <a:t> time I feel the Spirit</a:t>
            </a:r>
          </a:p>
          <a:p>
            <a:pPr marL="446088"/>
            <a:r>
              <a:rPr lang="en-US" sz="2800" i="1" dirty="0" err="1">
                <a:solidFill>
                  <a:srgbClr val="772626"/>
                </a:solidFill>
              </a:rPr>
              <a:t>Movin</a:t>
            </a:r>
            <a:r>
              <a:rPr lang="en-US" sz="2800" i="1" dirty="0">
                <a:solidFill>
                  <a:srgbClr val="772626"/>
                </a:solidFill>
              </a:rPr>
              <a:t>’ in ma heart, I will pray;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Yes, </a:t>
            </a:r>
            <a:r>
              <a:rPr lang="en-US" sz="2800" i="1" dirty="0" err="1">
                <a:solidFill>
                  <a:srgbClr val="772626"/>
                </a:solidFill>
              </a:rPr>
              <a:t>ev’ry</a:t>
            </a:r>
            <a:r>
              <a:rPr lang="en-US" sz="2800" i="1" dirty="0">
                <a:solidFill>
                  <a:srgbClr val="772626"/>
                </a:solidFill>
              </a:rPr>
              <a:t> time I feel the Spirit</a:t>
            </a:r>
          </a:p>
          <a:p>
            <a:pPr marL="446088"/>
            <a:r>
              <a:rPr lang="en-US" sz="2800" i="1" dirty="0" err="1">
                <a:solidFill>
                  <a:srgbClr val="772626"/>
                </a:solidFill>
              </a:rPr>
              <a:t>Movin</a:t>
            </a:r>
            <a:r>
              <a:rPr lang="en-US" sz="2800" i="1" dirty="0">
                <a:solidFill>
                  <a:srgbClr val="772626"/>
                </a:solidFill>
              </a:rPr>
              <a:t>’ in ma heart, I will pray. 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Up on the mountain when ma God spoke,</a:t>
            </a:r>
          </a:p>
          <a:p>
            <a:r>
              <a:rPr lang="en-US" sz="2800" dirty="0"/>
              <a:t>Out of God’s mouth came fire and smoke.</a:t>
            </a:r>
          </a:p>
          <a:p>
            <a:r>
              <a:rPr lang="en-US" sz="2800" dirty="0"/>
              <a:t>See all around me, it looked so shine,</a:t>
            </a:r>
          </a:p>
          <a:p>
            <a:r>
              <a:rPr lang="en-US" sz="2800" dirty="0"/>
              <a:t>I asked the Lord if all was mine?</a:t>
            </a:r>
          </a:p>
          <a:p>
            <a:endParaRPr lang="en-US" sz="14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9953C55-2DD4-1C14-89C2-147B466B5640}"/>
              </a:ext>
            </a:extLst>
          </p:cNvPr>
          <p:cNvGrpSpPr/>
          <p:nvPr/>
        </p:nvGrpSpPr>
        <p:grpSpPr>
          <a:xfrm>
            <a:off x="6120630" y="965432"/>
            <a:ext cx="593040" cy="660453"/>
            <a:chOff x="7430089" y="1967090"/>
            <a:chExt cx="435387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629ACFC0-3B3D-2277-CD04-AA84E0EE521E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556939-BF1D-C525-CC49-B5A5732C6370}"/>
                </a:ext>
              </a:extLst>
            </p:cNvPr>
            <p:cNvSpPr txBox="1"/>
            <p:nvPr/>
          </p:nvSpPr>
          <p:spPr>
            <a:xfrm>
              <a:off x="7657564" y="2159381"/>
              <a:ext cx="207912" cy="221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FEECA75-F2B2-E110-5459-5E877A0F8ED4}"/>
              </a:ext>
            </a:extLst>
          </p:cNvPr>
          <p:cNvGrpSpPr/>
          <p:nvPr/>
        </p:nvGrpSpPr>
        <p:grpSpPr>
          <a:xfrm>
            <a:off x="6164310" y="1814225"/>
            <a:ext cx="648540" cy="660453"/>
            <a:chOff x="7430089" y="1967090"/>
            <a:chExt cx="435387" cy="606511"/>
          </a:xfrm>
        </p:grpSpPr>
        <p:sp>
          <p:nvSpPr>
            <p:cNvPr id="10" name="Right Brace 9">
              <a:extLst>
                <a:ext uri="{FF2B5EF4-FFF2-40B4-BE49-F238E27FC236}">
                  <a16:creationId xmlns:a16="http://schemas.microsoft.com/office/drawing/2014/main" id="{5741004F-D48E-1E5D-4FF2-87853FF61CA0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6EE348-3CC5-4FBC-E31D-96499B0B2BA8}"/>
                </a:ext>
              </a:extLst>
            </p:cNvPr>
            <p:cNvSpPr txBox="1"/>
            <p:nvPr/>
          </p:nvSpPr>
          <p:spPr>
            <a:xfrm>
              <a:off x="7657564" y="2159381"/>
              <a:ext cx="207912" cy="2219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- </a:t>
            </a:r>
            <a:r>
              <a:rPr lang="en-US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Ev’ry</a:t>
            </a:r>
            <a:r>
              <a:rPr lang="en-US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time I feel the Spirit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Closing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/>
            <a:r>
              <a:rPr lang="en-US" sz="2800" i="1" dirty="0">
                <a:solidFill>
                  <a:srgbClr val="772626"/>
                </a:solidFill>
              </a:rPr>
              <a:t>Yes, </a:t>
            </a:r>
            <a:r>
              <a:rPr lang="en-US" sz="2800" i="1" dirty="0" err="1">
                <a:solidFill>
                  <a:srgbClr val="772626"/>
                </a:solidFill>
              </a:rPr>
              <a:t>ev’ry</a:t>
            </a:r>
            <a:r>
              <a:rPr lang="en-US" sz="2800" i="1" dirty="0">
                <a:solidFill>
                  <a:srgbClr val="772626"/>
                </a:solidFill>
              </a:rPr>
              <a:t> time I feel the Spirit</a:t>
            </a:r>
          </a:p>
          <a:p>
            <a:pPr marL="446088"/>
            <a:r>
              <a:rPr lang="en-US" sz="2800" i="1" dirty="0" err="1">
                <a:solidFill>
                  <a:srgbClr val="772626"/>
                </a:solidFill>
              </a:rPr>
              <a:t>Movin</a:t>
            </a:r>
            <a:r>
              <a:rPr lang="en-US" sz="2800" i="1" dirty="0">
                <a:solidFill>
                  <a:srgbClr val="772626"/>
                </a:solidFill>
              </a:rPr>
              <a:t>’ in ma heart, I will pray;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Yes, </a:t>
            </a:r>
            <a:r>
              <a:rPr lang="en-US" sz="2800" i="1" dirty="0" err="1">
                <a:solidFill>
                  <a:srgbClr val="772626"/>
                </a:solidFill>
              </a:rPr>
              <a:t>ev’ry</a:t>
            </a:r>
            <a:r>
              <a:rPr lang="en-US" sz="2800" i="1" dirty="0">
                <a:solidFill>
                  <a:srgbClr val="772626"/>
                </a:solidFill>
              </a:rPr>
              <a:t> time I feel the Spirit</a:t>
            </a:r>
          </a:p>
          <a:p>
            <a:pPr marL="446088"/>
            <a:r>
              <a:rPr lang="en-US" sz="2800" i="1" dirty="0" err="1">
                <a:solidFill>
                  <a:srgbClr val="772626"/>
                </a:solidFill>
              </a:rPr>
              <a:t>Movin</a:t>
            </a:r>
            <a:r>
              <a:rPr lang="en-US" sz="2800" i="1" dirty="0">
                <a:solidFill>
                  <a:srgbClr val="772626"/>
                </a:solidFill>
              </a:rPr>
              <a:t>’ in ma heart, </a:t>
            </a:r>
          </a:p>
          <a:p>
            <a:pPr marL="446088"/>
            <a:r>
              <a:rPr lang="en-US" sz="2800" i="1" dirty="0">
                <a:solidFill>
                  <a:srgbClr val="772626"/>
                </a:solidFill>
              </a:rPr>
              <a:t>I will pray, yes I will pray !</a:t>
            </a:r>
            <a:endParaRPr lang="en-US" sz="2800" dirty="0"/>
          </a:p>
          <a:p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769B974-27CC-0A0C-5549-73F5F211C3E6}"/>
              </a:ext>
            </a:extLst>
          </p:cNvPr>
          <p:cNvGrpSpPr/>
          <p:nvPr/>
        </p:nvGrpSpPr>
        <p:grpSpPr>
          <a:xfrm>
            <a:off x="6120635" y="965432"/>
            <a:ext cx="619544" cy="660453"/>
            <a:chOff x="7430089" y="1967090"/>
            <a:chExt cx="454845" cy="606511"/>
          </a:xfrm>
        </p:grpSpPr>
        <p:sp>
          <p:nvSpPr>
            <p:cNvPr id="7" name="Right Brace 6">
              <a:extLst>
                <a:ext uri="{FF2B5EF4-FFF2-40B4-BE49-F238E27FC236}">
                  <a16:creationId xmlns:a16="http://schemas.microsoft.com/office/drawing/2014/main" id="{4C015271-CC62-F6A3-4A18-309EAAB2E8CA}"/>
                </a:ext>
              </a:extLst>
            </p:cNvPr>
            <p:cNvSpPr/>
            <p:nvPr/>
          </p:nvSpPr>
          <p:spPr>
            <a:xfrm>
              <a:off x="7430089" y="1967090"/>
              <a:ext cx="227475" cy="606511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BCF9810-AABE-4C03-2680-0D581107484A}"/>
                </a:ext>
              </a:extLst>
            </p:cNvPr>
            <p:cNvSpPr txBox="1"/>
            <p:nvPr/>
          </p:nvSpPr>
          <p:spPr>
            <a:xfrm>
              <a:off x="7657564" y="2159381"/>
              <a:ext cx="227370" cy="3391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C00000"/>
                  </a:solidFill>
                  <a:latin typeface="Segoe UI"/>
                </a:rPr>
                <a:t>3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24172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16534</TotalTime>
  <Words>3089</Words>
  <Application>Microsoft Office PowerPoint</Application>
  <PresentationFormat>On-screen Show (16:9)</PresentationFormat>
  <Paragraphs>465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 - 22</vt:lpstr>
      <vt:lpstr>Opening Hymn - 22</vt:lpstr>
      <vt:lpstr>PowerPoint Presentation</vt:lpstr>
      <vt:lpstr>PowerPoint Presentation</vt:lpstr>
      <vt:lpstr>Thanksgiving – Lavish Love v2</vt:lpstr>
      <vt:lpstr>PowerPoint Presentation</vt:lpstr>
      <vt:lpstr>PowerPoint Presentation</vt:lpstr>
      <vt:lpstr>Offertory – Be Thou my vision (17)</vt:lpstr>
      <vt:lpstr>Offertory – Be Thou my vision (17)</vt:lpstr>
      <vt:lpstr>Offertory – Be Thou my vision (17)</vt:lpstr>
      <vt:lpstr>Offertory – Be Thou my vision (17)</vt:lpstr>
      <vt:lpstr>PowerPoint Presentation</vt:lpstr>
      <vt:lpstr>PowerPoint Presentation</vt:lpstr>
      <vt:lpstr>The battle belongs to the Lord</vt:lpstr>
      <vt:lpstr>PowerPoint Presentation</vt:lpstr>
      <vt:lpstr>Confession – I am not worthy</vt:lpstr>
      <vt:lpstr>PowerPoint Presentation</vt:lpstr>
      <vt:lpstr>Holy Communion – I am not worthy</vt:lpstr>
      <vt:lpstr>Holy Communion – I am not worthy</vt:lpstr>
      <vt:lpstr>Holy Communion – I am not worthy</vt:lpstr>
      <vt:lpstr>Holy Communion – Song No. 875</vt:lpstr>
      <vt:lpstr>Holy Communion – Song No. 875</vt:lpstr>
      <vt:lpstr>Holy Communion – Song No. 875</vt:lpstr>
      <vt:lpstr>Holy Communion – Song No. 875</vt:lpstr>
      <vt:lpstr>Holy Communion – Song No. 875</vt:lpstr>
      <vt:lpstr>Holy Communion – Song No. 875</vt:lpstr>
      <vt:lpstr>Holy Communion – Break Thou the Bread of Life</vt:lpstr>
      <vt:lpstr>Holy Communion – Break Thou the Bread of Life</vt:lpstr>
      <vt:lpstr>Holy Communion – Break Thou the Bread of Life</vt:lpstr>
      <vt:lpstr>Holy Communion – Channels only</vt:lpstr>
      <vt:lpstr>Holy Communion – Channels only</vt:lpstr>
      <vt:lpstr>Holy Communion – Channels only</vt:lpstr>
      <vt:lpstr>Holy Communion – Channels only</vt:lpstr>
      <vt:lpstr>Holy Communion – Channels only</vt:lpstr>
      <vt:lpstr>Holy Communion – Song No. 540</vt:lpstr>
      <vt:lpstr>Holy Communion – Song No. 540</vt:lpstr>
      <vt:lpstr>Holy Communion – Song No. 540</vt:lpstr>
      <vt:lpstr>Holy Communion – Song No. 540</vt:lpstr>
      <vt:lpstr>Holy Communion – Song No. 540</vt:lpstr>
      <vt:lpstr>Holy Communion – Open my eyes that I may see</vt:lpstr>
      <vt:lpstr>Holy Communion – Open my eyes that I may see</vt:lpstr>
      <vt:lpstr>Holy Communion – Open my eyes that I may see</vt:lpstr>
      <vt:lpstr>Holy Communion – Open my eyes that I may see</vt:lpstr>
      <vt:lpstr>Holy Communion – Open my eyes that I may see</vt:lpstr>
      <vt:lpstr>Holy Communion – Song No. 606</vt:lpstr>
      <vt:lpstr>Holy Communion – Song No. 606</vt:lpstr>
      <vt:lpstr>Holy Communion – Song No. 606</vt:lpstr>
      <vt:lpstr>Holy Communion – Song No. 606</vt:lpstr>
      <vt:lpstr>Holy Communion – Song No. 606</vt:lpstr>
      <vt:lpstr>Holy Communion – Song No. 606</vt:lpstr>
      <vt:lpstr>Holy Communion – O for a thousand tongues to sing</vt:lpstr>
      <vt:lpstr>Holy Communion – O for a thousand tongues (45)</vt:lpstr>
      <vt:lpstr>Holy Communion – O for a thousand tongues(45)</vt:lpstr>
      <vt:lpstr>Holy Communion – O for a thousand tongues(45)</vt:lpstr>
      <vt:lpstr>Holy Communion</vt:lpstr>
      <vt:lpstr>PowerPoint Presentation</vt:lpstr>
      <vt:lpstr>PowerPoint Presentation</vt:lpstr>
      <vt:lpstr>PowerPoint Presentation</vt:lpstr>
      <vt:lpstr>Closing Hymn - Ev’ry time I feel the Spirit</vt:lpstr>
      <vt:lpstr>Closing Hymn - Ev’ry time I feel the Spirit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Jimmy George</cp:lastModifiedBy>
  <cp:revision>1626</cp:revision>
  <dcterms:created xsi:type="dcterms:W3CDTF">2020-09-02T02:55:07Z</dcterms:created>
  <dcterms:modified xsi:type="dcterms:W3CDTF">2024-05-25T09:49:34Z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