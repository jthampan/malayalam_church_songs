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4" r:id="rId2"/>
    <p:sldMasterId id="2147483677" r:id="rId3"/>
    <p:sldMasterId id="2147483690" r:id="rId4"/>
    <p:sldMasterId id="2147483703" r:id="rId5"/>
    <p:sldMasterId id="2147483716" r:id="rId6"/>
  </p:sldMasterIdLst>
  <p:notesMasterIdLst>
    <p:notesMasterId r:id="rId7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9144000" cy="5143500" type="screen16x9"/>
  <p:notesSz cx="6858000" cy="9144000"/>
  <p:embeddedFontLst>
    <p:embeddedFont>
      <p:font typeface="Footlight MT Light" panose="0204060206030A020304" pitchFamily="18" charset="0"/>
      <p:regular r:id="rId72"/>
    </p:embeddedFont>
    <p:embeddedFont>
      <p:font typeface="Gill Sans" panose="020B0604020202020204" charset="0"/>
      <p:regular r:id="rId73"/>
      <p:bold r:id="rId74"/>
    </p:embeddedFont>
    <p:embeddedFont>
      <p:font typeface="Quattrocento Sans" panose="020B0502050000020003" pitchFamily="34" charset="0"/>
      <p:regular r:id="rId75"/>
      <p:bold r:id="rId76"/>
      <p:italic r:id="rId77"/>
      <p:boldItalic r:id="rId78"/>
    </p:embeddedFont>
    <p:embeddedFont>
      <p:font typeface="Segoe UI" panose="020B0502040204020203" pitchFamily="34" charset="0"/>
      <p:regular r:id="rId79"/>
      <p:bold r:id="rId80"/>
      <p:italic r:id="rId81"/>
      <p:boldItalic r:id="rId82"/>
    </p:embeddedFont>
    <p:embeddedFont>
      <p:font typeface="Tenorite" panose="00000500000000000000" pitchFamily="2" charset="0"/>
      <p:regular r:id="rId83"/>
      <p:bold r:id="rId84"/>
      <p:italic r:id="rId85"/>
      <p:boldItalic r:id="rId8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7" roundtripDataSignature="AMtx7mgfqp6bT+TThy9x+OrFbN64FNTy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C7E7B7-68C1-4DB4-AFF3-A69DF48AAA35}" v="3" dt="2024-02-24T08:52:12.1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86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font" Target="fonts/font13.fntdata"/><Relationship Id="rId89" Type="http://schemas.openxmlformats.org/officeDocument/2006/relationships/viewProps" Target="viewProps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font" Target="fonts/font3.fntdata"/><Relationship Id="rId79" Type="http://schemas.openxmlformats.org/officeDocument/2006/relationships/font" Target="fonts/font8.fntdata"/><Relationship Id="rId5" Type="http://schemas.openxmlformats.org/officeDocument/2006/relationships/slideMaster" Target="slideMasters/slideMaster5.xml"/><Relationship Id="rId90" Type="http://schemas.openxmlformats.org/officeDocument/2006/relationships/theme" Target="theme/theme1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font" Target="fonts/font1.fntdata"/><Relationship Id="rId80" Type="http://schemas.openxmlformats.org/officeDocument/2006/relationships/font" Target="fonts/font9.fntdata"/><Relationship Id="rId85" Type="http://schemas.openxmlformats.org/officeDocument/2006/relationships/font" Target="fonts/font14.fntdata"/><Relationship Id="rId9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font" Target="fonts/font4.fntdata"/><Relationship Id="rId83" Type="http://schemas.openxmlformats.org/officeDocument/2006/relationships/font" Target="fonts/font12.fntdata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font" Target="fonts/font2.fntdata"/><Relationship Id="rId78" Type="http://schemas.openxmlformats.org/officeDocument/2006/relationships/font" Target="fonts/font7.fntdata"/><Relationship Id="rId81" Type="http://schemas.openxmlformats.org/officeDocument/2006/relationships/font" Target="fonts/font10.fntdata"/><Relationship Id="rId86" Type="http://schemas.openxmlformats.org/officeDocument/2006/relationships/font" Target="fonts/font15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font" Target="fonts/font5.fntdata"/><Relationship Id="rId7" Type="http://schemas.openxmlformats.org/officeDocument/2006/relationships/slide" Target="slides/slide1.xml"/><Relationship Id="rId71" Type="http://schemas.openxmlformats.org/officeDocument/2006/relationships/notesMaster" Target="notesMasters/notesMaster1.xml"/><Relationship Id="rId9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customschemas.google.com/relationships/presentationmetadata" Target="metadata"/><Relationship Id="rId61" Type="http://schemas.openxmlformats.org/officeDocument/2006/relationships/slide" Target="slides/slide55.xml"/><Relationship Id="rId82" Type="http://schemas.openxmlformats.org/officeDocument/2006/relationships/font" Target="fonts/font11.fntdata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 Mohan" userId="7f6a9fc7-46b4-4eac-90cd-058eb48f67de" providerId="ADAL" clId="{0AC7E7B7-68C1-4DB4-AFF3-A69DF48AAA35}"/>
    <pc:docChg chg="undo redo custSel modSld">
      <pc:chgData name="Rosmin Elsa Mohan" userId="7f6a9fc7-46b4-4eac-90cd-058eb48f67de" providerId="ADAL" clId="{0AC7E7B7-68C1-4DB4-AFF3-A69DF48AAA35}" dt="2024-02-24T09:24:10.759" v="208" actId="2711"/>
      <pc:docMkLst>
        <pc:docMk/>
      </pc:docMkLst>
      <pc:sldChg chg="modSp mod">
        <pc:chgData name="Rosmin Elsa Mohan" userId="7f6a9fc7-46b4-4eac-90cd-058eb48f67de" providerId="ADAL" clId="{0AC7E7B7-68C1-4DB4-AFF3-A69DF48AAA35}" dt="2024-02-24T09:20:20.822" v="197" actId="1076"/>
        <pc:sldMkLst>
          <pc:docMk/>
          <pc:sldMk cId="0" sldId="256"/>
        </pc:sldMkLst>
        <pc:spChg chg="mod">
          <ac:chgData name="Rosmin Elsa Mohan" userId="7f6a9fc7-46b4-4eac-90cd-058eb48f67de" providerId="ADAL" clId="{0AC7E7B7-68C1-4DB4-AFF3-A69DF48AAA35}" dt="2024-02-24T09:20:20.822" v="197" actId="1076"/>
          <ac:spMkLst>
            <pc:docMk/>
            <pc:sldMk cId="0" sldId="256"/>
            <ac:spMk id="494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8:44:13.442" v="6" actId="6549"/>
        <pc:sldMkLst>
          <pc:docMk/>
          <pc:sldMk cId="0" sldId="257"/>
        </pc:sldMkLst>
        <pc:spChg chg="mod">
          <ac:chgData name="Rosmin Elsa Mohan" userId="7f6a9fc7-46b4-4eac-90cd-058eb48f67de" providerId="ADAL" clId="{0AC7E7B7-68C1-4DB4-AFF3-A69DF48AAA35}" dt="2024-02-24T08:44:13.442" v="6" actId="6549"/>
          <ac:spMkLst>
            <pc:docMk/>
            <pc:sldMk cId="0" sldId="257"/>
            <ac:spMk id="500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8:42:36.723" v="1" actId="2711"/>
        <pc:sldMkLst>
          <pc:docMk/>
          <pc:sldMk cId="0" sldId="258"/>
        </pc:sldMkLst>
        <pc:spChg chg="mod">
          <ac:chgData name="Rosmin Elsa Mohan" userId="7f6a9fc7-46b4-4eac-90cd-058eb48f67de" providerId="ADAL" clId="{0AC7E7B7-68C1-4DB4-AFF3-A69DF48AAA35}" dt="2024-02-24T08:42:36.723" v="1" actId="2711"/>
          <ac:spMkLst>
            <pc:docMk/>
            <pc:sldMk cId="0" sldId="258"/>
            <ac:spMk id="505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42:18.688" v="0" actId="2711"/>
          <ac:spMkLst>
            <pc:docMk/>
            <pc:sldMk cId="0" sldId="258"/>
            <ac:spMk id="507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8:59:19.176" v="105" actId="255"/>
        <pc:sldMkLst>
          <pc:docMk/>
          <pc:sldMk cId="0" sldId="259"/>
        </pc:sldMkLst>
        <pc:spChg chg="mod">
          <ac:chgData name="Rosmin Elsa Mohan" userId="7f6a9fc7-46b4-4eac-90cd-058eb48f67de" providerId="ADAL" clId="{0AC7E7B7-68C1-4DB4-AFF3-A69DF48AAA35}" dt="2024-02-24T08:59:19.176" v="105" actId="255"/>
          <ac:spMkLst>
            <pc:docMk/>
            <pc:sldMk cId="0" sldId="259"/>
            <ac:spMk id="513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45:36.309" v="10" actId="2711"/>
          <ac:spMkLst>
            <pc:docMk/>
            <pc:sldMk cId="0" sldId="259"/>
            <ac:spMk id="515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8:45:55.445" v="12" actId="2711"/>
        <pc:sldMkLst>
          <pc:docMk/>
          <pc:sldMk cId="0" sldId="260"/>
        </pc:sldMkLst>
        <pc:spChg chg="mod">
          <ac:chgData name="Rosmin Elsa Mohan" userId="7f6a9fc7-46b4-4eac-90cd-058eb48f67de" providerId="ADAL" clId="{0AC7E7B7-68C1-4DB4-AFF3-A69DF48AAA35}" dt="2024-02-24T08:45:55.445" v="12" actId="2711"/>
          <ac:spMkLst>
            <pc:docMk/>
            <pc:sldMk cId="0" sldId="260"/>
            <ac:spMk id="521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45:49.303" v="11" actId="2711"/>
          <ac:spMkLst>
            <pc:docMk/>
            <pc:sldMk cId="0" sldId="260"/>
            <ac:spMk id="523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8:59:42.206" v="111"/>
        <pc:sldMkLst>
          <pc:docMk/>
          <pc:sldMk cId="0" sldId="261"/>
        </pc:sldMkLst>
        <pc:spChg chg="mod">
          <ac:chgData name="Rosmin Elsa Mohan" userId="7f6a9fc7-46b4-4eac-90cd-058eb48f67de" providerId="ADAL" clId="{0AC7E7B7-68C1-4DB4-AFF3-A69DF48AAA35}" dt="2024-02-24T08:59:42.206" v="111"/>
          <ac:spMkLst>
            <pc:docMk/>
            <pc:sldMk cId="0" sldId="261"/>
            <ac:spMk id="530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46:13.102" v="14" actId="255"/>
          <ac:spMkLst>
            <pc:docMk/>
            <pc:sldMk cId="0" sldId="261"/>
            <ac:spMk id="532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17:00.416" v="195"/>
        <pc:sldMkLst>
          <pc:docMk/>
          <pc:sldMk cId="0" sldId="262"/>
        </pc:sldMkLst>
        <pc:spChg chg="mod">
          <ac:chgData name="Rosmin Elsa Mohan" userId="7f6a9fc7-46b4-4eac-90cd-058eb48f67de" providerId="ADAL" clId="{0AC7E7B7-68C1-4DB4-AFF3-A69DF48AAA35}" dt="2024-02-24T09:17:00.416" v="195"/>
          <ac:spMkLst>
            <pc:docMk/>
            <pc:sldMk cId="0" sldId="262"/>
            <ac:spMk id="539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8:47:11.520" v="16" actId="255"/>
        <pc:sldMkLst>
          <pc:docMk/>
          <pc:sldMk cId="0" sldId="263"/>
        </pc:sldMkLst>
        <pc:spChg chg="mod">
          <ac:chgData name="Rosmin Elsa Mohan" userId="7f6a9fc7-46b4-4eac-90cd-058eb48f67de" providerId="ADAL" clId="{0AC7E7B7-68C1-4DB4-AFF3-A69DF48AAA35}" dt="2024-02-24T08:47:11.520" v="16" actId="255"/>
          <ac:spMkLst>
            <pc:docMk/>
            <pc:sldMk cId="0" sldId="263"/>
            <ac:spMk id="545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0:00.989" v="113" actId="255"/>
        <pc:sldMkLst>
          <pc:docMk/>
          <pc:sldMk cId="0" sldId="264"/>
        </pc:sldMkLst>
        <pc:spChg chg="mod">
          <ac:chgData name="Rosmin Elsa Mohan" userId="7f6a9fc7-46b4-4eac-90cd-058eb48f67de" providerId="ADAL" clId="{0AC7E7B7-68C1-4DB4-AFF3-A69DF48AAA35}" dt="2024-02-24T09:00:00.989" v="113" actId="255"/>
          <ac:spMkLst>
            <pc:docMk/>
            <pc:sldMk cId="0" sldId="264"/>
            <ac:spMk id="550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47:41.068" v="19" actId="2711"/>
          <ac:spMkLst>
            <pc:docMk/>
            <pc:sldMk cId="0" sldId="264"/>
            <ac:spMk id="552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0:15.537" v="115" actId="255"/>
        <pc:sldMkLst>
          <pc:docMk/>
          <pc:sldMk cId="0" sldId="265"/>
        </pc:sldMkLst>
        <pc:spChg chg="mod">
          <ac:chgData name="Rosmin Elsa Mohan" userId="7f6a9fc7-46b4-4eac-90cd-058eb48f67de" providerId="ADAL" clId="{0AC7E7B7-68C1-4DB4-AFF3-A69DF48AAA35}" dt="2024-02-24T09:00:15.537" v="115" actId="255"/>
          <ac:spMkLst>
            <pc:docMk/>
            <pc:sldMk cId="0" sldId="265"/>
            <ac:spMk id="557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48:23.941" v="21" actId="14100"/>
          <ac:spMkLst>
            <pc:docMk/>
            <pc:sldMk cId="0" sldId="265"/>
            <ac:spMk id="558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8:48:48.461" v="23" actId="255"/>
        <pc:sldMkLst>
          <pc:docMk/>
          <pc:sldMk cId="0" sldId="266"/>
        </pc:sldMkLst>
        <pc:spChg chg="mod">
          <ac:chgData name="Rosmin Elsa Mohan" userId="7f6a9fc7-46b4-4eac-90cd-058eb48f67de" providerId="ADAL" clId="{0AC7E7B7-68C1-4DB4-AFF3-A69DF48AAA35}" dt="2024-02-24T08:48:48.461" v="23" actId="255"/>
          <ac:spMkLst>
            <pc:docMk/>
            <pc:sldMk cId="0" sldId="266"/>
            <ac:spMk id="564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0:30.556" v="116" actId="255"/>
        <pc:sldMkLst>
          <pc:docMk/>
          <pc:sldMk cId="0" sldId="267"/>
        </pc:sldMkLst>
        <pc:spChg chg="mod">
          <ac:chgData name="Rosmin Elsa Mohan" userId="7f6a9fc7-46b4-4eac-90cd-058eb48f67de" providerId="ADAL" clId="{0AC7E7B7-68C1-4DB4-AFF3-A69DF48AAA35}" dt="2024-02-24T09:00:30.556" v="116" actId="255"/>
          <ac:spMkLst>
            <pc:docMk/>
            <pc:sldMk cId="0" sldId="267"/>
            <ac:spMk id="569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54:47.318" v="61" actId="255"/>
          <ac:spMkLst>
            <pc:docMk/>
            <pc:sldMk cId="0" sldId="267"/>
            <ac:spMk id="573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21:49.586" v="203"/>
        <pc:sldMkLst>
          <pc:docMk/>
          <pc:sldMk cId="0" sldId="268"/>
        </pc:sldMkLst>
        <pc:spChg chg="mod">
          <ac:chgData name="Rosmin Elsa Mohan" userId="7f6a9fc7-46b4-4eac-90cd-058eb48f67de" providerId="ADAL" clId="{0AC7E7B7-68C1-4DB4-AFF3-A69DF48AAA35}" dt="2024-02-24T09:21:49.586" v="203"/>
          <ac:spMkLst>
            <pc:docMk/>
            <pc:sldMk cId="0" sldId="268"/>
            <ac:spMk id="578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54:38.508" v="59" actId="255"/>
          <ac:spMkLst>
            <pc:docMk/>
            <pc:sldMk cId="0" sldId="268"/>
            <ac:spMk id="582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21:53.940" v="204"/>
        <pc:sldMkLst>
          <pc:docMk/>
          <pc:sldMk cId="0" sldId="269"/>
        </pc:sldMkLst>
        <pc:spChg chg="mod">
          <ac:chgData name="Rosmin Elsa Mohan" userId="7f6a9fc7-46b4-4eac-90cd-058eb48f67de" providerId="ADAL" clId="{0AC7E7B7-68C1-4DB4-AFF3-A69DF48AAA35}" dt="2024-02-24T09:21:53.940" v="204"/>
          <ac:spMkLst>
            <pc:docMk/>
            <pc:sldMk cId="0" sldId="269"/>
            <ac:spMk id="587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54:31.271" v="58" actId="255"/>
          <ac:spMkLst>
            <pc:docMk/>
            <pc:sldMk cId="0" sldId="269"/>
            <ac:spMk id="591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21:57.616" v="205"/>
        <pc:sldMkLst>
          <pc:docMk/>
          <pc:sldMk cId="0" sldId="270"/>
        </pc:sldMkLst>
        <pc:spChg chg="mod">
          <ac:chgData name="Rosmin Elsa Mohan" userId="7f6a9fc7-46b4-4eac-90cd-058eb48f67de" providerId="ADAL" clId="{0AC7E7B7-68C1-4DB4-AFF3-A69DF48AAA35}" dt="2024-02-24T09:21:57.616" v="205"/>
          <ac:spMkLst>
            <pc:docMk/>
            <pc:sldMk cId="0" sldId="270"/>
            <ac:spMk id="596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54:20.968" v="56" actId="255"/>
          <ac:spMkLst>
            <pc:docMk/>
            <pc:sldMk cId="0" sldId="270"/>
            <ac:spMk id="600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22:03.390" v="206"/>
        <pc:sldMkLst>
          <pc:docMk/>
          <pc:sldMk cId="0" sldId="271"/>
        </pc:sldMkLst>
        <pc:spChg chg="mod">
          <ac:chgData name="Rosmin Elsa Mohan" userId="7f6a9fc7-46b4-4eac-90cd-058eb48f67de" providerId="ADAL" clId="{0AC7E7B7-68C1-4DB4-AFF3-A69DF48AAA35}" dt="2024-02-24T09:22:03.390" v="206"/>
          <ac:spMkLst>
            <pc:docMk/>
            <pc:sldMk cId="0" sldId="271"/>
            <ac:spMk id="605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54:11.761" v="54" actId="255"/>
          <ac:spMkLst>
            <pc:docMk/>
            <pc:sldMk cId="0" sldId="271"/>
            <ac:spMk id="609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22:09.964" v="207"/>
        <pc:sldMkLst>
          <pc:docMk/>
          <pc:sldMk cId="0" sldId="272"/>
        </pc:sldMkLst>
        <pc:spChg chg="mod">
          <ac:chgData name="Rosmin Elsa Mohan" userId="7f6a9fc7-46b4-4eac-90cd-058eb48f67de" providerId="ADAL" clId="{0AC7E7B7-68C1-4DB4-AFF3-A69DF48AAA35}" dt="2024-02-24T09:22:09.964" v="207"/>
          <ac:spMkLst>
            <pc:docMk/>
            <pc:sldMk cId="0" sldId="272"/>
            <ac:spMk id="614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54:00.514" v="52" actId="255"/>
          <ac:spMkLst>
            <pc:docMk/>
            <pc:sldMk cId="0" sldId="272"/>
            <ac:spMk id="618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8:55:08.892" v="62" actId="2711"/>
        <pc:sldMkLst>
          <pc:docMk/>
          <pc:sldMk cId="0" sldId="273"/>
        </pc:sldMkLst>
        <pc:spChg chg="mod">
          <ac:chgData name="Rosmin Elsa Mohan" userId="7f6a9fc7-46b4-4eac-90cd-058eb48f67de" providerId="ADAL" clId="{0AC7E7B7-68C1-4DB4-AFF3-A69DF48AAA35}" dt="2024-02-24T08:55:08.892" v="62" actId="2711"/>
          <ac:spMkLst>
            <pc:docMk/>
            <pc:sldMk cId="0" sldId="273"/>
            <ac:spMk id="624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8:55:18.071" v="69" actId="2711"/>
        <pc:sldMkLst>
          <pc:docMk/>
          <pc:sldMk cId="0" sldId="274"/>
        </pc:sldMkLst>
        <pc:spChg chg="mod">
          <ac:chgData name="Rosmin Elsa Mohan" userId="7f6a9fc7-46b4-4eac-90cd-058eb48f67de" providerId="ADAL" clId="{0AC7E7B7-68C1-4DB4-AFF3-A69DF48AAA35}" dt="2024-02-24T08:55:18.071" v="69" actId="2711"/>
          <ac:spMkLst>
            <pc:docMk/>
            <pc:sldMk cId="0" sldId="274"/>
            <ac:spMk id="630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8:55:29.562" v="71" actId="2711"/>
        <pc:sldMkLst>
          <pc:docMk/>
          <pc:sldMk cId="0" sldId="275"/>
        </pc:sldMkLst>
        <pc:spChg chg="mod">
          <ac:chgData name="Rosmin Elsa Mohan" userId="7f6a9fc7-46b4-4eac-90cd-058eb48f67de" providerId="ADAL" clId="{0AC7E7B7-68C1-4DB4-AFF3-A69DF48AAA35}" dt="2024-02-24T08:55:29.562" v="71" actId="2711"/>
          <ac:spMkLst>
            <pc:docMk/>
            <pc:sldMk cId="0" sldId="275"/>
            <ac:spMk id="636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0:47.889" v="117" actId="255"/>
        <pc:sldMkLst>
          <pc:docMk/>
          <pc:sldMk cId="0" sldId="276"/>
        </pc:sldMkLst>
        <pc:spChg chg="mod">
          <ac:chgData name="Rosmin Elsa Mohan" userId="7f6a9fc7-46b4-4eac-90cd-058eb48f67de" providerId="ADAL" clId="{0AC7E7B7-68C1-4DB4-AFF3-A69DF48AAA35}" dt="2024-02-24T09:00:47.889" v="117" actId="255"/>
          <ac:spMkLst>
            <pc:docMk/>
            <pc:sldMk cId="0" sldId="276"/>
            <ac:spMk id="641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55:45.873" v="74" actId="2711"/>
          <ac:spMkLst>
            <pc:docMk/>
            <pc:sldMk cId="0" sldId="276"/>
            <ac:spMk id="643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20:40.287" v="200"/>
        <pc:sldMkLst>
          <pc:docMk/>
          <pc:sldMk cId="0" sldId="277"/>
        </pc:sldMkLst>
        <pc:spChg chg="mod">
          <ac:chgData name="Rosmin Elsa Mohan" userId="7f6a9fc7-46b4-4eac-90cd-058eb48f67de" providerId="ADAL" clId="{0AC7E7B7-68C1-4DB4-AFF3-A69DF48AAA35}" dt="2024-02-24T09:20:40.287" v="200"/>
          <ac:spMkLst>
            <pc:docMk/>
            <pc:sldMk cId="0" sldId="277"/>
            <ac:spMk id="648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1:04.616" v="118" actId="2711"/>
        <pc:sldMkLst>
          <pc:docMk/>
          <pc:sldMk cId="0" sldId="278"/>
        </pc:sldMkLst>
        <pc:spChg chg="mod">
          <ac:chgData name="Rosmin Elsa Mohan" userId="7f6a9fc7-46b4-4eac-90cd-058eb48f67de" providerId="ADAL" clId="{0AC7E7B7-68C1-4DB4-AFF3-A69DF48AAA35}" dt="2024-02-24T09:01:04.616" v="118" actId="2711"/>
          <ac:spMkLst>
            <pc:docMk/>
            <pc:sldMk cId="0" sldId="278"/>
            <ac:spMk id="653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1:27.917" v="119" actId="255"/>
        <pc:sldMkLst>
          <pc:docMk/>
          <pc:sldMk cId="0" sldId="279"/>
        </pc:sldMkLst>
        <pc:spChg chg="mod">
          <ac:chgData name="Rosmin Elsa Mohan" userId="7f6a9fc7-46b4-4eac-90cd-058eb48f67de" providerId="ADAL" clId="{0AC7E7B7-68C1-4DB4-AFF3-A69DF48AAA35}" dt="2024-02-24T09:01:27.917" v="119" actId="255"/>
          <ac:spMkLst>
            <pc:docMk/>
            <pc:sldMk cId="0" sldId="279"/>
            <ac:spMk id="660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56:06.187" v="76" actId="14100"/>
          <ac:spMkLst>
            <pc:docMk/>
            <pc:sldMk cId="0" sldId="279"/>
            <ac:spMk id="663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1:35.002" v="120" actId="255"/>
        <pc:sldMkLst>
          <pc:docMk/>
          <pc:sldMk cId="0" sldId="280"/>
        </pc:sldMkLst>
        <pc:spChg chg="mod">
          <ac:chgData name="Rosmin Elsa Mohan" userId="7f6a9fc7-46b4-4eac-90cd-058eb48f67de" providerId="ADAL" clId="{0AC7E7B7-68C1-4DB4-AFF3-A69DF48AAA35}" dt="2024-02-24T09:01:35.002" v="120" actId="255"/>
          <ac:spMkLst>
            <pc:docMk/>
            <pc:sldMk cId="0" sldId="280"/>
            <ac:spMk id="668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56:47.118" v="82" actId="14100"/>
          <ac:spMkLst>
            <pc:docMk/>
            <pc:sldMk cId="0" sldId="280"/>
            <ac:spMk id="671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1:47.562" v="123"/>
        <pc:sldMkLst>
          <pc:docMk/>
          <pc:sldMk cId="0" sldId="281"/>
        </pc:sldMkLst>
        <pc:spChg chg="mod">
          <ac:chgData name="Rosmin Elsa Mohan" userId="7f6a9fc7-46b4-4eac-90cd-058eb48f67de" providerId="ADAL" clId="{0AC7E7B7-68C1-4DB4-AFF3-A69DF48AAA35}" dt="2024-02-24T09:01:47.562" v="123"/>
          <ac:spMkLst>
            <pc:docMk/>
            <pc:sldMk cId="0" sldId="281"/>
            <ac:spMk id="676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8:56:29.939" v="79" actId="14100"/>
          <ac:spMkLst>
            <pc:docMk/>
            <pc:sldMk cId="0" sldId="281"/>
            <ac:spMk id="679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2:01.466" v="124" actId="255"/>
        <pc:sldMkLst>
          <pc:docMk/>
          <pc:sldMk cId="0" sldId="282"/>
        </pc:sldMkLst>
        <pc:spChg chg="mod">
          <ac:chgData name="Rosmin Elsa Mohan" userId="7f6a9fc7-46b4-4eac-90cd-058eb48f67de" providerId="ADAL" clId="{0AC7E7B7-68C1-4DB4-AFF3-A69DF48AAA35}" dt="2024-02-24T09:02:01.466" v="124" actId="255"/>
          <ac:spMkLst>
            <pc:docMk/>
            <pc:sldMk cId="0" sldId="282"/>
            <ac:spMk id="684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2:22.599" v="126" actId="2711"/>
        <pc:sldMkLst>
          <pc:docMk/>
          <pc:sldMk cId="0" sldId="283"/>
        </pc:sldMkLst>
        <pc:spChg chg="mod">
          <ac:chgData name="Rosmin Elsa Mohan" userId="7f6a9fc7-46b4-4eac-90cd-058eb48f67de" providerId="ADAL" clId="{0AC7E7B7-68C1-4DB4-AFF3-A69DF48AAA35}" dt="2024-02-24T09:02:16.979" v="125" actId="2711"/>
          <ac:spMkLst>
            <pc:docMk/>
            <pc:sldMk cId="0" sldId="283"/>
            <ac:spMk id="691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2:22.599" v="126" actId="2711"/>
          <ac:spMkLst>
            <pc:docMk/>
            <pc:sldMk cId="0" sldId="283"/>
            <ac:spMk id="694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2:37.905" v="128" actId="2711"/>
        <pc:sldMkLst>
          <pc:docMk/>
          <pc:sldMk cId="0" sldId="284"/>
        </pc:sldMkLst>
        <pc:spChg chg="mod">
          <ac:chgData name="Rosmin Elsa Mohan" userId="7f6a9fc7-46b4-4eac-90cd-058eb48f67de" providerId="ADAL" clId="{0AC7E7B7-68C1-4DB4-AFF3-A69DF48AAA35}" dt="2024-02-24T09:02:32.478" v="127" actId="2711"/>
          <ac:spMkLst>
            <pc:docMk/>
            <pc:sldMk cId="0" sldId="284"/>
            <ac:spMk id="699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2:37.905" v="128" actId="2711"/>
          <ac:spMkLst>
            <pc:docMk/>
            <pc:sldMk cId="0" sldId="284"/>
            <ac:spMk id="702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4:44.872" v="148" actId="2711"/>
        <pc:sldMkLst>
          <pc:docMk/>
          <pc:sldMk cId="0" sldId="285"/>
        </pc:sldMkLst>
        <pc:spChg chg="mod">
          <ac:chgData name="Rosmin Elsa Mohan" userId="7f6a9fc7-46b4-4eac-90cd-058eb48f67de" providerId="ADAL" clId="{0AC7E7B7-68C1-4DB4-AFF3-A69DF48AAA35}" dt="2024-02-24T09:03:04.847" v="129"/>
          <ac:spMkLst>
            <pc:docMk/>
            <pc:sldMk cId="0" sldId="285"/>
            <ac:spMk id="707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4:44.872" v="148" actId="2711"/>
          <ac:spMkLst>
            <pc:docMk/>
            <pc:sldMk cId="0" sldId="285"/>
            <ac:spMk id="710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4:37.862" v="147" actId="2711"/>
        <pc:sldMkLst>
          <pc:docMk/>
          <pc:sldMk cId="0" sldId="286"/>
        </pc:sldMkLst>
        <pc:spChg chg="mod">
          <ac:chgData name="Rosmin Elsa Mohan" userId="7f6a9fc7-46b4-4eac-90cd-058eb48f67de" providerId="ADAL" clId="{0AC7E7B7-68C1-4DB4-AFF3-A69DF48AAA35}" dt="2024-02-24T09:03:13.814" v="132"/>
          <ac:spMkLst>
            <pc:docMk/>
            <pc:sldMk cId="0" sldId="286"/>
            <ac:spMk id="715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4:37.862" v="147" actId="2711"/>
          <ac:spMkLst>
            <pc:docMk/>
            <pc:sldMk cId="0" sldId="286"/>
            <ac:spMk id="718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4:30.628" v="146" actId="2711"/>
        <pc:sldMkLst>
          <pc:docMk/>
          <pc:sldMk cId="0" sldId="287"/>
        </pc:sldMkLst>
        <pc:spChg chg="mod">
          <ac:chgData name="Rosmin Elsa Mohan" userId="7f6a9fc7-46b4-4eac-90cd-058eb48f67de" providerId="ADAL" clId="{0AC7E7B7-68C1-4DB4-AFF3-A69DF48AAA35}" dt="2024-02-24T09:03:24.599" v="133"/>
          <ac:spMkLst>
            <pc:docMk/>
            <pc:sldMk cId="0" sldId="287"/>
            <ac:spMk id="723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4:30.628" v="146" actId="2711"/>
          <ac:spMkLst>
            <pc:docMk/>
            <pc:sldMk cId="0" sldId="287"/>
            <ac:spMk id="726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4:23.164" v="145" actId="2711"/>
        <pc:sldMkLst>
          <pc:docMk/>
          <pc:sldMk cId="0" sldId="288"/>
        </pc:sldMkLst>
        <pc:spChg chg="mod">
          <ac:chgData name="Rosmin Elsa Mohan" userId="7f6a9fc7-46b4-4eac-90cd-058eb48f67de" providerId="ADAL" clId="{0AC7E7B7-68C1-4DB4-AFF3-A69DF48AAA35}" dt="2024-02-24T09:03:29.446" v="134"/>
          <ac:spMkLst>
            <pc:docMk/>
            <pc:sldMk cId="0" sldId="288"/>
            <ac:spMk id="731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4:23.164" v="145" actId="2711"/>
          <ac:spMkLst>
            <pc:docMk/>
            <pc:sldMk cId="0" sldId="288"/>
            <ac:spMk id="734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4:16.190" v="144" actId="2711"/>
        <pc:sldMkLst>
          <pc:docMk/>
          <pc:sldMk cId="0" sldId="289"/>
        </pc:sldMkLst>
        <pc:spChg chg="mod">
          <ac:chgData name="Rosmin Elsa Mohan" userId="7f6a9fc7-46b4-4eac-90cd-058eb48f67de" providerId="ADAL" clId="{0AC7E7B7-68C1-4DB4-AFF3-A69DF48AAA35}" dt="2024-02-24T09:03:32.951" v="135"/>
          <ac:spMkLst>
            <pc:docMk/>
            <pc:sldMk cId="0" sldId="289"/>
            <ac:spMk id="739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4:16.190" v="144" actId="2711"/>
          <ac:spMkLst>
            <pc:docMk/>
            <pc:sldMk cId="0" sldId="289"/>
            <ac:spMk id="742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4:11.257" v="143" actId="2711"/>
        <pc:sldMkLst>
          <pc:docMk/>
          <pc:sldMk cId="0" sldId="290"/>
        </pc:sldMkLst>
        <pc:spChg chg="mod">
          <ac:chgData name="Rosmin Elsa Mohan" userId="7f6a9fc7-46b4-4eac-90cd-058eb48f67de" providerId="ADAL" clId="{0AC7E7B7-68C1-4DB4-AFF3-A69DF48AAA35}" dt="2024-02-24T09:03:40.478" v="138"/>
          <ac:spMkLst>
            <pc:docMk/>
            <pc:sldMk cId="0" sldId="290"/>
            <ac:spMk id="747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4:11.257" v="143" actId="2711"/>
          <ac:spMkLst>
            <pc:docMk/>
            <pc:sldMk cId="0" sldId="290"/>
            <ac:spMk id="750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4:05.599" v="142" actId="2711"/>
        <pc:sldMkLst>
          <pc:docMk/>
          <pc:sldMk cId="0" sldId="291"/>
        </pc:sldMkLst>
        <pc:spChg chg="mod">
          <ac:chgData name="Rosmin Elsa Mohan" userId="7f6a9fc7-46b4-4eac-90cd-058eb48f67de" providerId="ADAL" clId="{0AC7E7B7-68C1-4DB4-AFF3-A69DF48AAA35}" dt="2024-02-24T09:03:46.269" v="139"/>
          <ac:spMkLst>
            <pc:docMk/>
            <pc:sldMk cId="0" sldId="291"/>
            <ac:spMk id="755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4:05.599" v="142" actId="2711"/>
          <ac:spMkLst>
            <pc:docMk/>
            <pc:sldMk cId="0" sldId="291"/>
            <ac:spMk id="758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3:58.847" v="141" actId="2711"/>
        <pc:sldMkLst>
          <pc:docMk/>
          <pc:sldMk cId="0" sldId="292"/>
        </pc:sldMkLst>
        <pc:spChg chg="mod">
          <ac:chgData name="Rosmin Elsa Mohan" userId="7f6a9fc7-46b4-4eac-90cd-058eb48f67de" providerId="ADAL" clId="{0AC7E7B7-68C1-4DB4-AFF3-A69DF48AAA35}" dt="2024-02-24T09:03:50.850" v="140"/>
          <ac:spMkLst>
            <pc:docMk/>
            <pc:sldMk cId="0" sldId="292"/>
            <ac:spMk id="763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3:58.847" v="141" actId="2711"/>
          <ac:spMkLst>
            <pc:docMk/>
            <pc:sldMk cId="0" sldId="292"/>
            <ac:spMk id="766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5:33.384" v="149" actId="2711"/>
        <pc:sldMkLst>
          <pc:docMk/>
          <pc:sldMk cId="0" sldId="293"/>
        </pc:sldMkLst>
        <pc:spChg chg="mod">
          <ac:chgData name="Rosmin Elsa Mohan" userId="7f6a9fc7-46b4-4eac-90cd-058eb48f67de" providerId="ADAL" clId="{0AC7E7B7-68C1-4DB4-AFF3-A69DF48AAA35}" dt="2024-02-24T09:05:33.384" v="149" actId="2711"/>
          <ac:spMkLst>
            <pc:docMk/>
            <pc:sldMk cId="0" sldId="293"/>
            <ac:spMk id="771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5:43.521" v="151" actId="2711"/>
        <pc:sldMkLst>
          <pc:docMk/>
          <pc:sldMk cId="0" sldId="294"/>
        </pc:sldMkLst>
        <pc:spChg chg="mod">
          <ac:chgData name="Rosmin Elsa Mohan" userId="7f6a9fc7-46b4-4eac-90cd-058eb48f67de" providerId="ADAL" clId="{0AC7E7B7-68C1-4DB4-AFF3-A69DF48AAA35}" dt="2024-02-24T09:05:39.111" v="150" actId="2711"/>
          <ac:spMkLst>
            <pc:docMk/>
            <pc:sldMk cId="0" sldId="294"/>
            <ac:spMk id="778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5:43.521" v="151" actId="2711"/>
          <ac:spMkLst>
            <pc:docMk/>
            <pc:sldMk cId="0" sldId="294"/>
            <ac:spMk id="781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6:03.932" v="153" actId="2711"/>
        <pc:sldMkLst>
          <pc:docMk/>
          <pc:sldMk cId="0" sldId="295"/>
        </pc:sldMkLst>
        <pc:spChg chg="mod">
          <ac:chgData name="Rosmin Elsa Mohan" userId="7f6a9fc7-46b4-4eac-90cd-058eb48f67de" providerId="ADAL" clId="{0AC7E7B7-68C1-4DB4-AFF3-A69DF48AAA35}" dt="2024-02-24T09:05:58.678" v="152" actId="2711"/>
          <ac:spMkLst>
            <pc:docMk/>
            <pc:sldMk cId="0" sldId="295"/>
            <ac:spMk id="786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6:03.932" v="153" actId="2711"/>
          <ac:spMkLst>
            <pc:docMk/>
            <pc:sldMk cId="0" sldId="295"/>
            <ac:spMk id="789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6:32.266" v="155" actId="2711"/>
        <pc:sldMkLst>
          <pc:docMk/>
          <pc:sldMk cId="0" sldId="296"/>
        </pc:sldMkLst>
        <pc:spChg chg="mod">
          <ac:chgData name="Rosmin Elsa Mohan" userId="7f6a9fc7-46b4-4eac-90cd-058eb48f67de" providerId="ADAL" clId="{0AC7E7B7-68C1-4DB4-AFF3-A69DF48AAA35}" dt="2024-02-24T09:06:25.999" v="154" actId="2711"/>
          <ac:spMkLst>
            <pc:docMk/>
            <pc:sldMk cId="0" sldId="296"/>
            <ac:spMk id="794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6:32.266" v="155" actId="2711"/>
          <ac:spMkLst>
            <pc:docMk/>
            <pc:sldMk cId="0" sldId="296"/>
            <ac:spMk id="797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6:47.355" v="157" actId="2711"/>
        <pc:sldMkLst>
          <pc:docMk/>
          <pc:sldMk cId="0" sldId="297"/>
        </pc:sldMkLst>
        <pc:spChg chg="mod">
          <ac:chgData name="Rosmin Elsa Mohan" userId="7f6a9fc7-46b4-4eac-90cd-058eb48f67de" providerId="ADAL" clId="{0AC7E7B7-68C1-4DB4-AFF3-A69DF48AAA35}" dt="2024-02-24T09:06:47.355" v="157" actId="2711"/>
          <ac:spMkLst>
            <pc:docMk/>
            <pc:sldMk cId="0" sldId="297"/>
            <ac:spMk id="802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6:41.960" v="156" actId="2711"/>
          <ac:spMkLst>
            <pc:docMk/>
            <pc:sldMk cId="0" sldId="297"/>
            <ac:spMk id="805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6:55.650" v="158" actId="2711"/>
        <pc:sldMkLst>
          <pc:docMk/>
          <pc:sldMk cId="0" sldId="298"/>
        </pc:sldMkLst>
        <pc:spChg chg="mod">
          <ac:chgData name="Rosmin Elsa Mohan" userId="7f6a9fc7-46b4-4eac-90cd-058eb48f67de" providerId="ADAL" clId="{0AC7E7B7-68C1-4DB4-AFF3-A69DF48AAA35}" dt="2024-02-24T09:06:55.650" v="158" actId="2711"/>
          <ac:spMkLst>
            <pc:docMk/>
            <pc:sldMk cId="0" sldId="298"/>
            <ac:spMk id="810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7:23.080" v="160" actId="2711"/>
        <pc:sldMkLst>
          <pc:docMk/>
          <pc:sldMk cId="0" sldId="299"/>
        </pc:sldMkLst>
        <pc:spChg chg="mod">
          <ac:chgData name="Rosmin Elsa Mohan" userId="7f6a9fc7-46b4-4eac-90cd-058eb48f67de" providerId="ADAL" clId="{0AC7E7B7-68C1-4DB4-AFF3-A69DF48AAA35}" dt="2024-02-24T09:07:16.065" v="159" actId="2711"/>
          <ac:spMkLst>
            <pc:docMk/>
            <pc:sldMk cId="0" sldId="299"/>
            <ac:spMk id="817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7:23.080" v="160" actId="2711"/>
          <ac:spMkLst>
            <pc:docMk/>
            <pc:sldMk cId="0" sldId="299"/>
            <ac:spMk id="820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7:51.573" v="162" actId="2711"/>
        <pc:sldMkLst>
          <pc:docMk/>
          <pc:sldMk cId="0" sldId="300"/>
        </pc:sldMkLst>
        <pc:spChg chg="mod">
          <ac:chgData name="Rosmin Elsa Mohan" userId="7f6a9fc7-46b4-4eac-90cd-058eb48f67de" providerId="ADAL" clId="{0AC7E7B7-68C1-4DB4-AFF3-A69DF48AAA35}" dt="2024-02-24T09:07:48.546" v="161" actId="2711"/>
          <ac:spMkLst>
            <pc:docMk/>
            <pc:sldMk cId="0" sldId="300"/>
            <ac:spMk id="825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7:51.573" v="162" actId="2711"/>
          <ac:spMkLst>
            <pc:docMk/>
            <pc:sldMk cId="0" sldId="300"/>
            <ac:spMk id="828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8:38.513" v="168" actId="14100"/>
        <pc:sldMkLst>
          <pc:docMk/>
          <pc:sldMk cId="0" sldId="301"/>
        </pc:sldMkLst>
        <pc:spChg chg="mod">
          <ac:chgData name="Rosmin Elsa Mohan" userId="7f6a9fc7-46b4-4eac-90cd-058eb48f67de" providerId="ADAL" clId="{0AC7E7B7-68C1-4DB4-AFF3-A69DF48AAA35}" dt="2024-02-24T09:08:03.962" v="164" actId="2711"/>
          <ac:spMkLst>
            <pc:docMk/>
            <pc:sldMk cId="0" sldId="301"/>
            <ac:spMk id="833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8:38.513" v="168" actId="14100"/>
          <ac:spMkLst>
            <pc:docMk/>
            <pc:sldMk cId="0" sldId="301"/>
            <ac:spMk id="836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8:34.418" v="167" actId="14100"/>
        <pc:sldMkLst>
          <pc:docMk/>
          <pc:sldMk cId="0" sldId="302"/>
        </pc:sldMkLst>
        <pc:spChg chg="mod">
          <ac:chgData name="Rosmin Elsa Mohan" userId="7f6a9fc7-46b4-4eac-90cd-058eb48f67de" providerId="ADAL" clId="{0AC7E7B7-68C1-4DB4-AFF3-A69DF48AAA35}" dt="2024-02-24T09:08:21.437" v="165" actId="2711"/>
          <ac:spMkLst>
            <pc:docMk/>
            <pc:sldMk cId="0" sldId="302"/>
            <ac:spMk id="841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8:34.418" v="167" actId="14100"/>
          <ac:spMkLst>
            <pc:docMk/>
            <pc:sldMk cId="0" sldId="302"/>
            <ac:spMk id="844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9:04.996" v="170" actId="2711"/>
        <pc:sldMkLst>
          <pc:docMk/>
          <pc:sldMk cId="0" sldId="303"/>
        </pc:sldMkLst>
        <pc:spChg chg="mod">
          <ac:chgData name="Rosmin Elsa Mohan" userId="7f6a9fc7-46b4-4eac-90cd-058eb48f67de" providerId="ADAL" clId="{0AC7E7B7-68C1-4DB4-AFF3-A69DF48AAA35}" dt="2024-02-24T09:08:59.070" v="169" actId="2711"/>
          <ac:spMkLst>
            <pc:docMk/>
            <pc:sldMk cId="0" sldId="303"/>
            <ac:spMk id="849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9:04.996" v="170" actId="2711"/>
          <ac:spMkLst>
            <pc:docMk/>
            <pc:sldMk cId="0" sldId="303"/>
            <ac:spMk id="852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9:13.094" v="171" actId="2711"/>
        <pc:sldMkLst>
          <pc:docMk/>
          <pc:sldMk cId="0" sldId="304"/>
        </pc:sldMkLst>
        <pc:spChg chg="mod">
          <ac:chgData name="Rosmin Elsa Mohan" userId="7f6a9fc7-46b4-4eac-90cd-058eb48f67de" providerId="ADAL" clId="{0AC7E7B7-68C1-4DB4-AFF3-A69DF48AAA35}" dt="2024-02-24T09:09:13.094" v="171" actId="2711"/>
          <ac:spMkLst>
            <pc:docMk/>
            <pc:sldMk cId="0" sldId="304"/>
            <ac:spMk id="857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9:25.527" v="173" actId="2711"/>
        <pc:sldMkLst>
          <pc:docMk/>
          <pc:sldMk cId="0" sldId="305"/>
        </pc:sldMkLst>
        <pc:spChg chg="mod">
          <ac:chgData name="Rosmin Elsa Mohan" userId="7f6a9fc7-46b4-4eac-90cd-058eb48f67de" providerId="ADAL" clId="{0AC7E7B7-68C1-4DB4-AFF3-A69DF48AAA35}" dt="2024-02-24T09:09:19.755" v="172" actId="2711"/>
          <ac:spMkLst>
            <pc:docMk/>
            <pc:sldMk cId="0" sldId="305"/>
            <ac:spMk id="864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9:25.527" v="173" actId="2711"/>
          <ac:spMkLst>
            <pc:docMk/>
            <pc:sldMk cId="0" sldId="305"/>
            <ac:spMk id="866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9:42.865" v="175" actId="2711"/>
        <pc:sldMkLst>
          <pc:docMk/>
          <pc:sldMk cId="0" sldId="306"/>
        </pc:sldMkLst>
        <pc:spChg chg="mod">
          <ac:chgData name="Rosmin Elsa Mohan" userId="7f6a9fc7-46b4-4eac-90cd-058eb48f67de" providerId="ADAL" clId="{0AC7E7B7-68C1-4DB4-AFF3-A69DF48AAA35}" dt="2024-02-24T09:09:37.959" v="174" actId="2711"/>
          <ac:spMkLst>
            <pc:docMk/>
            <pc:sldMk cId="0" sldId="306"/>
            <ac:spMk id="872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9:42.865" v="175" actId="2711"/>
          <ac:spMkLst>
            <pc:docMk/>
            <pc:sldMk cId="0" sldId="306"/>
            <ac:spMk id="874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09:53.998" v="177" actId="2711"/>
        <pc:sldMkLst>
          <pc:docMk/>
          <pc:sldMk cId="0" sldId="307"/>
        </pc:sldMkLst>
        <pc:spChg chg="mod">
          <ac:chgData name="Rosmin Elsa Mohan" userId="7f6a9fc7-46b4-4eac-90cd-058eb48f67de" providerId="ADAL" clId="{0AC7E7B7-68C1-4DB4-AFF3-A69DF48AAA35}" dt="2024-02-24T09:09:53.998" v="177" actId="2711"/>
          <ac:spMkLst>
            <pc:docMk/>
            <pc:sldMk cId="0" sldId="307"/>
            <ac:spMk id="880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09:49.952" v="176" actId="2711"/>
          <ac:spMkLst>
            <pc:docMk/>
            <pc:sldMk cId="0" sldId="307"/>
            <ac:spMk id="882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10:06.231" v="179" actId="2711"/>
        <pc:sldMkLst>
          <pc:docMk/>
          <pc:sldMk cId="0" sldId="308"/>
        </pc:sldMkLst>
        <pc:spChg chg="mod">
          <ac:chgData name="Rosmin Elsa Mohan" userId="7f6a9fc7-46b4-4eac-90cd-058eb48f67de" providerId="ADAL" clId="{0AC7E7B7-68C1-4DB4-AFF3-A69DF48AAA35}" dt="2024-02-24T09:10:02.307" v="178" actId="2711"/>
          <ac:spMkLst>
            <pc:docMk/>
            <pc:sldMk cId="0" sldId="308"/>
            <ac:spMk id="888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10:06.231" v="179" actId="2711"/>
          <ac:spMkLst>
            <pc:docMk/>
            <pc:sldMk cId="0" sldId="308"/>
            <ac:spMk id="890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10:24.893" v="180" actId="2711"/>
        <pc:sldMkLst>
          <pc:docMk/>
          <pc:sldMk cId="0" sldId="309"/>
        </pc:sldMkLst>
        <pc:spChg chg="mod">
          <ac:chgData name="Rosmin Elsa Mohan" userId="7f6a9fc7-46b4-4eac-90cd-058eb48f67de" providerId="ADAL" clId="{0AC7E7B7-68C1-4DB4-AFF3-A69DF48AAA35}" dt="2024-02-24T09:10:24.893" v="180" actId="2711"/>
          <ac:spMkLst>
            <pc:docMk/>
            <pc:sldMk cId="0" sldId="309"/>
            <ac:spMk id="896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10:34.218" v="182" actId="2711"/>
        <pc:sldMkLst>
          <pc:docMk/>
          <pc:sldMk cId="0" sldId="310"/>
        </pc:sldMkLst>
        <pc:spChg chg="mod">
          <ac:chgData name="Rosmin Elsa Mohan" userId="7f6a9fc7-46b4-4eac-90cd-058eb48f67de" providerId="ADAL" clId="{0AC7E7B7-68C1-4DB4-AFF3-A69DF48AAA35}" dt="2024-02-24T09:10:29.355" v="181" actId="2711"/>
          <ac:spMkLst>
            <pc:docMk/>
            <pc:sldMk cId="0" sldId="310"/>
            <ac:spMk id="903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10:34.218" v="182" actId="2711"/>
          <ac:spMkLst>
            <pc:docMk/>
            <pc:sldMk cId="0" sldId="310"/>
            <ac:spMk id="906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10:50.759" v="184" actId="2711"/>
        <pc:sldMkLst>
          <pc:docMk/>
          <pc:sldMk cId="0" sldId="311"/>
        </pc:sldMkLst>
        <pc:spChg chg="mod">
          <ac:chgData name="Rosmin Elsa Mohan" userId="7f6a9fc7-46b4-4eac-90cd-058eb48f67de" providerId="ADAL" clId="{0AC7E7B7-68C1-4DB4-AFF3-A69DF48AAA35}" dt="2024-02-24T09:10:50.759" v="184" actId="2711"/>
          <ac:spMkLst>
            <pc:docMk/>
            <pc:sldMk cId="0" sldId="311"/>
            <ac:spMk id="911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10:39.690" v="183" actId="2711"/>
          <ac:spMkLst>
            <pc:docMk/>
            <pc:sldMk cId="0" sldId="311"/>
            <ac:spMk id="914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11:16.555" v="186" actId="2711"/>
        <pc:sldMkLst>
          <pc:docMk/>
          <pc:sldMk cId="0" sldId="312"/>
        </pc:sldMkLst>
        <pc:spChg chg="mod">
          <ac:chgData name="Rosmin Elsa Mohan" userId="7f6a9fc7-46b4-4eac-90cd-058eb48f67de" providerId="ADAL" clId="{0AC7E7B7-68C1-4DB4-AFF3-A69DF48AAA35}" dt="2024-02-24T09:11:12.168" v="185" actId="2711"/>
          <ac:spMkLst>
            <pc:docMk/>
            <pc:sldMk cId="0" sldId="312"/>
            <ac:spMk id="919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11:16.555" v="186" actId="2711"/>
          <ac:spMkLst>
            <pc:docMk/>
            <pc:sldMk cId="0" sldId="312"/>
            <ac:spMk id="922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11:26.264" v="188" actId="2711"/>
        <pc:sldMkLst>
          <pc:docMk/>
          <pc:sldMk cId="0" sldId="313"/>
        </pc:sldMkLst>
        <pc:spChg chg="mod">
          <ac:chgData name="Rosmin Elsa Mohan" userId="7f6a9fc7-46b4-4eac-90cd-058eb48f67de" providerId="ADAL" clId="{0AC7E7B7-68C1-4DB4-AFF3-A69DF48AAA35}" dt="2024-02-24T09:11:26.264" v="188" actId="2711"/>
          <ac:spMkLst>
            <pc:docMk/>
            <pc:sldMk cId="0" sldId="313"/>
            <ac:spMk id="927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11:22.340" v="187" actId="2711"/>
          <ac:spMkLst>
            <pc:docMk/>
            <pc:sldMk cId="0" sldId="313"/>
            <ac:spMk id="930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24:10.759" v="208" actId="2711"/>
        <pc:sldMkLst>
          <pc:docMk/>
          <pc:sldMk cId="0" sldId="314"/>
        </pc:sldMkLst>
        <pc:spChg chg="mod">
          <ac:chgData name="Rosmin Elsa Mohan" userId="7f6a9fc7-46b4-4eac-90cd-058eb48f67de" providerId="ADAL" clId="{0AC7E7B7-68C1-4DB4-AFF3-A69DF48AAA35}" dt="2024-02-24T09:24:10.759" v="208" actId="2711"/>
          <ac:spMkLst>
            <pc:docMk/>
            <pc:sldMk cId="0" sldId="314"/>
            <ac:spMk id="935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20:56.556" v="201"/>
        <pc:sldMkLst>
          <pc:docMk/>
          <pc:sldMk cId="0" sldId="315"/>
        </pc:sldMkLst>
        <pc:spChg chg="mod">
          <ac:chgData name="Rosmin Elsa Mohan" userId="7f6a9fc7-46b4-4eac-90cd-058eb48f67de" providerId="ADAL" clId="{0AC7E7B7-68C1-4DB4-AFF3-A69DF48AAA35}" dt="2024-02-24T09:20:56.556" v="201"/>
          <ac:spMkLst>
            <pc:docMk/>
            <pc:sldMk cId="0" sldId="315"/>
            <ac:spMk id="942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11:37.497" v="189" actId="2711"/>
        <pc:sldMkLst>
          <pc:docMk/>
          <pc:sldMk cId="0" sldId="316"/>
        </pc:sldMkLst>
        <pc:spChg chg="mod">
          <ac:chgData name="Rosmin Elsa Mohan" userId="7f6a9fc7-46b4-4eac-90cd-058eb48f67de" providerId="ADAL" clId="{0AC7E7B7-68C1-4DB4-AFF3-A69DF48AAA35}" dt="2024-02-24T09:11:37.497" v="189" actId="2711"/>
          <ac:spMkLst>
            <pc:docMk/>
            <pc:sldMk cId="0" sldId="316"/>
            <ac:spMk id="948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11:54.932" v="191" actId="255"/>
        <pc:sldMkLst>
          <pc:docMk/>
          <pc:sldMk cId="0" sldId="317"/>
        </pc:sldMkLst>
        <pc:spChg chg="mod">
          <ac:chgData name="Rosmin Elsa Mohan" userId="7f6a9fc7-46b4-4eac-90cd-058eb48f67de" providerId="ADAL" clId="{0AC7E7B7-68C1-4DB4-AFF3-A69DF48AAA35}" dt="2024-02-24T09:11:54.932" v="191" actId="255"/>
          <ac:spMkLst>
            <pc:docMk/>
            <pc:sldMk cId="0" sldId="317"/>
            <ac:spMk id="954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12:15.379" v="193" actId="2711"/>
        <pc:sldMkLst>
          <pc:docMk/>
          <pc:sldMk cId="0" sldId="318"/>
        </pc:sldMkLst>
        <pc:spChg chg="mod">
          <ac:chgData name="Rosmin Elsa Mohan" userId="7f6a9fc7-46b4-4eac-90cd-058eb48f67de" providerId="ADAL" clId="{0AC7E7B7-68C1-4DB4-AFF3-A69DF48AAA35}" dt="2024-02-24T09:12:11.308" v="192" actId="2711"/>
          <ac:spMkLst>
            <pc:docMk/>
            <pc:sldMk cId="0" sldId="318"/>
            <ac:spMk id="959" creationId="{00000000-0000-0000-0000-000000000000}"/>
          </ac:spMkLst>
        </pc:spChg>
        <pc:spChg chg="mod">
          <ac:chgData name="Rosmin Elsa Mohan" userId="7f6a9fc7-46b4-4eac-90cd-058eb48f67de" providerId="ADAL" clId="{0AC7E7B7-68C1-4DB4-AFF3-A69DF48AAA35}" dt="2024-02-24T09:12:15.379" v="193" actId="2711"/>
          <ac:spMkLst>
            <pc:docMk/>
            <pc:sldMk cId="0" sldId="318"/>
            <ac:spMk id="962" creationId="{00000000-0000-0000-0000-000000000000}"/>
          </ac:spMkLst>
        </pc:spChg>
      </pc:sldChg>
      <pc:sldChg chg="modSp mod">
        <pc:chgData name="Rosmin Elsa Mohan" userId="7f6a9fc7-46b4-4eac-90cd-058eb48f67de" providerId="ADAL" clId="{0AC7E7B7-68C1-4DB4-AFF3-A69DF48AAA35}" dt="2024-02-24T09:21:00.551" v="202"/>
        <pc:sldMkLst>
          <pc:docMk/>
          <pc:sldMk cId="0" sldId="319"/>
        </pc:sldMkLst>
        <pc:spChg chg="mod">
          <ac:chgData name="Rosmin Elsa Mohan" userId="7f6a9fc7-46b4-4eac-90cd-058eb48f67de" providerId="ADAL" clId="{0AC7E7B7-68C1-4DB4-AFF3-A69DF48AAA35}" dt="2024-02-24T09:21:00.551" v="202"/>
          <ac:spMkLst>
            <pc:docMk/>
            <pc:sldMk cId="0" sldId="319"/>
            <ac:spMk id="96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2" name="Google Shape;4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3" name="Google Shape;5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1" name="Google Shape;5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698468b87b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9" name="Google Shape;519;g2698468b87b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698468b87b_1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8" name="Google Shape;528;g2698468b87b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7" name="Google Shape;5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2" name="Google Shape;5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8" name="Google Shape;5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5" name="Google Shape;5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7" name="Google Shape;5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2698468b87b_1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6" name="Google Shape;576;g2698468b87b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698468b87b_1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5" name="Google Shape;585;g2698468b87b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698468b87b_1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4" name="Google Shape;594;g2698468b87b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698468b87b_1_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3" name="Google Shape;603;g2698468b87b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2698468b87b_1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2" name="Google Shape;612;g2698468b87b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1" name="Google Shape;62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7" name="Google Shape;6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3" name="Google Shape;63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9" name="Google Shape;63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6" name="Google Shape;64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1" name="Google Shape;65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698468b87b_1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8" name="Google Shape;658;g2698468b87b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6" name="Google Shape;66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698468b87b_1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4" name="Google Shape;674;g2698468b87b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2" name="Google Shape;68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9" name="Google Shape;68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bb80c83a8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7" name="Google Shape;697;g2bb80c83a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2698468b87b_1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5" name="Google Shape;705;g2698468b87b_1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bb80c83a80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3" name="Google Shape;713;g2bb80c83a8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2698468b87b_1_1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1" name="Google Shape;721;g2698468b87b_1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bb80c83a80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9" name="Google Shape;729;g2bb80c83a8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698468b87b_1_1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7" name="Google Shape;737;g2698468b87b_1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2bb80c83a80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5" name="Google Shape;745;g2bb80c83a8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698468b87b_1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3" name="Google Shape;753;g2698468b87b_1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bb80c83a80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1" name="Google Shape;761;g2bb80c83a8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9" name="Google Shape;76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6" name="Google Shape;77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698468b87b_1_1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4" name="Google Shape;784;g2698468b87b_1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698468b87b_1_1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2" name="Google Shape;792;g2698468b87b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698468b87b_1_1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0" name="Google Shape;800;g2698468b87b_1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8" name="Google Shape;80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5" name="Google Shape;81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698468b87b_1_2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3" name="Google Shape;823;g2698468b87b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698468b87b_1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1" name="Google Shape;831;g2698468b87b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698468b87b_1_2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9" name="Google Shape;839;g2698468b87b_1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698468b87b_1_2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7" name="Google Shape;847;g2698468b87b_1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5" name="Google Shape;85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2" name="Google Shape;86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698468b87b_1_2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0" name="Google Shape;870;g2698468b87b_1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698468b87b_1_2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8" name="Google Shape;878;g2698468b87b_1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698468b87b_1_2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6" name="Google Shape;886;g2698468b87b_1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4" name="Google Shape;89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1" name="Google Shape;90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2bb814d5537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9" name="Google Shape;909;g2bb814d553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bb814d5537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7" name="Google Shape;917;g2bb814d553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2bb814d5537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5" name="Google Shape;925;g2bb814d553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3" name="Google Shape;93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0" name="Google Shape;94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5" name="Google Shape;94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1" name="Google Shape;95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7" name="Google Shape;95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5" name="Google Shape;96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C - DD MMM 2021, 9:00AM">
  <p:cSld name="HC - DD MMM 2021, 9:00AM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6" descr="A close-up of a tre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6"/>
          <p:cNvSpPr txBox="1"/>
          <p:nvPr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English Holy Communion Service – 25 Feb 2024 , 9:00 AM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56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 Thoma Syrian Church, Singapore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C - DD MMM 2021">
  <p:cSld name="HC - DD MMM 2021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7" descr="A close-up of a tre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7"/>
          <p:cNvSpPr txBox="1"/>
          <p:nvPr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English Holy Communion Service – 25 Feb 2024</a:t>
            </a:r>
            <a:endParaRPr sz="1800" b="0" i="0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57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 Thoma Syrian Church, Singapore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C - DD MMM 2021">
  <p:cSld name="1_HC - DD MMM 2021">
    <p:bg>
      <p:bgPr>
        <a:solidFill>
          <a:schemeClr val="dk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60" descr="A close-up of a tre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60"/>
          <p:cNvSpPr txBox="1"/>
          <p:nvPr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English Holy Communion Service – 25 Feb 2024</a:t>
            </a:r>
            <a:endParaRPr sz="1800" b="0" i="0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60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 Thoma Syrian Church, Singapore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0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0" name="Google Shape;30;p8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2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2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8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4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4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5" name="Google Shape;55;p84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4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7" name="Google Shape;57;p84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8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7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73" name="Google Shape;73;p87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4" name="Google Shape;74;p8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8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8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88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81" name="Google Shape;81;p8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8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89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8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8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8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0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90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9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9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9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 Header - HC - DD MMM 2021">
  <p:cSld name="Sub Header - HC - DD MMM 2021">
    <p:bg>
      <p:bgPr>
        <a:solidFill>
          <a:schemeClr val="dk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91" descr="A close-up of a tre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1"/>
          <p:cNvSpPr txBox="1"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ill Sans"/>
              <a:buNone/>
              <a:defRPr sz="2000" b="0" i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91"/>
          <p:cNvSpPr txBox="1"/>
          <p:nvPr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English Holy Communion Service – 11 Feb 2024</a:t>
            </a: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9"/>
          <p:cNvSpPr txBox="1"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  <a:defRPr sz="26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59"/>
          <p:cNvSpPr txBox="1"/>
          <p:nvPr/>
        </p:nvSpPr>
        <p:spPr>
          <a:xfrm>
            <a:off x="8473063" y="37866"/>
            <a:ext cx="6667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9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12" name="Google Shape;112;p9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9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9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9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9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9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9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4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94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9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9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9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9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95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9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9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6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96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37" name="Google Shape;137;p96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96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39" name="Google Shape;139;p96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9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9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9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9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9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9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9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9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9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55" name="Google Shape;155;p9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56" name="Google Shape;156;p9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9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9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0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10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63" name="Google Shape;163;p10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0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0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01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10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0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0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2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02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10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0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0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2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  <a:defRPr sz="2600" b="1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62"/>
          <p:cNvSpPr txBox="1"/>
          <p:nvPr/>
        </p:nvSpPr>
        <p:spPr>
          <a:xfrm>
            <a:off x="8473063" y="37866"/>
            <a:ext cx="6667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0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90" name="Google Shape;190;p10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0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0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0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10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0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0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5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05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10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0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0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0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106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10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0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0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7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07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15" name="Google Shape;215;p107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107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17" name="Google Shape;217;p107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10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0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0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0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10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0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0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0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10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33" name="Google Shape;233;p110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234" name="Google Shape;234;p1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1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11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111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241" name="Google Shape;241;p1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12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1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1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3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13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1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1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1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4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  <a:defRPr sz="26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64"/>
          <p:cNvSpPr txBox="1"/>
          <p:nvPr/>
        </p:nvSpPr>
        <p:spPr>
          <a:xfrm>
            <a:off x="8473063" y="37866"/>
            <a:ext cx="6667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68" name="Google Shape;268;p1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1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1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1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1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116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1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1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1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1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1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1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118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93" name="Google Shape;293;p118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1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95" name="Google Shape;295;p1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1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1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1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1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1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1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11" name="Google Shape;311;p1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312" name="Google Shape;312;p1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1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1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318" name="Google Shape;318;p1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319" name="Google Shape;319;p1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1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1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1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1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4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1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1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1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1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6"/>
          <p:cNvSpPr txBox="1"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  <a:defRPr sz="26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66"/>
          <p:cNvSpPr txBox="1"/>
          <p:nvPr/>
        </p:nvSpPr>
        <p:spPr>
          <a:xfrm>
            <a:off x="8473063" y="37866"/>
            <a:ext cx="6667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9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6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46" name="Google Shape;346;p6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6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6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7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7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7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7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7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1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71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8" name="Google Shape;358;p7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7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7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7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7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4" name="Google Shape;364;p72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5" name="Google Shape;365;p7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7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7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3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73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1" name="Google Shape;371;p73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2" name="Google Shape;372;p73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3" name="Google Shape;373;p73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4" name="Google Shape;374;p7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7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7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7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7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7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7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7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76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89" name="Google Shape;389;p76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390" name="Google Shape;390;p7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7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7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7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77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77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397" name="Google Shape;397;p7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7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7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78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3" name="Google Shape;403;p7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7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7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9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79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9" name="Google Shape;409;p7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7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7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8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  <a:defRPr sz="26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0" name="Google Shape;420;p68"/>
          <p:cNvSpPr txBox="1"/>
          <p:nvPr/>
        </p:nvSpPr>
        <p:spPr>
          <a:xfrm>
            <a:off x="8473063" y="37866"/>
            <a:ext cx="6667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2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12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24" name="Google Shape;424;p1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5" name="Google Shape;425;p1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1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12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1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1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1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2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27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6" name="Google Shape;436;p1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12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2" name="Google Shape;442;p12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3" name="Google Shape;443;p1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1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2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129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49" name="Google Shape;449;p129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0" name="Google Shape;450;p12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1" name="Google Shape;451;p12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2" name="Google Shape;452;p1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1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4" name="Google Shape;454;p1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1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1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1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1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1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3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3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467" name="Google Shape;467;p13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468" name="Google Shape;468;p1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3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13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13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475" name="Google Shape;475;p1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1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1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3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134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1" name="Google Shape;481;p13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13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1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35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135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7" name="Google Shape;487;p13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1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1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  <a:defRPr sz="33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5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03" name="Google Shape;103;p5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04" name="Google Shape;104;p5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05" name="Google Shape;105;p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  <a:defRPr sz="33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6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81" name="Google Shape;181;p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82" name="Google Shape;182;p6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83" name="Google Shape;183;p6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  <a:defRPr sz="33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" name="Google Shape;258;p6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259" name="Google Shape;259;p6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260" name="Google Shape;260;p6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261" name="Google Shape;261;p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  <a:defRPr sz="33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6" name="Google Shape;336;p6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337" name="Google Shape;337;p6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338" name="Google Shape;338;p6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339" name="Google Shape;339;p6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  <a:defRPr sz="33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4" name="Google Shape;414;p6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415" name="Google Shape;415;p6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416" name="Google Shape;416;p6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417" name="Google Shape;417;p6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"/>
          <p:cNvSpPr txBox="1"/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1F3864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"/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"/>
          <p:cNvSpPr txBox="1"/>
          <p:nvPr/>
        </p:nvSpPr>
        <p:spPr>
          <a:xfrm>
            <a:off x="1670550" y="1755777"/>
            <a:ext cx="5802900" cy="220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20F0502020204030204" pitchFamily="2" charset="0"/>
                <a:sym typeface="Arial"/>
              </a:rPr>
              <a:t>Opening Hymn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1A52"/>
              </a:buClr>
              <a:buSzPts val="4800"/>
              <a:buFont typeface="Arial"/>
              <a:buNone/>
            </a:pPr>
            <a:r>
              <a:rPr lang="en-US" sz="4800" b="1" dirty="0">
                <a:solidFill>
                  <a:srgbClr val="001A52"/>
                </a:solidFill>
                <a:latin typeface="Tenorite" panose="020F0502020204030204" pitchFamily="2" charset="0"/>
              </a:rPr>
              <a:t>The God of Abraham</a:t>
            </a:r>
            <a:endParaRPr sz="4800" b="1" i="0" u="none" strike="noStrike" cap="none" dirty="0">
              <a:solidFill>
                <a:schemeClr val="lt1"/>
              </a:solidFill>
              <a:latin typeface="Tenorite" panose="020F0502020204030204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"/>
          <p:cNvSpPr txBox="1"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Opening Hymn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06" name="Google Shape;506;p3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7" name="Google Shape;507;p3"/>
          <p:cNvSpPr txBox="1"/>
          <p:nvPr/>
        </p:nvSpPr>
        <p:spPr>
          <a:xfrm>
            <a:off x="161242" y="756342"/>
            <a:ext cx="8821500" cy="4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 God of Abraham praise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Who reigns enthroned above,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Ancient of everlasting days,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God of love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Jehovah, great I AM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By earth and Heaven </a:t>
            </a:r>
            <a:r>
              <a:rPr lang="en-US" sz="2800" dirty="0" err="1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confest</a:t>
            </a: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 bow, and bless the sacred name,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For ever blest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Opening: 1 of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"/>
          <p:cNvSpPr txBox="1"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Opening Hymn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14" name="Google Shape;514;p4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5" name="Google Shape;515;p4"/>
          <p:cNvSpPr txBox="1"/>
          <p:nvPr/>
        </p:nvSpPr>
        <p:spPr>
          <a:xfrm>
            <a:off x="161242" y="714292"/>
            <a:ext cx="88215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 God of Abraham praise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At whose supreme command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From earth I rise, and seek the joys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At His right hand: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 all on earth forsake,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Its wisdom, fame, and power,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Him my only portion make,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My Shield and Tower.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16" name="Google Shape;516;p4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Opening: 2 of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698468b87b_1_2"/>
          <p:cNvSpPr txBox="1"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Opening Hymn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22" name="Google Shape;522;g2698468b87b_1_2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3" name="Google Shape;523;g2698468b87b_1_2"/>
          <p:cNvSpPr txBox="1"/>
          <p:nvPr/>
        </p:nvSpPr>
        <p:spPr>
          <a:xfrm>
            <a:off x="161242" y="714292"/>
            <a:ext cx="88215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 God of Abraham praise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Whose all-sufficient grace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Shall guide me all my happy days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In all my ways: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He calls a worm His friend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He calls Himself my God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He shall save me to the end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Through Jesus' blood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24" name="Google Shape;524;g2698468b87b_1_2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Opening: 2 of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2698468b87b_1_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698468b87b_1_12"/>
          <p:cNvSpPr txBox="1"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Opening Hymn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31" name="Google Shape;531;g2698468b87b_1_12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2" name="Google Shape;532;g2698468b87b_1_12"/>
          <p:cNvSpPr txBox="1"/>
          <p:nvPr/>
        </p:nvSpPr>
        <p:spPr>
          <a:xfrm>
            <a:off x="161242" y="714292"/>
            <a:ext cx="88215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 whole triumphant host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Give thanks to God on high :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" Hail ! Father, Son, and Holy Ghost!”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They ever cry: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Hail ! Abraham's God and mine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 join the heavenly lays;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All might and majesty are Thine,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endless praise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33" name="Google Shape;533;g2698468b87b_1_12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Opening: 2 of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2698468b87b_1_1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"/>
          <p:cNvSpPr txBox="1"/>
          <p:nvPr/>
        </p:nvSpPr>
        <p:spPr>
          <a:xfrm>
            <a:off x="1009567" y="1654307"/>
            <a:ext cx="7125000" cy="18348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1F3864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"/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6"/>
          <p:cNvSpPr txBox="1"/>
          <p:nvPr/>
        </p:nvSpPr>
        <p:spPr>
          <a:xfrm>
            <a:off x="1513336" y="1378756"/>
            <a:ext cx="6117328" cy="2385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Thanksgiving Prayers</a:t>
            </a:r>
            <a:endParaRPr sz="48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dirty="0">
                <a:solidFill>
                  <a:schemeClr val="lt1"/>
                </a:solidFill>
                <a:latin typeface="Tenorite" panose="00000500000000000000" pitchFamily="2" charset="0"/>
              </a:rPr>
              <a:t>‘Tis so sweet to Trust in Jesus</a:t>
            </a:r>
            <a:endParaRPr sz="48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Thanksgiving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’Tis so sweet</a:t>
            </a:r>
            <a:r>
              <a:rPr lang="en-US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v1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51" name="Google Shape;551;p7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Quattrocento San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2" name="Google Shape;552;p7"/>
          <p:cNvSpPr txBox="1"/>
          <p:nvPr/>
        </p:nvSpPr>
        <p:spPr>
          <a:xfrm>
            <a:off x="1571702" y="910774"/>
            <a:ext cx="6324000" cy="443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'Tis so sweet to trust in Jesus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Just to take Him at His Word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Just to rest upon His promise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Just to know, "Thus saith the Lord."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Jesus, how I trust Him!</a:t>
            </a:r>
            <a:endParaRPr sz="2800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How I've proved Him o'er and o'er!</a:t>
            </a:r>
            <a:endParaRPr sz="2800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Jesus, precious Jesus!</a:t>
            </a:r>
            <a:endParaRPr sz="2800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for grace to trust Him more.</a:t>
            </a: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8"/>
          <p:cNvSpPr/>
          <p:nvPr/>
        </p:nvSpPr>
        <p:spPr>
          <a:xfrm>
            <a:off x="1513336" y="1809496"/>
            <a:ext cx="6117328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4800" b="0" i="0" u="none" strike="noStrike" cap="none" dirty="0">
              <a:solidFill>
                <a:schemeClr val="lt1"/>
              </a:solidFill>
              <a:latin typeface="Tenorite" panose="00000500000000000000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8"/>
          <p:cNvSpPr txBox="1"/>
          <p:nvPr/>
        </p:nvSpPr>
        <p:spPr>
          <a:xfrm>
            <a:off x="1513336" y="1754365"/>
            <a:ext cx="6117328" cy="88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Thanksgiving Prayers</a:t>
            </a:r>
            <a:endParaRPr sz="14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"/>
          <p:cNvSpPr/>
          <p:nvPr/>
        </p:nvSpPr>
        <p:spPr>
          <a:xfrm>
            <a:off x="2141910" y="1757052"/>
            <a:ext cx="4860177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9"/>
          <p:cNvSpPr txBox="1"/>
          <p:nvPr/>
        </p:nvSpPr>
        <p:spPr>
          <a:xfrm>
            <a:off x="1941789" y="1754363"/>
            <a:ext cx="5260417" cy="817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Offertory</a:t>
            </a:r>
            <a:endParaRPr sz="48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Song No: </a:t>
            </a:r>
            <a:r>
              <a:rPr lang="en-US" sz="4800" b="1" dirty="0">
                <a:solidFill>
                  <a:schemeClr val="lt1"/>
                </a:solidFill>
                <a:latin typeface="Tenorite" panose="00000500000000000000" pitchFamily="2" charset="0"/>
              </a:rPr>
              <a:t>89</a:t>
            </a:r>
            <a:endParaRPr sz="48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89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70" name="Google Shape;570;p10"/>
          <p:cNvSpPr txBox="1"/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UEN - S86CC0315K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1" name="Google Shape;57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0329" y="872600"/>
            <a:ext cx="3340907" cy="3340907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10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Offertory : 1 of 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0"/>
          <p:cNvSpPr txBox="1"/>
          <p:nvPr/>
        </p:nvSpPr>
        <p:spPr>
          <a:xfrm>
            <a:off x="109621" y="724655"/>
            <a:ext cx="5710200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 Great Physician now is near,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 sympathising Jesus ; 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He speaks the drooping heart to cheer,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hear the voice of Jesus !</a:t>
            </a:r>
            <a:b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</a:b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note in seraph song.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name on mortal tongue,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carol ever sung :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 ! blessed Jesus !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698468b87b_1_42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89</a:t>
            </a:r>
            <a:endParaRPr dirty="0"/>
          </a:p>
        </p:txBody>
      </p:sp>
      <p:sp>
        <p:nvSpPr>
          <p:cNvPr id="579" name="Google Shape;579;g2698468b87b_1_42"/>
          <p:cNvSpPr txBox="1"/>
          <p:nvPr/>
        </p:nvSpPr>
        <p:spPr>
          <a:xfrm>
            <a:off x="5762748" y="4330422"/>
            <a:ext cx="3236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UEN - S86CC0315K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0" name="Google Shape;580;g2698468b87b_1_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0329" y="872600"/>
            <a:ext cx="3340908" cy="3340908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g2698468b87b_1_42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Offertory : 1 of 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2698468b87b_1_42"/>
          <p:cNvSpPr txBox="1"/>
          <p:nvPr/>
        </p:nvSpPr>
        <p:spPr>
          <a:xfrm>
            <a:off x="52546" y="724655"/>
            <a:ext cx="5710200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Your many sins are all forgiven;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hear the voice of Jesus!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Go on your way in peace to heaven,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wear a crown with Jesus.</a:t>
            </a:r>
            <a:b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</a:b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note in seraph song.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name on mortal tongue,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carol ever sung :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 ! blessed Jesus !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2698468b87b_1_5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89</a:t>
            </a:r>
            <a:endParaRPr dirty="0"/>
          </a:p>
        </p:txBody>
      </p:sp>
      <p:sp>
        <p:nvSpPr>
          <p:cNvPr id="588" name="Google Shape;588;g2698468b87b_1_50"/>
          <p:cNvSpPr txBox="1"/>
          <p:nvPr/>
        </p:nvSpPr>
        <p:spPr>
          <a:xfrm>
            <a:off x="5762748" y="4330422"/>
            <a:ext cx="3236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UEN - S86CC0315K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9" name="Google Shape;589;g2698468b87b_1_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0329" y="872600"/>
            <a:ext cx="3340908" cy="3340908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g2698468b87b_1_50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Offertory : 1 of 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g2698468b87b_1_50"/>
          <p:cNvSpPr txBox="1"/>
          <p:nvPr/>
        </p:nvSpPr>
        <p:spPr>
          <a:xfrm>
            <a:off x="52546" y="695955"/>
            <a:ext cx="5710200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All glory to the risen Lamb !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 now believe in Jesus;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 love the blessed </a:t>
            </a:r>
            <a:r>
              <a:rPr lang="en-US" sz="2600" dirty="0" err="1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Saviour's</a:t>
            </a: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name,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 love the name of Jesus.</a:t>
            </a:r>
            <a:b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</a:b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note in seraph song.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name on mortal tongue,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carol ever sung :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 ! blessed Jesus !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2698468b87b_1_6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89</a:t>
            </a:r>
            <a:endParaRPr dirty="0"/>
          </a:p>
        </p:txBody>
      </p:sp>
      <p:sp>
        <p:nvSpPr>
          <p:cNvPr id="597" name="Google Shape;597;g2698468b87b_1_60"/>
          <p:cNvSpPr txBox="1"/>
          <p:nvPr/>
        </p:nvSpPr>
        <p:spPr>
          <a:xfrm>
            <a:off x="5762748" y="4330422"/>
            <a:ext cx="3236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UEN - S86CC0315K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g2698468b87b_1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0329" y="872600"/>
            <a:ext cx="3340908" cy="3340908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g2698468b87b_1_60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Offertory : 1 of 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g2698468b87b_1_60"/>
          <p:cNvSpPr txBox="1"/>
          <p:nvPr/>
        </p:nvSpPr>
        <p:spPr>
          <a:xfrm>
            <a:off x="52546" y="695955"/>
            <a:ext cx="5710200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His name dispels my guilt and fear,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No other name but Jesus;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how my soul delights to hear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 precious name of Jesus.</a:t>
            </a:r>
            <a:b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</a:b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note in seraph song.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name on mortal tongue,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carol ever sung :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 ! blessed Jesus !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2698468b87b_1_69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89</a:t>
            </a:r>
            <a:endParaRPr dirty="0"/>
          </a:p>
        </p:txBody>
      </p:sp>
      <p:sp>
        <p:nvSpPr>
          <p:cNvPr id="606" name="Google Shape;606;g2698468b87b_1_69"/>
          <p:cNvSpPr txBox="1"/>
          <p:nvPr/>
        </p:nvSpPr>
        <p:spPr>
          <a:xfrm>
            <a:off x="5762748" y="4330422"/>
            <a:ext cx="3236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UEN - S86CC0315K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7" name="Google Shape;607;g2698468b87b_1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0329" y="872600"/>
            <a:ext cx="3340908" cy="334090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2698468b87b_1_69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Offertory : 1 of 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2698468b87b_1_69"/>
          <p:cNvSpPr txBox="1"/>
          <p:nvPr/>
        </p:nvSpPr>
        <p:spPr>
          <a:xfrm>
            <a:off x="123421" y="691605"/>
            <a:ext cx="5710200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Come, brethren, help me sing His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praise.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praise the name of Jesus !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Come, sisters, all your voices raise,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bless the name of Jesus !</a:t>
            </a:r>
            <a:b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</a:b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note in seraph song.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name on mortal tongue,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carol ever sung :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 ! blessed Jesus !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698468b87b_1_81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89</a:t>
            </a:r>
            <a:endParaRPr dirty="0"/>
          </a:p>
        </p:txBody>
      </p:sp>
      <p:sp>
        <p:nvSpPr>
          <p:cNvPr id="615" name="Google Shape;615;g2698468b87b_1_81"/>
          <p:cNvSpPr txBox="1"/>
          <p:nvPr/>
        </p:nvSpPr>
        <p:spPr>
          <a:xfrm>
            <a:off x="5762748" y="4330422"/>
            <a:ext cx="3236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UEN - S86CC0315K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6" name="Google Shape;616;g2698468b87b_1_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0329" y="872600"/>
            <a:ext cx="3340908" cy="3340908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g2698468b87b_1_81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Offertory : 1 of 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2698468b87b_1_81"/>
          <p:cNvSpPr txBox="1"/>
          <p:nvPr/>
        </p:nvSpPr>
        <p:spPr>
          <a:xfrm>
            <a:off x="109646" y="695955"/>
            <a:ext cx="5710200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when to the bright world above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We rise to see our Jesus,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We'll sing around the throne of love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His name, the name of Jesus.</a:t>
            </a: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note in seraph song.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name on mortal tongue,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Sweetest carol ever sung :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 ! blessed Jesus !</a:t>
            </a:r>
            <a:endParaRPr sz="26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6"/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 txBox="1"/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Offertory</a:t>
            </a:r>
            <a:endParaRPr sz="14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7"/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7"/>
          <p:cNvSpPr txBox="1"/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Message</a:t>
            </a:r>
            <a:endParaRPr sz="14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8"/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8"/>
          <p:cNvSpPr txBox="1"/>
          <p:nvPr/>
        </p:nvSpPr>
        <p:spPr>
          <a:xfrm>
            <a:off x="2106541" y="2156263"/>
            <a:ext cx="4930917" cy="830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Prayer</a:t>
            </a:r>
            <a:endParaRPr sz="14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9"/>
          <p:cNvSpPr txBox="1"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Confession – Song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608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v1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2" name="Google Shape;642;p19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3" name="Google Shape;643;p19"/>
          <p:cNvSpPr/>
          <p:nvPr/>
        </p:nvSpPr>
        <p:spPr>
          <a:xfrm>
            <a:off x="1878811" y="794890"/>
            <a:ext cx="5378100" cy="3744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Take time to be holy, </a:t>
            </a:r>
            <a:b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</a:b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speak oft with thy Lord;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Abide in Him always, </a:t>
            </a:r>
            <a:b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</a:b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feed on His Word.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Make friends of God's children; help those who are weak;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Forgetting in nothing </a:t>
            </a:r>
            <a:b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</a:b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His blessing to seek.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0"/>
          <p:cNvSpPr txBox="1"/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1F3864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1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5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54" name="Google Shape;654;p21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655" name="Google Shape;655;p21" descr="A picture containing wall, indoor, table, decorate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0000" y="705623"/>
            <a:ext cx="6084000" cy="405726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698468b87b_1_97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55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61" name="Google Shape;661;g2698468b87b_1_97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62" name="Google Shape;662;g2698468b87b_1_97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1 : 1 of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2698468b87b_1_97"/>
          <p:cNvSpPr/>
          <p:nvPr/>
        </p:nvSpPr>
        <p:spPr>
          <a:xfrm>
            <a:off x="1226974" y="750725"/>
            <a:ext cx="713121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She only touched the hem of His garment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As to His side she stole, 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Amid the crowd that gathered around Him;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straightway she was whole.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touch the hem of His garment!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thou, too, shalt be free;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His saving power this very hour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Shall give new life to thee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2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55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69" name="Google Shape;669;p22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0" name="Google Shape;670;p22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1 : 1 of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2"/>
          <p:cNvSpPr/>
          <p:nvPr/>
        </p:nvSpPr>
        <p:spPr>
          <a:xfrm>
            <a:off x="1226974" y="750725"/>
            <a:ext cx="7209795" cy="394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She came in fear and trembling before Him,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She knew her Lord had come;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She felt that from Him virtue had healed her;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 mighty deed was done.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touch the hem of His garment!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thou, too, shalt be free;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His saving power this very hour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Shall give new life to thee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698468b87b_1_104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55</a:t>
            </a:r>
            <a:endParaRPr lang="en-SG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7" name="Google Shape;677;g2698468b87b_1_104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8" name="Google Shape;678;g2698468b87b_1_104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1 : 1 of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2698468b87b_1_104"/>
          <p:cNvSpPr/>
          <p:nvPr/>
        </p:nvSpPr>
        <p:spPr>
          <a:xfrm>
            <a:off x="1226974" y="750725"/>
            <a:ext cx="763841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He turned with "Daughter, be of good comfort,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Thy faith hath made thee whole!"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peace that </a:t>
            </a:r>
            <a:r>
              <a:rPr lang="en-US" sz="2800" dirty="0" err="1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passeth</a:t>
            </a: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all understanding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With gladness filled her soul.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touch the hem of His garment!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thou, too, shalt be free;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His saving power this very hour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Shall give new life to thee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6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59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85" name="Google Shape;685;p26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686" name="Google Shape;686;p26" descr="A picture containing wall, indoor, table, decorate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0000" y="705623"/>
            <a:ext cx="6084000" cy="405726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7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59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92" name="Google Shape;692;p27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93" name="Google Shape;693;p27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2 : 1 of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7"/>
          <p:cNvSpPr/>
          <p:nvPr/>
        </p:nvSpPr>
        <p:spPr>
          <a:xfrm>
            <a:off x="216955" y="535692"/>
            <a:ext cx="871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In tenderness He sought me,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Weary and sick with sin,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on His shoulders brought me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Back to His fold again;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While angels in His presence sang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Until the courts of heaven rang.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8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i="1" dirty="0">
              <a:solidFill>
                <a:srgbClr val="77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bb80c83a80_0_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59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00" name="Google Shape;700;g2bb80c83a80_0_0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1" name="Google Shape;701;g2bb80c83a80_0_0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2 : 1 of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g2bb80c83a80_0_0"/>
          <p:cNvSpPr/>
          <p:nvPr/>
        </p:nvSpPr>
        <p:spPr>
          <a:xfrm>
            <a:off x="216905" y="892217"/>
            <a:ext cx="871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the love that sought me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the blood that bought me!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the grace that brought me to the fold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Wondrous grace that brought me to the fold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698468b87b_1_138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59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8" name="Google Shape;708;g2698468b87b_1_138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9" name="Google Shape;709;g2698468b87b_1_138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2 : 1 of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g2698468b87b_1_138"/>
          <p:cNvSpPr/>
          <p:nvPr/>
        </p:nvSpPr>
        <p:spPr>
          <a:xfrm>
            <a:off x="216955" y="535692"/>
            <a:ext cx="871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He found me bruised and dying,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poured in oil and wine;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He whispered to assure me,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“I've found thee—thou art Mine !"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 never heard a sweeter voice,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It made my aching heart rejoice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i="1" dirty="0">
              <a:solidFill>
                <a:srgbClr val="77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bb80c83a80_0_17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59</a:t>
            </a:r>
            <a:endParaRPr lang="en-SG"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16" name="Google Shape;716;g2bb80c83a80_0_17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17" name="Google Shape;717;g2bb80c83a80_0_17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2 : 1 of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g2bb80c83a80_0_17"/>
          <p:cNvSpPr/>
          <p:nvPr/>
        </p:nvSpPr>
        <p:spPr>
          <a:xfrm>
            <a:off x="216905" y="892217"/>
            <a:ext cx="871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the love that sought me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the blood that bought me!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the grace that brought me to the fold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Wondrous grace that brought me to the fold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2698468b87b_1_146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59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24" name="Google Shape;724;g2698468b87b_1_146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25" name="Google Shape;725;g2698468b87b_1_146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2 : 1 of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g2698468b87b_1_146"/>
          <p:cNvSpPr/>
          <p:nvPr/>
        </p:nvSpPr>
        <p:spPr>
          <a:xfrm>
            <a:off x="216905" y="506242"/>
            <a:ext cx="871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He pointed to the nail-prints,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For me His blood was shed;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 mocking crown so thorny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Was placed upon His head,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 wondered what He saw in me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To suffer such deep agony.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i="1" dirty="0">
              <a:solidFill>
                <a:srgbClr val="77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bb80c83a80_0_24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59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32" name="Google Shape;732;g2bb80c83a80_0_24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33" name="Google Shape;733;g2bb80c83a80_0_24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2 : 1 of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g2bb80c83a80_0_24"/>
          <p:cNvSpPr/>
          <p:nvPr/>
        </p:nvSpPr>
        <p:spPr>
          <a:xfrm>
            <a:off x="216905" y="892217"/>
            <a:ext cx="871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the love that sought me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the blood that bought me!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the grace that brought me to the fold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Wondrous grace that brought me to the fold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2698468b87b_1_154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59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0" name="Google Shape;740;g2698468b87b_1_154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34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1" name="Google Shape;741;g2698468b87b_1_154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2 : 1 of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2698468b87b_1_154"/>
          <p:cNvSpPr/>
          <p:nvPr/>
        </p:nvSpPr>
        <p:spPr>
          <a:xfrm>
            <a:off x="216905" y="506242"/>
            <a:ext cx="871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I’m sitting in His presence,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 sunshine of His face,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While with adoring wonder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His blessings I retrace.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It seems as if eternal days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Are far too short to sound His praise.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i="1" dirty="0">
              <a:solidFill>
                <a:srgbClr val="77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bb80c83a80_0_31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59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8" name="Google Shape;748;g2bb80c83a80_0_31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9" name="Google Shape;749;g2bb80c83a80_0_31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2 : 1 of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2bb80c83a80_0_31"/>
          <p:cNvSpPr/>
          <p:nvPr/>
        </p:nvSpPr>
        <p:spPr>
          <a:xfrm>
            <a:off x="216905" y="892217"/>
            <a:ext cx="871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the love that sought me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the blood that bought me!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the grace that brought me to the fold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Wondrous grace that brought me to the fold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698468b87b_1_162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59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6" name="Google Shape;756;g2698468b87b_1_162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7" name="Google Shape;757;g2698468b87b_1_162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2 : 1 of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g2698468b87b_1_162"/>
          <p:cNvSpPr/>
          <p:nvPr/>
        </p:nvSpPr>
        <p:spPr>
          <a:xfrm>
            <a:off x="216905" y="506242"/>
            <a:ext cx="871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So while the hours are passing,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All now is perfect rest;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I'm waiting for the morning,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 brightest and the best,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When He will call us to His side,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To be with Him, His spotless Bride.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i="1" dirty="0">
              <a:solidFill>
                <a:srgbClr val="77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bb80c83a80_0_38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59</a:t>
            </a:r>
            <a:endParaRPr dirty="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4" name="Google Shape;764;g2bb80c83a80_0_38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37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5" name="Google Shape;765;g2bb80c83a80_0_38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2 : 1 of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g2bb80c83a80_0_38"/>
          <p:cNvSpPr/>
          <p:nvPr/>
        </p:nvSpPr>
        <p:spPr>
          <a:xfrm>
            <a:off x="216905" y="892217"/>
            <a:ext cx="871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the love that sought me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the blood that bought me!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the grace that brought me to the fold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Wondrous grace that brought me to the fold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814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72" name="Google Shape;772;p30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773" name="Google Shape;773;p30" descr="A picture containing wall, indoor, table, decorate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0000" y="705623"/>
            <a:ext cx="6084000" cy="405726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1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8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79" name="Google Shape;779;p31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0" name="Google Shape;780;p31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3 : 1 of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1"/>
          <p:cNvSpPr/>
          <p:nvPr/>
        </p:nvSpPr>
        <p:spPr>
          <a:xfrm>
            <a:off x="378995" y="750600"/>
            <a:ext cx="8386010" cy="3467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Rescue the perishing, care for the dying, </a:t>
            </a: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Snatch them in pity from sin and the grave</a:t>
            </a: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Weep o'er the erring one, lift up the fallen, </a:t>
            </a: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Tell them of Jesus, the Mighty to save.</a:t>
            </a: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8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Rescue the perishing, care for the dying;</a:t>
            </a:r>
            <a:endParaRPr sz="2800" i="1" dirty="0">
              <a:solidFill>
                <a:srgbClr val="8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8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Jesus is merciful, Jesus will save.</a:t>
            </a:r>
            <a:endParaRPr sz="2800" i="1" dirty="0">
              <a:solidFill>
                <a:srgbClr val="8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698468b87b_1_173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8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87" name="Google Shape;787;g2698468b87b_1_173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40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8" name="Google Shape;788;g2698468b87b_1_173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3 : 1 of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g2698468b87b_1_173"/>
          <p:cNvSpPr/>
          <p:nvPr/>
        </p:nvSpPr>
        <p:spPr>
          <a:xfrm>
            <a:off x="378995" y="750600"/>
            <a:ext cx="8385900" cy="38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Though they are slighting Him, still He is waiting. 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Waiting the penitent child to receive.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Plead with them earnestly, plead with them gently;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He will forgive if they only believe.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Rescue the perishing, care for the dying;</a:t>
            </a:r>
            <a:endParaRPr sz="28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 is merciful, Jesus will save.</a:t>
            </a:r>
            <a:endParaRPr sz="28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2698468b87b_1_187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8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95" name="Google Shape;795;g2698468b87b_1_187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6" name="Google Shape;796;g2698468b87b_1_187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3 : 1 of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g2698468b87b_1_187"/>
          <p:cNvSpPr/>
          <p:nvPr/>
        </p:nvSpPr>
        <p:spPr>
          <a:xfrm>
            <a:off x="378995" y="750600"/>
            <a:ext cx="8385900" cy="38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Down in the human heart, crushed by the tempter, 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Feelings lie buried that grace can restore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Touched by a loving hand, wakened by kindness, 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Chords that were broken will vibrate once more.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Rescue the perishing, care for the dying;</a:t>
            </a:r>
            <a:endParaRPr sz="28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 is merciful, Jesus will save.</a:t>
            </a:r>
            <a:endParaRPr sz="28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2698468b87b_1_18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8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03" name="Google Shape;803;g2698468b87b_1_180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4" name="Google Shape;804;g2698468b87b_1_180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3 : 1 of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2698468b87b_1_180"/>
          <p:cNvSpPr/>
          <p:nvPr/>
        </p:nvSpPr>
        <p:spPr>
          <a:xfrm>
            <a:off x="378995" y="750600"/>
            <a:ext cx="8385900" cy="38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Rescue the perishing, duty demands it;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Strength for thy </a:t>
            </a:r>
            <a:r>
              <a:rPr lang="en-US" sz="2800" dirty="0" err="1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labour</a:t>
            </a: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the Lord will provide: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Back to the narrow way patiently win them;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Tell the poor wanderer a </a:t>
            </a:r>
            <a:r>
              <a:rPr lang="en-US" sz="2800" dirty="0" err="1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Saviour</a:t>
            </a: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has died.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Rescue the perishing, care for the dying;</a:t>
            </a:r>
            <a:endParaRPr sz="28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 is merciful, Jesus will save.</a:t>
            </a:r>
            <a:endParaRPr sz="2800" i="1" dirty="0">
              <a:solidFill>
                <a:srgbClr val="8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5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904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11" name="Google Shape;811;p35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812" name="Google Shape;812;p35" descr="A picture containing wall, indoor, table, decorate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0000" y="705623"/>
            <a:ext cx="6084000" cy="405726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6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904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18" name="Google Shape;818;p36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44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9" name="Google Shape;819;p36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4 : 1 of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36"/>
          <p:cNvSpPr/>
          <p:nvPr/>
        </p:nvSpPr>
        <p:spPr>
          <a:xfrm>
            <a:off x="1167025" y="687295"/>
            <a:ext cx="6810000" cy="43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There's not a friend like the lowly Jesus,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No, not one ! no, not one ! 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None else could heal all our soul's diseases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No, not one ! no, not one ! 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 knows all about our struggles,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He will guide till the day is done;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There's not a friend like the lowly Jesus,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No, not one ! no, not one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698468b87b_1_20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904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26" name="Google Shape;826;g2698468b87b_1_200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7" name="Google Shape;827;g2698468b87b_1_200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4 : 1 of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2698468b87b_1_200"/>
          <p:cNvSpPr/>
          <p:nvPr/>
        </p:nvSpPr>
        <p:spPr>
          <a:xfrm>
            <a:off x="1167025" y="687295"/>
            <a:ext cx="6810000" cy="43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friend like Him is so high and holy,</a:t>
            </a: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No, not one ! no, not one !</a:t>
            </a: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yet no friend is so meek and lowly, </a:t>
            </a: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No, not </a:t>
            </a: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one</a:t>
            </a:r>
            <a:r>
              <a:rPr lang="en-U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! no, not one ! </a:t>
            </a: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Jesus knows all about our struggles,</a:t>
            </a:r>
            <a:endParaRPr sz="2800" i="1" dirty="0">
              <a:solidFill>
                <a:srgbClr val="77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 will guide till the day is done;</a:t>
            </a:r>
            <a:endParaRPr sz="2800" i="1" dirty="0">
              <a:solidFill>
                <a:srgbClr val="77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There's not a friend like the lowly Jesus,</a:t>
            </a:r>
            <a:endParaRPr sz="2800" i="1" dirty="0">
              <a:solidFill>
                <a:srgbClr val="77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No, not one ! no, not one !</a:t>
            </a:r>
            <a:endParaRPr sz="2800" i="1" dirty="0">
              <a:solidFill>
                <a:srgbClr val="77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698468b87b_1_207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904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34" name="Google Shape;834;g2698468b87b_1_207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46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35" name="Google Shape;835;g2698468b87b_1_207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4 : 1 of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g2698468b87b_1_207"/>
          <p:cNvSpPr/>
          <p:nvPr/>
        </p:nvSpPr>
        <p:spPr>
          <a:xfrm>
            <a:off x="1167025" y="687295"/>
            <a:ext cx="6969706" cy="43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There's not an hour that He is not near us,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No, not one ! no, not one ! 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No night so dark but His love can cheer us,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No, not one ! no, not one ! 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 knows all about our struggles,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He will guide till the day is done;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There's not a friend like the lowly Jesus,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No, not one ! no, not one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698468b87b_1_214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904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42" name="Google Shape;842;g2698468b87b_1_214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47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3" name="Google Shape;843;g2698468b87b_1_214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4 : 1 of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2698468b87b_1_214"/>
          <p:cNvSpPr/>
          <p:nvPr/>
        </p:nvSpPr>
        <p:spPr>
          <a:xfrm>
            <a:off x="1167024" y="687295"/>
            <a:ext cx="7005425" cy="43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Did ever saint find this Friend forsake him ?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No, not one ! no, not one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Or sinner find that He would not take him ?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No, not one ! no, not one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 knows all about our struggles,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He will guide till the day is done;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There's not a friend like the lowly Jesus,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No, not one ! no, not one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698468b87b_1_221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904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50" name="Google Shape;850;g2698468b87b_1_221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48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1" name="Google Shape;851;g2698468b87b_1_221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4 : 1 of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g2698468b87b_1_221"/>
          <p:cNvSpPr/>
          <p:nvPr/>
        </p:nvSpPr>
        <p:spPr>
          <a:xfrm>
            <a:off x="1167025" y="687295"/>
            <a:ext cx="6810000" cy="43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Was e'er a gift like the </a:t>
            </a:r>
            <a:r>
              <a:rPr lang="en-US" sz="2800" dirty="0" err="1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Saviour</a:t>
            </a: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given ?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No, not one ! no, not one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Will He refuse us a home in heaven ?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No, not one ! no, not one 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 knows all about our struggles,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He will guide till the day is done;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There's not a friend like the lowly Jesus,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No, not one ! no, not one 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9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608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58" name="Google Shape;858;p39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49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859" name="Google Shape;859;p39" descr="A picture containing wall, indoor, table, decorate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0000" y="705623"/>
            <a:ext cx="6084000" cy="405726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40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60045" marR="0" lvl="0" indent="-36004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608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65" name="Google Shape;865;p40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6" name="Google Shape;866;p40"/>
          <p:cNvSpPr/>
          <p:nvPr/>
        </p:nvSpPr>
        <p:spPr>
          <a:xfrm>
            <a:off x="997316" y="1212992"/>
            <a:ext cx="7434000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Take time to be holy, speak oft with thy Lord;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Abide in Him always, and feed on His Word.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Make friends of God's children; </a:t>
            </a:r>
            <a:b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</a:b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help those who are weak;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Forgetting in nothing His blessing to seek.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8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1" u="none" strike="noStrike" cap="none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8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7" name="Google Shape;867;p40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5 : 1 of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698468b87b_1_258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60045" marR="0" lvl="0" indent="-36004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608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73" name="Google Shape;873;g2698468b87b_1_258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74" name="Google Shape;874;g2698468b87b_1_258"/>
          <p:cNvSpPr/>
          <p:nvPr/>
        </p:nvSpPr>
        <p:spPr>
          <a:xfrm>
            <a:off x="997325" y="1213000"/>
            <a:ext cx="76602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Take time to be holy, the world rushes on;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Spend much time in secret with Jesus alone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By looking to Jesus, like Him thou shalt be;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Thy friends in thy conduct 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His likeness shall see.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1" u="none" strike="noStrike" cap="none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75" name="Google Shape;875;g2698468b87b_1_258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5 : 1 of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698468b87b_1_265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60045" marR="0" lvl="0" indent="-36004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608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81" name="Google Shape;881;g2698468b87b_1_265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52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82" name="Google Shape;882;g2698468b87b_1_265"/>
          <p:cNvSpPr/>
          <p:nvPr/>
        </p:nvSpPr>
        <p:spPr>
          <a:xfrm>
            <a:off x="997316" y="1212992"/>
            <a:ext cx="74340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Take time to be holy, let Him be thy Guide;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run not before Him, whatever betide;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In joy or in sorrow still follow </a:t>
            </a:r>
            <a:r>
              <a:rPr lang="en-US" sz="2800" dirty="0" err="1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thyLord</a:t>
            </a: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, 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And, looking to Jesus, 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still trust in His Word.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1" u="none" strike="noStrike" cap="none" dirty="0">
              <a:solidFill>
                <a:srgbClr val="77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83" name="Google Shape;883;g2698468b87b_1_265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5 : 1 of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698468b87b_1_275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60045" marR="0" lvl="0" indent="-36004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Song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608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89" name="Google Shape;889;g2698468b87b_1_275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90" name="Google Shape;890;g2698468b87b_1_275"/>
          <p:cNvSpPr/>
          <p:nvPr/>
        </p:nvSpPr>
        <p:spPr>
          <a:xfrm>
            <a:off x="997316" y="1212992"/>
            <a:ext cx="7434000" cy="39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Take time to be holy, be calm in thy soul;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Each thought and each temper </a:t>
            </a:r>
            <a:b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</a:b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beneath His control: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Thus led by His Spirit to fountains of love, 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Thou soon shalt be fitted 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for service above.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1" u="none" strike="noStrike" cap="none" dirty="0">
              <a:solidFill>
                <a:srgbClr val="77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4608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91" name="Google Shape;891;g2698468b87b_1_275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5 : 1 of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44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‘Tis so sweet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897" name="Google Shape;897;p44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54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898" name="Google Shape;898;p44" descr="A picture containing wall, indoor, table, decorate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0000" y="705623"/>
            <a:ext cx="6084000" cy="405726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5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‘Tis so sweet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904" name="Google Shape;904;p45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Quattrocento San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55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05" name="Google Shape;905;p45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attrocento San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6 : 1 of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45"/>
          <p:cNvSpPr txBox="1"/>
          <p:nvPr/>
        </p:nvSpPr>
        <p:spPr>
          <a:xfrm>
            <a:off x="1571702" y="910774"/>
            <a:ext cx="6324000" cy="443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'Tis so sweet to trust in Jesus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Just to take Him at His Word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Just to rest upon His promise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Just to know, "Thus saith the Lord."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Jesus, how I trust Him!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How I've proved Him o'er and o'er!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Jesus, precious Jesus!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for grace to trust Him more</a:t>
            </a:r>
            <a:r>
              <a:rPr lang="en-US" sz="2800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.</a:t>
            </a: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bb814d5537_0_15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‘Tis so sweet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912" name="Google Shape;912;g2bb814d5537_0_15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Quattrocento San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56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13" name="Google Shape;913;g2bb814d5537_0_15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attrocento San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6 : 1 of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g2bb814d5537_0_15"/>
          <p:cNvSpPr txBox="1"/>
          <p:nvPr/>
        </p:nvSpPr>
        <p:spPr>
          <a:xfrm>
            <a:off x="1571702" y="910774"/>
            <a:ext cx="6324000" cy="4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 how sweet to trust in Jesus,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Just to trust His cleansing blood;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Just in simple faith to plunge me,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’Neath the healing, cleansing flood!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Jesus, how I trust Him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How I've proved Him o'er and o'er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Jesus, precious Jesus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for grace to trust Him more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bb814d5537_0_1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‘Tis so sweet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920" name="Google Shape;920;g2bb814d5537_0_1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Quattrocento San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57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1" name="Google Shape;921;g2bb814d5537_0_1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attrocento San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6 : 1 of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2bb814d5537_0_1"/>
          <p:cNvSpPr txBox="1"/>
          <p:nvPr/>
        </p:nvSpPr>
        <p:spPr>
          <a:xfrm>
            <a:off x="1571702" y="910774"/>
            <a:ext cx="6324000" cy="443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Yes, ’tis sweet to trust in Jesus,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Just from sin and self to cease;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Just from Jesus simply taking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Life, and rest, and joy, and peace.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Jesus, how I trust Him!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How I've proved Him o'er and o'er!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Jesus, precious Jesus!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for grace to trust Him more. 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bb814d5537_0_26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‘Tis so sweet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928" name="Google Shape;928;g2bb814d5537_0_26"/>
          <p:cNvSpPr txBox="1"/>
          <p:nvPr/>
        </p:nvSpPr>
        <p:spPr>
          <a:xfrm>
            <a:off x="8534400" y="13606"/>
            <a:ext cx="60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Font typeface="Quattrocento San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58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9" name="Google Shape;929;g2bb814d5537_0_26"/>
          <p:cNvSpPr txBox="1"/>
          <p:nvPr/>
        </p:nvSpPr>
        <p:spPr>
          <a:xfrm>
            <a:off x="7023370" y="4786008"/>
            <a:ext cx="212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attrocento San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Communion 6 : 1 of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2bb814d5537_0_26"/>
          <p:cNvSpPr txBox="1"/>
          <p:nvPr/>
        </p:nvSpPr>
        <p:spPr>
          <a:xfrm>
            <a:off x="1571702" y="910774"/>
            <a:ext cx="6324000" cy="443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I’m so glad I learned to trust Thee,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Precious Jesus, Savior, Friend;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And I know that Thou art with me,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Wilt be with me to the end.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Jesus, how I trust Him!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How I've proved Him o'er and o'er!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Jesus, Jesus, precious Jesus!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solidFill>
                  <a:srgbClr val="772626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for grace to trust Him more. </a:t>
            </a:r>
            <a:endParaRPr sz="2800" i="1" dirty="0">
              <a:solidFill>
                <a:srgbClr val="772626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49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Holy Communion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936" name="Google Shape;936;p49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37" name="Google Shape;937;p49" descr="A picture containing wall, indoor, table, decorate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0000" y="705623"/>
            <a:ext cx="6084000" cy="405726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0"/>
          <p:cNvSpPr txBox="1"/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1F3864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1"/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51"/>
          <p:cNvSpPr txBox="1"/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Announcements</a:t>
            </a:r>
            <a:endParaRPr sz="14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2"/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52"/>
          <p:cNvSpPr txBox="1"/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Closing Hymn</a:t>
            </a:r>
            <a:endParaRPr sz="48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Song No. – </a:t>
            </a:r>
            <a:r>
              <a:rPr lang="en-US" sz="4800" b="1" dirty="0">
                <a:solidFill>
                  <a:schemeClr val="lt1"/>
                </a:solidFill>
                <a:latin typeface="Tenorite" panose="00000500000000000000" pitchFamily="2" charset="0"/>
              </a:rPr>
              <a:t>302</a:t>
            </a:r>
            <a:r>
              <a:rPr lang="en-US" sz="4800" b="1" i="0" u="none" strike="noStrike" cap="none" dirty="0">
                <a:solidFill>
                  <a:schemeClr val="lt1"/>
                </a:solidFill>
                <a:latin typeface="Tenorite" panose="00000500000000000000" pitchFamily="2" charset="0"/>
                <a:sym typeface="Arial"/>
              </a:rPr>
              <a:t> v1&amp;v5</a:t>
            </a:r>
            <a:endParaRPr sz="4800" b="0" i="0" u="none" strike="noStrike" cap="none" dirty="0">
              <a:solidFill>
                <a:srgbClr val="000000"/>
              </a:solidFill>
              <a:latin typeface="Tenorite" panose="000005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53"/>
          <p:cNvSpPr txBox="1"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prstGeom prst="rect">
            <a:avLst/>
          </a:prstGeom>
          <a:solidFill>
            <a:srgbClr val="9055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60045" marR="0" lvl="0" indent="-36004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Quattrocento Sans"/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Closing Hymn -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302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Quattrocento Sans"/>
              </a:rPr>
              <a:t> v1 &amp; v5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960" name="Google Shape;960;p53"/>
          <p:cNvSpPr txBox="1"/>
          <p:nvPr/>
        </p:nvSpPr>
        <p:spPr>
          <a:xfrm>
            <a:off x="8534400" y="13606"/>
            <a:ext cx="609600" cy="34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63</a:t>
            </a:fld>
            <a:endParaRPr sz="1400" b="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61" name="Google Shape;961;p53"/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Closing : 1 of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53"/>
          <p:cNvSpPr/>
          <p:nvPr/>
        </p:nvSpPr>
        <p:spPr>
          <a:xfrm>
            <a:off x="389964" y="815690"/>
            <a:ext cx="8364071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Sun of my soul, Thou </a:t>
            </a:r>
            <a:r>
              <a:rPr lang="en-US" sz="2800" dirty="0" err="1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Saviour</a:t>
            </a: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dear,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It is not night if Thou be near;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Oh, may no earth-born cloud arise,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To hide Thee from Thy servant's eyes !</a:t>
            </a:r>
            <a:b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</a:br>
            <a:b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</a:b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Come near and bless us when we wake,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Ere through the world our way we take;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Till, in the ocean of Thy love,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 marL="446087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We lose ourselves in heaven above.</a:t>
            </a:r>
            <a:endParaRPr sz="2800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54"/>
          <p:cNvSpPr txBox="1"/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1F3864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6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2910</Words>
  <Application>Microsoft Office PowerPoint</Application>
  <PresentationFormat>On-screen Show (16:9)</PresentationFormat>
  <Paragraphs>483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64</vt:i4>
      </vt:variant>
    </vt:vector>
  </HeadingPairs>
  <TitlesOfParts>
    <vt:vector size="77" baseType="lpstr">
      <vt:lpstr>Calibri</vt:lpstr>
      <vt:lpstr>Gill Sans</vt:lpstr>
      <vt:lpstr>Footlight MT Light</vt:lpstr>
      <vt:lpstr>Tenorite</vt:lpstr>
      <vt:lpstr>Segoe UI</vt:lpstr>
      <vt:lpstr>Arial</vt:lpstr>
      <vt:lpstr>Quattrocento Sans</vt:lpstr>
      <vt:lpstr>1_Office Theme</vt:lpstr>
      <vt:lpstr>4_Office Theme</vt:lpstr>
      <vt:lpstr>3_Office Theme</vt:lpstr>
      <vt:lpstr>5_Office Theme</vt:lpstr>
      <vt:lpstr>Office Theme</vt:lpstr>
      <vt:lpstr>6_Office Theme</vt:lpstr>
      <vt:lpstr>PowerPoint Presentation</vt:lpstr>
      <vt:lpstr>PowerPoint Presentation</vt:lpstr>
      <vt:lpstr>Opening Hymn</vt:lpstr>
      <vt:lpstr>Opening Hymn</vt:lpstr>
      <vt:lpstr>Opening Hymn</vt:lpstr>
      <vt:lpstr>Opening Hymn</vt:lpstr>
      <vt:lpstr>PowerPoint Presentation</vt:lpstr>
      <vt:lpstr>PowerPoint Presentation</vt:lpstr>
      <vt:lpstr>Thanksgiving – ’Tis so sweet v1</vt:lpstr>
      <vt:lpstr>PowerPoint Presentation</vt:lpstr>
      <vt:lpstr>PowerPoint Presentation</vt:lpstr>
      <vt:lpstr>Offertory – Song No. 89</vt:lpstr>
      <vt:lpstr>Offertory – Song No. 89</vt:lpstr>
      <vt:lpstr>Offertory – Song No. 89</vt:lpstr>
      <vt:lpstr>Offertory – Song No. 89</vt:lpstr>
      <vt:lpstr>Offertory – Song No. 89</vt:lpstr>
      <vt:lpstr>Offertory – Song No. 89</vt:lpstr>
      <vt:lpstr>PowerPoint Presentation</vt:lpstr>
      <vt:lpstr>PowerPoint Presentation</vt:lpstr>
      <vt:lpstr>PowerPoint Presentation</vt:lpstr>
      <vt:lpstr>Confession – Song No. 608 v1</vt:lpstr>
      <vt:lpstr>PowerPoint Presentation</vt:lpstr>
      <vt:lpstr>Holy Communion – Song No. 55</vt:lpstr>
      <vt:lpstr>Holy Communion – Song No. 55</vt:lpstr>
      <vt:lpstr>Holy Communion – Song No. 55</vt:lpstr>
      <vt:lpstr>Holy Communion – Song No. 55</vt:lpstr>
      <vt:lpstr>Holy Communion – Song No. 59</vt:lpstr>
      <vt:lpstr>Holy Communion – Song No. 59</vt:lpstr>
      <vt:lpstr>Holy Communion – Song No. 59</vt:lpstr>
      <vt:lpstr>Holy Communion – Song No. 59</vt:lpstr>
      <vt:lpstr>Holy Communion – Song No. 59</vt:lpstr>
      <vt:lpstr>Holy Communion – Song No. 59</vt:lpstr>
      <vt:lpstr>Holy Communion – Song No. 59</vt:lpstr>
      <vt:lpstr>Holy Communion – Song No. 59</vt:lpstr>
      <vt:lpstr>Holy Communion – Song No. 59</vt:lpstr>
      <vt:lpstr>Holy Communion – Song No. 59</vt:lpstr>
      <vt:lpstr>Holy Communion – Song No. 59</vt:lpstr>
      <vt:lpstr>Holy Communion – Song No. 814</vt:lpstr>
      <vt:lpstr>Holy Communion – Song No. 814</vt:lpstr>
      <vt:lpstr>Holy Communion – Song No. 814</vt:lpstr>
      <vt:lpstr>Holy Communion – Song No. 814</vt:lpstr>
      <vt:lpstr>Holy Communion – Song No. 814</vt:lpstr>
      <vt:lpstr>Holy Communion – Song No. 904</vt:lpstr>
      <vt:lpstr>Holy Communion – Song No. 904</vt:lpstr>
      <vt:lpstr>Holy Communion – Song No. 904</vt:lpstr>
      <vt:lpstr>Holy Communion – Song No. 904</vt:lpstr>
      <vt:lpstr>Holy Communion – Song No. 904</vt:lpstr>
      <vt:lpstr>Holy Communion – Song No. 904</vt:lpstr>
      <vt:lpstr>Holy Communion – Song No. 608</vt:lpstr>
      <vt:lpstr>Holy Communion – Song No. 608</vt:lpstr>
      <vt:lpstr>Holy Communion – Song No. 608</vt:lpstr>
      <vt:lpstr>Holy Communion – Song No. 608</vt:lpstr>
      <vt:lpstr>Holy Communion – Song No. 608</vt:lpstr>
      <vt:lpstr>Holy Communion – ‘Tis so sweet</vt:lpstr>
      <vt:lpstr>Holy Communion – ‘Tis so sweet</vt:lpstr>
      <vt:lpstr>Holy Communion – ‘Tis so sweet</vt:lpstr>
      <vt:lpstr>Holy Communion – ‘Tis so sweet</vt:lpstr>
      <vt:lpstr>Holy Communion – ‘Tis so sweet</vt:lpstr>
      <vt:lpstr>Holy Communion</vt:lpstr>
      <vt:lpstr>PowerPoint Presentation</vt:lpstr>
      <vt:lpstr>PowerPoint Presentation</vt:lpstr>
      <vt:lpstr>PowerPoint Presentation</vt:lpstr>
      <vt:lpstr>Closing Hymn - 302 v1 &amp; v5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 Mohan</cp:lastModifiedBy>
  <cp:revision>2</cp:revision>
  <dcterms:created xsi:type="dcterms:W3CDTF">2020-09-02T02:55:07Z</dcterms:created>
  <dcterms:modified xsi:type="dcterms:W3CDTF">2024-03-09T15:52:33Z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