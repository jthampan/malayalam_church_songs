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68"/>
  </p:notesMasterIdLst>
  <p:sldIdLst>
    <p:sldId id="811" r:id="rId7"/>
    <p:sldId id="813" r:id="rId8"/>
    <p:sldId id="1390" r:id="rId9"/>
    <p:sldId id="1618" r:id="rId10"/>
    <p:sldId id="1631" r:id="rId11"/>
    <p:sldId id="1632" r:id="rId12"/>
    <p:sldId id="1633" r:id="rId13"/>
    <p:sldId id="1634" r:id="rId14"/>
    <p:sldId id="1298" r:id="rId15"/>
    <p:sldId id="821" r:id="rId16"/>
    <p:sldId id="851" r:id="rId17"/>
    <p:sldId id="1320" r:id="rId18"/>
    <p:sldId id="1318" r:id="rId19"/>
    <p:sldId id="822" r:id="rId20"/>
    <p:sldId id="1393" r:id="rId21"/>
    <p:sldId id="1394" r:id="rId22"/>
    <p:sldId id="1324" r:id="rId23"/>
    <p:sldId id="823" r:id="rId24"/>
    <p:sldId id="824" r:id="rId25"/>
    <p:sldId id="1277" r:id="rId26"/>
    <p:sldId id="825" r:id="rId27"/>
    <p:sldId id="1388" r:id="rId28"/>
    <p:sldId id="1396" r:id="rId29"/>
    <p:sldId id="1397" r:id="rId30"/>
    <p:sldId id="1398" r:id="rId31"/>
    <p:sldId id="1399" r:id="rId32"/>
    <p:sldId id="949" r:id="rId33"/>
    <p:sldId id="1389" r:id="rId34"/>
    <p:sldId id="1400" r:id="rId35"/>
    <p:sldId id="1401" r:id="rId36"/>
    <p:sldId id="1635" r:id="rId37"/>
    <p:sldId id="1402" r:id="rId38"/>
    <p:sldId id="1403" r:id="rId39"/>
    <p:sldId id="1630" r:id="rId40"/>
    <p:sldId id="1619" r:id="rId41"/>
    <p:sldId id="1636" r:id="rId42"/>
    <p:sldId id="1407" r:id="rId43"/>
    <p:sldId id="1408" r:id="rId44"/>
    <p:sldId id="1409" r:id="rId45"/>
    <p:sldId id="1410" r:id="rId46"/>
    <p:sldId id="1620" r:id="rId47"/>
    <p:sldId id="1411" r:id="rId48"/>
    <p:sldId id="1606" r:id="rId49"/>
    <p:sldId id="1607" r:id="rId50"/>
    <p:sldId id="1623" r:id="rId51"/>
    <p:sldId id="1637" r:id="rId52"/>
    <p:sldId id="1638" r:id="rId53"/>
    <p:sldId id="1639" r:id="rId54"/>
    <p:sldId id="1608" r:id="rId55"/>
    <p:sldId id="1609" r:id="rId56"/>
    <p:sldId id="1610" r:id="rId57"/>
    <p:sldId id="1612" r:id="rId58"/>
    <p:sldId id="1613" r:id="rId59"/>
    <p:sldId id="1614" r:id="rId60"/>
    <p:sldId id="1615" r:id="rId61"/>
    <p:sldId id="1640" r:id="rId62"/>
    <p:sldId id="1259" r:id="rId63"/>
    <p:sldId id="820" r:id="rId64"/>
    <p:sldId id="1201" r:id="rId65"/>
    <p:sldId id="858" r:id="rId66"/>
    <p:sldId id="829" r:id="rId6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5562"/>
    <a:srgbClr val="B6807C"/>
    <a:srgbClr val="AE7C76"/>
    <a:srgbClr val="A1889D"/>
    <a:srgbClr val="731A02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43F922-5E8A-43D4-BFF5-911E14102DC6}" v="35" dt="2024-11-21T08:53:37.2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microsoft.com/office/2016/11/relationships/changesInfo" Target="changesInfos/changesInfo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commentAuthors" Target="commentAuthor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presProps" Target="presProps.xml"/><Relationship Id="rId75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microsoft.com/office/2018/10/relationships/authors" Target="authors.xml"/><Relationship Id="rId7" Type="http://schemas.openxmlformats.org/officeDocument/2006/relationships/slide" Target="slides/slide1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min Elsa Mohan" userId="7f6a9fc7-46b4-4eac-90cd-058eb48f67de" providerId="ADAL" clId="{F7C7D2B1-702B-4EB1-996D-A4E8EF7DB734}"/>
    <pc:docChg chg="undo custSel modSld">
      <pc:chgData name="Rosmin Elsa Mohan" userId="7f6a9fc7-46b4-4eac-90cd-058eb48f67de" providerId="ADAL" clId="{F7C7D2B1-702B-4EB1-996D-A4E8EF7DB734}" dt="2024-10-30T08:52:42.057" v="133" actId="1076"/>
      <pc:docMkLst>
        <pc:docMk/>
      </pc:docMkLst>
      <pc:sldChg chg="modSp mod">
        <pc:chgData name="Rosmin Elsa Mohan" userId="7f6a9fc7-46b4-4eac-90cd-058eb48f67de" providerId="ADAL" clId="{F7C7D2B1-702B-4EB1-996D-A4E8EF7DB734}" dt="2024-10-30T08:52:42.057" v="133" actId="1076"/>
        <pc:sldMkLst>
          <pc:docMk/>
          <pc:sldMk cId="4206118844" sldId="811"/>
        </pc:sldMkLst>
        <pc:spChg chg="mod">
          <ac:chgData name="Rosmin Elsa Mohan" userId="7f6a9fc7-46b4-4eac-90cd-058eb48f67de" providerId="ADAL" clId="{F7C7D2B1-702B-4EB1-996D-A4E8EF7DB734}" dt="2024-10-30T08:52:42.057" v="133" actId="1076"/>
          <ac:spMkLst>
            <pc:docMk/>
            <pc:sldMk cId="4206118844" sldId="811"/>
            <ac:spMk id="2" creationId="{5DE3A813-6DBA-F993-8DA0-D81B4057E015}"/>
          </ac:spMkLst>
        </pc:spChg>
      </pc:sldChg>
      <pc:sldChg chg="modSp mod">
        <pc:chgData name="Rosmin Elsa Mohan" userId="7f6a9fc7-46b4-4eac-90cd-058eb48f67de" providerId="ADAL" clId="{F7C7D2B1-702B-4EB1-996D-A4E8EF7DB734}" dt="2024-10-30T08:33:07.652" v="103" actId="20577"/>
        <pc:sldMkLst>
          <pc:docMk/>
          <pc:sldMk cId="3441406009" sldId="858"/>
        </pc:sldMkLst>
        <pc:spChg chg="mod">
          <ac:chgData name="Rosmin Elsa Mohan" userId="7f6a9fc7-46b4-4eac-90cd-058eb48f67de" providerId="ADAL" clId="{F7C7D2B1-702B-4EB1-996D-A4E8EF7DB734}" dt="2024-10-30T08:33:07.652" v="103" actId="20577"/>
          <ac:spMkLst>
            <pc:docMk/>
            <pc:sldMk cId="3441406009" sldId="858"/>
            <ac:spMk id="6" creationId="{CA0575D6-2132-A304-BD4D-E123FFDE7A28}"/>
          </ac:spMkLst>
        </pc:spChg>
      </pc:sldChg>
      <pc:sldChg chg="modSp mod">
        <pc:chgData name="Rosmin Elsa Mohan" userId="7f6a9fc7-46b4-4eac-90cd-058eb48f67de" providerId="ADAL" clId="{F7C7D2B1-702B-4EB1-996D-A4E8EF7DB734}" dt="2024-10-30T08:50:29.292" v="110" actId="20577"/>
        <pc:sldMkLst>
          <pc:docMk/>
          <pc:sldMk cId="430881365" sldId="1259"/>
        </pc:sldMkLst>
        <pc:spChg chg="mod">
          <ac:chgData name="Rosmin Elsa Mohan" userId="7f6a9fc7-46b4-4eac-90cd-058eb48f67de" providerId="ADAL" clId="{F7C7D2B1-702B-4EB1-996D-A4E8EF7DB734}" dt="2024-10-30T08:50:29.292" v="110" actId="20577"/>
          <ac:spMkLst>
            <pc:docMk/>
            <pc:sldMk cId="430881365" sldId="1259"/>
            <ac:spMk id="3" creationId="{5A24BF63-9600-AB32-BCBE-CD0D63783073}"/>
          </ac:spMkLst>
        </pc:spChg>
      </pc:sldChg>
      <pc:sldChg chg="modSp mod">
        <pc:chgData name="Rosmin Elsa Mohan" userId="7f6a9fc7-46b4-4eac-90cd-058eb48f67de" providerId="ADAL" clId="{F7C7D2B1-702B-4EB1-996D-A4E8EF7DB734}" dt="2024-10-30T08:51:09.122" v="118" actId="20577"/>
        <pc:sldMkLst>
          <pc:docMk/>
          <pc:sldMk cId="56519740" sldId="1627"/>
        </pc:sldMkLst>
        <pc:spChg chg="mod">
          <ac:chgData name="Rosmin Elsa Mohan" userId="7f6a9fc7-46b4-4eac-90cd-058eb48f67de" providerId="ADAL" clId="{F7C7D2B1-702B-4EB1-996D-A4E8EF7DB734}" dt="2024-10-30T08:51:09.122" v="118" actId="20577"/>
          <ac:spMkLst>
            <pc:docMk/>
            <pc:sldMk cId="56519740" sldId="1627"/>
            <ac:spMk id="3" creationId="{1569C570-5A84-ECFA-50AE-CDD38D8C62F4}"/>
          </ac:spMkLst>
        </pc:spChg>
      </pc:sldChg>
      <pc:sldChg chg="modSp mod">
        <pc:chgData name="Rosmin Elsa Mohan" userId="7f6a9fc7-46b4-4eac-90cd-058eb48f67de" providerId="ADAL" clId="{F7C7D2B1-702B-4EB1-996D-A4E8EF7DB734}" dt="2024-10-30T08:51:12.841" v="119" actId="20577"/>
        <pc:sldMkLst>
          <pc:docMk/>
          <pc:sldMk cId="3323848313" sldId="1628"/>
        </pc:sldMkLst>
        <pc:spChg chg="mod">
          <ac:chgData name="Rosmin Elsa Mohan" userId="7f6a9fc7-46b4-4eac-90cd-058eb48f67de" providerId="ADAL" clId="{F7C7D2B1-702B-4EB1-996D-A4E8EF7DB734}" dt="2024-10-30T08:51:12.841" v="119" actId="20577"/>
          <ac:spMkLst>
            <pc:docMk/>
            <pc:sldMk cId="3323848313" sldId="1628"/>
            <ac:spMk id="3" creationId="{1569C570-5A84-ECFA-50AE-CDD38D8C62F4}"/>
          </ac:spMkLst>
        </pc:spChg>
      </pc:sldChg>
      <pc:sldChg chg="modSp mod">
        <pc:chgData name="Rosmin Elsa Mohan" userId="7f6a9fc7-46b4-4eac-90cd-058eb48f67de" providerId="ADAL" clId="{F7C7D2B1-702B-4EB1-996D-A4E8EF7DB734}" dt="2024-10-30T08:51:47.672" v="132"/>
        <pc:sldMkLst>
          <pc:docMk/>
          <pc:sldMk cId="660300182" sldId="1629"/>
        </pc:sldMkLst>
        <pc:spChg chg="mod">
          <ac:chgData name="Rosmin Elsa Mohan" userId="7f6a9fc7-46b4-4eac-90cd-058eb48f67de" providerId="ADAL" clId="{F7C7D2B1-702B-4EB1-996D-A4E8EF7DB734}" dt="2024-10-30T08:51:47.672" v="132"/>
          <ac:spMkLst>
            <pc:docMk/>
            <pc:sldMk cId="660300182" sldId="1629"/>
            <ac:spMk id="3" creationId="{1569C570-5A84-ECFA-50AE-CDD38D8C62F4}"/>
          </ac:spMkLst>
        </pc:spChg>
      </pc:sldChg>
    </pc:docChg>
  </pc:docChgLst>
  <pc:docChgLst>
    <pc:chgData name="Rosmin Elsa" userId="8f13a6be4da41318" providerId="LiveId" clId="{8943F922-5E8A-43D4-BFF5-911E14102DC6}"/>
    <pc:docChg chg="undo redo custSel addSld delSld modSld modMainMaster">
      <pc:chgData name="Rosmin Elsa" userId="8f13a6be4da41318" providerId="LiveId" clId="{8943F922-5E8A-43D4-BFF5-911E14102DC6}" dt="2024-11-21T08:53:37.222" v="1206"/>
      <pc:docMkLst>
        <pc:docMk/>
      </pc:docMkLst>
      <pc:sldChg chg="modSp mod setBg">
        <pc:chgData name="Rosmin Elsa" userId="8f13a6be4da41318" providerId="LiveId" clId="{8943F922-5E8A-43D4-BFF5-911E14102DC6}" dt="2024-11-21T08:53:37.222" v="1206"/>
        <pc:sldMkLst>
          <pc:docMk/>
          <pc:sldMk cId="4206118844" sldId="811"/>
        </pc:sldMkLst>
        <pc:spChg chg="mod">
          <ac:chgData name="Rosmin Elsa" userId="8f13a6be4da41318" providerId="LiveId" clId="{8943F922-5E8A-43D4-BFF5-911E14102DC6}" dt="2024-11-12T06:24:29.790" v="118" actId="1076"/>
          <ac:spMkLst>
            <pc:docMk/>
            <pc:sldMk cId="4206118844" sldId="811"/>
            <ac:spMk id="2" creationId="{5DE3A813-6DBA-F993-8DA0-D81B4057E015}"/>
          </ac:spMkLst>
        </pc:spChg>
      </pc:sldChg>
      <pc:sldChg chg="modSp mod">
        <pc:chgData name="Rosmin Elsa" userId="8f13a6be4da41318" providerId="LiveId" clId="{8943F922-5E8A-43D4-BFF5-911E14102DC6}" dt="2024-11-21T08:32:50.599" v="1124" actId="20577"/>
        <pc:sldMkLst>
          <pc:docMk/>
          <pc:sldMk cId="717388547" sldId="813"/>
        </pc:sldMkLst>
        <pc:spChg chg="mod">
          <ac:chgData name="Rosmin Elsa" userId="8f13a6be4da41318" providerId="LiveId" clId="{8943F922-5E8A-43D4-BFF5-911E14102DC6}" dt="2024-11-21T08:32:50.599" v="1124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 mod">
        <pc:chgData name="Rosmin Elsa" userId="8f13a6be4da41318" providerId="LiveId" clId="{8943F922-5E8A-43D4-BFF5-911E14102DC6}" dt="2024-11-18T08:36:11.147" v="248" actId="20577"/>
        <pc:sldMkLst>
          <pc:docMk/>
          <pc:sldMk cId="3717493800" sldId="821"/>
        </pc:sldMkLst>
        <pc:spChg chg="mod">
          <ac:chgData name="Rosmin Elsa" userId="8f13a6be4da41318" providerId="LiveId" clId="{8943F922-5E8A-43D4-BFF5-911E14102DC6}" dt="2024-11-18T08:36:11.147" v="248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Rosmin Elsa" userId="8f13a6be4da41318" providerId="LiveId" clId="{8943F922-5E8A-43D4-BFF5-911E14102DC6}" dt="2024-11-21T08:48:13.147" v="1157" actId="20577"/>
        <pc:sldMkLst>
          <pc:docMk/>
          <pc:sldMk cId="140346443" sldId="822"/>
        </pc:sldMkLst>
        <pc:spChg chg="mod">
          <ac:chgData name="Rosmin Elsa" userId="8f13a6be4da41318" providerId="LiveId" clId="{8943F922-5E8A-43D4-BFF5-911E14102DC6}" dt="2024-11-21T08:44:37.409" v="1139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Rosmin Elsa" userId="8f13a6be4da41318" providerId="LiveId" clId="{8943F922-5E8A-43D4-BFF5-911E14102DC6}" dt="2024-11-21T07:47:12.730" v="691" actId="33524"/>
          <ac:spMkLst>
            <pc:docMk/>
            <pc:sldMk cId="140346443" sldId="822"/>
            <ac:spMk id="3" creationId="{DFD3087A-542A-9E8A-2F04-286C1B72B61A}"/>
          </ac:spMkLst>
        </pc:spChg>
        <pc:spChg chg="mod">
          <ac:chgData name="Rosmin Elsa" userId="8f13a6be4da41318" providerId="LiveId" clId="{8943F922-5E8A-43D4-BFF5-911E14102DC6}" dt="2024-11-21T08:48:13.147" v="1157" actId="20577"/>
          <ac:spMkLst>
            <pc:docMk/>
            <pc:sldMk cId="140346443" sldId="822"/>
            <ac:spMk id="6" creationId="{B48AEF40-D79D-77F3-773C-095D81075E36}"/>
          </ac:spMkLst>
        </pc:spChg>
      </pc:sldChg>
      <pc:sldChg chg="modSp mod">
        <pc:chgData name="Rosmin Elsa" userId="8f13a6be4da41318" providerId="LiveId" clId="{8943F922-5E8A-43D4-BFF5-911E14102DC6}" dt="2024-11-21T08:29:06.068" v="1116" actId="20577"/>
        <pc:sldMkLst>
          <pc:docMk/>
          <pc:sldMk cId="2771250690" sldId="851"/>
        </pc:sldMkLst>
        <pc:spChg chg="mod">
          <ac:chgData name="Rosmin Elsa" userId="8f13a6be4da41318" providerId="LiveId" clId="{8943F922-5E8A-43D4-BFF5-911E14102DC6}" dt="2024-11-21T08:29:06.068" v="1116" actId="20577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Rosmin Elsa" userId="8f13a6be4da41318" providerId="LiveId" clId="{8943F922-5E8A-43D4-BFF5-911E14102DC6}" dt="2024-11-18T08:22:58.462" v="226" actId="1076"/>
          <ac:spMkLst>
            <pc:docMk/>
            <pc:sldMk cId="2771250690" sldId="851"/>
            <ac:spMk id="5" creationId="{EF0E83AD-AD85-5E6C-33F5-D8EF739355C5}"/>
          </ac:spMkLst>
        </pc:spChg>
      </pc:sldChg>
      <pc:sldChg chg="modSp mod modShow">
        <pc:chgData name="Rosmin Elsa" userId="8f13a6be4da41318" providerId="LiveId" clId="{8943F922-5E8A-43D4-BFF5-911E14102DC6}" dt="2024-11-21T08:31:59.900" v="1121" actId="20577"/>
        <pc:sldMkLst>
          <pc:docMk/>
          <pc:sldMk cId="3441406009" sldId="858"/>
        </pc:sldMkLst>
        <pc:spChg chg="mod">
          <ac:chgData name="Rosmin Elsa" userId="8f13a6be4da41318" providerId="LiveId" clId="{8943F922-5E8A-43D4-BFF5-911E14102DC6}" dt="2024-11-21T08:31:59.900" v="1121" actId="20577"/>
          <ac:spMkLst>
            <pc:docMk/>
            <pc:sldMk cId="3441406009" sldId="858"/>
            <ac:spMk id="2" creationId="{00000000-0000-0000-0000-000000000000}"/>
          </ac:spMkLst>
        </pc:spChg>
        <pc:spChg chg="mod">
          <ac:chgData name="Rosmin Elsa" userId="8f13a6be4da41318" providerId="LiveId" clId="{8943F922-5E8A-43D4-BFF5-911E14102DC6}" dt="2024-11-21T08:27:55.773" v="1105" actId="114"/>
          <ac:spMkLst>
            <pc:docMk/>
            <pc:sldMk cId="3441406009" sldId="858"/>
            <ac:spMk id="6" creationId="{CA0575D6-2132-A304-BD4D-E123FFDE7A28}"/>
          </ac:spMkLst>
        </pc:spChg>
      </pc:sldChg>
      <pc:sldChg chg="modSp mod">
        <pc:chgData name="Rosmin Elsa" userId="8f13a6be4da41318" providerId="LiveId" clId="{8943F922-5E8A-43D4-BFF5-911E14102DC6}" dt="2024-11-18T08:49:46.720" v="429" actId="20577"/>
        <pc:sldMkLst>
          <pc:docMk/>
          <pc:sldMk cId="1416329417" sldId="949"/>
        </pc:sldMkLst>
        <pc:spChg chg="mod">
          <ac:chgData name="Rosmin Elsa" userId="8f13a6be4da41318" providerId="LiveId" clId="{8943F922-5E8A-43D4-BFF5-911E14102DC6}" dt="2024-11-18T08:49:46.720" v="429" actId="20577"/>
          <ac:spMkLst>
            <pc:docMk/>
            <pc:sldMk cId="1416329417" sldId="949"/>
            <ac:spMk id="2" creationId="{00000000-0000-0000-0000-000000000000}"/>
          </ac:spMkLst>
        </pc:spChg>
      </pc:sldChg>
      <pc:sldChg chg="modSp mod modShow">
        <pc:chgData name="Rosmin Elsa" userId="8f13a6be4da41318" providerId="LiveId" clId="{8943F922-5E8A-43D4-BFF5-911E14102DC6}" dt="2024-11-21T08:25:57.593" v="1085"/>
        <pc:sldMkLst>
          <pc:docMk/>
          <pc:sldMk cId="1180184608" sldId="1201"/>
        </pc:sldMkLst>
        <pc:spChg chg="mod">
          <ac:chgData name="Rosmin Elsa" userId="8f13a6be4da41318" providerId="LiveId" clId="{8943F922-5E8A-43D4-BFF5-911E14102DC6}" dt="2024-11-21T08:25:57.593" v="1085"/>
          <ac:spMkLst>
            <pc:docMk/>
            <pc:sldMk cId="1180184608" sldId="1201"/>
            <ac:spMk id="3" creationId="{BD7AE418-84FE-0E25-B13A-DAD0615A2C9F}"/>
          </ac:spMkLst>
        </pc:spChg>
      </pc:sldChg>
      <pc:sldChg chg="modSp mod">
        <pc:chgData name="Rosmin Elsa" userId="8f13a6be4da41318" providerId="LiveId" clId="{8943F922-5E8A-43D4-BFF5-911E14102DC6}" dt="2024-11-21T08:45:02.330" v="1146" actId="20577"/>
        <pc:sldMkLst>
          <pc:docMk/>
          <pc:sldMk cId="858007124" sldId="1277"/>
        </pc:sldMkLst>
        <pc:spChg chg="mod">
          <ac:chgData name="Rosmin Elsa" userId="8f13a6be4da41318" providerId="LiveId" clId="{8943F922-5E8A-43D4-BFF5-911E14102DC6}" dt="2024-11-21T08:45:02.330" v="1146" actId="20577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Rosmin Elsa" userId="8f13a6be4da41318" providerId="LiveId" clId="{8943F922-5E8A-43D4-BFF5-911E14102DC6}" dt="2024-11-18T08:46:02.754" v="357" actId="122"/>
          <ac:spMkLst>
            <pc:docMk/>
            <pc:sldMk cId="858007124" sldId="1277"/>
            <ac:spMk id="3" creationId="{DDD24EDA-CE43-82A2-B3E8-E6C307C397E9}"/>
          </ac:spMkLst>
        </pc:spChg>
      </pc:sldChg>
      <pc:sldChg chg="modSp mod">
        <pc:chgData name="Rosmin Elsa" userId="8f13a6be4da41318" providerId="LiveId" clId="{8943F922-5E8A-43D4-BFF5-911E14102DC6}" dt="2024-11-21T08:44:33.085" v="1138" actId="20577"/>
        <pc:sldMkLst>
          <pc:docMk/>
          <pc:sldMk cId="1217883548" sldId="1318"/>
        </pc:sldMkLst>
        <pc:spChg chg="mod">
          <ac:chgData name="Rosmin Elsa" userId="8f13a6be4da41318" providerId="LiveId" clId="{8943F922-5E8A-43D4-BFF5-911E14102DC6}" dt="2024-11-21T08:44:33.085" v="1138" actId="20577"/>
          <ac:spMkLst>
            <pc:docMk/>
            <pc:sldMk cId="1217883548" sldId="1318"/>
            <ac:spMk id="3" creationId="{B9ACC418-9BFA-F946-DA5B-A680A2EBDFAC}"/>
          </ac:spMkLst>
        </pc:spChg>
      </pc:sldChg>
      <pc:sldChg chg="modSp mod">
        <pc:chgData name="Rosmin Elsa" userId="8f13a6be4da41318" providerId="LiveId" clId="{8943F922-5E8A-43D4-BFF5-911E14102DC6}" dt="2024-11-18T08:46:16.088" v="360" actId="20577"/>
        <pc:sldMkLst>
          <pc:docMk/>
          <pc:sldMk cId="4765592" sldId="1388"/>
        </pc:sldMkLst>
        <pc:spChg chg="mod">
          <ac:chgData name="Rosmin Elsa" userId="8f13a6be4da41318" providerId="LiveId" clId="{8943F922-5E8A-43D4-BFF5-911E14102DC6}" dt="2024-11-18T08:46:16.088" v="360" actId="20577"/>
          <ac:spMkLst>
            <pc:docMk/>
            <pc:sldMk cId="4765592" sldId="1388"/>
            <ac:spMk id="2" creationId="{00000000-0000-0000-0000-000000000000}"/>
          </ac:spMkLst>
        </pc:spChg>
      </pc:sldChg>
      <pc:sldChg chg="modSp mod">
        <pc:chgData name="Rosmin Elsa" userId="8f13a6be4da41318" providerId="LiveId" clId="{8943F922-5E8A-43D4-BFF5-911E14102DC6}" dt="2024-11-21T08:48:49.210" v="1162" actId="20577"/>
        <pc:sldMkLst>
          <pc:docMk/>
          <pc:sldMk cId="397177493" sldId="1389"/>
        </pc:sldMkLst>
        <pc:spChg chg="mod">
          <ac:chgData name="Rosmin Elsa" userId="8f13a6be4da41318" providerId="LiveId" clId="{8943F922-5E8A-43D4-BFF5-911E14102DC6}" dt="2024-11-18T08:49:51.031" v="432" actId="20577"/>
          <ac:spMkLst>
            <pc:docMk/>
            <pc:sldMk cId="397177493" sldId="1389"/>
            <ac:spMk id="2" creationId="{00000000-0000-0000-0000-000000000000}"/>
          </ac:spMkLst>
        </pc:spChg>
        <pc:spChg chg="mod">
          <ac:chgData name="Rosmin Elsa" userId="8f13a6be4da41318" providerId="LiveId" clId="{8943F922-5E8A-43D4-BFF5-911E14102DC6}" dt="2024-11-21T08:48:49.210" v="1162" actId="20577"/>
          <ac:spMkLst>
            <pc:docMk/>
            <pc:sldMk cId="397177493" sldId="1389"/>
            <ac:spMk id="5" creationId="{D15CBCA4-8279-49A0-BDA5-8F1C3F65A437}"/>
          </ac:spMkLst>
        </pc:spChg>
        <pc:spChg chg="mod">
          <ac:chgData name="Rosmin Elsa" userId="8f13a6be4da41318" providerId="LiveId" clId="{8943F922-5E8A-43D4-BFF5-911E14102DC6}" dt="2024-11-18T08:51:09.167" v="445" actId="122"/>
          <ac:spMkLst>
            <pc:docMk/>
            <pc:sldMk cId="397177493" sldId="1389"/>
            <ac:spMk id="6" creationId="{00B7E6C3-DC3B-BC8E-EE75-86995C7F8ADF}"/>
          </ac:spMkLst>
        </pc:spChg>
      </pc:sldChg>
      <pc:sldChg chg="modSp mod">
        <pc:chgData name="Rosmin Elsa" userId="8f13a6be4da41318" providerId="LiveId" clId="{8943F922-5E8A-43D4-BFF5-911E14102DC6}" dt="2024-11-21T08:47:41.280" v="1147" actId="20577"/>
        <pc:sldMkLst>
          <pc:docMk/>
          <pc:sldMk cId="2716954731" sldId="1390"/>
        </pc:sldMkLst>
        <pc:spChg chg="mod">
          <ac:chgData name="Rosmin Elsa" userId="8f13a6be4da41318" providerId="LiveId" clId="{8943F922-5E8A-43D4-BFF5-911E14102DC6}" dt="2024-11-21T08:32:55.367" v="1127" actId="20577"/>
          <ac:spMkLst>
            <pc:docMk/>
            <pc:sldMk cId="2716954731" sldId="1390"/>
            <ac:spMk id="2" creationId="{00000000-0000-0000-0000-000000000000}"/>
          </ac:spMkLst>
        </pc:spChg>
        <pc:spChg chg="mod">
          <ac:chgData name="Rosmin Elsa" userId="8f13a6be4da41318" providerId="LiveId" clId="{8943F922-5E8A-43D4-BFF5-911E14102DC6}" dt="2024-11-21T08:47:41.280" v="1147" actId="20577"/>
          <ac:spMkLst>
            <pc:docMk/>
            <pc:sldMk cId="2716954731" sldId="1390"/>
            <ac:spMk id="5" creationId="{F23B1A82-CA2E-08BD-1D0D-5AA03047C3D2}"/>
          </ac:spMkLst>
        </pc:spChg>
        <pc:spChg chg="mod">
          <ac:chgData name="Rosmin Elsa" userId="8f13a6be4da41318" providerId="LiveId" clId="{8943F922-5E8A-43D4-BFF5-911E14102DC6}" dt="2024-11-21T08:28:17.877" v="1106" actId="255"/>
          <ac:spMkLst>
            <pc:docMk/>
            <pc:sldMk cId="2716954731" sldId="1390"/>
            <ac:spMk id="7" creationId="{094E9A69-B612-35E4-DEEF-5092DA0A0A97}"/>
          </ac:spMkLst>
        </pc:spChg>
      </pc:sldChg>
      <pc:sldChg chg="addSp delSp modSp mod">
        <pc:chgData name="Rosmin Elsa" userId="8f13a6be4da41318" providerId="LiveId" clId="{8943F922-5E8A-43D4-BFF5-911E14102DC6}" dt="2024-11-21T08:48:16.143" v="1158" actId="20577"/>
        <pc:sldMkLst>
          <pc:docMk/>
          <pc:sldMk cId="195110158" sldId="1393"/>
        </pc:sldMkLst>
        <pc:spChg chg="mod">
          <ac:chgData name="Rosmin Elsa" userId="8f13a6be4da41318" providerId="LiveId" clId="{8943F922-5E8A-43D4-BFF5-911E14102DC6}" dt="2024-11-21T08:44:42.611" v="1140"/>
          <ac:spMkLst>
            <pc:docMk/>
            <pc:sldMk cId="195110158" sldId="1393"/>
            <ac:spMk id="2" creationId="{69072751-0DFD-E04D-8DBC-6192EE4B4B2A}"/>
          </ac:spMkLst>
        </pc:spChg>
        <pc:spChg chg="add del mod">
          <ac:chgData name="Rosmin Elsa" userId="8f13a6be4da41318" providerId="LiveId" clId="{8943F922-5E8A-43D4-BFF5-911E14102DC6}" dt="2024-11-21T07:47:20.731" v="692" actId="478"/>
          <ac:spMkLst>
            <pc:docMk/>
            <pc:sldMk cId="195110158" sldId="1393"/>
            <ac:spMk id="3" creationId="{7E13D6FA-B2D2-1ED7-B85A-C1684B8251A2}"/>
          </ac:spMkLst>
        </pc:spChg>
        <pc:spChg chg="del">
          <ac:chgData name="Rosmin Elsa" userId="8f13a6be4da41318" providerId="LiveId" clId="{8943F922-5E8A-43D4-BFF5-911E14102DC6}" dt="2024-11-18T08:39:18.144" v="276" actId="478"/>
          <ac:spMkLst>
            <pc:docMk/>
            <pc:sldMk cId="195110158" sldId="1393"/>
            <ac:spMk id="4" creationId="{2B119C6D-813D-2D08-F38A-6DE5BB788FE1}"/>
          </ac:spMkLst>
        </pc:spChg>
        <pc:spChg chg="add mod">
          <ac:chgData name="Rosmin Elsa" userId="8f13a6be4da41318" providerId="LiveId" clId="{8943F922-5E8A-43D4-BFF5-911E14102DC6}" dt="2024-11-21T07:49:19.388" v="717" actId="20577"/>
          <ac:spMkLst>
            <pc:docMk/>
            <pc:sldMk cId="195110158" sldId="1393"/>
            <ac:spMk id="4" creationId="{FC4405E3-44CE-8A4C-4769-D8FAB2D31F96}"/>
          </ac:spMkLst>
        </pc:spChg>
        <pc:spChg chg="mod">
          <ac:chgData name="Rosmin Elsa" userId="8f13a6be4da41318" providerId="LiveId" clId="{8943F922-5E8A-43D4-BFF5-911E14102DC6}" dt="2024-11-21T08:48:16.143" v="1158" actId="20577"/>
          <ac:spMkLst>
            <pc:docMk/>
            <pc:sldMk cId="195110158" sldId="1393"/>
            <ac:spMk id="6" creationId="{B48AEF40-D79D-77F3-773C-095D81075E36}"/>
          </ac:spMkLst>
        </pc:spChg>
      </pc:sldChg>
      <pc:sldChg chg="addSp delSp modSp mod">
        <pc:chgData name="Rosmin Elsa" userId="8f13a6be4da41318" providerId="LiveId" clId="{8943F922-5E8A-43D4-BFF5-911E14102DC6}" dt="2024-11-21T08:48:20.662" v="1159" actId="20577"/>
        <pc:sldMkLst>
          <pc:docMk/>
          <pc:sldMk cId="793142237" sldId="1394"/>
        </pc:sldMkLst>
        <pc:spChg chg="mod">
          <ac:chgData name="Rosmin Elsa" userId="8f13a6be4da41318" providerId="LiveId" clId="{8943F922-5E8A-43D4-BFF5-911E14102DC6}" dt="2024-11-21T08:44:46.447" v="1141"/>
          <ac:spMkLst>
            <pc:docMk/>
            <pc:sldMk cId="793142237" sldId="1394"/>
            <ac:spMk id="2" creationId="{69072751-0DFD-E04D-8DBC-6192EE4B4B2A}"/>
          </ac:spMkLst>
        </pc:spChg>
        <pc:spChg chg="add del mod">
          <ac:chgData name="Rosmin Elsa" userId="8f13a6be4da41318" providerId="LiveId" clId="{8943F922-5E8A-43D4-BFF5-911E14102DC6}" dt="2024-11-21T07:47:48.851" v="697" actId="478"/>
          <ac:spMkLst>
            <pc:docMk/>
            <pc:sldMk cId="793142237" sldId="1394"/>
            <ac:spMk id="3" creationId="{DE7D7554-F3C3-86C1-E3F6-974EF802DA70}"/>
          </ac:spMkLst>
        </pc:spChg>
        <pc:spChg chg="del">
          <ac:chgData name="Rosmin Elsa" userId="8f13a6be4da41318" providerId="LiveId" clId="{8943F922-5E8A-43D4-BFF5-911E14102DC6}" dt="2024-11-18T08:40:04.038" v="289" actId="478"/>
          <ac:spMkLst>
            <pc:docMk/>
            <pc:sldMk cId="793142237" sldId="1394"/>
            <ac:spMk id="4" creationId="{98B2755F-B797-A636-3786-F9533FC0B1C7}"/>
          </ac:spMkLst>
        </pc:spChg>
        <pc:spChg chg="add del">
          <ac:chgData name="Rosmin Elsa" userId="8f13a6be4da41318" providerId="LiveId" clId="{8943F922-5E8A-43D4-BFF5-911E14102DC6}" dt="2024-11-21T07:47:50.419" v="699" actId="22"/>
          <ac:spMkLst>
            <pc:docMk/>
            <pc:sldMk cId="793142237" sldId="1394"/>
            <ac:spMk id="5" creationId="{84C53254-EEB6-8B43-0905-86D1098101B1}"/>
          </ac:spMkLst>
        </pc:spChg>
        <pc:spChg chg="mod">
          <ac:chgData name="Rosmin Elsa" userId="8f13a6be4da41318" providerId="LiveId" clId="{8943F922-5E8A-43D4-BFF5-911E14102DC6}" dt="2024-11-21T08:48:20.662" v="1159" actId="20577"/>
          <ac:spMkLst>
            <pc:docMk/>
            <pc:sldMk cId="793142237" sldId="1394"/>
            <ac:spMk id="6" creationId="{B48AEF40-D79D-77F3-773C-095D81075E36}"/>
          </ac:spMkLst>
        </pc:spChg>
        <pc:spChg chg="add mod">
          <ac:chgData name="Rosmin Elsa" userId="8f13a6be4da41318" providerId="LiveId" clId="{8943F922-5E8A-43D4-BFF5-911E14102DC6}" dt="2024-11-21T07:51:27.456" v="730" actId="20577"/>
          <ac:spMkLst>
            <pc:docMk/>
            <pc:sldMk cId="793142237" sldId="1394"/>
            <ac:spMk id="8" creationId="{49D51B3C-8FD6-7123-37D9-F05AA6F14C37}"/>
          </ac:spMkLst>
        </pc:spChg>
      </pc:sldChg>
      <pc:sldChg chg="addSp delSp modSp del mod">
        <pc:chgData name="Rosmin Elsa" userId="8f13a6be4da41318" providerId="LiveId" clId="{8943F922-5E8A-43D4-BFF5-911E14102DC6}" dt="2024-11-21T07:48:14.593" v="704" actId="2696"/>
        <pc:sldMkLst>
          <pc:docMk/>
          <pc:sldMk cId="2409815257" sldId="1395"/>
        </pc:sldMkLst>
        <pc:spChg chg="del">
          <ac:chgData name="Rosmin Elsa" userId="8f13a6be4da41318" providerId="LiveId" clId="{8943F922-5E8A-43D4-BFF5-911E14102DC6}" dt="2024-11-18T08:40:40.182" v="296" actId="478"/>
          <ac:spMkLst>
            <pc:docMk/>
            <pc:sldMk cId="2409815257" sldId="1395"/>
            <ac:spMk id="4" creationId="{8D2B691E-D971-60BD-3587-2C15B3CE1733}"/>
          </ac:spMkLst>
        </pc:spChg>
        <pc:spChg chg="add del">
          <ac:chgData name="Rosmin Elsa" userId="8f13a6be4da41318" providerId="LiveId" clId="{8943F922-5E8A-43D4-BFF5-911E14102DC6}" dt="2024-11-18T08:40:42.211" v="298" actId="22"/>
          <ac:spMkLst>
            <pc:docMk/>
            <pc:sldMk cId="2409815257" sldId="1395"/>
            <ac:spMk id="5" creationId="{00DBF081-8945-F43B-2773-47C9954DB9E3}"/>
          </ac:spMkLst>
        </pc:spChg>
        <pc:spChg chg="add mod">
          <ac:chgData name="Rosmin Elsa" userId="8f13a6be4da41318" providerId="LiveId" clId="{8943F922-5E8A-43D4-BFF5-911E14102DC6}" dt="2024-11-18T08:42:23.392" v="317" actId="1076"/>
          <ac:spMkLst>
            <pc:docMk/>
            <pc:sldMk cId="2409815257" sldId="1395"/>
            <ac:spMk id="8" creationId="{A516F54A-F319-DE87-57DD-5B7F6C29D203}"/>
          </ac:spMkLst>
        </pc:spChg>
      </pc:sldChg>
      <pc:sldChg chg="addSp delSp modSp mod">
        <pc:chgData name="Rosmin Elsa" userId="8f13a6be4da41318" providerId="LiveId" clId="{8943F922-5E8A-43D4-BFF5-911E14102DC6}" dt="2024-11-18T08:49:23.708" v="423"/>
        <pc:sldMkLst>
          <pc:docMk/>
          <pc:sldMk cId="3559088401" sldId="1396"/>
        </pc:sldMkLst>
        <pc:spChg chg="mod">
          <ac:chgData name="Rosmin Elsa" userId="8f13a6be4da41318" providerId="LiveId" clId="{8943F922-5E8A-43D4-BFF5-911E14102DC6}" dt="2024-11-18T08:49:23.708" v="423"/>
          <ac:spMkLst>
            <pc:docMk/>
            <pc:sldMk cId="3559088401" sldId="1396"/>
            <ac:spMk id="2" creationId="{1DA63A6A-450D-4603-B02C-80F270CA1D46}"/>
          </ac:spMkLst>
        </pc:spChg>
        <pc:spChg chg="add mod">
          <ac:chgData name="Rosmin Elsa" userId="8f13a6be4da41318" providerId="LiveId" clId="{8943F922-5E8A-43D4-BFF5-911E14102DC6}" dt="2024-11-18T08:46:25.097" v="362"/>
          <ac:spMkLst>
            <pc:docMk/>
            <pc:sldMk cId="3559088401" sldId="1396"/>
            <ac:spMk id="3" creationId="{692969DB-0589-75FC-1381-28DE04BA6DF1}"/>
          </ac:spMkLst>
        </pc:spChg>
        <pc:spChg chg="del">
          <ac:chgData name="Rosmin Elsa" userId="8f13a6be4da41318" providerId="LiveId" clId="{8943F922-5E8A-43D4-BFF5-911E14102DC6}" dt="2024-11-18T08:46:24.757" v="361" actId="478"/>
          <ac:spMkLst>
            <pc:docMk/>
            <pc:sldMk cId="3559088401" sldId="1396"/>
            <ac:spMk id="12" creationId="{744042C2-B4E0-CA2C-4D84-9A8D229A26A8}"/>
          </ac:spMkLst>
        </pc:spChg>
      </pc:sldChg>
      <pc:sldChg chg="addSp delSp modSp mod">
        <pc:chgData name="Rosmin Elsa" userId="8f13a6be4da41318" providerId="LiveId" clId="{8943F922-5E8A-43D4-BFF5-911E14102DC6}" dt="2024-11-18T08:49:26.464" v="424"/>
        <pc:sldMkLst>
          <pc:docMk/>
          <pc:sldMk cId="3272556195" sldId="1397"/>
        </pc:sldMkLst>
        <pc:spChg chg="mod">
          <ac:chgData name="Rosmin Elsa" userId="8f13a6be4da41318" providerId="LiveId" clId="{8943F922-5E8A-43D4-BFF5-911E14102DC6}" dt="2024-11-18T08:49:26.464" v="424"/>
          <ac:spMkLst>
            <pc:docMk/>
            <pc:sldMk cId="3272556195" sldId="1397"/>
            <ac:spMk id="2" creationId="{1DA63A6A-450D-4603-B02C-80F270CA1D46}"/>
          </ac:spMkLst>
        </pc:spChg>
        <pc:spChg chg="add mod">
          <ac:chgData name="Rosmin Elsa" userId="8f13a6be4da41318" providerId="LiveId" clId="{8943F922-5E8A-43D4-BFF5-911E14102DC6}" dt="2024-11-18T08:46:57.101" v="376" actId="20577"/>
          <ac:spMkLst>
            <pc:docMk/>
            <pc:sldMk cId="3272556195" sldId="1397"/>
            <ac:spMk id="3" creationId="{86CA8E67-B8BD-DD8D-7D96-1B01DD3E9629}"/>
          </ac:spMkLst>
        </pc:spChg>
        <pc:spChg chg="del">
          <ac:chgData name="Rosmin Elsa" userId="8f13a6be4da41318" providerId="LiveId" clId="{8943F922-5E8A-43D4-BFF5-911E14102DC6}" dt="2024-11-18T08:46:30.617" v="363" actId="478"/>
          <ac:spMkLst>
            <pc:docMk/>
            <pc:sldMk cId="3272556195" sldId="1397"/>
            <ac:spMk id="6" creationId="{0E3CE137-BEA4-4F1C-7CEE-48302F62FEC6}"/>
          </ac:spMkLst>
        </pc:spChg>
      </pc:sldChg>
      <pc:sldChg chg="addSp delSp modSp mod">
        <pc:chgData name="Rosmin Elsa" userId="8f13a6be4da41318" providerId="LiveId" clId="{8943F922-5E8A-43D4-BFF5-911E14102DC6}" dt="2024-11-18T08:49:29.115" v="425"/>
        <pc:sldMkLst>
          <pc:docMk/>
          <pc:sldMk cId="4055310832" sldId="1398"/>
        </pc:sldMkLst>
        <pc:spChg chg="mod">
          <ac:chgData name="Rosmin Elsa" userId="8f13a6be4da41318" providerId="LiveId" clId="{8943F922-5E8A-43D4-BFF5-911E14102DC6}" dt="2024-11-18T08:49:29.115" v="425"/>
          <ac:spMkLst>
            <pc:docMk/>
            <pc:sldMk cId="4055310832" sldId="1398"/>
            <ac:spMk id="2" creationId="{1DA63A6A-450D-4603-B02C-80F270CA1D46}"/>
          </ac:spMkLst>
        </pc:spChg>
        <pc:spChg chg="del">
          <ac:chgData name="Rosmin Elsa" userId="8f13a6be4da41318" providerId="LiveId" clId="{8943F922-5E8A-43D4-BFF5-911E14102DC6}" dt="2024-11-18T08:47:09.532" v="377" actId="478"/>
          <ac:spMkLst>
            <pc:docMk/>
            <pc:sldMk cId="4055310832" sldId="1398"/>
            <ac:spMk id="6" creationId="{CE0E50F6-F471-B630-8272-A4CD6AFFBEF6}"/>
          </ac:spMkLst>
        </pc:spChg>
        <pc:spChg chg="add del">
          <ac:chgData name="Rosmin Elsa" userId="8f13a6be4da41318" providerId="LiveId" clId="{8943F922-5E8A-43D4-BFF5-911E14102DC6}" dt="2024-11-18T08:47:10.902" v="379" actId="22"/>
          <ac:spMkLst>
            <pc:docMk/>
            <pc:sldMk cId="4055310832" sldId="1398"/>
            <ac:spMk id="7" creationId="{B38769C7-8EBE-635B-339F-AE8213D61FB2}"/>
          </ac:spMkLst>
        </pc:spChg>
        <pc:spChg chg="add mod">
          <ac:chgData name="Rosmin Elsa" userId="8f13a6be4da41318" providerId="LiveId" clId="{8943F922-5E8A-43D4-BFF5-911E14102DC6}" dt="2024-11-18T08:47:44.945" v="395" actId="20577"/>
          <ac:spMkLst>
            <pc:docMk/>
            <pc:sldMk cId="4055310832" sldId="1398"/>
            <ac:spMk id="8" creationId="{E409E2F6-28B7-495E-97F3-B2ADADFD6404}"/>
          </ac:spMkLst>
        </pc:spChg>
      </pc:sldChg>
      <pc:sldChg chg="addSp delSp modSp mod">
        <pc:chgData name="Rosmin Elsa" userId="8f13a6be4da41318" providerId="LiveId" clId="{8943F922-5E8A-43D4-BFF5-911E14102DC6}" dt="2024-11-18T08:49:31.848" v="426"/>
        <pc:sldMkLst>
          <pc:docMk/>
          <pc:sldMk cId="2414535473" sldId="1399"/>
        </pc:sldMkLst>
        <pc:spChg chg="mod">
          <ac:chgData name="Rosmin Elsa" userId="8f13a6be4da41318" providerId="LiveId" clId="{8943F922-5E8A-43D4-BFF5-911E14102DC6}" dt="2024-11-18T08:49:31.848" v="426"/>
          <ac:spMkLst>
            <pc:docMk/>
            <pc:sldMk cId="2414535473" sldId="1399"/>
            <ac:spMk id="2" creationId="{1DA63A6A-450D-4603-B02C-80F270CA1D46}"/>
          </ac:spMkLst>
        </pc:spChg>
        <pc:spChg chg="add mod">
          <ac:chgData name="Rosmin Elsa" userId="8f13a6be4da41318" providerId="LiveId" clId="{8943F922-5E8A-43D4-BFF5-911E14102DC6}" dt="2024-11-18T08:49:09.191" v="422" actId="20577"/>
          <ac:spMkLst>
            <pc:docMk/>
            <pc:sldMk cId="2414535473" sldId="1399"/>
            <ac:spMk id="3" creationId="{E764F5BF-9755-43CA-E571-53520B59F8FF}"/>
          </ac:spMkLst>
        </pc:spChg>
        <pc:spChg chg="del">
          <ac:chgData name="Rosmin Elsa" userId="8f13a6be4da41318" providerId="LiveId" clId="{8943F922-5E8A-43D4-BFF5-911E14102DC6}" dt="2024-11-18T08:47:53.073" v="396" actId="478"/>
          <ac:spMkLst>
            <pc:docMk/>
            <pc:sldMk cId="2414535473" sldId="1399"/>
            <ac:spMk id="6" creationId="{2C79ACF0-CF4C-C127-36FE-63A5E14E787B}"/>
          </ac:spMkLst>
        </pc:spChg>
      </pc:sldChg>
      <pc:sldChg chg="addSp delSp modSp mod">
        <pc:chgData name="Rosmin Elsa" userId="8f13a6be4da41318" providerId="LiveId" clId="{8943F922-5E8A-43D4-BFF5-911E14102DC6}" dt="2024-11-21T08:48:53.708" v="1163" actId="20577"/>
        <pc:sldMkLst>
          <pc:docMk/>
          <pc:sldMk cId="431471696" sldId="1400"/>
        </pc:sldMkLst>
        <pc:spChg chg="mod">
          <ac:chgData name="Rosmin Elsa" userId="8f13a6be4da41318" providerId="LiveId" clId="{8943F922-5E8A-43D4-BFF5-911E14102DC6}" dt="2024-11-18T08:52:53.456" v="468"/>
          <ac:spMkLst>
            <pc:docMk/>
            <pc:sldMk cId="431471696" sldId="1400"/>
            <ac:spMk id="2" creationId="{00000000-0000-0000-0000-000000000000}"/>
          </ac:spMkLst>
        </pc:spChg>
        <pc:spChg chg="del">
          <ac:chgData name="Rosmin Elsa" userId="8f13a6be4da41318" providerId="LiveId" clId="{8943F922-5E8A-43D4-BFF5-911E14102DC6}" dt="2024-11-18T08:51:22.576" v="446" actId="478"/>
          <ac:spMkLst>
            <pc:docMk/>
            <pc:sldMk cId="431471696" sldId="1400"/>
            <ac:spMk id="3" creationId="{EED023DB-21B9-3987-B01D-6C6622E36893}"/>
          </ac:spMkLst>
        </pc:spChg>
        <pc:spChg chg="mod">
          <ac:chgData name="Rosmin Elsa" userId="8f13a6be4da41318" providerId="LiveId" clId="{8943F922-5E8A-43D4-BFF5-911E14102DC6}" dt="2024-11-21T08:48:53.708" v="1163" actId="20577"/>
          <ac:spMkLst>
            <pc:docMk/>
            <pc:sldMk cId="431471696" sldId="1400"/>
            <ac:spMk id="5" creationId="{D15CBCA4-8279-49A0-BDA5-8F1C3F65A437}"/>
          </ac:spMkLst>
        </pc:spChg>
        <pc:spChg chg="add mod">
          <ac:chgData name="Rosmin Elsa" userId="8f13a6be4da41318" providerId="LiveId" clId="{8943F922-5E8A-43D4-BFF5-911E14102DC6}" dt="2024-11-18T08:51:35.105" v="451" actId="6549"/>
          <ac:spMkLst>
            <pc:docMk/>
            <pc:sldMk cId="431471696" sldId="1400"/>
            <ac:spMk id="6" creationId="{61CB52B8-6140-EBDE-5514-CD64216AC1CE}"/>
          </ac:spMkLst>
        </pc:spChg>
      </pc:sldChg>
      <pc:sldChg chg="addSp delSp modSp mod">
        <pc:chgData name="Rosmin Elsa" userId="8f13a6be4da41318" providerId="LiveId" clId="{8943F922-5E8A-43D4-BFF5-911E14102DC6}" dt="2024-11-21T08:48:56.505" v="1164" actId="20577"/>
        <pc:sldMkLst>
          <pc:docMk/>
          <pc:sldMk cId="1824731272" sldId="1401"/>
        </pc:sldMkLst>
        <pc:spChg chg="mod">
          <ac:chgData name="Rosmin Elsa" userId="8f13a6be4da41318" providerId="LiveId" clId="{8943F922-5E8A-43D4-BFF5-911E14102DC6}" dt="2024-11-18T08:52:56.330" v="469"/>
          <ac:spMkLst>
            <pc:docMk/>
            <pc:sldMk cId="1824731272" sldId="1401"/>
            <ac:spMk id="2" creationId="{00000000-0000-0000-0000-000000000000}"/>
          </ac:spMkLst>
        </pc:spChg>
        <pc:spChg chg="del">
          <ac:chgData name="Rosmin Elsa" userId="8f13a6be4da41318" providerId="LiveId" clId="{8943F922-5E8A-43D4-BFF5-911E14102DC6}" dt="2024-11-18T08:51:43.491" v="452" actId="478"/>
          <ac:spMkLst>
            <pc:docMk/>
            <pc:sldMk cId="1824731272" sldId="1401"/>
            <ac:spMk id="3" creationId="{DD417D2D-1657-99F6-20A8-D745FBBA3D68}"/>
          </ac:spMkLst>
        </pc:spChg>
        <pc:spChg chg="mod">
          <ac:chgData name="Rosmin Elsa" userId="8f13a6be4da41318" providerId="LiveId" clId="{8943F922-5E8A-43D4-BFF5-911E14102DC6}" dt="2024-11-21T08:48:56.505" v="1164" actId="20577"/>
          <ac:spMkLst>
            <pc:docMk/>
            <pc:sldMk cId="1824731272" sldId="1401"/>
            <ac:spMk id="5" creationId="{D15CBCA4-8279-49A0-BDA5-8F1C3F65A437}"/>
          </ac:spMkLst>
        </pc:spChg>
        <pc:spChg chg="add del">
          <ac:chgData name="Rosmin Elsa" userId="8f13a6be4da41318" providerId="LiveId" clId="{8943F922-5E8A-43D4-BFF5-911E14102DC6}" dt="2024-11-18T08:51:47.545" v="454" actId="22"/>
          <ac:spMkLst>
            <pc:docMk/>
            <pc:sldMk cId="1824731272" sldId="1401"/>
            <ac:spMk id="7" creationId="{95921C23-34CC-644C-21CD-4AB03F299855}"/>
          </ac:spMkLst>
        </pc:spChg>
        <pc:spChg chg="add mod">
          <ac:chgData name="Rosmin Elsa" userId="8f13a6be4da41318" providerId="LiveId" clId="{8943F922-5E8A-43D4-BFF5-911E14102DC6}" dt="2024-11-18T08:52:04.544" v="459" actId="6549"/>
          <ac:spMkLst>
            <pc:docMk/>
            <pc:sldMk cId="1824731272" sldId="1401"/>
            <ac:spMk id="8" creationId="{075C7F22-4AB3-86B6-7494-E16D802C6DEF}"/>
          </ac:spMkLst>
        </pc:spChg>
      </pc:sldChg>
      <pc:sldChg chg="modSp mod">
        <pc:chgData name="Rosmin Elsa" userId="8f13a6be4da41318" providerId="LiveId" clId="{8943F922-5E8A-43D4-BFF5-911E14102DC6}" dt="2024-11-18T08:53:48.637" v="485"/>
        <pc:sldMkLst>
          <pc:docMk/>
          <pc:sldMk cId="2451994672" sldId="1402"/>
        </pc:sldMkLst>
        <pc:spChg chg="mod">
          <ac:chgData name="Rosmin Elsa" userId="8f13a6be4da41318" providerId="LiveId" clId="{8943F922-5E8A-43D4-BFF5-911E14102DC6}" dt="2024-11-18T08:53:48.637" v="485"/>
          <ac:spMkLst>
            <pc:docMk/>
            <pc:sldMk cId="2451994672" sldId="1402"/>
            <ac:spMk id="2" creationId="{00000000-0000-0000-0000-000000000000}"/>
          </ac:spMkLst>
        </pc:spChg>
      </pc:sldChg>
      <pc:sldChg chg="modSp mod">
        <pc:chgData name="Rosmin Elsa" userId="8f13a6be4da41318" providerId="LiveId" clId="{8943F922-5E8A-43D4-BFF5-911E14102DC6}" dt="2024-11-21T08:49:17.036" v="1171" actId="20577"/>
        <pc:sldMkLst>
          <pc:docMk/>
          <pc:sldMk cId="1432198362" sldId="1403"/>
        </pc:sldMkLst>
        <pc:spChg chg="mod">
          <ac:chgData name="Rosmin Elsa" userId="8f13a6be4da41318" providerId="LiveId" clId="{8943F922-5E8A-43D4-BFF5-911E14102DC6}" dt="2024-11-18T08:53:58.980" v="486"/>
          <ac:spMkLst>
            <pc:docMk/>
            <pc:sldMk cId="1432198362" sldId="1403"/>
            <ac:spMk id="2" creationId="{00000000-0000-0000-0000-000000000000}"/>
          </ac:spMkLst>
        </pc:spChg>
        <pc:spChg chg="mod">
          <ac:chgData name="Rosmin Elsa" userId="8f13a6be4da41318" providerId="LiveId" clId="{8943F922-5E8A-43D4-BFF5-911E14102DC6}" dt="2024-11-21T08:49:17.036" v="1171" actId="20577"/>
          <ac:spMkLst>
            <pc:docMk/>
            <pc:sldMk cId="1432198362" sldId="1403"/>
            <ac:spMk id="5" creationId="{D15CBCA4-8279-49A0-BDA5-8F1C3F65A437}"/>
          </ac:spMkLst>
        </pc:spChg>
        <pc:spChg chg="mod">
          <ac:chgData name="Rosmin Elsa" userId="8f13a6be4da41318" providerId="LiveId" clId="{8943F922-5E8A-43D4-BFF5-911E14102DC6}" dt="2024-11-18T08:56:07.950" v="516" actId="15"/>
          <ac:spMkLst>
            <pc:docMk/>
            <pc:sldMk cId="1432198362" sldId="1403"/>
            <ac:spMk id="6" creationId="{00B7E6C3-DC3B-BC8E-EE75-86995C7F8ADF}"/>
          </ac:spMkLst>
        </pc:spChg>
      </pc:sldChg>
      <pc:sldChg chg="modSp mod">
        <pc:chgData name="Rosmin Elsa" userId="8f13a6be4da41318" providerId="LiveId" clId="{8943F922-5E8A-43D4-BFF5-911E14102DC6}" dt="2024-11-18T09:09:34.084" v="579" actId="20577"/>
        <pc:sldMkLst>
          <pc:docMk/>
          <pc:sldMk cId="434740199" sldId="1407"/>
        </pc:sldMkLst>
        <pc:spChg chg="mod">
          <ac:chgData name="Rosmin Elsa" userId="8f13a6be4da41318" providerId="LiveId" clId="{8943F922-5E8A-43D4-BFF5-911E14102DC6}" dt="2024-11-18T09:09:34.084" v="579" actId="20577"/>
          <ac:spMkLst>
            <pc:docMk/>
            <pc:sldMk cId="434740199" sldId="1407"/>
            <ac:spMk id="2" creationId="{00000000-0000-0000-0000-000000000000}"/>
          </ac:spMkLst>
        </pc:spChg>
      </pc:sldChg>
      <pc:sldChg chg="addSp delSp modSp mod">
        <pc:chgData name="Rosmin Elsa" userId="8f13a6be4da41318" providerId="LiveId" clId="{8943F922-5E8A-43D4-BFF5-911E14102DC6}" dt="2024-11-21T08:49:39.479" v="1177" actId="20577"/>
        <pc:sldMkLst>
          <pc:docMk/>
          <pc:sldMk cId="584892078" sldId="1408"/>
        </pc:sldMkLst>
        <pc:spChg chg="mod">
          <ac:chgData name="Rosmin Elsa" userId="8f13a6be4da41318" providerId="LiveId" clId="{8943F922-5E8A-43D4-BFF5-911E14102DC6}" dt="2024-11-18T09:09:39.889" v="580"/>
          <ac:spMkLst>
            <pc:docMk/>
            <pc:sldMk cId="584892078" sldId="1408"/>
            <ac:spMk id="2" creationId="{00000000-0000-0000-0000-000000000000}"/>
          </ac:spMkLst>
        </pc:spChg>
        <pc:spChg chg="mod">
          <ac:chgData name="Rosmin Elsa" userId="8f13a6be4da41318" providerId="LiveId" clId="{8943F922-5E8A-43D4-BFF5-911E14102DC6}" dt="2024-11-21T08:49:39.479" v="1177" actId="20577"/>
          <ac:spMkLst>
            <pc:docMk/>
            <pc:sldMk cId="584892078" sldId="1408"/>
            <ac:spMk id="5" creationId="{D15CBCA4-8279-49A0-BDA5-8F1C3F65A437}"/>
          </ac:spMkLst>
        </pc:spChg>
        <pc:spChg chg="mod">
          <ac:chgData name="Rosmin Elsa" userId="8f13a6be4da41318" providerId="LiveId" clId="{8943F922-5E8A-43D4-BFF5-911E14102DC6}" dt="2024-11-21T07:55:50.680" v="768" actId="1076"/>
          <ac:spMkLst>
            <pc:docMk/>
            <pc:sldMk cId="584892078" sldId="1408"/>
            <ac:spMk id="6" creationId="{00B7E6C3-DC3B-BC8E-EE75-86995C7F8ADF}"/>
          </ac:spMkLst>
        </pc:spChg>
        <pc:spChg chg="add del">
          <ac:chgData name="Rosmin Elsa" userId="8f13a6be4da41318" providerId="LiveId" clId="{8943F922-5E8A-43D4-BFF5-911E14102DC6}" dt="2024-11-18T09:10:53.358" v="603" actId="22"/>
          <ac:spMkLst>
            <pc:docMk/>
            <pc:sldMk cId="584892078" sldId="1408"/>
            <ac:spMk id="7" creationId="{00B68BCA-9F87-24B4-1EC8-4C3A3D908378}"/>
          </ac:spMkLst>
        </pc:spChg>
      </pc:sldChg>
      <pc:sldChg chg="addSp delSp modSp mod">
        <pc:chgData name="Rosmin Elsa" userId="8f13a6be4da41318" providerId="LiveId" clId="{8943F922-5E8A-43D4-BFF5-911E14102DC6}" dt="2024-11-21T08:49:42.888" v="1178" actId="20577"/>
        <pc:sldMkLst>
          <pc:docMk/>
          <pc:sldMk cId="454178853" sldId="1409"/>
        </pc:sldMkLst>
        <pc:spChg chg="mod">
          <ac:chgData name="Rosmin Elsa" userId="8f13a6be4da41318" providerId="LiveId" clId="{8943F922-5E8A-43D4-BFF5-911E14102DC6}" dt="2024-11-18T09:09:43.168" v="581"/>
          <ac:spMkLst>
            <pc:docMk/>
            <pc:sldMk cId="454178853" sldId="1409"/>
            <ac:spMk id="2" creationId="{00000000-0000-0000-0000-000000000000}"/>
          </ac:spMkLst>
        </pc:spChg>
        <pc:spChg chg="add mod">
          <ac:chgData name="Rosmin Elsa" userId="8f13a6be4da41318" providerId="LiveId" clId="{8943F922-5E8A-43D4-BFF5-911E14102DC6}" dt="2024-11-18T09:12:40.400" v="639" actId="20577"/>
          <ac:spMkLst>
            <pc:docMk/>
            <pc:sldMk cId="454178853" sldId="1409"/>
            <ac:spMk id="3" creationId="{E75905BD-EDB3-BD05-59EF-D81BA0D2A226}"/>
          </ac:spMkLst>
        </pc:spChg>
        <pc:spChg chg="mod">
          <ac:chgData name="Rosmin Elsa" userId="8f13a6be4da41318" providerId="LiveId" clId="{8943F922-5E8A-43D4-BFF5-911E14102DC6}" dt="2024-11-21T08:49:42.888" v="1178" actId="20577"/>
          <ac:spMkLst>
            <pc:docMk/>
            <pc:sldMk cId="454178853" sldId="1409"/>
            <ac:spMk id="5" creationId="{D15CBCA4-8279-49A0-BDA5-8F1C3F65A437}"/>
          </ac:spMkLst>
        </pc:spChg>
        <pc:spChg chg="del">
          <ac:chgData name="Rosmin Elsa" userId="8f13a6be4da41318" providerId="LiveId" clId="{8943F922-5E8A-43D4-BFF5-911E14102DC6}" dt="2024-11-18T09:11:30.004" v="614" actId="478"/>
          <ac:spMkLst>
            <pc:docMk/>
            <pc:sldMk cId="454178853" sldId="1409"/>
            <ac:spMk id="6" creationId="{00B7E6C3-DC3B-BC8E-EE75-86995C7F8ADF}"/>
          </ac:spMkLst>
        </pc:spChg>
      </pc:sldChg>
      <pc:sldChg chg="addSp delSp modSp mod">
        <pc:chgData name="Rosmin Elsa" userId="8f13a6be4da41318" providerId="LiveId" clId="{8943F922-5E8A-43D4-BFF5-911E14102DC6}" dt="2024-11-21T08:49:46.426" v="1179" actId="20577"/>
        <pc:sldMkLst>
          <pc:docMk/>
          <pc:sldMk cId="3496069854" sldId="1410"/>
        </pc:sldMkLst>
        <pc:spChg chg="mod">
          <ac:chgData name="Rosmin Elsa" userId="8f13a6be4da41318" providerId="LiveId" clId="{8943F922-5E8A-43D4-BFF5-911E14102DC6}" dt="2024-11-18T09:09:46.054" v="582"/>
          <ac:spMkLst>
            <pc:docMk/>
            <pc:sldMk cId="3496069854" sldId="1410"/>
            <ac:spMk id="2" creationId="{00000000-0000-0000-0000-000000000000}"/>
          </ac:spMkLst>
        </pc:spChg>
        <pc:spChg chg="add mod">
          <ac:chgData name="Rosmin Elsa" userId="8f13a6be4da41318" providerId="LiveId" clId="{8943F922-5E8A-43D4-BFF5-911E14102DC6}" dt="2024-11-21T07:55:21.894" v="767" actId="1076"/>
          <ac:spMkLst>
            <pc:docMk/>
            <pc:sldMk cId="3496069854" sldId="1410"/>
            <ac:spMk id="3" creationId="{DA726BB1-B6CB-41A8-2475-ED7B0C53F23A}"/>
          </ac:spMkLst>
        </pc:spChg>
        <pc:spChg chg="mod">
          <ac:chgData name="Rosmin Elsa" userId="8f13a6be4da41318" providerId="LiveId" clId="{8943F922-5E8A-43D4-BFF5-911E14102DC6}" dt="2024-11-21T08:49:46.426" v="1179" actId="20577"/>
          <ac:spMkLst>
            <pc:docMk/>
            <pc:sldMk cId="3496069854" sldId="1410"/>
            <ac:spMk id="5" creationId="{D15CBCA4-8279-49A0-BDA5-8F1C3F65A437}"/>
          </ac:spMkLst>
        </pc:spChg>
        <pc:spChg chg="del">
          <ac:chgData name="Rosmin Elsa" userId="8f13a6be4da41318" providerId="LiveId" clId="{8943F922-5E8A-43D4-BFF5-911E14102DC6}" dt="2024-11-18T09:13:00.425" v="640" actId="478"/>
          <ac:spMkLst>
            <pc:docMk/>
            <pc:sldMk cId="3496069854" sldId="1410"/>
            <ac:spMk id="6" creationId="{00B7E6C3-DC3B-BC8E-EE75-86995C7F8ADF}"/>
          </ac:spMkLst>
        </pc:spChg>
      </pc:sldChg>
      <pc:sldChg chg="modSp mod">
        <pc:chgData name="Rosmin Elsa" userId="8f13a6be4da41318" providerId="LiveId" clId="{8943F922-5E8A-43D4-BFF5-911E14102DC6}" dt="2024-11-21T07:53:03.319" v="743" actId="20577"/>
        <pc:sldMkLst>
          <pc:docMk/>
          <pc:sldMk cId="2785602331" sldId="1411"/>
        </pc:sldMkLst>
        <pc:spChg chg="mod">
          <ac:chgData name="Rosmin Elsa" userId="8f13a6be4da41318" providerId="LiveId" clId="{8943F922-5E8A-43D4-BFF5-911E14102DC6}" dt="2024-11-21T07:53:03.319" v="743" actId="20577"/>
          <ac:spMkLst>
            <pc:docMk/>
            <pc:sldMk cId="2785602331" sldId="1411"/>
            <ac:spMk id="2" creationId="{00000000-0000-0000-0000-000000000000}"/>
          </ac:spMkLst>
        </pc:spChg>
      </pc:sldChg>
      <pc:sldChg chg="modSp mod">
        <pc:chgData name="Rosmin Elsa" userId="8f13a6be4da41318" providerId="LiveId" clId="{8943F922-5E8A-43D4-BFF5-911E14102DC6}" dt="2024-11-21T08:50:02.498" v="1181" actId="20577"/>
        <pc:sldMkLst>
          <pc:docMk/>
          <pc:sldMk cId="2785920718" sldId="1606"/>
        </pc:sldMkLst>
        <pc:spChg chg="mod">
          <ac:chgData name="Rosmin Elsa" userId="8f13a6be4da41318" providerId="LiveId" clId="{8943F922-5E8A-43D4-BFF5-911E14102DC6}" dt="2024-11-21T07:56:26.131" v="788" actId="20577"/>
          <ac:spMkLst>
            <pc:docMk/>
            <pc:sldMk cId="2785920718" sldId="1606"/>
            <ac:spMk id="2" creationId="{00000000-0000-0000-0000-000000000000}"/>
          </ac:spMkLst>
        </pc:spChg>
        <pc:spChg chg="mod">
          <ac:chgData name="Rosmin Elsa" userId="8f13a6be4da41318" providerId="LiveId" clId="{8943F922-5E8A-43D4-BFF5-911E14102DC6}" dt="2024-11-21T08:50:02.498" v="1181" actId="20577"/>
          <ac:spMkLst>
            <pc:docMk/>
            <pc:sldMk cId="2785920718" sldId="1606"/>
            <ac:spMk id="5" creationId="{D15CBCA4-8279-49A0-BDA5-8F1C3F65A437}"/>
          </ac:spMkLst>
        </pc:spChg>
        <pc:spChg chg="mod">
          <ac:chgData name="Rosmin Elsa" userId="8f13a6be4da41318" providerId="LiveId" clId="{8943F922-5E8A-43D4-BFF5-911E14102DC6}" dt="2024-11-21T07:56:38.548" v="790" actId="1076"/>
          <ac:spMkLst>
            <pc:docMk/>
            <pc:sldMk cId="2785920718" sldId="1606"/>
            <ac:spMk id="7" creationId="{BDDFE297-14FD-8C75-D483-AE1329AD46AD}"/>
          </ac:spMkLst>
        </pc:spChg>
      </pc:sldChg>
      <pc:sldChg chg="addSp delSp modSp mod">
        <pc:chgData name="Rosmin Elsa" userId="8f13a6be4da41318" providerId="LiveId" clId="{8943F922-5E8A-43D4-BFF5-911E14102DC6}" dt="2024-11-21T08:50:06.057" v="1182" actId="20577"/>
        <pc:sldMkLst>
          <pc:docMk/>
          <pc:sldMk cId="3740502829" sldId="1607"/>
        </pc:sldMkLst>
        <pc:spChg chg="mod">
          <ac:chgData name="Rosmin Elsa" userId="8f13a6be4da41318" providerId="LiveId" clId="{8943F922-5E8A-43D4-BFF5-911E14102DC6}" dt="2024-11-21T07:59:46.396" v="833"/>
          <ac:spMkLst>
            <pc:docMk/>
            <pc:sldMk cId="3740502829" sldId="1607"/>
            <ac:spMk id="2" creationId="{00000000-0000-0000-0000-000000000000}"/>
          </ac:spMkLst>
        </pc:spChg>
        <pc:spChg chg="del">
          <ac:chgData name="Rosmin Elsa" userId="8f13a6be4da41318" providerId="LiveId" clId="{8943F922-5E8A-43D4-BFF5-911E14102DC6}" dt="2024-11-21T07:56:44.762" v="791" actId="478"/>
          <ac:spMkLst>
            <pc:docMk/>
            <pc:sldMk cId="3740502829" sldId="1607"/>
            <ac:spMk id="3" creationId="{5028E78E-69F6-F1FA-E93D-DA55D9BB9F88}"/>
          </ac:spMkLst>
        </pc:spChg>
        <pc:spChg chg="mod">
          <ac:chgData name="Rosmin Elsa" userId="8f13a6be4da41318" providerId="LiveId" clId="{8943F922-5E8A-43D4-BFF5-911E14102DC6}" dt="2024-11-21T08:50:06.057" v="1182" actId="20577"/>
          <ac:spMkLst>
            <pc:docMk/>
            <pc:sldMk cId="3740502829" sldId="1607"/>
            <ac:spMk id="5" creationId="{D15CBCA4-8279-49A0-BDA5-8F1C3F65A437}"/>
          </ac:spMkLst>
        </pc:spChg>
        <pc:spChg chg="add mod">
          <ac:chgData name="Rosmin Elsa" userId="8f13a6be4da41318" providerId="LiveId" clId="{8943F922-5E8A-43D4-BFF5-911E14102DC6}" dt="2024-11-21T07:57:02.634" v="800" actId="6549"/>
          <ac:spMkLst>
            <pc:docMk/>
            <pc:sldMk cId="3740502829" sldId="1607"/>
            <ac:spMk id="6" creationId="{B3F385DA-4707-98CC-7C03-512BFC9E5366}"/>
          </ac:spMkLst>
        </pc:spChg>
      </pc:sldChg>
      <pc:sldChg chg="modSp mod">
        <pc:chgData name="Rosmin Elsa" userId="8f13a6be4da41318" providerId="LiveId" clId="{8943F922-5E8A-43D4-BFF5-911E14102DC6}" dt="2024-11-21T08:05:08.312" v="886" actId="20577"/>
        <pc:sldMkLst>
          <pc:docMk/>
          <pc:sldMk cId="1850048300" sldId="1608"/>
        </pc:sldMkLst>
        <pc:spChg chg="mod">
          <ac:chgData name="Rosmin Elsa" userId="8f13a6be4da41318" providerId="LiveId" clId="{8943F922-5E8A-43D4-BFF5-911E14102DC6}" dt="2024-11-21T08:05:08.312" v="886" actId="20577"/>
          <ac:spMkLst>
            <pc:docMk/>
            <pc:sldMk cId="1850048300" sldId="1608"/>
            <ac:spMk id="2" creationId="{00000000-0000-0000-0000-000000000000}"/>
          </ac:spMkLst>
        </pc:spChg>
      </pc:sldChg>
      <pc:sldChg chg="modSp mod">
        <pc:chgData name="Rosmin Elsa" userId="8f13a6be4da41318" providerId="LiveId" clId="{8943F922-5E8A-43D4-BFF5-911E14102DC6}" dt="2024-11-21T08:50:34.306" v="1191" actId="20577"/>
        <pc:sldMkLst>
          <pc:docMk/>
          <pc:sldMk cId="2076299123" sldId="1609"/>
        </pc:sldMkLst>
        <pc:spChg chg="mod">
          <ac:chgData name="Rosmin Elsa" userId="8f13a6be4da41318" providerId="LiveId" clId="{8943F922-5E8A-43D4-BFF5-911E14102DC6}" dt="2024-11-21T08:05:26.467" v="887"/>
          <ac:spMkLst>
            <pc:docMk/>
            <pc:sldMk cId="2076299123" sldId="1609"/>
            <ac:spMk id="2" creationId="{00000000-0000-0000-0000-000000000000}"/>
          </ac:spMkLst>
        </pc:spChg>
        <pc:spChg chg="mod">
          <ac:chgData name="Rosmin Elsa" userId="8f13a6be4da41318" providerId="LiveId" clId="{8943F922-5E8A-43D4-BFF5-911E14102DC6}" dt="2024-11-21T08:50:34.306" v="1191" actId="20577"/>
          <ac:spMkLst>
            <pc:docMk/>
            <pc:sldMk cId="2076299123" sldId="1609"/>
            <ac:spMk id="5" creationId="{D15CBCA4-8279-49A0-BDA5-8F1C3F65A437}"/>
          </ac:spMkLst>
        </pc:spChg>
        <pc:spChg chg="mod">
          <ac:chgData name="Rosmin Elsa" userId="8f13a6be4da41318" providerId="LiveId" clId="{8943F922-5E8A-43D4-BFF5-911E14102DC6}" dt="2024-11-21T08:11:01.216" v="903" actId="1076"/>
          <ac:spMkLst>
            <pc:docMk/>
            <pc:sldMk cId="2076299123" sldId="1609"/>
            <ac:spMk id="6" creationId="{00B7E6C3-DC3B-BC8E-EE75-86995C7F8ADF}"/>
          </ac:spMkLst>
        </pc:spChg>
      </pc:sldChg>
      <pc:sldChg chg="addSp delSp modSp mod">
        <pc:chgData name="Rosmin Elsa" userId="8f13a6be4da41318" providerId="LiveId" clId="{8943F922-5E8A-43D4-BFF5-911E14102DC6}" dt="2024-11-21T08:50:37.733" v="1192" actId="20577"/>
        <pc:sldMkLst>
          <pc:docMk/>
          <pc:sldMk cId="2307096840" sldId="1610"/>
        </pc:sldMkLst>
        <pc:spChg chg="mod">
          <ac:chgData name="Rosmin Elsa" userId="8f13a6be4da41318" providerId="LiveId" clId="{8943F922-5E8A-43D4-BFF5-911E14102DC6}" dt="2024-11-21T08:12:22.749" v="922"/>
          <ac:spMkLst>
            <pc:docMk/>
            <pc:sldMk cId="2307096840" sldId="1610"/>
            <ac:spMk id="2" creationId="{00000000-0000-0000-0000-000000000000}"/>
          </ac:spMkLst>
        </pc:spChg>
        <pc:spChg chg="del">
          <ac:chgData name="Rosmin Elsa" userId="8f13a6be4da41318" providerId="LiveId" clId="{8943F922-5E8A-43D4-BFF5-911E14102DC6}" dt="2024-11-21T08:11:07.160" v="904" actId="478"/>
          <ac:spMkLst>
            <pc:docMk/>
            <pc:sldMk cId="2307096840" sldId="1610"/>
            <ac:spMk id="3" creationId="{7759A2EC-B6D8-67EE-8B56-8AA000CE6E3D}"/>
          </ac:spMkLst>
        </pc:spChg>
        <pc:spChg chg="mod">
          <ac:chgData name="Rosmin Elsa" userId="8f13a6be4da41318" providerId="LiveId" clId="{8943F922-5E8A-43D4-BFF5-911E14102DC6}" dt="2024-11-21T08:50:37.733" v="1192" actId="20577"/>
          <ac:spMkLst>
            <pc:docMk/>
            <pc:sldMk cId="2307096840" sldId="1610"/>
            <ac:spMk id="5" creationId="{D15CBCA4-8279-49A0-BDA5-8F1C3F65A437}"/>
          </ac:spMkLst>
        </pc:spChg>
        <pc:spChg chg="add mod">
          <ac:chgData name="Rosmin Elsa" userId="8f13a6be4da41318" providerId="LiveId" clId="{8943F922-5E8A-43D4-BFF5-911E14102DC6}" dt="2024-11-21T08:11:35.058" v="920" actId="15"/>
          <ac:spMkLst>
            <pc:docMk/>
            <pc:sldMk cId="2307096840" sldId="1610"/>
            <ac:spMk id="6" creationId="{CDF8A178-0F8A-9209-B1A0-33FAD86B89A5}"/>
          </ac:spMkLst>
        </pc:spChg>
      </pc:sldChg>
      <pc:sldChg chg="del">
        <pc:chgData name="Rosmin Elsa" userId="8f13a6be4da41318" providerId="LiveId" clId="{8943F922-5E8A-43D4-BFF5-911E14102DC6}" dt="2024-11-21T08:11:43.105" v="921" actId="47"/>
        <pc:sldMkLst>
          <pc:docMk/>
          <pc:sldMk cId="3589901763" sldId="1611"/>
        </pc:sldMkLst>
      </pc:sldChg>
      <pc:sldChg chg="modSp mod">
        <pc:chgData name="Rosmin Elsa" userId="8f13a6be4da41318" providerId="LiveId" clId="{8943F922-5E8A-43D4-BFF5-911E14102DC6}" dt="2024-11-21T08:20:56.020" v="1002"/>
        <pc:sldMkLst>
          <pc:docMk/>
          <pc:sldMk cId="3074485617" sldId="1612"/>
        </pc:sldMkLst>
        <pc:spChg chg="mod">
          <ac:chgData name="Rosmin Elsa" userId="8f13a6be4da41318" providerId="LiveId" clId="{8943F922-5E8A-43D4-BFF5-911E14102DC6}" dt="2024-11-21T08:20:56.020" v="1002"/>
          <ac:spMkLst>
            <pc:docMk/>
            <pc:sldMk cId="3074485617" sldId="1612"/>
            <ac:spMk id="2" creationId="{00000000-0000-0000-0000-000000000000}"/>
          </ac:spMkLst>
        </pc:spChg>
      </pc:sldChg>
      <pc:sldChg chg="modSp mod">
        <pc:chgData name="Rosmin Elsa" userId="8f13a6be4da41318" providerId="LiveId" clId="{8943F922-5E8A-43D4-BFF5-911E14102DC6}" dt="2024-11-21T08:50:46.974" v="1193" actId="20577"/>
        <pc:sldMkLst>
          <pc:docMk/>
          <pc:sldMk cId="2656029052" sldId="1613"/>
        </pc:sldMkLst>
        <pc:spChg chg="mod">
          <ac:chgData name="Rosmin Elsa" userId="8f13a6be4da41318" providerId="LiveId" clId="{8943F922-5E8A-43D4-BFF5-911E14102DC6}" dt="2024-11-21T08:20:49.504" v="1001" actId="20577"/>
          <ac:spMkLst>
            <pc:docMk/>
            <pc:sldMk cId="2656029052" sldId="1613"/>
            <ac:spMk id="2" creationId="{00000000-0000-0000-0000-000000000000}"/>
          </ac:spMkLst>
        </pc:spChg>
        <pc:spChg chg="mod">
          <ac:chgData name="Rosmin Elsa" userId="8f13a6be4da41318" providerId="LiveId" clId="{8943F922-5E8A-43D4-BFF5-911E14102DC6}" dt="2024-11-21T08:50:46.974" v="1193" actId="20577"/>
          <ac:spMkLst>
            <pc:docMk/>
            <pc:sldMk cId="2656029052" sldId="1613"/>
            <ac:spMk id="5" creationId="{D15CBCA4-8279-49A0-BDA5-8F1C3F65A437}"/>
          </ac:spMkLst>
        </pc:spChg>
        <pc:spChg chg="mod">
          <ac:chgData name="Rosmin Elsa" userId="8f13a6be4da41318" providerId="LiveId" clId="{8943F922-5E8A-43D4-BFF5-911E14102DC6}" dt="2024-11-21T08:14:52.395" v="985" actId="20577"/>
          <ac:spMkLst>
            <pc:docMk/>
            <pc:sldMk cId="2656029052" sldId="1613"/>
            <ac:spMk id="6" creationId="{00B7E6C3-DC3B-BC8E-EE75-86995C7F8ADF}"/>
          </ac:spMkLst>
        </pc:spChg>
      </pc:sldChg>
      <pc:sldChg chg="addSp delSp modSp mod">
        <pc:chgData name="Rosmin Elsa" userId="8f13a6be4da41318" providerId="LiveId" clId="{8943F922-5E8A-43D4-BFF5-911E14102DC6}" dt="2024-11-21T08:50:49.810" v="1194" actId="20577"/>
        <pc:sldMkLst>
          <pc:docMk/>
          <pc:sldMk cId="4153007353" sldId="1614"/>
        </pc:sldMkLst>
        <pc:spChg chg="mod">
          <ac:chgData name="Rosmin Elsa" userId="8f13a6be4da41318" providerId="LiveId" clId="{8943F922-5E8A-43D4-BFF5-911E14102DC6}" dt="2024-11-21T08:24:28.755" v="1080"/>
          <ac:spMkLst>
            <pc:docMk/>
            <pc:sldMk cId="4153007353" sldId="1614"/>
            <ac:spMk id="2" creationId="{00000000-0000-0000-0000-000000000000}"/>
          </ac:spMkLst>
        </pc:spChg>
        <pc:spChg chg="del">
          <ac:chgData name="Rosmin Elsa" userId="8f13a6be4da41318" providerId="LiveId" clId="{8943F922-5E8A-43D4-BFF5-911E14102DC6}" dt="2024-11-21T08:21:46.257" v="1003" actId="478"/>
          <ac:spMkLst>
            <pc:docMk/>
            <pc:sldMk cId="4153007353" sldId="1614"/>
            <ac:spMk id="3" creationId="{2B0AD3EB-D984-96D8-A01B-FC3C38355370}"/>
          </ac:spMkLst>
        </pc:spChg>
        <pc:spChg chg="mod">
          <ac:chgData name="Rosmin Elsa" userId="8f13a6be4da41318" providerId="LiveId" clId="{8943F922-5E8A-43D4-BFF5-911E14102DC6}" dt="2024-11-21T08:50:49.810" v="1194" actId="20577"/>
          <ac:spMkLst>
            <pc:docMk/>
            <pc:sldMk cId="4153007353" sldId="1614"/>
            <ac:spMk id="5" creationId="{D15CBCA4-8279-49A0-BDA5-8F1C3F65A437}"/>
          </ac:spMkLst>
        </pc:spChg>
        <pc:spChg chg="add mod">
          <ac:chgData name="Rosmin Elsa" userId="8f13a6be4da41318" providerId="LiveId" clId="{8943F922-5E8A-43D4-BFF5-911E14102DC6}" dt="2024-11-21T08:22:32.788" v="1025" actId="6549"/>
          <ac:spMkLst>
            <pc:docMk/>
            <pc:sldMk cId="4153007353" sldId="1614"/>
            <ac:spMk id="6" creationId="{B96C8E26-FC0A-DEEB-05CD-46561C958D6B}"/>
          </ac:spMkLst>
        </pc:spChg>
      </pc:sldChg>
      <pc:sldChg chg="addSp delSp modSp mod">
        <pc:chgData name="Rosmin Elsa" userId="8f13a6be4da41318" providerId="LiveId" clId="{8943F922-5E8A-43D4-BFF5-911E14102DC6}" dt="2024-11-21T08:50:53.309" v="1195" actId="20577"/>
        <pc:sldMkLst>
          <pc:docMk/>
          <pc:sldMk cId="1961774020" sldId="1615"/>
        </pc:sldMkLst>
        <pc:spChg chg="mod">
          <ac:chgData name="Rosmin Elsa" userId="8f13a6be4da41318" providerId="LiveId" clId="{8943F922-5E8A-43D4-BFF5-911E14102DC6}" dt="2024-11-21T08:24:31.951" v="1081"/>
          <ac:spMkLst>
            <pc:docMk/>
            <pc:sldMk cId="1961774020" sldId="1615"/>
            <ac:spMk id="2" creationId="{00000000-0000-0000-0000-000000000000}"/>
          </ac:spMkLst>
        </pc:spChg>
        <pc:spChg chg="del">
          <ac:chgData name="Rosmin Elsa" userId="8f13a6be4da41318" providerId="LiveId" clId="{8943F922-5E8A-43D4-BFF5-911E14102DC6}" dt="2024-11-21T08:22:44.953" v="1026" actId="478"/>
          <ac:spMkLst>
            <pc:docMk/>
            <pc:sldMk cId="1961774020" sldId="1615"/>
            <ac:spMk id="3" creationId="{1569C570-5A84-ECFA-50AE-CDD38D8C62F4}"/>
          </ac:spMkLst>
        </pc:spChg>
        <pc:spChg chg="mod">
          <ac:chgData name="Rosmin Elsa" userId="8f13a6be4da41318" providerId="LiveId" clId="{8943F922-5E8A-43D4-BFF5-911E14102DC6}" dt="2024-11-21T08:50:53.309" v="1195" actId="20577"/>
          <ac:spMkLst>
            <pc:docMk/>
            <pc:sldMk cId="1961774020" sldId="1615"/>
            <ac:spMk id="5" creationId="{D15CBCA4-8279-49A0-BDA5-8F1C3F65A437}"/>
          </ac:spMkLst>
        </pc:spChg>
        <pc:spChg chg="add mod">
          <ac:chgData name="Rosmin Elsa" userId="8f13a6be4da41318" providerId="LiveId" clId="{8943F922-5E8A-43D4-BFF5-911E14102DC6}" dt="2024-11-21T08:23:26.982" v="1052" actId="6549"/>
          <ac:spMkLst>
            <pc:docMk/>
            <pc:sldMk cId="1961774020" sldId="1615"/>
            <ac:spMk id="6" creationId="{BE7D0DBF-049F-7CAE-2FC7-7729F23D5B63}"/>
          </ac:spMkLst>
        </pc:spChg>
      </pc:sldChg>
      <pc:sldChg chg="del">
        <pc:chgData name="Rosmin Elsa" userId="8f13a6be4da41318" providerId="LiveId" clId="{8943F922-5E8A-43D4-BFF5-911E14102DC6}" dt="2024-11-21T08:25:37.603" v="1083" actId="2696"/>
        <pc:sldMkLst>
          <pc:docMk/>
          <pc:sldMk cId="3084689257" sldId="1617"/>
        </pc:sldMkLst>
      </pc:sldChg>
      <pc:sldChg chg="modSp mod">
        <pc:chgData name="Rosmin Elsa" userId="8f13a6be4da41318" providerId="LiveId" clId="{8943F922-5E8A-43D4-BFF5-911E14102DC6}" dt="2024-11-21T08:47:43.876" v="1148" actId="20577"/>
        <pc:sldMkLst>
          <pc:docMk/>
          <pc:sldMk cId="3781230212" sldId="1618"/>
        </pc:sldMkLst>
        <pc:spChg chg="mod">
          <ac:chgData name="Rosmin Elsa" userId="8f13a6be4da41318" providerId="LiveId" clId="{8943F922-5E8A-43D4-BFF5-911E14102DC6}" dt="2024-11-21T08:32:59.970" v="1128"/>
          <ac:spMkLst>
            <pc:docMk/>
            <pc:sldMk cId="3781230212" sldId="1618"/>
            <ac:spMk id="2" creationId="{00000000-0000-0000-0000-000000000000}"/>
          </ac:spMkLst>
        </pc:spChg>
        <pc:spChg chg="mod">
          <ac:chgData name="Rosmin Elsa" userId="8f13a6be4da41318" providerId="LiveId" clId="{8943F922-5E8A-43D4-BFF5-911E14102DC6}" dt="2024-11-21T08:47:43.876" v="1148" actId="20577"/>
          <ac:spMkLst>
            <pc:docMk/>
            <pc:sldMk cId="3781230212" sldId="1618"/>
            <ac:spMk id="5" creationId="{F23B1A82-CA2E-08BD-1D0D-5AA03047C3D2}"/>
          </ac:spMkLst>
        </pc:spChg>
        <pc:spChg chg="mod">
          <ac:chgData name="Rosmin Elsa" userId="8f13a6be4da41318" providerId="LiveId" clId="{8943F922-5E8A-43D4-BFF5-911E14102DC6}" dt="2024-11-21T08:28:25.280" v="1107" actId="255"/>
          <ac:spMkLst>
            <pc:docMk/>
            <pc:sldMk cId="3781230212" sldId="1618"/>
            <ac:spMk id="7" creationId="{094E9A69-B612-35E4-DEEF-5092DA0A0A97}"/>
          </ac:spMkLst>
        </pc:spChg>
      </pc:sldChg>
      <pc:sldChg chg="addSp delSp modSp mod">
        <pc:chgData name="Rosmin Elsa" userId="8f13a6be4da41318" providerId="LiveId" clId="{8943F922-5E8A-43D4-BFF5-911E14102DC6}" dt="2024-11-21T08:49:25.707" v="1173" actId="20577"/>
        <pc:sldMkLst>
          <pc:docMk/>
          <pc:sldMk cId="253385647" sldId="1619"/>
        </pc:sldMkLst>
        <pc:spChg chg="mod">
          <ac:chgData name="Rosmin Elsa" userId="8f13a6be4da41318" providerId="LiveId" clId="{8943F922-5E8A-43D4-BFF5-911E14102DC6}" dt="2024-11-18T08:54:06.973" v="488"/>
          <ac:spMkLst>
            <pc:docMk/>
            <pc:sldMk cId="253385647" sldId="1619"/>
            <ac:spMk id="2" creationId="{00000000-0000-0000-0000-000000000000}"/>
          </ac:spMkLst>
        </pc:spChg>
        <pc:spChg chg="add mod">
          <ac:chgData name="Rosmin Elsa" userId="8f13a6be4da41318" providerId="LiveId" clId="{8943F922-5E8A-43D4-BFF5-911E14102DC6}" dt="2024-11-18T09:02:34.295" v="544" actId="27107"/>
          <ac:spMkLst>
            <pc:docMk/>
            <pc:sldMk cId="253385647" sldId="1619"/>
            <ac:spMk id="3" creationId="{1CC6ADCF-50CE-AC0B-FC1F-5551508AA6C6}"/>
          </ac:spMkLst>
        </pc:spChg>
        <pc:spChg chg="mod">
          <ac:chgData name="Rosmin Elsa" userId="8f13a6be4da41318" providerId="LiveId" clId="{8943F922-5E8A-43D4-BFF5-911E14102DC6}" dt="2024-11-21T08:49:25.707" v="1173" actId="20577"/>
          <ac:spMkLst>
            <pc:docMk/>
            <pc:sldMk cId="253385647" sldId="1619"/>
            <ac:spMk id="5" creationId="{D15CBCA4-8279-49A0-BDA5-8F1C3F65A437}"/>
          </ac:spMkLst>
        </pc:spChg>
        <pc:spChg chg="del">
          <ac:chgData name="Rosmin Elsa" userId="8f13a6be4da41318" providerId="LiveId" clId="{8943F922-5E8A-43D4-BFF5-911E14102DC6}" dt="2024-11-18T09:01:51.427" v="527" actId="478"/>
          <ac:spMkLst>
            <pc:docMk/>
            <pc:sldMk cId="253385647" sldId="1619"/>
            <ac:spMk id="6" creationId="{00B7E6C3-DC3B-BC8E-EE75-86995C7F8ADF}"/>
          </ac:spMkLst>
        </pc:spChg>
      </pc:sldChg>
      <pc:sldChg chg="addSp delSp modSp mod">
        <pc:chgData name="Rosmin Elsa" userId="8f13a6be4da41318" providerId="LiveId" clId="{8943F922-5E8A-43D4-BFF5-911E14102DC6}" dt="2024-11-21T08:49:50.091" v="1180" actId="20577"/>
        <pc:sldMkLst>
          <pc:docMk/>
          <pc:sldMk cId="3461543029" sldId="1620"/>
        </pc:sldMkLst>
        <pc:spChg chg="mod">
          <ac:chgData name="Rosmin Elsa" userId="8f13a6be4da41318" providerId="LiveId" clId="{8943F922-5E8A-43D4-BFF5-911E14102DC6}" dt="2024-11-18T09:09:49.871" v="583"/>
          <ac:spMkLst>
            <pc:docMk/>
            <pc:sldMk cId="3461543029" sldId="1620"/>
            <ac:spMk id="2" creationId="{00000000-0000-0000-0000-000000000000}"/>
          </ac:spMkLst>
        </pc:spChg>
        <pc:spChg chg="add mod">
          <ac:chgData name="Rosmin Elsa" userId="8f13a6be4da41318" providerId="LiveId" clId="{8943F922-5E8A-43D4-BFF5-911E14102DC6}" dt="2024-11-21T07:55:15.066" v="766" actId="1076"/>
          <ac:spMkLst>
            <pc:docMk/>
            <pc:sldMk cId="3461543029" sldId="1620"/>
            <ac:spMk id="3" creationId="{E01A182B-D075-9CE6-8F6F-CF8FC113BABD}"/>
          </ac:spMkLst>
        </pc:spChg>
        <pc:spChg chg="mod">
          <ac:chgData name="Rosmin Elsa" userId="8f13a6be4da41318" providerId="LiveId" clId="{8943F922-5E8A-43D4-BFF5-911E14102DC6}" dt="2024-11-21T08:49:50.091" v="1180" actId="20577"/>
          <ac:spMkLst>
            <pc:docMk/>
            <pc:sldMk cId="3461543029" sldId="1620"/>
            <ac:spMk id="5" creationId="{D15CBCA4-8279-49A0-BDA5-8F1C3F65A437}"/>
          </ac:spMkLst>
        </pc:spChg>
        <pc:spChg chg="del">
          <ac:chgData name="Rosmin Elsa" userId="8f13a6be4da41318" providerId="LiveId" clId="{8943F922-5E8A-43D4-BFF5-911E14102DC6}" dt="2024-11-18T09:13:42.323" v="658" actId="478"/>
          <ac:spMkLst>
            <pc:docMk/>
            <pc:sldMk cId="3461543029" sldId="1620"/>
            <ac:spMk id="6" creationId="{00B7E6C3-DC3B-BC8E-EE75-86995C7F8ADF}"/>
          </ac:spMkLst>
        </pc:spChg>
      </pc:sldChg>
      <pc:sldChg chg="del">
        <pc:chgData name="Rosmin Elsa" userId="8f13a6be4da41318" providerId="LiveId" clId="{8943F922-5E8A-43D4-BFF5-911E14102DC6}" dt="2024-11-21T07:52:49.095" v="731" actId="47"/>
        <pc:sldMkLst>
          <pc:docMk/>
          <pc:sldMk cId="1601103554" sldId="1621"/>
        </pc:sldMkLst>
      </pc:sldChg>
      <pc:sldChg chg="del">
        <pc:chgData name="Rosmin Elsa" userId="8f13a6be4da41318" providerId="LiveId" clId="{8943F922-5E8A-43D4-BFF5-911E14102DC6}" dt="2024-11-21T07:52:49.095" v="731" actId="47"/>
        <pc:sldMkLst>
          <pc:docMk/>
          <pc:sldMk cId="2301432681" sldId="1622"/>
        </pc:sldMkLst>
      </pc:sldChg>
      <pc:sldChg chg="addSp delSp modSp mod">
        <pc:chgData name="Rosmin Elsa" userId="8f13a6be4da41318" providerId="LiveId" clId="{8943F922-5E8A-43D4-BFF5-911E14102DC6}" dt="2024-11-21T08:50:08.929" v="1183" actId="20577"/>
        <pc:sldMkLst>
          <pc:docMk/>
          <pc:sldMk cId="1316398582" sldId="1623"/>
        </pc:sldMkLst>
        <pc:spChg chg="mod">
          <ac:chgData name="Rosmin Elsa" userId="8f13a6be4da41318" providerId="LiveId" clId="{8943F922-5E8A-43D4-BFF5-911E14102DC6}" dt="2024-11-21T07:59:49.817" v="834"/>
          <ac:spMkLst>
            <pc:docMk/>
            <pc:sldMk cId="1316398582" sldId="1623"/>
            <ac:spMk id="2" creationId="{00000000-0000-0000-0000-000000000000}"/>
          </ac:spMkLst>
        </pc:spChg>
        <pc:spChg chg="del">
          <ac:chgData name="Rosmin Elsa" userId="8f13a6be4da41318" providerId="LiveId" clId="{8943F922-5E8A-43D4-BFF5-911E14102DC6}" dt="2024-11-21T07:57:10.435" v="801" actId="478"/>
          <ac:spMkLst>
            <pc:docMk/>
            <pc:sldMk cId="1316398582" sldId="1623"/>
            <ac:spMk id="3" creationId="{5028E78E-69F6-F1FA-E93D-DA55D9BB9F88}"/>
          </ac:spMkLst>
        </pc:spChg>
        <pc:spChg chg="mod">
          <ac:chgData name="Rosmin Elsa" userId="8f13a6be4da41318" providerId="LiveId" clId="{8943F922-5E8A-43D4-BFF5-911E14102DC6}" dt="2024-11-21T08:50:08.929" v="1183" actId="20577"/>
          <ac:spMkLst>
            <pc:docMk/>
            <pc:sldMk cId="1316398582" sldId="1623"/>
            <ac:spMk id="5" creationId="{D15CBCA4-8279-49A0-BDA5-8F1C3F65A437}"/>
          </ac:spMkLst>
        </pc:spChg>
        <pc:spChg chg="add del">
          <ac:chgData name="Rosmin Elsa" userId="8f13a6be4da41318" providerId="LiveId" clId="{8943F922-5E8A-43D4-BFF5-911E14102DC6}" dt="2024-11-21T07:57:11.825" v="803" actId="22"/>
          <ac:spMkLst>
            <pc:docMk/>
            <pc:sldMk cId="1316398582" sldId="1623"/>
            <ac:spMk id="7" creationId="{8051219E-E119-347E-2B3F-9EFE6FC48420}"/>
          </ac:spMkLst>
        </pc:spChg>
        <pc:spChg chg="add mod">
          <ac:chgData name="Rosmin Elsa" userId="8f13a6be4da41318" providerId="LiveId" clId="{8943F922-5E8A-43D4-BFF5-911E14102DC6}" dt="2024-11-21T07:57:36.416" v="811" actId="20577"/>
          <ac:spMkLst>
            <pc:docMk/>
            <pc:sldMk cId="1316398582" sldId="1623"/>
            <ac:spMk id="8" creationId="{67B91741-3FFE-E428-BFF0-A0975EC3D930}"/>
          </ac:spMkLst>
        </pc:spChg>
        <pc:spChg chg="add del">
          <ac:chgData name="Rosmin Elsa" userId="8f13a6be4da41318" providerId="LiveId" clId="{8943F922-5E8A-43D4-BFF5-911E14102DC6}" dt="2024-11-21T07:58:04.175" v="813" actId="22"/>
          <ac:spMkLst>
            <pc:docMk/>
            <pc:sldMk cId="1316398582" sldId="1623"/>
            <ac:spMk id="10" creationId="{E4E86509-15EB-49F4-0A56-5FC65D9FC7AA}"/>
          </ac:spMkLst>
        </pc:spChg>
      </pc:sldChg>
      <pc:sldChg chg="del">
        <pc:chgData name="Rosmin Elsa" userId="8f13a6be4da41318" providerId="LiveId" clId="{8943F922-5E8A-43D4-BFF5-911E14102DC6}" dt="2024-11-21T08:11:43.105" v="921" actId="47"/>
        <pc:sldMkLst>
          <pc:docMk/>
          <pc:sldMk cId="3924607803" sldId="1624"/>
        </pc:sldMkLst>
      </pc:sldChg>
      <pc:sldChg chg="del">
        <pc:chgData name="Rosmin Elsa" userId="8f13a6be4da41318" providerId="LiveId" clId="{8943F922-5E8A-43D4-BFF5-911E14102DC6}" dt="2024-11-21T08:11:43.105" v="921" actId="47"/>
        <pc:sldMkLst>
          <pc:docMk/>
          <pc:sldMk cId="3339055648" sldId="1625"/>
        </pc:sldMkLst>
      </pc:sldChg>
      <pc:sldChg chg="del">
        <pc:chgData name="Rosmin Elsa" userId="8f13a6be4da41318" providerId="LiveId" clId="{8943F922-5E8A-43D4-BFF5-911E14102DC6}" dt="2024-11-21T08:11:43.105" v="921" actId="47"/>
        <pc:sldMkLst>
          <pc:docMk/>
          <pc:sldMk cId="1174789595" sldId="1626"/>
        </pc:sldMkLst>
      </pc:sldChg>
      <pc:sldChg chg="del">
        <pc:chgData name="Rosmin Elsa" userId="8f13a6be4da41318" providerId="LiveId" clId="{8943F922-5E8A-43D4-BFF5-911E14102DC6}" dt="2024-11-21T08:25:37.603" v="1083" actId="2696"/>
        <pc:sldMkLst>
          <pc:docMk/>
          <pc:sldMk cId="56519740" sldId="1627"/>
        </pc:sldMkLst>
      </pc:sldChg>
      <pc:sldChg chg="del">
        <pc:chgData name="Rosmin Elsa" userId="8f13a6be4da41318" providerId="LiveId" clId="{8943F922-5E8A-43D4-BFF5-911E14102DC6}" dt="2024-11-21T08:25:37.603" v="1083" actId="2696"/>
        <pc:sldMkLst>
          <pc:docMk/>
          <pc:sldMk cId="3323848313" sldId="1628"/>
        </pc:sldMkLst>
      </pc:sldChg>
      <pc:sldChg chg="del">
        <pc:chgData name="Rosmin Elsa" userId="8f13a6be4da41318" providerId="LiveId" clId="{8943F922-5E8A-43D4-BFF5-911E14102DC6}" dt="2024-11-21T08:25:37.603" v="1083" actId="2696"/>
        <pc:sldMkLst>
          <pc:docMk/>
          <pc:sldMk cId="660300182" sldId="1629"/>
        </pc:sldMkLst>
      </pc:sldChg>
      <pc:sldChg chg="addSp delSp modSp mod">
        <pc:chgData name="Rosmin Elsa" userId="8f13a6be4da41318" providerId="LiveId" clId="{8943F922-5E8A-43D4-BFF5-911E14102DC6}" dt="2024-11-21T08:49:21.827" v="1172" actId="20577"/>
        <pc:sldMkLst>
          <pc:docMk/>
          <pc:sldMk cId="3699814327" sldId="1630"/>
        </pc:sldMkLst>
        <pc:spChg chg="mod">
          <ac:chgData name="Rosmin Elsa" userId="8f13a6be4da41318" providerId="LiveId" clId="{8943F922-5E8A-43D4-BFF5-911E14102DC6}" dt="2024-11-18T08:54:01.849" v="487"/>
          <ac:spMkLst>
            <pc:docMk/>
            <pc:sldMk cId="3699814327" sldId="1630"/>
            <ac:spMk id="2" creationId="{00000000-0000-0000-0000-000000000000}"/>
          </ac:spMkLst>
        </pc:spChg>
        <pc:spChg chg="add mod">
          <ac:chgData name="Rosmin Elsa" userId="8f13a6be4da41318" providerId="LiveId" clId="{8943F922-5E8A-43D4-BFF5-911E14102DC6}" dt="2024-11-18T09:01:12.434" v="526" actId="27107"/>
          <ac:spMkLst>
            <pc:docMk/>
            <pc:sldMk cId="3699814327" sldId="1630"/>
            <ac:spMk id="3" creationId="{EA8CC5BD-C4D9-1A68-D503-CB0D4D2E86BE}"/>
          </ac:spMkLst>
        </pc:spChg>
        <pc:spChg chg="mod">
          <ac:chgData name="Rosmin Elsa" userId="8f13a6be4da41318" providerId="LiveId" clId="{8943F922-5E8A-43D4-BFF5-911E14102DC6}" dt="2024-11-21T08:49:21.827" v="1172" actId="20577"/>
          <ac:spMkLst>
            <pc:docMk/>
            <pc:sldMk cId="3699814327" sldId="1630"/>
            <ac:spMk id="5" creationId="{D15CBCA4-8279-49A0-BDA5-8F1C3F65A437}"/>
          </ac:spMkLst>
        </pc:spChg>
        <pc:spChg chg="del">
          <ac:chgData name="Rosmin Elsa" userId="8f13a6be4da41318" providerId="LiveId" clId="{8943F922-5E8A-43D4-BFF5-911E14102DC6}" dt="2024-11-18T09:00:49.144" v="517" actId="478"/>
          <ac:spMkLst>
            <pc:docMk/>
            <pc:sldMk cId="3699814327" sldId="1630"/>
            <ac:spMk id="6" creationId="{00B7E6C3-DC3B-BC8E-EE75-86995C7F8ADF}"/>
          </ac:spMkLst>
        </pc:spChg>
      </pc:sldChg>
      <pc:sldChg chg="modSp add mod">
        <pc:chgData name="Rosmin Elsa" userId="8f13a6be4da41318" providerId="LiveId" clId="{8943F922-5E8A-43D4-BFF5-911E14102DC6}" dt="2024-11-21T08:47:49.850" v="1150" actId="20577"/>
        <pc:sldMkLst>
          <pc:docMk/>
          <pc:sldMk cId="3531643558" sldId="1631"/>
        </pc:sldMkLst>
        <pc:spChg chg="mod">
          <ac:chgData name="Rosmin Elsa" userId="8f13a6be4da41318" providerId="LiveId" clId="{8943F922-5E8A-43D4-BFF5-911E14102DC6}" dt="2024-11-21T08:33:02.689" v="1129"/>
          <ac:spMkLst>
            <pc:docMk/>
            <pc:sldMk cId="3531643558" sldId="1631"/>
            <ac:spMk id="2" creationId="{00000000-0000-0000-0000-000000000000}"/>
          </ac:spMkLst>
        </pc:spChg>
        <pc:spChg chg="mod">
          <ac:chgData name="Rosmin Elsa" userId="8f13a6be4da41318" providerId="LiveId" clId="{8943F922-5E8A-43D4-BFF5-911E14102DC6}" dt="2024-11-21T08:47:49.850" v="1150" actId="20577"/>
          <ac:spMkLst>
            <pc:docMk/>
            <pc:sldMk cId="3531643558" sldId="1631"/>
            <ac:spMk id="5" creationId="{F23B1A82-CA2E-08BD-1D0D-5AA03047C3D2}"/>
          </ac:spMkLst>
        </pc:spChg>
        <pc:spChg chg="mod">
          <ac:chgData name="Rosmin Elsa" userId="8f13a6be4da41318" providerId="LiveId" clId="{8943F922-5E8A-43D4-BFF5-911E14102DC6}" dt="2024-11-21T08:28:33.141" v="1108" actId="255"/>
          <ac:spMkLst>
            <pc:docMk/>
            <pc:sldMk cId="3531643558" sldId="1631"/>
            <ac:spMk id="7" creationId="{094E9A69-B612-35E4-DEEF-5092DA0A0A97}"/>
          </ac:spMkLst>
        </pc:spChg>
      </pc:sldChg>
      <pc:sldChg chg="modSp add mod">
        <pc:chgData name="Rosmin Elsa" userId="8f13a6be4da41318" providerId="LiveId" clId="{8943F922-5E8A-43D4-BFF5-911E14102DC6}" dt="2024-11-21T08:47:54.869" v="1152" actId="20577"/>
        <pc:sldMkLst>
          <pc:docMk/>
          <pc:sldMk cId="1955338336" sldId="1632"/>
        </pc:sldMkLst>
        <pc:spChg chg="mod">
          <ac:chgData name="Rosmin Elsa" userId="8f13a6be4da41318" providerId="LiveId" clId="{8943F922-5E8A-43D4-BFF5-911E14102DC6}" dt="2024-11-21T08:33:05.535" v="1130"/>
          <ac:spMkLst>
            <pc:docMk/>
            <pc:sldMk cId="1955338336" sldId="1632"/>
            <ac:spMk id="2" creationId="{00000000-0000-0000-0000-000000000000}"/>
          </ac:spMkLst>
        </pc:spChg>
        <pc:spChg chg="mod">
          <ac:chgData name="Rosmin Elsa" userId="8f13a6be4da41318" providerId="LiveId" clId="{8943F922-5E8A-43D4-BFF5-911E14102DC6}" dt="2024-11-21T08:47:54.869" v="1152" actId="20577"/>
          <ac:spMkLst>
            <pc:docMk/>
            <pc:sldMk cId="1955338336" sldId="1632"/>
            <ac:spMk id="5" creationId="{F23B1A82-CA2E-08BD-1D0D-5AA03047C3D2}"/>
          </ac:spMkLst>
        </pc:spChg>
        <pc:spChg chg="mod">
          <ac:chgData name="Rosmin Elsa" userId="8f13a6be4da41318" providerId="LiveId" clId="{8943F922-5E8A-43D4-BFF5-911E14102DC6}" dt="2024-11-21T08:28:39.562" v="1109" actId="255"/>
          <ac:spMkLst>
            <pc:docMk/>
            <pc:sldMk cId="1955338336" sldId="1632"/>
            <ac:spMk id="7" creationId="{094E9A69-B612-35E4-DEEF-5092DA0A0A97}"/>
          </ac:spMkLst>
        </pc:spChg>
      </pc:sldChg>
      <pc:sldChg chg="modSp add mod">
        <pc:chgData name="Rosmin Elsa" userId="8f13a6be4da41318" providerId="LiveId" clId="{8943F922-5E8A-43D4-BFF5-911E14102DC6}" dt="2024-11-21T08:47:59.857" v="1154" actId="20577"/>
        <pc:sldMkLst>
          <pc:docMk/>
          <pc:sldMk cId="1906323172" sldId="1633"/>
        </pc:sldMkLst>
        <pc:spChg chg="mod">
          <ac:chgData name="Rosmin Elsa" userId="8f13a6be4da41318" providerId="LiveId" clId="{8943F922-5E8A-43D4-BFF5-911E14102DC6}" dt="2024-11-21T08:33:08.491" v="1131"/>
          <ac:spMkLst>
            <pc:docMk/>
            <pc:sldMk cId="1906323172" sldId="1633"/>
            <ac:spMk id="2" creationId="{00000000-0000-0000-0000-000000000000}"/>
          </ac:spMkLst>
        </pc:spChg>
        <pc:spChg chg="mod">
          <ac:chgData name="Rosmin Elsa" userId="8f13a6be4da41318" providerId="LiveId" clId="{8943F922-5E8A-43D4-BFF5-911E14102DC6}" dt="2024-11-21T08:47:59.857" v="1154" actId="20577"/>
          <ac:spMkLst>
            <pc:docMk/>
            <pc:sldMk cId="1906323172" sldId="1633"/>
            <ac:spMk id="5" creationId="{F23B1A82-CA2E-08BD-1D0D-5AA03047C3D2}"/>
          </ac:spMkLst>
        </pc:spChg>
        <pc:spChg chg="mod">
          <ac:chgData name="Rosmin Elsa" userId="8f13a6be4da41318" providerId="LiveId" clId="{8943F922-5E8A-43D4-BFF5-911E14102DC6}" dt="2024-11-21T08:28:51.993" v="1111" actId="255"/>
          <ac:spMkLst>
            <pc:docMk/>
            <pc:sldMk cId="1906323172" sldId="1633"/>
            <ac:spMk id="7" creationId="{094E9A69-B612-35E4-DEEF-5092DA0A0A97}"/>
          </ac:spMkLst>
        </pc:spChg>
      </pc:sldChg>
      <pc:sldChg chg="modSp add mod">
        <pc:chgData name="Rosmin Elsa" userId="8f13a6be4da41318" providerId="LiveId" clId="{8943F922-5E8A-43D4-BFF5-911E14102DC6}" dt="2024-11-21T08:48:04.642" v="1156" actId="20577"/>
        <pc:sldMkLst>
          <pc:docMk/>
          <pc:sldMk cId="3774317370" sldId="1634"/>
        </pc:sldMkLst>
        <pc:spChg chg="mod">
          <ac:chgData name="Rosmin Elsa" userId="8f13a6be4da41318" providerId="LiveId" clId="{8943F922-5E8A-43D4-BFF5-911E14102DC6}" dt="2024-11-21T08:33:17.007" v="1132"/>
          <ac:spMkLst>
            <pc:docMk/>
            <pc:sldMk cId="3774317370" sldId="1634"/>
            <ac:spMk id="2" creationId="{00000000-0000-0000-0000-000000000000}"/>
          </ac:spMkLst>
        </pc:spChg>
        <pc:spChg chg="mod">
          <ac:chgData name="Rosmin Elsa" userId="8f13a6be4da41318" providerId="LiveId" clId="{8943F922-5E8A-43D4-BFF5-911E14102DC6}" dt="2024-11-21T08:48:04.642" v="1156" actId="20577"/>
          <ac:spMkLst>
            <pc:docMk/>
            <pc:sldMk cId="3774317370" sldId="1634"/>
            <ac:spMk id="5" creationId="{F23B1A82-CA2E-08BD-1D0D-5AA03047C3D2}"/>
          </ac:spMkLst>
        </pc:spChg>
        <pc:spChg chg="mod">
          <ac:chgData name="Rosmin Elsa" userId="8f13a6be4da41318" providerId="LiveId" clId="{8943F922-5E8A-43D4-BFF5-911E14102DC6}" dt="2024-11-21T08:28:57.990" v="1112" actId="255"/>
          <ac:spMkLst>
            <pc:docMk/>
            <pc:sldMk cId="3774317370" sldId="1634"/>
            <ac:spMk id="7" creationId="{094E9A69-B612-35E4-DEEF-5092DA0A0A97}"/>
          </ac:spMkLst>
        </pc:spChg>
      </pc:sldChg>
      <pc:sldChg chg="modSp add mod">
        <pc:chgData name="Rosmin Elsa" userId="8f13a6be4da41318" providerId="LiveId" clId="{8943F922-5E8A-43D4-BFF5-911E14102DC6}" dt="2024-11-21T08:49:00.954" v="1166" actId="20577"/>
        <pc:sldMkLst>
          <pc:docMk/>
          <pc:sldMk cId="2645690550" sldId="1635"/>
        </pc:sldMkLst>
        <pc:spChg chg="mod">
          <ac:chgData name="Rosmin Elsa" userId="8f13a6be4da41318" providerId="LiveId" clId="{8943F922-5E8A-43D4-BFF5-911E14102DC6}" dt="2024-11-18T08:52:59.039" v="470"/>
          <ac:spMkLst>
            <pc:docMk/>
            <pc:sldMk cId="2645690550" sldId="1635"/>
            <ac:spMk id="2" creationId="{00000000-0000-0000-0000-000000000000}"/>
          </ac:spMkLst>
        </pc:spChg>
        <pc:spChg chg="mod">
          <ac:chgData name="Rosmin Elsa" userId="8f13a6be4da41318" providerId="LiveId" clId="{8943F922-5E8A-43D4-BFF5-911E14102DC6}" dt="2024-11-21T08:49:00.954" v="1166" actId="20577"/>
          <ac:spMkLst>
            <pc:docMk/>
            <pc:sldMk cId="2645690550" sldId="1635"/>
            <ac:spMk id="5" creationId="{D15CBCA4-8279-49A0-BDA5-8F1C3F65A437}"/>
          </ac:spMkLst>
        </pc:spChg>
        <pc:spChg chg="mod">
          <ac:chgData name="Rosmin Elsa" userId="8f13a6be4da41318" providerId="LiveId" clId="{8943F922-5E8A-43D4-BFF5-911E14102DC6}" dt="2024-11-18T08:52:28.551" v="467" actId="6549"/>
          <ac:spMkLst>
            <pc:docMk/>
            <pc:sldMk cId="2645690550" sldId="1635"/>
            <ac:spMk id="8" creationId="{075C7F22-4AB3-86B6-7494-E16D802C6DEF}"/>
          </ac:spMkLst>
        </pc:spChg>
      </pc:sldChg>
      <pc:sldChg chg="modSp add mod">
        <pc:chgData name="Rosmin Elsa" userId="8f13a6be4da41318" providerId="LiveId" clId="{8943F922-5E8A-43D4-BFF5-911E14102DC6}" dt="2024-11-21T08:49:31.901" v="1176" actId="20577"/>
        <pc:sldMkLst>
          <pc:docMk/>
          <pc:sldMk cId="567433299" sldId="1636"/>
        </pc:sldMkLst>
        <pc:spChg chg="mod">
          <ac:chgData name="Rosmin Elsa" userId="8f13a6be4da41318" providerId="LiveId" clId="{8943F922-5E8A-43D4-BFF5-911E14102DC6}" dt="2024-11-18T09:03:22.914" v="560" actId="27107"/>
          <ac:spMkLst>
            <pc:docMk/>
            <pc:sldMk cId="567433299" sldId="1636"/>
            <ac:spMk id="3" creationId="{1CC6ADCF-50CE-AC0B-FC1F-5551508AA6C6}"/>
          </ac:spMkLst>
        </pc:spChg>
        <pc:spChg chg="mod">
          <ac:chgData name="Rosmin Elsa" userId="8f13a6be4da41318" providerId="LiveId" clId="{8943F922-5E8A-43D4-BFF5-911E14102DC6}" dt="2024-11-21T08:49:31.901" v="1176" actId="20577"/>
          <ac:spMkLst>
            <pc:docMk/>
            <pc:sldMk cId="567433299" sldId="1636"/>
            <ac:spMk id="5" creationId="{D15CBCA4-8279-49A0-BDA5-8F1C3F65A437}"/>
          </ac:spMkLst>
        </pc:spChg>
      </pc:sldChg>
      <pc:sldChg chg="modSp add mod">
        <pc:chgData name="Rosmin Elsa" userId="8f13a6be4da41318" providerId="LiveId" clId="{8943F922-5E8A-43D4-BFF5-911E14102DC6}" dt="2024-11-21T08:50:14.392" v="1185" actId="20577"/>
        <pc:sldMkLst>
          <pc:docMk/>
          <pc:sldMk cId="98955265" sldId="1637"/>
        </pc:sldMkLst>
        <pc:spChg chg="mod">
          <ac:chgData name="Rosmin Elsa" userId="8f13a6be4da41318" providerId="LiveId" clId="{8943F922-5E8A-43D4-BFF5-911E14102DC6}" dt="2024-11-21T07:59:54.720" v="835"/>
          <ac:spMkLst>
            <pc:docMk/>
            <pc:sldMk cId="98955265" sldId="1637"/>
            <ac:spMk id="2" creationId="{00000000-0000-0000-0000-000000000000}"/>
          </ac:spMkLst>
        </pc:spChg>
        <pc:spChg chg="mod">
          <ac:chgData name="Rosmin Elsa" userId="8f13a6be4da41318" providerId="LiveId" clId="{8943F922-5E8A-43D4-BFF5-911E14102DC6}" dt="2024-11-21T08:50:14.392" v="1185" actId="20577"/>
          <ac:spMkLst>
            <pc:docMk/>
            <pc:sldMk cId="98955265" sldId="1637"/>
            <ac:spMk id="5" creationId="{D15CBCA4-8279-49A0-BDA5-8F1C3F65A437}"/>
          </ac:spMkLst>
        </pc:spChg>
        <pc:spChg chg="mod">
          <ac:chgData name="Rosmin Elsa" userId="8f13a6be4da41318" providerId="LiveId" clId="{8943F922-5E8A-43D4-BFF5-911E14102DC6}" dt="2024-11-21T07:58:29.750" v="817"/>
          <ac:spMkLst>
            <pc:docMk/>
            <pc:sldMk cId="98955265" sldId="1637"/>
            <ac:spMk id="8" creationId="{67B91741-3FFE-E428-BFF0-A0975EC3D930}"/>
          </ac:spMkLst>
        </pc:spChg>
      </pc:sldChg>
      <pc:sldChg chg="modSp add mod">
        <pc:chgData name="Rosmin Elsa" userId="8f13a6be4da41318" providerId="LiveId" clId="{8943F922-5E8A-43D4-BFF5-911E14102DC6}" dt="2024-11-21T08:50:19.303" v="1187" actId="20577"/>
        <pc:sldMkLst>
          <pc:docMk/>
          <pc:sldMk cId="1312048462" sldId="1638"/>
        </pc:sldMkLst>
        <pc:spChg chg="mod">
          <ac:chgData name="Rosmin Elsa" userId="8f13a6be4da41318" providerId="LiveId" clId="{8943F922-5E8A-43D4-BFF5-911E14102DC6}" dt="2024-11-21T07:59:57.879" v="836"/>
          <ac:spMkLst>
            <pc:docMk/>
            <pc:sldMk cId="1312048462" sldId="1638"/>
            <ac:spMk id="2" creationId="{00000000-0000-0000-0000-000000000000}"/>
          </ac:spMkLst>
        </pc:spChg>
        <pc:spChg chg="mod">
          <ac:chgData name="Rosmin Elsa" userId="8f13a6be4da41318" providerId="LiveId" clId="{8943F922-5E8A-43D4-BFF5-911E14102DC6}" dt="2024-11-21T08:50:19.303" v="1187" actId="20577"/>
          <ac:spMkLst>
            <pc:docMk/>
            <pc:sldMk cId="1312048462" sldId="1638"/>
            <ac:spMk id="5" creationId="{D15CBCA4-8279-49A0-BDA5-8F1C3F65A437}"/>
          </ac:spMkLst>
        </pc:spChg>
        <pc:spChg chg="mod">
          <ac:chgData name="Rosmin Elsa" userId="8f13a6be4da41318" providerId="LiveId" clId="{8943F922-5E8A-43D4-BFF5-911E14102DC6}" dt="2024-11-21T07:58:53.320" v="825" actId="20577"/>
          <ac:spMkLst>
            <pc:docMk/>
            <pc:sldMk cId="1312048462" sldId="1638"/>
            <ac:spMk id="8" creationId="{67B91741-3FFE-E428-BFF0-A0975EC3D930}"/>
          </ac:spMkLst>
        </pc:spChg>
      </pc:sldChg>
      <pc:sldChg chg="modSp add mod">
        <pc:chgData name="Rosmin Elsa" userId="8f13a6be4da41318" providerId="LiveId" clId="{8943F922-5E8A-43D4-BFF5-911E14102DC6}" dt="2024-11-21T08:50:27.137" v="1190" actId="20577"/>
        <pc:sldMkLst>
          <pc:docMk/>
          <pc:sldMk cId="2747739725" sldId="1639"/>
        </pc:sldMkLst>
        <pc:spChg chg="mod">
          <ac:chgData name="Rosmin Elsa" userId="8f13a6be4da41318" providerId="LiveId" clId="{8943F922-5E8A-43D4-BFF5-911E14102DC6}" dt="2024-11-21T08:00:00.679" v="837"/>
          <ac:spMkLst>
            <pc:docMk/>
            <pc:sldMk cId="2747739725" sldId="1639"/>
            <ac:spMk id="2" creationId="{00000000-0000-0000-0000-000000000000}"/>
          </ac:spMkLst>
        </pc:spChg>
        <pc:spChg chg="mod">
          <ac:chgData name="Rosmin Elsa" userId="8f13a6be4da41318" providerId="LiveId" clId="{8943F922-5E8A-43D4-BFF5-911E14102DC6}" dt="2024-11-21T08:50:27.137" v="1190" actId="20577"/>
          <ac:spMkLst>
            <pc:docMk/>
            <pc:sldMk cId="2747739725" sldId="1639"/>
            <ac:spMk id="5" creationId="{D15CBCA4-8279-49A0-BDA5-8F1C3F65A437}"/>
          </ac:spMkLst>
        </pc:spChg>
        <pc:spChg chg="mod">
          <ac:chgData name="Rosmin Elsa" userId="8f13a6be4da41318" providerId="LiveId" clId="{8943F922-5E8A-43D4-BFF5-911E14102DC6}" dt="2024-11-21T07:59:18.936" v="832" actId="20577"/>
          <ac:spMkLst>
            <pc:docMk/>
            <pc:sldMk cId="2747739725" sldId="1639"/>
            <ac:spMk id="8" creationId="{67B91741-3FFE-E428-BFF0-A0975EC3D930}"/>
          </ac:spMkLst>
        </pc:spChg>
      </pc:sldChg>
      <pc:sldChg chg="modSp add mod">
        <pc:chgData name="Rosmin Elsa" userId="8f13a6be4da41318" providerId="LiveId" clId="{8943F922-5E8A-43D4-BFF5-911E14102DC6}" dt="2024-11-21T08:50:58.341" v="1197" actId="20577"/>
        <pc:sldMkLst>
          <pc:docMk/>
          <pc:sldMk cId="2503066849" sldId="1640"/>
        </pc:sldMkLst>
        <pc:spChg chg="mod">
          <ac:chgData name="Rosmin Elsa" userId="8f13a6be4da41318" providerId="LiveId" clId="{8943F922-5E8A-43D4-BFF5-911E14102DC6}" dt="2024-11-21T08:24:34.889" v="1082"/>
          <ac:spMkLst>
            <pc:docMk/>
            <pc:sldMk cId="2503066849" sldId="1640"/>
            <ac:spMk id="2" creationId="{00000000-0000-0000-0000-000000000000}"/>
          </ac:spMkLst>
        </pc:spChg>
        <pc:spChg chg="mod">
          <ac:chgData name="Rosmin Elsa" userId="8f13a6be4da41318" providerId="LiveId" clId="{8943F922-5E8A-43D4-BFF5-911E14102DC6}" dt="2024-11-21T08:50:58.341" v="1197" actId="20577"/>
          <ac:spMkLst>
            <pc:docMk/>
            <pc:sldMk cId="2503066849" sldId="1640"/>
            <ac:spMk id="5" creationId="{D15CBCA4-8279-49A0-BDA5-8F1C3F65A437}"/>
          </ac:spMkLst>
        </pc:spChg>
        <pc:spChg chg="mod">
          <ac:chgData name="Rosmin Elsa" userId="8f13a6be4da41318" providerId="LiveId" clId="{8943F922-5E8A-43D4-BFF5-911E14102DC6}" dt="2024-11-21T08:24:15.577" v="1079" actId="6549"/>
          <ac:spMkLst>
            <pc:docMk/>
            <pc:sldMk cId="2503066849" sldId="1640"/>
            <ac:spMk id="6" creationId="{BE7D0DBF-049F-7CAE-2FC7-7729F23D5B63}"/>
          </ac:spMkLst>
        </pc:spChg>
      </pc:sldChg>
      <pc:sldMasterChg chg="modSldLayout">
        <pc:chgData name="Rosmin Elsa" userId="8f13a6be4da41318" providerId="LiveId" clId="{8943F922-5E8A-43D4-BFF5-911E14102DC6}" dt="2024-11-21T08:53:32.026" v="1205" actId="20577"/>
        <pc:sldMasterMkLst>
          <pc:docMk/>
          <pc:sldMasterMk cId="2021402228" sldId="2147483673"/>
        </pc:sldMasterMkLst>
        <pc:sldLayoutChg chg="modSp mod">
          <pc:chgData name="Rosmin Elsa" userId="8f13a6be4da41318" providerId="LiveId" clId="{8943F922-5E8A-43D4-BFF5-911E14102DC6}" dt="2024-11-21T08:53:32.026" v="1205" actId="20577"/>
          <pc:sldLayoutMkLst>
            <pc:docMk/>
            <pc:sldMasterMk cId="2021402228" sldId="2147483673"/>
            <pc:sldLayoutMk cId="972620569" sldId="2147483686"/>
          </pc:sldLayoutMkLst>
          <pc:spChg chg="mod">
            <ac:chgData name="Rosmin Elsa" userId="8f13a6be4da41318" providerId="LiveId" clId="{8943F922-5E8A-43D4-BFF5-911E14102DC6}" dt="2024-11-21T08:53:32.026" v="1205" actId="20577"/>
            <ac:spMkLst>
              <pc:docMk/>
              <pc:sldMasterMk cId="2021402228" sldId="2147483673"/>
              <pc:sldLayoutMk cId="972620569" sldId="2147483686"/>
              <ac:spMk id="7" creationId="{99B39CA7-ADE3-4147-9B4D-BE10E585E948}"/>
            </ac:spMkLst>
          </pc:spChg>
        </pc:sldLayoutChg>
        <pc:sldLayoutChg chg="modSp mod">
          <pc:chgData name="Rosmin Elsa" userId="8f13a6be4da41318" providerId="LiveId" clId="{8943F922-5E8A-43D4-BFF5-911E14102DC6}" dt="2024-11-21T08:51:54.441" v="1199" actId="20577"/>
          <pc:sldLayoutMkLst>
            <pc:docMk/>
            <pc:sldMasterMk cId="2021402228" sldId="2147483673"/>
            <pc:sldLayoutMk cId="3929588466" sldId="2147483687"/>
          </pc:sldLayoutMkLst>
          <pc:spChg chg="mod">
            <ac:chgData name="Rosmin Elsa" userId="8f13a6be4da41318" providerId="LiveId" clId="{8943F922-5E8A-43D4-BFF5-911E14102DC6}" dt="2024-11-21T08:51:54.441" v="1199" actId="20577"/>
            <ac:spMkLst>
              <pc:docMk/>
              <pc:sldMasterMk cId="2021402228" sldId="2147483673"/>
              <pc:sldLayoutMk cId="3929588466" sldId="2147483687"/>
              <ac:spMk id="7" creationId="{99B39CA7-ADE3-4147-9B4D-BE10E585E948}"/>
            </ac:spMkLst>
          </pc:spChg>
        </pc:sldLayoutChg>
        <pc:sldLayoutChg chg="modSp mod">
          <pc:chgData name="Rosmin Elsa" userId="8f13a6be4da41318" providerId="LiveId" clId="{8943F922-5E8A-43D4-BFF5-911E14102DC6}" dt="2024-11-21T08:52:03.222" v="1203" actId="20577"/>
          <pc:sldLayoutMkLst>
            <pc:docMk/>
            <pc:sldMasterMk cId="2021402228" sldId="2147483673"/>
            <pc:sldLayoutMk cId="559836863" sldId="2147483688"/>
          </pc:sldLayoutMkLst>
          <pc:spChg chg="mod">
            <ac:chgData name="Rosmin Elsa" userId="8f13a6be4da41318" providerId="LiveId" clId="{8943F922-5E8A-43D4-BFF5-911E14102DC6}" dt="2024-11-21T08:52:03.222" v="1203" actId="20577"/>
            <ac:spMkLst>
              <pc:docMk/>
              <pc:sldMasterMk cId="2021402228" sldId="2147483673"/>
              <pc:sldLayoutMk cId="559836863" sldId="2147483688"/>
              <ac:spMk id="6" creationId="{35F845F3-CC22-433F-9120-253A2A1338E7}"/>
            </ac:spMkLst>
          </pc:spChg>
        </pc:sldLayoutChg>
        <pc:sldLayoutChg chg="modSp mod">
          <pc:chgData name="Rosmin Elsa" userId="8f13a6be4da41318" providerId="LiveId" clId="{8943F922-5E8A-43D4-BFF5-911E14102DC6}" dt="2024-11-21T08:51:58.939" v="1201" actId="20577"/>
          <pc:sldLayoutMkLst>
            <pc:docMk/>
            <pc:sldMasterMk cId="2021402228" sldId="2147483673"/>
            <pc:sldLayoutMk cId="3490850578" sldId="2147483689"/>
          </pc:sldLayoutMkLst>
          <pc:spChg chg="mod">
            <ac:chgData name="Rosmin Elsa" userId="8f13a6be4da41318" providerId="LiveId" clId="{8943F922-5E8A-43D4-BFF5-911E14102DC6}" dt="2024-11-21T08:51:58.939" v="1201" actId="20577"/>
            <ac:spMkLst>
              <pc:docMk/>
              <pc:sldMasterMk cId="2021402228" sldId="2147483673"/>
              <pc:sldLayoutMk cId="3490850578" sldId="2147483689"/>
              <ac:spMk id="7" creationId="{99B39CA7-ADE3-4147-9B4D-BE10E585E948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21/11/2024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24 Nov 2024,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24 Nov 2024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24 Nov 2024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24 Nov 2024</a:t>
            </a:r>
            <a:endParaRPr lang="en-US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3A813-6DBA-F993-8DA0-D81B4057E015}"/>
              </a:ext>
            </a:extLst>
          </p:cNvPr>
          <p:cNvSpPr txBox="1">
            <a:spLocks/>
          </p:cNvSpPr>
          <p:nvPr/>
        </p:nvSpPr>
        <p:spPr>
          <a:xfrm>
            <a:off x="735183" y="988865"/>
            <a:ext cx="7673633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48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Annunciation to Virgin Mary </a:t>
            </a:r>
            <a:r>
              <a:rPr lang="en-SG" sz="28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Virgin Mary: The model of dedication for the people of God 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48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Diaspora Sunday</a:t>
            </a:r>
            <a:endParaRPr lang="en-GB" sz="2800" b="1" i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0611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868291" y="1809497"/>
            <a:ext cx="5407417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670550" y="1755777"/>
            <a:ext cx="5802900" cy="163194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</a:rPr>
              <a:t>Opening Hymn</a:t>
            </a:r>
          </a:p>
          <a:p>
            <a:r>
              <a:rPr lang="en-US">
                <a:solidFill>
                  <a:schemeClr val="bg1"/>
                </a:solidFill>
              </a:rPr>
              <a:t>Song no: 208</a:t>
            </a: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chemeClr val="bg1"/>
                </a:solidFill>
              </a:rPr>
              <a:t>Song no: 208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309282" y="783942"/>
            <a:ext cx="852991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800"/>
              <a:t>Praise Him ! praise Him ! </a:t>
            </a:r>
            <a:br>
              <a:rPr lang="en-SG" sz="2800"/>
            </a:br>
            <a:r>
              <a:rPr lang="en-SG" sz="2800"/>
              <a:t>Jesus, our blessed Redeemer !</a:t>
            </a:r>
          </a:p>
          <a:p>
            <a:pPr algn="ctr"/>
            <a:r>
              <a:rPr lang="en-SG" sz="2800"/>
              <a:t>Sing, O earth—His wonderful love proclaim ! </a:t>
            </a:r>
          </a:p>
          <a:p>
            <a:pPr algn="ctr"/>
            <a:r>
              <a:rPr lang="en-SG" sz="2800"/>
              <a:t>Hail Him ! hail Him ! </a:t>
            </a:r>
          </a:p>
          <a:p>
            <a:pPr algn="ctr"/>
            <a:r>
              <a:rPr lang="en-SG" sz="2800"/>
              <a:t>Highest arch-angels in glory;</a:t>
            </a:r>
          </a:p>
          <a:p>
            <a:pPr algn="ctr"/>
            <a:r>
              <a:rPr lang="en-SG" sz="2800"/>
              <a:t>Strength and honour give to His holy name !</a:t>
            </a:r>
          </a:p>
          <a:p>
            <a:pPr algn="ctr"/>
            <a:r>
              <a:rPr lang="en-SG" sz="2800"/>
              <a:t>Like a shepherd, Jesus will guard His children, </a:t>
            </a:r>
          </a:p>
          <a:p>
            <a:pPr algn="ctr"/>
            <a:r>
              <a:rPr lang="en-SG" sz="2800"/>
              <a:t>In His arms He carries them all day long</a:t>
            </a:r>
            <a:endParaRPr lang="en-US" sz="2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1 of 6</a:t>
            </a:r>
          </a:p>
        </p:txBody>
      </p:sp>
    </p:spTree>
    <p:extLst>
      <p:ext uri="{BB962C8B-B14F-4D97-AF65-F5344CB8AC3E}">
        <p14:creationId xmlns:p14="http://schemas.microsoft.com/office/powerpoint/2010/main" val="2716954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chemeClr val="bg1"/>
                </a:solidFill>
              </a:rPr>
              <a:t>Song no: 208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565908"/>
            <a:ext cx="79158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/>
          </a:p>
          <a:p>
            <a:pPr algn="ctr"/>
            <a:endParaRPr lang="en-SG" sz="2800"/>
          </a:p>
          <a:p>
            <a:pPr algn="ctr"/>
            <a:endParaRPr lang="en-SG" sz="2800"/>
          </a:p>
          <a:p>
            <a:pPr algn="ctr"/>
            <a:r>
              <a:rPr lang="en-SG" sz="2800" i="1">
                <a:solidFill>
                  <a:srgbClr val="C00000"/>
                </a:solidFill>
              </a:rPr>
              <a:t>Praise Him ! praise Him ! </a:t>
            </a:r>
          </a:p>
          <a:p>
            <a:pPr algn="ctr"/>
            <a:r>
              <a:rPr lang="en-SG" sz="2800" i="1">
                <a:solidFill>
                  <a:srgbClr val="C00000"/>
                </a:solidFill>
              </a:rPr>
              <a:t>tell of His excellent greatness ;</a:t>
            </a:r>
          </a:p>
          <a:p>
            <a:pPr algn="ctr"/>
            <a:r>
              <a:rPr lang="en-SG" sz="2800" i="1">
                <a:solidFill>
                  <a:srgbClr val="C00000"/>
                </a:solidFill>
              </a:rPr>
              <a:t>Praise Him ! praise Him ever in joyful song !</a:t>
            </a:r>
            <a:endParaRPr lang="en-US" sz="2800" i="1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2 of 6</a:t>
            </a:r>
          </a:p>
        </p:txBody>
      </p:sp>
    </p:spTree>
    <p:extLst>
      <p:ext uri="{BB962C8B-B14F-4D97-AF65-F5344CB8AC3E}">
        <p14:creationId xmlns:p14="http://schemas.microsoft.com/office/powerpoint/2010/main" val="3781230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chemeClr val="bg1"/>
                </a:solidFill>
              </a:rPr>
              <a:t>Song no: 208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309282" y="783942"/>
            <a:ext cx="852991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800"/>
              <a:t>Praise Him ! praise Him ! </a:t>
            </a:r>
          </a:p>
          <a:p>
            <a:pPr algn="ctr"/>
            <a:r>
              <a:rPr lang="en-SG" sz="2800"/>
              <a:t>Jesus, our blessed Redeemer ! </a:t>
            </a:r>
          </a:p>
          <a:p>
            <a:pPr algn="ctr"/>
            <a:r>
              <a:rPr lang="en-SG" sz="2800"/>
              <a:t>For our sins He suffered, and bled, and died</a:t>
            </a:r>
          </a:p>
          <a:p>
            <a:pPr algn="ctr"/>
            <a:r>
              <a:rPr lang="en-SG" sz="2800"/>
              <a:t>He—our Rock, our hope of eternal salvation, </a:t>
            </a:r>
          </a:p>
          <a:p>
            <a:pPr algn="ctr"/>
            <a:r>
              <a:rPr lang="en-SG" sz="2800"/>
              <a:t>Hail Him ! hail Him ! Jesus, the Crucified !</a:t>
            </a:r>
          </a:p>
          <a:p>
            <a:pPr algn="ctr"/>
            <a:r>
              <a:rPr lang="en-SG" sz="2800"/>
              <a:t>Sound His praises—Jesus who bore our sorrows, </a:t>
            </a:r>
          </a:p>
          <a:p>
            <a:pPr algn="ctr"/>
            <a:r>
              <a:rPr lang="en-SG" sz="2800"/>
              <a:t>Love unbounded, wonderful, deep, and strong</a:t>
            </a:r>
          </a:p>
          <a:p>
            <a:pPr algn="ctr"/>
            <a:endParaRPr lang="en-US" sz="2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3 of 6</a:t>
            </a:r>
          </a:p>
        </p:txBody>
      </p:sp>
    </p:spTree>
    <p:extLst>
      <p:ext uri="{BB962C8B-B14F-4D97-AF65-F5344CB8AC3E}">
        <p14:creationId xmlns:p14="http://schemas.microsoft.com/office/powerpoint/2010/main" val="3531643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chemeClr val="bg1"/>
                </a:solidFill>
              </a:rPr>
              <a:t>Song no: 208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565908"/>
            <a:ext cx="79158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/>
          </a:p>
          <a:p>
            <a:pPr algn="ctr"/>
            <a:endParaRPr lang="en-SG" sz="2800"/>
          </a:p>
          <a:p>
            <a:pPr algn="ctr"/>
            <a:endParaRPr lang="en-SG" sz="2800"/>
          </a:p>
          <a:p>
            <a:pPr algn="ctr"/>
            <a:r>
              <a:rPr lang="en-SG" sz="2800" i="1">
                <a:solidFill>
                  <a:srgbClr val="C00000"/>
                </a:solidFill>
              </a:rPr>
              <a:t>Praise Him ! praise Him ! </a:t>
            </a:r>
          </a:p>
          <a:p>
            <a:pPr algn="ctr"/>
            <a:r>
              <a:rPr lang="en-SG" sz="2800" i="1">
                <a:solidFill>
                  <a:srgbClr val="C00000"/>
                </a:solidFill>
              </a:rPr>
              <a:t>tell of His excellent greatness ;</a:t>
            </a:r>
          </a:p>
          <a:p>
            <a:pPr algn="ctr"/>
            <a:r>
              <a:rPr lang="en-SG" sz="2800" i="1">
                <a:solidFill>
                  <a:srgbClr val="C00000"/>
                </a:solidFill>
              </a:rPr>
              <a:t>Praise Him ! praise Him ever in joyful song !</a:t>
            </a:r>
            <a:endParaRPr lang="en-US" sz="2800" i="1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4 of 6</a:t>
            </a:r>
          </a:p>
        </p:txBody>
      </p:sp>
    </p:spTree>
    <p:extLst>
      <p:ext uri="{BB962C8B-B14F-4D97-AF65-F5344CB8AC3E}">
        <p14:creationId xmlns:p14="http://schemas.microsoft.com/office/powerpoint/2010/main" val="1955338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chemeClr val="bg1"/>
                </a:solidFill>
              </a:rPr>
              <a:t>Song no: 208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309282" y="755142"/>
            <a:ext cx="852991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800"/>
              <a:t>Praise Him ! praise Him !</a:t>
            </a:r>
          </a:p>
          <a:p>
            <a:pPr algn="ctr"/>
            <a:r>
              <a:rPr lang="en-SG" sz="2800"/>
              <a:t> Jesus, our blessed Redeemer !</a:t>
            </a:r>
          </a:p>
          <a:p>
            <a:pPr algn="ctr"/>
            <a:r>
              <a:rPr lang="en-SG" sz="2800"/>
              <a:t>Heavenly portals, loud with hosannas ring ! </a:t>
            </a:r>
          </a:p>
          <a:p>
            <a:pPr algn="ctr"/>
            <a:r>
              <a:rPr lang="en-SG" sz="2800"/>
              <a:t>Jesus, Saviour, reigneth for ever and ever:</a:t>
            </a:r>
          </a:p>
          <a:p>
            <a:pPr algn="ctr"/>
            <a:r>
              <a:rPr lang="en-SG" sz="2800"/>
              <a:t>Crown Him ! crown Him ! </a:t>
            </a:r>
          </a:p>
          <a:p>
            <a:pPr algn="ctr"/>
            <a:r>
              <a:rPr lang="en-SG" sz="2800"/>
              <a:t>Prophet, and Priest, and King !</a:t>
            </a:r>
          </a:p>
          <a:p>
            <a:pPr algn="ctr"/>
            <a:r>
              <a:rPr lang="en-SG" sz="2800"/>
              <a:t>Christ is coming, over the world victorious, </a:t>
            </a:r>
          </a:p>
          <a:p>
            <a:pPr algn="ctr"/>
            <a:r>
              <a:rPr lang="en-SG" sz="2800"/>
              <a:t>Power and glory unto the Lord belong;</a:t>
            </a:r>
          </a:p>
          <a:p>
            <a:pPr algn="ctr"/>
            <a:endParaRPr lang="en-US" sz="2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5 of 6</a:t>
            </a:r>
          </a:p>
        </p:txBody>
      </p:sp>
    </p:spTree>
    <p:extLst>
      <p:ext uri="{BB962C8B-B14F-4D97-AF65-F5344CB8AC3E}">
        <p14:creationId xmlns:p14="http://schemas.microsoft.com/office/powerpoint/2010/main" val="1906323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chemeClr val="bg1"/>
                </a:solidFill>
              </a:rPr>
              <a:t>Song no: 208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565908"/>
            <a:ext cx="79158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/>
          </a:p>
          <a:p>
            <a:pPr algn="ctr"/>
            <a:endParaRPr lang="en-SG" sz="2800"/>
          </a:p>
          <a:p>
            <a:pPr algn="ctr"/>
            <a:endParaRPr lang="en-SG" sz="2800"/>
          </a:p>
          <a:p>
            <a:pPr algn="ctr"/>
            <a:r>
              <a:rPr lang="en-SG" sz="2800" i="1">
                <a:solidFill>
                  <a:srgbClr val="C00000"/>
                </a:solidFill>
              </a:rPr>
              <a:t>Praise Him ! praise Him ! </a:t>
            </a:r>
          </a:p>
          <a:p>
            <a:pPr algn="ctr"/>
            <a:r>
              <a:rPr lang="en-SG" sz="2800" i="1">
                <a:solidFill>
                  <a:srgbClr val="C00000"/>
                </a:solidFill>
              </a:rPr>
              <a:t>tell of His excellent greatness ;</a:t>
            </a:r>
          </a:p>
          <a:p>
            <a:pPr algn="ctr"/>
            <a:r>
              <a:rPr lang="en-SG" sz="2800" i="1">
                <a:solidFill>
                  <a:srgbClr val="C00000"/>
                </a:solidFill>
              </a:rPr>
              <a:t>Praise Him ! praise Him ever in joyful song !</a:t>
            </a:r>
            <a:endParaRPr lang="en-US" sz="2800" i="1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6 of 6</a:t>
            </a:r>
          </a:p>
        </p:txBody>
      </p:sp>
    </p:spTree>
    <p:extLst>
      <p:ext uri="{BB962C8B-B14F-4D97-AF65-F5344CB8AC3E}">
        <p14:creationId xmlns:p14="http://schemas.microsoft.com/office/powerpoint/2010/main" val="3774317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9528709-983B-B99F-2E0F-36F5B23AD121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6"/>
            <a:ext cx="6117328" cy="2385987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7"/>
            <a:ext cx="6117328" cy="2120444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Thanksgiving Prayers </a:t>
            </a:r>
          </a:p>
          <a:p>
            <a:r>
              <a:rPr lang="en-SG" sz="4400">
                <a:solidFill>
                  <a:schemeClr val="bg1"/>
                </a:solidFill>
              </a:rPr>
              <a:t>(2)Come thou fount of every blessing, v1</a:t>
            </a:r>
            <a:endParaRPr lang="en-GB" sz="4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Thanksgiving (2)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E83AD-AD85-5E6C-33F5-D8EF739355C5}"/>
              </a:ext>
            </a:extLst>
          </p:cNvPr>
          <p:cNvSpPr txBox="1"/>
          <p:nvPr/>
        </p:nvSpPr>
        <p:spPr>
          <a:xfrm>
            <a:off x="1514244" y="1067322"/>
            <a:ext cx="685935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800"/>
              <a:t>Come, thou Fount of every blessing;</a:t>
            </a:r>
          </a:p>
          <a:p>
            <a:pPr algn="ctr"/>
            <a:r>
              <a:rPr lang="en-SG" sz="2800"/>
              <a:t>Tune my heart to sing thy grace;</a:t>
            </a:r>
          </a:p>
          <a:p>
            <a:pPr algn="ctr"/>
            <a:r>
              <a:rPr lang="en-SG" sz="2800"/>
              <a:t>Streams of mercy, never ceasing,</a:t>
            </a:r>
          </a:p>
          <a:p>
            <a:pPr algn="ctr"/>
            <a:r>
              <a:rPr lang="en-SG" sz="2800"/>
              <a:t>Call for songs of loudest praise.</a:t>
            </a:r>
          </a:p>
          <a:p>
            <a:pPr algn="ctr"/>
            <a:r>
              <a:rPr lang="en-SG" sz="2800"/>
              <a:t>Teach me some melodious sonnet,</a:t>
            </a:r>
          </a:p>
          <a:p>
            <a:pPr algn="ctr"/>
            <a:r>
              <a:rPr lang="en-SG" sz="2800"/>
              <a:t>Sung by flaming tongues above;</a:t>
            </a:r>
          </a:p>
          <a:p>
            <a:pPr algn="ctr"/>
            <a:r>
              <a:rPr lang="en-SG" sz="2800"/>
              <a:t>Praise His name, I’m fixed upon it,</a:t>
            </a:r>
          </a:p>
          <a:p>
            <a:pPr algn="ctr"/>
            <a:r>
              <a:rPr lang="en-SG" sz="2800"/>
              <a:t>Name of God’s redeeming love.</a:t>
            </a:r>
            <a:endParaRPr lang="en-US" sz="2800" i="1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B1B1673-989C-680F-2E10-EB145FAF0EA9}"/>
              </a:ext>
            </a:extLst>
          </p:cNvPr>
          <p:cNvSpPr/>
          <p:nvPr/>
        </p:nvSpPr>
        <p:spPr>
          <a:xfrm>
            <a:off x="1513336" y="1809496"/>
            <a:ext cx="6117328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754364"/>
            <a:ext cx="6117328" cy="1634771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Thanksgiving Prayers</a:t>
            </a:r>
          </a:p>
        </p:txBody>
      </p:sp>
    </p:spTree>
    <p:extLst>
      <p:ext uri="{BB962C8B-B14F-4D97-AF65-F5344CB8AC3E}">
        <p14:creationId xmlns:p14="http://schemas.microsoft.com/office/powerpoint/2010/main" val="180396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2141910" y="1757052"/>
            <a:ext cx="4860177" cy="1629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89" y="1754363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  <a:p>
            <a:r>
              <a:rPr lang="en-GB">
                <a:solidFill>
                  <a:schemeClr val="bg1"/>
                </a:solidFill>
              </a:rPr>
              <a:t>Song No: (8)</a:t>
            </a: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– Song No.(8)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1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0" y="613695"/>
            <a:ext cx="5940000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500" b="0" i="0">
                <a:solidFill>
                  <a:srgbClr val="000000"/>
                </a:solidFill>
                <a:effectLst/>
              </a:rPr>
              <a:t>Day by day and with each passing moment,</a:t>
            </a:r>
            <a:br>
              <a:rPr lang="en-SG" sz="2500"/>
            </a:br>
            <a:r>
              <a:rPr lang="en-SG" sz="2500" b="0" i="0">
                <a:solidFill>
                  <a:srgbClr val="000000"/>
                </a:solidFill>
                <a:effectLst/>
              </a:rPr>
              <a:t>Strength, I find, to meet my trials here;</a:t>
            </a:r>
            <a:br>
              <a:rPr lang="en-SG" sz="2500"/>
            </a:br>
            <a:r>
              <a:rPr lang="en-SG" sz="2500" b="0" i="0">
                <a:solidFill>
                  <a:srgbClr val="000000"/>
                </a:solidFill>
                <a:effectLst/>
              </a:rPr>
              <a:t>Trusting in my Father’s wise bestowment,</a:t>
            </a:r>
            <a:br>
              <a:rPr lang="en-SG" sz="2500"/>
            </a:br>
            <a:r>
              <a:rPr lang="en-SG" sz="2500" b="0" i="0">
                <a:solidFill>
                  <a:srgbClr val="000000"/>
                </a:solidFill>
                <a:effectLst/>
              </a:rPr>
              <a:t>I’ve no cause for worry or for fear.</a:t>
            </a:r>
            <a:br>
              <a:rPr lang="en-SG" sz="2500"/>
            </a:br>
            <a:r>
              <a:rPr lang="en-SG" sz="2500" b="0" i="0">
                <a:solidFill>
                  <a:srgbClr val="000000"/>
                </a:solidFill>
                <a:effectLst/>
              </a:rPr>
              <a:t>He Whose heart is kind beyond all measure</a:t>
            </a:r>
            <a:br>
              <a:rPr lang="en-SG" sz="2500"/>
            </a:br>
            <a:r>
              <a:rPr lang="en-SG" sz="2500" b="0" i="0">
                <a:solidFill>
                  <a:srgbClr val="000000"/>
                </a:solidFill>
                <a:effectLst/>
              </a:rPr>
              <a:t>Gives unto each day what He deems best-</a:t>
            </a:r>
            <a:br>
              <a:rPr lang="en-SG" sz="2500"/>
            </a:br>
            <a:r>
              <a:rPr lang="en-SG" sz="2500" b="0" i="0">
                <a:solidFill>
                  <a:srgbClr val="000000"/>
                </a:solidFill>
                <a:effectLst/>
              </a:rPr>
              <a:t>Lovingly, its part of pain and pleasure,</a:t>
            </a:r>
            <a:br>
              <a:rPr lang="en-SG" sz="2500"/>
            </a:br>
            <a:r>
              <a:rPr lang="en-SG" sz="2500" b="0" i="0">
                <a:solidFill>
                  <a:srgbClr val="000000"/>
                </a:solidFill>
                <a:effectLst/>
              </a:rPr>
              <a:t>Mingling toil with peace and rest.</a:t>
            </a:r>
            <a:endParaRPr lang="en-US" sz="2500" i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– Song No.(8)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2 of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4405E3-44CE-8A4C-4769-D8FAB2D31F96}"/>
              </a:ext>
            </a:extLst>
          </p:cNvPr>
          <p:cNvSpPr txBox="1"/>
          <p:nvPr/>
        </p:nvSpPr>
        <p:spPr>
          <a:xfrm>
            <a:off x="0" y="613695"/>
            <a:ext cx="5940000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500" b="0" i="0" err="1">
                <a:solidFill>
                  <a:srgbClr val="000000"/>
                </a:solidFill>
                <a:effectLst/>
              </a:rPr>
              <a:t>Ev’ry</a:t>
            </a:r>
            <a:r>
              <a:rPr lang="en-SG" sz="2500" b="0" i="0">
                <a:solidFill>
                  <a:srgbClr val="000000"/>
                </a:solidFill>
                <a:effectLst/>
              </a:rPr>
              <a:t> day, the Lord Himself is near me</a:t>
            </a:r>
            <a:br>
              <a:rPr lang="en-SG" sz="2500"/>
            </a:br>
            <a:r>
              <a:rPr lang="en-SG" sz="2500" b="0" i="0">
                <a:solidFill>
                  <a:srgbClr val="000000"/>
                </a:solidFill>
                <a:effectLst/>
              </a:rPr>
              <a:t>With a special mercy for each hour;</a:t>
            </a:r>
            <a:br>
              <a:rPr lang="en-SG" sz="2500"/>
            </a:br>
            <a:r>
              <a:rPr lang="en-SG" sz="2500" b="0" i="0">
                <a:solidFill>
                  <a:srgbClr val="000000"/>
                </a:solidFill>
                <a:effectLst/>
              </a:rPr>
              <a:t>All my cares He fain would bear, and cheer me,</a:t>
            </a:r>
            <a:br>
              <a:rPr lang="en-SG" sz="2500"/>
            </a:br>
            <a:r>
              <a:rPr lang="en-SG" sz="2500" b="0" i="0">
                <a:solidFill>
                  <a:srgbClr val="000000"/>
                </a:solidFill>
                <a:effectLst/>
              </a:rPr>
              <a:t>He Whose Name is Counsellor and Pow’r;</a:t>
            </a:r>
            <a:br>
              <a:rPr lang="en-SG" sz="2500"/>
            </a:br>
            <a:r>
              <a:rPr lang="en-SG" sz="2500" b="0" i="0">
                <a:solidFill>
                  <a:srgbClr val="000000"/>
                </a:solidFill>
                <a:effectLst/>
              </a:rPr>
              <a:t>The protection of His child and treasure</a:t>
            </a:r>
            <a:br>
              <a:rPr lang="en-SG" sz="2500"/>
            </a:br>
            <a:r>
              <a:rPr lang="en-SG" sz="2500" b="0" i="0">
                <a:solidFill>
                  <a:srgbClr val="000000"/>
                </a:solidFill>
                <a:effectLst/>
              </a:rPr>
              <a:t>Is a charge that on Himself He laid;</a:t>
            </a:r>
            <a:br>
              <a:rPr lang="en-SG" sz="2500"/>
            </a:br>
            <a:r>
              <a:rPr lang="en-SG" sz="2500" b="0" i="0">
                <a:solidFill>
                  <a:srgbClr val="000000"/>
                </a:solidFill>
                <a:effectLst/>
              </a:rPr>
              <a:t>“As your days, your strength shall be in measure,”</a:t>
            </a:r>
            <a:br>
              <a:rPr lang="en-SG" sz="2500"/>
            </a:br>
            <a:r>
              <a:rPr lang="en-SG" sz="2500" b="0" i="0">
                <a:solidFill>
                  <a:srgbClr val="000000"/>
                </a:solidFill>
                <a:effectLst/>
              </a:rPr>
              <a:t>This the pledge to me He made</a:t>
            </a:r>
            <a:r>
              <a:rPr lang="en-SG" sz="2800" b="0" i="0">
                <a:solidFill>
                  <a:srgbClr val="000000"/>
                </a:solidFill>
                <a:effectLst/>
                <a:latin typeface="Helvetica Neue"/>
              </a:rPr>
              <a:t>.</a:t>
            </a:r>
            <a:endParaRPr lang="en-US" sz="2500" i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10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– Song No.(8)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3 of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D51B3C-8FD6-7123-37D9-F05AA6F14C37}"/>
              </a:ext>
            </a:extLst>
          </p:cNvPr>
          <p:cNvSpPr txBox="1"/>
          <p:nvPr/>
        </p:nvSpPr>
        <p:spPr>
          <a:xfrm>
            <a:off x="0" y="613695"/>
            <a:ext cx="594000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500" b="0" i="0">
                <a:solidFill>
                  <a:srgbClr val="000000"/>
                </a:solidFill>
                <a:effectLst/>
              </a:rPr>
              <a:t>Help me then in </a:t>
            </a:r>
            <a:r>
              <a:rPr lang="en-SG" sz="2500" b="0" i="0" err="1">
                <a:solidFill>
                  <a:srgbClr val="000000"/>
                </a:solidFill>
                <a:effectLst/>
              </a:rPr>
              <a:t>ev’ry</a:t>
            </a:r>
            <a:r>
              <a:rPr lang="en-SG" sz="2500" b="0" i="0">
                <a:solidFill>
                  <a:srgbClr val="000000"/>
                </a:solidFill>
                <a:effectLst/>
              </a:rPr>
              <a:t> tribulation</a:t>
            </a:r>
          </a:p>
          <a:p>
            <a:r>
              <a:rPr lang="en-SG" sz="2500" b="0" i="0">
                <a:solidFill>
                  <a:srgbClr val="000000"/>
                </a:solidFill>
                <a:effectLst/>
              </a:rPr>
              <a:t>So to trust Your promises, O Lord,</a:t>
            </a:r>
          </a:p>
          <a:p>
            <a:r>
              <a:rPr lang="en-SG" sz="2500" b="0" i="0">
                <a:solidFill>
                  <a:srgbClr val="000000"/>
                </a:solidFill>
                <a:effectLst/>
              </a:rPr>
              <a:t>That I lose not faith’s sweet consolation</a:t>
            </a:r>
          </a:p>
          <a:p>
            <a:r>
              <a:rPr lang="en-SG" sz="2500" b="0" i="0">
                <a:solidFill>
                  <a:srgbClr val="000000"/>
                </a:solidFill>
                <a:effectLst/>
              </a:rPr>
              <a:t>Offered me within Your Holy Word.</a:t>
            </a:r>
          </a:p>
          <a:p>
            <a:r>
              <a:rPr lang="en-SG" sz="2500" b="0" i="0">
                <a:solidFill>
                  <a:srgbClr val="000000"/>
                </a:solidFill>
                <a:effectLst/>
              </a:rPr>
              <a:t>Help me, Lord, when toil and trouble meeting,</a:t>
            </a:r>
          </a:p>
          <a:p>
            <a:r>
              <a:rPr lang="en-SG" sz="2500" b="0" i="0">
                <a:solidFill>
                  <a:srgbClr val="000000"/>
                </a:solidFill>
                <a:effectLst/>
              </a:rPr>
              <a:t>E’er to take, as from a father’s hand,</a:t>
            </a:r>
          </a:p>
          <a:p>
            <a:r>
              <a:rPr lang="en-SG" sz="2500" b="0" i="0">
                <a:solidFill>
                  <a:srgbClr val="000000"/>
                </a:solidFill>
                <a:effectLst/>
              </a:rPr>
              <a:t>One by one, the days, the moments fleeting,</a:t>
            </a:r>
          </a:p>
          <a:p>
            <a:r>
              <a:rPr lang="en-SG" sz="2500" b="0" i="0">
                <a:solidFill>
                  <a:srgbClr val="000000"/>
                </a:solidFill>
                <a:effectLst/>
              </a:rPr>
              <a:t>Till I reach the promised land.</a:t>
            </a:r>
            <a:endParaRPr lang="en-US" sz="2500" i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1422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Confession – Song no. 396, v1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942026" y="605813"/>
            <a:ext cx="777717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 is tenderly calling thee home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Calling to-day, calling to-day !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Why from the sunshine of love wilt thou roam,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Farther and farther away ?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Calling to-day ! Calling to-day !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is calling, is tenderly calling to-day !</a:t>
            </a: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ED50B-AACD-A118-0703-6CB67F2EF7B8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855693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Song no: 396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Song no: 396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314BAA-A1C4-D93D-26CE-AE47C64DB6A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1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2969DB-0589-75FC-1381-28DE04BA6DF1}"/>
              </a:ext>
            </a:extLst>
          </p:cNvPr>
          <p:cNvSpPr/>
          <p:nvPr/>
        </p:nvSpPr>
        <p:spPr>
          <a:xfrm>
            <a:off x="942026" y="605813"/>
            <a:ext cx="777717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 is tenderly calling thee home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Calling to-day, calling to-day !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Why from the sunshine of love wilt thou roam,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Farther and farther away ?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Calling to-day ! Calling to-day !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is calling, is tenderly calling to-day !</a:t>
            </a:r>
          </a:p>
        </p:txBody>
      </p:sp>
    </p:spTree>
    <p:extLst>
      <p:ext uri="{BB962C8B-B14F-4D97-AF65-F5344CB8AC3E}">
        <p14:creationId xmlns:p14="http://schemas.microsoft.com/office/powerpoint/2010/main" val="35590884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Song no: 396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B1447-44C8-393E-BE5B-66D10617B98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2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CA8E67-B8BD-DD8D-7D96-1B01DD3E9629}"/>
              </a:ext>
            </a:extLst>
          </p:cNvPr>
          <p:cNvSpPr/>
          <p:nvPr/>
        </p:nvSpPr>
        <p:spPr>
          <a:xfrm>
            <a:off x="942026" y="605813"/>
            <a:ext cx="777717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 is calling the weary to rest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Calling to-day, calling to-day !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Bring Him thy burden, and thou shalt be blest: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He will not turn thee away.</a:t>
            </a: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Calling to-day ! Calling to-day !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is calling, is tenderly calling to-day !</a:t>
            </a:r>
          </a:p>
        </p:txBody>
      </p:sp>
    </p:spTree>
    <p:extLst>
      <p:ext uri="{BB962C8B-B14F-4D97-AF65-F5344CB8AC3E}">
        <p14:creationId xmlns:p14="http://schemas.microsoft.com/office/powerpoint/2010/main" val="32725561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Song no: 396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B1447-44C8-393E-BE5B-66D10617B98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3 of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09E2F6-28B7-495E-97F3-B2ADADFD6404}"/>
              </a:ext>
            </a:extLst>
          </p:cNvPr>
          <p:cNvSpPr/>
          <p:nvPr/>
        </p:nvSpPr>
        <p:spPr>
          <a:xfrm>
            <a:off x="942026" y="605813"/>
            <a:ext cx="777717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 is waiting, oh, come to Him now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Waiting to-day, waiting to-day !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Come with thy sins, at His feet lowly bow;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Come, and no longer delay</a:t>
            </a: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</a:t>
            </a: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Calling to-day ! Calling to-day !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is calling, is tenderly calling to-day !</a:t>
            </a:r>
          </a:p>
        </p:txBody>
      </p:sp>
    </p:spTree>
    <p:extLst>
      <p:ext uri="{BB962C8B-B14F-4D97-AF65-F5344CB8AC3E}">
        <p14:creationId xmlns:p14="http://schemas.microsoft.com/office/powerpoint/2010/main" val="40553108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Song no: 396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B1447-44C8-393E-BE5B-66D10617B98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4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64F5BF-9755-43CA-E571-53520B59F8FF}"/>
              </a:ext>
            </a:extLst>
          </p:cNvPr>
          <p:cNvSpPr/>
          <p:nvPr/>
        </p:nvSpPr>
        <p:spPr>
          <a:xfrm>
            <a:off x="942026" y="605813"/>
            <a:ext cx="777717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 is pleading: oh, list to His voice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Hear Him to-day, hear Him today !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They who believe on His name shall rejoice</a:t>
            </a: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Quickly arise and away ! </a:t>
            </a: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</a:t>
            </a: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Calling to-day ! Calling to-day !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is calling, is tenderly calling to-day !</a:t>
            </a:r>
          </a:p>
        </p:txBody>
      </p:sp>
    </p:spTree>
    <p:extLst>
      <p:ext uri="{BB962C8B-B14F-4D97-AF65-F5344CB8AC3E}">
        <p14:creationId xmlns:p14="http://schemas.microsoft.com/office/powerpoint/2010/main" val="24145354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154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3294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154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914400" y="713099"/>
            <a:ext cx="7315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Arise, my soul, arise 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Shake off thy guilty fears;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 bleeding Sacrifice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In my behalf appears.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Before the throne my Surety stands;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name is written on His hands.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774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154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2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CB52B8-6140-EBDE-5514-CD64216AC1CE}"/>
              </a:ext>
            </a:extLst>
          </p:cNvPr>
          <p:cNvSpPr/>
          <p:nvPr/>
        </p:nvSpPr>
        <p:spPr>
          <a:xfrm>
            <a:off x="914400" y="713099"/>
            <a:ext cx="7315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He ever lives above,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me to intercede,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His all-redeeming love,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His precious blood to plead;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His blood atoned for all our race,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sprinkles now the throne of grace.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4716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154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3 of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5C7F22-4AB3-86B6-7494-E16D802C6DEF}"/>
              </a:ext>
            </a:extLst>
          </p:cNvPr>
          <p:cNvSpPr/>
          <p:nvPr/>
        </p:nvSpPr>
        <p:spPr>
          <a:xfrm>
            <a:off x="914400" y="713099"/>
            <a:ext cx="7315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Five bleeding wounds He bears,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Received on Calvary;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They pour effectual prayers,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They strongly plead for me: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" Forgive him, oh, forgive ! " they cry,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" Nor let that ransomed sinner die."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7312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154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4 of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5C7F22-4AB3-86B6-7494-E16D802C6DEF}"/>
              </a:ext>
            </a:extLst>
          </p:cNvPr>
          <p:cNvSpPr/>
          <p:nvPr/>
        </p:nvSpPr>
        <p:spPr>
          <a:xfrm>
            <a:off x="914400" y="713099"/>
            <a:ext cx="7315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God is reconciled;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His pardoning voice I hear: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He owns me for His child;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can no longer fear: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With confidence I now draw nigh,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" Father, Abba Father ! " cry.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6905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no: 978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19946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no: 978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94698" y="730081"/>
            <a:ext cx="7354603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Some day the silver cord will break,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I no more as now shall sing;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But oh, the joy when I shall wake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Within the palace of the King !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I shall see . . Him face to face, 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tell the story — Saved by grace ; 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I shall see . . Him face to face, 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tell the story—Saved by grace.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1983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no: 978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2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8CC5BD-C4D9-1A68-D503-CB0D4D2E86BE}"/>
              </a:ext>
            </a:extLst>
          </p:cNvPr>
          <p:cNvSpPr/>
          <p:nvPr/>
        </p:nvSpPr>
        <p:spPr>
          <a:xfrm>
            <a:off x="894698" y="730081"/>
            <a:ext cx="7354603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Some day my earthly house will fall,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cannot tell how soon 'twill be;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But this I know—my All in All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Has now a place in heaven for me.</a:t>
            </a: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And I shall see . . Him face to face, 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tell the story — Saved by grace ; 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I shall see . . Him face to face, 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tell the story—Saved by grace.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8143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no: 978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3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C6ADCF-50CE-AC0B-FC1F-5551508AA6C6}"/>
              </a:ext>
            </a:extLst>
          </p:cNvPr>
          <p:cNvSpPr/>
          <p:nvPr/>
        </p:nvSpPr>
        <p:spPr>
          <a:xfrm>
            <a:off x="894698" y="730081"/>
            <a:ext cx="7354603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Some day, when fades the golden sun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Beneath the rosy-tinted west,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blessed Lord shall say, " Well done !"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I shall enter into rest, </a:t>
            </a: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</a:t>
            </a: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And I shall see . . Him face to face, 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tell the story — Saved by grace ; 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I shall see . . Him face to face, 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tell the story—Saved by grace.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856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no: 978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4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C6ADCF-50CE-AC0B-FC1F-5551508AA6C6}"/>
              </a:ext>
            </a:extLst>
          </p:cNvPr>
          <p:cNvSpPr/>
          <p:nvPr/>
        </p:nvSpPr>
        <p:spPr>
          <a:xfrm>
            <a:off x="894698" y="730081"/>
            <a:ext cx="7354603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Some day; till then I'll watch and wait—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lamp all trimmed and burning bright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That when my Saviour opes the gate,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soul to Him may take its flight.</a:t>
            </a: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And I shall see . . Him face to face, 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tell the story — Saved by grace ; 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I shall see . . Him face to face, 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tell the story—Saved by grace.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4332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no: 901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47401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no: 901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711307" y="613695"/>
            <a:ext cx="772138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When peace, like a river, attendeth my way,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When sorrows, like sea-billows roll;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Whatever my lot, Thou hast taught me to know,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" It is well, it is well with my soul.“</a:t>
            </a:r>
          </a:p>
          <a:p>
            <a:pPr lvl="3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 is well . . . with my soul, . . .</a:t>
            </a:r>
          </a:p>
          <a:p>
            <a:pPr lvl="3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 is well, it is well with my soul.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8920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no: 901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2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5905BD-EDB3-BD05-59EF-D81BA0D2A226}"/>
              </a:ext>
            </a:extLst>
          </p:cNvPr>
          <p:cNvSpPr/>
          <p:nvPr/>
        </p:nvSpPr>
        <p:spPr>
          <a:xfrm>
            <a:off x="208800" y="713099"/>
            <a:ext cx="904319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Though Satan should buffet, though trials should come,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Let this blest assurance control,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That Christ hath regarded my helpless estate,.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hath shed His own blood for my soul.</a:t>
            </a: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It is well . . . with my soul, . . .</a:t>
            </a:r>
          </a:p>
          <a:p>
            <a:pPr lvl="3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 is well, it is well with my soul.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1788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no: 901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3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726BB1-B6CB-41A8-2475-ED7B0C53F23A}"/>
              </a:ext>
            </a:extLst>
          </p:cNvPr>
          <p:cNvSpPr/>
          <p:nvPr/>
        </p:nvSpPr>
        <p:spPr>
          <a:xfrm>
            <a:off x="806400" y="613695"/>
            <a:ext cx="7531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sin—oh, the bliss of this glorious thought !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sin—not in part, but the whole,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Is nailed to His cross; and I bear it no more: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Praise the Lord, praise the Lord, O my soul !</a:t>
            </a: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It is well . . . with my soul, . . .</a:t>
            </a:r>
          </a:p>
          <a:p>
            <a:pPr lvl="3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 is well, it is well with my soul.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0698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no: 901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4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1A182B-D075-9CE6-8F6F-CF8FC113BABD}"/>
              </a:ext>
            </a:extLst>
          </p:cNvPr>
          <p:cNvSpPr/>
          <p:nvPr/>
        </p:nvSpPr>
        <p:spPr>
          <a:xfrm>
            <a:off x="799200" y="613695"/>
            <a:ext cx="7545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me, be it Christ, be it Christ hence to live !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If Jordan above me shall roll,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No pang shall be mine, for in death as in life 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Thou wilt whisper Thy peace to my soul.</a:t>
            </a: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It is well . . . with my soul, . . .</a:t>
            </a:r>
          </a:p>
          <a:p>
            <a:pPr lvl="3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 is well, it is well with my soul.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5430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Song no: 475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56023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Song no: 475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1 of 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DFE297-14FD-8C75-D483-AE1329AD46AD}"/>
              </a:ext>
            </a:extLst>
          </p:cNvPr>
          <p:cNvSpPr/>
          <p:nvPr/>
        </p:nvSpPr>
        <p:spPr>
          <a:xfrm>
            <a:off x="1090270" y="307695"/>
            <a:ext cx="6963459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 hear Thy welcome voice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That calls me, Lord, to Thee,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For cleansing in Thy precious blood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That flowed on Calvary.</a:t>
            </a:r>
          </a:p>
          <a:p>
            <a:pPr lvl="3">
              <a:spcAft>
                <a:spcPts val="400"/>
              </a:spcAft>
              <a:defRPr/>
            </a:pP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 am coming, Lord !</a:t>
            </a:r>
          </a:p>
          <a:p>
            <a:pPr lvl="3">
              <a:spcAft>
                <a:spcPts val="400"/>
              </a:spcAft>
              <a:defRPr/>
            </a:pP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Coming now to Thee !</a:t>
            </a:r>
          </a:p>
          <a:p>
            <a:pPr lvl="3">
              <a:spcAft>
                <a:spcPts val="400"/>
              </a:spcAft>
              <a:defRPr/>
            </a:pP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Wash me, cleanse me, in the blood</a:t>
            </a:r>
          </a:p>
          <a:p>
            <a:pPr lvl="3">
              <a:spcAft>
                <a:spcPts val="400"/>
              </a:spcAft>
              <a:defRPr/>
            </a:pP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That flowed on Calvary.</a:t>
            </a:r>
            <a:endParaRPr kumimoji="0" lang="en-US" sz="2800" b="0" i="1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9207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Song no: 475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2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F385DA-4707-98CC-7C03-512BFC9E5366}"/>
              </a:ext>
            </a:extLst>
          </p:cNvPr>
          <p:cNvSpPr/>
          <p:nvPr/>
        </p:nvSpPr>
        <p:spPr>
          <a:xfrm>
            <a:off x="1090270" y="307695"/>
            <a:ext cx="6963459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Though coming weak and vile,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Thou dost my strength assure;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Thou dost my vileness fully cleanse,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Till spotless all and pure.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SG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</a:t>
            </a: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 am coming, Lord !</a:t>
            </a:r>
          </a:p>
          <a:p>
            <a:pPr lvl="3">
              <a:spcAft>
                <a:spcPts val="400"/>
              </a:spcAft>
              <a:defRPr/>
            </a:pP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Coming now to Thee !</a:t>
            </a:r>
          </a:p>
          <a:p>
            <a:pPr lvl="3">
              <a:spcAft>
                <a:spcPts val="400"/>
              </a:spcAft>
              <a:defRPr/>
            </a:pP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Wash me, cleanse me, in the blood</a:t>
            </a:r>
          </a:p>
          <a:p>
            <a:pPr lvl="3">
              <a:spcAft>
                <a:spcPts val="400"/>
              </a:spcAft>
              <a:defRPr/>
            </a:pP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That flowed on Calvary.</a:t>
            </a:r>
            <a:endParaRPr kumimoji="0" lang="en-US" sz="2800" b="0" i="1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5028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Song no: 475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3 of 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B91741-3FFE-E428-BFF0-A0975EC3D930}"/>
              </a:ext>
            </a:extLst>
          </p:cNvPr>
          <p:cNvSpPr/>
          <p:nvPr/>
        </p:nvSpPr>
        <p:spPr>
          <a:xfrm>
            <a:off x="1090270" y="307695"/>
            <a:ext cx="6963459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'Tis Jesus calls me on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To perfect faith and love,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To perfect hope, and peace, and trust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For earth and heaven above.</a:t>
            </a:r>
            <a:r>
              <a:rPr lang="en-SG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			</a:t>
            </a: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 am coming, Lord !</a:t>
            </a:r>
          </a:p>
          <a:p>
            <a:pPr lvl="3">
              <a:spcAft>
                <a:spcPts val="400"/>
              </a:spcAft>
              <a:defRPr/>
            </a:pP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Coming now to Thee !</a:t>
            </a:r>
          </a:p>
          <a:p>
            <a:pPr lvl="3">
              <a:spcAft>
                <a:spcPts val="400"/>
              </a:spcAft>
              <a:defRPr/>
            </a:pP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Wash me, cleanse me, in the blood</a:t>
            </a:r>
          </a:p>
          <a:p>
            <a:pPr lvl="3">
              <a:spcAft>
                <a:spcPts val="400"/>
              </a:spcAft>
              <a:defRPr/>
            </a:pP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That flowed on Calvary.</a:t>
            </a:r>
            <a:endParaRPr kumimoji="0" lang="en-US" sz="2800" b="0" i="1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3985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Song no: 475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4 of 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B91741-3FFE-E428-BFF0-A0975EC3D930}"/>
              </a:ext>
            </a:extLst>
          </p:cNvPr>
          <p:cNvSpPr/>
          <p:nvPr/>
        </p:nvSpPr>
        <p:spPr>
          <a:xfrm>
            <a:off x="1090270" y="307695"/>
            <a:ext cx="6963459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'Tis Jesus who confirms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 blessed work within,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By adding grace to welcomed grace&gt;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Where reigned the power of sin.</a:t>
            </a:r>
            <a:r>
              <a:rPr lang="en-SG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			</a:t>
            </a: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 am coming, Lord !</a:t>
            </a:r>
          </a:p>
          <a:p>
            <a:pPr lvl="3">
              <a:spcAft>
                <a:spcPts val="400"/>
              </a:spcAft>
              <a:defRPr/>
            </a:pP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Coming now to Thee !</a:t>
            </a:r>
          </a:p>
          <a:p>
            <a:pPr lvl="3">
              <a:spcAft>
                <a:spcPts val="400"/>
              </a:spcAft>
              <a:defRPr/>
            </a:pP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Wash me, cleanse me, in the blood</a:t>
            </a:r>
          </a:p>
          <a:p>
            <a:pPr lvl="3">
              <a:spcAft>
                <a:spcPts val="400"/>
              </a:spcAft>
              <a:defRPr/>
            </a:pP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That flowed on Calvary.</a:t>
            </a:r>
            <a:endParaRPr kumimoji="0" lang="en-US" sz="2800" b="0" i="1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552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Song no: 475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5 of 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B91741-3FFE-E428-BFF0-A0975EC3D930}"/>
              </a:ext>
            </a:extLst>
          </p:cNvPr>
          <p:cNvSpPr/>
          <p:nvPr/>
        </p:nvSpPr>
        <p:spPr>
          <a:xfrm>
            <a:off x="1090270" y="307695"/>
            <a:ext cx="6963459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And He the witness gives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To loyal hearts and free,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That every promise is fulfilled,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If faith but brings the plea.</a:t>
            </a: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			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SG" sz="2800" i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</a:t>
            </a: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 am coming, Lord !</a:t>
            </a:r>
          </a:p>
          <a:p>
            <a:pPr lvl="3">
              <a:spcAft>
                <a:spcPts val="400"/>
              </a:spcAft>
              <a:defRPr/>
            </a:pP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Coming now to Thee !</a:t>
            </a:r>
          </a:p>
          <a:p>
            <a:pPr lvl="3">
              <a:spcAft>
                <a:spcPts val="400"/>
              </a:spcAft>
              <a:defRPr/>
            </a:pP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Wash me, cleanse me, in the blood</a:t>
            </a:r>
          </a:p>
          <a:p>
            <a:pPr lvl="3">
              <a:spcAft>
                <a:spcPts val="400"/>
              </a:spcAft>
              <a:defRPr/>
            </a:pP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That flowed on Calvary.</a:t>
            </a:r>
            <a:endParaRPr kumimoji="0" lang="en-US" sz="2800" b="0" i="1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0484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Song no: 475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6 of 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B91741-3FFE-E428-BFF0-A0975EC3D930}"/>
              </a:ext>
            </a:extLst>
          </p:cNvPr>
          <p:cNvSpPr/>
          <p:nvPr/>
        </p:nvSpPr>
        <p:spPr>
          <a:xfrm>
            <a:off x="1090270" y="307695"/>
            <a:ext cx="6963459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All hail, atoning blood !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All hail, redeeming grace !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All hail, the Gift of Christ our Lord,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Our Strength and Righteousness</a:t>
            </a:r>
            <a:endParaRPr kumimoji="0" lang="en-SG" sz="2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SG" sz="2800" i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</a:t>
            </a: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 am coming, Lord !</a:t>
            </a:r>
          </a:p>
          <a:p>
            <a:pPr lvl="3">
              <a:spcAft>
                <a:spcPts val="400"/>
              </a:spcAft>
              <a:defRPr/>
            </a:pP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Coming now to Thee !</a:t>
            </a:r>
          </a:p>
          <a:p>
            <a:pPr lvl="3">
              <a:spcAft>
                <a:spcPts val="400"/>
              </a:spcAft>
              <a:defRPr/>
            </a:pP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Wash me, cleanse me, in the blood</a:t>
            </a:r>
          </a:p>
          <a:p>
            <a:pPr lvl="3">
              <a:spcAft>
                <a:spcPts val="400"/>
              </a:spcAft>
              <a:defRPr/>
            </a:pPr>
            <a:r>
              <a:rPr kumimoji="0" lang="en-SG" sz="2800" b="0" i="1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That flowed on Calvary.</a:t>
            </a:r>
            <a:endParaRPr kumimoji="0" lang="en-US" sz="2800" b="0" i="1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7397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(43)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00483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(43)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1 of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77395" y="762814"/>
            <a:ext cx="7389210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Breathe on me, Breath of God,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Fill me with life anew,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That I may love what Thou dost love,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do what Thou wouldst do.</a:t>
            </a:r>
          </a:p>
          <a:p>
            <a:pPr lvl="4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Breathe on me, Breath of God,</a:t>
            </a:r>
          </a:p>
          <a:p>
            <a:pPr lvl="4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Until my heart is pure,</a:t>
            </a:r>
          </a:p>
          <a:p>
            <a:pPr lvl="4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Until my will is one with Thine,</a:t>
            </a:r>
          </a:p>
          <a:p>
            <a:pPr lvl="4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To do and to endure.</a:t>
            </a:r>
          </a:p>
          <a:p>
            <a:pPr lvl="1">
              <a:spcAft>
                <a:spcPts val="400"/>
              </a:spcAft>
            </a:pP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2991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(43)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2 of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F8A178-0F8A-9209-B1A0-33FAD86B89A5}"/>
              </a:ext>
            </a:extLst>
          </p:cNvPr>
          <p:cNvSpPr/>
          <p:nvPr/>
        </p:nvSpPr>
        <p:spPr>
          <a:xfrm>
            <a:off x="877395" y="762814"/>
            <a:ext cx="7389210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Breathe on me, Breath of God,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Till I am wholly Thine,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Until this earthly part of me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Glows with Thy fire divine.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			Breathe on me, Breath of God,</a:t>
            </a:r>
          </a:p>
          <a:p>
            <a:pPr lvl="4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So shall I never die,</a:t>
            </a:r>
          </a:p>
          <a:p>
            <a:pPr lvl="4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But live with Thee the perfect life</a:t>
            </a:r>
          </a:p>
          <a:p>
            <a:pPr lvl="4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Of Thine eternity.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0968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- Song no: 145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744856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no: 145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7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378995" y="750600"/>
            <a:ext cx="8386010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Would you be free from your burden of sin ? 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There's power in the blood, power in the blood;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Would you o'er evil a victory win ?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There's wonderful power in the blood.</a:t>
            </a:r>
          </a:p>
          <a:p>
            <a:pPr lvl="1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There is power, . . . power, wonder-working power</a:t>
            </a:r>
          </a:p>
          <a:p>
            <a:pPr lvl="1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the blood . . .of the Lamb. . . </a:t>
            </a:r>
          </a:p>
          <a:p>
            <a:pPr lvl="1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There is power, . . . power, wonder-working power</a:t>
            </a:r>
          </a:p>
          <a:p>
            <a:pPr lvl="1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the precious blood of the Lamb. 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0290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no: 145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7 : 2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6C8E26-FC0A-DEEB-05CD-46561C958D6B}"/>
              </a:ext>
            </a:extLst>
          </p:cNvPr>
          <p:cNvSpPr/>
          <p:nvPr/>
        </p:nvSpPr>
        <p:spPr>
          <a:xfrm>
            <a:off x="378995" y="750600"/>
            <a:ext cx="8386010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Would you be free from your passion and pride ? 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There's power in the blood, power in the blood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Come for a cleansing to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Calvary'stide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There's wonderful power in the blood.</a:t>
            </a: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There is power, . . . power, wonder-working power</a:t>
            </a:r>
          </a:p>
          <a:p>
            <a:pPr lvl="1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the blood . . .of the Lamb. . . </a:t>
            </a:r>
          </a:p>
          <a:p>
            <a:pPr lvl="1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There is power, . . . power, wonder-working power</a:t>
            </a:r>
          </a:p>
          <a:p>
            <a:pPr lvl="1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the precious blood of the Lamb. 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0073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no: 145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7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7D0DBF-049F-7CAE-2FC7-7729F23D5B63}"/>
              </a:ext>
            </a:extLst>
          </p:cNvPr>
          <p:cNvSpPr/>
          <p:nvPr/>
        </p:nvSpPr>
        <p:spPr>
          <a:xfrm>
            <a:off x="378995" y="750600"/>
            <a:ext cx="8386010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Would you be whiter, much whiter than snow ?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There's power in the blood, power in the blood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Sin-stains are lost in its life-giving flow, 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There's wonderful power in the blood.</a:t>
            </a: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There is power, . . . power, wonder-working power</a:t>
            </a:r>
          </a:p>
          <a:p>
            <a:pPr lvl="1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the blood . . .of the Lamb. . . </a:t>
            </a:r>
          </a:p>
          <a:p>
            <a:pPr lvl="1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There is power, . . . power, wonder-working power</a:t>
            </a:r>
          </a:p>
          <a:p>
            <a:pPr lvl="1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the precious blood of the Lamb. 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7740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no: 145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7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7D0DBF-049F-7CAE-2FC7-7729F23D5B63}"/>
              </a:ext>
            </a:extLst>
          </p:cNvPr>
          <p:cNvSpPr/>
          <p:nvPr/>
        </p:nvSpPr>
        <p:spPr>
          <a:xfrm>
            <a:off x="378995" y="750600"/>
            <a:ext cx="8386010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Would you do service for Jesus your King ? 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There's power in the blood, power in the blood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Would you live daily His praises to sing ? 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There’s wonderful power in the blood.</a:t>
            </a: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There is power, . . . power, wonder-working power</a:t>
            </a:r>
          </a:p>
          <a:p>
            <a:pPr lvl="1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the blood . . .of the Lamb. . . </a:t>
            </a:r>
          </a:p>
          <a:p>
            <a:pPr lvl="1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There is power, . . . power, wonder-working power</a:t>
            </a:r>
          </a:p>
          <a:p>
            <a:pPr lvl="1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the precious blood of the Lamb. 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0668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4BF63-9600-AB32-BCBE-CD0D63783073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Theme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endParaRPr lang="en-US" sz="60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308813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1656289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051895" y="1699813"/>
            <a:ext cx="7040197" cy="87193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</a:rPr>
              <a:t>Closing Hymn</a:t>
            </a:r>
          </a:p>
          <a:p>
            <a:r>
              <a:rPr lang="en-US">
                <a:solidFill>
                  <a:schemeClr val="bg1"/>
                </a:solidFill>
              </a:rPr>
              <a:t>He leadeth me</a:t>
            </a: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marR="0" indent="-3600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SG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– 542, v1</a:t>
            </a:r>
            <a:endParaRPr lang="en-US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Closing : 1 of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0575D6-2132-A304-BD4D-E123FFDE7A28}"/>
              </a:ext>
            </a:extLst>
          </p:cNvPr>
          <p:cNvSpPr/>
          <p:nvPr/>
        </p:nvSpPr>
        <p:spPr>
          <a:xfrm>
            <a:off x="722671" y="802035"/>
            <a:ext cx="769865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/>
              <a:t>He leadeth me ! O blessed thought !</a:t>
            </a:r>
          </a:p>
          <a:p>
            <a:r>
              <a:rPr lang="en-SG" sz="2800"/>
              <a:t>O words with heavenly comfort fraught !</a:t>
            </a:r>
          </a:p>
          <a:p>
            <a:r>
              <a:rPr lang="en-SG" sz="2800"/>
              <a:t>Whate'er I do, </a:t>
            </a:r>
            <a:r>
              <a:rPr lang="en-SG" sz="2800" err="1"/>
              <a:t>where'er</a:t>
            </a:r>
            <a:r>
              <a:rPr lang="en-SG" sz="2800"/>
              <a:t> I be,</a:t>
            </a:r>
          </a:p>
          <a:p>
            <a:r>
              <a:rPr lang="en-SG" sz="2800"/>
              <a:t>Still 'tis God's hand that leadeth me.</a:t>
            </a:r>
          </a:p>
          <a:p>
            <a:pPr lvl="3"/>
            <a:r>
              <a:rPr lang="en-SG" sz="2800" i="1">
                <a:solidFill>
                  <a:srgbClr val="C00000"/>
                </a:solidFill>
              </a:rPr>
              <a:t>He leadeth me ! He leadeth me !</a:t>
            </a:r>
          </a:p>
          <a:p>
            <a:pPr lvl="3"/>
            <a:r>
              <a:rPr lang="en-SG" sz="2800" i="1">
                <a:solidFill>
                  <a:srgbClr val="C00000"/>
                </a:solidFill>
              </a:rPr>
              <a:t>By His own hand He leadeth me;</a:t>
            </a:r>
          </a:p>
          <a:p>
            <a:pPr lvl="3"/>
            <a:r>
              <a:rPr lang="en-SG" sz="2800" i="1">
                <a:solidFill>
                  <a:srgbClr val="C00000"/>
                </a:solidFill>
              </a:rPr>
              <a:t>His faithful follower I would be,</a:t>
            </a:r>
          </a:p>
          <a:p>
            <a:pPr lvl="3"/>
            <a:r>
              <a:rPr lang="en-SG" sz="2800" i="1">
                <a:solidFill>
                  <a:srgbClr val="C00000"/>
                </a:solidFill>
              </a:rPr>
              <a:t>For by His hand He leadeth me.</a:t>
            </a:r>
          </a:p>
        </p:txBody>
      </p:sp>
    </p:spTree>
    <p:extLst>
      <p:ext uri="{BB962C8B-B14F-4D97-AF65-F5344CB8AC3E}">
        <p14:creationId xmlns:p14="http://schemas.microsoft.com/office/powerpoint/2010/main" val="34414060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CC5B0-B837-3B6C-3D5A-23065A2F3ABA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27535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(16:9)</PresentationFormat>
  <Slides>61</Slides>
  <Notes>0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61</vt:i4>
      </vt:variant>
    </vt:vector>
  </HeadingPairs>
  <TitlesOfParts>
    <vt:vector size="67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Song no: 208</vt:lpstr>
      <vt:lpstr>Song no: 208</vt:lpstr>
      <vt:lpstr>Song no: 208</vt:lpstr>
      <vt:lpstr>Song no: 208</vt:lpstr>
      <vt:lpstr>Song no: 208</vt:lpstr>
      <vt:lpstr>Song no: 208</vt:lpstr>
      <vt:lpstr>PowerPoint Presentation</vt:lpstr>
      <vt:lpstr>PowerPoint Presentation</vt:lpstr>
      <vt:lpstr>Thanksgiving (2)</vt:lpstr>
      <vt:lpstr>PowerPoint Presentation</vt:lpstr>
      <vt:lpstr>PowerPoint Presentation</vt:lpstr>
      <vt:lpstr>Offertory – Song No.(8)</vt:lpstr>
      <vt:lpstr>Offertory – Song No.(8)</vt:lpstr>
      <vt:lpstr>Offertory – Song No.(8)</vt:lpstr>
      <vt:lpstr>PowerPoint Presentation</vt:lpstr>
      <vt:lpstr>PowerPoint Presentation</vt:lpstr>
      <vt:lpstr>PowerPoint Presentation</vt:lpstr>
      <vt:lpstr>Confession – Song no. 396, v1</vt:lpstr>
      <vt:lpstr>PowerPoint Presentation</vt:lpstr>
      <vt:lpstr>Holy Communion – Song no: 396</vt:lpstr>
      <vt:lpstr>Holy Communion – Song no: 396</vt:lpstr>
      <vt:lpstr>Holy Communion – Song no: 396</vt:lpstr>
      <vt:lpstr>Holy Communion – Song no: 396</vt:lpstr>
      <vt:lpstr>Holy Communion – Song no: 396</vt:lpstr>
      <vt:lpstr>Holy Communion – 154</vt:lpstr>
      <vt:lpstr>Holy Communion – 154</vt:lpstr>
      <vt:lpstr>Holy Communion – 154</vt:lpstr>
      <vt:lpstr>Holy Communion – 154</vt:lpstr>
      <vt:lpstr>Holy Communion – 154</vt:lpstr>
      <vt:lpstr>Holy Communion – Song no: 978 </vt:lpstr>
      <vt:lpstr>Holy Communion – Song no: 978 </vt:lpstr>
      <vt:lpstr>Holy Communion – Song no: 978 </vt:lpstr>
      <vt:lpstr>Holy Communion – Song no: 978 </vt:lpstr>
      <vt:lpstr>Holy Communion – Song no: 978 </vt:lpstr>
      <vt:lpstr>Holy Communion – Song no: 901</vt:lpstr>
      <vt:lpstr>Holy Communion – Song no: 901</vt:lpstr>
      <vt:lpstr>Holy Communion – Song no: 901</vt:lpstr>
      <vt:lpstr>Holy Communion – Song no: 901</vt:lpstr>
      <vt:lpstr>Holy Communion – Song no: 901</vt:lpstr>
      <vt:lpstr>Holy Communion – Song no: 475</vt:lpstr>
      <vt:lpstr>Holy Communion – Song no: 475</vt:lpstr>
      <vt:lpstr>Holy Communion – Song no: 475</vt:lpstr>
      <vt:lpstr>Holy Communion – Song no: 475</vt:lpstr>
      <vt:lpstr>Holy Communion – Song no: 475</vt:lpstr>
      <vt:lpstr>Holy Communion – Song no: 475</vt:lpstr>
      <vt:lpstr>Holy Communion – Song no: 475</vt:lpstr>
      <vt:lpstr>Holy Communion – Song no. (43)</vt:lpstr>
      <vt:lpstr>Holy Communion – Song no. (43)</vt:lpstr>
      <vt:lpstr>Holy Communion – Song no. (43)</vt:lpstr>
      <vt:lpstr>Holy Communion - Song no: 145</vt:lpstr>
      <vt:lpstr>Holy Communion – Song no: 145</vt:lpstr>
      <vt:lpstr>Holy Communion – Song no: 145</vt:lpstr>
      <vt:lpstr>Holy Communion – Song no: 145</vt:lpstr>
      <vt:lpstr>Holy Communion – Song no: 145</vt:lpstr>
      <vt:lpstr>PowerPoint Presentation</vt:lpstr>
      <vt:lpstr>PowerPoint Presentation</vt:lpstr>
      <vt:lpstr>PowerPoint Presentation</vt:lpstr>
      <vt:lpstr>Closing Hymn – 542, v1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revision>1</cp:revision>
  <dcterms:created xsi:type="dcterms:W3CDTF">2020-09-02T02:55:07Z</dcterms:created>
  <dcterms:modified xsi:type="dcterms:W3CDTF">2024-11-21T08:53:42Z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