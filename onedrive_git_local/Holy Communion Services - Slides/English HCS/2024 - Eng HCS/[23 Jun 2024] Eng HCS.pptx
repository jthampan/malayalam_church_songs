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83"/>
  </p:notesMasterIdLst>
  <p:sldIdLst>
    <p:sldId id="811" r:id="rId7"/>
    <p:sldId id="813" r:id="rId8"/>
    <p:sldId id="859" r:id="rId9"/>
    <p:sldId id="1472" r:id="rId10"/>
    <p:sldId id="1473" r:id="rId11"/>
    <p:sldId id="1475" r:id="rId12"/>
    <p:sldId id="1474" r:id="rId13"/>
    <p:sldId id="1476" r:id="rId14"/>
    <p:sldId id="1298" r:id="rId15"/>
    <p:sldId id="821" r:id="rId16"/>
    <p:sldId id="851" r:id="rId17"/>
    <p:sldId id="1320" r:id="rId18"/>
    <p:sldId id="1318" r:id="rId19"/>
    <p:sldId id="822" r:id="rId20"/>
    <p:sldId id="1393" r:id="rId21"/>
    <p:sldId id="1431" r:id="rId22"/>
    <p:sldId id="1477" r:id="rId23"/>
    <p:sldId id="1432" r:id="rId24"/>
    <p:sldId id="1478" r:id="rId25"/>
    <p:sldId id="1324" r:id="rId26"/>
    <p:sldId id="823" r:id="rId27"/>
    <p:sldId id="824" r:id="rId28"/>
    <p:sldId id="1277" r:id="rId29"/>
    <p:sldId id="825" r:id="rId30"/>
    <p:sldId id="1388" r:id="rId31"/>
    <p:sldId id="1438" r:id="rId32"/>
    <p:sldId id="1439" r:id="rId33"/>
    <p:sldId id="1440" r:id="rId34"/>
    <p:sldId id="1441" r:id="rId35"/>
    <p:sldId id="949" r:id="rId36"/>
    <p:sldId id="1401" r:id="rId37"/>
    <p:sldId id="1442" r:id="rId38"/>
    <p:sldId id="1481" r:id="rId39"/>
    <p:sldId id="1443" r:id="rId40"/>
    <p:sldId id="1479" r:id="rId41"/>
    <p:sldId id="1480" r:id="rId42"/>
    <p:sldId id="1405" r:id="rId43"/>
    <p:sldId id="1406" r:id="rId44"/>
    <p:sldId id="1447" r:id="rId45"/>
    <p:sldId id="1449" r:id="rId46"/>
    <p:sldId id="1450" r:id="rId47"/>
    <p:sldId id="1411" r:id="rId48"/>
    <p:sldId id="1412" r:id="rId49"/>
    <p:sldId id="1457" r:id="rId50"/>
    <p:sldId id="1482" r:id="rId51"/>
    <p:sldId id="1416" r:id="rId52"/>
    <p:sldId id="1465" r:id="rId53"/>
    <p:sldId id="1466" r:id="rId54"/>
    <p:sldId id="1483" r:id="rId55"/>
    <p:sldId id="1484" r:id="rId56"/>
    <p:sldId id="1485" r:id="rId57"/>
    <p:sldId id="1486" r:id="rId58"/>
    <p:sldId id="1487" r:id="rId59"/>
    <p:sldId id="1488" r:id="rId60"/>
    <p:sldId id="1421" r:id="rId61"/>
    <p:sldId id="1422" r:id="rId62"/>
    <p:sldId id="1468" r:id="rId63"/>
    <p:sldId id="1489" r:id="rId64"/>
    <p:sldId id="1490" r:id="rId65"/>
    <p:sldId id="1491" r:id="rId66"/>
    <p:sldId id="1492" r:id="rId67"/>
    <p:sldId id="1493" r:id="rId68"/>
    <p:sldId id="1494" r:id="rId69"/>
    <p:sldId id="1495" r:id="rId70"/>
    <p:sldId id="1496" r:id="rId71"/>
    <p:sldId id="1497" r:id="rId72"/>
    <p:sldId id="1498" r:id="rId73"/>
    <p:sldId id="1508" r:id="rId74"/>
    <p:sldId id="1509" r:id="rId75"/>
    <p:sldId id="1510" r:id="rId76"/>
    <p:sldId id="1511" r:id="rId77"/>
    <p:sldId id="1259" r:id="rId78"/>
    <p:sldId id="820" r:id="rId79"/>
    <p:sldId id="1201" r:id="rId80"/>
    <p:sldId id="858" r:id="rId81"/>
    <p:sldId id="829" r:id="rId82"/>
  </p:sldIdLst>
  <p:sldSz cx="9144000" cy="5143500" type="screen16x9"/>
  <p:notesSz cx="6858000" cy="9144000"/>
  <p:custDataLst>
    <p:tags r:id="rId8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9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tags" Target="tags/tag1.xml"/><Relationship Id="rId89" Type="http://schemas.openxmlformats.org/officeDocument/2006/relationships/tableStyles" Target="tableStyles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5" Type="http://schemas.openxmlformats.org/officeDocument/2006/relationships/slideMaster" Target="slideMasters/slideMaster5.xml"/><Relationship Id="rId90" Type="http://schemas.microsoft.com/office/2016/11/relationships/changesInfo" Target="changesInfos/changesInfo1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notesMaster" Target="notesMasters/notesMaster1.xml"/><Relationship Id="rId88" Type="http://schemas.openxmlformats.org/officeDocument/2006/relationships/theme" Target="theme/theme1.xml"/><Relationship Id="rId9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viewProps" Target="viewProps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" userId="8f13a6be4da41318" providerId="LiveId" clId="{664AA2DC-23F2-D04A-BB88-A39F8001F0C5}"/>
    <pc:docChg chg="undo custSel modSld">
      <pc:chgData name="Rosmin Elsa" userId="8f13a6be4da41318" providerId="LiveId" clId="{664AA2DC-23F2-D04A-BB88-A39F8001F0C5}" dt="2024-06-22T11:30:36.791" v="312" actId="20577"/>
      <pc:docMkLst>
        <pc:docMk/>
      </pc:docMkLst>
      <pc:sldChg chg="modSp">
        <pc:chgData name="Rosmin Elsa" userId="8f13a6be4da41318" providerId="LiveId" clId="{664AA2DC-23F2-D04A-BB88-A39F8001F0C5}" dt="2024-06-22T11:28:11.070" v="272" actId="20577"/>
        <pc:sldMkLst>
          <pc:docMk/>
          <pc:sldMk cId="140346443" sldId="822"/>
        </pc:sldMkLst>
        <pc:spChg chg="mod">
          <ac:chgData name="Rosmin Elsa" userId="8f13a6be4da41318" providerId="LiveId" clId="{664AA2DC-23F2-D04A-BB88-A39F8001F0C5}" dt="2024-06-22T11:28:11.070" v="272" actId="20577"/>
          <ac:spMkLst>
            <pc:docMk/>
            <pc:sldMk cId="140346443" sldId="822"/>
            <ac:spMk id="2" creationId="{69072751-0DFD-E04D-8DBC-6192EE4B4B2A}"/>
          </ac:spMkLst>
        </pc:spChg>
      </pc:sldChg>
      <pc:sldChg chg="modSp">
        <pc:chgData name="Rosmin Elsa" userId="8f13a6be4da41318" providerId="LiveId" clId="{664AA2DC-23F2-D04A-BB88-A39F8001F0C5}" dt="2024-06-22T11:27:18.218" v="266" actId="20577"/>
        <pc:sldMkLst>
          <pc:docMk/>
          <pc:sldMk cId="2771250690" sldId="851"/>
        </pc:sldMkLst>
        <pc:spChg chg="mod">
          <ac:chgData name="Rosmin Elsa" userId="8f13a6be4da41318" providerId="LiveId" clId="{664AA2DC-23F2-D04A-BB88-A39F8001F0C5}" dt="2024-06-22T11:27:18.218" v="266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osmin Elsa" userId="8f13a6be4da41318" providerId="LiveId" clId="{664AA2DC-23F2-D04A-BB88-A39F8001F0C5}" dt="2024-06-22T11:24:46.114" v="245" actId="1076"/>
          <ac:spMkLst>
            <pc:docMk/>
            <pc:sldMk cId="2771250690" sldId="851"/>
            <ac:spMk id="5" creationId="{EF0E83AD-AD85-5E6C-33F5-D8EF739355C5}"/>
          </ac:spMkLst>
        </pc:spChg>
      </pc:sldChg>
      <pc:sldChg chg="modSp">
        <pc:chgData name="Rosmin Elsa" userId="8f13a6be4da41318" providerId="LiveId" clId="{664AA2DC-23F2-D04A-BB88-A39F8001F0C5}" dt="2024-06-22T11:30:36.791" v="312" actId="20577"/>
        <pc:sldMkLst>
          <pc:docMk/>
          <pc:sldMk cId="3441406009" sldId="858"/>
        </pc:sldMkLst>
        <pc:spChg chg="mod">
          <ac:chgData name="Rosmin Elsa" userId="8f13a6be4da41318" providerId="LiveId" clId="{664AA2DC-23F2-D04A-BB88-A39F8001F0C5}" dt="2024-06-22T11:30:36.791" v="312" actId="20577"/>
          <ac:spMkLst>
            <pc:docMk/>
            <pc:sldMk cId="3441406009" sldId="858"/>
            <ac:spMk id="2" creationId="{00000000-0000-0000-0000-000000000000}"/>
          </ac:spMkLst>
        </pc:spChg>
      </pc:sldChg>
      <pc:sldChg chg="modSp">
        <pc:chgData name="Rosmin Elsa" userId="8f13a6be4da41318" providerId="LiveId" clId="{664AA2DC-23F2-D04A-BB88-A39F8001F0C5}" dt="2024-06-22T11:28:19.164" v="278" actId="20577"/>
        <pc:sldMkLst>
          <pc:docMk/>
          <pc:sldMk cId="2938291084" sldId="1393"/>
        </pc:sldMkLst>
        <pc:spChg chg="mod">
          <ac:chgData name="Rosmin Elsa" userId="8f13a6be4da41318" providerId="LiveId" clId="{664AA2DC-23F2-D04A-BB88-A39F8001F0C5}" dt="2024-06-22T11:28:19.164" v="278" actId="20577"/>
          <ac:spMkLst>
            <pc:docMk/>
            <pc:sldMk cId="2938291084" sldId="1393"/>
            <ac:spMk id="2" creationId="{69072751-0DFD-E04D-8DBC-6192EE4B4B2A}"/>
          </ac:spMkLst>
        </pc:spChg>
      </pc:sldChg>
      <pc:sldChg chg="modSp">
        <pc:chgData name="Rosmin Elsa" userId="8f13a6be4da41318" providerId="LiveId" clId="{664AA2DC-23F2-D04A-BB88-A39F8001F0C5}" dt="2024-06-22T11:28:29.718" v="284" actId="20577"/>
        <pc:sldMkLst>
          <pc:docMk/>
          <pc:sldMk cId="511152044" sldId="1431"/>
        </pc:sldMkLst>
        <pc:spChg chg="mod">
          <ac:chgData name="Rosmin Elsa" userId="8f13a6be4da41318" providerId="LiveId" clId="{664AA2DC-23F2-D04A-BB88-A39F8001F0C5}" dt="2024-06-22T11:28:29.718" v="284" actId="20577"/>
          <ac:spMkLst>
            <pc:docMk/>
            <pc:sldMk cId="511152044" sldId="1431"/>
            <ac:spMk id="2" creationId="{FDBAA513-2B1D-53EE-75BE-0578E83338A3}"/>
          </ac:spMkLst>
        </pc:spChg>
      </pc:sldChg>
      <pc:sldChg chg="modSp">
        <pc:chgData name="Rosmin Elsa" userId="8f13a6be4da41318" providerId="LiveId" clId="{664AA2DC-23F2-D04A-BB88-A39F8001F0C5}" dt="2024-06-22T11:28:44.472" v="296" actId="20577"/>
        <pc:sldMkLst>
          <pc:docMk/>
          <pc:sldMk cId="2958737754" sldId="1432"/>
        </pc:sldMkLst>
        <pc:spChg chg="mod">
          <ac:chgData name="Rosmin Elsa" userId="8f13a6be4da41318" providerId="LiveId" clId="{664AA2DC-23F2-D04A-BB88-A39F8001F0C5}" dt="2024-06-22T11:28:44.472" v="296" actId="20577"/>
          <ac:spMkLst>
            <pc:docMk/>
            <pc:sldMk cId="2958737754" sldId="1432"/>
            <ac:spMk id="2" creationId="{C3E0B21F-9810-F1CF-643F-65AD235760E8}"/>
          </ac:spMkLst>
        </pc:spChg>
      </pc:sldChg>
      <pc:sldChg chg="modSp">
        <pc:chgData name="Rosmin Elsa" userId="8f13a6be4da41318" providerId="LiveId" clId="{664AA2DC-23F2-D04A-BB88-A39F8001F0C5}" dt="2024-06-22T11:23:01.716" v="36" actId="20577"/>
        <pc:sldMkLst>
          <pc:docMk/>
          <pc:sldMk cId="3068996028" sldId="1472"/>
        </pc:sldMkLst>
        <pc:spChg chg="mod">
          <ac:chgData name="Rosmin Elsa" userId="8f13a6be4da41318" providerId="LiveId" clId="{664AA2DC-23F2-D04A-BB88-A39F8001F0C5}" dt="2024-06-22T11:23:01.716" v="36" actId="20577"/>
          <ac:spMkLst>
            <pc:docMk/>
            <pc:sldMk cId="3068996028" sldId="1472"/>
            <ac:spMk id="2" creationId="{7650D44C-1859-E285-8215-02854B445147}"/>
          </ac:spMkLst>
        </pc:spChg>
      </pc:sldChg>
      <pc:sldChg chg="modSp">
        <pc:chgData name="Rosmin Elsa" userId="8f13a6be4da41318" providerId="LiveId" clId="{664AA2DC-23F2-D04A-BB88-A39F8001F0C5}" dt="2024-06-22T11:23:20.082" v="85" actId="20577"/>
        <pc:sldMkLst>
          <pc:docMk/>
          <pc:sldMk cId="2264041875" sldId="1473"/>
        </pc:sldMkLst>
        <pc:spChg chg="mod">
          <ac:chgData name="Rosmin Elsa" userId="8f13a6be4da41318" providerId="LiveId" clId="{664AA2DC-23F2-D04A-BB88-A39F8001F0C5}" dt="2024-06-22T11:23:20.082" v="85" actId="20577"/>
          <ac:spMkLst>
            <pc:docMk/>
            <pc:sldMk cId="2264041875" sldId="1473"/>
            <ac:spMk id="2" creationId="{DF6C818C-9627-247B-B917-187D597D3668}"/>
          </ac:spMkLst>
        </pc:spChg>
      </pc:sldChg>
      <pc:sldChg chg="modSp">
        <pc:chgData name="Rosmin Elsa" userId="8f13a6be4da41318" providerId="LiveId" clId="{664AA2DC-23F2-D04A-BB88-A39F8001F0C5}" dt="2024-06-22T11:24:09.845" v="187" actId="20577"/>
        <pc:sldMkLst>
          <pc:docMk/>
          <pc:sldMk cId="2017312258" sldId="1474"/>
        </pc:sldMkLst>
        <pc:spChg chg="mod">
          <ac:chgData name="Rosmin Elsa" userId="8f13a6be4da41318" providerId="LiveId" clId="{664AA2DC-23F2-D04A-BB88-A39F8001F0C5}" dt="2024-06-22T11:24:09.845" v="187" actId="20577"/>
          <ac:spMkLst>
            <pc:docMk/>
            <pc:sldMk cId="2017312258" sldId="1474"/>
            <ac:spMk id="2" creationId="{F8B061F3-D074-8E40-5901-929AFBA39D36}"/>
          </ac:spMkLst>
        </pc:spChg>
      </pc:sldChg>
      <pc:sldChg chg="modSp">
        <pc:chgData name="Rosmin Elsa" userId="8f13a6be4da41318" providerId="LiveId" clId="{664AA2DC-23F2-D04A-BB88-A39F8001F0C5}" dt="2024-06-22T11:23:40.268" v="134" actId="20577"/>
        <pc:sldMkLst>
          <pc:docMk/>
          <pc:sldMk cId="2784283948" sldId="1475"/>
        </pc:sldMkLst>
        <pc:spChg chg="mod">
          <ac:chgData name="Rosmin Elsa" userId="8f13a6be4da41318" providerId="LiveId" clId="{664AA2DC-23F2-D04A-BB88-A39F8001F0C5}" dt="2024-06-22T11:23:40.268" v="134" actId="20577"/>
          <ac:spMkLst>
            <pc:docMk/>
            <pc:sldMk cId="2784283948" sldId="1475"/>
            <ac:spMk id="2" creationId="{7650D44C-1859-E285-8215-02854B445147}"/>
          </ac:spMkLst>
        </pc:spChg>
      </pc:sldChg>
      <pc:sldChg chg="modSp">
        <pc:chgData name="Rosmin Elsa" userId="8f13a6be4da41318" providerId="LiveId" clId="{664AA2DC-23F2-D04A-BB88-A39F8001F0C5}" dt="2024-06-22T11:24:25.827" v="232" actId="20577"/>
        <pc:sldMkLst>
          <pc:docMk/>
          <pc:sldMk cId="2860790238" sldId="1476"/>
        </pc:sldMkLst>
        <pc:spChg chg="mod">
          <ac:chgData name="Rosmin Elsa" userId="8f13a6be4da41318" providerId="LiveId" clId="{664AA2DC-23F2-D04A-BB88-A39F8001F0C5}" dt="2024-06-22T11:24:25.827" v="232" actId="20577"/>
          <ac:spMkLst>
            <pc:docMk/>
            <pc:sldMk cId="2860790238" sldId="1476"/>
            <ac:spMk id="2" creationId="{7650D44C-1859-E285-8215-02854B445147}"/>
          </ac:spMkLst>
        </pc:spChg>
      </pc:sldChg>
      <pc:sldChg chg="modSp">
        <pc:chgData name="Rosmin Elsa" userId="8f13a6be4da41318" providerId="LiveId" clId="{664AA2DC-23F2-D04A-BB88-A39F8001F0C5}" dt="2024-06-22T11:28:37.404" v="290" actId="20577"/>
        <pc:sldMkLst>
          <pc:docMk/>
          <pc:sldMk cId="1209018664" sldId="1477"/>
        </pc:sldMkLst>
        <pc:spChg chg="mod">
          <ac:chgData name="Rosmin Elsa" userId="8f13a6be4da41318" providerId="LiveId" clId="{664AA2DC-23F2-D04A-BB88-A39F8001F0C5}" dt="2024-06-22T11:28:37.404" v="290" actId="20577"/>
          <ac:spMkLst>
            <pc:docMk/>
            <pc:sldMk cId="1209018664" sldId="1477"/>
            <ac:spMk id="2" creationId="{69072751-0DFD-E04D-8DBC-6192EE4B4B2A}"/>
          </ac:spMkLst>
        </pc:spChg>
      </pc:sldChg>
      <pc:sldChg chg="modSp">
        <pc:chgData name="Rosmin Elsa" userId="8f13a6be4da41318" providerId="LiveId" clId="{664AA2DC-23F2-D04A-BB88-A39F8001F0C5}" dt="2024-06-22T11:28:51.755" v="302" actId="20577"/>
        <pc:sldMkLst>
          <pc:docMk/>
          <pc:sldMk cId="3862836891" sldId="1478"/>
        </pc:sldMkLst>
        <pc:spChg chg="mod">
          <ac:chgData name="Rosmin Elsa" userId="8f13a6be4da41318" providerId="LiveId" clId="{664AA2DC-23F2-D04A-BB88-A39F8001F0C5}" dt="2024-06-22T11:28:51.755" v="302" actId="20577"/>
          <ac:spMkLst>
            <pc:docMk/>
            <pc:sldMk cId="3862836891" sldId="1478"/>
            <ac:spMk id="2" creationId="{69072751-0DFD-E04D-8DBC-6192EE4B4B2A}"/>
          </ac:spMkLst>
        </pc:spChg>
      </pc:sldChg>
    </pc:docChg>
  </pc:docChgLst>
  <pc:docChgLst>
    <pc:chgData name="Rosmin Elsa" userId="8f13a6be4da41318" providerId="Windows Live" clId="Web-{5B362584-0CAA-4BE3-86A4-A39B390DBA99}"/>
    <pc:docChg chg="modSld">
      <pc:chgData name="Rosmin Elsa" userId="8f13a6be4da41318" providerId="Windows Live" clId="Web-{5B362584-0CAA-4BE3-86A4-A39B390DBA99}" dt="2024-06-18T10:17:13.671" v="32"/>
      <pc:docMkLst>
        <pc:docMk/>
      </pc:docMkLst>
      <pc:sldChg chg="addSp delSp modSp">
        <pc:chgData name="Rosmin Elsa" userId="8f13a6be4da41318" providerId="Windows Live" clId="Web-{5B362584-0CAA-4BE3-86A4-A39B390DBA99}" dt="2024-06-18T10:16:51.357" v="22"/>
        <pc:sldMkLst>
          <pc:docMk/>
          <pc:sldMk cId="140346443" sldId="822"/>
        </pc:sldMkLst>
        <pc:spChg chg="mod">
          <ac:chgData name="Rosmin Elsa" userId="8f13a6be4da41318" providerId="Windows Live" clId="Web-{5B362584-0CAA-4BE3-86A4-A39B390DBA99}" dt="2024-06-18T10:15:54.293" v="9" actId="20577"/>
          <ac:spMkLst>
            <pc:docMk/>
            <pc:sldMk cId="140346443" sldId="822"/>
            <ac:spMk id="6" creationId="{B48AEF40-D79D-77F3-773C-095D81075E36}"/>
          </ac:spMkLst>
        </pc:spChg>
        <pc:picChg chg="add del">
          <ac:chgData name="Rosmin Elsa" userId="8f13a6be4da41318" providerId="Windows Live" clId="Web-{5B362584-0CAA-4BE3-86A4-A39B390DBA99}" dt="2024-06-18T10:16:51.357" v="22"/>
          <ac:picMkLst>
            <pc:docMk/>
            <pc:sldMk cId="140346443" sldId="822"/>
            <ac:picMk id="9" creationId="{4BC5C584-7550-42C0-5176-232FC90F0FD6}"/>
          </ac:picMkLst>
        </pc:picChg>
      </pc:sldChg>
      <pc:sldChg chg="modSp">
        <pc:chgData name="Rosmin Elsa" userId="8f13a6be4da41318" providerId="Windows Live" clId="Web-{5B362584-0CAA-4BE3-86A4-A39B390DBA99}" dt="2024-06-18T10:15:37.261" v="8" actId="20577"/>
        <pc:sldMkLst>
          <pc:docMk/>
          <pc:sldMk cId="2137578366" sldId="859"/>
        </pc:sldMkLst>
        <pc:spChg chg="mod">
          <ac:chgData name="Rosmin Elsa" userId="8f13a6be4da41318" providerId="Windows Live" clId="Web-{5B362584-0CAA-4BE3-86A4-A39B390DBA99}" dt="2024-06-18T10:15:37.261" v="8" actId="20577"/>
          <ac:spMkLst>
            <pc:docMk/>
            <pc:sldMk cId="2137578366" sldId="859"/>
            <ac:spMk id="5" creationId="{F23B1A82-CA2E-08BD-1D0D-5AA03047C3D2}"/>
          </ac:spMkLst>
        </pc:spChg>
      </pc:sldChg>
      <pc:sldChg chg="addSp delSp modSp">
        <pc:chgData name="Rosmin Elsa" userId="8f13a6be4da41318" providerId="Windows Live" clId="Web-{5B362584-0CAA-4BE3-86A4-A39B390DBA99}" dt="2024-06-18T10:17:00.123" v="24"/>
        <pc:sldMkLst>
          <pc:docMk/>
          <pc:sldMk cId="2938291084" sldId="1393"/>
        </pc:sldMkLst>
        <pc:spChg chg="mod">
          <ac:chgData name="Rosmin Elsa" userId="8f13a6be4da41318" providerId="Windows Live" clId="Web-{5B362584-0CAA-4BE3-86A4-A39B390DBA99}" dt="2024-06-18T10:15:58.215" v="10" actId="20577"/>
          <ac:spMkLst>
            <pc:docMk/>
            <pc:sldMk cId="2938291084" sldId="1393"/>
            <ac:spMk id="6" creationId="{B48AEF40-D79D-77F3-773C-095D81075E36}"/>
          </ac:spMkLst>
        </pc:spChg>
        <pc:picChg chg="add">
          <ac:chgData name="Rosmin Elsa" userId="8f13a6be4da41318" providerId="Windows Live" clId="Web-{5B362584-0CAA-4BE3-86A4-A39B390DBA99}" dt="2024-06-18T10:17:00.123" v="24"/>
          <ac:picMkLst>
            <pc:docMk/>
            <pc:sldMk cId="2938291084" sldId="1393"/>
            <ac:picMk id="5" creationId="{0CAB78BF-55EB-F254-82F5-F01C0C0A7D43}"/>
          </ac:picMkLst>
        </pc:picChg>
        <pc:picChg chg="del">
          <ac:chgData name="Rosmin Elsa" userId="8f13a6be4da41318" providerId="Windows Live" clId="Web-{5B362584-0CAA-4BE3-86A4-A39B390DBA99}" dt="2024-06-18T10:16:55.451" v="23"/>
          <ac:picMkLst>
            <pc:docMk/>
            <pc:sldMk cId="2938291084" sldId="1393"/>
            <ac:picMk id="9" creationId="{4BC5C584-7550-42C0-5176-232FC90F0FD6}"/>
          </ac:picMkLst>
        </pc:picChg>
      </pc:sldChg>
      <pc:sldChg chg="addSp delSp modSp">
        <pc:chgData name="Rosmin Elsa" userId="8f13a6be4da41318" providerId="Windows Live" clId="Web-{5B362584-0CAA-4BE3-86A4-A39B390DBA99}" dt="2024-06-18T10:17:04.452" v="26"/>
        <pc:sldMkLst>
          <pc:docMk/>
          <pc:sldMk cId="511152044" sldId="1431"/>
        </pc:sldMkLst>
        <pc:spChg chg="mod">
          <ac:chgData name="Rosmin Elsa" userId="8f13a6be4da41318" providerId="Windows Live" clId="Web-{5B362584-0CAA-4BE3-86A4-A39B390DBA99}" dt="2024-06-18T10:16:00.574" v="11" actId="20577"/>
          <ac:spMkLst>
            <pc:docMk/>
            <pc:sldMk cId="511152044" sldId="1431"/>
            <ac:spMk id="6" creationId="{53BAF3B4-00AF-A8C5-2B9D-7AF1E7CD042C}"/>
          </ac:spMkLst>
        </pc:spChg>
        <pc:picChg chg="add">
          <ac:chgData name="Rosmin Elsa" userId="8f13a6be4da41318" providerId="Windows Live" clId="Web-{5B362584-0CAA-4BE3-86A4-A39B390DBA99}" dt="2024-06-18T10:17:04.452" v="26"/>
          <ac:picMkLst>
            <pc:docMk/>
            <pc:sldMk cId="511152044" sldId="1431"/>
            <ac:picMk id="5" creationId="{9BC633EC-10CB-2D68-E073-1D6CA6D30F5B}"/>
          </ac:picMkLst>
        </pc:picChg>
        <pc:picChg chg="del">
          <ac:chgData name="Rosmin Elsa" userId="8f13a6be4da41318" providerId="Windows Live" clId="Web-{5B362584-0CAA-4BE3-86A4-A39B390DBA99}" dt="2024-06-18T10:17:03.780" v="25"/>
          <ac:picMkLst>
            <pc:docMk/>
            <pc:sldMk cId="511152044" sldId="1431"/>
            <ac:picMk id="9" creationId="{F1C03F57-D043-7B13-FA17-AF7D7DB91169}"/>
          </ac:picMkLst>
        </pc:picChg>
      </pc:sldChg>
      <pc:sldChg chg="addSp delSp modSp">
        <pc:chgData name="Rosmin Elsa" userId="8f13a6be4da41318" providerId="Windows Live" clId="Web-{5B362584-0CAA-4BE3-86A4-A39B390DBA99}" dt="2024-06-18T10:17:10.749" v="30"/>
        <pc:sldMkLst>
          <pc:docMk/>
          <pc:sldMk cId="2958737754" sldId="1432"/>
        </pc:sldMkLst>
        <pc:spChg chg="mod">
          <ac:chgData name="Rosmin Elsa" userId="8f13a6be4da41318" providerId="Windows Live" clId="Web-{5B362584-0CAA-4BE3-86A4-A39B390DBA99}" dt="2024-06-18T10:16:17.153" v="16" actId="20577"/>
          <ac:spMkLst>
            <pc:docMk/>
            <pc:sldMk cId="2958737754" sldId="1432"/>
            <ac:spMk id="6" creationId="{609A587E-4C9D-427D-6C53-ECDB6441261D}"/>
          </ac:spMkLst>
        </pc:spChg>
        <pc:picChg chg="add">
          <ac:chgData name="Rosmin Elsa" userId="8f13a6be4da41318" providerId="Windows Live" clId="Web-{5B362584-0CAA-4BE3-86A4-A39B390DBA99}" dt="2024-06-18T10:17:10.749" v="30"/>
          <ac:picMkLst>
            <pc:docMk/>
            <pc:sldMk cId="2958737754" sldId="1432"/>
            <ac:picMk id="5" creationId="{4ADAF18A-9842-E8F1-8C7B-09FB41DA1A82}"/>
          </ac:picMkLst>
        </pc:picChg>
        <pc:picChg chg="del">
          <ac:chgData name="Rosmin Elsa" userId="8f13a6be4da41318" providerId="Windows Live" clId="Web-{5B362584-0CAA-4BE3-86A4-A39B390DBA99}" dt="2024-06-18T10:17:10.014" v="29"/>
          <ac:picMkLst>
            <pc:docMk/>
            <pc:sldMk cId="2958737754" sldId="1432"/>
            <ac:picMk id="9" creationId="{260A19C8-DE0B-B80B-83BA-B82D67118DA4}"/>
          </ac:picMkLst>
        </pc:picChg>
      </pc:sldChg>
      <pc:sldChg chg="modSp">
        <pc:chgData name="Rosmin Elsa" userId="8f13a6be4da41318" providerId="Windows Live" clId="Web-{5B362584-0CAA-4BE3-86A4-A39B390DBA99}" dt="2024-06-18T10:15:33.730" v="7" actId="20577"/>
        <pc:sldMkLst>
          <pc:docMk/>
          <pc:sldMk cId="3068996028" sldId="1472"/>
        </pc:sldMkLst>
        <pc:spChg chg="mod">
          <ac:chgData name="Rosmin Elsa" userId="8f13a6be4da41318" providerId="Windows Live" clId="Web-{5B362584-0CAA-4BE3-86A4-A39B390DBA99}" dt="2024-06-18T10:15:33.730" v="7" actId="20577"/>
          <ac:spMkLst>
            <pc:docMk/>
            <pc:sldMk cId="3068996028" sldId="1472"/>
            <ac:spMk id="5" creationId="{9CDE8A97-A04A-A5A0-1CE7-9CAA6D4FBF85}"/>
          </ac:spMkLst>
        </pc:spChg>
      </pc:sldChg>
      <pc:sldChg chg="modSp">
        <pc:chgData name="Rosmin Elsa" userId="8f13a6be4da41318" providerId="Windows Live" clId="Web-{5B362584-0CAA-4BE3-86A4-A39B390DBA99}" dt="2024-06-18T10:15:30.151" v="6" actId="20577"/>
        <pc:sldMkLst>
          <pc:docMk/>
          <pc:sldMk cId="2264041875" sldId="1473"/>
        </pc:sldMkLst>
        <pc:spChg chg="mod">
          <ac:chgData name="Rosmin Elsa" userId="8f13a6be4da41318" providerId="Windows Live" clId="Web-{5B362584-0CAA-4BE3-86A4-A39B390DBA99}" dt="2024-06-18T10:15:30.151" v="6" actId="20577"/>
          <ac:spMkLst>
            <pc:docMk/>
            <pc:sldMk cId="2264041875" sldId="1473"/>
            <ac:spMk id="5" creationId="{3E16CFBD-E0AF-57EE-01B9-A67C4B76D0B5}"/>
          </ac:spMkLst>
        </pc:spChg>
      </pc:sldChg>
      <pc:sldChg chg="modSp">
        <pc:chgData name="Rosmin Elsa" userId="8f13a6be4da41318" providerId="Windows Live" clId="Web-{5B362584-0CAA-4BE3-86A4-A39B390DBA99}" dt="2024-06-18T10:15:23.823" v="4" actId="20577"/>
        <pc:sldMkLst>
          <pc:docMk/>
          <pc:sldMk cId="2017312258" sldId="1474"/>
        </pc:sldMkLst>
        <pc:spChg chg="mod">
          <ac:chgData name="Rosmin Elsa" userId="8f13a6be4da41318" providerId="Windows Live" clId="Web-{5B362584-0CAA-4BE3-86A4-A39B390DBA99}" dt="2024-06-18T10:15:23.823" v="4" actId="20577"/>
          <ac:spMkLst>
            <pc:docMk/>
            <pc:sldMk cId="2017312258" sldId="1474"/>
            <ac:spMk id="5" creationId="{AFB9AB2B-36E6-1902-0659-3B71C641984F}"/>
          </ac:spMkLst>
        </pc:spChg>
      </pc:sldChg>
      <pc:sldChg chg="modSp">
        <pc:chgData name="Rosmin Elsa" userId="8f13a6be4da41318" providerId="Windows Live" clId="Web-{5B362584-0CAA-4BE3-86A4-A39B390DBA99}" dt="2024-06-18T10:15:27.136" v="5" actId="20577"/>
        <pc:sldMkLst>
          <pc:docMk/>
          <pc:sldMk cId="2784283948" sldId="1475"/>
        </pc:sldMkLst>
        <pc:spChg chg="mod">
          <ac:chgData name="Rosmin Elsa" userId="8f13a6be4da41318" providerId="Windows Live" clId="Web-{5B362584-0CAA-4BE3-86A4-A39B390DBA99}" dt="2024-06-18T10:15:27.136" v="5" actId="20577"/>
          <ac:spMkLst>
            <pc:docMk/>
            <pc:sldMk cId="2784283948" sldId="1475"/>
            <ac:spMk id="5" creationId="{9CDE8A97-A04A-A5A0-1CE7-9CAA6D4FBF85}"/>
          </ac:spMkLst>
        </pc:spChg>
      </pc:sldChg>
      <pc:sldChg chg="modSp">
        <pc:chgData name="Rosmin Elsa" userId="8f13a6be4da41318" providerId="Windows Live" clId="Web-{5B362584-0CAA-4BE3-86A4-A39B390DBA99}" dt="2024-06-18T10:15:19.292" v="3" actId="20577"/>
        <pc:sldMkLst>
          <pc:docMk/>
          <pc:sldMk cId="2860790238" sldId="1476"/>
        </pc:sldMkLst>
        <pc:spChg chg="mod">
          <ac:chgData name="Rosmin Elsa" userId="8f13a6be4da41318" providerId="Windows Live" clId="Web-{5B362584-0CAA-4BE3-86A4-A39B390DBA99}" dt="2024-06-18T10:15:19.292" v="3" actId="20577"/>
          <ac:spMkLst>
            <pc:docMk/>
            <pc:sldMk cId="2860790238" sldId="1476"/>
            <ac:spMk id="5" creationId="{9CDE8A97-A04A-A5A0-1CE7-9CAA6D4FBF85}"/>
          </ac:spMkLst>
        </pc:spChg>
      </pc:sldChg>
      <pc:sldChg chg="addSp delSp modSp">
        <pc:chgData name="Rosmin Elsa" userId="8f13a6be4da41318" providerId="Windows Live" clId="Web-{5B362584-0CAA-4BE3-86A4-A39B390DBA99}" dt="2024-06-18T10:17:07.092" v="28"/>
        <pc:sldMkLst>
          <pc:docMk/>
          <pc:sldMk cId="1209018664" sldId="1477"/>
        </pc:sldMkLst>
        <pc:spChg chg="mod">
          <ac:chgData name="Rosmin Elsa" userId="8f13a6be4da41318" providerId="Windows Live" clId="Web-{5B362584-0CAA-4BE3-86A4-A39B390DBA99}" dt="2024-06-18T10:16:27.528" v="20" actId="20577"/>
          <ac:spMkLst>
            <pc:docMk/>
            <pc:sldMk cId="1209018664" sldId="1477"/>
            <ac:spMk id="6" creationId="{B48AEF40-D79D-77F3-773C-095D81075E36}"/>
          </ac:spMkLst>
        </pc:spChg>
        <pc:picChg chg="add">
          <ac:chgData name="Rosmin Elsa" userId="8f13a6be4da41318" providerId="Windows Live" clId="Web-{5B362584-0CAA-4BE3-86A4-A39B390DBA99}" dt="2024-06-18T10:17:07.092" v="28"/>
          <ac:picMkLst>
            <pc:docMk/>
            <pc:sldMk cId="1209018664" sldId="1477"/>
            <ac:picMk id="5" creationId="{919CED78-468D-74ED-F8F7-C2D3066BCDE3}"/>
          </ac:picMkLst>
        </pc:picChg>
        <pc:picChg chg="del">
          <ac:chgData name="Rosmin Elsa" userId="8f13a6be4da41318" providerId="Windows Live" clId="Web-{5B362584-0CAA-4BE3-86A4-A39B390DBA99}" dt="2024-06-18T10:17:06.608" v="27"/>
          <ac:picMkLst>
            <pc:docMk/>
            <pc:sldMk cId="1209018664" sldId="1477"/>
            <ac:picMk id="9" creationId="{4BC5C584-7550-42C0-5176-232FC90F0FD6}"/>
          </ac:picMkLst>
        </pc:picChg>
      </pc:sldChg>
      <pc:sldChg chg="addSp delSp modSp">
        <pc:chgData name="Rosmin Elsa" userId="8f13a6be4da41318" providerId="Windows Live" clId="Web-{5B362584-0CAA-4BE3-86A4-A39B390DBA99}" dt="2024-06-18T10:17:13.671" v="32"/>
        <pc:sldMkLst>
          <pc:docMk/>
          <pc:sldMk cId="3862836891" sldId="1478"/>
        </pc:sldMkLst>
        <pc:spChg chg="mod">
          <ac:chgData name="Rosmin Elsa" userId="8f13a6be4da41318" providerId="Windows Live" clId="Web-{5B362584-0CAA-4BE3-86A4-A39B390DBA99}" dt="2024-06-18T10:16:12.934" v="15" actId="20577"/>
          <ac:spMkLst>
            <pc:docMk/>
            <pc:sldMk cId="3862836891" sldId="1478"/>
            <ac:spMk id="6" creationId="{B48AEF40-D79D-77F3-773C-095D81075E36}"/>
          </ac:spMkLst>
        </pc:spChg>
        <pc:picChg chg="add">
          <ac:chgData name="Rosmin Elsa" userId="8f13a6be4da41318" providerId="Windows Live" clId="Web-{5B362584-0CAA-4BE3-86A4-A39B390DBA99}" dt="2024-06-18T10:17:13.671" v="32"/>
          <ac:picMkLst>
            <pc:docMk/>
            <pc:sldMk cId="3862836891" sldId="1478"/>
            <ac:picMk id="5" creationId="{B375E17B-932D-A974-8B2F-DE10F9905B5D}"/>
          </ac:picMkLst>
        </pc:picChg>
        <pc:picChg chg="del">
          <ac:chgData name="Rosmin Elsa" userId="8f13a6be4da41318" providerId="Windows Live" clId="Web-{5B362584-0CAA-4BE3-86A4-A39B390DBA99}" dt="2024-06-18T10:17:13.233" v="31"/>
          <ac:picMkLst>
            <pc:docMk/>
            <pc:sldMk cId="3862836891" sldId="1478"/>
            <ac:picMk id="9" creationId="{4BC5C584-7550-42C0-5176-232FC90F0FD6}"/>
          </ac:picMkLst>
        </pc:picChg>
      </pc:sldChg>
    </pc:docChg>
  </pc:docChgLst>
  <pc:docChgLst>
    <pc:chgData name="Rosmin Elsa" userId="8f13a6be4da41318" providerId="LiveId" clId="{CBD7A9D7-7B8B-43CE-8170-D2F210B2314B}"/>
    <pc:docChg chg="undo redo custSel addSld delSld modSld modMainMaster">
      <pc:chgData name="Rosmin Elsa" userId="8f13a6be4da41318" providerId="LiveId" clId="{CBD7A9D7-7B8B-43CE-8170-D2F210B2314B}" dt="2024-06-20T07:34:15.634" v="1261" actId="20577"/>
      <pc:docMkLst>
        <pc:docMk/>
      </pc:docMkLst>
      <pc:sldChg chg="modSp mod">
        <pc:chgData name="Rosmin Elsa" userId="8f13a6be4da41318" providerId="LiveId" clId="{CBD7A9D7-7B8B-43CE-8170-D2F210B2314B}" dt="2024-06-18T08:11:41.685" v="188" actId="20577"/>
        <pc:sldMkLst>
          <pc:docMk/>
          <pc:sldMk cId="4206118844" sldId="811"/>
        </pc:sldMkLst>
        <pc:spChg chg="mod">
          <ac:chgData name="Rosmin Elsa" userId="8f13a6be4da41318" providerId="LiveId" clId="{CBD7A9D7-7B8B-43CE-8170-D2F210B2314B}" dt="2024-06-18T08:11:41.685" v="188" actId="20577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" userId="8f13a6be4da41318" providerId="LiveId" clId="{CBD7A9D7-7B8B-43CE-8170-D2F210B2314B}" dt="2024-06-18T08:00:43.694" v="29" actId="20577"/>
        <pc:sldMkLst>
          <pc:docMk/>
          <pc:sldMk cId="717388547" sldId="813"/>
        </pc:sldMkLst>
        <pc:spChg chg="mod">
          <ac:chgData name="Rosmin Elsa" userId="8f13a6be4da41318" providerId="LiveId" clId="{CBD7A9D7-7B8B-43CE-8170-D2F210B2314B}" dt="2024-06-18T08:00:43.694" v="29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" userId="8f13a6be4da41318" providerId="LiveId" clId="{CBD7A9D7-7B8B-43CE-8170-D2F210B2314B}" dt="2024-06-18T08:15:42.030" v="195" actId="6549"/>
        <pc:sldMkLst>
          <pc:docMk/>
          <pc:sldMk cId="3717493800" sldId="821"/>
        </pc:sldMkLst>
        <pc:spChg chg="mod">
          <ac:chgData name="Rosmin Elsa" userId="8f13a6be4da41318" providerId="LiveId" clId="{CBD7A9D7-7B8B-43CE-8170-D2F210B2314B}" dt="2024-06-18T08:15:42.030" v="195" actId="6549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" userId="8f13a6be4da41318" providerId="LiveId" clId="{CBD7A9D7-7B8B-43CE-8170-D2F210B2314B}" dt="2024-06-18T08:28:53.190" v="255" actId="20577"/>
        <pc:sldMkLst>
          <pc:docMk/>
          <pc:sldMk cId="140346443" sldId="822"/>
        </pc:sldMkLst>
        <pc:spChg chg="mod">
          <ac:chgData name="Rosmin Elsa" userId="8f13a6be4da41318" providerId="LiveId" clId="{CBD7A9D7-7B8B-43CE-8170-D2F210B2314B}" dt="2024-06-18T08:28:53.190" v="255" actId="20577"/>
          <ac:spMkLst>
            <pc:docMk/>
            <pc:sldMk cId="140346443" sldId="822"/>
            <ac:spMk id="3" creationId="{DFD3087A-542A-9E8A-2F04-286C1B72B61A}"/>
          </ac:spMkLst>
        </pc:spChg>
      </pc:sldChg>
      <pc:sldChg chg="addSp modSp mod">
        <pc:chgData name="Rosmin Elsa" userId="8f13a6be4da41318" providerId="LiveId" clId="{CBD7A9D7-7B8B-43CE-8170-D2F210B2314B}" dt="2024-06-18T10:13:13.160" v="1147"/>
        <pc:sldMkLst>
          <pc:docMk/>
          <pc:sldMk cId="3585569336" sldId="825"/>
        </pc:sldMkLst>
        <pc:spChg chg="mod">
          <ac:chgData name="Rosmin Elsa" userId="8f13a6be4da41318" providerId="LiveId" clId="{CBD7A9D7-7B8B-43CE-8170-D2F210B2314B}" dt="2024-06-18T10:13:12.812" v="1146" actId="6549"/>
          <ac:spMkLst>
            <pc:docMk/>
            <pc:sldMk cId="3585569336" sldId="825"/>
            <ac:spMk id="2" creationId="{1B06CDC2-E50A-3116-E465-B97E39BC940D}"/>
          </ac:spMkLst>
        </pc:spChg>
        <pc:spChg chg="add mod">
          <ac:chgData name="Rosmin Elsa" userId="8f13a6be4da41318" providerId="LiveId" clId="{CBD7A9D7-7B8B-43CE-8170-D2F210B2314B}" dt="2024-06-18T10:13:06.706" v="1144"/>
          <ac:spMkLst>
            <pc:docMk/>
            <pc:sldMk cId="3585569336" sldId="825"/>
            <ac:spMk id="3" creationId="{859D1A56-1907-6E04-D502-EF22CC07915D}"/>
          </ac:spMkLst>
        </pc:spChg>
        <pc:spChg chg="add mod">
          <ac:chgData name="Rosmin Elsa" userId="8f13a6be4da41318" providerId="LiveId" clId="{CBD7A9D7-7B8B-43CE-8170-D2F210B2314B}" dt="2024-06-18T10:13:10.075" v="1145"/>
          <ac:spMkLst>
            <pc:docMk/>
            <pc:sldMk cId="3585569336" sldId="825"/>
            <ac:spMk id="4" creationId="{6BA69158-A240-BA63-A2EC-0852F306CD54}"/>
          </ac:spMkLst>
        </pc:spChg>
        <pc:spChg chg="add mod">
          <ac:chgData name="Rosmin Elsa" userId="8f13a6be4da41318" providerId="LiveId" clId="{CBD7A9D7-7B8B-43CE-8170-D2F210B2314B}" dt="2024-06-18T10:13:13.160" v="1147"/>
          <ac:spMkLst>
            <pc:docMk/>
            <pc:sldMk cId="3585569336" sldId="825"/>
            <ac:spMk id="5" creationId="{FAFBC940-0EF1-A0D9-557E-D3B71E13F60F}"/>
          </ac:spMkLst>
        </pc:spChg>
      </pc:sldChg>
      <pc:sldChg chg="addSp modSp mod">
        <pc:chgData name="Rosmin Elsa" userId="8f13a6be4da41318" providerId="LiveId" clId="{CBD7A9D7-7B8B-43CE-8170-D2F210B2314B}" dt="2024-06-18T10:13:40.067" v="1153"/>
        <pc:sldMkLst>
          <pc:docMk/>
          <pc:sldMk cId="4027535716" sldId="829"/>
        </pc:sldMkLst>
        <pc:spChg chg="mod">
          <ac:chgData name="Rosmin Elsa" userId="8f13a6be4da41318" providerId="LiveId" clId="{CBD7A9D7-7B8B-43CE-8170-D2F210B2314B}" dt="2024-06-18T10:13:39.534" v="1152" actId="6549"/>
          <ac:spMkLst>
            <pc:docMk/>
            <pc:sldMk cId="4027535716" sldId="829"/>
            <ac:spMk id="2" creationId="{E3ED4C2D-8F3A-93FB-E552-441EF1174C57}"/>
          </ac:spMkLst>
        </pc:spChg>
        <pc:spChg chg="add mod">
          <ac:chgData name="Rosmin Elsa" userId="8f13a6be4da41318" providerId="LiveId" clId="{CBD7A9D7-7B8B-43CE-8170-D2F210B2314B}" dt="2024-06-18T10:13:35.052" v="1151"/>
          <ac:spMkLst>
            <pc:docMk/>
            <pc:sldMk cId="4027535716" sldId="829"/>
            <ac:spMk id="3" creationId="{CFA04D99-FFF9-E6AA-4437-1F93113E51F9}"/>
          </ac:spMkLst>
        </pc:spChg>
        <pc:spChg chg="add mod">
          <ac:chgData name="Rosmin Elsa" userId="8f13a6be4da41318" providerId="LiveId" clId="{CBD7A9D7-7B8B-43CE-8170-D2F210B2314B}" dt="2024-06-18T10:13:40.067" v="1153"/>
          <ac:spMkLst>
            <pc:docMk/>
            <pc:sldMk cId="4027535716" sldId="829"/>
            <ac:spMk id="4" creationId="{83A7C42D-694F-82B0-06B9-563DA0375AE5}"/>
          </ac:spMkLst>
        </pc:spChg>
      </pc:sldChg>
      <pc:sldChg chg="modSp mod">
        <pc:chgData name="Rosmin Elsa" userId="8f13a6be4da41318" providerId="LiveId" clId="{CBD7A9D7-7B8B-43CE-8170-D2F210B2314B}" dt="2024-06-18T08:23:26.822" v="207" actId="20577"/>
        <pc:sldMkLst>
          <pc:docMk/>
          <pc:sldMk cId="2771250690" sldId="851"/>
        </pc:sldMkLst>
        <pc:spChg chg="mod">
          <ac:chgData name="Rosmin Elsa" userId="8f13a6be4da41318" providerId="LiveId" clId="{CBD7A9D7-7B8B-43CE-8170-D2F210B2314B}" dt="2024-06-18T08:23:26.822" v="207" actId="20577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Rosmin Elsa" userId="8f13a6be4da41318" providerId="LiveId" clId="{CBD7A9D7-7B8B-43CE-8170-D2F210B2314B}" dt="2024-06-20T07:33:20.091" v="1256" actId="120"/>
        <pc:sldMkLst>
          <pc:docMk/>
          <pc:sldMk cId="3441406009" sldId="858"/>
        </pc:sldMkLst>
        <pc:spChg chg="mod">
          <ac:chgData name="Rosmin Elsa" userId="8f13a6be4da41318" providerId="LiveId" clId="{CBD7A9D7-7B8B-43CE-8170-D2F210B2314B}" dt="2024-06-20T07:33:20.091" v="1256" actId="120"/>
          <ac:spMkLst>
            <pc:docMk/>
            <pc:sldMk cId="3441406009" sldId="858"/>
            <ac:spMk id="6" creationId="{CA0575D6-2132-A304-BD4D-E123FFDE7A28}"/>
          </ac:spMkLst>
        </pc:spChg>
      </pc:sldChg>
      <pc:sldChg chg="modSp mod">
        <pc:chgData name="Rosmin Elsa" userId="8f13a6be4da41318" providerId="LiveId" clId="{CBD7A9D7-7B8B-43CE-8170-D2F210B2314B}" dt="2024-06-18T08:06:24.196" v="93" actId="6549"/>
        <pc:sldMkLst>
          <pc:docMk/>
          <pc:sldMk cId="2137578366" sldId="859"/>
        </pc:sldMkLst>
        <pc:spChg chg="mod">
          <ac:chgData name="Rosmin Elsa" userId="8f13a6be4da41318" providerId="LiveId" clId="{CBD7A9D7-7B8B-43CE-8170-D2F210B2314B}" dt="2024-06-18T08:00:54.761" v="52" actId="20577"/>
          <ac:spMkLst>
            <pc:docMk/>
            <pc:sldMk cId="2137578366" sldId="859"/>
            <ac:spMk id="2" creationId="{00000000-0000-0000-0000-000000000000}"/>
          </ac:spMkLst>
        </pc:spChg>
        <pc:spChg chg="mod">
          <ac:chgData name="Rosmin Elsa" userId="8f13a6be4da41318" providerId="LiveId" clId="{CBD7A9D7-7B8B-43CE-8170-D2F210B2314B}" dt="2024-06-18T08:06:24.196" v="93" actId="6549"/>
          <ac:spMkLst>
            <pc:docMk/>
            <pc:sldMk cId="2137578366" sldId="859"/>
            <ac:spMk id="7" creationId="{094E9A69-B612-35E4-DEEF-5092DA0A0A97}"/>
          </ac:spMkLst>
        </pc:spChg>
      </pc:sldChg>
      <pc:sldChg chg="modSp mod">
        <pc:chgData name="Rosmin Elsa" userId="8f13a6be4da41318" providerId="LiveId" clId="{CBD7A9D7-7B8B-43CE-8170-D2F210B2314B}" dt="2024-06-18T09:13:28.307" v="445" actId="20577"/>
        <pc:sldMkLst>
          <pc:docMk/>
          <pc:sldMk cId="1416329417" sldId="949"/>
        </pc:sldMkLst>
        <pc:spChg chg="mod">
          <ac:chgData name="Rosmin Elsa" userId="8f13a6be4da41318" providerId="LiveId" clId="{CBD7A9D7-7B8B-43CE-8170-D2F210B2314B}" dt="2024-06-18T09:13:28.307" v="445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osmin Elsa" userId="8f13a6be4da41318" providerId="LiveId" clId="{CBD7A9D7-7B8B-43CE-8170-D2F210B2314B}" dt="2024-06-18T10:09:01.665" v="1094" actId="20577"/>
        <pc:sldMkLst>
          <pc:docMk/>
          <pc:sldMk cId="1180184608" sldId="1201"/>
        </pc:sldMkLst>
        <pc:spChg chg="mod">
          <ac:chgData name="Rosmin Elsa" userId="8f13a6be4da41318" providerId="LiveId" clId="{CBD7A9D7-7B8B-43CE-8170-D2F210B2314B}" dt="2024-06-18T10:09:01.665" v="1094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addSp modSp mod">
        <pc:chgData name="Rosmin Elsa" userId="8f13a6be4da41318" providerId="LiveId" clId="{CBD7A9D7-7B8B-43CE-8170-D2F210B2314B}" dt="2024-06-18T10:13:29.249" v="1150"/>
        <pc:sldMkLst>
          <pc:docMk/>
          <pc:sldMk cId="430881365" sldId="1259"/>
        </pc:sldMkLst>
        <pc:spChg chg="mod">
          <ac:chgData name="Rosmin Elsa" userId="8f13a6be4da41318" providerId="LiveId" clId="{CBD7A9D7-7B8B-43CE-8170-D2F210B2314B}" dt="2024-06-18T10:13:28.669" v="1149" actId="6549"/>
          <ac:spMkLst>
            <pc:docMk/>
            <pc:sldMk cId="430881365" sldId="1259"/>
            <ac:spMk id="2" creationId="{ED5B6446-DF9C-BA6E-B41E-1CD580FE87A5}"/>
          </ac:spMkLst>
        </pc:spChg>
        <pc:spChg chg="add mod">
          <ac:chgData name="Rosmin Elsa" userId="8f13a6be4da41318" providerId="LiveId" clId="{CBD7A9D7-7B8B-43CE-8170-D2F210B2314B}" dt="2024-06-18T10:13:26.242" v="1148"/>
          <ac:spMkLst>
            <pc:docMk/>
            <pc:sldMk cId="430881365" sldId="1259"/>
            <ac:spMk id="3" creationId="{B2AD712B-6919-E442-12E9-79D36CA19197}"/>
          </ac:spMkLst>
        </pc:spChg>
        <pc:spChg chg="add mod">
          <ac:chgData name="Rosmin Elsa" userId="8f13a6be4da41318" providerId="LiveId" clId="{CBD7A9D7-7B8B-43CE-8170-D2F210B2314B}" dt="2024-06-18T10:13:29.249" v="1150"/>
          <ac:spMkLst>
            <pc:docMk/>
            <pc:sldMk cId="430881365" sldId="1259"/>
            <ac:spMk id="4" creationId="{1DF08D92-B8D4-D55B-D620-3A0A20659FD5}"/>
          </ac:spMkLst>
        </pc:spChg>
      </pc:sldChg>
      <pc:sldChg chg="modSp mod">
        <pc:chgData name="Rosmin Elsa" userId="8f13a6be4da41318" providerId="LiveId" clId="{CBD7A9D7-7B8B-43CE-8170-D2F210B2314B}" dt="2024-06-18T09:02:25.238" v="354" actId="20577"/>
        <pc:sldMkLst>
          <pc:docMk/>
          <pc:sldMk cId="858007124" sldId="1277"/>
        </pc:sldMkLst>
        <pc:spChg chg="mod">
          <ac:chgData name="Rosmin Elsa" userId="8f13a6be4da41318" providerId="LiveId" clId="{CBD7A9D7-7B8B-43CE-8170-D2F210B2314B}" dt="2024-06-18T09:02:25.238" v="354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" userId="8f13a6be4da41318" providerId="LiveId" clId="{CBD7A9D7-7B8B-43CE-8170-D2F210B2314B}" dt="2024-06-18T09:01:41.090" v="333" actId="20577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" userId="8f13a6be4da41318" providerId="LiveId" clId="{CBD7A9D7-7B8B-43CE-8170-D2F210B2314B}" dt="2024-06-18T08:11:46.745" v="189" actId="20577"/>
        <pc:sldMkLst>
          <pc:docMk/>
          <pc:sldMk cId="1672910874" sldId="1298"/>
        </pc:sldMkLst>
        <pc:spChg chg="mod">
          <ac:chgData name="Rosmin Elsa" userId="8f13a6be4da41318" providerId="LiveId" clId="{CBD7A9D7-7B8B-43CE-8170-D2F210B2314B}" dt="2024-06-18T08:11:46.745" v="189" actId="20577"/>
          <ac:spMkLst>
            <pc:docMk/>
            <pc:sldMk cId="1672910874" sldId="1298"/>
            <ac:spMk id="3" creationId="{869DF675-68B2-E157-D40A-40EF3DECB71A}"/>
          </ac:spMkLst>
        </pc:spChg>
      </pc:sldChg>
      <pc:sldChg chg="modSp mod">
        <pc:chgData name="Rosmin Elsa" userId="8f13a6be4da41318" providerId="LiveId" clId="{CBD7A9D7-7B8B-43CE-8170-D2F210B2314B}" dt="2024-06-18T08:26:02.921" v="225" actId="6549"/>
        <pc:sldMkLst>
          <pc:docMk/>
          <pc:sldMk cId="1217883548" sldId="1318"/>
        </pc:sldMkLst>
        <pc:spChg chg="mod">
          <ac:chgData name="Rosmin Elsa" userId="8f13a6be4da41318" providerId="LiveId" clId="{CBD7A9D7-7B8B-43CE-8170-D2F210B2314B}" dt="2024-06-18T08:26:02.921" v="225" actId="6549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Rosmin Elsa" userId="8f13a6be4da41318" providerId="LiveId" clId="{CBD7A9D7-7B8B-43CE-8170-D2F210B2314B}" dt="2024-06-18T08:25:33.338" v="212" actId="20577"/>
        <pc:sldMkLst>
          <pc:docMk/>
          <pc:sldMk cId="180396868" sldId="1320"/>
        </pc:sldMkLst>
        <pc:spChg chg="mod">
          <ac:chgData name="Rosmin Elsa" userId="8f13a6be4da41318" providerId="LiveId" clId="{CBD7A9D7-7B8B-43CE-8170-D2F210B2314B}" dt="2024-06-18T08:25:33.338" v="212" actId="20577"/>
          <ac:spMkLst>
            <pc:docMk/>
            <pc:sldMk cId="180396868" sldId="1320"/>
            <ac:spMk id="3" creationId="{B9ACC418-9BFA-F946-DA5B-A680A2EBDFAC}"/>
          </ac:spMkLst>
        </pc:spChg>
      </pc:sldChg>
      <pc:sldChg chg="modSp mod">
        <pc:chgData name="Rosmin Elsa" userId="8f13a6be4da41318" providerId="LiveId" clId="{CBD7A9D7-7B8B-43CE-8170-D2F210B2314B}" dt="2024-06-18T09:02:15.854" v="348" actId="20577"/>
        <pc:sldMkLst>
          <pc:docMk/>
          <pc:sldMk cId="4765592" sldId="1388"/>
        </pc:sldMkLst>
        <pc:spChg chg="mod">
          <ac:chgData name="Rosmin Elsa" userId="8f13a6be4da41318" providerId="LiveId" clId="{CBD7A9D7-7B8B-43CE-8170-D2F210B2314B}" dt="2024-06-18T09:02:15.854" v="348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 mod">
        <pc:chgData name="Rosmin Elsa" userId="8f13a6be4da41318" providerId="LiveId" clId="{CBD7A9D7-7B8B-43CE-8170-D2F210B2314B}" dt="2024-06-18T08:59:39.666" v="312" actId="6549"/>
        <pc:sldMkLst>
          <pc:docMk/>
          <pc:sldMk cId="2938291084" sldId="1393"/>
        </pc:sldMkLst>
        <pc:spChg chg="mod">
          <ac:chgData name="Rosmin Elsa" userId="8f13a6be4da41318" providerId="LiveId" clId="{CBD7A9D7-7B8B-43CE-8170-D2F210B2314B}" dt="2024-06-18T08:59:39.666" v="312" actId="6549"/>
          <ac:spMkLst>
            <pc:docMk/>
            <pc:sldMk cId="2938291084" sldId="1393"/>
            <ac:spMk id="3" creationId="{DFD3087A-542A-9E8A-2F04-286C1B72B61A}"/>
          </ac:spMkLst>
        </pc:spChg>
      </pc:sldChg>
      <pc:sldChg chg="modSp mod">
        <pc:chgData name="Rosmin Elsa" userId="8f13a6be4da41318" providerId="LiveId" clId="{CBD7A9D7-7B8B-43CE-8170-D2F210B2314B}" dt="2024-06-18T09:17:41.127" v="493" actId="27107"/>
        <pc:sldMkLst>
          <pc:docMk/>
          <pc:sldMk cId="1106683896" sldId="1401"/>
        </pc:sldMkLst>
        <pc:spChg chg="mod">
          <ac:chgData name="Rosmin Elsa" userId="8f13a6be4da41318" providerId="LiveId" clId="{CBD7A9D7-7B8B-43CE-8170-D2F210B2314B}" dt="2024-06-18T09:17:41.127" v="493" actId="27107"/>
          <ac:spMkLst>
            <pc:docMk/>
            <pc:sldMk cId="1106683896" sldId="1401"/>
            <ac:spMk id="6" creationId="{00B7E6C3-DC3B-BC8E-EE75-86995C7F8ADF}"/>
          </ac:spMkLst>
        </pc:spChg>
        <pc:spChg chg="mod">
          <ac:chgData name="Rosmin Elsa" userId="8f13a6be4da41318" providerId="LiveId" clId="{CBD7A9D7-7B8B-43CE-8170-D2F210B2314B}" dt="2024-06-18T09:13:37.943" v="446"/>
          <ac:spMkLst>
            <pc:docMk/>
            <pc:sldMk cId="1106683896" sldId="1401"/>
            <ac:spMk id="8" creationId="{A25EBDEB-28A0-A895-EE99-148520068F26}"/>
          </ac:spMkLst>
        </pc:spChg>
      </pc:sldChg>
      <pc:sldChg chg="modSp mod">
        <pc:chgData name="Rosmin Elsa" userId="8f13a6be4da41318" providerId="LiveId" clId="{CBD7A9D7-7B8B-43CE-8170-D2F210B2314B}" dt="2024-06-18T09:32:12.264" v="540" actId="20577"/>
        <pc:sldMkLst>
          <pc:docMk/>
          <pc:sldMk cId="902618935" sldId="1405"/>
        </pc:sldMkLst>
        <pc:spChg chg="mod">
          <ac:chgData name="Rosmin Elsa" userId="8f13a6be4da41318" providerId="LiveId" clId="{CBD7A9D7-7B8B-43CE-8170-D2F210B2314B}" dt="2024-06-18T09:32:12.264" v="540" actId="20577"/>
          <ac:spMkLst>
            <pc:docMk/>
            <pc:sldMk cId="902618935" sldId="1405"/>
            <ac:spMk id="2" creationId="{00000000-0000-0000-0000-000000000000}"/>
          </ac:spMkLst>
        </pc:spChg>
      </pc:sldChg>
      <pc:sldChg chg="modSp mod">
        <pc:chgData name="Rosmin Elsa" userId="8f13a6be4da41318" providerId="LiveId" clId="{CBD7A9D7-7B8B-43CE-8170-D2F210B2314B}" dt="2024-06-20T07:28:29.877" v="1190" actId="20577"/>
        <pc:sldMkLst>
          <pc:docMk/>
          <pc:sldMk cId="2653113592" sldId="1406"/>
        </pc:sldMkLst>
        <pc:spChg chg="mod">
          <ac:chgData name="Rosmin Elsa" userId="8f13a6be4da41318" providerId="LiveId" clId="{CBD7A9D7-7B8B-43CE-8170-D2F210B2314B}" dt="2024-06-20T07:28:29.877" v="1190" actId="20577"/>
          <ac:spMkLst>
            <pc:docMk/>
            <pc:sldMk cId="2653113592" sldId="1406"/>
            <ac:spMk id="5" creationId="{D15CBCA4-8279-49A0-BDA5-8F1C3F65A437}"/>
          </ac:spMkLst>
        </pc:spChg>
        <pc:spChg chg="mod">
          <ac:chgData name="Rosmin Elsa" userId="8f13a6be4da41318" providerId="LiveId" clId="{CBD7A9D7-7B8B-43CE-8170-D2F210B2314B}" dt="2024-06-18T12:38:09.216" v="1158"/>
          <ac:spMkLst>
            <pc:docMk/>
            <pc:sldMk cId="2653113592" sldId="1406"/>
            <ac:spMk id="6" creationId="{00B7E6C3-DC3B-BC8E-EE75-86995C7F8ADF}"/>
          </ac:spMkLst>
        </pc:spChg>
        <pc:spChg chg="mod">
          <ac:chgData name="Rosmin Elsa" userId="8f13a6be4da41318" providerId="LiveId" clId="{CBD7A9D7-7B8B-43CE-8170-D2F210B2314B}" dt="2024-06-18T09:32:21.233" v="541"/>
          <ac:spMkLst>
            <pc:docMk/>
            <pc:sldMk cId="2653113592" sldId="1406"/>
            <ac:spMk id="13" creationId="{9BB545B6-E81A-AAD9-C97D-D3B592102C96}"/>
          </ac:spMkLst>
        </pc:spChg>
      </pc:sldChg>
      <pc:sldChg chg="modSp mod">
        <pc:chgData name="Rosmin Elsa" userId="8f13a6be4da41318" providerId="LiveId" clId="{CBD7A9D7-7B8B-43CE-8170-D2F210B2314B}" dt="2024-06-18T09:33:21.039" v="553" actId="20577"/>
        <pc:sldMkLst>
          <pc:docMk/>
          <pc:sldMk cId="3838587995" sldId="1411"/>
        </pc:sldMkLst>
        <pc:spChg chg="mod">
          <ac:chgData name="Rosmin Elsa" userId="8f13a6be4da41318" providerId="LiveId" clId="{CBD7A9D7-7B8B-43CE-8170-D2F210B2314B}" dt="2024-06-18T09:33:21.039" v="553" actId="20577"/>
          <ac:spMkLst>
            <pc:docMk/>
            <pc:sldMk cId="3838587995" sldId="1411"/>
            <ac:spMk id="2" creationId="{00000000-0000-0000-0000-000000000000}"/>
          </ac:spMkLst>
        </pc:spChg>
      </pc:sldChg>
      <pc:sldChg chg="modSp mod">
        <pc:chgData name="Rosmin Elsa" userId="8f13a6be4da41318" providerId="LiveId" clId="{CBD7A9D7-7B8B-43CE-8170-D2F210B2314B}" dt="2024-06-20T07:29:00.496" v="1196" actId="20577"/>
        <pc:sldMkLst>
          <pc:docMk/>
          <pc:sldMk cId="2332149466" sldId="1412"/>
        </pc:sldMkLst>
        <pc:spChg chg="mod">
          <ac:chgData name="Rosmin Elsa" userId="8f13a6be4da41318" providerId="LiveId" clId="{CBD7A9D7-7B8B-43CE-8170-D2F210B2314B}" dt="2024-06-20T07:29:00.496" v="1196" actId="20577"/>
          <ac:spMkLst>
            <pc:docMk/>
            <pc:sldMk cId="2332149466" sldId="1412"/>
            <ac:spMk id="5" creationId="{D15CBCA4-8279-49A0-BDA5-8F1C3F65A437}"/>
          </ac:spMkLst>
        </pc:spChg>
        <pc:spChg chg="mod">
          <ac:chgData name="Rosmin Elsa" userId="8f13a6be4da41318" providerId="LiveId" clId="{CBD7A9D7-7B8B-43CE-8170-D2F210B2314B}" dt="2024-06-18T09:35:10.778" v="574" actId="6549"/>
          <ac:spMkLst>
            <pc:docMk/>
            <pc:sldMk cId="2332149466" sldId="1412"/>
            <ac:spMk id="6" creationId="{00B7E6C3-DC3B-BC8E-EE75-86995C7F8ADF}"/>
          </ac:spMkLst>
        </pc:spChg>
        <pc:spChg chg="mod">
          <ac:chgData name="Rosmin Elsa" userId="8f13a6be4da41318" providerId="LiveId" clId="{CBD7A9D7-7B8B-43CE-8170-D2F210B2314B}" dt="2024-06-18T09:34:40.538" v="556" actId="20577"/>
          <ac:spMkLst>
            <pc:docMk/>
            <pc:sldMk cId="2332149466" sldId="1412"/>
            <ac:spMk id="9" creationId="{DC17D8D8-E9C5-D2A8-A52F-7AE59A61C67B}"/>
          </ac:spMkLst>
        </pc:spChg>
      </pc:sldChg>
      <pc:sldChg chg="modSp mod">
        <pc:chgData name="Rosmin Elsa" userId="8f13a6be4da41318" providerId="LiveId" clId="{CBD7A9D7-7B8B-43CE-8170-D2F210B2314B}" dt="2024-06-18T09:37:04.996" v="600" actId="20577"/>
        <pc:sldMkLst>
          <pc:docMk/>
          <pc:sldMk cId="3790543259" sldId="1416"/>
        </pc:sldMkLst>
        <pc:spChg chg="mod">
          <ac:chgData name="Rosmin Elsa" userId="8f13a6be4da41318" providerId="LiveId" clId="{CBD7A9D7-7B8B-43CE-8170-D2F210B2314B}" dt="2024-06-18T09:37:04.996" v="600" actId="20577"/>
          <ac:spMkLst>
            <pc:docMk/>
            <pc:sldMk cId="3790543259" sldId="1416"/>
            <ac:spMk id="2" creationId="{00000000-0000-0000-0000-000000000000}"/>
          </ac:spMkLst>
        </pc:spChg>
      </pc:sldChg>
      <pc:sldChg chg="modSp mod">
        <pc:chgData name="Rosmin Elsa" userId="8f13a6be4da41318" providerId="LiveId" clId="{CBD7A9D7-7B8B-43CE-8170-D2F210B2314B}" dt="2024-06-18T09:45:09.034" v="729"/>
        <pc:sldMkLst>
          <pc:docMk/>
          <pc:sldMk cId="2647958562" sldId="1421"/>
        </pc:sldMkLst>
        <pc:spChg chg="mod">
          <ac:chgData name="Rosmin Elsa" userId="8f13a6be4da41318" providerId="LiveId" clId="{CBD7A9D7-7B8B-43CE-8170-D2F210B2314B}" dt="2024-06-18T09:45:09.034" v="729"/>
          <ac:spMkLst>
            <pc:docMk/>
            <pc:sldMk cId="2647958562" sldId="1421"/>
            <ac:spMk id="2" creationId="{00000000-0000-0000-0000-000000000000}"/>
          </ac:spMkLst>
        </pc:spChg>
      </pc:sldChg>
      <pc:sldChg chg="modSp mod">
        <pc:chgData name="Rosmin Elsa" userId="8f13a6be4da41318" providerId="LiveId" clId="{CBD7A9D7-7B8B-43CE-8170-D2F210B2314B}" dt="2024-06-20T07:30:54.163" v="1215" actId="20577"/>
        <pc:sldMkLst>
          <pc:docMk/>
          <pc:sldMk cId="2370185204" sldId="1422"/>
        </pc:sldMkLst>
        <pc:spChg chg="mod">
          <ac:chgData name="Rosmin Elsa" userId="8f13a6be4da41318" providerId="LiveId" clId="{CBD7A9D7-7B8B-43CE-8170-D2F210B2314B}" dt="2024-06-20T07:30:54.163" v="1215" actId="20577"/>
          <ac:spMkLst>
            <pc:docMk/>
            <pc:sldMk cId="2370185204" sldId="1422"/>
            <ac:spMk id="5" creationId="{D15CBCA4-8279-49A0-BDA5-8F1C3F65A437}"/>
          </ac:spMkLst>
        </pc:spChg>
        <pc:spChg chg="mod">
          <ac:chgData name="Rosmin Elsa" userId="8f13a6be4da41318" providerId="LiveId" clId="{CBD7A9D7-7B8B-43CE-8170-D2F210B2314B}" dt="2024-06-18T09:50:31.989" v="804" actId="20577"/>
          <ac:spMkLst>
            <pc:docMk/>
            <pc:sldMk cId="2370185204" sldId="1422"/>
            <ac:spMk id="6" creationId="{00B7E6C3-DC3B-BC8E-EE75-86995C7F8ADF}"/>
          </ac:spMkLst>
        </pc:spChg>
        <pc:spChg chg="mod">
          <ac:chgData name="Rosmin Elsa" userId="8f13a6be4da41318" providerId="LiveId" clId="{CBD7A9D7-7B8B-43CE-8170-D2F210B2314B}" dt="2024-06-18T09:45:11.879" v="730"/>
          <ac:spMkLst>
            <pc:docMk/>
            <pc:sldMk cId="2370185204" sldId="1422"/>
            <ac:spMk id="9" creationId="{DC17D8D8-E9C5-D2A8-A52F-7AE59A61C67B}"/>
          </ac:spMkLst>
        </pc:spChg>
      </pc:sldChg>
      <pc:sldChg chg="addSp delSp modSp mod">
        <pc:chgData name="Rosmin Elsa" userId="8f13a6be4da41318" providerId="LiveId" clId="{CBD7A9D7-7B8B-43CE-8170-D2F210B2314B}" dt="2024-06-18T08:58:43.024" v="308" actId="20577"/>
        <pc:sldMkLst>
          <pc:docMk/>
          <pc:sldMk cId="511152044" sldId="1431"/>
        </pc:sldMkLst>
        <pc:spChg chg="add mod">
          <ac:chgData name="Rosmin Elsa" userId="8f13a6be4da41318" providerId="LiveId" clId="{CBD7A9D7-7B8B-43CE-8170-D2F210B2314B}" dt="2024-06-18T08:58:43.024" v="308" actId="20577"/>
          <ac:spMkLst>
            <pc:docMk/>
            <pc:sldMk cId="511152044" sldId="1431"/>
            <ac:spMk id="3" creationId="{F84324C6-FA18-E0DB-776B-F20F99E508E7}"/>
          </ac:spMkLst>
        </pc:spChg>
        <pc:spChg chg="del mod">
          <ac:chgData name="Rosmin Elsa" userId="8f13a6be4da41318" providerId="LiveId" clId="{CBD7A9D7-7B8B-43CE-8170-D2F210B2314B}" dt="2024-06-18T08:29:58.680" v="270" actId="478"/>
          <ac:spMkLst>
            <pc:docMk/>
            <pc:sldMk cId="511152044" sldId="1431"/>
            <ac:spMk id="4" creationId="{4AAC9441-58C4-0675-DBDB-7021135F31E8}"/>
          </ac:spMkLst>
        </pc:spChg>
      </pc:sldChg>
      <pc:sldChg chg="modSp mod">
        <pc:chgData name="Rosmin Elsa" userId="8f13a6be4da41318" providerId="LiveId" clId="{CBD7A9D7-7B8B-43CE-8170-D2F210B2314B}" dt="2024-06-20T07:20:01.763" v="1184" actId="20577"/>
        <pc:sldMkLst>
          <pc:docMk/>
          <pc:sldMk cId="2958737754" sldId="1432"/>
        </pc:sldMkLst>
        <pc:spChg chg="mod">
          <ac:chgData name="Rosmin Elsa" userId="8f13a6be4da41318" providerId="LiveId" clId="{CBD7A9D7-7B8B-43CE-8170-D2F210B2314B}" dt="2024-06-20T07:20:01.763" v="1184" actId="20577"/>
          <ac:spMkLst>
            <pc:docMk/>
            <pc:sldMk cId="2958737754" sldId="1432"/>
            <ac:spMk id="3" creationId="{68AAB59A-FD91-226E-DFC4-E7CBB2BCC4B1}"/>
          </ac:spMkLst>
        </pc:spChg>
      </pc:sldChg>
      <pc:sldChg chg="del">
        <pc:chgData name="Rosmin Elsa" userId="8f13a6be4da41318" providerId="LiveId" clId="{CBD7A9D7-7B8B-43CE-8170-D2F210B2314B}" dt="2024-06-18T08:59:26" v="310" actId="47"/>
        <pc:sldMkLst>
          <pc:docMk/>
          <pc:sldMk cId="1424203554" sldId="1433"/>
        </pc:sldMkLst>
      </pc:sldChg>
      <pc:sldChg chg="del">
        <pc:chgData name="Rosmin Elsa" userId="8f13a6be4da41318" providerId="LiveId" clId="{CBD7A9D7-7B8B-43CE-8170-D2F210B2314B}" dt="2024-06-18T08:59:26" v="310" actId="47"/>
        <pc:sldMkLst>
          <pc:docMk/>
          <pc:sldMk cId="338017506" sldId="1434"/>
        </pc:sldMkLst>
      </pc:sldChg>
      <pc:sldChg chg="del">
        <pc:chgData name="Rosmin Elsa" userId="8f13a6be4da41318" providerId="LiveId" clId="{CBD7A9D7-7B8B-43CE-8170-D2F210B2314B}" dt="2024-06-18T08:59:26" v="310" actId="47"/>
        <pc:sldMkLst>
          <pc:docMk/>
          <pc:sldMk cId="347131704" sldId="1435"/>
        </pc:sldMkLst>
      </pc:sldChg>
      <pc:sldChg chg="del">
        <pc:chgData name="Rosmin Elsa" userId="8f13a6be4da41318" providerId="LiveId" clId="{CBD7A9D7-7B8B-43CE-8170-D2F210B2314B}" dt="2024-06-18T08:59:19.639" v="309" actId="47"/>
        <pc:sldMkLst>
          <pc:docMk/>
          <pc:sldMk cId="2428896208" sldId="1436"/>
        </pc:sldMkLst>
      </pc:sldChg>
      <pc:sldChg chg="del">
        <pc:chgData name="Rosmin Elsa" userId="8f13a6be4da41318" providerId="LiveId" clId="{CBD7A9D7-7B8B-43CE-8170-D2F210B2314B}" dt="2024-06-18T08:59:19.639" v="309" actId="47"/>
        <pc:sldMkLst>
          <pc:docMk/>
          <pc:sldMk cId="922083306" sldId="1437"/>
        </pc:sldMkLst>
      </pc:sldChg>
      <pc:sldChg chg="modSp mod">
        <pc:chgData name="Rosmin Elsa" userId="8f13a6be4da41318" providerId="LiveId" clId="{CBD7A9D7-7B8B-43CE-8170-D2F210B2314B}" dt="2024-06-18T09:03:37.505" v="367" actId="6549"/>
        <pc:sldMkLst>
          <pc:docMk/>
          <pc:sldMk cId="3552461181" sldId="1438"/>
        </pc:sldMkLst>
        <pc:spChg chg="mod">
          <ac:chgData name="Rosmin Elsa" userId="8f13a6be4da41318" providerId="LiveId" clId="{CBD7A9D7-7B8B-43CE-8170-D2F210B2314B}" dt="2024-06-18T09:03:37.505" v="367" actId="6549"/>
          <ac:spMkLst>
            <pc:docMk/>
            <pc:sldMk cId="3552461181" sldId="1438"/>
            <ac:spMk id="6" creationId="{2D75DE56-5F0C-5056-AE13-29D86795AD33}"/>
          </ac:spMkLst>
        </pc:spChg>
        <pc:spChg chg="mod">
          <ac:chgData name="Rosmin Elsa" userId="8f13a6be4da41318" providerId="LiveId" clId="{CBD7A9D7-7B8B-43CE-8170-D2F210B2314B}" dt="2024-06-18T09:02:35.817" v="359" actId="20577"/>
          <ac:spMkLst>
            <pc:docMk/>
            <pc:sldMk cId="3552461181" sldId="1438"/>
            <ac:spMk id="8" creationId="{006B5B6E-8198-6E5C-6E84-9D75287DF58B}"/>
          </ac:spMkLst>
        </pc:spChg>
      </pc:sldChg>
      <pc:sldChg chg="modSp mod">
        <pc:chgData name="Rosmin Elsa" userId="8f13a6be4da41318" providerId="LiveId" clId="{CBD7A9D7-7B8B-43CE-8170-D2F210B2314B}" dt="2024-06-18T09:03:49.553" v="371" actId="6549"/>
        <pc:sldMkLst>
          <pc:docMk/>
          <pc:sldMk cId="1565668377" sldId="1439"/>
        </pc:sldMkLst>
        <pc:spChg chg="mod">
          <ac:chgData name="Rosmin Elsa" userId="8f13a6be4da41318" providerId="LiveId" clId="{CBD7A9D7-7B8B-43CE-8170-D2F210B2314B}" dt="2024-06-18T09:03:49.553" v="371" actId="6549"/>
          <ac:spMkLst>
            <pc:docMk/>
            <pc:sldMk cId="1565668377" sldId="1439"/>
            <ac:spMk id="6" creationId="{EADDBF89-58BA-EE9F-AD42-B4C6EE879FD8}"/>
          </ac:spMkLst>
        </pc:spChg>
        <pc:spChg chg="mod">
          <ac:chgData name="Rosmin Elsa" userId="8f13a6be4da41318" providerId="LiveId" clId="{CBD7A9D7-7B8B-43CE-8170-D2F210B2314B}" dt="2024-06-18T09:02:45.324" v="360"/>
          <ac:spMkLst>
            <pc:docMk/>
            <pc:sldMk cId="1565668377" sldId="1439"/>
            <ac:spMk id="8" creationId="{4BAC8562-D3A9-2F9C-BC47-4C2B3FDE803F}"/>
          </ac:spMkLst>
        </pc:spChg>
      </pc:sldChg>
      <pc:sldChg chg="modSp mod">
        <pc:chgData name="Rosmin Elsa" userId="8f13a6be4da41318" providerId="LiveId" clId="{CBD7A9D7-7B8B-43CE-8170-D2F210B2314B}" dt="2024-06-18T09:04:35.675" v="396" actId="313"/>
        <pc:sldMkLst>
          <pc:docMk/>
          <pc:sldMk cId="2616289819" sldId="1440"/>
        </pc:sldMkLst>
        <pc:spChg chg="mod">
          <ac:chgData name="Rosmin Elsa" userId="8f13a6be4da41318" providerId="LiveId" clId="{CBD7A9D7-7B8B-43CE-8170-D2F210B2314B}" dt="2024-06-18T09:04:35.675" v="396" actId="313"/>
          <ac:spMkLst>
            <pc:docMk/>
            <pc:sldMk cId="2616289819" sldId="1440"/>
            <ac:spMk id="6" creationId="{463E78ED-D212-D715-8745-F23550920BF2}"/>
          </ac:spMkLst>
        </pc:spChg>
        <pc:spChg chg="mod">
          <ac:chgData name="Rosmin Elsa" userId="8f13a6be4da41318" providerId="LiveId" clId="{CBD7A9D7-7B8B-43CE-8170-D2F210B2314B}" dt="2024-06-18T09:02:48.578" v="361"/>
          <ac:spMkLst>
            <pc:docMk/>
            <pc:sldMk cId="2616289819" sldId="1440"/>
            <ac:spMk id="8" creationId="{FD9D0223-DDE2-A728-CEDA-5488160104E8}"/>
          </ac:spMkLst>
        </pc:spChg>
      </pc:sldChg>
      <pc:sldChg chg="modSp mod">
        <pc:chgData name="Rosmin Elsa" userId="8f13a6be4da41318" providerId="LiveId" clId="{CBD7A9D7-7B8B-43CE-8170-D2F210B2314B}" dt="2024-06-18T09:05:45.218" v="404" actId="20577"/>
        <pc:sldMkLst>
          <pc:docMk/>
          <pc:sldMk cId="2067044265" sldId="1441"/>
        </pc:sldMkLst>
        <pc:spChg chg="mod">
          <ac:chgData name="Rosmin Elsa" userId="8f13a6be4da41318" providerId="LiveId" clId="{CBD7A9D7-7B8B-43CE-8170-D2F210B2314B}" dt="2024-06-18T09:05:45.218" v="404" actId="20577"/>
          <ac:spMkLst>
            <pc:docMk/>
            <pc:sldMk cId="2067044265" sldId="1441"/>
            <ac:spMk id="6" creationId="{648109A3-6683-1D70-4355-307F6E396EE6}"/>
          </ac:spMkLst>
        </pc:spChg>
        <pc:spChg chg="mod">
          <ac:chgData name="Rosmin Elsa" userId="8f13a6be4da41318" providerId="LiveId" clId="{CBD7A9D7-7B8B-43CE-8170-D2F210B2314B}" dt="2024-06-18T09:02:52.543" v="362"/>
          <ac:spMkLst>
            <pc:docMk/>
            <pc:sldMk cId="2067044265" sldId="1441"/>
            <ac:spMk id="8" creationId="{A94480F0-5C85-E17D-1A8A-F1B1388870F9}"/>
          </ac:spMkLst>
        </pc:spChg>
      </pc:sldChg>
      <pc:sldChg chg="modSp mod">
        <pc:chgData name="Rosmin Elsa" userId="8f13a6be4da41318" providerId="LiveId" clId="{CBD7A9D7-7B8B-43CE-8170-D2F210B2314B}" dt="2024-06-18T09:17:35.791" v="492" actId="14100"/>
        <pc:sldMkLst>
          <pc:docMk/>
          <pc:sldMk cId="2623249776" sldId="1442"/>
        </pc:sldMkLst>
        <pc:spChg chg="mod">
          <ac:chgData name="Rosmin Elsa" userId="8f13a6be4da41318" providerId="LiveId" clId="{CBD7A9D7-7B8B-43CE-8170-D2F210B2314B}" dt="2024-06-18T09:17:35.791" v="492" actId="14100"/>
          <ac:spMkLst>
            <pc:docMk/>
            <pc:sldMk cId="2623249776" sldId="1442"/>
            <ac:spMk id="6" creationId="{F395D098-6B90-D9CD-4980-73D67EEE7741}"/>
          </ac:spMkLst>
        </pc:spChg>
        <pc:spChg chg="mod">
          <ac:chgData name="Rosmin Elsa" userId="8f13a6be4da41318" providerId="LiveId" clId="{CBD7A9D7-7B8B-43CE-8170-D2F210B2314B}" dt="2024-06-18T09:13:40.582" v="447"/>
          <ac:spMkLst>
            <pc:docMk/>
            <pc:sldMk cId="2623249776" sldId="1442"/>
            <ac:spMk id="8" creationId="{3A2F3080-99F1-F2DE-3299-E174825DB9C6}"/>
          </ac:spMkLst>
        </pc:spChg>
      </pc:sldChg>
      <pc:sldChg chg="modSp mod">
        <pc:chgData name="Rosmin Elsa" userId="8f13a6be4da41318" providerId="LiveId" clId="{CBD7A9D7-7B8B-43CE-8170-D2F210B2314B}" dt="2024-06-20T07:28:10.879" v="1187" actId="20577"/>
        <pc:sldMkLst>
          <pc:docMk/>
          <pc:sldMk cId="637721542" sldId="1443"/>
        </pc:sldMkLst>
        <pc:spChg chg="mod">
          <ac:chgData name="Rosmin Elsa" userId="8f13a6be4da41318" providerId="LiveId" clId="{CBD7A9D7-7B8B-43CE-8170-D2F210B2314B}" dt="2024-06-20T07:28:10.879" v="1187" actId="20577"/>
          <ac:spMkLst>
            <pc:docMk/>
            <pc:sldMk cId="637721542" sldId="1443"/>
            <ac:spMk id="5" creationId="{E0B62AD4-7852-AF68-5FEF-46892C0A0BE3}"/>
          </ac:spMkLst>
        </pc:spChg>
        <pc:spChg chg="mod">
          <ac:chgData name="Rosmin Elsa" userId="8f13a6be4da41318" providerId="LiveId" clId="{CBD7A9D7-7B8B-43CE-8170-D2F210B2314B}" dt="2024-06-18T09:16:20.097" v="479"/>
          <ac:spMkLst>
            <pc:docMk/>
            <pc:sldMk cId="637721542" sldId="1443"/>
            <ac:spMk id="6" creationId="{AE6B6D96-39EE-535C-2933-FFB7C72EF6E0}"/>
          </ac:spMkLst>
        </pc:spChg>
        <pc:spChg chg="mod">
          <ac:chgData name="Rosmin Elsa" userId="8f13a6be4da41318" providerId="LiveId" clId="{CBD7A9D7-7B8B-43CE-8170-D2F210B2314B}" dt="2024-06-18T09:13:43.816" v="448"/>
          <ac:spMkLst>
            <pc:docMk/>
            <pc:sldMk cId="637721542" sldId="1443"/>
            <ac:spMk id="8" creationId="{65BA4930-30DF-D4B4-ADD6-B777DB74DBCD}"/>
          </ac:spMkLst>
        </pc:spChg>
      </pc:sldChg>
      <pc:sldChg chg="modSp del mod">
        <pc:chgData name="Rosmin Elsa" userId="8f13a6be4da41318" providerId="LiveId" clId="{CBD7A9D7-7B8B-43CE-8170-D2F210B2314B}" dt="2024-06-18T09:14:57.036" v="465" actId="47"/>
        <pc:sldMkLst>
          <pc:docMk/>
          <pc:sldMk cId="2967730246" sldId="1444"/>
        </pc:sldMkLst>
        <pc:spChg chg="mod">
          <ac:chgData name="Rosmin Elsa" userId="8f13a6be4da41318" providerId="LiveId" clId="{CBD7A9D7-7B8B-43CE-8170-D2F210B2314B}" dt="2024-06-18T09:13:49.956" v="449"/>
          <ac:spMkLst>
            <pc:docMk/>
            <pc:sldMk cId="2967730246" sldId="1444"/>
            <ac:spMk id="8" creationId="{4B20C08D-13B1-4F34-A99E-AF3AC5E49CB3}"/>
          </ac:spMkLst>
        </pc:spChg>
      </pc:sldChg>
      <pc:sldChg chg="modSp del mod">
        <pc:chgData name="Rosmin Elsa" userId="8f13a6be4da41318" providerId="LiveId" clId="{CBD7A9D7-7B8B-43CE-8170-D2F210B2314B}" dt="2024-06-18T09:14:57.252" v="466" actId="47"/>
        <pc:sldMkLst>
          <pc:docMk/>
          <pc:sldMk cId="4131438038" sldId="1445"/>
        </pc:sldMkLst>
        <pc:spChg chg="mod">
          <ac:chgData name="Rosmin Elsa" userId="8f13a6be4da41318" providerId="LiveId" clId="{CBD7A9D7-7B8B-43CE-8170-D2F210B2314B}" dt="2024-06-18T09:13:52.962" v="450"/>
          <ac:spMkLst>
            <pc:docMk/>
            <pc:sldMk cId="4131438038" sldId="1445"/>
            <ac:spMk id="8" creationId="{9EA20479-821D-F1BF-5BAF-75D0E2472DF1}"/>
          </ac:spMkLst>
        </pc:spChg>
      </pc:sldChg>
      <pc:sldChg chg="modSp del mod">
        <pc:chgData name="Rosmin Elsa" userId="8f13a6be4da41318" providerId="LiveId" clId="{CBD7A9D7-7B8B-43CE-8170-D2F210B2314B}" dt="2024-06-18T09:14:59.214" v="467" actId="47"/>
        <pc:sldMkLst>
          <pc:docMk/>
          <pc:sldMk cId="3840774424" sldId="1446"/>
        </pc:sldMkLst>
        <pc:spChg chg="mod">
          <ac:chgData name="Rosmin Elsa" userId="8f13a6be4da41318" providerId="LiveId" clId="{CBD7A9D7-7B8B-43CE-8170-D2F210B2314B}" dt="2024-06-18T09:13:59.310" v="451"/>
          <ac:spMkLst>
            <pc:docMk/>
            <pc:sldMk cId="3840774424" sldId="1446"/>
            <ac:spMk id="8" creationId="{C7E0E519-EF6F-C114-0D3F-F15BAC2C9B54}"/>
          </ac:spMkLst>
        </pc:spChg>
      </pc:sldChg>
      <pc:sldChg chg="addSp delSp modSp mod">
        <pc:chgData name="Rosmin Elsa" userId="8f13a6be4da41318" providerId="LiveId" clId="{CBD7A9D7-7B8B-43CE-8170-D2F210B2314B}" dt="2024-06-20T07:28:34.301" v="1191" actId="20577"/>
        <pc:sldMkLst>
          <pc:docMk/>
          <pc:sldMk cId="964970154" sldId="1447"/>
        </pc:sldMkLst>
        <pc:spChg chg="add mod">
          <ac:chgData name="Rosmin Elsa" userId="8f13a6be4da41318" providerId="LiveId" clId="{CBD7A9D7-7B8B-43CE-8170-D2F210B2314B}" dt="2024-06-18T12:39:05.156" v="1169"/>
          <ac:spMkLst>
            <pc:docMk/>
            <pc:sldMk cId="964970154" sldId="1447"/>
            <ac:spMk id="2" creationId="{748B7B86-8B46-E47F-C8B5-6DE60775975D}"/>
          </ac:spMkLst>
        </pc:spChg>
        <pc:spChg chg="mod">
          <ac:chgData name="Rosmin Elsa" userId="8f13a6be4da41318" providerId="LiveId" clId="{CBD7A9D7-7B8B-43CE-8170-D2F210B2314B}" dt="2024-06-20T07:28:34.301" v="1191" actId="20577"/>
          <ac:spMkLst>
            <pc:docMk/>
            <pc:sldMk cId="964970154" sldId="1447"/>
            <ac:spMk id="5" creationId="{617E2640-012B-C474-2DF3-489B41ACA35D}"/>
          </ac:spMkLst>
        </pc:spChg>
        <pc:spChg chg="del">
          <ac:chgData name="Rosmin Elsa" userId="8f13a6be4da41318" providerId="LiveId" clId="{CBD7A9D7-7B8B-43CE-8170-D2F210B2314B}" dt="2024-06-18T12:38:21.173" v="1159" actId="478"/>
          <ac:spMkLst>
            <pc:docMk/>
            <pc:sldMk cId="964970154" sldId="1447"/>
            <ac:spMk id="6" creationId="{F258663A-BCB0-38DA-7E9E-2F29455B3444}"/>
          </ac:spMkLst>
        </pc:spChg>
        <pc:spChg chg="mod">
          <ac:chgData name="Rosmin Elsa" userId="8f13a6be4da41318" providerId="LiveId" clId="{CBD7A9D7-7B8B-43CE-8170-D2F210B2314B}" dt="2024-06-18T09:32:24.652" v="542"/>
          <ac:spMkLst>
            <pc:docMk/>
            <pc:sldMk cId="964970154" sldId="1447"/>
            <ac:spMk id="13" creationId="{A6D2FB7A-D371-B188-0F99-A7C39EE3059C}"/>
          </ac:spMkLst>
        </pc:spChg>
      </pc:sldChg>
      <pc:sldChg chg="addSp delSp modSp del mod">
        <pc:chgData name="Rosmin Elsa" userId="8f13a6be4da41318" providerId="LiveId" clId="{CBD7A9D7-7B8B-43CE-8170-D2F210B2314B}" dt="2024-06-18T12:40:26.701" v="1177" actId="2696"/>
        <pc:sldMkLst>
          <pc:docMk/>
          <pc:sldMk cId="1494969129" sldId="1448"/>
        </pc:sldMkLst>
        <pc:spChg chg="add mod">
          <ac:chgData name="Rosmin Elsa" userId="8f13a6be4da41318" providerId="LiveId" clId="{CBD7A9D7-7B8B-43CE-8170-D2F210B2314B}" dt="2024-06-18T12:38:42.508" v="1164"/>
          <ac:spMkLst>
            <pc:docMk/>
            <pc:sldMk cId="1494969129" sldId="1448"/>
            <ac:spMk id="2" creationId="{8831443C-4BD1-7034-7205-19792AF8F719}"/>
          </ac:spMkLst>
        </pc:spChg>
        <pc:spChg chg="del">
          <ac:chgData name="Rosmin Elsa" userId="8f13a6be4da41318" providerId="LiveId" clId="{CBD7A9D7-7B8B-43CE-8170-D2F210B2314B}" dt="2024-06-18T12:38:24.927" v="1160" actId="478"/>
          <ac:spMkLst>
            <pc:docMk/>
            <pc:sldMk cId="1494969129" sldId="1448"/>
            <ac:spMk id="6" creationId="{801F0B22-0AC9-61BE-20AC-30E8E824EE40}"/>
          </ac:spMkLst>
        </pc:spChg>
        <pc:spChg chg="mod">
          <ac:chgData name="Rosmin Elsa" userId="8f13a6be4da41318" providerId="LiveId" clId="{CBD7A9D7-7B8B-43CE-8170-D2F210B2314B}" dt="2024-06-18T09:32:27.682" v="543"/>
          <ac:spMkLst>
            <pc:docMk/>
            <pc:sldMk cId="1494969129" sldId="1448"/>
            <ac:spMk id="13" creationId="{3AA28230-F44B-DC32-A51A-DCC1B67837BD}"/>
          </ac:spMkLst>
        </pc:spChg>
      </pc:sldChg>
      <pc:sldChg chg="addSp delSp modSp mod">
        <pc:chgData name="Rosmin Elsa" userId="8f13a6be4da41318" providerId="LiveId" clId="{CBD7A9D7-7B8B-43CE-8170-D2F210B2314B}" dt="2024-06-20T07:28:40.160" v="1193" actId="20577"/>
        <pc:sldMkLst>
          <pc:docMk/>
          <pc:sldMk cId="4049472068" sldId="1449"/>
        </pc:sldMkLst>
        <pc:spChg chg="add mod">
          <ac:chgData name="Rosmin Elsa" userId="8f13a6be4da41318" providerId="LiveId" clId="{CBD7A9D7-7B8B-43CE-8170-D2F210B2314B}" dt="2024-06-18T12:39:31.872" v="1173" actId="20577"/>
          <ac:spMkLst>
            <pc:docMk/>
            <pc:sldMk cId="4049472068" sldId="1449"/>
            <ac:spMk id="2" creationId="{5767311D-B08D-42EA-4E6D-9FBF9F662911}"/>
          </ac:spMkLst>
        </pc:spChg>
        <pc:spChg chg="mod">
          <ac:chgData name="Rosmin Elsa" userId="8f13a6be4da41318" providerId="LiveId" clId="{CBD7A9D7-7B8B-43CE-8170-D2F210B2314B}" dt="2024-06-20T07:28:40.160" v="1193" actId="20577"/>
          <ac:spMkLst>
            <pc:docMk/>
            <pc:sldMk cId="4049472068" sldId="1449"/>
            <ac:spMk id="5" creationId="{2C815793-058C-77D8-4C25-4611300EEA4E}"/>
          </ac:spMkLst>
        </pc:spChg>
        <pc:spChg chg="del">
          <ac:chgData name="Rosmin Elsa" userId="8f13a6be4da41318" providerId="LiveId" clId="{CBD7A9D7-7B8B-43CE-8170-D2F210B2314B}" dt="2024-06-18T12:38:29.073" v="1161" actId="478"/>
          <ac:spMkLst>
            <pc:docMk/>
            <pc:sldMk cId="4049472068" sldId="1449"/>
            <ac:spMk id="6" creationId="{BC9C9A87-EF6D-8164-EFD4-461C51994179}"/>
          </ac:spMkLst>
        </pc:spChg>
        <pc:spChg chg="mod">
          <ac:chgData name="Rosmin Elsa" userId="8f13a6be4da41318" providerId="LiveId" clId="{CBD7A9D7-7B8B-43CE-8170-D2F210B2314B}" dt="2024-06-18T09:32:31.625" v="544"/>
          <ac:spMkLst>
            <pc:docMk/>
            <pc:sldMk cId="4049472068" sldId="1449"/>
            <ac:spMk id="13" creationId="{A142B188-AD6D-EEB9-C8DA-15D5F9A67323}"/>
          </ac:spMkLst>
        </pc:spChg>
      </pc:sldChg>
      <pc:sldChg chg="addSp delSp modSp mod">
        <pc:chgData name="Rosmin Elsa" userId="8f13a6be4da41318" providerId="LiveId" clId="{CBD7A9D7-7B8B-43CE-8170-D2F210B2314B}" dt="2024-06-20T07:28:47.871" v="1195" actId="20577"/>
        <pc:sldMkLst>
          <pc:docMk/>
          <pc:sldMk cId="425986149" sldId="1450"/>
        </pc:sldMkLst>
        <pc:spChg chg="add mod">
          <ac:chgData name="Rosmin Elsa" userId="8f13a6be4da41318" providerId="LiveId" clId="{CBD7A9D7-7B8B-43CE-8170-D2F210B2314B}" dt="2024-06-18T12:40:07.575" v="1176"/>
          <ac:spMkLst>
            <pc:docMk/>
            <pc:sldMk cId="425986149" sldId="1450"/>
            <ac:spMk id="2" creationId="{43B919C8-70DA-4361-6CE3-93C3208374D4}"/>
          </ac:spMkLst>
        </pc:spChg>
        <pc:spChg chg="mod">
          <ac:chgData name="Rosmin Elsa" userId="8f13a6be4da41318" providerId="LiveId" clId="{CBD7A9D7-7B8B-43CE-8170-D2F210B2314B}" dt="2024-06-20T07:28:47.871" v="1195" actId="20577"/>
          <ac:spMkLst>
            <pc:docMk/>
            <pc:sldMk cId="425986149" sldId="1450"/>
            <ac:spMk id="5" creationId="{13593030-CC76-61CF-F7F5-DC6A9C28DBC7}"/>
          </ac:spMkLst>
        </pc:spChg>
        <pc:spChg chg="del">
          <ac:chgData name="Rosmin Elsa" userId="8f13a6be4da41318" providerId="LiveId" clId="{CBD7A9D7-7B8B-43CE-8170-D2F210B2314B}" dt="2024-06-18T12:38:33.015" v="1162" actId="478"/>
          <ac:spMkLst>
            <pc:docMk/>
            <pc:sldMk cId="425986149" sldId="1450"/>
            <ac:spMk id="6" creationId="{396B8FA0-9883-25CB-4F0E-617DCF91BB8C}"/>
          </ac:spMkLst>
        </pc:spChg>
        <pc:spChg chg="mod">
          <ac:chgData name="Rosmin Elsa" userId="8f13a6be4da41318" providerId="LiveId" clId="{CBD7A9D7-7B8B-43CE-8170-D2F210B2314B}" dt="2024-06-18T09:32:34.894" v="545"/>
          <ac:spMkLst>
            <pc:docMk/>
            <pc:sldMk cId="425986149" sldId="1450"/>
            <ac:spMk id="13" creationId="{0D938F6E-BF3A-A165-D6A8-EB6116638AC2}"/>
          </ac:spMkLst>
        </pc:spChg>
      </pc:sldChg>
      <pc:sldChg chg="modSp del mod">
        <pc:chgData name="Rosmin Elsa" userId="8f13a6be4da41318" providerId="LiveId" clId="{CBD7A9D7-7B8B-43CE-8170-D2F210B2314B}" dt="2024-06-18T09:33:11.889" v="550" actId="47"/>
        <pc:sldMkLst>
          <pc:docMk/>
          <pc:sldMk cId="2275551381" sldId="1451"/>
        </pc:sldMkLst>
        <pc:spChg chg="mod">
          <ac:chgData name="Rosmin Elsa" userId="8f13a6be4da41318" providerId="LiveId" clId="{CBD7A9D7-7B8B-43CE-8170-D2F210B2314B}" dt="2024-06-18T09:32:38.239" v="546"/>
          <ac:spMkLst>
            <pc:docMk/>
            <pc:sldMk cId="2275551381" sldId="1451"/>
            <ac:spMk id="13" creationId="{81EE61CF-5FAA-6597-D8B9-D5CC5DDD39AF}"/>
          </ac:spMkLst>
        </pc:spChg>
      </pc:sldChg>
      <pc:sldChg chg="modSp del mod">
        <pc:chgData name="Rosmin Elsa" userId="8f13a6be4da41318" providerId="LiveId" clId="{CBD7A9D7-7B8B-43CE-8170-D2F210B2314B}" dt="2024-06-18T09:33:11.889" v="550" actId="47"/>
        <pc:sldMkLst>
          <pc:docMk/>
          <pc:sldMk cId="3753762985" sldId="1452"/>
        </pc:sldMkLst>
        <pc:spChg chg="mod">
          <ac:chgData name="Rosmin Elsa" userId="8f13a6be4da41318" providerId="LiveId" clId="{CBD7A9D7-7B8B-43CE-8170-D2F210B2314B}" dt="2024-06-18T09:32:42.094" v="547"/>
          <ac:spMkLst>
            <pc:docMk/>
            <pc:sldMk cId="3753762985" sldId="1452"/>
            <ac:spMk id="13" creationId="{F90AFB74-83FD-8F85-3412-5B2B465B437B}"/>
          </ac:spMkLst>
        </pc:spChg>
      </pc:sldChg>
      <pc:sldChg chg="modSp del mod">
        <pc:chgData name="Rosmin Elsa" userId="8f13a6be4da41318" providerId="LiveId" clId="{CBD7A9D7-7B8B-43CE-8170-D2F210B2314B}" dt="2024-06-18T09:33:11.889" v="550" actId="47"/>
        <pc:sldMkLst>
          <pc:docMk/>
          <pc:sldMk cId="3268302189" sldId="1453"/>
        </pc:sldMkLst>
        <pc:spChg chg="mod">
          <ac:chgData name="Rosmin Elsa" userId="8f13a6be4da41318" providerId="LiveId" clId="{CBD7A9D7-7B8B-43CE-8170-D2F210B2314B}" dt="2024-06-18T09:32:44.918" v="548"/>
          <ac:spMkLst>
            <pc:docMk/>
            <pc:sldMk cId="3268302189" sldId="1453"/>
            <ac:spMk id="13" creationId="{5EB00232-2F49-1787-99A4-7CD9999479AF}"/>
          </ac:spMkLst>
        </pc:spChg>
      </pc:sldChg>
      <pc:sldChg chg="del">
        <pc:chgData name="Rosmin Elsa" userId="8f13a6be4da41318" providerId="LiveId" clId="{CBD7A9D7-7B8B-43CE-8170-D2F210B2314B}" dt="2024-06-18T09:32:51.664" v="549" actId="47"/>
        <pc:sldMkLst>
          <pc:docMk/>
          <pc:sldMk cId="1481789011" sldId="1454"/>
        </pc:sldMkLst>
      </pc:sldChg>
      <pc:sldChg chg="del">
        <pc:chgData name="Rosmin Elsa" userId="8f13a6be4da41318" providerId="LiveId" clId="{CBD7A9D7-7B8B-43CE-8170-D2F210B2314B}" dt="2024-06-18T09:32:51.664" v="549" actId="47"/>
        <pc:sldMkLst>
          <pc:docMk/>
          <pc:sldMk cId="435675861" sldId="1455"/>
        </pc:sldMkLst>
      </pc:sldChg>
      <pc:sldChg chg="modSp del mod">
        <pc:chgData name="Rosmin Elsa" userId="8f13a6be4da41318" providerId="LiveId" clId="{CBD7A9D7-7B8B-43CE-8170-D2F210B2314B}" dt="2024-06-18T09:35:18.766" v="575" actId="47"/>
        <pc:sldMkLst>
          <pc:docMk/>
          <pc:sldMk cId="4007348260" sldId="1456"/>
        </pc:sldMkLst>
        <pc:spChg chg="mod">
          <ac:chgData name="Rosmin Elsa" userId="8f13a6be4da41318" providerId="LiveId" clId="{CBD7A9D7-7B8B-43CE-8170-D2F210B2314B}" dt="2024-06-18T09:34:45.467" v="559" actId="20577"/>
          <ac:spMkLst>
            <pc:docMk/>
            <pc:sldMk cId="4007348260" sldId="1456"/>
            <ac:spMk id="9" creationId="{6948AAAB-A44F-872E-F738-455ECC0E8E2D}"/>
          </ac:spMkLst>
        </pc:spChg>
      </pc:sldChg>
      <pc:sldChg chg="modSp mod">
        <pc:chgData name="Rosmin Elsa" userId="8f13a6be4da41318" providerId="LiveId" clId="{CBD7A9D7-7B8B-43CE-8170-D2F210B2314B}" dt="2024-06-20T07:29:06.074" v="1198" actId="20577"/>
        <pc:sldMkLst>
          <pc:docMk/>
          <pc:sldMk cId="1584036310" sldId="1457"/>
        </pc:sldMkLst>
        <pc:spChg chg="mod">
          <ac:chgData name="Rosmin Elsa" userId="8f13a6be4da41318" providerId="LiveId" clId="{CBD7A9D7-7B8B-43CE-8170-D2F210B2314B}" dt="2024-06-20T07:29:06.074" v="1198" actId="20577"/>
          <ac:spMkLst>
            <pc:docMk/>
            <pc:sldMk cId="1584036310" sldId="1457"/>
            <ac:spMk id="5" creationId="{FA3AF5C5-7412-A8FE-2588-51A30201C2A3}"/>
          </ac:spMkLst>
        </pc:spChg>
        <pc:spChg chg="mod">
          <ac:chgData name="Rosmin Elsa" userId="8f13a6be4da41318" providerId="LiveId" clId="{CBD7A9D7-7B8B-43CE-8170-D2F210B2314B}" dt="2024-06-18T09:36:16.699" v="591" actId="20577"/>
          <ac:spMkLst>
            <pc:docMk/>
            <pc:sldMk cId="1584036310" sldId="1457"/>
            <ac:spMk id="6" creationId="{AFDDD572-F7CE-4B35-777E-441CADC15C96}"/>
          </ac:spMkLst>
        </pc:spChg>
        <pc:spChg chg="mod">
          <ac:chgData name="Rosmin Elsa" userId="8f13a6be4da41318" providerId="LiveId" clId="{CBD7A9D7-7B8B-43CE-8170-D2F210B2314B}" dt="2024-06-18T09:34:50.485" v="564" actId="20577"/>
          <ac:spMkLst>
            <pc:docMk/>
            <pc:sldMk cId="1584036310" sldId="1457"/>
            <ac:spMk id="9" creationId="{8D7CFB89-94A1-F843-D725-40E9739B8F07}"/>
          </ac:spMkLst>
        </pc:spChg>
      </pc:sldChg>
      <pc:sldChg chg="modSp del mod">
        <pc:chgData name="Rosmin Elsa" userId="8f13a6be4da41318" providerId="LiveId" clId="{CBD7A9D7-7B8B-43CE-8170-D2F210B2314B}" dt="2024-06-18T09:35:23.608" v="576" actId="47"/>
        <pc:sldMkLst>
          <pc:docMk/>
          <pc:sldMk cId="2272770198" sldId="1458"/>
        </pc:sldMkLst>
        <pc:spChg chg="mod">
          <ac:chgData name="Rosmin Elsa" userId="8f13a6be4da41318" providerId="LiveId" clId="{CBD7A9D7-7B8B-43CE-8170-D2F210B2314B}" dt="2024-06-18T09:34:54.812" v="567" actId="20577"/>
          <ac:spMkLst>
            <pc:docMk/>
            <pc:sldMk cId="2272770198" sldId="1458"/>
            <ac:spMk id="9" creationId="{05E456B9-1384-806E-AB64-5849E93FC57F}"/>
          </ac:spMkLst>
        </pc:spChg>
      </pc:sldChg>
      <pc:sldChg chg="del">
        <pc:chgData name="Rosmin Elsa" userId="8f13a6be4da41318" providerId="LiveId" clId="{CBD7A9D7-7B8B-43CE-8170-D2F210B2314B}" dt="2024-06-18T09:35:38.942" v="579" actId="47"/>
        <pc:sldMkLst>
          <pc:docMk/>
          <pc:sldMk cId="2991767391" sldId="1459"/>
        </pc:sldMkLst>
      </pc:sldChg>
      <pc:sldChg chg="del">
        <pc:chgData name="Rosmin Elsa" userId="8f13a6be4da41318" providerId="LiveId" clId="{CBD7A9D7-7B8B-43CE-8170-D2F210B2314B}" dt="2024-06-18T09:35:26.146" v="577" actId="47"/>
        <pc:sldMkLst>
          <pc:docMk/>
          <pc:sldMk cId="1513878346" sldId="1460"/>
        </pc:sldMkLst>
      </pc:sldChg>
      <pc:sldChg chg="del">
        <pc:chgData name="Rosmin Elsa" userId="8f13a6be4da41318" providerId="LiveId" clId="{CBD7A9D7-7B8B-43CE-8170-D2F210B2314B}" dt="2024-06-18T09:35:38.942" v="579" actId="47"/>
        <pc:sldMkLst>
          <pc:docMk/>
          <pc:sldMk cId="2328820536" sldId="1461"/>
        </pc:sldMkLst>
      </pc:sldChg>
      <pc:sldChg chg="del">
        <pc:chgData name="Rosmin Elsa" userId="8f13a6be4da41318" providerId="LiveId" clId="{CBD7A9D7-7B8B-43CE-8170-D2F210B2314B}" dt="2024-06-18T09:35:28.220" v="578" actId="47"/>
        <pc:sldMkLst>
          <pc:docMk/>
          <pc:sldMk cId="2853620092" sldId="1462"/>
        </pc:sldMkLst>
      </pc:sldChg>
      <pc:sldChg chg="del">
        <pc:chgData name="Rosmin Elsa" userId="8f13a6be4da41318" providerId="LiveId" clId="{CBD7A9D7-7B8B-43CE-8170-D2F210B2314B}" dt="2024-06-18T09:35:38.942" v="579" actId="47"/>
        <pc:sldMkLst>
          <pc:docMk/>
          <pc:sldMk cId="3120255067" sldId="1463"/>
        </pc:sldMkLst>
      </pc:sldChg>
      <pc:sldChg chg="del">
        <pc:chgData name="Rosmin Elsa" userId="8f13a6be4da41318" providerId="LiveId" clId="{CBD7A9D7-7B8B-43CE-8170-D2F210B2314B}" dt="2024-06-18T09:35:38.942" v="579" actId="47"/>
        <pc:sldMkLst>
          <pc:docMk/>
          <pc:sldMk cId="2849890902" sldId="1464"/>
        </pc:sldMkLst>
      </pc:sldChg>
      <pc:sldChg chg="modSp mod">
        <pc:chgData name="Rosmin Elsa" userId="8f13a6be4da41318" providerId="LiveId" clId="{CBD7A9D7-7B8B-43CE-8170-D2F210B2314B}" dt="2024-06-20T07:29:46.064" v="1201" actId="20577"/>
        <pc:sldMkLst>
          <pc:docMk/>
          <pc:sldMk cId="4039580999" sldId="1465"/>
        </pc:sldMkLst>
        <pc:spChg chg="mod">
          <ac:chgData name="Rosmin Elsa" userId="8f13a6be4da41318" providerId="LiveId" clId="{CBD7A9D7-7B8B-43CE-8170-D2F210B2314B}" dt="2024-06-20T07:29:46.064" v="1201" actId="20577"/>
          <ac:spMkLst>
            <pc:docMk/>
            <pc:sldMk cId="4039580999" sldId="1465"/>
            <ac:spMk id="5" creationId="{645EDA14-D069-6AE5-2BBC-B637B5B21F1A}"/>
          </ac:spMkLst>
        </pc:spChg>
        <pc:spChg chg="mod">
          <ac:chgData name="Rosmin Elsa" userId="8f13a6be4da41318" providerId="LiveId" clId="{CBD7A9D7-7B8B-43CE-8170-D2F210B2314B}" dt="2024-06-18T09:40:58.377" v="633" actId="20577"/>
          <ac:spMkLst>
            <pc:docMk/>
            <pc:sldMk cId="4039580999" sldId="1465"/>
            <ac:spMk id="6" creationId="{C1232047-F35C-9CE6-AB39-2974E36818C5}"/>
          </ac:spMkLst>
        </pc:spChg>
        <pc:spChg chg="mod">
          <ac:chgData name="Rosmin Elsa" userId="8f13a6be4da41318" providerId="LiveId" clId="{CBD7A9D7-7B8B-43CE-8170-D2F210B2314B}" dt="2024-06-18T09:37:11.163" v="601"/>
          <ac:spMkLst>
            <pc:docMk/>
            <pc:sldMk cId="4039580999" sldId="1465"/>
            <ac:spMk id="9" creationId="{0968D38C-2C82-7C11-B05D-513832A91F53}"/>
          </ac:spMkLst>
        </pc:spChg>
      </pc:sldChg>
      <pc:sldChg chg="modSp mod">
        <pc:chgData name="Rosmin Elsa" userId="8f13a6be4da41318" providerId="LiveId" clId="{CBD7A9D7-7B8B-43CE-8170-D2F210B2314B}" dt="2024-06-20T07:29:49.847" v="1202" actId="20577"/>
        <pc:sldMkLst>
          <pc:docMk/>
          <pc:sldMk cId="576487781" sldId="1466"/>
        </pc:sldMkLst>
        <pc:spChg chg="mod">
          <ac:chgData name="Rosmin Elsa" userId="8f13a6be4da41318" providerId="LiveId" clId="{CBD7A9D7-7B8B-43CE-8170-D2F210B2314B}" dt="2024-06-20T07:29:49.847" v="1202" actId="20577"/>
          <ac:spMkLst>
            <pc:docMk/>
            <pc:sldMk cId="576487781" sldId="1466"/>
            <ac:spMk id="5" creationId="{0DEEEF68-FCC0-B8B8-9619-FEBE28500934}"/>
          </ac:spMkLst>
        </pc:spChg>
        <pc:spChg chg="mod">
          <ac:chgData name="Rosmin Elsa" userId="8f13a6be4da41318" providerId="LiveId" clId="{CBD7A9D7-7B8B-43CE-8170-D2F210B2314B}" dt="2024-06-18T09:41:39.831" v="646" actId="6549"/>
          <ac:spMkLst>
            <pc:docMk/>
            <pc:sldMk cId="576487781" sldId="1466"/>
            <ac:spMk id="6" creationId="{D13150C6-8221-D63C-33BE-B34E2F490172}"/>
          </ac:spMkLst>
        </pc:spChg>
        <pc:spChg chg="mod">
          <ac:chgData name="Rosmin Elsa" userId="8f13a6be4da41318" providerId="LiveId" clId="{CBD7A9D7-7B8B-43CE-8170-D2F210B2314B}" dt="2024-06-18T09:37:15.642" v="602"/>
          <ac:spMkLst>
            <pc:docMk/>
            <pc:sldMk cId="576487781" sldId="1466"/>
            <ac:spMk id="9" creationId="{2257D2E9-8338-4D70-7848-7EBAAA53BB78}"/>
          </ac:spMkLst>
        </pc:spChg>
      </pc:sldChg>
      <pc:sldChg chg="modSp del mod">
        <pc:chgData name="Rosmin Elsa" userId="8f13a6be4da41318" providerId="LiveId" clId="{CBD7A9D7-7B8B-43CE-8170-D2F210B2314B}" dt="2024-06-18T09:41:46.053" v="647" actId="47"/>
        <pc:sldMkLst>
          <pc:docMk/>
          <pc:sldMk cId="2882701942" sldId="1467"/>
        </pc:sldMkLst>
        <pc:spChg chg="mod">
          <ac:chgData name="Rosmin Elsa" userId="8f13a6be4da41318" providerId="LiveId" clId="{CBD7A9D7-7B8B-43CE-8170-D2F210B2314B}" dt="2024-06-18T09:37:18.633" v="603"/>
          <ac:spMkLst>
            <pc:docMk/>
            <pc:sldMk cId="2882701942" sldId="1467"/>
            <ac:spMk id="9" creationId="{D56A539C-4C26-5D1C-7D31-2EAE3D32C470}"/>
          </ac:spMkLst>
        </pc:spChg>
      </pc:sldChg>
      <pc:sldChg chg="modSp mod">
        <pc:chgData name="Rosmin Elsa" userId="8f13a6be4da41318" providerId="LiveId" clId="{CBD7A9D7-7B8B-43CE-8170-D2F210B2314B}" dt="2024-06-20T07:30:58.135" v="1217" actId="20577"/>
        <pc:sldMkLst>
          <pc:docMk/>
          <pc:sldMk cId="625835019" sldId="1468"/>
        </pc:sldMkLst>
        <pc:spChg chg="mod">
          <ac:chgData name="Rosmin Elsa" userId="8f13a6be4da41318" providerId="LiveId" clId="{CBD7A9D7-7B8B-43CE-8170-D2F210B2314B}" dt="2024-06-20T07:30:58.135" v="1217" actId="20577"/>
          <ac:spMkLst>
            <pc:docMk/>
            <pc:sldMk cId="625835019" sldId="1468"/>
            <ac:spMk id="5" creationId="{5302F64F-7B08-E1DF-77C2-DF24B4884A26}"/>
          </ac:spMkLst>
        </pc:spChg>
        <pc:spChg chg="mod">
          <ac:chgData name="Rosmin Elsa" userId="8f13a6be4da41318" providerId="LiveId" clId="{CBD7A9D7-7B8B-43CE-8170-D2F210B2314B}" dt="2024-06-18T09:54:57.243" v="880" actId="313"/>
          <ac:spMkLst>
            <pc:docMk/>
            <pc:sldMk cId="625835019" sldId="1468"/>
            <ac:spMk id="6" creationId="{E4709EB3-F9C5-7B20-D805-158D5D8DCD6B}"/>
          </ac:spMkLst>
        </pc:spChg>
        <pc:spChg chg="mod">
          <ac:chgData name="Rosmin Elsa" userId="8f13a6be4da41318" providerId="LiveId" clId="{CBD7A9D7-7B8B-43CE-8170-D2F210B2314B}" dt="2024-06-18T09:45:14.446" v="731"/>
          <ac:spMkLst>
            <pc:docMk/>
            <pc:sldMk cId="625835019" sldId="1468"/>
            <ac:spMk id="9" creationId="{27E0C573-9B0A-9146-5F05-207C3B6C9139}"/>
          </ac:spMkLst>
        </pc:spChg>
      </pc:sldChg>
      <pc:sldChg chg="modSp del mod">
        <pc:chgData name="Rosmin Elsa" userId="8f13a6be4da41318" providerId="LiveId" clId="{CBD7A9D7-7B8B-43CE-8170-D2F210B2314B}" dt="2024-06-18T09:49:49.515" v="785" actId="47"/>
        <pc:sldMkLst>
          <pc:docMk/>
          <pc:sldMk cId="3658360246" sldId="1469"/>
        </pc:sldMkLst>
        <pc:spChg chg="mod">
          <ac:chgData name="Rosmin Elsa" userId="8f13a6be4da41318" providerId="LiveId" clId="{CBD7A9D7-7B8B-43CE-8170-D2F210B2314B}" dt="2024-06-18T09:45:17.220" v="732"/>
          <ac:spMkLst>
            <pc:docMk/>
            <pc:sldMk cId="3658360246" sldId="1469"/>
            <ac:spMk id="9" creationId="{AAD21BDD-D3AE-5CDB-B758-E73AB8700D6E}"/>
          </ac:spMkLst>
        </pc:spChg>
      </pc:sldChg>
      <pc:sldChg chg="modSp del mod">
        <pc:chgData name="Rosmin Elsa" userId="8f13a6be4da41318" providerId="LiveId" clId="{CBD7A9D7-7B8B-43CE-8170-D2F210B2314B}" dt="2024-06-18T09:49:49.515" v="785" actId="47"/>
        <pc:sldMkLst>
          <pc:docMk/>
          <pc:sldMk cId="1292053075" sldId="1470"/>
        </pc:sldMkLst>
        <pc:spChg chg="mod">
          <ac:chgData name="Rosmin Elsa" userId="8f13a6be4da41318" providerId="LiveId" clId="{CBD7A9D7-7B8B-43CE-8170-D2F210B2314B}" dt="2024-06-18T09:45:21.856" v="733"/>
          <ac:spMkLst>
            <pc:docMk/>
            <pc:sldMk cId="1292053075" sldId="1470"/>
            <ac:spMk id="9" creationId="{21434691-EE47-68D6-AEAA-52AFBA3DCAE4}"/>
          </ac:spMkLst>
        </pc:spChg>
      </pc:sldChg>
      <pc:sldChg chg="modSp del mod">
        <pc:chgData name="Rosmin Elsa" userId="8f13a6be4da41318" providerId="LiveId" clId="{CBD7A9D7-7B8B-43CE-8170-D2F210B2314B}" dt="2024-06-18T09:49:49.515" v="785" actId="47"/>
        <pc:sldMkLst>
          <pc:docMk/>
          <pc:sldMk cId="3868415535" sldId="1471"/>
        </pc:sldMkLst>
        <pc:spChg chg="mod">
          <ac:chgData name="Rosmin Elsa" userId="8f13a6be4da41318" providerId="LiveId" clId="{CBD7A9D7-7B8B-43CE-8170-D2F210B2314B}" dt="2024-06-18T09:45:24.456" v="734"/>
          <ac:spMkLst>
            <pc:docMk/>
            <pc:sldMk cId="3868415535" sldId="1471"/>
            <ac:spMk id="9" creationId="{FDD84A13-CC2F-C326-487C-46B54402B523}"/>
          </ac:spMkLst>
        </pc:spChg>
      </pc:sldChg>
      <pc:sldChg chg="modSp mod">
        <pc:chgData name="Rosmin Elsa" userId="8f13a6be4da41318" providerId="LiveId" clId="{CBD7A9D7-7B8B-43CE-8170-D2F210B2314B}" dt="2024-06-20T07:16:44.349" v="1178" actId="20577"/>
        <pc:sldMkLst>
          <pc:docMk/>
          <pc:sldMk cId="3068996028" sldId="1472"/>
        </pc:sldMkLst>
        <pc:spChg chg="mod">
          <ac:chgData name="Rosmin Elsa" userId="8f13a6be4da41318" providerId="LiveId" clId="{CBD7A9D7-7B8B-43CE-8170-D2F210B2314B}" dt="2024-06-20T07:16:44.349" v="1178" actId="20577"/>
          <ac:spMkLst>
            <pc:docMk/>
            <pc:sldMk cId="3068996028" sldId="1472"/>
            <ac:spMk id="7" creationId="{F460751C-3D51-84CA-15D6-D3B27D67B948}"/>
          </ac:spMkLst>
        </pc:spChg>
      </pc:sldChg>
      <pc:sldChg chg="addSp delSp modSp mod">
        <pc:chgData name="Rosmin Elsa" userId="8f13a6be4da41318" providerId="LiveId" clId="{CBD7A9D7-7B8B-43CE-8170-D2F210B2314B}" dt="2024-06-20T07:16:57.412" v="1179" actId="20577"/>
        <pc:sldMkLst>
          <pc:docMk/>
          <pc:sldMk cId="2264041875" sldId="1473"/>
        </pc:sldMkLst>
        <pc:spChg chg="mod">
          <ac:chgData name="Rosmin Elsa" userId="8f13a6be4da41318" providerId="LiveId" clId="{CBD7A9D7-7B8B-43CE-8170-D2F210B2314B}" dt="2024-06-20T07:16:57.412" v="1179" actId="20577"/>
          <ac:spMkLst>
            <pc:docMk/>
            <pc:sldMk cId="2264041875" sldId="1473"/>
            <ac:spMk id="7" creationId="{BE797BE3-6F9B-D32D-1F0D-2E5750AD0ED8}"/>
          </ac:spMkLst>
        </pc:spChg>
        <pc:picChg chg="add del">
          <ac:chgData name="Rosmin Elsa" userId="8f13a6be4da41318" providerId="LiveId" clId="{CBD7A9D7-7B8B-43CE-8170-D2F210B2314B}" dt="2024-06-18T08:08:03.575" v="123" actId="22"/>
          <ac:picMkLst>
            <pc:docMk/>
            <pc:sldMk cId="2264041875" sldId="1473"/>
            <ac:picMk id="4" creationId="{ECCCC6AE-AB57-D2D2-5C2F-48CC6D3AD64C}"/>
          </ac:picMkLst>
        </pc:picChg>
      </pc:sldChg>
      <pc:sldChg chg="modSp mod">
        <pc:chgData name="Rosmin Elsa" userId="8f13a6be4da41318" providerId="LiveId" clId="{CBD7A9D7-7B8B-43CE-8170-D2F210B2314B}" dt="2024-06-18T08:10:44.351" v="176" actId="20577"/>
        <pc:sldMkLst>
          <pc:docMk/>
          <pc:sldMk cId="2017312258" sldId="1474"/>
        </pc:sldMkLst>
        <pc:spChg chg="mod">
          <ac:chgData name="Rosmin Elsa" userId="8f13a6be4da41318" providerId="LiveId" clId="{CBD7A9D7-7B8B-43CE-8170-D2F210B2314B}" dt="2024-06-18T08:10:44.351" v="176" actId="20577"/>
          <ac:spMkLst>
            <pc:docMk/>
            <pc:sldMk cId="2017312258" sldId="1474"/>
            <ac:spMk id="7" creationId="{64CB5F95-8868-097A-BCB3-2D414D940B83}"/>
          </ac:spMkLst>
        </pc:spChg>
      </pc:sldChg>
      <pc:sldChg chg="modSp add mod">
        <pc:chgData name="Rosmin Elsa" userId="8f13a6be4da41318" providerId="LiveId" clId="{CBD7A9D7-7B8B-43CE-8170-D2F210B2314B}" dt="2024-06-20T07:17:56.935" v="1180" actId="20577"/>
        <pc:sldMkLst>
          <pc:docMk/>
          <pc:sldMk cId="2784283948" sldId="1475"/>
        </pc:sldMkLst>
        <pc:spChg chg="mod">
          <ac:chgData name="Rosmin Elsa" userId="8f13a6be4da41318" providerId="LiveId" clId="{CBD7A9D7-7B8B-43CE-8170-D2F210B2314B}" dt="2024-06-20T07:17:56.935" v="1180" actId="20577"/>
          <ac:spMkLst>
            <pc:docMk/>
            <pc:sldMk cId="2784283948" sldId="1475"/>
            <ac:spMk id="7" creationId="{F460751C-3D51-84CA-15D6-D3B27D67B948}"/>
          </ac:spMkLst>
        </pc:spChg>
      </pc:sldChg>
      <pc:sldChg chg="modSp add mod">
        <pc:chgData name="Rosmin Elsa" userId="8f13a6be4da41318" providerId="LiveId" clId="{CBD7A9D7-7B8B-43CE-8170-D2F210B2314B}" dt="2024-06-20T07:18:11.368" v="1181" actId="20577"/>
        <pc:sldMkLst>
          <pc:docMk/>
          <pc:sldMk cId="2860790238" sldId="1476"/>
        </pc:sldMkLst>
        <pc:spChg chg="mod">
          <ac:chgData name="Rosmin Elsa" userId="8f13a6be4da41318" providerId="LiveId" clId="{CBD7A9D7-7B8B-43CE-8170-D2F210B2314B}" dt="2024-06-20T07:18:11.368" v="1181" actId="20577"/>
          <ac:spMkLst>
            <pc:docMk/>
            <pc:sldMk cId="2860790238" sldId="1476"/>
            <ac:spMk id="7" creationId="{F460751C-3D51-84CA-15D6-D3B27D67B948}"/>
          </ac:spMkLst>
        </pc:spChg>
      </pc:sldChg>
      <pc:sldChg chg="modSp add mod">
        <pc:chgData name="Rosmin Elsa" userId="8f13a6be4da41318" providerId="LiveId" clId="{CBD7A9D7-7B8B-43CE-8170-D2F210B2314B}" dt="2024-06-18T08:59:50.248" v="313" actId="6549"/>
        <pc:sldMkLst>
          <pc:docMk/>
          <pc:sldMk cId="1209018664" sldId="1477"/>
        </pc:sldMkLst>
        <pc:spChg chg="mod">
          <ac:chgData name="Rosmin Elsa" userId="8f13a6be4da41318" providerId="LiveId" clId="{CBD7A9D7-7B8B-43CE-8170-D2F210B2314B}" dt="2024-06-18T08:59:50.248" v="313" actId="6549"/>
          <ac:spMkLst>
            <pc:docMk/>
            <pc:sldMk cId="1209018664" sldId="1477"/>
            <ac:spMk id="3" creationId="{DFD3087A-542A-9E8A-2F04-286C1B72B61A}"/>
          </ac:spMkLst>
        </pc:spChg>
      </pc:sldChg>
      <pc:sldChg chg="modSp add mod">
        <pc:chgData name="Rosmin Elsa" userId="8f13a6be4da41318" providerId="LiveId" clId="{CBD7A9D7-7B8B-43CE-8170-D2F210B2314B}" dt="2024-06-18T08:59:54.858" v="314" actId="6549"/>
        <pc:sldMkLst>
          <pc:docMk/>
          <pc:sldMk cId="3862836891" sldId="1478"/>
        </pc:sldMkLst>
        <pc:spChg chg="mod">
          <ac:chgData name="Rosmin Elsa" userId="8f13a6be4da41318" providerId="LiveId" clId="{CBD7A9D7-7B8B-43CE-8170-D2F210B2314B}" dt="2024-06-18T08:59:54.858" v="314" actId="6549"/>
          <ac:spMkLst>
            <pc:docMk/>
            <pc:sldMk cId="3862836891" sldId="1478"/>
            <ac:spMk id="3" creationId="{DFD3087A-542A-9E8A-2F04-286C1B72B61A}"/>
          </ac:spMkLst>
        </pc:spChg>
      </pc:sldChg>
      <pc:sldChg chg="modSp add del mod">
        <pc:chgData name="Rosmin Elsa" userId="8f13a6be4da41318" providerId="LiveId" clId="{CBD7A9D7-7B8B-43CE-8170-D2F210B2314B}" dt="2024-06-18T09:15:18.260" v="473"/>
        <pc:sldMkLst>
          <pc:docMk/>
          <pc:sldMk cId="209713914" sldId="1479"/>
        </pc:sldMkLst>
        <pc:spChg chg="mod">
          <ac:chgData name="Rosmin Elsa" userId="8f13a6be4da41318" providerId="LiveId" clId="{CBD7A9D7-7B8B-43CE-8170-D2F210B2314B}" dt="2024-06-18T09:15:16.833" v="472"/>
          <ac:spMkLst>
            <pc:docMk/>
            <pc:sldMk cId="209713914" sldId="1479"/>
            <ac:spMk id="6" creationId="{AE6B6D96-39EE-535C-2933-FFB7C72EF6E0}"/>
          </ac:spMkLst>
        </pc:spChg>
      </pc:sldChg>
      <pc:sldChg chg="add del">
        <pc:chgData name="Rosmin Elsa" userId="8f13a6be4da41318" providerId="LiveId" clId="{CBD7A9D7-7B8B-43CE-8170-D2F210B2314B}" dt="2024-06-18T09:01:15.043" v="326"/>
        <pc:sldMkLst>
          <pc:docMk/>
          <pc:sldMk cId="691864902" sldId="1479"/>
        </pc:sldMkLst>
      </pc:sldChg>
      <pc:sldChg chg="addSp delSp modSp add mod">
        <pc:chgData name="Rosmin Elsa" userId="8f13a6be4da41318" providerId="LiveId" clId="{CBD7A9D7-7B8B-43CE-8170-D2F210B2314B}" dt="2024-06-20T07:28:14.971" v="1188" actId="20577"/>
        <pc:sldMkLst>
          <pc:docMk/>
          <pc:sldMk cId="1926081234" sldId="1479"/>
        </pc:sldMkLst>
        <pc:spChg chg="add del">
          <ac:chgData name="Rosmin Elsa" userId="8f13a6be4da41318" providerId="LiveId" clId="{CBD7A9D7-7B8B-43CE-8170-D2F210B2314B}" dt="2024-06-18T09:16:41.370" v="485" actId="22"/>
          <ac:spMkLst>
            <pc:docMk/>
            <pc:sldMk cId="1926081234" sldId="1479"/>
            <ac:spMk id="3" creationId="{32A2F9D9-7A58-8764-4821-6AD9461FD918}"/>
          </ac:spMkLst>
        </pc:spChg>
        <pc:spChg chg="mod">
          <ac:chgData name="Rosmin Elsa" userId="8f13a6be4da41318" providerId="LiveId" clId="{CBD7A9D7-7B8B-43CE-8170-D2F210B2314B}" dt="2024-06-20T07:28:14.971" v="1188" actId="20577"/>
          <ac:spMkLst>
            <pc:docMk/>
            <pc:sldMk cId="1926081234" sldId="1479"/>
            <ac:spMk id="5" creationId="{E0B62AD4-7852-AF68-5FEF-46892C0A0BE3}"/>
          </ac:spMkLst>
        </pc:spChg>
        <pc:spChg chg="mod">
          <ac:chgData name="Rosmin Elsa" userId="8f13a6be4da41318" providerId="LiveId" clId="{CBD7A9D7-7B8B-43CE-8170-D2F210B2314B}" dt="2024-06-18T09:16:37.815" v="483"/>
          <ac:spMkLst>
            <pc:docMk/>
            <pc:sldMk cId="1926081234" sldId="1479"/>
            <ac:spMk id="6" creationId="{AE6B6D96-39EE-535C-2933-FFB7C72EF6E0}"/>
          </ac:spMkLst>
        </pc:spChg>
        <pc:spChg chg="add del">
          <ac:chgData name="Rosmin Elsa" userId="8f13a6be4da41318" providerId="LiveId" clId="{CBD7A9D7-7B8B-43CE-8170-D2F210B2314B}" dt="2024-06-18T09:16:45.347" v="487" actId="22"/>
          <ac:spMkLst>
            <pc:docMk/>
            <pc:sldMk cId="1926081234" sldId="1479"/>
            <ac:spMk id="9" creationId="{52E80D96-400D-7E58-ABE2-42D9DCC17804}"/>
          </ac:spMkLst>
        </pc:spChg>
      </pc:sldChg>
      <pc:sldChg chg="modSp add mod">
        <pc:chgData name="Rosmin Elsa" userId="8f13a6be4da41318" providerId="LiveId" clId="{CBD7A9D7-7B8B-43CE-8170-D2F210B2314B}" dt="2024-06-20T07:28:18.467" v="1189" actId="20577"/>
        <pc:sldMkLst>
          <pc:docMk/>
          <pc:sldMk cId="3468746885" sldId="1480"/>
        </pc:sldMkLst>
        <pc:spChg chg="mod">
          <ac:chgData name="Rosmin Elsa" userId="8f13a6be4da41318" providerId="LiveId" clId="{CBD7A9D7-7B8B-43CE-8170-D2F210B2314B}" dt="2024-06-20T07:28:18.467" v="1189" actId="20577"/>
          <ac:spMkLst>
            <pc:docMk/>
            <pc:sldMk cId="3468746885" sldId="1480"/>
            <ac:spMk id="5" creationId="{E0B62AD4-7852-AF68-5FEF-46892C0A0BE3}"/>
          </ac:spMkLst>
        </pc:spChg>
        <pc:spChg chg="mod">
          <ac:chgData name="Rosmin Elsa" userId="8f13a6be4da41318" providerId="LiveId" clId="{CBD7A9D7-7B8B-43CE-8170-D2F210B2314B}" dt="2024-06-18T09:16:59.232" v="491"/>
          <ac:spMkLst>
            <pc:docMk/>
            <pc:sldMk cId="3468746885" sldId="1480"/>
            <ac:spMk id="6" creationId="{AE6B6D96-39EE-535C-2933-FFB7C72EF6E0}"/>
          </ac:spMkLst>
        </pc:spChg>
      </pc:sldChg>
      <pc:sldChg chg="modSp add mod">
        <pc:chgData name="Rosmin Elsa" userId="8f13a6be4da41318" providerId="LiveId" clId="{CBD7A9D7-7B8B-43CE-8170-D2F210B2314B}" dt="2024-06-20T07:28:07.070" v="1186" actId="20577"/>
        <pc:sldMkLst>
          <pc:docMk/>
          <pc:sldMk cId="3972297066" sldId="1481"/>
        </pc:sldMkLst>
        <pc:spChg chg="mod">
          <ac:chgData name="Rosmin Elsa" userId="8f13a6be4da41318" providerId="LiveId" clId="{CBD7A9D7-7B8B-43CE-8170-D2F210B2314B}" dt="2024-06-20T07:28:07.070" v="1186" actId="20577"/>
          <ac:spMkLst>
            <pc:docMk/>
            <pc:sldMk cId="3972297066" sldId="1481"/>
            <ac:spMk id="5" creationId="{F3A1A9F0-F0F9-37AD-31A6-86E97ABD9DAD}"/>
          </ac:spMkLst>
        </pc:spChg>
        <pc:spChg chg="mod">
          <ac:chgData name="Rosmin Elsa" userId="8f13a6be4da41318" providerId="LiveId" clId="{CBD7A9D7-7B8B-43CE-8170-D2F210B2314B}" dt="2024-06-18T09:18:29.608" v="497"/>
          <ac:spMkLst>
            <pc:docMk/>
            <pc:sldMk cId="3972297066" sldId="1481"/>
            <ac:spMk id="6" creationId="{F395D098-6B90-D9CD-4980-73D67EEE7741}"/>
          </ac:spMkLst>
        </pc:spChg>
      </pc:sldChg>
      <pc:sldChg chg="modSp add mod">
        <pc:chgData name="Rosmin Elsa" userId="8f13a6be4da41318" providerId="LiveId" clId="{CBD7A9D7-7B8B-43CE-8170-D2F210B2314B}" dt="2024-06-20T07:29:10.148" v="1199" actId="20577"/>
        <pc:sldMkLst>
          <pc:docMk/>
          <pc:sldMk cId="2998127655" sldId="1482"/>
        </pc:sldMkLst>
        <pc:spChg chg="mod">
          <ac:chgData name="Rosmin Elsa" userId="8f13a6be4da41318" providerId="LiveId" clId="{CBD7A9D7-7B8B-43CE-8170-D2F210B2314B}" dt="2024-06-20T07:29:10.148" v="1199" actId="20577"/>
          <ac:spMkLst>
            <pc:docMk/>
            <pc:sldMk cId="2998127655" sldId="1482"/>
            <ac:spMk id="5" creationId="{FA3AF5C5-7412-A8FE-2588-51A30201C2A3}"/>
          </ac:spMkLst>
        </pc:spChg>
        <pc:spChg chg="mod">
          <ac:chgData name="Rosmin Elsa" userId="8f13a6be4da41318" providerId="LiveId" clId="{CBD7A9D7-7B8B-43CE-8170-D2F210B2314B}" dt="2024-06-20T07:23:41.051" v="1185" actId="20577"/>
          <ac:spMkLst>
            <pc:docMk/>
            <pc:sldMk cId="2998127655" sldId="1482"/>
            <ac:spMk id="6" creationId="{AFDDD572-F7CE-4B35-777E-441CADC15C96}"/>
          </ac:spMkLst>
        </pc:spChg>
      </pc:sldChg>
      <pc:sldChg chg="modSp add mod">
        <pc:chgData name="Rosmin Elsa" userId="8f13a6be4da41318" providerId="LiveId" clId="{CBD7A9D7-7B8B-43CE-8170-D2F210B2314B}" dt="2024-06-20T07:29:53.819" v="1203" actId="20577"/>
        <pc:sldMkLst>
          <pc:docMk/>
          <pc:sldMk cId="845725149" sldId="1483"/>
        </pc:sldMkLst>
        <pc:spChg chg="mod">
          <ac:chgData name="Rosmin Elsa" userId="8f13a6be4da41318" providerId="LiveId" clId="{CBD7A9D7-7B8B-43CE-8170-D2F210B2314B}" dt="2024-06-20T07:29:53.819" v="1203" actId="20577"/>
          <ac:spMkLst>
            <pc:docMk/>
            <pc:sldMk cId="845725149" sldId="1483"/>
            <ac:spMk id="5" creationId="{645EDA14-D069-6AE5-2BBC-B637B5B21F1A}"/>
          </ac:spMkLst>
        </pc:spChg>
        <pc:spChg chg="mod">
          <ac:chgData name="Rosmin Elsa" userId="8f13a6be4da41318" providerId="LiveId" clId="{CBD7A9D7-7B8B-43CE-8170-D2F210B2314B}" dt="2024-06-18T09:42:21.742" v="671" actId="20577"/>
          <ac:spMkLst>
            <pc:docMk/>
            <pc:sldMk cId="845725149" sldId="1483"/>
            <ac:spMk id="6" creationId="{C1232047-F35C-9CE6-AB39-2974E36818C5}"/>
          </ac:spMkLst>
        </pc:spChg>
      </pc:sldChg>
      <pc:sldChg chg="addSp delSp modSp add mod">
        <pc:chgData name="Rosmin Elsa" userId="8f13a6be4da41318" providerId="LiveId" clId="{CBD7A9D7-7B8B-43CE-8170-D2F210B2314B}" dt="2024-06-20T07:30:01.085" v="1205" actId="20577"/>
        <pc:sldMkLst>
          <pc:docMk/>
          <pc:sldMk cId="1585850683" sldId="1484"/>
        </pc:sldMkLst>
        <pc:spChg chg="add del">
          <ac:chgData name="Rosmin Elsa" userId="8f13a6be4da41318" providerId="LiveId" clId="{CBD7A9D7-7B8B-43CE-8170-D2F210B2314B}" dt="2024-06-18T09:42:29.514" v="673" actId="22"/>
          <ac:spMkLst>
            <pc:docMk/>
            <pc:sldMk cId="1585850683" sldId="1484"/>
            <ac:spMk id="3" creationId="{8707DE91-01A9-E821-4EB3-F62A9B565655}"/>
          </ac:spMkLst>
        </pc:spChg>
        <pc:spChg chg="mod">
          <ac:chgData name="Rosmin Elsa" userId="8f13a6be4da41318" providerId="LiveId" clId="{CBD7A9D7-7B8B-43CE-8170-D2F210B2314B}" dt="2024-06-20T07:30:01.085" v="1205" actId="20577"/>
          <ac:spMkLst>
            <pc:docMk/>
            <pc:sldMk cId="1585850683" sldId="1484"/>
            <ac:spMk id="5" creationId="{0DEEEF68-FCC0-B8B8-9619-FEBE28500934}"/>
          </ac:spMkLst>
        </pc:spChg>
      </pc:sldChg>
      <pc:sldChg chg="modSp add mod">
        <pc:chgData name="Rosmin Elsa" userId="8f13a6be4da41318" providerId="LiveId" clId="{CBD7A9D7-7B8B-43CE-8170-D2F210B2314B}" dt="2024-06-20T07:30:06.820" v="1207" actId="20577"/>
        <pc:sldMkLst>
          <pc:docMk/>
          <pc:sldMk cId="2025802282" sldId="1485"/>
        </pc:sldMkLst>
        <pc:spChg chg="mod">
          <ac:chgData name="Rosmin Elsa" userId="8f13a6be4da41318" providerId="LiveId" clId="{CBD7A9D7-7B8B-43CE-8170-D2F210B2314B}" dt="2024-06-20T07:30:06.820" v="1207" actId="20577"/>
          <ac:spMkLst>
            <pc:docMk/>
            <pc:sldMk cId="2025802282" sldId="1485"/>
            <ac:spMk id="5" creationId="{645EDA14-D069-6AE5-2BBC-B637B5B21F1A}"/>
          </ac:spMkLst>
        </pc:spChg>
        <pc:spChg chg="mod">
          <ac:chgData name="Rosmin Elsa" userId="8f13a6be4da41318" providerId="LiveId" clId="{CBD7A9D7-7B8B-43CE-8170-D2F210B2314B}" dt="2024-06-18T09:43:42.213" v="701" actId="20577"/>
          <ac:spMkLst>
            <pc:docMk/>
            <pc:sldMk cId="2025802282" sldId="1485"/>
            <ac:spMk id="6" creationId="{C1232047-F35C-9CE6-AB39-2974E36818C5}"/>
          </ac:spMkLst>
        </pc:spChg>
      </pc:sldChg>
      <pc:sldChg chg="modSp add mod">
        <pc:chgData name="Rosmin Elsa" userId="8f13a6be4da41318" providerId="LiveId" clId="{CBD7A9D7-7B8B-43CE-8170-D2F210B2314B}" dt="2024-06-20T07:30:12.864" v="1209" actId="20577"/>
        <pc:sldMkLst>
          <pc:docMk/>
          <pc:sldMk cId="2276446461" sldId="1486"/>
        </pc:sldMkLst>
        <pc:spChg chg="mod">
          <ac:chgData name="Rosmin Elsa" userId="8f13a6be4da41318" providerId="LiveId" clId="{CBD7A9D7-7B8B-43CE-8170-D2F210B2314B}" dt="2024-06-20T07:30:12.864" v="1209" actId="20577"/>
          <ac:spMkLst>
            <pc:docMk/>
            <pc:sldMk cId="2276446461" sldId="1486"/>
            <ac:spMk id="5" creationId="{0DEEEF68-FCC0-B8B8-9619-FEBE28500934}"/>
          </ac:spMkLst>
        </pc:spChg>
      </pc:sldChg>
      <pc:sldChg chg="modSp add mod">
        <pc:chgData name="Rosmin Elsa" userId="8f13a6be4da41318" providerId="LiveId" clId="{CBD7A9D7-7B8B-43CE-8170-D2F210B2314B}" dt="2024-06-20T07:30:18.060" v="1211" actId="20577"/>
        <pc:sldMkLst>
          <pc:docMk/>
          <pc:sldMk cId="879383623" sldId="1487"/>
        </pc:sldMkLst>
        <pc:spChg chg="mod">
          <ac:chgData name="Rosmin Elsa" userId="8f13a6be4da41318" providerId="LiveId" clId="{CBD7A9D7-7B8B-43CE-8170-D2F210B2314B}" dt="2024-06-20T07:30:18.060" v="1211" actId="20577"/>
          <ac:spMkLst>
            <pc:docMk/>
            <pc:sldMk cId="879383623" sldId="1487"/>
            <ac:spMk id="5" creationId="{645EDA14-D069-6AE5-2BBC-B637B5B21F1A}"/>
          </ac:spMkLst>
        </pc:spChg>
        <pc:spChg chg="mod">
          <ac:chgData name="Rosmin Elsa" userId="8f13a6be4da41318" providerId="LiveId" clId="{CBD7A9D7-7B8B-43CE-8170-D2F210B2314B}" dt="2024-06-18T09:44:46.872" v="728" actId="20577"/>
          <ac:spMkLst>
            <pc:docMk/>
            <pc:sldMk cId="879383623" sldId="1487"/>
            <ac:spMk id="6" creationId="{C1232047-F35C-9CE6-AB39-2974E36818C5}"/>
          </ac:spMkLst>
        </pc:spChg>
      </pc:sldChg>
      <pc:sldChg chg="modSp add mod">
        <pc:chgData name="Rosmin Elsa" userId="8f13a6be4da41318" providerId="LiveId" clId="{CBD7A9D7-7B8B-43CE-8170-D2F210B2314B}" dt="2024-06-20T07:30:23.170" v="1213" actId="20577"/>
        <pc:sldMkLst>
          <pc:docMk/>
          <pc:sldMk cId="1287370571" sldId="1488"/>
        </pc:sldMkLst>
        <pc:spChg chg="mod">
          <ac:chgData name="Rosmin Elsa" userId="8f13a6be4da41318" providerId="LiveId" clId="{CBD7A9D7-7B8B-43CE-8170-D2F210B2314B}" dt="2024-06-20T07:30:23.170" v="1213" actId="20577"/>
          <ac:spMkLst>
            <pc:docMk/>
            <pc:sldMk cId="1287370571" sldId="1488"/>
            <ac:spMk id="5" creationId="{0DEEEF68-FCC0-B8B8-9619-FEBE28500934}"/>
          </ac:spMkLst>
        </pc:spChg>
      </pc:sldChg>
      <pc:sldChg chg="modSp add mod">
        <pc:chgData name="Rosmin Elsa" userId="8f13a6be4da41318" providerId="LiveId" clId="{CBD7A9D7-7B8B-43CE-8170-D2F210B2314B}" dt="2024-06-20T07:31:07.313" v="1222" actId="20577"/>
        <pc:sldMkLst>
          <pc:docMk/>
          <pc:sldMk cId="1587846702" sldId="1489"/>
        </pc:sldMkLst>
        <pc:spChg chg="mod">
          <ac:chgData name="Rosmin Elsa" userId="8f13a6be4da41318" providerId="LiveId" clId="{CBD7A9D7-7B8B-43CE-8170-D2F210B2314B}" dt="2024-06-20T07:31:07.313" v="1222" actId="20577"/>
          <ac:spMkLst>
            <pc:docMk/>
            <pc:sldMk cId="1587846702" sldId="1489"/>
            <ac:spMk id="5" creationId="{D15CBCA4-8279-49A0-BDA5-8F1C3F65A437}"/>
          </ac:spMkLst>
        </pc:spChg>
        <pc:spChg chg="mod">
          <ac:chgData name="Rosmin Elsa" userId="8f13a6be4da41318" providerId="LiveId" clId="{CBD7A9D7-7B8B-43CE-8170-D2F210B2314B}" dt="2024-06-18T09:55:01.346" v="881" actId="20577"/>
          <ac:spMkLst>
            <pc:docMk/>
            <pc:sldMk cId="1587846702" sldId="1489"/>
            <ac:spMk id="6" creationId="{00B7E6C3-DC3B-BC8E-EE75-86995C7F8ADF}"/>
          </ac:spMkLst>
        </pc:spChg>
      </pc:sldChg>
      <pc:sldChg chg="modSp add mod">
        <pc:chgData name="Rosmin Elsa" userId="8f13a6be4da41318" providerId="LiveId" clId="{CBD7A9D7-7B8B-43CE-8170-D2F210B2314B}" dt="2024-06-20T07:31:13.666" v="1225" actId="20577"/>
        <pc:sldMkLst>
          <pc:docMk/>
          <pc:sldMk cId="2442675708" sldId="1490"/>
        </pc:sldMkLst>
        <pc:spChg chg="mod">
          <ac:chgData name="Rosmin Elsa" userId="8f13a6be4da41318" providerId="LiveId" clId="{CBD7A9D7-7B8B-43CE-8170-D2F210B2314B}" dt="2024-06-20T07:31:13.666" v="1225" actId="20577"/>
          <ac:spMkLst>
            <pc:docMk/>
            <pc:sldMk cId="2442675708" sldId="1490"/>
            <ac:spMk id="5" creationId="{5302F64F-7B08-E1DF-77C2-DF24B4884A26}"/>
          </ac:spMkLst>
        </pc:spChg>
        <pc:spChg chg="mod">
          <ac:chgData name="Rosmin Elsa" userId="8f13a6be4da41318" providerId="LiveId" clId="{CBD7A9D7-7B8B-43CE-8170-D2F210B2314B}" dt="2024-06-18T09:51:41.117" v="827" actId="313"/>
          <ac:spMkLst>
            <pc:docMk/>
            <pc:sldMk cId="2442675708" sldId="1490"/>
            <ac:spMk id="6" creationId="{E4709EB3-F9C5-7B20-D805-158D5D8DCD6B}"/>
          </ac:spMkLst>
        </pc:spChg>
      </pc:sldChg>
      <pc:sldChg chg="modSp add mod">
        <pc:chgData name="Rosmin Elsa" userId="8f13a6be4da41318" providerId="LiveId" clId="{CBD7A9D7-7B8B-43CE-8170-D2F210B2314B}" dt="2024-06-20T07:31:20.202" v="1228" actId="20577"/>
        <pc:sldMkLst>
          <pc:docMk/>
          <pc:sldMk cId="227433533" sldId="1491"/>
        </pc:sldMkLst>
        <pc:spChg chg="mod">
          <ac:chgData name="Rosmin Elsa" userId="8f13a6be4da41318" providerId="LiveId" clId="{CBD7A9D7-7B8B-43CE-8170-D2F210B2314B}" dt="2024-06-20T07:31:20.202" v="1228" actId="20577"/>
          <ac:spMkLst>
            <pc:docMk/>
            <pc:sldMk cId="227433533" sldId="1491"/>
            <ac:spMk id="5" creationId="{D15CBCA4-8279-49A0-BDA5-8F1C3F65A437}"/>
          </ac:spMkLst>
        </pc:spChg>
        <pc:spChg chg="mod">
          <ac:chgData name="Rosmin Elsa" userId="8f13a6be4da41318" providerId="LiveId" clId="{CBD7A9D7-7B8B-43CE-8170-D2F210B2314B}" dt="2024-06-18T09:57:03.334" v="911" actId="20577"/>
          <ac:spMkLst>
            <pc:docMk/>
            <pc:sldMk cId="227433533" sldId="1491"/>
            <ac:spMk id="6" creationId="{00B7E6C3-DC3B-BC8E-EE75-86995C7F8ADF}"/>
          </ac:spMkLst>
        </pc:spChg>
      </pc:sldChg>
      <pc:sldChg chg="modSp add mod">
        <pc:chgData name="Rosmin Elsa" userId="8f13a6be4da41318" providerId="LiveId" clId="{CBD7A9D7-7B8B-43CE-8170-D2F210B2314B}" dt="2024-06-20T07:31:27.012" v="1231" actId="20577"/>
        <pc:sldMkLst>
          <pc:docMk/>
          <pc:sldMk cId="3685365413" sldId="1492"/>
        </pc:sldMkLst>
        <pc:spChg chg="mod">
          <ac:chgData name="Rosmin Elsa" userId="8f13a6be4da41318" providerId="LiveId" clId="{CBD7A9D7-7B8B-43CE-8170-D2F210B2314B}" dt="2024-06-20T07:31:27.012" v="1231" actId="20577"/>
          <ac:spMkLst>
            <pc:docMk/>
            <pc:sldMk cId="3685365413" sldId="1492"/>
            <ac:spMk id="5" creationId="{5302F64F-7B08-E1DF-77C2-DF24B4884A26}"/>
          </ac:spMkLst>
        </pc:spChg>
        <pc:spChg chg="mod">
          <ac:chgData name="Rosmin Elsa" userId="8f13a6be4da41318" providerId="LiveId" clId="{CBD7A9D7-7B8B-43CE-8170-D2F210B2314B}" dt="2024-06-18T09:55:22.855" v="889" actId="313"/>
          <ac:spMkLst>
            <pc:docMk/>
            <pc:sldMk cId="3685365413" sldId="1492"/>
            <ac:spMk id="6" creationId="{E4709EB3-F9C5-7B20-D805-158D5D8DCD6B}"/>
          </ac:spMkLst>
        </pc:spChg>
      </pc:sldChg>
      <pc:sldChg chg="modSp add mod">
        <pc:chgData name="Rosmin Elsa" userId="8f13a6be4da41318" providerId="LiveId" clId="{CBD7A9D7-7B8B-43CE-8170-D2F210B2314B}" dt="2024-06-20T07:31:34.032" v="1234" actId="20577"/>
        <pc:sldMkLst>
          <pc:docMk/>
          <pc:sldMk cId="2703640418" sldId="1493"/>
        </pc:sldMkLst>
        <pc:spChg chg="mod">
          <ac:chgData name="Rosmin Elsa" userId="8f13a6be4da41318" providerId="LiveId" clId="{CBD7A9D7-7B8B-43CE-8170-D2F210B2314B}" dt="2024-06-20T07:31:34.032" v="1234" actId="20577"/>
          <ac:spMkLst>
            <pc:docMk/>
            <pc:sldMk cId="2703640418" sldId="1493"/>
            <ac:spMk id="5" creationId="{D15CBCA4-8279-49A0-BDA5-8F1C3F65A437}"/>
          </ac:spMkLst>
        </pc:spChg>
        <pc:spChg chg="mod">
          <ac:chgData name="Rosmin Elsa" userId="8f13a6be4da41318" providerId="LiveId" clId="{CBD7A9D7-7B8B-43CE-8170-D2F210B2314B}" dt="2024-06-18T09:52:55.902" v="853" actId="313"/>
          <ac:spMkLst>
            <pc:docMk/>
            <pc:sldMk cId="2703640418" sldId="1493"/>
            <ac:spMk id="6" creationId="{00B7E6C3-DC3B-BC8E-EE75-86995C7F8ADF}"/>
          </ac:spMkLst>
        </pc:spChg>
      </pc:sldChg>
      <pc:sldChg chg="modSp add mod">
        <pc:chgData name="Rosmin Elsa" userId="8f13a6be4da41318" providerId="LiveId" clId="{CBD7A9D7-7B8B-43CE-8170-D2F210B2314B}" dt="2024-06-20T07:31:42.629" v="1237" actId="20577"/>
        <pc:sldMkLst>
          <pc:docMk/>
          <pc:sldMk cId="1515575091" sldId="1494"/>
        </pc:sldMkLst>
        <pc:spChg chg="mod">
          <ac:chgData name="Rosmin Elsa" userId="8f13a6be4da41318" providerId="LiveId" clId="{CBD7A9D7-7B8B-43CE-8170-D2F210B2314B}" dt="2024-06-20T07:31:42.629" v="1237" actId="20577"/>
          <ac:spMkLst>
            <pc:docMk/>
            <pc:sldMk cId="1515575091" sldId="1494"/>
            <ac:spMk id="5" creationId="{5302F64F-7B08-E1DF-77C2-DF24B4884A26}"/>
          </ac:spMkLst>
        </pc:spChg>
        <pc:spChg chg="mod">
          <ac:chgData name="Rosmin Elsa" userId="8f13a6be4da41318" providerId="LiveId" clId="{CBD7A9D7-7B8B-43CE-8170-D2F210B2314B}" dt="2024-06-18T09:55:37.730" v="897" actId="313"/>
          <ac:spMkLst>
            <pc:docMk/>
            <pc:sldMk cId="1515575091" sldId="1494"/>
            <ac:spMk id="6" creationId="{E4709EB3-F9C5-7B20-D805-158D5D8DCD6B}"/>
          </ac:spMkLst>
        </pc:spChg>
      </pc:sldChg>
      <pc:sldChg chg="add del">
        <pc:chgData name="Rosmin Elsa" userId="8f13a6be4da41318" providerId="LiveId" clId="{CBD7A9D7-7B8B-43CE-8170-D2F210B2314B}" dt="2024-06-18T09:52:16.009" v="832"/>
        <pc:sldMkLst>
          <pc:docMk/>
          <pc:sldMk cId="835703624" sldId="1495"/>
        </pc:sldMkLst>
      </pc:sldChg>
      <pc:sldChg chg="modSp add mod">
        <pc:chgData name="Rosmin Elsa" userId="8f13a6be4da41318" providerId="LiveId" clId="{CBD7A9D7-7B8B-43CE-8170-D2F210B2314B}" dt="2024-06-20T07:31:48.760" v="1240" actId="20577"/>
        <pc:sldMkLst>
          <pc:docMk/>
          <pc:sldMk cId="844177405" sldId="1495"/>
        </pc:sldMkLst>
        <pc:spChg chg="mod">
          <ac:chgData name="Rosmin Elsa" userId="8f13a6be4da41318" providerId="LiveId" clId="{CBD7A9D7-7B8B-43CE-8170-D2F210B2314B}" dt="2024-06-20T07:31:48.760" v="1240" actId="20577"/>
          <ac:spMkLst>
            <pc:docMk/>
            <pc:sldMk cId="844177405" sldId="1495"/>
            <ac:spMk id="5" creationId="{D15CBCA4-8279-49A0-BDA5-8F1C3F65A437}"/>
          </ac:spMkLst>
        </pc:spChg>
        <pc:spChg chg="mod">
          <ac:chgData name="Rosmin Elsa" userId="8f13a6be4da41318" providerId="LiveId" clId="{CBD7A9D7-7B8B-43CE-8170-D2F210B2314B}" dt="2024-06-18T09:53:36.394" v="871" actId="313"/>
          <ac:spMkLst>
            <pc:docMk/>
            <pc:sldMk cId="844177405" sldId="1495"/>
            <ac:spMk id="6" creationId="{00B7E6C3-DC3B-BC8E-EE75-86995C7F8ADF}"/>
          </ac:spMkLst>
        </pc:spChg>
      </pc:sldChg>
      <pc:sldChg chg="add del">
        <pc:chgData name="Rosmin Elsa" userId="8f13a6be4da41318" providerId="LiveId" clId="{CBD7A9D7-7B8B-43CE-8170-D2F210B2314B}" dt="2024-06-18T09:52:10.112" v="830"/>
        <pc:sldMkLst>
          <pc:docMk/>
          <pc:sldMk cId="3634109982" sldId="1495"/>
        </pc:sldMkLst>
      </pc:sldChg>
      <pc:sldChg chg="add del">
        <pc:chgData name="Rosmin Elsa" userId="8f13a6be4da41318" providerId="LiveId" clId="{CBD7A9D7-7B8B-43CE-8170-D2F210B2314B}" dt="2024-06-18T09:52:16.009" v="832"/>
        <pc:sldMkLst>
          <pc:docMk/>
          <pc:sldMk cId="1037657095" sldId="1496"/>
        </pc:sldMkLst>
      </pc:sldChg>
      <pc:sldChg chg="modSp add mod">
        <pc:chgData name="Rosmin Elsa" userId="8f13a6be4da41318" providerId="LiveId" clId="{CBD7A9D7-7B8B-43CE-8170-D2F210B2314B}" dt="2024-06-20T07:31:56.715" v="1245" actId="20577"/>
        <pc:sldMkLst>
          <pc:docMk/>
          <pc:sldMk cId="2546829591" sldId="1496"/>
        </pc:sldMkLst>
        <pc:spChg chg="mod">
          <ac:chgData name="Rosmin Elsa" userId="8f13a6be4da41318" providerId="LiveId" clId="{CBD7A9D7-7B8B-43CE-8170-D2F210B2314B}" dt="2024-06-20T07:31:56.715" v="1245" actId="20577"/>
          <ac:spMkLst>
            <pc:docMk/>
            <pc:sldMk cId="2546829591" sldId="1496"/>
            <ac:spMk id="5" creationId="{5302F64F-7B08-E1DF-77C2-DF24B4884A26}"/>
          </ac:spMkLst>
        </pc:spChg>
        <pc:spChg chg="mod">
          <ac:chgData name="Rosmin Elsa" userId="8f13a6be4da41318" providerId="LiveId" clId="{CBD7A9D7-7B8B-43CE-8170-D2F210B2314B}" dt="2024-06-18T09:55:52.266" v="905" actId="313"/>
          <ac:spMkLst>
            <pc:docMk/>
            <pc:sldMk cId="2546829591" sldId="1496"/>
            <ac:spMk id="6" creationId="{E4709EB3-F9C5-7B20-D805-158D5D8DCD6B}"/>
          </ac:spMkLst>
        </pc:spChg>
      </pc:sldChg>
      <pc:sldChg chg="add del">
        <pc:chgData name="Rosmin Elsa" userId="8f13a6be4da41318" providerId="LiveId" clId="{CBD7A9D7-7B8B-43CE-8170-D2F210B2314B}" dt="2024-06-18T09:52:10.112" v="830"/>
        <pc:sldMkLst>
          <pc:docMk/>
          <pc:sldMk cId="2749778060" sldId="1496"/>
        </pc:sldMkLst>
      </pc:sldChg>
      <pc:sldChg chg="modSp add mod">
        <pc:chgData name="Rosmin Elsa" userId="8f13a6be4da41318" providerId="LiveId" clId="{CBD7A9D7-7B8B-43CE-8170-D2F210B2314B}" dt="2024-06-18T09:58:09.898" v="919" actId="20577"/>
        <pc:sldMkLst>
          <pc:docMk/>
          <pc:sldMk cId="1374323564" sldId="1497"/>
        </pc:sldMkLst>
        <pc:spChg chg="mod">
          <ac:chgData name="Rosmin Elsa" userId="8f13a6be4da41318" providerId="LiveId" clId="{CBD7A9D7-7B8B-43CE-8170-D2F210B2314B}" dt="2024-06-18T09:58:09.898" v="919" actId="20577"/>
          <ac:spMkLst>
            <pc:docMk/>
            <pc:sldMk cId="1374323564" sldId="1497"/>
            <ac:spMk id="2" creationId="{00000000-0000-0000-0000-000000000000}"/>
          </ac:spMkLst>
        </pc:spChg>
      </pc:sldChg>
      <pc:sldChg chg="modSp add mod">
        <pc:chgData name="Rosmin Elsa" userId="8f13a6be4da41318" providerId="LiveId" clId="{CBD7A9D7-7B8B-43CE-8170-D2F210B2314B}" dt="2024-06-20T07:33:58.305" v="1257" actId="20577"/>
        <pc:sldMkLst>
          <pc:docMk/>
          <pc:sldMk cId="3130917810" sldId="1498"/>
        </pc:sldMkLst>
        <pc:spChg chg="mod">
          <ac:chgData name="Rosmin Elsa" userId="8f13a6be4da41318" providerId="LiveId" clId="{CBD7A9D7-7B8B-43CE-8170-D2F210B2314B}" dt="2024-06-20T07:33:58.305" v="1257" actId="20577"/>
          <ac:spMkLst>
            <pc:docMk/>
            <pc:sldMk cId="3130917810" sldId="1498"/>
            <ac:spMk id="5" creationId="{D15CBCA4-8279-49A0-BDA5-8F1C3F65A437}"/>
          </ac:spMkLst>
        </pc:spChg>
        <pc:spChg chg="mod">
          <ac:chgData name="Rosmin Elsa" userId="8f13a6be4da41318" providerId="LiveId" clId="{CBD7A9D7-7B8B-43CE-8170-D2F210B2314B}" dt="2024-06-18T10:07:20.703" v="1050" actId="20577"/>
          <ac:spMkLst>
            <pc:docMk/>
            <pc:sldMk cId="3130917810" sldId="1498"/>
            <ac:spMk id="6" creationId="{00B7E6C3-DC3B-BC8E-EE75-86995C7F8ADF}"/>
          </ac:spMkLst>
        </pc:spChg>
        <pc:spChg chg="mod">
          <ac:chgData name="Rosmin Elsa" userId="8f13a6be4da41318" providerId="LiveId" clId="{CBD7A9D7-7B8B-43CE-8170-D2F210B2314B}" dt="2024-06-18T09:58:14.954" v="922" actId="20577"/>
          <ac:spMkLst>
            <pc:docMk/>
            <pc:sldMk cId="3130917810" sldId="1498"/>
            <ac:spMk id="9" creationId="{DC17D8D8-E9C5-D2A8-A52F-7AE59A61C67B}"/>
          </ac:spMkLst>
        </pc:spChg>
      </pc:sldChg>
      <pc:sldChg chg="modSp add del mod">
        <pc:chgData name="Rosmin Elsa" userId="8f13a6be4da41318" providerId="LiveId" clId="{CBD7A9D7-7B8B-43CE-8170-D2F210B2314B}" dt="2024-06-18T10:02:41.250" v="999" actId="2696"/>
        <pc:sldMkLst>
          <pc:docMk/>
          <pc:sldMk cId="881767982" sldId="1499"/>
        </pc:sldMkLst>
        <pc:spChg chg="mod">
          <ac:chgData name="Rosmin Elsa" userId="8f13a6be4da41318" providerId="LiveId" clId="{CBD7A9D7-7B8B-43CE-8170-D2F210B2314B}" dt="2024-06-18T10:01:51.145" v="980" actId="21"/>
          <ac:spMkLst>
            <pc:docMk/>
            <pc:sldMk cId="881767982" sldId="1499"/>
            <ac:spMk id="6" creationId="{00B7E6C3-DC3B-BC8E-EE75-86995C7F8ADF}"/>
          </ac:spMkLst>
        </pc:spChg>
      </pc:sldChg>
      <pc:sldChg chg="modSp add del mod">
        <pc:chgData name="Rosmin Elsa" userId="8f13a6be4da41318" providerId="LiveId" clId="{CBD7A9D7-7B8B-43CE-8170-D2F210B2314B}" dt="2024-06-18T10:03:04.501" v="1005" actId="2696"/>
        <pc:sldMkLst>
          <pc:docMk/>
          <pc:sldMk cId="1737243003" sldId="1500"/>
        </pc:sldMkLst>
        <pc:spChg chg="mod">
          <ac:chgData name="Rosmin Elsa" userId="8f13a6be4da41318" providerId="LiveId" clId="{CBD7A9D7-7B8B-43CE-8170-D2F210B2314B}" dt="2024-06-18T10:02:53.563" v="1001" actId="21"/>
          <ac:spMkLst>
            <pc:docMk/>
            <pc:sldMk cId="1737243003" sldId="1500"/>
            <ac:spMk id="6" creationId="{00B7E6C3-DC3B-BC8E-EE75-86995C7F8ADF}"/>
          </ac:spMkLst>
        </pc:spChg>
      </pc:sldChg>
      <pc:sldChg chg="add del">
        <pc:chgData name="Rosmin Elsa" userId="8f13a6be4da41318" providerId="LiveId" clId="{CBD7A9D7-7B8B-43CE-8170-D2F210B2314B}" dt="2024-06-18T10:03:13.161" v="1006" actId="2696"/>
        <pc:sldMkLst>
          <pc:docMk/>
          <pc:sldMk cId="4188799604" sldId="1501"/>
        </pc:sldMkLst>
      </pc:sldChg>
      <pc:sldChg chg="modSp add del mod">
        <pc:chgData name="Rosmin Elsa" userId="8f13a6be4da41318" providerId="LiveId" clId="{CBD7A9D7-7B8B-43CE-8170-D2F210B2314B}" dt="2024-06-18T10:03:45.537" v="1016" actId="47"/>
        <pc:sldMkLst>
          <pc:docMk/>
          <pc:sldMk cId="1344330891" sldId="1502"/>
        </pc:sldMkLst>
        <pc:spChg chg="mod">
          <ac:chgData name="Rosmin Elsa" userId="8f13a6be4da41318" providerId="LiveId" clId="{CBD7A9D7-7B8B-43CE-8170-D2F210B2314B}" dt="2024-06-18T10:03:22.757" v="1008" actId="21"/>
          <ac:spMkLst>
            <pc:docMk/>
            <pc:sldMk cId="1344330891" sldId="1502"/>
            <ac:spMk id="6" creationId="{00B7E6C3-DC3B-BC8E-EE75-86995C7F8ADF}"/>
          </ac:spMkLst>
        </pc:spChg>
      </pc:sldChg>
      <pc:sldChg chg="add del">
        <pc:chgData name="Rosmin Elsa" userId="8f13a6be4da41318" providerId="LiveId" clId="{CBD7A9D7-7B8B-43CE-8170-D2F210B2314B}" dt="2024-06-18T10:03:47.369" v="1017" actId="47"/>
        <pc:sldMkLst>
          <pc:docMk/>
          <pc:sldMk cId="2397620779" sldId="1503"/>
        </pc:sldMkLst>
      </pc:sldChg>
      <pc:sldChg chg="modSp add del mod">
        <pc:chgData name="Rosmin Elsa" userId="8f13a6be4da41318" providerId="LiveId" clId="{CBD7A9D7-7B8B-43CE-8170-D2F210B2314B}" dt="2024-06-18T10:04:08.699" v="1023" actId="2696"/>
        <pc:sldMkLst>
          <pc:docMk/>
          <pc:sldMk cId="1220400301" sldId="1504"/>
        </pc:sldMkLst>
        <pc:spChg chg="mod">
          <ac:chgData name="Rosmin Elsa" userId="8f13a6be4da41318" providerId="LiveId" clId="{CBD7A9D7-7B8B-43CE-8170-D2F210B2314B}" dt="2024-06-18T10:03:56.547" v="1019" actId="21"/>
          <ac:spMkLst>
            <pc:docMk/>
            <pc:sldMk cId="1220400301" sldId="1504"/>
            <ac:spMk id="6" creationId="{00B7E6C3-DC3B-BC8E-EE75-86995C7F8ADF}"/>
          </ac:spMkLst>
        </pc:spChg>
      </pc:sldChg>
      <pc:sldChg chg="add del">
        <pc:chgData name="Rosmin Elsa" userId="8f13a6be4da41318" providerId="LiveId" clId="{CBD7A9D7-7B8B-43CE-8170-D2F210B2314B}" dt="2024-06-18T10:04:11.500" v="1024" actId="2696"/>
        <pc:sldMkLst>
          <pc:docMk/>
          <pc:sldMk cId="3064774909" sldId="1505"/>
        </pc:sldMkLst>
      </pc:sldChg>
      <pc:sldChg chg="modSp add del mod">
        <pc:chgData name="Rosmin Elsa" userId="8f13a6be4da41318" providerId="LiveId" clId="{CBD7A9D7-7B8B-43CE-8170-D2F210B2314B}" dt="2024-06-18T10:04:32.828" v="1030" actId="47"/>
        <pc:sldMkLst>
          <pc:docMk/>
          <pc:sldMk cId="320806949" sldId="1506"/>
        </pc:sldMkLst>
        <pc:spChg chg="mod">
          <ac:chgData name="Rosmin Elsa" userId="8f13a6be4da41318" providerId="LiveId" clId="{CBD7A9D7-7B8B-43CE-8170-D2F210B2314B}" dt="2024-06-18T10:04:23.053" v="1026" actId="21"/>
          <ac:spMkLst>
            <pc:docMk/>
            <pc:sldMk cId="320806949" sldId="1506"/>
            <ac:spMk id="6" creationId="{00B7E6C3-DC3B-BC8E-EE75-86995C7F8ADF}"/>
          </ac:spMkLst>
        </pc:spChg>
      </pc:sldChg>
      <pc:sldChg chg="add del">
        <pc:chgData name="Rosmin Elsa" userId="8f13a6be4da41318" providerId="LiveId" clId="{CBD7A9D7-7B8B-43CE-8170-D2F210B2314B}" dt="2024-06-18T10:04:32.828" v="1030" actId="47"/>
        <pc:sldMkLst>
          <pc:docMk/>
          <pc:sldMk cId="1934885680" sldId="1507"/>
        </pc:sldMkLst>
      </pc:sldChg>
      <pc:sldChg chg="modSp add mod">
        <pc:chgData name="Rosmin Elsa" userId="8f13a6be4da41318" providerId="LiveId" clId="{CBD7A9D7-7B8B-43CE-8170-D2F210B2314B}" dt="2024-06-20T07:34:02.165" v="1258" actId="20577"/>
        <pc:sldMkLst>
          <pc:docMk/>
          <pc:sldMk cId="2177501196" sldId="1508"/>
        </pc:sldMkLst>
        <pc:spChg chg="mod">
          <ac:chgData name="Rosmin Elsa" userId="8f13a6be4da41318" providerId="LiveId" clId="{CBD7A9D7-7B8B-43CE-8170-D2F210B2314B}" dt="2024-06-20T07:34:02.165" v="1258" actId="20577"/>
          <ac:spMkLst>
            <pc:docMk/>
            <pc:sldMk cId="2177501196" sldId="1508"/>
            <ac:spMk id="5" creationId="{D15CBCA4-8279-49A0-BDA5-8F1C3F65A437}"/>
          </ac:spMkLst>
        </pc:spChg>
        <pc:spChg chg="mod">
          <ac:chgData name="Rosmin Elsa" userId="8f13a6be4da41318" providerId="LiveId" clId="{CBD7A9D7-7B8B-43CE-8170-D2F210B2314B}" dt="2024-06-18T10:07:17.118" v="1049" actId="20577"/>
          <ac:spMkLst>
            <pc:docMk/>
            <pc:sldMk cId="2177501196" sldId="1508"/>
            <ac:spMk id="6" creationId="{00B7E6C3-DC3B-BC8E-EE75-86995C7F8ADF}"/>
          </ac:spMkLst>
        </pc:spChg>
      </pc:sldChg>
      <pc:sldChg chg="modSp add mod">
        <pc:chgData name="Rosmin Elsa" userId="8f13a6be4da41318" providerId="LiveId" clId="{CBD7A9D7-7B8B-43CE-8170-D2F210B2314B}" dt="2024-06-20T07:34:12.750" v="1260" actId="20577"/>
        <pc:sldMkLst>
          <pc:docMk/>
          <pc:sldMk cId="216549348" sldId="1509"/>
        </pc:sldMkLst>
        <pc:spChg chg="mod">
          <ac:chgData name="Rosmin Elsa" userId="8f13a6be4da41318" providerId="LiveId" clId="{CBD7A9D7-7B8B-43CE-8170-D2F210B2314B}" dt="2024-06-20T07:34:12.750" v="1260" actId="20577"/>
          <ac:spMkLst>
            <pc:docMk/>
            <pc:sldMk cId="216549348" sldId="1509"/>
            <ac:spMk id="5" creationId="{D15CBCA4-8279-49A0-BDA5-8F1C3F65A437}"/>
          </ac:spMkLst>
        </pc:spChg>
        <pc:spChg chg="mod">
          <ac:chgData name="Rosmin Elsa" userId="8f13a6be4da41318" providerId="LiveId" clId="{CBD7A9D7-7B8B-43CE-8170-D2F210B2314B}" dt="2024-06-18T10:07:13.912" v="1048" actId="20577"/>
          <ac:spMkLst>
            <pc:docMk/>
            <pc:sldMk cId="216549348" sldId="1509"/>
            <ac:spMk id="6" creationId="{00B7E6C3-DC3B-BC8E-EE75-86995C7F8ADF}"/>
          </ac:spMkLst>
        </pc:spChg>
      </pc:sldChg>
      <pc:sldChg chg="modSp add mod">
        <pc:chgData name="Rosmin Elsa" userId="8f13a6be4da41318" providerId="LiveId" clId="{CBD7A9D7-7B8B-43CE-8170-D2F210B2314B}" dt="2024-06-20T07:34:15.634" v="1261" actId="20577"/>
        <pc:sldMkLst>
          <pc:docMk/>
          <pc:sldMk cId="3996890251" sldId="1510"/>
        </pc:sldMkLst>
        <pc:spChg chg="mod">
          <ac:chgData name="Rosmin Elsa" userId="8f13a6be4da41318" providerId="LiveId" clId="{CBD7A9D7-7B8B-43CE-8170-D2F210B2314B}" dt="2024-06-20T07:34:15.634" v="1261" actId="20577"/>
          <ac:spMkLst>
            <pc:docMk/>
            <pc:sldMk cId="3996890251" sldId="1510"/>
            <ac:spMk id="5" creationId="{D15CBCA4-8279-49A0-BDA5-8F1C3F65A437}"/>
          </ac:spMkLst>
        </pc:spChg>
        <pc:spChg chg="mod">
          <ac:chgData name="Rosmin Elsa" userId="8f13a6be4da41318" providerId="LiveId" clId="{CBD7A9D7-7B8B-43CE-8170-D2F210B2314B}" dt="2024-06-18T10:07:55.127" v="1062" actId="20577"/>
          <ac:spMkLst>
            <pc:docMk/>
            <pc:sldMk cId="3996890251" sldId="1510"/>
            <ac:spMk id="6" creationId="{00B7E6C3-DC3B-BC8E-EE75-86995C7F8ADF}"/>
          </ac:spMkLst>
        </pc:spChg>
      </pc:sldChg>
      <pc:sldChg chg="modSp add mod">
        <pc:chgData name="Rosmin Elsa" userId="8f13a6be4da41318" providerId="LiveId" clId="{CBD7A9D7-7B8B-43CE-8170-D2F210B2314B}" dt="2024-06-20T07:34:06.809" v="1259" actId="20577"/>
        <pc:sldMkLst>
          <pc:docMk/>
          <pc:sldMk cId="3655023005" sldId="1511"/>
        </pc:sldMkLst>
        <pc:spChg chg="mod">
          <ac:chgData name="Rosmin Elsa" userId="8f13a6be4da41318" providerId="LiveId" clId="{CBD7A9D7-7B8B-43CE-8170-D2F210B2314B}" dt="2024-06-20T07:34:06.809" v="1259" actId="20577"/>
          <ac:spMkLst>
            <pc:docMk/>
            <pc:sldMk cId="3655023005" sldId="1511"/>
            <ac:spMk id="5" creationId="{D15CBCA4-8279-49A0-BDA5-8F1C3F65A437}"/>
          </ac:spMkLst>
        </pc:spChg>
        <pc:spChg chg="mod">
          <ac:chgData name="Rosmin Elsa" userId="8f13a6be4da41318" providerId="LiveId" clId="{CBD7A9D7-7B8B-43CE-8170-D2F210B2314B}" dt="2024-06-18T10:08:00.418" v="1064" actId="20577"/>
          <ac:spMkLst>
            <pc:docMk/>
            <pc:sldMk cId="3655023005" sldId="1511"/>
            <ac:spMk id="6" creationId="{00B7E6C3-DC3B-BC8E-EE75-86995C7F8ADF}"/>
          </ac:spMkLst>
        </pc:spChg>
      </pc:sldChg>
      <pc:sldMasterChg chg="modSldLayout">
        <pc:chgData name="Rosmin Elsa" userId="8f13a6be4da41318" providerId="LiveId" clId="{CBD7A9D7-7B8B-43CE-8170-D2F210B2314B}" dt="2024-06-18T07:58:28.239" v="22" actId="20577"/>
        <pc:sldMasterMkLst>
          <pc:docMk/>
          <pc:sldMasterMk cId="2021402228" sldId="2147483673"/>
        </pc:sldMasterMkLst>
        <pc:sldLayoutChg chg="modSp mod">
          <pc:chgData name="Rosmin Elsa" userId="8f13a6be4da41318" providerId="LiveId" clId="{CBD7A9D7-7B8B-43CE-8170-D2F210B2314B}" dt="2024-06-18T07:58:08.369" v="4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" userId="8f13a6be4da41318" providerId="LiveId" clId="{CBD7A9D7-7B8B-43CE-8170-D2F210B2314B}" dt="2024-06-18T07:58:08.369" v="4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CBD7A9D7-7B8B-43CE-8170-D2F210B2314B}" dt="2024-06-18T07:58:14.732" v="10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" userId="8f13a6be4da41318" providerId="LiveId" clId="{CBD7A9D7-7B8B-43CE-8170-D2F210B2314B}" dt="2024-06-18T07:58:14.732" v="10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CBD7A9D7-7B8B-43CE-8170-D2F210B2314B}" dt="2024-06-18T07:58:28.239" v="22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" userId="8f13a6be4da41318" providerId="LiveId" clId="{CBD7A9D7-7B8B-43CE-8170-D2F210B2314B}" dt="2024-06-18T07:58:28.239" v="22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" userId="8f13a6be4da41318" providerId="LiveId" clId="{CBD7A9D7-7B8B-43CE-8170-D2F210B2314B}" dt="2024-06-18T07:58:21.795" v="17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" userId="8f13a6be4da41318" providerId="LiveId" clId="{CBD7A9D7-7B8B-43CE-8170-D2F210B2314B}" dt="2024-06-18T07:58:21.795" v="17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  <pc:docChgLst>
    <pc:chgData name="Rosmin Elsa Mohan" userId="7f6a9fc7-46b4-4eac-90cd-058eb48f67de" providerId="ADAL" clId="{5005AFAF-1EC3-4C50-B3C8-4822698C752D}"/>
    <pc:docChg chg="undo redo custSel modSld">
      <pc:chgData name="Rosmin Elsa Mohan" userId="7f6a9fc7-46b4-4eac-90cd-058eb48f67de" providerId="ADAL" clId="{5005AFAF-1EC3-4C50-B3C8-4822698C752D}" dt="2024-05-07T03:24:59.464" v="96" actId="1076"/>
      <pc:docMkLst>
        <pc:docMk/>
      </pc:docMkLst>
      <pc:sldChg chg="modSp mod">
        <pc:chgData name="Rosmin Elsa Mohan" userId="7f6a9fc7-46b4-4eac-90cd-058eb48f67de" providerId="ADAL" clId="{5005AFAF-1EC3-4C50-B3C8-4822698C752D}" dt="2024-05-07T03:17:38.378" v="6" actId="20577"/>
        <pc:sldMkLst>
          <pc:docMk/>
          <pc:sldMk cId="4206118844" sldId="811"/>
        </pc:sldMkLst>
        <pc:spChg chg="mod">
          <ac:chgData name="Rosmin Elsa Mohan" userId="7f6a9fc7-46b4-4eac-90cd-058eb48f67de" providerId="ADAL" clId="{5005AFAF-1EC3-4C50-B3C8-4822698C752D}" dt="2024-05-07T03:17:38.378" v="6" actId="20577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 Mohan" userId="7f6a9fc7-46b4-4eac-90cd-058eb48f67de" providerId="ADAL" clId="{5005AFAF-1EC3-4C50-B3C8-4822698C752D}" dt="2024-05-07T03:17:56.032" v="19" actId="20577"/>
        <pc:sldMkLst>
          <pc:docMk/>
          <pc:sldMk cId="717388547" sldId="813"/>
        </pc:sldMkLst>
        <pc:spChg chg="mod">
          <ac:chgData name="Rosmin Elsa Mohan" userId="7f6a9fc7-46b4-4eac-90cd-058eb48f67de" providerId="ADAL" clId="{5005AFAF-1EC3-4C50-B3C8-4822698C752D}" dt="2024-05-07T03:17:56.032" v="19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 Mohan" userId="7f6a9fc7-46b4-4eac-90cd-058eb48f67de" providerId="ADAL" clId="{5005AFAF-1EC3-4C50-B3C8-4822698C752D}" dt="2024-05-07T03:20:39.135" v="46" actId="20577"/>
        <pc:sldMkLst>
          <pc:docMk/>
          <pc:sldMk cId="3717493800" sldId="821"/>
        </pc:sldMkLst>
        <pc:spChg chg="mod">
          <ac:chgData name="Rosmin Elsa Mohan" userId="7f6a9fc7-46b4-4eac-90cd-058eb48f67de" providerId="ADAL" clId="{5005AFAF-1EC3-4C50-B3C8-4822698C752D}" dt="2024-05-07T03:20:39.135" v="46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5005AFAF-1EC3-4C50-B3C8-4822698C752D}" dt="2024-05-07T03:24:59.464" v="96" actId="1076"/>
        <pc:sldMkLst>
          <pc:docMk/>
          <pc:sldMk cId="2771250690" sldId="851"/>
        </pc:sldMkLst>
        <pc:spChg chg="mod">
          <ac:chgData name="Rosmin Elsa Mohan" userId="7f6a9fc7-46b4-4eac-90cd-058eb48f67de" providerId="ADAL" clId="{5005AFAF-1EC3-4C50-B3C8-4822698C752D}" dt="2024-05-07T03:24:00.629" v="89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osmin Elsa Mohan" userId="7f6a9fc7-46b4-4eac-90cd-058eb48f67de" providerId="ADAL" clId="{5005AFAF-1EC3-4C50-B3C8-4822698C752D}" dt="2024-05-07T03:24:59.464" v="96" actId="1076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Rosmin Elsa Mohan" userId="7f6a9fc7-46b4-4eac-90cd-058eb48f67de" providerId="ADAL" clId="{5005AFAF-1EC3-4C50-B3C8-4822698C752D}" dt="2024-05-07T03:18:54.333" v="23" actId="6549"/>
        <pc:sldMkLst>
          <pc:docMk/>
          <pc:sldMk cId="2137578366" sldId="859"/>
        </pc:sldMkLst>
        <pc:spChg chg="mod">
          <ac:chgData name="Rosmin Elsa Mohan" userId="7f6a9fc7-46b4-4eac-90cd-058eb48f67de" providerId="ADAL" clId="{5005AFAF-1EC3-4C50-B3C8-4822698C752D}" dt="2024-05-07T03:18:54.333" v="23" actId="6549"/>
          <ac:spMkLst>
            <pc:docMk/>
            <pc:sldMk cId="2137578366" sldId="859"/>
            <ac:spMk id="7" creationId="{094E9A69-B612-35E4-DEEF-5092DA0A0A97}"/>
          </ac:spMkLst>
        </pc:spChg>
      </pc:sldChg>
      <pc:sldChg chg="modSp mod">
        <pc:chgData name="Rosmin Elsa Mohan" userId="7f6a9fc7-46b4-4eac-90cd-058eb48f67de" providerId="ADAL" clId="{5005AFAF-1EC3-4C50-B3C8-4822698C752D}" dt="2024-05-07T03:20:17.613" v="39"/>
        <pc:sldMkLst>
          <pc:docMk/>
          <pc:sldMk cId="1672910874" sldId="1298"/>
        </pc:sldMkLst>
        <pc:spChg chg="mod">
          <ac:chgData name="Rosmin Elsa Mohan" userId="7f6a9fc7-46b4-4eac-90cd-058eb48f67de" providerId="ADAL" clId="{5005AFAF-1EC3-4C50-B3C8-4822698C752D}" dt="2024-05-07T03:20:17.613" v="39"/>
          <ac:spMkLst>
            <pc:docMk/>
            <pc:sldMk cId="1672910874" sldId="1298"/>
            <ac:spMk id="3" creationId="{869DF675-68B2-E157-D40A-40EF3DECB71A}"/>
          </ac:spMkLst>
        </pc:spChg>
      </pc:sldChg>
      <pc:sldChg chg="modSp mod">
        <pc:chgData name="Rosmin Elsa Mohan" userId="7f6a9fc7-46b4-4eac-90cd-058eb48f67de" providerId="ADAL" clId="{5005AFAF-1EC3-4C50-B3C8-4822698C752D}" dt="2024-05-07T03:19:14.885" v="29" actId="6549"/>
        <pc:sldMkLst>
          <pc:docMk/>
          <pc:sldMk cId="3068996028" sldId="1472"/>
        </pc:sldMkLst>
        <pc:spChg chg="mod">
          <ac:chgData name="Rosmin Elsa Mohan" userId="7f6a9fc7-46b4-4eac-90cd-058eb48f67de" providerId="ADAL" clId="{5005AFAF-1EC3-4C50-B3C8-4822698C752D}" dt="2024-05-07T03:19:14.885" v="29" actId="6549"/>
          <ac:spMkLst>
            <pc:docMk/>
            <pc:sldMk cId="3068996028" sldId="1472"/>
            <ac:spMk id="7" creationId="{F460751C-3D51-84CA-15D6-D3B27D67B948}"/>
          </ac:spMkLst>
        </pc:spChg>
      </pc:sldChg>
      <pc:sldChg chg="modSp mod">
        <pc:chgData name="Rosmin Elsa Mohan" userId="7f6a9fc7-46b4-4eac-90cd-058eb48f67de" providerId="ADAL" clId="{5005AFAF-1EC3-4C50-B3C8-4822698C752D}" dt="2024-05-07T03:19:29.962" v="35" actId="6549"/>
        <pc:sldMkLst>
          <pc:docMk/>
          <pc:sldMk cId="2264041875" sldId="1473"/>
        </pc:sldMkLst>
        <pc:spChg chg="mod">
          <ac:chgData name="Rosmin Elsa Mohan" userId="7f6a9fc7-46b4-4eac-90cd-058eb48f67de" providerId="ADAL" clId="{5005AFAF-1EC3-4C50-B3C8-4822698C752D}" dt="2024-05-07T03:19:29.962" v="35" actId="6549"/>
          <ac:spMkLst>
            <pc:docMk/>
            <pc:sldMk cId="2264041875" sldId="1473"/>
            <ac:spMk id="7" creationId="{BE797BE3-6F9B-D32D-1F0D-2E5750AD0ED8}"/>
          </ac:spMkLst>
        </pc:spChg>
      </pc:sldChg>
      <pc:sldChg chg="modSp mod">
        <pc:chgData name="Rosmin Elsa Mohan" userId="7f6a9fc7-46b4-4eac-90cd-058eb48f67de" providerId="ADAL" clId="{5005AFAF-1EC3-4C50-B3C8-4822698C752D}" dt="2024-05-07T03:19:49.133" v="38"/>
        <pc:sldMkLst>
          <pc:docMk/>
          <pc:sldMk cId="2017312258" sldId="1474"/>
        </pc:sldMkLst>
        <pc:spChg chg="mod">
          <ac:chgData name="Rosmin Elsa Mohan" userId="7f6a9fc7-46b4-4eac-90cd-058eb48f67de" providerId="ADAL" clId="{5005AFAF-1EC3-4C50-B3C8-4822698C752D}" dt="2024-05-07T03:19:49.133" v="38"/>
          <ac:spMkLst>
            <pc:docMk/>
            <pc:sldMk cId="2017312258" sldId="1474"/>
            <ac:spMk id="7" creationId="{64CB5F95-8868-097A-BCB3-2D414D940B8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22/06/2024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23 Jun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23 Jun 2024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23 Jun 2024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23 Jun 2024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80C10-E480-D0A1-8690-B28A28F18A6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51047-C620-3DCA-7DCD-BC7B6AF95C5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101EC-CEE3-4ED1-FE12-DA216C3795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93509-BC76-0A2B-CB69-0C365EE1585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16800-622E-215F-CAE8-15609D1185C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725A5-7ACC-389C-B7D1-A45DD3CB47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Discipleship:</a:t>
            </a:r>
            <a:b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</a:b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 The Call to bear the Cross </a:t>
            </a: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Opening Hymn</a:t>
            </a:r>
          </a:p>
          <a:p>
            <a:r>
              <a:rPr lang="en-US" sz="4000">
                <a:solidFill>
                  <a:schemeClr val="bg1"/>
                </a:solidFill>
              </a:rPr>
              <a:t>Song no: 23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– To God be the glory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endParaRPr lang="en-SG" sz="2800"/>
          </a:p>
          <a:p>
            <a:pPr algn="ctr"/>
            <a:r>
              <a:rPr lang="en-SG" sz="2800"/>
              <a:t>To God be the glory ! great things He hath done:</a:t>
            </a:r>
          </a:p>
          <a:p>
            <a:pPr algn="ctr"/>
            <a:r>
              <a:rPr lang="en-SG" sz="2800"/>
              <a:t>So loved He the world that He gave us His Son</a:t>
            </a:r>
          </a:p>
          <a:p>
            <a:pPr algn="ctr"/>
            <a:r>
              <a:rPr lang="en-SG" sz="2800"/>
              <a:t>Who yielded His life an atonement for sin, </a:t>
            </a:r>
            <a:br>
              <a:rPr lang="en-SG" sz="2800"/>
            </a:br>
            <a:r>
              <a:rPr lang="en-SG" sz="2800"/>
              <a:t>And opened the Life-gate that all may go in.</a:t>
            </a:r>
          </a:p>
          <a:p>
            <a:pPr algn="ctr"/>
            <a:endParaRPr lang="en-US" sz="2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6</a:t>
            </a:r>
            <a:endParaRPr lang="en-US" sz="14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3757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2C480-416B-0D92-AE41-A2F64F54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D44C-1859-E285-8215-02854B445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To God be the glory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229D4E-5EDB-6515-3E8F-2E7CCF6E276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60751C-3D51-84CA-15D6-D3B27D67B948}"/>
              </a:ext>
            </a:extLst>
          </p:cNvPr>
          <p:cNvSpPr txBox="1"/>
          <p:nvPr/>
        </p:nvSpPr>
        <p:spPr>
          <a:xfrm>
            <a:off x="614082" y="813994"/>
            <a:ext cx="820636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i="1" dirty="0">
              <a:solidFill>
                <a:srgbClr val="C00000"/>
              </a:solidFill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 Praise the Lord ! praise the Lord ! </a:t>
            </a:r>
            <a:br>
              <a:rPr lang="en-SG" sz="2800" i="1" dirty="0">
                <a:solidFill>
                  <a:srgbClr val="C00000"/>
                </a:solidFill>
              </a:rPr>
            </a:br>
            <a:r>
              <a:rPr lang="en-SG" sz="2800" i="1" dirty="0">
                <a:solidFill>
                  <a:srgbClr val="C00000"/>
                </a:solidFill>
              </a:rPr>
              <a:t>Let the earth hear His voice ! </a:t>
            </a:r>
            <a:br>
              <a:rPr lang="en-SG" sz="2800" i="1" dirty="0">
                <a:solidFill>
                  <a:srgbClr val="C00000"/>
                </a:solidFill>
              </a:rPr>
            </a:br>
            <a:r>
              <a:rPr lang="en-SG" sz="2800" i="1" dirty="0">
                <a:solidFill>
                  <a:srgbClr val="C00000"/>
                </a:solidFill>
              </a:rPr>
              <a:t>Praise the Lord ! praise the Lord ! </a:t>
            </a:r>
            <a:br>
              <a:rPr lang="en-SG" sz="2800" i="1" dirty="0">
                <a:solidFill>
                  <a:srgbClr val="C00000"/>
                </a:solidFill>
              </a:rPr>
            </a:br>
            <a:r>
              <a:rPr lang="en-SG" sz="2800" i="1" dirty="0">
                <a:solidFill>
                  <a:srgbClr val="C00000"/>
                </a:solidFill>
              </a:rPr>
              <a:t>Let the people rejoice !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Oh, come to the Father, through Jesus the Son ; </a:t>
            </a:r>
            <a:br>
              <a:rPr lang="en-SG" sz="2800" i="1" dirty="0">
                <a:solidFill>
                  <a:srgbClr val="C00000"/>
                </a:solidFill>
              </a:rPr>
            </a:br>
            <a:r>
              <a:rPr lang="en-SG" sz="2800" i="1" dirty="0">
                <a:solidFill>
                  <a:srgbClr val="C00000"/>
                </a:solidFill>
              </a:rPr>
              <a:t>And give Him the glory-great things He hath done!</a:t>
            </a:r>
            <a:endParaRPr lang="en-US" sz="2800" i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E8A97-A04A-A5A0-1CE7-9CAA6D4FBF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2 of 6</a:t>
            </a:r>
          </a:p>
        </p:txBody>
      </p:sp>
    </p:spTree>
    <p:extLst>
      <p:ext uri="{BB962C8B-B14F-4D97-AF65-F5344CB8AC3E}">
        <p14:creationId xmlns:p14="http://schemas.microsoft.com/office/powerpoint/2010/main" val="306899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31019-C43F-FF71-11CE-38837701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818C-9627-247B-B917-187D597D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To God be the glory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B1FD657-1852-592D-25AA-136009E32B5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97BE3-6F9B-D32D-1F0D-2E5750AD0ED8}"/>
              </a:ext>
            </a:extLst>
          </p:cNvPr>
          <p:cNvSpPr txBox="1"/>
          <p:nvPr/>
        </p:nvSpPr>
        <p:spPr>
          <a:xfrm>
            <a:off x="614082" y="813994"/>
            <a:ext cx="813602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dirty="0"/>
          </a:p>
          <a:p>
            <a:pPr algn="ctr"/>
            <a:endParaRPr lang="en-SG" sz="2800" dirty="0"/>
          </a:p>
          <a:p>
            <a:pPr algn="ctr"/>
            <a:r>
              <a:rPr lang="en-SG" sz="2800" dirty="0"/>
              <a:t>O perfect redemption, the purchase of blood, </a:t>
            </a:r>
          </a:p>
          <a:p>
            <a:pPr algn="ctr"/>
            <a:r>
              <a:rPr lang="en-SG" sz="2800" dirty="0"/>
              <a:t>To every believer the promise of God;</a:t>
            </a:r>
          </a:p>
          <a:p>
            <a:pPr algn="ctr"/>
            <a:r>
              <a:rPr lang="en-SG" sz="2800" dirty="0"/>
              <a:t>The vilest offender who truly believes,</a:t>
            </a:r>
          </a:p>
          <a:p>
            <a:pPr algn="ctr"/>
            <a:r>
              <a:rPr lang="en-SG" sz="2800" dirty="0"/>
              <a:t>That moment from Jesus a pardon receives.</a:t>
            </a:r>
          </a:p>
          <a:p>
            <a:pPr algn="ctr"/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6CFBD-E0AF-57EE-01B9-A67C4B76D0B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3 of 6</a:t>
            </a:r>
          </a:p>
        </p:txBody>
      </p:sp>
    </p:spTree>
    <p:extLst>
      <p:ext uri="{BB962C8B-B14F-4D97-AF65-F5344CB8AC3E}">
        <p14:creationId xmlns:p14="http://schemas.microsoft.com/office/powerpoint/2010/main" val="2264041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2C480-416B-0D92-AE41-A2F64F54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D44C-1859-E285-8215-02854B445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To God be the glory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229D4E-5EDB-6515-3E8F-2E7CCF6E276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60751C-3D51-84CA-15D6-D3B27D67B948}"/>
              </a:ext>
            </a:extLst>
          </p:cNvPr>
          <p:cNvSpPr txBox="1"/>
          <p:nvPr/>
        </p:nvSpPr>
        <p:spPr>
          <a:xfrm>
            <a:off x="614082" y="813994"/>
            <a:ext cx="820636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i="1" dirty="0">
              <a:solidFill>
                <a:srgbClr val="C00000"/>
              </a:solidFill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 Praise the Lord ! praise the Lord ! </a:t>
            </a:r>
            <a:br>
              <a:rPr lang="en-SG" sz="2800" i="1" dirty="0">
                <a:solidFill>
                  <a:srgbClr val="C00000"/>
                </a:solidFill>
              </a:rPr>
            </a:br>
            <a:r>
              <a:rPr lang="en-SG" sz="2800" i="1" dirty="0">
                <a:solidFill>
                  <a:srgbClr val="C00000"/>
                </a:solidFill>
              </a:rPr>
              <a:t>Let the earth hear His voice ! </a:t>
            </a:r>
            <a:br>
              <a:rPr lang="en-SG" sz="2800" i="1" dirty="0">
                <a:solidFill>
                  <a:srgbClr val="C00000"/>
                </a:solidFill>
              </a:rPr>
            </a:br>
            <a:r>
              <a:rPr lang="en-SG" sz="2800" i="1" dirty="0">
                <a:solidFill>
                  <a:srgbClr val="C00000"/>
                </a:solidFill>
              </a:rPr>
              <a:t>Praise the Lord ! praise the Lord ! </a:t>
            </a:r>
            <a:br>
              <a:rPr lang="en-SG" sz="2800" i="1" dirty="0">
                <a:solidFill>
                  <a:srgbClr val="C00000"/>
                </a:solidFill>
              </a:rPr>
            </a:br>
            <a:r>
              <a:rPr lang="en-SG" sz="2800" i="1" dirty="0">
                <a:solidFill>
                  <a:srgbClr val="C00000"/>
                </a:solidFill>
              </a:rPr>
              <a:t>Let the people rejoice !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Oh, come to the Father, through Jesus the Son ; </a:t>
            </a:r>
            <a:br>
              <a:rPr lang="en-SG" sz="2800" i="1" dirty="0">
                <a:solidFill>
                  <a:srgbClr val="C00000"/>
                </a:solidFill>
              </a:rPr>
            </a:br>
            <a:r>
              <a:rPr lang="en-SG" sz="2800" i="1" dirty="0">
                <a:solidFill>
                  <a:srgbClr val="C00000"/>
                </a:solidFill>
              </a:rPr>
              <a:t>And give Him the glory-great things He hath done!</a:t>
            </a:r>
            <a:endParaRPr lang="en-US" sz="2800" i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E8A97-A04A-A5A0-1CE7-9CAA6D4FBF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4 of 6</a:t>
            </a:r>
          </a:p>
        </p:txBody>
      </p:sp>
    </p:spTree>
    <p:extLst>
      <p:ext uri="{BB962C8B-B14F-4D97-AF65-F5344CB8AC3E}">
        <p14:creationId xmlns:p14="http://schemas.microsoft.com/office/powerpoint/2010/main" val="2784283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67F8-A284-EE70-6713-899680DB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61F3-D074-8E40-5901-929AFBA3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To God be the glory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55863EC-1137-D3CB-ADDA-DAA99C43299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CB5F95-8868-097A-BCB3-2D414D940B83}"/>
              </a:ext>
            </a:extLst>
          </p:cNvPr>
          <p:cNvSpPr txBox="1"/>
          <p:nvPr/>
        </p:nvSpPr>
        <p:spPr>
          <a:xfrm>
            <a:off x="614082" y="792892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endParaRPr lang="en-SG" sz="2800"/>
          </a:p>
          <a:p>
            <a:pPr algn="ctr"/>
            <a:r>
              <a:rPr lang="en-SG" sz="2800"/>
              <a:t> Great things He hath taught us, </a:t>
            </a:r>
            <a:br>
              <a:rPr lang="en-SG" sz="2800"/>
            </a:br>
            <a:r>
              <a:rPr lang="en-SG" sz="2800"/>
              <a:t>great things He hath done, </a:t>
            </a:r>
            <a:br>
              <a:rPr lang="en-SG" sz="2800"/>
            </a:br>
            <a:r>
              <a:rPr lang="en-SG" sz="2800"/>
              <a:t>And great our rejoicing through Jesus the Son;</a:t>
            </a:r>
          </a:p>
          <a:p>
            <a:pPr algn="ctr"/>
            <a:r>
              <a:rPr lang="en-SG" sz="2800"/>
              <a:t>But purer, and higher, and greater will be </a:t>
            </a:r>
            <a:br>
              <a:rPr lang="en-SG" sz="2800"/>
            </a:br>
            <a:r>
              <a:rPr lang="en-SG" sz="2800"/>
              <a:t>Our wonder, our transport, when Jesus we see.</a:t>
            </a:r>
          </a:p>
          <a:p>
            <a:pPr algn="ctr"/>
            <a:endParaRPr lang="en-US" sz="2800" i="1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9AB2B-36E6-1902-0659-3B71C641984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5 of 6</a:t>
            </a:r>
          </a:p>
        </p:txBody>
      </p:sp>
    </p:spTree>
    <p:extLst>
      <p:ext uri="{BB962C8B-B14F-4D97-AF65-F5344CB8AC3E}">
        <p14:creationId xmlns:p14="http://schemas.microsoft.com/office/powerpoint/2010/main" val="2017312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2C480-416B-0D92-AE41-A2F64F54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D44C-1859-E285-8215-02854B445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To God be the glory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229D4E-5EDB-6515-3E8F-2E7CCF6E276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60751C-3D51-84CA-15D6-D3B27D67B948}"/>
              </a:ext>
            </a:extLst>
          </p:cNvPr>
          <p:cNvSpPr txBox="1"/>
          <p:nvPr/>
        </p:nvSpPr>
        <p:spPr>
          <a:xfrm>
            <a:off x="614082" y="813994"/>
            <a:ext cx="820636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i="1" dirty="0">
              <a:solidFill>
                <a:srgbClr val="C00000"/>
              </a:solidFill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 Praise the Lord ! praise the Lord ! </a:t>
            </a:r>
            <a:br>
              <a:rPr lang="en-SG" sz="2800" i="1" dirty="0">
                <a:solidFill>
                  <a:srgbClr val="C00000"/>
                </a:solidFill>
              </a:rPr>
            </a:br>
            <a:r>
              <a:rPr lang="en-SG" sz="2800" i="1" dirty="0">
                <a:solidFill>
                  <a:srgbClr val="C00000"/>
                </a:solidFill>
              </a:rPr>
              <a:t>Let the earth hear His voice ! </a:t>
            </a:r>
            <a:br>
              <a:rPr lang="en-SG" sz="2800" i="1" dirty="0">
                <a:solidFill>
                  <a:srgbClr val="C00000"/>
                </a:solidFill>
              </a:rPr>
            </a:br>
            <a:r>
              <a:rPr lang="en-SG" sz="2800" i="1" dirty="0">
                <a:solidFill>
                  <a:srgbClr val="C00000"/>
                </a:solidFill>
              </a:rPr>
              <a:t>Praise the Lord ! praise the Lord ! </a:t>
            </a:r>
            <a:br>
              <a:rPr lang="en-SG" sz="2800" i="1" dirty="0">
                <a:solidFill>
                  <a:srgbClr val="C00000"/>
                </a:solidFill>
              </a:rPr>
            </a:br>
            <a:r>
              <a:rPr lang="en-SG" sz="2800" i="1" dirty="0">
                <a:solidFill>
                  <a:srgbClr val="C00000"/>
                </a:solidFill>
              </a:rPr>
              <a:t>Let the people rejoice !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Oh, come to the Father, through Jesus the Son ; </a:t>
            </a:r>
            <a:br>
              <a:rPr lang="en-SG" sz="2800" i="1" dirty="0">
                <a:solidFill>
                  <a:srgbClr val="C00000"/>
                </a:solidFill>
              </a:rPr>
            </a:br>
            <a:r>
              <a:rPr lang="en-SG" sz="2800" i="1" dirty="0">
                <a:solidFill>
                  <a:srgbClr val="C00000"/>
                </a:solidFill>
              </a:rPr>
              <a:t>And give Him the glory-great things He hath done!</a:t>
            </a:r>
            <a:endParaRPr lang="en-US" sz="2800" i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E8A97-A04A-A5A0-1CE7-9CAA6D4FBF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6 of 6</a:t>
            </a:r>
          </a:p>
        </p:txBody>
      </p:sp>
    </p:spTree>
    <p:extLst>
      <p:ext uri="{BB962C8B-B14F-4D97-AF65-F5344CB8AC3E}">
        <p14:creationId xmlns:p14="http://schemas.microsoft.com/office/powerpoint/2010/main" val="2860790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F675-68B2-E157-D40A-40EF3DECB71A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Discipleship:</a:t>
            </a:r>
            <a:b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</a:b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 The Call to bear the Cross </a:t>
            </a: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6"/>
            <a:ext cx="6117328" cy="2385987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</a:t>
            </a:r>
          </a:p>
          <a:p>
            <a:r>
              <a:rPr lang="en-GB">
                <a:solidFill>
                  <a:schemeClr val="bg1"/>
                </a:solidFill>
              </a:rPr>
              <a:t>Song: </a:t>
            </a:r>
            <a:r>
              <a:rPr lang="en-SG">
                <a:solidFill>
                  <a:schemeClr val="bg1"/>
                </a:solidFill>
              </a:rPr>
              <a:t>Thanks to God (v1)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Birthday Thanksgiving –Thanks to God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v1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535843" y="879302"/>
            <a:ext cx="656011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/>
              <a:t>Thanks, O God, for boundless mercy</a:t>
            </a:r>
          </a:p>
          <a:p>
            <a:pPr algn="ctr"/>
            <a:r>
              <a:rPr lang="en-SG" sz="2800"/>
              <a:t>From Thy gracious throne above;</a:t>
            </a:r>
          </a:p>
          <a:p>
            <a:pPr algn="ctr"/>
            <a:r>
              <a:rPr lang="en-SG" sz="2800"/>
              <a:t>Thanks for </a:t>
            </a:r>
            <a:r>
              <a:rPr lang="en-SG" sz="2800" err="1"/>
              <a:t>ev'ry</a:t>
            </a:r>
            <a:r>
              <a:rPr lang="en-SG" sz="2800"/>
              <a:t> need provided</a:t>
            </a:r>
          </a:p>
          <a:p>
            <a:pPr algn="ctr"/>
            <a:r>
              <a:rPr lang="en-SG" sz="2800"/>
              <a:t>From the fullness of Thy love!</a:t>
            </a:r>
          </a:p>
          <a:p>
            <a:pPr algn="ctr"/>
            <a:r>
              <a:rPr lang="en-SG" sz="2800"/>
              <a:t>Thanks for daily toil and </a:t>
            </a:r>
            <a:r>
              <a:rPr lang="en-SG" sz="2800" err="1"/>
              <a:t>labor</a:t>
            </a:r>
            <a:endParaRPr lang="en-SG" sz="2800"/>
          </a:p>
          <a:p>
            <a:pPr algn="ctr"/>
            <a:r>
              <a:rPr lang="en-SG" sz="2800"/>
              <a:t>And for rest when shadows fall;</a:t>
            </a:r>
          </a:p>
          <a:p>
            <a:pPr algn="ctr"/>
            <a:r>
              <a:rPr lang="en-SG" sz="2800"/>
              <a:t>Thanks for love of friend and </a:t>
            </a:r>
            <a:r>
              <a:rPr lang="en-SG" sz="2800" err="1"/>
              <a:t>neighbor</a:t>
            </a:r>
            <a:endParaRPr lang="en-SG" sz="2800"/>
          </a:p>
          <a:p>
            <a:pPr algn="ctr"/>
            <a:r>
              <a:rPr lang="en-SG" sz="2800"/>
              <a:t>And Thy goodness unto all !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634771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</a:t>
            </a:r>
            <a:br>
              <a:rPr lang="en-GB">
                <a:solidFill>
                  <a:schemeClr val="bg1"/>
                </a:solidFill>
              </a:rPr>
            </a:b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5152970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529198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  <a:p>
            <a:r>
              <a:rPr lang="en-GB" sz="4200">
                <a:solidFill>
                  <a:schemeClr val="bg1"/>
                </a:solidFill>
              </a:rPr>
              <a:t>Song No: 1094 </a:t>
            </a:r>
            <a:br>
              <a:rPr lang="en-GB" sz="4200">
                <a:solidFill>
                  <a:schemeClr val="bg1"/>
                </a:solidFill>
              </a:rPr>
            </a:br>
            <a:endParaRPr lang="en-GB" sz="4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</a:t>
            </a:r>
            <a:r>
              <a:rPr lang="en-SG" dirty="0"/>
              <a:t>1094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1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145185" y="613695"/>
            <a:ext cx="59964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/>
          </a:p>
          <a:p>
            <a:endParaRPr lang="en-SG" sz="2800"/>
          </a:p>
          <a:p>
            <a:r>
              <a:rPr lang="en-SG" sz="2800"/>
              <a:t>A Christian band from far and near,</a:t>
            </a:r>
          </a:p>
          <a:p>
            <a:r>
              <a:rPr lang="en-SG" sz="2800"/>
              <a:t>We meet to learn of Jesus here;</a:t>
            </a:r>
          </a:p>
          <a:p>
            <a:r>
              <a:rPr lang="en-SG" sz="2800"/>
              <a:t>To read His Word, whose every line</a:t>
            </a:r>
          </a:p>
          <a:p>
            <a:r>
              <a:rPr lang="en-SG" sz="2800"/>
              <a:t>Is filled with hope and joy divine.</a:t>
            </a: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</a:t>
            </a:r>
            <a:r>
              <a:rPr lang="en-SG" dirty="0"/>
              <a:t>1094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2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3" y="727294"/>
            <a:ext cx="561756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i="1">
                <a:solidFill>
                  <a:srgbClr val="C00000"/>
                </a:solidFill>
              </a:rPr>
              <a:t>May our Endeavour Band, now gathered in His name, </a:t>
            </a:r>
          </a:p>
          <a:p>
            <a:r>
              <a:rPr lang="en-SG" sz="2800" i="1">
                <a:solidFill>
                  <a:srgbClr val="C00000"/>
                </a:solidFill>
              </a:rPr>
              <a:t>United heart and hand, go forth to spread His fame !</a:t>
            </a:r>
          </a:p>
          <a:p>
            <a:r>
              <a:rPr lang="en-SG" sz="2800" i="1">
                <a:solidFill>
                  <a:srgbClr val="C00000"/>
                </a:solidFill>
              </a:rPr>
              <a:t>Then firmly let us stand, for God and native land, </a:t>
            </a:r>
            <a:br>
              <a:rPr lang="en-SG" sz="2800" i="1">
                <a:solidFill>
                  <a:srgbClr val="C00000"/>
                </a:solidFill>
              </a:rPr>
            </a:br>
            <a:r>
              <a:rPr lang="en-SG" sz="2800" i="1">
                <a:solidFill>
                  <a:srgbClr val="C00000"/>
                </a:solidFill>
              </a:rPr>
              <a:t>And pray that He may bless and keep our Christian band.</a:t>
            </a:r>
          </a:p>
          <a:p>
            <a:endParaRPr lang="en-US" sz="2800" i="1">
              <a:solidFill>
                <a:srgbClr val="C00000"/>
              </a:solidFill>
            </a:endParaRPr>
          </a:p>
        </p:txBody>
      </p:sp>
      <p:pic>
        <p:nvPicPr>
          <p:cNvPr id="5" name="Picture 4" descr="A qr code with a pay now logo&#10;&#10;Description automatically generated">
            <a:extLst>
              <a:ext uri="{FF2B5EF4-FFF2-40B4-BE49-F238E27FC236}">
                <a16:creationId xmlns:a16="http://schemas.microsoft.com/office/drawing/2014/main" id="{0CAB78BF-55EB-F254-82F5-F01C0C0A7D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91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63868-48EB-3B12-C76F-1AEA0238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AA513-2B1D-53EE-75BE-0578E8333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</a:t>
            </a:r>
            <a:r>
              <a:rPr lang="en-SG" dirty="0"/>
              <a:t>1094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CFDA344-0530-D55F-C522-D0AA6539FD3E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F3B4-00AF-A8C5-2B9D-7AF1E7CD04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3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324C6-FA18-E0DB-776B-F20F99E508E7}"/>
              </a:ext>
            </a:extLst>
          </p:cNvPr>
          <p:cNvSpPr txBox="1"/>
          <p:nvPr/>
        </p:nvSpPr>
        <p:spPr>
          <a:xfrm>
            <a:off x="145185" y="613695"/>
            <a:ext cx="599646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/>
          </a:p>
          <a:p>
            <a:endParaRPr lang="en-SG" sz="2800"/>
          </a:p>
          <a:p>
            <a:r>
              <a:rPr lang="en-SG" sz="2800"/>
              <a:t>We gather here, where all may sing</a:t>
            </a:r>
          </a:p>
          <a:p>
            <a:r>
              <a:rPr lang="en-SG" sz="2800"/>
              <a:t>Glad songs of praise to</a:t>
            </a:r>
            <a:br>
              <a:rPr lang="en-SG" sz="2800"/>
            </a:br>
            <a:r>
              <a:rPr lang="en-SG" sz="2800"/>
              <a:t>Christ our King;</a:t>
            </a:r>
          </a:p>
          <a:p>
            <a:r>
              <a:rPr lang="en-SG" sz="2800"/>
              <a:t>Where youthful hearts may </a:t>
            </a:r>
            <a:br>
              <a:rPr lang="en-SG" sz="2800"/>
            </a:br>
            <a:r>
              <a:rPr lang="en-SG" sz="2800"/>
              <a:t>find the way</a:t>
            </a:r>
          </a:p>
          <a:p>
            <a:r>
              <a:rPr lang="en-SG" sz="2800"/>
              <a:t>That leads to life and endless day.</a:t>
            </a:r>
          </a:p>
        </p:txBody>
      </p:sp>
      <p:pic>
        <p:nvPicPr>
          <p:cNvPr id="5" name="Picture 4" descr="A qr code with a pay now logo&#10;&#10;Description automatically generated">
            <a:extLst>
              <a:ext uri="{FF2B5EF4-FFF2-40B4-BE49-F238E27FC236}">
                <a16:creationId xmlns:a16="http://schemas.microsoft.com/office/drawing/2014/main" id="{9BC633EC-10CB-2D68-E073-1D6CA6D30F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152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</a:t>
            </a:r>
            <a:r>
              <a:rPr lang="en-SG" dirty="0"/>
              <a:t>1094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4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3" y="727294"/>
            <a:ext cx="561756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i="1">
                <a:solidFill>
                  <a:srgbClr val="C00000"/>
                </a:solidFill>
              </a:rPr>
              <a:t>May our Endeavour Band, now gathered in His name, </a:t>
            </a:r>
          </a:p>
          <a:p>
            <a:r>
              <a:rPr lang="en-SG" sz="2800" i="1">
                <a:solidFill>
                  <a:srgbClr val="C00000"/>
                </a:solidFill>
              </a:rPr>
              <a:t>United heart and hand, go forth to spread His fame !</a:t>
            </a:r>
          </a:p>
          <a:p>
            <a:r>
              <a:rPr lang="en-SG" sz="2800" i="1">
                <a:solidFill>
                  <a:srgbClr val="C00000"/>
                </a:solidFill>
              </a:rPr>
              <a:t>Then firmly let us stand, for God and native land, </a:t>
            </a:r>
            <a:br>
              <a:rPr lang="en-SG" sz="2800" i="1">
                <a:solidFill>
                  <a:srgbClr val="C00000"/>
                </a:solidFill>
              </a:rPr>
            </a:br>
            <a:r>
              <a:rPr lang="en-SG" sz="2800" i="1">
                <a:solidFill>
                  <a:srgbClr val="C00000"/>
                </a:solidFill>
              </a:rPr>
              <a:t>And pray that He may bless and keep our Christian band.</a:t>
            </a:r>
          </a:p>
          <a:p>
            <a:endParaRPr lang="en-US" sz="2800" i="1">
              <a:solidFill>
                <a:srgbClr val="C00000"/>
              </a:solidFill>
            </a:endParaRPr>
          </a:p>
        </p:txBody>
      </p:sp>
      <p:pic>
        <p:nvPicPr>
          <p:cNvPr id="5" name="Picture 4" descr="A qr code with a pay now logo&#10;&#10;Description automatically generated">
            <a:extLst>
              <a:ext uri="{FF2B5EF4-FFF2-40B4-BE49-F238E27FC236}">
                <a16:creationId xmlns:a16="http://schemas.microsoft.com/office/drawing/2014/main" id="{919CED78-468D-74ED-F8F7-C2D3066BCD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018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C9147-93FA-7366-E525-00D86ACFB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0B21F-9810-F1CF-643F-65AD2357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</a:t>
            </a:r>
            <a:r>
              <a:rPr lang="en-SG" dirty="0"/>
              <a:t>1094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E3933F-7281-14CA-77DB-A8B3C4913F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9A587E-4C9D-427D-6C53-ECDB6441261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5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AB59A-FD91-226E-DFC4-E7CBB2BCC4B1}"/>
              </a:ext>
            </a:extLst>
          </p:cNvPr>
          <p:cNvSpPr txBox="1"/>
          <p:nvPr/>
        </p:nvSpPr>
        <p:spPr>
          <a:xfrm>
            <a:off x="92763" y="727294"/>
            <a:ext cx="577346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 dirty="0"/>
          </a:p>
          <a:p>
            <a:br>
              <a:rPr lang="en-SG" sz="2800" dirty="0"/>
            </a:br>
            <a:r>
              <a:rPr lang="en-SG" sz="2800" dirty="0"/>
              <a:t>The Master's work we'll still pursue,</a:t>
            </a:r>
          </a:p>
          <a:p>
            <a:r>
              <a:rPr lang="en-SG" sz="2800" dirty="0"/>
              <a:t>And here again our pledge renew,</a:t>
            </a:r>
          </a:p>
          <a:p>
            <a:r>
              <a:rPr lang="en-SG" sz="2800" dirty="0"/>
              <a:t>To follow Him, to trust His love,</a:t>
            </a:r>
          </a:p>
          <a:p>
            <a:r>
              <a:rPr lang="en-SG" sz="2800" dirty="0"/>
              <a:t>Till gathered home with Him above.</a:t>
            </a:r>
            <a:endParaRPr lang="en-US" sz="2800" i="1" dirty="0">
              <a:solidFill>
                <a:srgbClr val="800000"/>
              </a:solidFill>
            </a:endParaRPr>
          </a:p>
        </p:txBody>
      </p:sp>
      <p:pic>
        <p:nvPicPr>
          <p:cNvPr id="5" name="Picture 4" descr="A qr code with a pay now logo&#10;&#10;Description automatically generated">
            <a:extLst>
              <a:ext uri="{FF2B5EF4-FFF2-40B4-BE49-F238E27FC236}">
                <a16:creationId xmlns:a16="http://schemas.microsoft.com/office/drawing/2014/main" id="{4ADAF18A-9842-E8F1-8C7B-09FB41DA1A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737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</a:t>
            </a:r>
            <a:r>
              <a:rPr lang="en-SG" dirty="0"/>
              <a:t>1094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6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3" y="727294"/>
            <a:ext cx="561756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i="1">
                <a:solidFill>
                  <a:srgbClr val="C00000"/>
                </a:solidFill>
              </a:rPr>
              <a:t>May our Endeavour Band, now gathered in His name, </a:t>
            </a:r>
          </a:p>
          <a:p>
            <a:r>
              <a:rPr lang="en-SG" sz="2800" i="1">
                <a:solidFill>
                  <a:srgbClr val="C00000"/>
                </a:solidFill>
              </a:rPr>
              <a:t>United heart and hand, go forth to spread His fame !</a:t>
            </a:r>
          </a:p>
          <a:p>
            <a:r>
              <a:rPr lang="en-SG" sz="2800" i="1">
                <a:solidFill>
                  <a:srgbClr val="C00000"/>
                </a:solidFill>
              </a:rPr>
              <a:t>Then firmly let us stand, for God and native land, </a:t>
            </a:r>
            <a:br>
              <a:rPr lang="en-SG" sz="2800" i="1">
                <a:solidFill>
                  <a:srgbClr val="C00000"/>
                </a:solidFill>
              </a:rPr>
            </a:br>
            <a:r>
              <a:rPr lang="en-SG" sz="2800" i="1">
                <a:solidFill>
                  <a:srgbClr val="C00000"/>
                </a:solidFill>
              </a:rPr>
              <a:t>And pray that He may bless and keep our Christian band.</a:t>
            </a:r>
          </a:p>
          <a:p>
            <a:endParaRPr lang="en-US" sz="2800" i="1">
              <a:solidFill>
                <a:srgbClr val="C00000"/>
              </a:solidFill>
            </a:endParaRPr>
          </a:p>
        </p:txBody>
      </p:sp>
      <p:pic>
        <p:nvPicPr>
          <p:cNvPr id="5" name="Picture 4" descr="A qr code with a pay now logo&#10;&#10;Description automatically generated">
            <a:extLst>
              <a:ext uri="{FF2B5EF4-FFF2-40B4-BE49-F238E27FC236}">
                <a16:creationId xmlns:a16="http://schemas.microsoft.com/office/drawing/2014/main" id="{B375E17B-932D-A974-8B2F-DE10F9905B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36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Confession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no: 762 (v1)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81231" y="1038986"/>
            <a:ext cx="737921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calls us o'er the tumult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Of our life's wild, restless sea;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Day by day His sweet voice soundeth,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Saying, " Christian, follow Me !"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B06CDC2-E50A-3116-E465-B97E39BC940D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AFBC940-0EF1-A0D9-557E-D3B71E13F60F}"/>
              </a:ext>
            </a:extLst>
          </p:cNvPr>
          <p:cNvSpPr txBox="1">
            <a:spLocks/>
          </p:cNvSpPr>
          <p:nvPr/>
        </p:nvSpPr>
        <p:spPr>
          <a:xfrm>
            <a:off x="1161967" y="12848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Discipleship:</a:t>
            </a:r>
            <a:b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</a:b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 The Call to bear the Cross </a:t>
            </a: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no: 762 </a:t>
            </a:r>
            <a:b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A2DE-FB90-6CB0-7A3A-DA847164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2CBC7-3594-F81A-BA42-8BDF60D42F6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312A7-33C9-D63C-33EF-E395463CEF7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75DE56-5F0C-5056-AE13-29D86795AD33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calls us o'er the tumult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Of our life's wild, restless sea;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Day by day His sweet voice soundeth,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Saying, " Christian, follow Me !"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06B5B6E-8198-6E5C-6E84-9D75287DF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no: 762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461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8753-194C-4569-CBD4-569478EC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BE1A8-259F-FA31-D471-A122F2ACF3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6563C-ACF3-6396-FBBC-277D5688DA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DDBF89-58BA-EE9F-AD42-B4C6EE879FD8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calls us from the worship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Of the vain world's golden store;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From each idol that would keep us,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Saying, " Christian, love Me more!"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AC8562-D3A9-2F9C-BC47-4C2B3FDE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no: 762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668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F6773-228B-0DC4-FAD1-E1D30D28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D6088-45F5-CEE8-C6B2-F394D9E570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EB54C-990B-EAF8-9FB4-0FD83281179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3E78ED-D212-D715-8745-F23550920BF2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our joys and in our sorrows,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Days of toil and hours of ease,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Still He calls, in cares and pleasures,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“Christian, love Me more than these!’’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9D0223-DDE2-A728-CEDA-54881601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no: 762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289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14B4-9AFD-21A1-55A9-7508E93A2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C3903-3FC6-EB9C-01ED-354DD191F20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876782-D4A7-0A5A-7032-7447694DB20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8109A3-6683-1D70-4355-307F6E396EE6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calls us ! by Thy mercies,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Saviour, may we hear Thy call;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Give our hearts to Thy obedience,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Serve and love Thee best of all !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480F0-5C85-E17D-1A8A-F1B138887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no: 762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0442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Take up thy cross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646574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"Take up thy cross," the Savior said,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"If thou wouldst My disciple be;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Deny thyself, the world forsake,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humbly follow after Me."</a:t>
            </a:r>
          </a:p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5EBDEB-28A0-A895-EE99-14852006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Take up thy cross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6838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9C799-54F8-9F54-9CDA-E86AA4D6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B98C-C680-9EC4-C416-2579415ADDB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1A9F0-F0F9-37AD-31A6-86E97ABD9D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2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5D098-6B90-D9CD-4980-73D67EEE7741}"/>
              </a:ext>
            </a:extLst>
          </p:cNvPr>
          <p:cNvSpPr/>
          <p:nvPr/>
        </p:nvSpPr>
        <p:spPr>
          <a:xfrm>
            <a:off x="1452282" y="887505"/>
            <a:ext cx="6784352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Take up thy cross; let not its weight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Fill thy weak spirit with alarm;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His strength shall bear thy spirit up,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brace thy heart and nerve thine arm.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2F3080-99F1-F2DE-3299-E174825D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Take up thy cross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2497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9C799-54F8-9F54-9CDA-E86AA4D6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B98C-C680-9EC4-C416-2579415ADDB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1A9F0-F0F9-37AD-31A6-86E97ABD9D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3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5D098-6B90-D9CD-4980-73D67EEE7741}"/>
              </a:ext>
            </a:extLst>
          </p:cNvPr>
          <p:cNvSpPr/>
          <p:nvPr/>
        </p:nvSpPr>
        <p:spPr>
          <a:xfrm>
            <a:off x="1452282" y="887505"/>
            <a:ext cx="6784352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Take up thy cross, nor heed the shame,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nor let thy foolish pride rebel: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thy Lord for thee the cross endured,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save thy soul from death and hell.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2F3080-99F1-F2DE-3299-E174825D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Take up thy cross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2970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CC16-8237-7A4A-8132-EB7B3667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4BCE5-D0DB-F50C-ACE2-10B55A31A8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62AD4-7852-AF68-5FEF-46892C0A0BE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4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6B6D96-39EE-535C-2933-FFB7C72EF6E0}"/>
              </a:ext>
            </a:extLst>
          </p:cNvPr>
          <p:cNvSpPr/>
          <p:nvPr/>
        </p:nvSpPr>
        <p:spPr>
          <a:xfrm>
            <a:off x="1452282" y="887505"/>
            <a:ext cx="6465745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Take up thy cross then in his strength,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calmly every danger brave;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'twill guide thee to a better home,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lead to victory o'er the grave.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A4930-30DF-D4B4-ADD6-B777DB74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Take up thy cross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7215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CC16-8237-7A4A-8132-EB7B3667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4BCE5-D0DB-F50C-ACE2-10B55A31A8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62AD4-7852-AF68-5FEF-46892C0A0BE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5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6B6D96-39EE-535C-2933-FFB7C72EF6E0}"/>
              </a:ext>
            </a:extLst>
          </p:cNvPr>
          <p:cNvSpPr/>
          <p:nvPr/>
        </p:nvSpPr>
        <p:spPr>
          <a:xfrm>
            <a:off x="1452282" y="887505"/>
            <a:ext cx="6465745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Take up thy cross, and follow Christ,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nor think till death to lay it down;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only they who bear the cross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may hope to wear the glorious crown.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A4930-30DF-D4B4-ADD6-B777DB74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Take up thy cross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081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CC16-8237-7A4A-8132-EB7B3667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4BCE5-D0DB-F50C-ACE2-10B55A31A8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62AD4-7852-AF68-5FEF-46892C0A0BE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6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6B6D96-39EE-535C-2933-FFB7C72EF6E0}"/>
              </a:ext>
            </a:extLst>
          </p:cNvPr>
          <p:cNvSpPr/>
          <p:nvPr/>
        </p:nvSpPr>
        <p:spPr>
          <a:xfrm>
            <a:off x="1452282" y="887505"/>
            <a:ext cx="6465745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thee, great Lord, the One in Three,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all praise for evermore ascend: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grant us in our home to see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heavenly life that knows no end.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A4930-30DF-D4B4-ADD6-B777DB74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Take up thy cross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7468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When I survey the wondrous cross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26189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7082118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I survey the wondrous cross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On which the Prince of glory died,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richest gain I count but loss,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pour contempt on all my pride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BB545B6-E81A-AAD9-C97D-D3B59210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When I survey the wondrous cross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1135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4147-BC16-1D9E-EADC-83B3C6087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4F033-1FDA-7488-2683-C23AB0566E7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E2640-012B-C474-2DF3-489B41ACA35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2 of 4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6D2FB7A-D371-B188-0F99-A7C39EE30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When I survey the wondrous cross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8B7B86-8B46-E47F-C8B5-6DE60775975D}"/>
              </a:ext>
            </a:extLst>
          </p:cNvPr>
          <p:cNvSpPr/>
          <p:nvPr/>
        </p:nvSpPr>
        <p:spPr>
          <a:xfrm>
            <a:off x="1452282" y="887505"/>
            <a:ext cx="7082118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Forbid it, Lord, that I should boast,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Save in the death of Christ, my God;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All the vain things that charm me most −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sacrifice them to His blood.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9701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634A3-C1FD-E453-7873-D4B8624E4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7B80E-BA8B-D6D8-F14F-A0072557196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15793-058C-77D8-4C25-4611300EEA4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3 of 4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142B188-AD6D-EEB9-C8DA-15D5F9A6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When I survey the wondrous cross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67311D-B08D-42EA-4E6D-9FBF9F662911}"/>
              </a:ext>
            </a:extLst>
          </p:cNvPr>
          <p:cNvSpPr/>
          <p:nvPr/>
        </p:nvSpPr>
        <p:spPr>
          <a:xfrm>
            <a:off x="1452282" y="887505"/>
            <a:ext cx="7082118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See, from His head, His hands, His feet,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Sorrow and love flow mingled down;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Did e’er such love and sorrow meet,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Or thorns compose so rich a crown?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4720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096E-959C-5645-20DC-DFB96341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471A0-46D7-277D-817B-0909360975D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93030-CC76-61CF-F7F5-DC6A9C28DBC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4 of 4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D938F6E-BF3A-A165-D6A8-EB611663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When I survey the wondrous cross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B919C8-70DA-4361-6CE3-93C3208374D4}"/>
              </a:ext>
            </a:extLst>
          </p:cNvPr>
          <p:cNvSpPr/>
          <p:nvPr/>
        </p:nvSpPr>
        <p:spPr>
          <a:xfrm>
            <a:off x="1452282" y="887505"/>
            <a:ext cx="7082118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Were the whole realm of nature mine,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 were a present far too small: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Love so amazing, so divine,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Demands my soul, my life, my all.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861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85879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heard the voice of Jesus say,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 Come unto Me, and rest: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Lay down, thou weary one, lay down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Thy head upon My breast."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came to Jesus as I was—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Weary, and worn, and sad;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found in Him a resting-place,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He has made me glad.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1494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94F14-9D16-4702-9980-46B7E40D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6CA51-4C71-35AE-5D62-0FA715297A9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AF5C5-7412-A8FE-2588-51A30201C2A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DDD572-F7CE-4B35-777E-441CADC15C96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heard the voice of Jesus say,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 Behold, I freely give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living water—thirsty one,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Stoop down, and drink, and live"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came to Jesus, and I drank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Of that life-giving stream;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thirst was quenched, my soul revived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now I live in Him. 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D7CFB89-94A1-F843-D725-40E9739B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0363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94F14-9D16-4702-9980-46B7E40D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6CA51-4C71-35AE-5D62-0FA715297A9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AF5C5-7412-A8FE-2588-51A30201C2A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DDD572-F7CE-4B35-777E-441CADC15C96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heard the voice of Jesus say,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"l am this dark world's Light;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Look unto Me, thy morn shall rise,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all thy day be bright."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looked to Jesus, and I found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Him my Star, my Sun;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in that light of life I'll walk,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Till travelling days are done.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D7CFB89-94A1-F843-D725-40E9739B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1276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379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05432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6529B-0428-A9B9-0E36-E0F70992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BFD3E-E0DD-94B5-AFD2-F7BB04AF47D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EDA14-D069-6AE5-2BBC-B637B5B21F1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1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32047-F35C-9CE6-AB39-2974E36818C5}"/>
              </a:ext>
            </a:extLst>
          </p:cNvPr>
          <p:cNvSpPr/>
          <p:nvPr/>
        </p:nvSpPr>
        <p:spPr>
          <a:xfrm>
            <a:off x="991772" y="887505"/>
            <a:ext cx="7906043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Have you been to Jesus for the cleansing power ? 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Are you washed in the blood of the Lamb?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Are you fully trusting in His grace this hour ? 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Are you washed in the blood of the Lamb ?</a:t>
            </a: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968D38C-2C82-7C11-B05D-513832A9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379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5809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68E4-657B-6009-127F-0282571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FAAE-DB61-AE90-122B-3397290158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EF68-FCC0-B8B8-9619-FEBE285009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2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150C6-8221-D63C-33BE-B34E2F490172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you washed ... in the blood, . . .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soul-cleansing blood of the Lamb ?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your garments spotless ? 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they white as snow ?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you washed in the blood of the Lamb ?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57D2E9-8338-4D70-7848-7EBAAA53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379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4877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6529B-0428-A9B9-0E36-E0F70992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BFD3E-E0DD-94B5-AFD2-F7BB04AF47D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EDA14-D069-6AE5-2BBC-B637B5B21F1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3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32047-F35C-9CE6-AB39-2974E36818C5}"/>
              </a:ext>
            </a:extLst>
          </p:cNvPr>
          <p:cNvSpPr/>
          <p:nvPr/>
        </p:nvSpPr>
        <p:spPr>
          <a:xfrm>
            <a:off x="991772" y="887505"/>
            <a:ext cx="7906043" cy="3313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Are you walking daily by the Saviour’s side ? 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Are you washed in the blood of the Lamb ?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Do you rest each moment in the Crucified ?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Are you washed in the blood of the Lamb ?</a:t>
            </a: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968D38C-2C82-7C11-B05D-513832A9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379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7251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68E4-657B-6009-127F-0282571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FAAE-DB61-AE90-122B-3397290158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EF68-FCC0-B8B8-9619-FEBE285009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4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150C6-8221-D63C-33BE-B34E2F490172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you washed ... in the blood, . . .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soul-cleansing blood of the Lamb ?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your garments spotless ? 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they white as snow ?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you washed in the blood of the Lamb ?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57D2E9-8338-4D70-7848-7EBAAA53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379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8506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6529B-0428-A9B9-0E36-E0F70992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BFD3E-E0DD-94B5-AFD2-F7BB04AF47D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EDA14-D069-6AE5-2BBC-B637B5B21F1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5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32047-F35C-9CE6-AB39-2974E36818C5}"/>
              </a:ext>
            </a:extLst>
          </p:cNvPr>
          <p:cNvSpPr/>
          <p:nvPr/>
        </p:nvSpPr>
        <p:spPr>
          <a:xfrm>
            <a:off x="56271" y="887505"/>
            <a:ext cx="9143999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the Bridegroom cometh will your robes be white ? 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Pure and white in the blood of the Lamb ?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Will your soul be ready for the mansions bright, 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be washed in the blood of the Lamb ?</a:t>
            </a: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968D38C-2C82-7C11-B05D-513832A9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379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8022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68E4-657B-6009-127F-0282571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FAAE-DB61-AE90-122B-3397290158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EF68-FCC0-B8B8-9619-FEBE285009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6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150C6-8221-D63C-33BE-B34E2F490172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you washed ... in the blood, . . .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soul-cleansing blood of the Lamb ?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your garments spotless ? 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they white as snow ?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you washed in the blood of the Lamb ?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57D2E9-8338-4D70-7848-7EBAAA53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379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4464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6529B-0428-A9B9-0E36-E0F70992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BFD3E-E0DD-94B5-AFD2-F7BB04AF47D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EDA14-D069-6AE5-2BBC-B637B5B21F1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7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32047-F35C-9CE6-AB39-2974E36818C5}"/>
              </a:ext>
            </a:extLst>
          </p:cNvPr>
          <p:cNvSpPr/>
          <p:nvPr/>
        </p:nvSpPr>
        <p:spPr>
          <a:xfrm>
            <a:off x="56271" y="887505"/>
            <a:ext cx="9143999" cy="3313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Lay aside the garments that are stained with sin,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And be washed in the blood of the Lamb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There's a fountain flowing for the soul unclean—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be washed in the blood of the Lamb !</a:t>
            </a: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968D38C-2C82-7C11-B05D-513832A9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379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383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68E4-657B-6009-127F-0282571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FAAE-DB61-AE90-122B-3397290158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EF68-FCC0-B8B8-9619-FEBE285009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8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150C6-8221-D63C-33BE-B34E2F490172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you washed ... in the blood, . . .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soul-cleansing blood of the Lamb ?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your garments spotless ? 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they white as snow ?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you washed in the blood of the Lamb ?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57D2E9-8338-4D70-7848-7EBAAA53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379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3705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1021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79585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1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Who, who are these beside the chilly wave,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Just on the borders of the silent grave,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Shouting Jesus' power to save,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 Washed in the blood of the Lamb"?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1852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2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1168648" y="887505"/>
            <a:ext cx="7507001" cy="3744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Sweeping through the gates  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New Jerusalem,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“Washed in the blood of the Lamb.”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Sweeping through the gates  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New Jerusalem,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“Washed in the blood of the Lamb</a:t>
            </a: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.”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8350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3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975352" cy="2780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These, these are they who, in their youthful days, 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Found Jesus early, and in wisdom’s ways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Proved the fulness of His grace,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"Washed in the blood of the Lamb."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8467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4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1168648" y="887505"/>
            <a:ext cx="7507001" cy="3744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Sweeping through the gates  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New Jerusalem,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“Washed in the blood of the Lamb.”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Sweeping through the gates  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New Jerusalem,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“Washed in the blood of the Lamb</a:t>
            </a: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.”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6757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5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975352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These, these are they who, in affliction’s woes,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Ever have found in Jesus calm repose,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Such as from a pure heart flows,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“Washed in the blood of the Lamb."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335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6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1168648" y="887505"/>
            <a:ext cx="7507001" cy="3744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Sweeping through the gates  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New Jerusalem,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“Washed in the blood of the Lamb.”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Sweeping through the gates  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New Jerusalem,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“Washed in the blood of the Lamb</a:t>
            </a: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.”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3654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7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975352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These, these are they who, in the conflict dire,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Boldly have stood amid the hottest fire;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now says : " Come up higher,"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“Washed in the blood of the Lamb."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6404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8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1168648" y="887505"/>
            <a:ext cx="7507001" cy="3744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Sweeping through the gates  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New Jerusalem,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“Washed in the blood of the Lamb.”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Sweeping through the gates  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New Jerusalem,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“Washed in the blood of the Lamb</a:t>
            </a: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.”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5750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9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975352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Safe, safe upon the ever-shining shore,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Sin, pain, and death, and sorrow, all are o'er;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Happy now and evermore,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“Washed in the blood of the Lamb."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1774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10 of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1168648" y="887505"/>
            <a:ext cx="7507001" cy="3744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Sweeping through the gates  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New Jerusalem,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“Washed in the blood of the Lamb.”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Sweeping through the gates  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New Jerusalem,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“Washed in the blood of the Lamb</a:t>
            </a: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.”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8295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43235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1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00732" y="866987"/>
            <a:ext cx="7507001" cy="4226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All to Jesus I surrender,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All to Him I freely give;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will ever love and trust Him,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His presence daily live.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surrender all, I surrender all ; </a:t>
            </a:r>
          </a:p>
          <a:p>
            <a:pPr lvl="1"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to Thee, my blessed Saviour,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surrender all.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9178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2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00732" y="866987"/>
            <a:ext cx="7507001" cy="4226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All to Jesus I surrender,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Humbly at His feet I bow;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Worldly pleasures all forsaken—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Take me, Jesus, take me now.</a:t>
            </a:r>
          </a:p>
          <a:p>
            <a:pPr lvl="1" algn="ctr">
              <a:spcAft>
                <a:spcPts val="400"/>
              </a:spcAft>
            </a:pP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surrender all, I surrender all ; </a:t>
            </a:r>
          </a:p>
          <a:p>
            <a:pPr lvl="1"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to Thee, my blessed Saviour,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surrender all.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5011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3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00732" y="866987"/>
            <a:ext cx="7507001" cy="4226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All to Jesus I surrender,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Make me, Saviour, wholly Thine;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Let the Holy Spirit witness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am Thine and Thou art mine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I surrender all, I surrender all ; </a:t>
            </a:r>
          </a:p>
          <a:p>
            <a:pPr lvl="1"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to Thee, my blessed Saviour,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surrender all.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493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7 </a:t>
            </a:r>
            <a:r>
              <a:rPr lang="en-US" sz="1400" dirty="0"/>
              <a:t>: 4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00732" y="866987"/>
            <a:ext cx="7507001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All to Jesus I surrender: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Lord, I give myself to Thee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Fill me with Thy love and power,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Let Thy blessing rest on me.</a:t>
            </a:r>
          </a:p>
          <a:p>
            <a:pPr algn="ctr">
              <a:spcAft>
                <a:spcPts val="400"/>
              </a:spcAft>
            </a:pP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I surrender all, I surrender all ; </a:t>
            </a:r>
          </a:p>
          <a:p>
            <a:pPr lvl="1"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to Thee, my blessed Saviour,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surrender all.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8902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5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00732" y="866987"/>
            <a:ext cx="7507001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All to Jesus I surrender: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Now I feel the sacred flame;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the joy of full salvation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Glory, glory to His name !</a:t>
            </a:r>
          </a:p>
          <a:p>
            <a:pPr algn="ctr">
              <a:spcAft>
                <a:spcPts val="400"/>
              </a:spcAft>
            </a:pP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I surrender all, I surrender all ; </a:t>
            </a:r>
          </a:p>
          <a:p>
            <a:pPr lvl="1"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to Thee, my blessed Saviour,</a:t>
            </a: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surrender all.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0230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D5B6446-DF9C-BA6E-B41E-1CD580FE87A5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SG" sz="6000" b="1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F08D92-B8D4-D55B-D620-3A0A20659FD5}"/>
              </a:ext>
            </a:extLst>
          </p:cNvPr>
          <p:cNvSpPr txBox="1">
            <a:spLocks/>
          </p:cNvSpPr>
          <p:nvPr/>
        </p:nvSpPr>
        <p:spPr>
          <a:xfrm>
            <a:off x="1161967" y="12848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Discipleship:</a:t>
            </a:r>
            <a:b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</a:b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 The Call to bear the Cross </a:t>
            </a: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Closing Hymn</a:t>
            </a:r>
          </a:p>
          <a:p>
            <a:r>
              <a:rPr lang="en-US">
                <a:solidFill>
                  <a:schemeClr val="bg1"/>
                </a:solidFill>
              </a:rPr>
              <a:t>Song no: 529 (v1&amp;Ch)</a:t>
            </a: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- </a:t>
            </a:r>
            <a:r>
              <a:rPr lang="en-SG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529 v1&amp; Ch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0" y="802035"/>
            <a:ext cx="812455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/>
              <a:t>Down in the valley with my Saviour I would go,</a:t>
            </a:r>
          </a:p>
          <a:p>
            <a:r>
              <a:rPr lang="en-SG" sz="2800" dirty="0"/>
              <a:t>Where the flowers are blooming</a:t>
            </a:r>
            <a:br>
              <a:rPr lang="en-SG" sz="2800" dirty="0"/>
            </a:br>
            <a:r>
              <a:rPr lang="en-SG" sz="2800" dirty="0"/>
              <a:t>and the sweet waters flow;</a:t>
            </a:r>
          </a:p>
          <a:p>
            <a:r>
              <a:rPr lang="en-SG" sz="2800" dirty="0"/>
              <a:t>Everywhere He leads me I would follow, follow on,</a:t>
            </a:r>
          </a:p>
          <a:p>
            <a:r>
              <a:rPr lang="en-SG" sz="2800" dirty="0"/>
              <a:t>Walking in His footsteps till the crown be won.</a:t>
            </a:r>
          </a:p>
          <a:p>
            <a:pPr lvl="1"/>
            <a:r>
              <a:rPr lang="en-SG" sz="2800" i="1" dirty="0">
                <a:solidFill>
                  <a:srgbClr val="C00000"/>
                </a:solidFill>
              </a:rPr>
              <a:t>Follow ! follow ! I would follow Jesus !</a:t>
            </a:r>
          </a:p>
          <a:p>
            <a:pPr lvl="1"/>
            <a:r>
              <a:rPr lang="en-SG" sz="2800" i="1" dirty="0">
                <a:solidFill>
                  <a:srgbClr val="C00000"/>
                </a:solidFill>
              </a:rPr>
              <a:t>Anywhere, everywhere, I would follow on !</a:t>
            </a:r>
          </a:p>
          <a:p>
            <a:pPr lvl="1"/>
            <a:r>
              <a:rPr lang="en-SG" sz="2800" i="1" dirty="0">
                <a:solidFill>
                  <a:srgbClr val="C00000"/>
                </a:solidFill>
              </a:rPr>
              <a:t>Follow ! follow ! I would follow Jesus !</a:t>
            </a:r>
          </a:p>
          <a:p>
            <a:pPr lvl="1"/>
            <a:r>
              <a:rPr lang="en-SG" sz="2800" i="1" dirty="0">
                <a:solidFill>
                  <a:srgbClr val="C00000"/>
                </a:solidFill>
              </a:rPr>
              <a:t>Everywhere He leads me, I would follow on.</a:t>
            </a:r>
            <a:endParaRPr lang="en-US" sz="28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3ED4C2D-8F3A-93FB-E552-441EF1174C57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SG" sz="6000" b="1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A7C42D-694F-82B0-06B9-563DA0375AE5}"/>
              </a:ext>
            </a:extLst>
          </p:cNvPr>
          <p:cNvSpPr txBox="1">
            <a:spLocks/>
          </p:cNvSpPr>
          <p:nvPr/>
        </p:nvSpPr>
        <p:spPr>
          <a:xfrm>
            <a:off x="1161967" y="12848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Discipleship:</a:t>
            </a:r>
            <a:b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</a:b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 The Call to bear the Cross </a:t>
            </a: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IAAAAAAAAAAwAAAAMAAAAA/////wQASwwAAAAAAAAAAAAAIAD///////////////8AAAD////////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ztgWoR4viRMqI4XIpkyi1AFAAAAAAADAAAAAwADAAAAAQADAAEA////////BAAAAAMAEAALFWgxPmwReUCeHmo7iS86ng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DtgWoR4viRMqI4XIpkyi1ADRGF0YQAbAAAABExpbmtlZFNoYXBlRGF0YQAFAAAAAAACTmFtZQAZAAAATGlua2VkU2hhcGVzRGF0YVByb3BlcnR5ABBWZXJzaW9uAAAAAAAJTGFzdFdyaXRlAHN26HWOAQAAAAEA/////50AnQAAAAVfaWQAEAAAAAQVaDE+bBF5QJ4eajuJLzqeA0RhdGEAKgAAAAhQcmVzZW50YXRpb25TY2FubmVkRm9yTGlua2VkU2hhcGVzAAEAAk5hbWUAJAAAAExpbmtlZFNoYXBlUHJlc2VudGF0aW9uU2V0dGluZ3NEYXRhABBWZXJzaW9uAAAAAAAJTGFzdFdyaXRlAPV26HWO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3170</Words>
  <Application>Microsoft Office PowerPoint</Application>
  <PresentationFormat>On-screen Show (16:9)</PresentationFormat>
  <Paragraphs>466</Paragraphs>
  <Slides>76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76</vt:i4>
      </vt:variant>
    </vt:vector>
  </HeadingPairs>
  <TitlesOfParts>
    <vt:vector size="82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– To God be the glory</vt:lpstr>
      <vt:lpstr>Opening Hymn – To God be the glory</vt:lpstr>
      <vt:lpstr>Opening Hymn – To God be the glory</vt:lpstr>
      <vt:lpstr>Opening Hymn – To God be the glory</vt:lpstr>
      <vt:lpstr>Opening Hymn – To God be the glory</vt:lpstr>
      <vt:lpstr>Opening Hymn – To God be the glory</vt:lpstr>
      <vt:lpstr>PowerPoint Presentation</vt:lpstr>
      <vt:lpstr>PowerPoint Presentation</vt:lpstr>
      <vt:lpstr>Birthday Thanksgiving –Thanks to God  v1</vt:lpstr>
      <vt:lpstr>PowerPoint Presentation</vt:lpstr>
      <vt:lpstr>PowerPoint Presentation</vt:lpstr>
      <vt:lpstr>Offertory – Song No. 1094</vt:lpstr>
      <vt:lpstr>Offertory – Song No. 1094</vt:lpstr>
      <vt:lpstr>Offertory – Song No. 1094</vt:lpstr>
      <vt:lpstr>Offertory – Song No. 1094</vt:lpstr>
      <vt:lpstr>Offertory – Song No. 1094</vt:lpstr>
      <vt:lpstr>Offertory – Song No. 1094</vt:lpstr>
      <vt:lpstr>PowerPoint Presentation</vt:lpstr>
      <vt:lpstr>PowerPoint Presentation</vt:lpstr>
      <vt:lpstr>PowerPoint Presentation</vt:lpstr>
      <vt:lpstr>Confession – Song no: 762 (v1)</vt:lpstr>
      <vt:lpstr>PowerPoint Presentation</vt:lpstr>
      <vt:lpstr> Holy Communion – Song no: 762  </vt:lpstr>
      <vt:lpstr>Holy Communion- Song no: 762 </vt:lpstr>
      <vt:lpstr>Holy Communion- Song no: 762 </vt:lpstr>
      <vt:lpstr>Holy Communion- Song no: 762 </vt:lpstr>
      <vt:lpstr>Holy Communion- Song no: 762 </vt:lpstr>
      <vt:lpstr>Holy Communion- Take up thy cross</vt:lpstr>
      <vt:lpstr>Holy Communion- Take up thy cross</vt:lpstr>
      <vt:lpstr>Holy Communion- Take up thy cross</vt:lpstr>
      <vt:lpstr>Holy Communion- Take up thy cross</vt:lpstr>
      <vt:lpstr>Holy Communion- Take up thy cross</vt:lpstr>
      <vt:lpstr>Holy Communion- Take up thy cross</vt:lpstr>
      <vt:lpstr>Holy Communion- Take up thy cross</vt:lpstr>
      <vt:lpstr>Holy Communion- When I survey the wondrous cross</vt:lpstr>
      <vt:lpstr>Holy Communion- When I survey the wondrous cross</vt:lpstr>
      <vt:lpstr>Holy Communion- When I survey the wondrous cross</vt:lpstr>
      <vt:lpstr>Holy Communion- When I survey the wondrous cross</vt:lpstr>
      <vt:lpstr>Holy Communion- When I survey the wondrous cross</vt:lpstr>
      <vt:lpstr>Holy Communion- Song no: 216</vt:lpstr>
      <vt:lpstr>Holy Communion- Song no: 216</vt:lpstr>
      <vt:lpstr>Holy Communion- Song no: 216</vt:lpstr>
      <vt:lpstr>Holy Communion- Song no: 216</vt:lpstr>
      <vt:lpstr>Holy Communion- Song no: 379</vt:lpstr>
      <vt:lpstr>Holy Communion- Song no: 379</vt:lpstr>
      <vt:lpstr>Holy Communion- Song no: 379</vt:lpstr>
      <vt:lpstr>Holy Communion- Song no: 379</vt:lpstr>
      <vt:lpstr>Holy Communion- Song no: 379</vt:lpstr>
      <vt:lpstr>Holy Communion- Song no: 379</vt:lpstr>
      <vt:lpstr>Holy Communion- Song no: 379</vt:lpstr>
      <vt:lpstr>Holy Communion- Song no: 379</vt:lpstr>
      <vt:lpstr>Holy Communion- Song no: 379</vt:lpstr>
      <vt:lpstr>Holy Communion- Song no: 1021 </vt:lpstr>
      <vt:lpstr>Holy Communion- Song no: 1021</vt:lpstr>
      <vt:lpstr>Holy Communion- Song no: 1021</vt:lpstr>
      <vt:lpstr>Holy Communion- Song no: 1021</vt:lpstr>
      <vt:lpstr>Holy Communion- Song no: 1021</vt:lpstr>
      <vt:lpstr>Holy Communion- Song no: 1021</vt:lpstr>
      <vt:lpstr>Holy Communion- Song no: 1021</vt:lpstr>
      <vt:lpstr>Holy Communion- Song no: 1021</vt:lpstr>
      <vt:lpstr>Holy Communion- Song no: 1021</vt:lpstr>
      <vt:lpstr>Holy Communion- Song no: 1021</vt:lpstr>
      <vt:lpstr>Holy Communion- Song no: 1021</vt:lpstr>
      <vt:lpstr>Holy Communion- Song no: 601</vt:lpstr>
      <vt:lpstr>Holy Communion- Song no: 601</vt:lpstr>
      <vt:lpstr>Holy Communion- Song no: 601</vt:lpstr>
      <vt:lpstr>Holy Communion- Song no: 601</vt:lpstr>
      <vt:lpstr>Holy Communion- Song no: 601</vt:lpstr>
      <vt:lpstr>Holy Communion- Song no: 601</vt:lpstr>
      <vt:lpstr>PowerPoint Presentation</vt:lpstr>
      <vt:lpstr>PowerPoint Presentation</vt:lpstr>
      <vt:lpstr>PowerPoint Presentation</vt:lpstr>
      <vt:lpstr>Closing Hymn - 529 v1&amp; Ch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 Mohan</cp:lastModifiedBy>
  <cp:revision>2</cp:revision>
  <dcterms:created xsi:type="dcterms:W3CDTF">2020-09-02T02:55:07Z</dcterms:created>
  <dcterms:modified xsi:type="dcterms:W3CDTF">2024-06-22T11:30:47Z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Theme:8\4_Office Theme:8\3_Office Theme:8\5_Office Theme:8\6_Office Theme:8</vt:lpwstr>
  </property>
  <property fmtid="{D5CDD505-2E9C-101B-9397-08002B2CF9AE}" pid="18" name="ClassificationContentMarkingFooterText">
    <vt:lpwstr>Internal</vt:lpwstr>
  </property>
</Properties>
</file>