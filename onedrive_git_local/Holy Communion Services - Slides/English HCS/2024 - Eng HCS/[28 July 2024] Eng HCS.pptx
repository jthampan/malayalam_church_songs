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3"/>
  </p:notesMasterIdLst>
  <p:sldIdLst>
    <p:sldId id="811" r:id="rId7"/>
    <p:sldId id="813" r:id="rId8"/>
    <p:sldId id="859" r:id="rId9"/>
    <p:sldId id="1472" r:id="rId10"/>
    <p:sldId id="1473" r:id="rId11"/>
    <p:sldId id="1474" r:id="rId12"/>
    <p:sldId id="1298" r:id="rId13"/>
    <p:sldId id="821" r:id="rId14"/>
    <p:sldId id="851" r:id="rId15"/>
    <p:sldId id="1320" r:id="rId16"/>
    <p:sldId id="1318" r:id="rId17"/>
    <p:sldId id="822" r:id="rId18"/>
    <p:sldId id="1490" r:id="rId19"/>
    <p:sldId id="1491" r:id="rId20"/>
    <p:sldId id="1324" r:id="rId21"/>
    <p:sldId id="823" r:id="rId22"/>
    <p:sldId id="824" r:id="rId23"/>
    <p:sldId id="1277" r:id="rId24"/>
    <p:sldId id="825" r:id="rId25"/>
    <p:sldId id="1388" r:id="rId26"/>
    <p:sldId id="1438" r:id="rId27"/>
    <p:sldId id="1439" r:id="rId28"/>
    <p:sldId id="1440" r:id="rId29"/>
    <p:sldId id="949" r:id="rId30"/>
    <p:sldId id="1401" r:id="rId31"/>
    <p:sldId id="1442" r:id="rId32"/>
    <p:sldId id="1443" r:id="rId33"/>
    <p:sldId id="1444" r:id="rId34"/>
    <p:sldId id="1445" r:id="rId35"/>
    <p:sldId id="1446" r:id="rId36"/>
    <p:sldId id="1405" r:id="rId37"/>
    <p:sldId id="1406" r:id="rId38"/>
    <p:sldId id="1448" r:id="rId39"/>
    <p:sldId id="1450" r:id="rId40"/>
    <p:sldId id="1452" r:id="rId41"/>
    <p:sldId id="1475" r:id="rId42"/>
    <p:sldId id="1411" r:id="rId43"/>
    <p:sldId id="1412" r:id="rId44"/>
    <p:sldId id="1476" r:id="rId45"/>
    <p:sldId id="1477" r:id="rId46"/>
    <p:sldId id="1416" r:id="rId47"/>
    <p:sldId id="1465" r:id="rId48"/>
    <p:sldId id="1466" r:id="rId49"/>
    <p:sldId id="1467" r:id="rId50"/>
    <p:sldId id="1478" r:id="rId51"/>
    <p:sldId id="1421" r:id="rId52"/>
    <p:sldId id="1422" r:id="rId53"/>
    <p:sldId id="1468" r:id="rId54"/>
    <p:sldId id="1469" r:id="rId55"/>
    <p:sldId id="1479" r:id="rId56"/>
    <p:sldId id="1470" r:id="rId57"/>
    <p:sldId id="1480" r:id="rId58"/>
    <p:sldId id="1481" r:id="rId59"/>
    <p:sldId id="1482" r:id="rId60"/>
    <p:sldId id="1483" r:id="rId61"/>
    <p:sldId id="1484" r:id="rId62"/>
    <p:sldId id="1485" r:id="rId63"/>
    <p:sldId id="1486" r:id="rId64"/>
    <p:sldId id="1487" r:id="rId65"/>
    <p:sldId id="1488" r:id="rId66"/>
    <p:sldId id="1489" r:id="rId67"/>
    <p:sldId id="1259" r:id="rId68"/>
    <p:sldId id="820" r:id="rId69"/>
    <p:sldId id="1201" r:id="rId70"/>
    <p:sldId id="858" r:id="rId71"/>
    <p:sldId id="829" r:id="rId72"/>
  </p:sldIdLst>
  <p:sldSz cx="9144000" cy="5143500" type="screen16x9"/>
  <p:notesSz cx="6858000" cy="9144000"/>
  <p:custDataLst>
    <p:tags r:id="rId7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29456-3113-436B-571B-8DB0A486CE40}" v="35" dt="2024-07-27T05:19:04.418"/>
    <p1510:client id="{111DD718-BF25-4C6A-A619-3196CFFCF649}" v="52" dt="2024-07-27T05:10:08.497"/>
    <p1510:client id="{68EADCE8-ACC0-4443-A7F8-8E111BE91F5E}" v="57" dt="2024-07-27T04:55:51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tags" Target="tags/tag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microsoft.com/office/2018/10/relationships/authors" Target="author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 Mohan" userId="7f6a9fc7-46b4-4eac-90cd-058eb48f67de" providerId="ADAL" clId="{D7890E2C-5534-4B0F-8D9C-E925522C3856}"/>
    <pc:docChg chg="undo redo custSel delSld modSld modMainMaster">
      <pc:chgData name="Rosmin Elsa Mohan" userId="7f6a9fc7-46b4-4eac-90cd-058eb48f67de" providerId="ADAL" clId="{D7890E2C-5534-4B0F-8D9C-E925522C3856}" dt="2024-07-08T09:27:56.667" v="350" actId="20577"/>
      <pc:docMkLst>
        <pc:docMk/>
      </pc:docMkLst>
      <pc:sldChg chg="modSp mod">
        <pc:chgData name="Rosmin Elsa Mohan" userId="7f6a9fc7-46b4-4eac-90cd-058eb48f67de" providerId="ADAL" clId="{D7890E2C-5534-4B0F-8D9C-E925522C3856}" dt="2024-07-08T08:54:06.649" v="64" actId="6549"/>
        <pc:sldMkLst>
          <pc:docMk/>
          <pc:sldMk cId="4206118844" sldId="811"/>
        </pc:sldMkLst>
        <pc:spChg chg="mod">
          <ac:chgData name="Rosmin Elsa Mohan" userId="7f6a9fc7-46b4-4eac-90cd-058eb48f67de" providerId="ADAL" clId="{D7890E2C-5534-4B0F-8D9C-E925522C3856}" dt="2024-07-08T08:54:06.649" v="64" actId="6549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D7890E2C-5534-4B0F-8D9C-E925522C3856}" dt="2024-07-08T08:54:17.557" v="83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D7890E2C-5534-4B0F-8D9C-E925522C3856}" dt="2024-07-08T08:54:17.557" v="83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D7890E2C-5534-4B0F-8D9C-E925522C3856}" dt="2024-07-08T09:00:17.585" v="123"/>
        <pc:sldMkLst>
          <pc:docMk/>
          <pc:sldMk cId="3717493800" sldId="821"/>
        </pc:sldMkLst>
        <pc:spChg chg="mod">
          <ac:chgData name="Rosmin Elsa Mohan" userId="7f6a9fc7-46b4-4eac-90cd-058eb48f67de" providerId="ADAL" clId="{D7890E2C-5534-4B0F-8D9C-E925522C3856}" dt="2024-07-08T09:00:17.585" v="123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D7890E2C-5534-4B0F-8D9C-E925522C3856}" dt="2024-07-08T09:14:00.069" v="225" actId="6549"/>
        <pc:sldMkLst>
          <pc:docMk/>
          <pc:sldMk cId="140346443" sldId="822"/>
        </pc:sldMkLst>
        <pc:spChg chg="mod">
          <ac:chgData name="Rosmin Elsa Mohan" userId="7f6a9fc7-46b4-4eac-90cd-058eb48f67de" providerId="ADAL" clId="{D7890E2C-5534-4B0F-8D9C-E925522C3856}" dt="2024-07-08T09:07:53.089" v="178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D7890E2C-5534-4B0F-8D9C-E925522C3856}" dt="2024-07-08T09:14:00.069" v="225" actId="6549"/>
          <ac:spMkLst>
            <pc:docMk/>
            <pc:sldMk cId="140346443" sldId="822"/>
            <ac:spMk id="3" creationId="{DFD3087A-542A-9E8A-2F04-286C1B72B61A}"/>
          </ac:spMkLst>
        </pc:spChg>
      </pc:sldChg>
      <pc:sldChg chg="modSp mod">
        <pc:chgData name="Rosmin Elsa Mohan" userId="7f6a9fc7-46b4-4eac-90cd-058eb48f67de" providerId="ADAL" clId="{D7890E2C-5534-4B0F-8D9C-E925522C3856}" dt="2024-07-08T09:16:37.719" v="281" actId="20577"/>
        <pc:sldMkLst>
          <pc:docMk/>
          <pc:sldMk cId="3585569336" sldId="825"/>
        </pc:sldMkLst>
        <pc:spChg chg="mod">
          <ac:chgData name="Rosmin Elsa Mohan" userId="7f6a9fc7-46b4-4eac-90cd-058eb48f67de" providerId="ADAL" clId="{D7890E2C-5534-4B0F-8D9C-E925522C3856}" dt="2024-07-08T09:16:37.719" v="281" actId="20577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 Mohan" userId="7f6a9fc7-46b4-4eac-90cd-058eb48f67de" providerId="ADAL" clId="{D7890E2C-5534-4B0F-8D9C-E925522C3856}" dt="2024-07-08T09:05:57.295" v="131" actId="6549"/>
        <pc:sldMkLst>
          <pc:docMk/>
          <pc:sldMk cId="2771250690" sldId="851"/>
        </pc:sldMkLst>
        <pc:spChg chg="mod">
          <ac:chgData name="Rosmin Elsa Mohan" userId="7f6a9fc7-46b4-4eac-90cd-058eb48f67de" providerId="ADAL" clId="{D7890E2C-5534-4B0F-8D9C-E925522C3856}" dt="2024-07-08T09:05:57.295" v="131" actId="6549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D7890E2C-5534-4B0F-8D9C-E925522C3856}" dt="2024-07-08T09:04:17.572" v="127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D7890E2C-5534-4B0F-8D9C-E925522C3856}" dt="2024-07-08T08:58:14.382" v="102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D7890E2C-5534-4B0F-8D9C-E925522C3856}" dt="2024-07-08T08:54:43.142" v="95" actId="6549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 Mohan" userId="7f6a9fc7-46b4-4eac-90cd-058eb48f67de" providerId="ADAL" clId="{D7890E2C-5534-4B0F-8D9C-E925522C3856}" dt="2024-07-08T08:58:14.382" v="102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D7890E2C-5534-4B0F-8D9C-E925522C3856}" dt="2024-07-08T09:27:40.393" v="338" actId="20577"/>
        <pc:sldMkLst>
          <pc:docMk/>
          <pc:sldMk cId="1416329417" sldId="949"/>
        </pc:sldMkLst>
        <pc:spChg chg="mod">
          <ac:chgData name="Rosmin Elsa Mohan" userId="7f6a9fc7-46b4-4eac-90cd-058eb48f67de" providerId="ADAL" clId="{D7890E2C-5534-4B0F-8D9C-E925522C3856}" dt="2024-07-08T09:27:40.393" v="338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D7890E2C-5534-4B0F-8D9C-E925522C3856}" dt="2024-07-08T09:15:59.777" v="249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D7890E2C-5534-4B0F-8D9C-E925522C3856}" dt="2024-07-08T09:14:57.167" v="240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D7890E2C-5534-4B0F-8D9C-E925522C3856}" dt="2024-07-08T09:15:59.777" v="249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D7890E2C-5534-4B0F-8D9C-E925522C3856}" dt="2024-07-08T08:59:55.502" v="122"/>
        <pc:sldMkLst>
          <pc:docMk/>
          <pc:sldMk cId="1672910874" sldId="1298"/>
        </pc:sldMkLst>
        <pc:spChg chg="mod">
          <ac:chgData name="Rosmin Elsa Mohan" userId="7f6a9fc7-46b4-4eac-90cd-058eb48f67de" providerId="ADAL" clId="{D7890E2C-5534-4B0F-8D9C-E925522C3856}" dt="2024-07-08T08:59:55.502" v="122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D7890E2C-5534-4B0F-8D9C-E925522C3856}" dt="2024-07-08T09:07:32.575" v="145" actId="20577"/>
        <pc:sldMkLst>
          <pc:docMk/>
          <pc:sldMk cId="1217883548" sldId="1318"/>
        </pc:sldMkLst>
        <pc:spChg chg="mod">
          <ac:chgData name="Rosmin Elsa Mohan" userId="7f6a9fc7-46b4-4eac-90cd-058eb48f67de" providerId="ADAL" clId="{D7890E2C-5534-4B0F-8D9C-E925522C3856}" dt="2024-07-08T09:07:32.575" v="145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D7890E2C-5534-4B0F-8D9C-E925522C3856}" dt="2024-07-08T09:06:38.901" v="139" actId="14100"/>
        <pc:sldMkLst>
          <pc:docMk/>
          <pc:sldMk cId="180396868" sldId="1320"/>
        </pc:sldMkLst>
        <pc:spChg chg="mod">
          <ac:chgData name="Rosmin Elsa Mohan" userId="7f6a9fc7-46b4-4eac-90cd-058eb48f67de" providerId="ADAL" clId="{D7890E2C-5534-4B0F-8D9C-E925522C3856}" dt="2024-07-08T09:06:38.901" v="139" actId="14100"/>
          <ac:spMkLst>
            <pc:docMk/>
            <pc:sldMk cId="180396868" sldId="1320"/>
            <ac:spMk id="2" creationId="{DB1B1673-989C-680F-2E10-EB145FAF0EA9}"/>
          </ac:spMkLst>
        </pc:spChg>
        <pc:spChg chg="mod">
          <ac:chgData name="Rosmin Elsa Mohan" userId="7f6a9fc7-46b4-4eac-90cd-058eb48f67de" providerId="ADAL" clId="{D7890E2C-5534-4B0F-8D9C-E925522C3856}" dt="2024-07-08T09:06:36.886" v="138" actId="14100"/>
          <ac:spMkLst>
            <pc:docMk/>
            <pc:sldMk cId="180396868" sldId="1320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D7890E2C-5534-4B0F-8D9C-E925522C3856}" dt="2024-07-08T09:17:12.278" v="293" actId="20577"/>
        <pc:sldMkLst>
          <pc:docMk/>
          <pc:sldMk cId="4765592" sldId="1388"/>
        </pc:sldMkLst>
        <pc:spChg chg="mod">
          <ac:chgData name="Rosmin Elsa Mohan" userId="7f6a9fc7-46b4-4eac-90cd-058eb48f67de" providerId="ADAL" clId="{D7890E2C-5534-4B0F-8D9C-E925522C3856}" dt="2024-07-08T09:17:12.278" v="293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13:44.352" v="223" actId="14100"/>
        <pc:sldMkLst>
          <pc:docMk/>
          <pc:sldMk cId="2938291084" sldId="1393"/>
        </pc:sldMkLst>
        <pc:spChg chg="mod">
          <ac:chgData name="Rosmin Elsa Mohan" userId="7f6a9fc7-46b4-4eac-90cd-058eb48f67de" providerId="ADAL" clId="{D7890E2C-5534-4B0F-8D9C-E925522C3856}" dt="2024-07-08T09:08:00.265" v="179"/>
          <ac:spMkLst>
            <pc:docMk/>
            <pc:sldMk cId="2938291084" sldId="1393"/>
            <ac:spMk id="2" creationId="{69072751-0DFD-E04D-8DBC-6192EE4B4B2A}"/>
          </ac:spMkLst>
        </pc:spChg>
        <pc:spChg chg="del">
          <ac:chgData name="Rosmin Elsa Mohan" userId="7f6a9fc7-46b4-4eac-90cd-058eb48f67de" providerId="ADAL" clId="{D7890E2C-5534-4B0F-8D9C-E925522C3856}" dt="2024-07-08T09:11:23.284" v="197" actId="478"/>
          <ac:spMkLst>
            <pc:docMk/>
            <pc:sldMk cId="2938291084" sldId="1393"/>
            <ac:spMk id="3" creationId="{DFD3087A-542A-9E8A-2F04-286C1B72B61A}"/>
          </ac:spMkLst>
        </pc:spChg>
        <pc:spChg chg="add mod">
          <ac:chgData name="Rosmin Elsa Mohan" userId="7f6a9fc7-46b4-4eac-90cd-058eb48f67de" providerId="ADAL" clId="{D7890E2C-5534-4B0F-8D9C-E925522C3856}" dt="2024-07-08T09:13:44.352" v="223" actId="14100"/>
          <ac:spMkLst>
            <pc:docMk/>
            <pc:sldMk cId="2938291084" sldId="1393"/>
            <ac:spMk id="4" creationId="{5D8A1D50-48CB-9C5D-EE3F-E04C5F4941E7}"/>
          </ac:spMkLst>
        </pc:spChg>
      </pc:sldChg>
      <pc:sldChg chg="modSp mod">
        <pc:chgData name="Rosmin Elsa Mohan" userId="7f6a9fc7-46b4-4eac-90cd-058eb48f67de" providerId="ADAL" clId="{D7890E2C-5534-4B0F-8D9C-E925522C3856}" dt="2024-07-08T09:27:44.539" v="341" actId="20577"/>
        <pc:sldMkLst>
          <pc:docMk/>
          <pc:sldMk cId="1106683896" sldId="1401"/>
        </pc:sldMkLst>
        <pc:spChg chg="mod">
          <ac:chgData name="Rosmin Elsa Mohan" userId="7f6a9fc7-46b4-4eac-90cd-058eb48f67de" providerId="ADAL" clId="{D7890E2C-5534-4B0F-8D9C-E925522C3856}" dt="2024-07-08T09:27:44.539" v="341" actId="20577"/>
          <ac:spMkLst>
            <pc:docMk/>
            <pc:sldMk cId="1106683896" sldId="1401"/>
            <ac:spMk id="8" creationId="{A25EBDEB-28A0-A895-EE99-148520068F26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13:56.024" v="224" actId="6549"/>
        <pc:sldMkLst>
          <pc:docMk/>
          <pc:sldMk cId="511152044" sldId="1431"/>
        </pc:sldMkLst>
        <pc:spChg chg="mod">
          <ac:chgData name="Rosmin Elsa Mohan" userId="7f6a9fc7-46b4-4eac-90cd-058eb48f67de" providerId="ADAL" clId="{D7890E2C-5534-4B0F-8D9C-E925522C3856}" dt="2024-07-08T09:08:05.790" v="180"/>
          <ac:spMkLst>
            <pc:docMk/>
            <pc:sldMk cId="511152044" sldId="1431"/>
            <ac:spMk id="2" creationId="{FDBAA513-2B1D-53EE-75BE-0578E83338A3}"/>
          </ac:spMkLst>
        </pc:spChg>
        <pc:spChg chg="add mod">
          <ac:chgData name="Rosmin Elsa Mohan" userId="7f6a9fc7-46b4-4eac-90cd-058eb48f67de" providerId="ADAL" clId="{D7890E2C-5534-4B0F-8D9C-E925522C3856}" dt="2024-07-08T09:13:56.024" v="224" actId="6549"/>
          <ac:spMkLst>
            <pc:docMk/>
            <pc:sldMk cId="511152044" sldId="1431"/>
            <ac:spMk id="3" creationId="{A8B7ACB4-FB47-8483-40B3-7BBFC9061BD3}"/>
          </ac:spMkLst>
        </pc:spChg>
        <pc:spChg chg="del">
          <ac:chgData name="Rosmin Elsa Mohan" userId="7f6a9fc7-46b4-4eac-90cd-058eb48f67de" providerId="ADAL" clId="{D7890E2C-5534-4B0F-8D9C-E925522C3856}" dt="2024-07-08T09:12:04.328" v="204" actId="478"/>
          <ac:spMkLst>
            <pc:docMk/>
            <pc:sldMk cId="511152044" sldId="1431"/>
            <ac:spMk id="4" creationId="{4AAC9441-58C4-0675-DBDB-7021135F31E8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14:05.409" v="226" actId="6549"/>
        <pc:sldMkLst>
          <pc:docMk/>
          <pc:sldMk cId="2958737754" sldId="1432"/>
        </pc:sldMkLst>
        <pc:spChg chg="mod">
          <ac:chgData name="Rosmin Elsa Mohan" userId="7f6a9fc7-46b4-4eac-90cd-058eb48f67de" providerId="ADAL" clId="{D7890E2C-5534-4B0F-8D9C-E925522C3856}" dt="2024-07-08T09:08:10.215" v="181"/>
          <ac:spMkLst>
            <pc:docMk/>
            <pc:sldMk cId="2958737754" sldId="1432"/>
            <ac:spMk id="2" creationId="{C3E0B21F-9810-F1CF-643F-65AD235760E8}"/>
          </ac:spMkLst>
        </pc:spChg>
        <pc:spChg chg="del">
          <ac:chgData name="Rosmin Elsa Mohan" userId="7f6a9fc7-46b4-4eac-90cd-058eb48f67de" providerId="ADAL" clId="{D7890E2C-5534-4B0F-8D9C-E925522C3856}" dt="2024-07-08T09:12:26.356" v="209" actId="478"/>
          <ac:spMkLst>
            <pc:docMk/>
            <pc:sldMk cId="2958737754" sldId="1432"/>
            <ac:spMk id="3" creationId="{68AAB59A-FD91-226E-DFC4-E7CBB2BCC4B1}"/>
          </ac:spMkLst>
        </pc:spChg>
        <pc:spChg chg="add mod">
          <ac:chgData name="Rosmin Elsa Mohan" userId="7f6a9fc7-46b4-4eac-90cd-058eb48f67de" providerId="ADAL" clId="{D7890E2C-5534-4B0F-8D9C-E925522C3856}" dt="2024-07-08T09:14:05.409" v="226" actId="6549"/>
          <ac:spMkLst>
            <pc:docMk/>
            <pc:sldMk cId="2958737754" sldId="1432"/>
            <ac:spMk id="4" creationId="{70D865DC-66C0-205D-0A3E-7B594B9BA3DF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4.175" v="214" actId="47"/>
        <pc:sldMkLst>
          <pc:docMk/>
          <pc:sldMk cId="1424203554" sldId="1433"/>
        </pc:sldMkLst>
        <pc:spChg chg="mod">
          <ac:chgData name="Rosmin Elsa Mohan" userId="7f6a9fc7-46b4-4eac-90cd-058eb48f67de" providerId="ADAL" clId="{D7890E2C-5534-4B0F-8D9C-E925522C3856}" dt="2024-07-08T09:08:14.438" v="182"/>
          <ac:spMkLst>
            <pc:docMk/>
            <pc:sldMk cId="1424203554" sldId="1433"/>
            <ac:spMk id="2" creationId="{BB7CA26C-858D-CA83-6316-7A191D166A82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50.774" v="216" actId="47"/>
        <pc:sldMkLst>
          <pc:docMk/>
          <pc:sldMk cId="338017506" sldId="1434"/>
        </pc:sldMkLst>
        <pc:spChg chg="mod">
          <ac:chgData name="Rosmin Elsa Mohan" userId="7f6a9fc7-46b4-4eac-90cd-058eb48f67de" providerId="ADAL" clId="{D7890E2C-5534-4B0F-8D9C-E925522C3856}" dt="2024-07-08T09:08:27.796" v="185"/>
          <ac:spMkLst>
            <pc:docMk/>
            <pc:sldMk cId="338017506" sldId="1434"/>
            <ac:spMk id="2" creationId="{D1F75A4E-16BB-34B4-902A-037DA029C0DF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6.618" v="215" actId="47"/>
        <pc:sldMkLst>
          <pc:docMk/>
          <pc:sldMk cId="347131704" sldId="1435"/>
        </pc:sldMkLst>
        <pc:spChg chg="mod">
          <ac:chgData name="Rosmin Elsa Mohan" userId="7f6a9fc7-46b4-4eac-90cd-058eb48f67de" providerId="ADAL" clId="{D7890E2C-5534-4B0F-8D9C-E925522C3856}" dt="2024-07-08T09:08:31.210" v="186"/>
          <ac:spMkLst>
            <pc:docMk/>
            <pc:sldMk cId="347131704" sldId="1435"/>
            <ac:spMk id="2" creationId="{0FF54D7A-4C4F-E175-AF67-1860F158252E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4.175" v="214" actId="47"/>
        <pc:sldMkLst>
          <pc:docMk/>
          <pc:sldMk cId="2428896208" sldId="1436"/>
        </pc:sldMkLst>
        <pc:spChg chg="mod">
          <ac:chgData name="Rosmin Elsa Mohan" userId="7f6a9fc7-46b4-4eac-90cd-058eb48f67de" providerId="ADAL" clId="{D7890E2C-5534-4B0F-8D9C-E925522C3856}" dt="2024-07-08T09:08:19.359" v="183"/>
          <ac:spMkLst>
            <pc:docMk/>
            <pc:sldMk cId="2428896208" sldId="1436"/>
            <ac:spMk id="2" creationId="{875E988F-2580-F212-A4BE-9D9DD0876DFE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4.175" v="214" actId="47"/>
        <pc:sldMkLst>
          <pc:docMk/>
          <pc:sldMk cId="922083306" sldId="1437"/>
        </pc:sldMkLst>
        <pc:spChg chg="mod">
          <ac:chgData name="Rosmin Elsa Mohan" userId="7f6a9fc7-46b4-4eac-90cd-058eb48f67de" providerId="ADAL" clId="{D7890E2C-5534-4B0F-8D9C-E925522C3856}" dt="2024-07-08T09:08:23.393" v="184"/>
          <ac:spMkLst>
            <pc:docMk/>
            <pc:sldMk cId="922083306" sldId="1437"/>
            <ac:spMk id="2" creationId="{E26BE52D-4160-74B6-CB67-9E66B0DEA658}"/>
          </ac:spMkLst>
        </pc:spChg>
      </pc:sldChg>
      <pc:sldChg chg="modSp mod">
        <pc:chgData name="Rosmin Elsa Mohan" userId="7f6a9fc7-46b4-4eac-90cd-058eb48f67de" providerId="ADAL" clId="{D7890E2C-5534-4B0F-8D9C-E925522C3856}" dt="2024-07-08T09:26:23.616" v="327" actId="6549"/>
        <pc:sldMkLst>
          <pc:docMk/>
          <pc:sldMk cId="3552461181" sldId="1438"/>
        </pc:sldMkLst>
        <pc:spChg chg="mod">
          <ac:chgData name="Rosmin Elsa Mohan" userId="7f6a9fc7-46b4-4eac-90cd-058eb48f67de" providerId="ADAL" clId="{D7890E2C-5534-4B0F-8D9C-E925522C3856}" dt="2024-07-08T09:17:37.221" v="304" actId="20577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 Mohan" userId="7f6a9fc7-46b4-4eac-90cd-058eb48f67de" providerId="ADAL" clId="{D7890E2C-5534-4B0F-8D9C-E925522C3856}" dt="2024-07-08T09:26:23.616" v="327" actId="6549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">
        <pc:chgData name="Rosmin Elsa Mohan" userId="7f6a9fc7-46b4-4eac-90cd-058eb48f67de" providerId="ADAL" clId="{D7890E2C-5534-4B0F-8D9C-E925522C3856}" dt="2024-07-08T09:26:29.850" v="329" actId="6549"/>
        <pc:sldMkLst>
          <pc:docMk/>
          <pc:sldMk cId="1565668377" sldId="1439"/>
        </pc:sldMkLst>
        <pc:spChg chg="mod">
          <ac:chgData name="Rosmin Elsa Mohan" userId="7f6a9fc7-46b4-4eac-90cd-058eb48f67de" providerId="ADAL" clId="{D7890E2C-5534-4B0F-8D9C-E925522C3856}" dt="2024-07-08T09:17:57.819" v="309" actId="20577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 Mohan" userId="7f6a9fc7-46b4-4eac-90cd-058eb48f67de" providerId="ADAL" clId="{D7890E2C-5534-4B0F-8D9C-E925522C3856}" dt="2024-07-08T09:26:29.850" v="329" actId="6549"/>
          <ac:spMkLst>
            <pc:docMk/>
            <pc:sldMk cId="1565668377" sldId="1439"/>
            <ac:spMk id="8" creationId="{4BAC8562-D3A9-2F9C-BC47-4C2B3FDE803F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26:40.587" v="333" actId="6549"/>
        <pc:sldMkLst>
          <pc:docMk/>
          <pc:sldMk cId="2616289819" sldId="1440"/>
        </pc:sldMkLst>
        <pc:spChg chg="mod">
          <ac:chgData name="Rosmin Elsa Mohan" userId="7f6a9fc7-46b4-4eac-90cd-058eb48f67de" providerId="ADAL" clId="{D7890E2C-5534-4B0F-8D9C-E925522C3856}" dt="2024-07-08T09:24:19.057" v="317" actId="20577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 Mohan" userId="7f6a9fc7-46b4-4eac-90cd-058eb48f67de" providerId="ADAL" clId="{D7890E2C-5534-4B0F-8D9C-E925522C3856}" dt="2024-07-08T09:26:40.587" v="333" actId="6549"/>
          <ac:spMkLst>
            <pc:docMk/>
            <pc:sldMk cId="2616289819" sldId="1440"/>
            <ac:spMk id="8" creationId="{FD9D0223-DDE2-A728-CEDA-5488160104E8}"/>
          </ac:spMkLst>
        </pc:spChg>
        <pc:graphicFrameChg chg="add del modGraphic">
          <ac:chgData name="Rosmin Elsa Mohan" userId="7f6a9fc7-46b4-4eac-90cd-058eb48f67de" providerId="ADAL" clId="{D7890E2C-5534-4B0F-8D9C-E925522C3856}" dt="2024-07-08T09:26:33.595" v="331" actId="27309"/>
          <ac:graphicFrameMkLst>
            <pc:docMk/>
            <pc:sldMk cId="2616289819" sldId="1440"/>
            <ac:graphicFrameMk id="3" creationId="{24F37A08-1D7C-64B6-9AB8-425C0B559386}"/>
          </ac:graphicFrameMkLst>
        </pc:graphicFrameChg>
      </pc:sldChg>
      <pc:sldChg chg="modSp mod">
        <pc:chgData name="Rosmin Elsa Mohan" userId="7f6a9fc7-46b4-4eac-90cd-058eb48f67de" providerId="ADAL" clId="{D7890E2C-5534-4B0F-8D9C-E925522C3856}" dt="2024-07-08T09:26:45.605" v="335" actId="6549"/>
        <pc:sldMkLst>
          <pc:docMk/>
          <pc:sldMk cId="2067044265" sldId="1441"/>
        </pc:sldMkLst>
        <pc:spChg chg="mod">
          <ac:chgData name="Rosmin Elsa Mohan" userId="7f6a9fc7-46b4-4eac-90cd-058eb48f67de" providerId="ADAL" clId="{D7890E2C-5534-4B0F-8D9C-E925522C3856}" dt="2024-07-08T09:25:03.081" v="325" actId="6549"/>
          <ac:spMkLst>
            <pc:docMk/>
            <pc:sldMk cId="2067044265" sldId="1441"/>
            <ac:spMk id="6" creationId="{648109A3-6683-1D70-4355-307F6E396EE6}"/>
          </ac:spMkLst>
        </pc:spChg>
        <pc:spChg chg="mod">
          <ac:chgData name="Rosmin Elsa Mohan" userId="7f6a9fc7-46b4-4eac-90cd-058eb48f67de" providerId="ADAL" clId="{D7890E2C-5534-4B0F-8D9C-E925522C3856}" dt="2024-07-08T09:26:45.605" v="335" actId="6549"/>
          <ac:spMkLst>
            <pc:docMk/>
            <pc:sldMk cId="2067044265" sldId="1441"/>
            <ac:spMk id="8" creationId="{A94480F0-5C85-E17D-1A8A-F1B1388870F9}"/>
          </ac:spMkLst>
        </pc:spChg>
      </pc:sldChg>
      <pc:sldChg chg="modSp mod">
        <pc:chgData name="Rosmin Elsa Mohan" userId="7f6a9fc7-46b4-4eac-90cd-058eb48f67de" providerId="ADAL" clId="{D7890E2C-5534-4B0F-8D9C-E925522C3856}" dt="2024-07-08T09:27:48.834" v="344" actId="20577"/>
        <pc:sldMkLst>
          <pc:docMk/>
          <pc:sldMk cId="2623249776" sldId="1442"/>
        </pc:sldMkLst>
        <pc:spChg chg="mod">
          <ac:chgData name="Rosmin Elsa Mohan" userId="7f6a9fc7-46b4-4eac-90cd-058eb48f67de" providerId="ADAL" clId="{D7890E2C-5534-4B0F-8D9C-E925522C3856}" dt="2024-07-08T09:27:48.834" v="344" actId="20577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 Mohan" userId="7f6a9fc7-46b4-4eac-90cd-058eb48f67de" providerId="ADAL" clId="{D7890E2C-5534-4B0F-8D9C-E925522C3856}" dt="2024-07-08T09:27:52.758" v="347" actId="20577"/>
        <pc:sldMkLst>
          <pc:docMk/>
          <pc:sldMk cId="637721542" sldId="1443"/>
        </pc:sldMkLst>
        <pc:spChg chg="mod">
          <ac:chgData name="Rosmin Elsa Mohan" userId="7f6a9fc7-46b4-4eac-90cd-058eb48f67de" providerId="ADAL" clId="{D7890E2C-5534-4B0F-8D9C-E925522C3856}" dt="2024-07-08T09:27:52.758" v="347" actId="20577"/>
          <ac:spMkLst>
            <pc:docMk/>
            <pc:sldMk cId="637721542" sldId="1443"/>
            <ac:spMk id="8" creationId="{65BA4930-30DF-D4B4-ADD6-B777DB74DBCD}"/>
          </ac:spMkLst>
        </pc:spChg>
      </pc:sldChg>
      <pc:sldChg chg="modSp mod">
        <pc:chgData name="Rosmin Elsa Mohan" userId="7f6a9fc7-46b4-4eac-90cd-058eb48f67de" providerId="ADAL" clId="{D7890E2C-5534-4B0F-8D9C-E925522C3856}" dt="2024-07-08T09:27:56.667" v="350" actId="20577"/>
        <pc:sldMkLst>
          <pc:docMk/>
          <pc:sldMk cId="2967730246" sldId="1444"/>
        </pc:sldMkLst>
        <pc:spChg chg="mod">
          <ac:chgData name="Rosmin Elsa Mohan" userId="7f6a9fc7-46b4-4eac-90cd-058eb48f67de" providerId="ADAL" clId="{D7890E2C-5534-4B0F-8D9C-E925522C3856}" dt="2024-07-08T09:27:56.667" v="350" actId="20577"/>
          <ac:spMkLst>
            <pc:docMk/>
            <pc:sldMk cId="2967730246" sldId="1444"/>
            <ac:spMk id="8" creationId="{4B20C08D-13B1-4F34-A99E-AF3AC5E49CB3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8:58:37.011" v="107"/>
        <pc:sldMkLst>
          <pc:docMk/>
          <pc:sldMk cId="3068996028" sldId="1472"/>
        </pc:sldMkLst>
        <pc:spChg chg="mod">
          <ac:chgData name="Rosmin Elsa Mohan" userId="7f6a9fc7-46b4-4eac-90cd-058eb48f67de" providerId="ADAL" clId="{D7890E2C-5534-4B0F-8D9C-E925522C3856}" dt="2024-07-08T08:54:50.432" v="96"/>
          <ac:spMkLst>
            <pc:docMk/>
            <pc:sldMk cId="3068996028" sldId="1472"/>
            <ac:spMk id="2" creationId="{7650D44C-1859-E285-8215-02854B445147}"/>
          </ac:spMkLst>
        </pc:spChg>
        <pc:spChg chg="add mod">
          <ac:chgData name="Rosmin Elsa Mohan" userId="7f6a9fc7-46b4-4eac-90cd-058eb48f67de" providerId="ADAL" clId="{D7890E2C-5534-4B0F-8D9C-E925522C3856}" dt="2024-07-08T08:58:37.011" v="107"/>
          <ac:spMkLst>
            <pc:docMk/>
            <pc:sldMk cId="3068996028" sldId="1472"/>
            <ac:spMk id="3" creationId="{4A8690D3-6D5D-BBB1-5673-E0C9C96D6ACA}"/>
          </ac:spMkLst>
        </pc:spChg>
        <pc:spChg chg="del">
          <ac:chgData name="Rosmin Elsa Mohan" userId="7f6a9fc7-46b4-4eac-90cd-058eb48f67de" providerId="ADAL" clId="{D7890E2C-5534-4B0F-8D9C-E925522C3856}" dt="2024-07-08T08:58:24.371" v="103" actId="478"/>
          <ac:spMkLst>
            <pc:docMk/>
            <pc:sldMk cId="3068996028" sldId="1472"/>
            <ac:spMk id="7" creationId="{F460751C-3D51-84CA-15D6-D3B27D67B948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8:59:16.535" v="115" actId="27107"/>
        <pc:sldMkLst>
          <pc:docMk/>
          <pc:sldMk cId="2264041875" sldId="1473"/>
        </pc:sldMkLst>
        <pc:spChg chg="mod">
          <ac:chgData name="Rosmin Elsa Mohan" userId="7f6a9fc7-46b4-4eac-90cd-058eb48f67de" providerId="ADAL" clId="{D7890E2C-5534-4B0F-8D9C-E925522C3856}" dt="2024-07-08T08:54:56.298" v="97"/>
          <ac:spMkLst>
            <pc:docMk/>
            <pc:sldMk cId="2264041875" sldId="1473"/>
            <ac:spMk id="2" creationId="{DF6C818C-9627-247B-B917-187D597D3668}"/>
          </ac:spMkLst>
        </pc:spChg>
        <pc:spChg chg="add del">
          <ac:chgData name="Rosmin Elsa Mohan" userId="7f6a9fc7-46b4-4eac-90cd-058eb48f67de" providerId="ADAL" clId="{D7890E2C-5534-4B0F-8D9C-E925522C3856}" dt="2024-07-08T08:58:43.121" v="110" actId="22"/>
          <ac:spMkLst>
            <pc:docMk/>
            <pc:sldMk cId="2264041875" sldId="1473"/>
            <ac:spMk id="4" creationId="{274A75E6-140A-5927-B04E-9DA0595FDAE5}"/>
          </ac:spMkLst>
        </pc:spChg>
        <pc:spChg chg="del">
          <ac:chgData name="Rosmin Elsa Mohan" userId="7f6a9fc7-46b4-4eac-90cd-058eb48f67de" providerId="ADAL" clId="{D7890E2C-5534-4B0F-8D9C-E925522C3856}" dt="2024-07-08T08:58:40.781" v="108" actId="478"/>
          <ac:spMkLst>
            <pc:docMk/>
            <pc:sldMk cId="2264041875" sldId="1473"/>
            <ac:spMk id="7" creationId="{BE797BE3-6F9B-D32D-1F0D-2E5750AD0ED8}"/>
          </ac:spMkLst>
        </pc:spChg>
        <pc:spChg chg="add mod">
          <ac:chgData name="Rosmin Elsa Mohan" userId="7f6a9fc7-46b4-4eac-90cd-058eb48f67de" providerId="ADAL" clId="{D7890E2C-5534-4B0F-8D9C-E925522C3856}" dt="2024-07-08T08:59:16.535" v="115" actId="27107"/>
          <ac:spMkLst>
            <pc:docMk/>
            <pc:sldMk cId="2264041875" sldId="1473"/>
            <ac:spMk id="8" creationId="{FDC59045-2C7C-F576-C00C-AAA6D40E13D2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8:59:33.264" v="121"/>
        <pc:sldMkLst>
          <pc:docMk/>
          <pc:sldMk cId="2017312258" sldId="1474"/>
        </pc:sldMkLst>
        <pc:spChg chg="mod">
          <ac:chgData name="Rosmin Elsa Mohan" userId="7f6a9fc7-46b4-4eac-90cd-058eb48f67de" providerId="ADAL" clId="{D7890E2C-5534-4B0F-8D9C-E925522C3856}" dt="2024-07-08T08:54:59.601" v="98"/>
          <ac:spMkLst>
            <pc:docMk/>
            <pc:sldMk cId="2017312258" sldId="1474"/>
            <ac:spMk id="2" creationId="{F8B061F3-D074-8E40-5901-929AFBA39D36}"/>
          </ac:spMkLst>
        </pc:spChg>
        <pc:spChg chg="add mod">
          <ac:chgData name="Rosmin Elsa Mohan" userId="7f6a9fc7-46b4-4eac-90cd-058eb48f67de" providerId="ADAL" clId="{D7890E2C-5534-4B0F-8D9C-E925522C3856}" dt="2024-07-08T08:59:33.264" v="121"/>
          <ac:spMkLst>
            <pc:docMk/>
            <pc:sldMk cId="2017312258" sldId="1474"/>
            <ac:spMk id="3" creationId="{E1F6D6C1-942B-FDE1-65ED-8884FD5ECA9A}"/>
          </ac:spMkLst>
        </pc:spChg>
        <pc:spChg chg="del mod">
          <ac:chgData name="Rosmin Elsa Mohan" userId="7f6a9fc7-46b4-4eac-90cd-058eb48f67de" providerId="ADAL" clId="{D7890E2C-5534-4B0F-8D9C-E925522C3856}" dt="2024-07-08T08:59:21.786" v="117" actId="478"/>
          <ac:spMkLst>
            <pc:docMk/>
            <pc:sldMk cId="2017312258" sldId="1474"/>
            <ac:spMk id="7" creationId="{64CB5F95-8868-097A-BCB3-2D414D940B83}"/>
          </ac:spMkLst>
        </pc:spChg>
      </pc:sldChg>
      <pc:sldMasterChg chg="modSldLayout">
        <pc:chgData name="Rosmin Elsa Mohan" userId="7f6a9fc7-46b4-4eac-90cd-058eb48f67de" providerId="ADAL" clId="{D7890E2C-5534-4B0F-8D9C-E925522C3856}" dt="2024-07-08T08:53:28.336" v="59" actId="1076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D7890E2C-5534-4B0F-8D9C-E925522C3856}" dt="2024-07-08T08:53:01.312" v="24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D7890E2C-5534-4B0F-8D9C-E925522C3856}" dt="2024-07-08T08:53:01.312" v="24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D7890E2C-5534-4B0F-8D9C-E925522C3856}" dt="2024-07-08T08:53:11.896" v="43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D7890E2C-5534-4B0F-8D9C-E925522C3856}" dt="2024-07-08T08:53:11.896" v="43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D7890E2C-5534-4B0F-8D9C-E925522C3856}" dt="2024-07-08T08:53:28.336" v="59" actId="1076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D7890E2C-5534-4B0F-8D9C-E925522C3856}" dt="2024-07-08T08:53:27.634" v="58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  <pc:picChg chg="mod">
            <ac:chgData name="Rosmin Elsa Mohan" userId="7f6a9fc7-46b4-4eac-90cd-058eb48f67de" providerId="ADAL" clId="{D7890E2C-5534-4B0F-8D9C-E925522C3856}" dt="2024-07-08T08:53:28.336" v="59" actId="1076"/>
            <ac:picMkLst>
              <pc:docMk/>
              <pc:sldMasterMk cId="2021402228" sldId="2147483673"/>
              <pc:sldLayoutMk cId="559836863" sldId="2147483688"/>
              <ac:picMk id="2" creationId="{48FE7525-701C-1966-DABB-11C36E082449}"/>
            </ac:picMkLst>
          </pc:picChg>
        </pc:sldLayoutChg>
        <pc:sldLayoutChg chg="modSp mod">
          <pc:chgData name="Rosmin Elsa Mohan" userId="7f6a9fc7-46b4-4eac-90cd-058eb48f67de" providerId="ADAL" clId="{D7890E2C-5534-4B0F-8D9C-E925522C3856}" dt="2024-07-08T08:53:18.033" v="51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D7890E2C-5534-4B0F-8D9C-E925522C3856}" dt="2024-07-08T08:53:18.033" v="51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 Mohan" userId="7f6a9fc7-46b4-4eac-90cd-058eb48f67de" providerId="ADAL" clId="{5005AFAF-1EC3-4C50-B3C8-4822698C752D}"/>
    <pc:docChg chg="undo redo custSel modSld">
      <pc:chgData name="Rosmin Elsa Mohan" userId="7f6a9fc7-46b4-4eac-90cd-058eb48f67de" providerId="ADAL" clId="{5005AFAF-1EC3-4C50-B3C8-4822698C752D}" dt="2024-05-07T03:24:59.464" v="96" actId="1076"/>
      <pc:docMkLst>
        <pc:docMk/>
      </pc:docMkLst>
      <pc:sldChg chg="modSp mod">
        <pc:chgData name="Rosmin Elsa Mohan" userId="7f6a9fc7-46b4-4eac-90cd-058eb48f67de" providerId="ADAL" clId="{5005AFAF-1EC3-4C50-B3C8-4822698C752D}" dt="2024-05-07T03:17:38.378" v="6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5005AFAF-1EC3-4C50-B3C8-4822698C752D}" dt="2024-05-07T03:17:38.378" v="6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5005AFAF-1EC3-4C50-B3C8-4822698C752D}" dt="2024-05-07T03:17:56.032" v="19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5005AFAF-1EC3-4C50-B3C8-4822698C752D}" dt="2024-05-07T03:17:56.032" v="1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5005AFAF-1EC3-4C50-B3C8-4822698C752D}" dt="2024-05-07T03:20:39.135" v="46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5005AFAF-1EC3-4C50-B3C8-4822698C752D}" dt="2024-05-07T03:20:39.135" v="46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5005AFAF-1EC3-4C50-B3C8-4822698C752D}" dt="2024-05-07T03:24:59.464" v="96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5005AFAF-1EC3-4C50-B3C8-4822698C752D}" dt="2024-05-07T03:24:00.629" v="89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5005AFAF-1EC3-4C50-B3C8-4822698C752D}" dt="2024-05-07T03:24:59.464" v="96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5005AFAF-1EC3-4C50-B3C8-4822698C752D}" dt="2024-05-07T03:18:54.333" v="23" actId="6549"/>
        <pc:sldMkLst>
          <pc:docMk/>
          <pc:sldMk cId="2137578366" sldId="859"/>
        </pc:sldMkLst>
        <pc:spChg chg="mod">
          <ac:chgData name="Rosmin Elsa Mohan" userId="7f6a9fc7-46b4-4eac-90cd-058eb48f67de" providerId="ADAL" clId="{5005AFAF-1EC3-4C50-B3C8-4822698C752D}" dt="2024-05-07T03:18:54.333" v="23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5005AFAF-1EC3-4C50-B3C8-4822698C752D}" dt="2024-05-07T03:20:17.613" v="39"/>
        <pc:sldMkLst>
          <pc:docMk/>
          <pc:sldMk cId="1672910874" sldId="1298"/>
        </pc:sldMkLst>
        <pc:spChg chg="mod">
          <ac:chgData name="Rosmin Elsa Mohan" userId="7f6a9fc7-46b4-4eac-90cd-058eb48f67de" providerId="ADAL" clId="{5005AFAF-1EC3-4C50-B3C8-4822698C752D}" dt="2024-05-07T03:20:17.613" v="3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5005AFAF-1EC3-4C50-B3C8-4822698C752D}" dt="2024-05-07T03:19:14.885" v="29" actId="6549"/>
        <pc:sldMkLst>
          <pc:docMk/>
          <pc:sldMk cId="3068996028" sldId="1472"/>
        </pc:sldMkLst>
        <pc:spChg chg="mod">
          <ac:chgData name="Rosmin Elsa Mohan" userId="7f6a9fc7-46b4-4eac-90cd-058eb48f67de" providerId="ADAL" clId="{5005AFAF-1EC3-4C50-B3C8-4822698C752D}" dt="2024-05-07T03:19:14.885" v="29" actId="6549"/>
          <ac:spMkLst>
            <pc:docMk/>
            <pc:sldMk cId="3068996028" sldId="1472"/>
            <ac:spMk id="7" creationId="{F460751C-3D51-84CA-15D6-D3B27D67B948}"/>
          </ac:spMkLst>
        </pc:spChg>
      </pc:sldChg>
      <pc:sldChg chg="modSp mod">
        <pc:chgData name="Rosmin Elsa Mohan" userId="7f6a9fc7-46b4-4eac-90cd-058eb48f67de" providerId="ADAL" clId="{5005AFAF-1EC3-4C50-B3C8-4822698C752D}" dt="2024-05-07T03:19:29.962" v="35" actId="6549"/>
        <pc:sldMkLst>
          <pc:docMk/>
          <pc:sldMk cId="2264041875" sldId="1473"/>
        </pc:sldMkLst>
        <pc:spChg chg="mod">
          <ac:chgData name="Rosmin Elsa Mohan" userId="7f6a9fc7-46b4-4eac-90cd-058eb48f67de" providerId="ADAL" clId="{5005AFAF-1EC3-4C50-B3C8-4822698C752D}" dt="2024-05-07T03:19:29.962" v="35" actId="6549"/>
          <ac:spMkLst>
            <pc:docMk/>
            <pc:sldMk cId="2264041875" sldId="1473"/>
            <ac:spMk id="7" creationId="{BE797BE3-6F9B-D32D-1F0D-2E5750AD0ED8}"/>
          </ac:spMkLst>
        </pc:spChg>
      </pc:sldChg>
      <pc:sldChg chg="modSp mod">
        <pc:chgData name="Rosmin Elsa Mohan" userId="7f6a9fc7-46b4-4eac-90cd-058eb48f67de" providerId="ADAL" clId="{5005AFAF-1EC3-4C50-B3C8-4822698C752D}" dt="2024-05-07T03:19:49.133" v="38"/>
        <pc:sldMkLst>
          <pc:docMk/>
          <pc:sldMk cId="2017312258" sldId="1474"/>
        </pc:sldMkLst>
        <pc:spChg chg="mod">
          <ac:chgData name="Rosmin Elsa Mohan" userId="7f6a9fc7-46b4-4eac-90cd-058eb48f67de" providerId="ADAL" clId="{5005AFAF-1EC3-4C50-B3C8-4822698C752D}" dt="2024-05-07T03:19:49.133" v="38"/>
          <ac:spMkLst>
            <pc:docMk/>
            <pc:sldMk cId="2017312258" sldId="1474"/>
            <ac:spMk id="7" creationId="{64CB5F95-8868-097A-BCB3-2D414D940B83}"/>
          </ac:spMkLst>
        </pc:spChg>
      </pc:sldChg>
    </pc:docChg>
  </pc:docChgLst>
  <pc:docChgLst>
    <pc:chgData name="Rosmin Elsa" userId="8f13a6be4da41318" providerId="Windows Live" clId="Web-{3FF49887-49B9-5F6B-B604-5493CEE338A0}"/>
    <pc:docChg chg="modSld">
      <pc:chgData name="Rosmin Elsa" userId="8f13a6be4da41318" providerId="Windows Live" clId="Web-{3FF49887-49B9-5F6B-B604-5493CEE338A0}" dt="2024-07-24T06:56:13.519" v="32" actId="20577"/>
      <pc:docMkLst>
        <pc:docMk/>
      </pc:docMkLst>
      <pc:sldChg chg="modSp">
        <pc:chgData name="Rosmin Elsa" userId="8f13a6be4da41318" providerId="Windows Live" clId="Web-{3FF49887-49B9-5F6B-B604-5493CEE338A0}" dt="2024-07-24T06:56:13.519" v="32" actId="20577"/>
        <pc:sldMkLst>
          <pc:docMk/>
          <pc:sldMk cId="2332149466" sldId="1412"/>
        </pc:sldMkLst>
        <pc:spChg chg="mod">
          <ac:chgData name="Rosmin Elsa" userId="8f13a6be4da41318" providerId="Windows Live" clId="Web-{3FF49887-49B9-5F6B-B604-5493CEE338A0}" dt="2024-07-24T06:56:13.519" v="32" actId="20577"/>
          <ac:spMkLst>
            <pc:docMk/>
            <pc:sldMk cId="2332149466" sldId="1412"/>
            <ac:spMk id="6" creationId="{00B7E6C3-DC3B-BC8E-EE75-86995C7F8ADF}"/>
          </ac:spMkLst>
        </pc:spChg>
      </pc:sldChg>
    </pc:docChg>
  </pc:docChgLst>
  <pc:docChgLst>
    <pc:chgData name="Rosmin Elsa" userId="8f13a6be4da41318" providerId="Windows Live" clId="Web-{07929456-3113-436B-571B-8DB0A486CE40}"/>
    <pc:docChg chg="modSld">
      <pc:chgData name="Rosmin Elsa" userId="8f13a6be4da41318" providerId="Windows Live" clId="Web-{07929456-3113-436B-571B-8DB0A486CE40}" dt="2024-07-27T05:18:59.918" v="11" actId="20577"/>
      <pc:docMkLst>
        <pc:docMk/>
      </pc:docMkLst>
      <pc:sldChg chg="modSp">
        <pc:chgData name="Rosmin Elsa" userId="8f13a6be4da41318" providerId="Windows Live" clId="Web-{07929456-3113-436B-571B-8DB0A486CE40}" dt="2024-07-27T05:16:13.726" v="2" actId="20577"/>
        <pc:sldMkLst>
          <pc:docMk/>
          <pc:sldMk cId="3717493800" sldId="821"/>
        </pc:sldMkLst>
        <pc:spChg chg="mod">
          <ac:chgData name="Rosmin Elsa" userId="8f13a6be4da41318" providerId="Windows Live" clId="Web-{07929456-3113-436B-571B-8DB0A486CE40}" dt="2024-07-27T05:16:13.726" v="2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Rosmin Elsa" userId="8f13a6be4da41318" providerId="Windows Live" clId="Web-{07929456-3113-436B-571B-8DB0A486CE40}" dt="2024-07-27T05:18:00.932" v="3" actId="14100"/>
        <pc:sldMkLst>
          <pc:docMk/>
          <pc:sldMk cId="1292053075" sldId="1470"/>
        </pc:sldMkLst>
        <pc:spChg chg="mod">
          <ac:chgData name="Rosmin Elsa" userId="8f13a6be4da41318" providerId="Windows Live" clId="Web-{07929456-3113-436B-571B-8DB0A486CE40}" dt="2024-07-27T05:18:00.932" v="3" actId="14100"/>
          <ac:spMkLst>
            <pc:docMk/>
            <pc:sldMk cId="1292053075" sldId="1470"/>
            <ac:spMk id="6" creationId="{D5D737D0-BD04-7FC6-B03F-BCEC1F57FD2E}"/>
          </ac:spMkLst>
        </pc:spChg>
      </pc:sldChg>
      <pc:sldChg chg="modSp">
        <pc:chgData name="Rosmin Elsa" userId="8f13a6be4da41318" providerId="Windows Live" clId="Web-{07929456-3113-436B-571B-8DB0A486CE40}" dt="2024-07-27T05:18:22.635" v="4" actId="20577"/>
        <pc:sldMkLst>
          <pc:docMk/>
          <pc:sldMk cId="661357680" sldId="1484"/>
        </pc:sldMkLst>
        <pc:spChg chg="mod">
          <ac:chgData name="Rosmin Elsa" userId="8f13a6be4da41318" providerId="Windows Live" clId="Web-{07929456-3113-436B-571B-8DB0A486CE40}" dt="2024-07-27T05:18:22.635" v="4" actId="20577"/>
          <ac:spMkLst>
            <pc:docMk/>
            <pc:sldMk cId="661357680" sldId="1484"/>
            <ac:spMk id="5" creationId="{203055F6-333A-FAAF-7CFD-1D7E180EB11F}"/>
          </ac:spMkLst>
        </pc:spChg>
      </pc:sldChg>
      <pc:sldChg chg="modSp">
        <pc:chgData name="Rosmin Elsa" userId="8f13a6be4da41318" providerId="Windows Live" clId="Web-{07929456-3113-436B-571B-8DB0A486CE40}" dt="2024-07-27T05:18:27.714" v="5" actId="20577"/>
        <pc:sldMkLst>
          <pc:docMk/>
          <pc:sldMk cId="699412293" sldId="1485"/>
        </pc:sldMkLst>
        <pc:spChg chg="mod">
          <ac:chgData name="Rosmin Elsa" userId="8f13a6be4da41318" providerId="Windows Live" clId="Web-{07929456-3113-436B-571B-8DB0A486CE40}" dt="2024-07-27T05:18:27.714" v="5" actId="20577"/>
          <ac:spMkLst>
            <pc:docMk/>
            <pc:sldMk cId="699412293" sldId="1485"/>
            <ac:spMk id="5" creationId="{203055F6-333A-FAAF-7CFD-1D7E180EB11F}"/>
          </ac:spMkLst>
        </pc:spChg>
      </pc:sldChg>
      <pc:sldChg chg="modSp">
        <pc:chgData name="Rosmin Elsa" userId="8f13a6be4da41318" providerId="Windows Live" clId="Web-{07929456-3113-436B-571B-8DB0A486CE40}" dt="2024-07-27T05:18:38.558" v="7" actId="20577"/>
        <pc:sldMkLst>
          <pc:docMk/>
          <pc:sldMk cId="2573244582" sldId="1486"/>
        </pc:sldMkLst>
        <pc:spChg chg="mod">
          <ac:chgData name="Rosmin Elsa" userId="8f13a6be4da41318" providerId="Windows Live" clId="Web-{07929456-3113-436B-571B-8DB0A486CE40}" dt="2024-07-27T05:18:38.558" v="7" actId="20577"/>
          <ac:spMkLst>
            <pc:docMk/>
            <pc:sldMk cId="2573244582" sldId="1486"/>
            <ac:spMk id="5" creationId="{203055F6-333A-FAAF-7CFD-1D7E180EB11F}"/>
          </ac:spMkLst>
        </pc:spChg>
      </pc:sldChg>
      <pc:sldChg chg="modSp">
        <pc:chgData name="Rosmin Elsa" userId="8f13a6be4da41318" providerId="Windows Live" clId="Web-{07929456-3113-436B-571B-8DB0A486CE40}" dt="2024-07-27T05:18:42.198" v="8" actId="20577"/>
        <pc:sldMkLst>
          <pc:docMk/>
          <pc:sldMk cId="2734668960" sldId="1487"/>
        </pc:sldMkLst>
        <pc:spChg chg="mod">
          <ac:chgData name="Rosmin Elsa" userId="8f13a6be4da41318" providerId="Windows Live" clId="Web-{07929456-3113-436B-571B-8DB0A486CE40}" dt="2024-07-27T05:18:42.198" v="8" actId="20577"/>
          <ac:spMkLst>
            <pc:docMk/>
            <pc:sldMk cId="2734668960" sldId="1487"/>
            <ac:spMk id="5" creationId="{203055F6-333A-FAAF-7CFD-1D7E180EB11F}"/>
          </ac:spMkLst>
        </pc:spChg>
      </pc:sldChg>
      <pc:sldChg chg="modSp">
        <pc:chgData name="Rosmin Elsa" userId="8f13a6be4da41318" providerId="Windows Live" clId="Web-{07929456-3113-436B-571B-8DB0A486CE40}" dt="2024-07-27T05:18:59.918" v="11" actId="20577"/>
        <pc:sldMkLst>
          <pc:docMk/>
          <pc:sldMk cId="1447438259" sldId="1488"/>
        </pc:sldMkLst>
        <pc:spChg chg="mod">
          <ac:chgData name="Rosmin Elsa" userId="8f13a6be4da41318" providerId="Windows Live" clId="Web-{07929456-3113-436B-571B-8DB0A486CE40}" dt="2024-07-27T05:18:59.918" v="11" actId="20577"/>
          <ac:spMkLst>
            <pc:docMk/>
            <pc:sldMk cId="1447438259" sldId="1488"/>
            <ac:spMk id="5" creationId="{203055F6-333A-FAAF-7CFD-1D7E180EB11F}"/>
          </ac:spMkLst>
        </pc:spChg>
      </pc:sldChg>
      <pc:sldChg chg="modSp">
        <pc:chgData name="Rosmin Elsa" userId="8f13a6be4da41318" providerId="Windows Live" clId="Web-{07929456-3113-436B-571B-8DB0A486CE40}" dt="2024-07-27T05:18:52.370" v="10" actId="20577"/>
        <pc:sldMkLst>
          <pc:docMk/>
          <pc:sldMk cId="1774355143" sldId="1489"/>
        </pc:sldMkLst>
        <pc:spChg chg="mod">
          <ac:chgData name="Rosmin Elsa" userId="8f13a6be4da41318" providerId="Windows Live" clId="Web-{07929456-3113-436B-571B-8DB0A486CE40}" dt="2024-07-27T05:18:52.370" v="10" actId="20577"/>
          <ac:spMkLst>
            <pc:docMk/>
            <pc:sldMk cId="1774355143" sldId="1489"/>
            <ac:spMk id="5" creationId="{203055F6-333A-FAAF-7CFD-1D7E180EB11F}"/>
          </ac:spMkLst>
        </pc:spChg>
      </pc:sldChg>
    </pc:docChg>
  </pc:docChgLst>
  <pc:docChgLst>
    <pc:chgData name="Rosmin Elsa" userId="8f13a6be4da41318" providerId="LiveId" clId="{68EADCE8-ACC0-4443-A7F8-8E111BE91F5E}"/>
    <pc:docChg chg="undo custSel modSld">
      <pc:chgData name="Rosmin Elsa" userId="8f13a6be4da41318" providerId="LiveId" clId="{68EADCE8-ACC0-4443-A7F8-8E111BE91F5E}" dt="2024-07-27T04:55:51.641" v="56" actId="20577"/>
      <pc:docMkLst>
        <pc:docMk/>
      </pc:docMkLst>
      <pc:sldChg chg="modSp">
        <pc:chgData name="Rosmin Elsa" userId="8f13a6be4da41318" providerId="LiveId" clId="{68EADCE8-ACC0-4443-A7F8-8E111BE91F5E}" dt="2024-07-26T12:24:18.783" v="2" actId="20577"/>
        <pc:sldMkLst>
          <pc:docMk/>
          <pc:sldMk cId="2332149466" sldId="1412"/>
        </pc:sldMkLst>
        <pc:spChg chg="mod">
          <ac:chgData name="Rosmin Elsa" userId="8f13a6be4da41318" providerId="LiveId" clId="{68EADCE8-ACC0-4443-A7F8-8E111BE91F5E}" dt="2024-07-26T12:24:18.783" v="2" actId="20577"/>
          <ac:spMkLst>
            <pc:docMk/>
            <pc:sldMk cId="2332149466" sldId="1412"/>
            <ac:spMk id="5" creationId="{D15CBCA4-8279-49A0-BDA5-8F1C3F65A437}"/>
          </ac:spMkLst>
        </pc:spChg>
      </pc:sldChg>
      <pc:sldChg chg="modSp">
        <pc:chgData name="Rosmin Elsa" userId="8f13a6be4da41318" providerId="LiveId" clId="{68EADCE8-ACC0-4443-A7F8-8E111BE91F5E}" dt="2024-07-26T12:51:04.957" v="26" actId="20577"/>
        <pc:sldMkLst>
          <pc:docMk/>
          <pc:sldMk cId="4039580999" sldId="1465"/>
        </pc:sldMkLst>
        <pc:spChg chg="mod">
          <ac:chgData name="Rosmin Elsa" userId="8f13a6be4da41318" providerId="LiveId" clId="{68EADCE8-ACC0-4443-A7F8-8E111BE91F5E}" dt="2024-07-26T12:51:04.957" v="26" actId="20577"/>
          <ac:spMkLst>
            <pc:docMk/>
            <pc:sldMk cId="4039580999" sldId="1465"/>
            <ac:spMk id="5" creationId="{645EDA14-D069-6AE5-2BBC-B637B5B21F1A}"/>
          </ac:spMkLst>
        </pc:spChg>
      </pc:sldChg>
      <pc:sldChg chg="modSp">
        <pc:chgData name="Rosmin Elsa" userId="8f13a6be4da41318" providerId="LiveId" clId="{68EADCE8-ACC0-4443-A7F8-8E111BE91F5E}" dt="2024-07-26T12:51:30.589" v="28" actId="20577"/>
        <pc:sldMkLst>
          <pc:docMk/>
          <pc:sldMk cId="576487781" sldId="1466"/>
        </pc:sldMkLst>
        <pc:spChg chg="mod">
          <ac:chgData name="Rosmin Elsa" userId="8f13a6be4da41318" providerId="LiveId" clId="{68EADCE8-ACC0-4443-A7F8-8E111BE91F5E}" dt="2024-07-26T12:51:30.589" v="28" actId="20577"/>
          <ac:spMkLst>
            <pc:docMk/>
            <pc:sldMk cId="576487781" sldId="1466"/>
            <ac:spMk id="5" creationId="{0DEEEF68-FCC0-B8B8-9619-FEBE28500934}"/>
          </ac:spMkLst>
        </pc:spChg>
      </pc:sldChg>
      <pc:sldChg chg="modSp">
        <pc:chgData name="Rosmin Elsa" userId="8f13a6be4da41318" providerId="LiveId" clId="{68EADCE8-ACC0-4443-A7F8-8E111BE91F5E}" dt="2024-07-26T12:51:38.117" v="30" actId="20577"/>
        <pc:sldMkLst>
          <pc:docMk/>
          <pc:sldMk cId="2882701942" sldId="1467"/>
        </pc:sldMkLst>
        <pc:spChg chg="mod">
          <ac:chgData name="Rosmin Elsa" userId="8f13a6be4da41318" providerId="LiveId" clId="{68EADCE8-ACC0-4443-A7F8-8E111BE91F5E}" dt="2024-07-26T12:51:38.117" v="30" actId="20577"/>
          <ac:spMkLst>
            <pc:docMk/>
            <pc:sldMk cId="2882701942" sldId="1467"/>
            <ac:spMk id="5" creationId="{9F2C4562-7C0E-B6DC-6C8C-80942713DC82}"/>
          </ac:spMkLst>
        </pc:spChg>
      </pc:sldChg>
      <pc:sldChg chg="modSp">
        <pc:chgData name="Rosmin Elsa" userId="8f13a6be4da41318" providerId="LiveId" clId="{68EADCE8-ACC0-4443-A7F8-8E111BE91F5E}" dt="2024-07-26T12:25:00.013" v="18" actId="20577"/>
        <pc:sldMkLst>
          <pc:docMk/>
          <pc:sldMk cId="1985140678" sldId="1476"/>
        </pc:sldMkLst>
        <pc:spChg chg="mod">
          <ac:chgData name="Rosmin Elsa" userId="8f13a6be4da41318" providerId="LiveId" clId="{68EADCE8-ACC0-4443-A7F8-8E111BE91F5E}" dt="2024-07-26T12:25:00.013" v="18" actId="20577"/>
          <ac:spMkLst>
            <pc:docMk/>
            <pc:sldMk cId="1985140678" sldId="1476"/>
            <ac:spMk id="5" creationId="{D15CBCA4-8279-49A0-BDA5-8F1C3F65A437}"/>
          </ac:spMkLst>
        </pc:spChg>
      </pc:sldChg>
      <pc:sldChg chg="modSp">
        <pc:chgData name="Rosmin Elsa" userId="8f13a6be4da41318" providerId="LiveId" clId="{68EADCE8-ACC0-4443-A7F8-8E111BE91F5E}" dt="2024-07-26T12:25:13.238" v="23" actId="20577"/>
        <pc:sldMkLst>
          <pc:docMk/>
          <pc:sldMk cId="837277863" sldId="1477"/>
        </pc:sldMkLst>
        <pc:spChg chg="mod">
          <ac:chgData name="Rosmin Elsa" userId="8f13a6be4da41318" providerId="LiveId" clId="{68EADCE8-ACC0-4443-A7F8-8E111BE91F5E}" dt="2024-07-26T12:25:13.238" v="23" actId="20577"/>
          <ac:spMkLst>
            <pc:docMk/>
            <pc:sldMk cId="837277863" sldId="1477"/>
            <ac:spMk id="5" creationId="{D15CBCA4-8279-49A0-BDA5-8F1C3F65A437}"/>
          </ac:spMkLst>
        </pc:spChg>
      </pc:sldChg>
      <pc:sldChg chg="modSp">
        <pc:chgData name="Rosmin Elsa" userId="8f13a6be4da41318" providerId="LiveId" clId="{68EADCE8-ACC0-4443-A7F8-8E111BE91F5E}" dt="2024-07-26T12:52:02.272" v="36" actId="20577"/>
        <pc:sldMkLst>
          <pc:docMk/>
          <pc:sldMk cId="4171570983" sldId="1478"/>
        </pc:sldMkLst>
        <pc:spChg chg="mod">
          <ac:chgData name="Rosmin Elsa" userId="8f13a6be4da41318" providerId="LiveId" clId="{68EADCE8-ACC0-4443-A7F8-8E111BE91F5E}" dt="2024-07-26T12:52:02.272" v="36" actId="20577"/>
          <ac:spMkLst>
            <pc:docMk/>
            <pc:sldMk cId="4171570983" sldId="1478"/>
            <ac:spMk id="5" creationId="{9F2C4562-7C0E-B6DC-6C8C-80942713DC82}"/>
          </ac:spMkLst>
        </pc:spChg>
      </pc:sldChg>
      <pc:sldChg chg="modSp">
        <pc:chgData name="Rosmin Elsa" userId="8f13a6be4da41318" providerId="LiveId" clId="{68EADCE8-ACC0-4443-A7F8-8E111BE91F5E}" dt="2024-07-26T12:52:20.240" v="40" actId="20577"/>
        <pc:sldMkLst>
          <pc:docMk/>
          <pc:sldMk cId="1830272701" sldId="1479"/>
        </pc:sldMkLst>
        <pc:spChg chg="mod">
          <ac:chgData name="Rosmin Elsa" userId="8f13a6be4da41318" providerId="LiveId" clId="{68EADCE8-ACC0-4443-A7F8-8E111BE91F5E}" dt="2024-07-26T12:52:20.240" v="40" actId="20577"/>
          <ac:spMkLst>
            <pc:docMk/>
            <pc:sldMk cId="1830272701" sldId="1479"/>
            <ac:spMk id="5" creationId="{5302F64F-7B08-E1DF-77C2-DF24B4884A26}"/>
          </ac:spMkLst>
        </pc:spChg>
      </pc:sldChg>
      <pc:sldChg chg="modSp">
        <pc:chgData name="Rosmin Elsa" userId="8f13a6be4da41318" providerId="LiveId" clId="{68EADCE8-ACC0-4443-A7F8-8E111BE91F5E}" dt="2024-07-27T04:55:42.208" v="52" actId="20577"/>
        <pc:sldMkLst>
          <pc:docMk/>
          <pc:sldMk cId="3083004799" sldId="1482"/>
        </pc:sldMkLst>
        <pc:spChg chg="mod">
          <ac:chgData name="Rosmin Elsa" userId="8f13a6be4da41318" providerId="LiveId" clId="{68EADCE8-ACC0-4443-A7F8-8E111BE91F5E}" dt="2024-07-27T04:55:42.208" v="52" actId="20577"/>
          <ac:spMkLst>
            <pc:docMk/>
            <pc:sldMk cId="3083004799" sldId="1482"/>
            <ac:spMk id="5" creationId="{203055F6-333A-FAAF-7CFD-1D7E180EB11F}"/>
          </ac:spMkLst>
        </pc:spChg>
      </pc:sldChg>
      <pc:sldChg chg="modSp">
        <pc:chgData name="Rosmin Elsa" userId="8f13a6be4da41318" providerId="LiveId" clId="{68EADCE8-ACC0-4443-A7F8-8E111BE91F5E}" dt="2024-07-27T04:55:51.641" v="56" actId="20577"/>
        <pc:sldMkLst>
          <pc:docMk/>
          <pc:sldMk cId="395938368" sldId="1483"/>
        </pc:sldMkLst>
        <pc:spChg chg="mod">
          <ac:chgData name="Rosmin Elsa" userId="8f13a6be4da41318" providerId="LiveId" clId="{68EADCE8-ACC0-4443-A7F8-8E111BE91F5E}" dt="2024-07-27T04:55:51.641" v="56" actId="20577"/>
          <ac:spMkLst>
            <pc:docMk/>
            <pc:sldMk cId="395938368" sldId="1483"/>
            <ac:spMk id="5" creationId="{203055F6-333A-FAAF-7CFD-1D7E180EB11F}"/>
          </ac:spMkLst>
        </pc:spChg>
      </pc:sldChg>
    </pc:docChg>
  </pc:docChgLst>
  <pc:docChgLst>
    <pc:chgData name="Rosmin Elsa" userId="8f13a6be4da41318" providerId="LiveId" clId="{111DD718-BF25-4C6A-A619-3196CFFCF649}"/>
    <pc:docChg chg="undo redo custSel addSld delSld modSld sldOrd modMainMaster">
      <pc:chgData name="Rosmin Elsa" userId="8f13a6be4da41318" providerId="LiveId" clId="{111DD718-BF25-4C6A-A619-3196CFFCF649}" dt="2024-07-27T05:10:08.497" v="1012" actId="20577"/>
      <pc:docMkLst>
        <pc:docMk/>
      </pc:docMkLst>
      <pc:sldChg chg="modSp mod">
        <pc:chgData name="Rosmin Elsa" userId="8f13a6be4da41318" providerId="LiveId" clId="{111DD718-BF25-4C6A-A619-3196CFFCF649}" dt="2024-07-22T05:30:56.941" v="45" actId="114"/>
        <pc:sldMkLst>
          <pc:docMk/>
          <pc:sldMk cId="4206118844" sldId="811"/>
        </pc:sldMkLst>
        <pc:spChg chg="mod">
          <ac:chgData name="Rosmin Elsa" userId="8f13a6be4da41318" providerId="LiveId" clId="{111DD718-BF25-4C6A-A619-3196CFFCF649}" dt="2024-07-22T05:30:56.941" v="45" actId="114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111DD718-BF25-4C6A-A619-3196CFFCF649}" dt="2024-07-22T05:31:13.871" v="58" actId="20577"/>
        <pc:sldMkLst>
          <pc:docMk/>
          <pc:sldMk cId="717388547" sldId="813"/>
        </pc:sldMkLst>
        <pc:spChg chg="mod">
          <ac:chgData name="Rosmin Elsa" userId="8f13a6be4da41318" providerId="LiveId" clId="{111DD718-BF25-4C6A-A619-3196CFFCF649}" dt="2024-07-22T05:31:13.871" v="58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" userId="8f13a6be4da41318" providerId="LiveId" clId="{111DD718-BF25-4C6A-A619-3196CFFCF649}" dt="2024-07-23T03:55:55.611" v="130" actId="20577"/>
        <pc:sldMkLst>
          <pc:docMk/>
          <pc:sldMk cId="3717493800" sldId="821"/>
        </pc:sldMkLst>
        <pc:spChg chg="mod">
          <ac:chgData name="Rosmin Elsa" userId="8f13a6be4da41318" providerId="LiveId" clId="{111DD718-BF25-4C6A-A619-3196CFFCF649}" dt="2024-07-23T03:55:55.611" v="130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111DD718-BF25-4C6A-A619-3196CFFCF649}" dt="2024-07-27T05:06:30.951" v="987" actId="1076"/>
        <pc:sldMkLst>
          <pc:docMk/>
          <pc:sldMk cId="140346443" sldId="822"/>
        </pc:sldMkLst>
        <pc:spChg chg="mod">
          <ac:chgData name="Rosmin Elsa" userId="8f13a6be4da41318" providerId="LiveId" clId="{111DD718-BF25-4C6A-A619-3196CFFCF649}" dt="2024-07-23T03:58:25.638" v="199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111DD718-BF25-4C6A-A619-3196CFFCF649}" dt="2024-07-27T05:06:30.951" v="987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" userId="8f13a6be4da41318" providerId="LiveId" clId="{111DD718-BF25-4C6A-A619-3196CFFCF649}" dt="2024-07-25T15:46:34.062" v="925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" userId="8f13a6be4da41318" providerId="LiveId" clId="{111DD718-BF25-4C6A-A619-3196CFFCF649}" dt="2024-07-23T04:01:56.294" v="210"/>
        <pc:sldMkLst>
          <pc:docMk/>
          <pc:sldMk cId="3585569336" sldId="825"/>
        </pc:sldMkLst>
        <pc:spChg chg="mod">
          <ac:chgData name="Rosmin Elsa" userId="8f13a6be4da41318" providerId="LiveId" clId="{111DD718-BF25-4C6A-A619-3196CFFCF649}" dt="2024-07-23T04:01:56.294" v="210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" userId="8f13a6be4da41318" providerId="LiveId" clId="{111DD718-BF25-4C6A-A619-3196CFFCF649}" dt="2024-07-24T07:17:56.951" v="850"/>
        <pc:sldMkLst>
          <pc:docMk/>
          <pc:sldMk cId="4027535716" sldId="829"/>
        </pc:sldMkLst>
        <pc:spChg chg="mod">
          <ac:chgData name="Rosmin Elsa" userId="8f13a6be4da41318" providerId="LiveId" clId="{111DD718-BF25-4C6A-A619-3196CFFCF649}" dt="2024-07-24T07:17:56.951" v="850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" userId="8f13a6be4da41318" providerId="LiveId" clId="{111DD718-BF25-4C6A-A619-3196CFFCF649}" dt="2024-07-25T15:54:03.889" v="974" actId="20577"/>
        <pc:sldMkLst>
          <pc:docMk/>
          <pc:sldMk cId="2771250690" sldId="851"/>
        </pc:sldMkLst>
        <pc:spChg chg="mod">
          <ac:chgData name="Rosmin Elsa" userId="8f13a6be4da41318" providerId="LiveId" clId="{111DD718-BF25-4C6A-A619-3196CFFCF649}" dt="2024-07-25T15:54:03.889" v="974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" userId="8f13a6be4da41318" providerId="LiveId" clId="{111DD718-BF25-4C6A-A619-3196CFFCF649}" dt="2024-07-23T03:57:37.924" v="142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" userId="8f13a6be4da41318" providerId="LiveId" clId="{111DD718-BF25-4C6A-A619-3196CFFCF649}" dt="2024-07-27T05:05:51.607" v="984" actId="20577"/>
        <pc:sldMkLst>
          <pc:docMk/>
          <pc:sldMk cId="3441406009" sldId="858"/>
        </pc:sldMkLst>
        <pc:spChg chg="mod">
          <ac:chgData name="Rosmin Elsa" userId="8f13a6be4da41318" providerId="LiveId" clId="{111DD718-BF25-4C6A-A619-3196CFFCF649}" dt="2024-07-27T05:05:51.607" v="984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111DD718-BF25-4C6A-A619-3196CFFCF649}" dt="2024-07-22T05:34:58.394" v="90" actId="20577"/>
        <pc:sldMkLst>
          <pc:docMk/>
          <pc:sldMk cId="2137578366" sldId="859"/>
        </pc:sldMkLst>
        <pc:spChg chg="mod">
          <ac:chgData name="Rosmin Elsa" userId="8f13a6be4da41318" providerId="LiveId" clId="{111DD718-BF25-4C6A-A619-3196CFFCF649}" dt="2024-07-22T05:34:58.394" v="90" actId="20577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" userId="8f13a6be4da41318" providerId="LiveId" clId="{111DD718-BF25-4C6A-A619-3196CFFCF649}" dt="2024-07-22T05:32:47.301" v="68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" userId="8f13a6be4da41318" providerId="LiveId" clId="{111DD718-BF25-4C6A-A619-3196CFFCF649}" dt="2024-07-23T04:07:00.784" v="271" actId="20577"/>
        <pc:sldMkLst>
          <pc:docMk/>
          <pc:sldMk cId="1416329417" sldId="949"/>
        </pc:sldMkLst>
        <pc:spChg chg="mod">
          <ac:chgData name="Rosmin Elsa" userId="8f13a6be4da41318" providerId="LiveId" clId="{111DD718-BF25-4C6A-A619-3196CFFCF649}" dt="2024-07-23T04:07:00.784" v="271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111DD718-BF25-4C6A-A619-3196CFFCF649}" dt="2024-07-24T07:15:52.085" v="808" actId="20577"/>
        <pc:sldMkLst>
          <pc:docMk/>
          <pc:sldMk cId="1180184608" sldId="1201"/>
        </pc:sldMkLst>
        <pc:spChg chg="mod">
          <ac:chgData name="Rosmin Elsa" userId="8f13a6be4da41318" providerId="LiveId" clId="{111DD718-BF25-4C6A-A619-3196CFFCF649}" dt="2024-07-24T07:15:52.085" v="808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addSp modSp mod">
        <pc:chgData name="Rosmin Elsa" userId="8f13a6be4da41318" providerId="LiveId" clId="{111DD718-BF25-4C6A-A619-3196CFFCF649}" dt="2024-07-24T07:15:35.905" v="786"/>
        <pc:sldMkLst>
          <pc:docMk/>
          <pc:sldMk cId="430881365" sldId="1259"/>
        </pc:sldMkLst>
        <pc:spChg chg="mod">
          <ac:chgData name="Rosmin Elsa" userId="8f13a6be4da41318" providerId="LiveId" clId="{111DD718-BF25-4C6A-A619-3196CFFCF649}" dt="2024-07-24T07:15:35.003" v="785" actId="6549"/>
          <ac:spMkLst>
            <pc:docMk/>
            <pc:sldMk cId="430881365" sldId="1259"/>
            <ac:spMk id="2" creationId="{ED5B6446-DF9C-BA6E-B41E-1CD580FE87A5}"/>
          </ac:spMkLst>
        </pc:spChg>
        <pc:spChg chg="add mod">
          <ac:chgData name="Rosmin Elsa" userId="8f13a6be4da41318" providerId="LiveId" clId="{111DD718-BF25-4C6A-A619-3196CFFCF649}" dt="2024-07-24T07:15:28.870" v="783"/>
          <ac:spMkLst>
            <pc:docMk/>
            <pc:sldMk cId="430881365" sldId="1259"/>
            <ac:spMk id="3" creationId="{7CB7EA28-FE41-0441-B9A8-5C7372EE15F9}"/>
          </ac:spMkLst>
        </pc:spChg>
        <pc:spChg chg="add mod">
          <ac:chgData name="Rosmin Elsa" userId="8f13a6be4da41318" providerId="LiveId" clId="{111DD718-BF25-4C6A-A619-3196CFFCF649}" dt="2024-07-24T07:15:35.905" v="786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">
        <pc:chgData name="Rosmin Elsa" userId="8f13a6be4da41318" providerId="LiveId" clId="{111DD718-BF25-4C6A-A619-3196CFFCF649}" dt="2024-07-25T15:54:45.292" v="977" actId="20577"/>
        <pc:sldMkLst>
          <pc:docMk/>
          <pc:sldMk cId="858007124" sldId="1277"/>
        </pc:sldMkLst>
        <pc:spChg chg="mod">
          <ac:chgData name="Rosmin Elsa" userId="8f13a6be4da41318" providerId="LiveId" clId="{111DD718-BF25-4C6A-A619-3196CFFCF649}" dt="2024-07-25T15:54:45.292" v="977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111DD718-BF25-4C6A-A619-3196CFFCF649}" dt="2024-07-23T04:01:26.408" v="207" actId="6549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111DD718-BF25-4C6A-A619-3196CFFCF649}" dt="2024-07-22T05:35:22.903" v="105"/>
        <pc:sldMkLst>
          <pc:docMk/>
          <pc:sldMk cId="1672910874" sldId="1298"/>
        </pc:sldMkLst>
        <pc:spChg chg="mod">
          <ac:chgData name="Rosmin Elsa" userId="8f13a6be4da41318" providerId="LiveId" clId="{111DD718-BF25-4C6A-A619-3196CFFCF649}" dt="2024-07-22T05:35:22.903" v="105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" userId="8f13a6be4da41318" providerId="LiveId" clId="{111DD718-BF25-4C6A-A619-3196CFFCF649}" dt="2024-07-23T03:57:58.587" v="153" actId="20577"/>
        <pc:sldMkLst>
          <pc:docMk/>
          <pc:sldMk cId="1217883548" sldId="1318"/>
        </pc:sldMkLst>
        <pc:spChg chg="mod">
          <ac:chgData name="Rosmin Elsa" userId="8f13a6be4da41318" providerId="LiveId" clId="{111DD718-BF25-4C6A-A619-3196CFFCF649}" dt="2024-07-23T03:57:58.587" v="153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111DD718-BF25-4C6A-A619-3196CFFCF649}" dt="2024-07-23T04:06:54.327" v="266"/>
        <pc:sldMkLst>
          <pc:docMk/>
          <pc:sldMk cId="4765592" sldId="1388"/>
        </pc:sldMkLst>
        <pc:spChg chg="mod">
          <ac:chgData name="Rosmin Elsa" userId="8f13a6be4da41318" providerId="LiveId" clId="{111DD718-BF25-4C6A-A619-3196CFFCF649}" dt="2024-07-23T04:06:54.327" v="266"/>
          <ac:spMkLst>
            <pc:docMk/>
            <pc:sldMk cId="4765592" sldId="1388"/>
            <ac:spMk id="2" creationId="{00000000-0000-0000-0000-000000000000}"/>
          </ac:spMkLst>
        </pc:spChg>
      </pc:sldChg>
      <pc:sldChg chg="modSp del mod">
        <pc:chgData name="Rosmin Elsa" userId="8f13a6be4da41318" providerId="LiveId" clId="{111DD718-BF25-4C6A-A619-3196CFFCF649}" dt="2024-07-25T15:37:25.326" v="871" actId="47"/>
        <pc:sldMkLst>
          <pc:docMk/>
          <pc:sldMk cId="2938291084" sldId="1393"/>
        </pc:sldMkLst>
        <pc:spChg chg="mod">
          <ac:chgData name="Rosmin Elsa" userId="8f13a6be4da41318" providerId="LiveId" clId="{111DD718-BF25-4C6A-A619-3196CFFCF649}" dt="2024-07-23T03:58:20.037" v="195" actId="20577"/>
          <ac:spMkLst>
            <pc:docMk/>
            <pc:sldMk cId="2938291084" sldId="1393"/>
            <ac:spMk id="2" creationId="{69072751-0DFD-E04D-8DBC-6192EE4B4B2A}"/>
          </ac:spMkLst>
        </pc:spChg>
      </pc:sldChg>
      <pc:sldChg chg="modSp mod">
        <pc:chgData name="Rosmin Elsa" userId="8f13a6be4da41318" providerId="LiveId" clId="{111DD718-BF25-4C6A-A619-3196CFFCF649}" dt="2024-07-23T04:07:44.289" v="281" actId="6549"/>
        <pc:sldMkLst>
          <pc:docMk/>
          <pc:sldMk cId="1106683896" sldId="1401"/>
        </pc:sldMkLst>
        <pc:spChg chg="mod">
          <ac:chgData name="Rosmin Elsa" userId="8f13a6be4da41318" providerId="LiveId" clId="{111DD718-BF25-4C6A-A619-3196CFFCF649}" dt="2024-07-23T04:07:44.289" v="281" actId="6549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111DD718-BF25-4C6A-A619-3196CFFCF649}" dt="2024-07-23T04:07:15.082" v="272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" userId="8f13a6be4da41318" providerId="LiveId" clId="{111DD718-BF25-4C6A-A619-3196CFFCF649}" dt="2024-07-23T04:11:05.623" v="328"/>
        <pc:sldMkLst>
          <pc:docMk/>
          <pc:sldMk cId="902618935" sldId="1405"/>
        </pc:sldMkLst>
        <pc:spChg chg="mod">
          <ac:chgData name="Rosmin Elsa" userId="8f13a6be4da41318" providerId="LiveId" clId="{111DD718-BF25-4C6A-A619-3196CFFCF649}" dt="2024-07-23T04:11:05.623" v="328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" userId="8f13a6be4da41318" providerId="LiveId" clId="{111DD718-BF25-4C6A-A619-3196CFFCF649}" dt="2024-07-23T04:21:22.344" v="502" actId="20577"/>
        <pc:sldMkLst>
          <pc:docMk/>
          <pc:sldMk cId="2653113592" sldId="1406"/>
        </pc:sldMkLst>
        <pc:spChg chg="mod">
          <ac:chgData name="Rosmin Elsa" userId="8f13a6be4da41318" providerId="LiveId" clId="{111DD718-BF25-4C6A-A619-3196CFFCF649}" dt="2024-07-23T04:21:22.344" v="502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" userId="8f13a6be4da41318" providerId="LiveId" clId="{111DD718-BF25-4C6A-A619-3196CFFCF649}" dt="2024-07-23T04:21:09.693" v="501" actId="207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111DD718-BF25-4C6A-A619-3196CFFCF649}" dt="2024-07-23T04:11:08.429" v="329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" userId="8f13a6be4da41318" providerId="LiveId" clId="{111DD718-BF25-4C6A-A619-3196CFFCF649}" dt="2024-07-23T04:22:23.253" v="511"/>
        <pc:sldMkLst>
          <pc:docMk/>
          <pc:sldMk cId="3838587995" sldId="1411"/>
        </pc:sldMkLst>
        <pc:spChg chg="mod">
          <ac:chgData name="Rosmin Elsa" userId="8f13a6be4da41318" providerId="LiveId" clId="{111DD718-BF25-4C6A-A619-3196CFFCF649}" dt="2024-07-23T04:22:23.253" v="511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 ord">
        <pc:chgData name="Rosmin Elsa" userId="8f13a6be4da41318" providerId="LiveId" clId="{111DD718-BF25-4C6A-A619-3196CFFCF649}" dt="2024-07-24T07:00:21.241" v="584" actId="20577"/>
        <pc:sldMkLst>
          <pc:docMk/>
          <pc:sldMk cId="2332149466" sldId="1412"/>
        </pc:sldMkLst>
        <pc:spChg chg="mod">
          <ac:chgData name="Rosmin Elsa" userId="8f13a6be4da41318" providerId="LiveId" clId="{111DD718-BF25-4C6A-A619-3196CFFCF649}" dt="2024-07-24T07:00:21.241" v="584" actId="20577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" userId="8f13a6be4da41318" providerId="LiveId" clId="{111DD718-BF25-4C6A-A619-3196CFFCF649}" dt="2024-07-23T04:22:26.938" v="512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" userId="8f13a6be4da41318" providerId="LiveId" clId="{111DD718-BF25-4C6A-A619-3196CFFCF649}" dt="2024-07-24T07:01:01.941" v="587" actId="20577"/>
        <pc:sldMkLst>
          <pc:docMk/>
          <pc:sldMk cId="3790543259" sldId="1416"/>
        </pc:sldMkLst>
        <pc:spChg chg="mod">
          <ac:chgData name="Rosmin Elsa" userId="8f13a6be4da41318" providerId="LiveId" clId="{111DD718-BF25-4C6A-A619-3196CFFCF649}" dt="2024-07-24T07:01:01.941" v="587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" userId="8f13a6be4da41318" providerId="LiveId" clId="{111DD718-BF25-4C6A-A619-3196CFFCF649}" dt="2024-07-24T07:04:07.197" v="630" actId="20577"/>
        <pc:sldMkLst>
          <pc:docMk/>
          <pc:sldMk cId="2647958562" sldId="1421"/>
        </pc:sldMkLst>
        <pc:spChg chg="mod">
          <ac:chgData name="Rosmin Elsa" userId="8f13a6be4da41318" providerId="LiveId" clId="{111DD718-BF25-4C6A-A619-3196CFFCF649}" dt="2024-07-24T07:04:07.197" v="630" actId="205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" userId="8f13a6be4da41318" providerId="LiveId" clId="{111DD718-BF25-4C6A-A619-3196CFFCF649}" dt="2024-07-27T05:07:39.353" v="990" actId="20577"/>
        <pc:sldMkLst>
          <pc:docMk/>
          <pc:sldMk cId="2370185204" sldId="1422"/>
        </pc:sldMkLst>
        <pc:spChg chg="mod">
          <ac:chgData name="Rosmin Elsa" userId="8f13a6be4da41318" providerId="LiveId" clId="{111DD718-BF25-4C6A-A619-3196CFFCF649}" dt="2024-07-27T05:07:39.353" v="990" actId="20577"/>
          <ac:spMkLst>
            <pc:docMk/>
            <pc:sldMk cId="2370185204" sldId="1422"/>
            <ac:spMk id="5" creationId="{D15CBCA4-8279-49A0-BDA5-8F1C3F65A437}"/>
          </ac:spMkLst>
        </pc:spChg>
        <pc:spChg chg="mod">
          <ac:chgData name="Rosmin Elsa" userId="8f13a6be4da41318" providerId="LiveId" clId="{111DD718-BF25-4C6A-A619-3196CFFCF649}" dt="2024-07-24T07:06:07.790" v="663" actId="20577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" userId="8f13a6be4da41318" providerId="LiveId" clId="{111DD718-BF25-4C6A-A619-3196CFFCF649}" dt="2024-07-24T07:04:10.959" v="633" actId="20577"/>
          <ac:spMkLst>
            <pc:docMk/>
            <pc:sldMk cId="2370185204" sldId="1422"/>
            <ac:spMk id="9" creationId="{DC17D8D8-E9C5-D2A8-A52F-7AE59A61C67B}"/>
          </ac:spMkLst>
        </pc:spChg>
      </pc:sldChg>
      <pc:sldChg chg="modSp del mod">
        <pc:chgData name="Rosmin Elsa" userId="8f13a6be4da41318" providerId="LiveId" clId="{111DD718-BF25-4C6A-A619-3196CFFCF649}" dt="2024-07-25T15:37:25.326" v="871" actId="47"/>
        <pc:sldMkLst>
          <pc:docMk/>
          <pc:sldMk cId="511152044" sldId="1431"/>
        </pc:sldMkLst>
        <pc:spChg chg="mod">
          <ac:chgData name="Rosmin Elsa" userId="8f13a6be4da41318" providerId="LiveId" clId="{111DD718-BF25-4C6A-A619-3196CFFCF649}" dt="2024-07-23T03:58:33.759" v="200"/>
          <ac:spMkLst>
            <pc:docMk/>
            <pc:sldMk cId="511152044" sldId="1431"/>
            <ac:spMk id="2" creationId="{FDBAA513-2B1D-53EE-75BE-0578E83338A3}"/>
          </ac:spMkLst>
        </pc:spChg>
      </pc:sldChg>
      <pc:sldChg chg="modSp del mod">
        <pc:chgData name="Rosmin Elsa" userId="8f13a6be4da41318" providerId="LiveId" clId="{111DD718-BF25-4C6A-A619-3196CFFCF649}" dt="2024-07-25T15:37:25.326" v="871" actId="47"/>
        <pc:sldMkLst>
          <pc:docMk/>
          <pc:sldMk cId="2958737754" sldId="1432"/>
        </pc:sldMkLst>
        <pc:spChg chg="mod">
          <ac:chgData name="Rosmin Elsa" userId="8f13a6be4da41318" providerId="LiveId" clId="{111DD718-BF25-4C6A-A619-3196CFFCF649}" dt="2024-07-23T03:58:39.719" v="203"/>
          <ac:spMkLst>
            <pc:docMk/>
            <pc:sldMk cId="2958737754" sldId="1432"/>
            <ac:spMk id="2" creationId="{C3E0B21F-9810-F1CF-643F-65AD235760E8}"/>
          </ac:spMkLst>
        </pc:spChg>
      </pc:sldChg>
      <pc:sldChg chg="modSp mod">
        <pc:chgData name="Rosmin Elsa" userId="8f13a6be4da41318" providerId="LiveId" clId="{111DD718-BF25-4C6A-A619-3196CFFCF649}" dt="2024-07-23T04:06:56.518" v="269"/>
        <pc:sldMkLst>
          <pc:docMk/>
          <pc:sldMk cId="3552461181" sldId="1438"/>
        </pc:sldMkLst>
        <pc:spChg chg="mod">
          <ac:chgData name="Rosmin Elsa" userId="8f13a6be4da41318" providerId="LiveId" clId="{111DD718-BF25-4C6A-A619-3196CFFCF649}" dt="2024-07-23T04:05:27.752" v="255" actId="20577"/>
          <ac:spMkLst>
            <pc:docMk/>
            <pc:sldMk cId="3552461181" sldId="1438"/>
            <ac:spMk id="5" creationId="{002312A7-33C9-D63C-33EF-E395463CEF78}"/>
          </ac:spMkLst>
        </pc:spChg>
        <pc:spChg chg="mod">
          <ac:chgData name="Rosmin Elsa" userId="8f13a6be4da41318" providerId="LiveId" clId="{111DD718-BF25-4C6A-A619-3196CFFCF649}" dt="2024-07-23T04:02:29.031" v="216" actId="6549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111DD718-BF25-4C6A-A619-3196CFFCF649}" dt="2024-07-23T04:06:56.518" v="269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">
        <pc:chgData name="Rosmin Elsa" userId="8f13a6be4da41318" providerId="LiveId" clId="{111DD718-BF25-4C6A-A619-3196CFFCF649}" dt="2024-07-23T04:06:55.758" v="268"/>
        <pc:sldMkLst>
          <pc:docMk/>
          <pc:sldMk cId="1565668377" sldId="1439"/>
        </pc:sldMkLst>
        <pc:spChg chg="mod">
          <ac:chgData name="Rosmin Elsa" userId="8f13a6be4da41318" providerId="LiveId" clId="{111DD718-BF25-4C6A-A619-3196CFFCF649}" dt="2024-07-23T04:05:31.085" v="256" actId="20577"/>
          <ac:spMkLst>
            <pc:docMk/>
            <pc:sldMk cId="1565668377" sldId="1439"/>
            <ac:spMk id="5" creationId="{0F36563C-ACF3-6396-FBBC-277D5688DA36}"/>
          </ac:spMkLst>
        </pc:spChg>
        <pc:spChg chg="mod">
          <ac:chgData name="Rosmin Elsa" userId="8f13a6be4da41318" providerId="LiveId" clId="{111DD718-BF25-4C6A-A619-3196CFFCF649}" dt="2024-07-23T04:04:43.763" v="246" actId="6549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" userId="8f13a6be4da41318" providerId="LiveId" clId="{111DD718-BF25-4C6A-A619-3196CFFCF649}" dt="2024-07-23T04:06:55.758" v="268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" userId="8f13a6be4da41318" providerId="LiveId" clId="{111DD718-BF25-4C6A-A619-3196CFFCF649}" dt="2024-07-23T04:06:55" v="267"/>
        <pc:sldMkLst>
          <pc:docMk/>
          <pc:sldMk cId="2616289819" sldId="1440"/>
        </pc:sldMkLst>
        <pc:spChg chg="mod">
          <ac:chgData name="Rosmin Elsa" userId="8f13a6be4da41318" providerId="LiveId" clId="{111DD718-BF25-4C6A-A619-3196CFFCF649}" dt="2024-07-23T04:05:33.713" v="257" actId="20577"/>
          <ac:spMkLst>
            <pc:docMk/>
            <pc:sldMk cId="2616289819" sldId="1440"/>
            <ac:spMk id="5" creationId="{CF2EB54C-990B-EAF8-9FB4-0FD83281179F}"/>
          </ac:spMkLst>
        </pc:spChg>
        <pc:spChg chg="mod">
          <ac:chgData name="Rosmin Elsa" userId="8f13a6be4da41318" providerId="LiveId" clId="{111DD718-BF25-4C6A-A619-3196CFFCF649}" dt="2024-07-23T04:05:13.042" v="253" actId="6549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" userId="8f13a6be4da41318" providerId="LiveId" clId="{111DD718-BF25-4C6A-A619-3196CFFCF649}" dt="2024-07-23T04:06:55" v="267"/>
          <ac:spMkLst>
            <pc:docMk/>
            <pc:sldMk cId="2616289819" sldId="1440"/>
            <ac:spMk id="8" creationId="{FD9D0223-DDE2-A728-CEDA-5488160104E8}"/>
          </ac:spMkLst>
        </pc:spChg>
      </pc:sldChg>
      <pc:sldChg chg="modSp del mod">
        <pc:chgData name="Rosmin Elsa" userId="8f13a6be4da41318" providerId="LiveId" clId="{111DD718-BF25-4C6A-A619-3196CFFCF649}" dt="2024-07-23T04:05:19.433" v="254" actId="2696"/>
        <pc:sldMkLst>
          <pc:docMk/>
          <pc:sldMk cId="2067044265" sldId="1441"/>
        </pc:sldMkLst>
        <pc:spChg chg="mod">
          <ac:chgData name="Rosmin Elsa" userId="8f13a6be4da41318" providerId="LiveId" clId="{111DD718-BF25-4C6A-A619-3196CFFCF649}" dt="2024-07-23T04:03:49.766" v="237"/>
          <ac:spMkLst>
            <pc:docMk/>
            <pc:sldMk cId="2067044265" sldId="1441"/>
            <ac:spMk id="8" creationId="{A94480F0-5C85-E17D-1A8A-F1B1388870F9}"/>
          </ac:spMkLst>
        </pc:spChg>
      </pc:sldChg>
      <pc:sldChg chg="modSp mod">
        <pc:chgData name="Rosmin Elsa" userId="8f13a6be4da41318" providerId="LiveId" clId="{111DD718-BF25-4C6A-A619-3196CFFCF649}" dt="2024-07-23T04:08:34.941" v="298" actId="20577"/>
        <pc:sldMkLst>
          <pc:docMk/>
          <pc:sldMk cId="2623249776" sldId="1442"/>
        </pc:sldMkLst>
        <pc:spChg chg="mod">
          <ac:chgData name="Rosmin Elsa" userId="8f13a6be4da41318" providerId="LiveId" clId="{111DD718-BF25-4C6A-A619-3196CFFCF649}" dt="2024-07-23T04:08:34.941" v="298" actId="20577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" userId="8f13a6be4da41318" providerId="LiveId" clId="{111DD718-BF25-4C6A-A619-3196CFFCF649}" dt="2024-07-23T04:07:18.463" v="273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" userId="8f13a6be4da41318" providerId="LiveId" clId="{111DD718-BF25-4C6A-A619-3196CFFCF649}" dt="2024-07-23T04:09:04.491" v="305" actId="6549"/>
        <pc:sldMkLst>
          <pc:docMk/>
          <pc:sldMk cId="637721542" sldId="1443"/>
        </pc:sldMkLst>
        <pc:spChg chg="mod">
          <ac:chgData name="Rosmin Elsa" userId="8f13a6be4da41318" providerId="LiveId" clId="{111DD718-BF25-4C6A-A619-3196CFFCF649}" dt="2024-07-23T04:09:04.491" v="305" actId="6549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" userId="8f13a6be4da41318" providerId="LiveId" clId="{111DD718-BF25-4C6A-A619-3196CFFCF649}" dt="2024-07-23T04:07:21.367" v="274"/>
          <ac:spMkLst>
            <pc:docMk/>
            <pc:sldMk cId="637721542" sldId="1443"/>
            <ac:spMk id="8" creationId="{65BA4930-30DF-D4B4-ADD6-B777DB74DBCD}"/>
          </ac:spMkLst>
        </pc:spChg>
      </pc:sldChg>
      <pc:sldChg chg="delSp modSp mod">
        <pc:chgData name="Rosmin Elsa" userId="8f13a6be4da41318" providerId="LiveId" clId="{111DD718-BF25-4C6A-A619-3196CFFCF649}" dt="2024-07-23T04:09:21.798" v="307"/>
        <pc:sldMkLst>
          <pc:docMk/>
          <pc:sldMk cId="2967730246" sldId="1444"/>
        </pc:sldMkLst>
        <pc:spChg chg="mod">
          <ac:chgData name="Rosmin Elsa" userId="8f13a6be4da41318" providerId="LiveId" clId="{111DD718-BF25-4C6A-A619-3196CFFCF649}" dt="2024-07-23T04:09:21.798" v="307"/>
          <ac:spMkLst>
            <pc:docMk/>
            <pc:sldMk cId="2967730246" sldId="1444"/>
            <ac:spMk id="2" creationId="{96E94333-E6F9-8798-4EBB-6409B2715656}"/>
          </ac:spMkLst>
        </pc:spChg>
        <pc:spChg chg="del">
          <ac:chgData name="Rosmin Elsa" userId="8f13a6be4da41318" providerId="LiveId" clId="{111DD718-BF25-4C6A-A619-3196CFFCF649}" dt="2024-07-23T04:09:19.417" v="306" actId="478"/>
          <ac:spMkLst>
            <pc:docMk/>
            <pc:sldMk cId="2967730246" sldId="1444"/>
            <ac:spMk id="7" creationId="{1F0AA735-5694-07DA-3ACA-C77794905829}"/>
          </ac:spMkLst>
        </pc:spChg>
        <pc:spChg chg="mod">
          <ac:chgData name="Rosmin Elsa" userId="8f13a6be4da41318" providerId="LiveId" clId="{111DD718-BF25-4C6A-A619-3196CFFCF649}" dt="2024-07-23T04:07:23.873" v="275"/>
          <ac:spMkLst>
            <pc:docMk/>
            <pc:sldMk cId="2967730246" sldId="1444"/>
            <ac:spMk id="8" creationId="{4B20C08D-13B1-4F34-A99E-AF3AC5E49CB3}"/>
          </ac:spMkLst>
        </pc:spChg>
      </pc:sldChg>
      <pc:sldChg chg="modSp mod">
        <pc:chgData name="Rosmin Elsa" userId="8f13a6be4da41318" providerId="LiveId" clId="{111DD718-BF25-4C6A-A619-3196CFFCF649}" dt="2024-07-23T04:10:45.598" v="324" actId="20577"/>
        <pc:sldMkLst>
          <pc:docMk/>
          <pc:sldMk cId="4131438038" sldId="1445"/>
        </pc:sldMkLst>
        <pc:spChg chg="mod">
          <ac:chgData name="Rosmin Elsa" userId="8f13a6be4da41318" providerId="LiveId" clId="{111DD718-BF25-4C6A-A619-3196CFFCF649}" dt="2024-07-23T04:09:58.254" v="317" actId="20577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" userId="8f13a6be4da41318" providerId="LiveId" clId="{111DD718-BF25-4C6A-A619-3196CFFCF649}" dt="2024-07-23T04:10:45.598" v="324" actId="20577"/>
          <ac:spMkLst>
            <pc:docMk/>
            <pc:sldMk cId="4131438038" sldId="1445"/>
            <ac:spMk id="8" creationId="{9EA20479-821D-F1BF-5BAF-75D0E2472DF1}"/>
          </ac:spMkLst>
        </pc:spChg>
      </pc:sldChg>
      <pc:sldChg chg="modSp mod">
        <pc:chgData name="Rosmin Elsa" userId="8f13a6be4da41318" providerId="LiveId" clId="{111DD718-BF25-4C6A-A619-3196CFFCF649}" dt="2024-07-23T04:10:49.789" v="327" actId="20577"/>
        <pc:sldMkLst>
          <pc:docMk/>
          <pc:sldMk cId="3840774424" sldId="1446"/>
        </pc:sldMkLst>
        <pc:spChg chg="mod">
          <ac:chgData name="Rosmin Elsa" userId="8f13a6be4da41318" providerId="LiveId" clId="{111DD718-BF25-4C6A-A619-3196CFFCF649}" dt="2024-07-23T04:10:12.217" v="319" actId="20577"/>
          <ac:spMkLst>
            <pc:docMk/>
            <pc:sldMk cId="3840774424" sldId="1446"/>
            <ac:spMk id="2" creationId="{E47B15A4-1E5E-9CBC-802E-39C81FA1A8A1}"/>
          </ac:spMkLst>
        </pc:spChg>
        <pc:spChg chg="mod">
          <ac:chgData name="Rosmin Elsa" userId="8f13a6be4da41318" providerId="LiveId" clId="{111DD718-BF25-4C6A-A619-3196CFFCF649}" dt="2024-07-23T04:10:49.789" v="327" actId="20577"/>
          <ac:spMkLst>
            <pc:docMk/>
            <pc:sldMk cId="3840774424" sldId="1446"/>
            <ac:spMk id="8" creationId="{C7E0E519-EF6F-C114-0D3F-F15BAC2C9B54}"/>
          </ac:spMkLst>
        </pc:spChg>
      </pc:sldChg>
      <pc:sldChg chg="modSp del mod">
        <pc:chgData name="Rosmin Elsa" userId="8f13a6be4da41318" providerId="LiveId" clId="{111DD718-BF25-4C6A-A619-3196CFFCF649}" dt="2024-07-23T04:13:59.479" v="368" actId="2696"/>
        <pc:sldMkLst>
          <pc:docMk/>
          <pc:sldMk cId="964970154" sldId="1447"/>
        </pc:sldMkLst>
        <pc:spChg chg="mod">
          <ac:chgData name="Rosmin Elsa" userId="8f13a6be4da41318" providerId="LiveId" clId="{111DD718-BF25-4C6A-A619-3196CFFCF649}" dt="2024-07-23T04:11:11.093" v="330"/>
          <ac:spMkLst>
            <pc:docMk/>
            <pc:sldMk cId="964970154" sldId="1447"/>
            <ac:spMk id="13" creationId="{A6D2FB7A-D371-B188-0F99-A7C39EE3059C}"/>
          </ac:spMkLst>
        </pc:spChg>
      </pc:sldChg>
      <pc:sldChg chg="modSp mod">
        <pc:chgData name="Rosmin Elsa" userId="8f13a6be4da41318" providerId="LiveId" clId="{111DD718-BF25-4C6A-A619-3196CFFCF649}" dt="2024-07-23T04:21:27.883" v="504" actId="20577"/>
        <pc:sldMkLst>
          <pc:docMk/>
          <pc:sldMk cId="1494969129" sldId="1448"/>
        </pc:sldMkLst>
        <pc:spChg chg="mod">
          <ac:chgData name="Rosmin Elsa" userId="8f13a6be4da41318" providerId="LiveId" clId="{111DD718-BF25-4C6A-A619-3196CFFCF649}" dt="2024-07-23T04:21:27.883" v="504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" userId="8f13a6be4da41318" providerId="LiveId" clId="{111DD718-BF25-4C6A-A619-3196CFFCF649}" dt="2024-07-23T04:20:18.593" v="495" actId="114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111DD718-BF25-4C6A-A619-3196CFFCF649}" dt="2024-07-23T04:11:13.700" v="331"/>
          <ac:spMkLst>
            <pc:docMk/>
            <pc:sldMk cId="1494969129" sldId="1448"/>
            <ac:spMk id="13" creationId="{3AA28230-F44B-DC32-A51A-DCC1B67837BD}"/>
          </ac:spMkLst>
        </pc:spChg>
      </pc:sldChg>
      <pc:sldChg chg="modSp del mod">
        <pc:chgData name="Rosmin Elsa" userId="8f13a6be4da41318" providerId="LiveId" clId="{111DD718-BF25-4C6A-A619-3196CFFCF649}" dt="2024-07-23T04:15:05.168" v="396" actId="2696"/>
        <pc:sldMkLst>
          <pc:docMk/>
          <pc:sldMk cId="4049472068" sldId="1449"/>
        </pc:sldMkLst>
        <pc:spChg chg="mod">
          <ac:chgData name="Rosmin Elsa" userId="8f13a6be4da41318" providerId="LiveId" clId="{111DD718-BF25-4C6A-A619-3196CFFCF649}" dt="2024-07-23T04:11:17.862" v="332"/>
          <ac:spMkLst>
            <pc:docMk/>
            <pc:sldMk cId="4049472068" sldId="1449"/>
            <ac:spMk id="13" creationId="{A142B188-AD6D-EEB9-C8DA-15D5F9A67323}"/>
          </ac:spMkLst>
        </pc:spChg>
      </pc:sldChg>
      <pc:sldChg chg="modSp mod">
        <pc:chgData name="Rosmin Elsa" userId="8f13a6be4da41318" providerId="LiveId" clId="{111DD718-BF25-4C6A-A619-3196CFFCF649}" dt="2024-07-23T04:21:33.231" v="506" actId="20577"/>
        <pc:sldMkLst>
          <pc:docMk/>
          <pc:sldMk cId="425986149" sldId="1450"/>
        </pc:sldMkLst>
        <pc:spChg chg="mod">
          <ac:chgData name="Rosmin Elsa" userId="8f13a6be4da41318" providerId="LiveId" clId="{111DD718-BF25-4C6A-A619-3196CFFCF649}" dt="2024-07-23T04:21:33.231" v="506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" userId="8f13a6be4da41318" providerId="LiveId" clId="{111DD718-BF25-4C6A-A619-3196CFFCF649}" dt="2024-07-23T04:20:23.756" v="497" actId="20577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111DD718-BF25-4C6A-A619-3196CFFCF649}" dt="2024-07-23T04:11:20.299" v="333"/>
          <ac:spMkLst>
            <pc:docMk/>
            <pc:sldMk cId="425986149" sldId="1450"/>
            <ac:spMk id="13" creationId="{0D938F6E-BF3A-A165-D6A8-EB6116638AC2}"/>
          </ac:spMkLst>
        </pc:spChg>
      </pc:sldChg>
      <pc:sldChg chg="modSp del mod">
        <pc:chgData name="Rosmin Elsa" userId="8f13a6be4da41318" providerId="LiveId" clId="{111DD718-BF25-4C6A-A619-3196CFFCF649}" dt="2024-07-23T04:16:41.951" v="427" actId="2696"/>
        <pc:sldMkLst>
          <pc:docMk/>
          <pc:sldMk cId="2275551381" sldId="1451"/>
        </pc:sldMkLst>
        <pc:spChg chg="mod">
          <ac:chgData name="Rosmin Elsa" userId="8f13a6be4da41318" providerId="LiveId" clId="{111DD718-BF25-4C6A-A619-3196CFFCF649}" dt="2024-07-23T04:11:25.062" v="334"/>
          <ac:spMkLst>
            <pc:docMk/>
            <pc:sldMk cId="2275551381" sldId="1451"/>
            <ac:spMk id="13" creationId="{81EE61CF-5FAA-6597-D8B9-D5CC5DDD39AF}"/>
          </ac:spMkLst>
        </pc:spChg>
      </pc:sldChg>
      <pc:sldChg chg="modSp mod">
        <pc:chgData name="Rosmin Elsa" userId="8f13a6be4da41318" providerId="LiveId" clId="{111DD718-BF25-4C6A-A619-3196CFFCF649}" dt="2024-07-23T04:21:38.870" v="508" actId="20577"/>
        <pc:sldMkLst>
          <pc:docMk/>
          <pc:sldMk cId="3753762985" sldId="1452"/>
        </pc:sldMkLst>
        <pc:spChg chg="mod">
          <ac:chgData name="Rosmin Elsa" userId="8f13a6be4da41318" providerId="LiveId" clId="{111DD718-BF25-4C6A-A619-3196CFFCF649}" dt="2024-07-23T04:21:38.870" v="508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" userId="8f13a6be4da41318" providerId="LiveId" clId="{111DD718-BF25-4C6A-A619-3196CFFCF649}" dt="2024-07-23T04:20:32.508" v="498" actId="114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" userId="8f13a6be4da41318" providerId="LiveId" clId="{111DD718-BF25-4C6A-A619-3196CFFCF649}" dt="2024-07-23T04:11:30.314" v="335"/>
          <ac:spMkLst>
            <pc:docMk/>
            <pc:sldMk cId="3753762985" sldId="1452"/>
            <ac:spMk id="13" creationId="{F90AFB74-83FD-8F85-3412-5B2B465B437B}"/>
          </ac:spMkLst>
        </pc:spChg>
      </pc:sldChg>
      <pc:sldChg chg="del">
        <pc:chgData name="Rosmin Elsa" userId="8f13a6be4da41318" providerId="LiveId" clId="{111DD718-BF25-4C6A-A619-3196CFFCF649}" dt="2024-07-23T04:16:49.689" v="428" actId="2696"/>
        <pc:sldMkLst>
          <pc:docMk/>
          <pc:sldMk cId="3268302189" sldId="1453"/>
        </pc:sldMkLst>
      </pc:sldChg>
      <pc:sldChg chg="del">
        <pc:chgData name="Rosmin Elsa" userId="8f13a6be4da41318" providerId="LiveId" clId="{111DD718-BF25-4C6A-A619-3196CFFCF649}" dt="2024-07-23T04:16:49.689" v="428" actId="2696"/>
        <pc:sldMkLst>
          <pc:docMk/>
          <pc:sldMk cId="1481789011" sldId="1454"/>
        </pc:sldMkLst>
      </pc:sldChg>
      <pc:sldChg chg="del">
        <pc:chgData name="Rosmin Elsa" userId="8f13a6be4da41318" providerId="LiveId" clId="{111DD718-BF25-4C6A-A619-3196CFFCF649}" dt="2024-07-23T04:16:49.689" v="428" actId="2696"/>
        <pc:sldMkLst>
          <pc:docMk/>
          <pc:sldMk cId="435675861" sldId="1455"/>
        </pc:sldMkLst>
      </pc:sldChg>
      <pc:sldChg chg="modSp del mod">
        <pc:chgData name="Rosmin Elsa" userId="8f13a6be4da41318" providerId="LiveId" clId="{111DD718-BF25-4C6A-A619-3196CFFCF649}" dt="2024-07-24T06:57:17.244" v="519" actId="47"/>
        <pc:sldMkLst>
          <pc:docMk/>
          <pc:sldMk cId="4007348260" sldId="1456"/>
        </pc:sldMkLst>
        <pc:spChg chg="mod">
          <ac:chgData name="Rosmin Elsa" userId="8f13a6be4da41318" providerId="LiveId" clId="{111DD718-BF25-4C6A-A619-3196CFFCF649}" dt="2024-07-23T04:22:29.766" v="513"/>
          <ac:spMkLst>
            <pc:docMk/>
            <pc:sldMk cId="4007348260" sldId="1456"/>
            <ac:spMk id="9" creationId="{6948AAAB-A44F-872E-F738-455ECC0E8E2D}"/>
          </ac:spMkLst>
        </pc:spChg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1584036310" sldId="1457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2272770198" sldId="1458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2991767391" sldId="1459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1513878346" sldId="1460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2328820536" sldId="1461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2853620092" sldId="1462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3120255067" sldId="1463"/>
        </pc:sldMkLst>
      </pc:sldChg>
      <pc:sldChg chg="del">
        <pc:chgData name="Rosmin Elsa" userId="8f13a6be4da41318" providerId="LiveId" clId="{111DD718-BF25-4C6A-A619-3196CFFCF649}" dt="2024-07-24T06:57:17.244" v="519" actId="47"/>
        <pc:sldMkLst>
          <pc:docMk/>
          <pc:sldMk cId="2849890902" sldId="1464"/>
        </pc:sldMkLst>
      </pc:sldChg>
      <pc:sldChg chg="modSp mod">
        <pc:chgData name="Rosmin Elsa" userId="8f13a6be4da41318" providerId="LiveId" clId="{111DD718-BF25-4C6A-A619-3196CFFCF649}" dt="2024-07-24T07:02:41.795" v="612" actId="6549"/>
        <pc:sldMkLst>
          <pc:docMk/>
          <pc:sldMk cId="4039580999" sldId="1465"/>
        </pc:sldMkLst>
        <pc:spChg chg="mod">
          <ac:chgData name="Rosmin Elsa" userId="8f13a6be4da41318" providerId="LiveId" clId="{111DD718-BF25-4C6A-A619-3196CFFCF649}" dt="2024-07-24T07:02:41.795" v="612" actId="6549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111DD718-BF25-4C6A-A619-3196CFFCF649}" dt="2024-07-24T07:01:06.599" v="590" actId="20577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" userId="8f13a6be4da41318" providerId="LiveId" clId="{111DD718-BF25-4C6A-A619-3196CFFCF649}" dt="2024-07-26T07:42:04.303" v="978"/>
        <pc:sldMkLst>
          <pc:docMk/>
          <pc:sldMk cId="576487781" sldId="1466"/>
        </pc:sldMkLst>
        <pc:spChg chg="mod">
          <ac:chgData name="Rosmin Elsa" userId="8f13a6be4da41318" providerId="LiveId" clId="{111DD718-BF25-4C6A-A619-3196CFFCF649}" dt="2024-07-24T07:02:23.510" v="610" actId="20577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111DD718-BF25-4C6A-A619-3196CFFCF649}" dt="2024-07-26T07:42:04.303" v="978"/>
          <ac:spMkLst>
            <pc:docMk/>
            <pc:sldMk cId="576487781" sldId="1466"/>
            <ac:spMk id="9" creationId="{2257D2E9-8338-4D70-7848-7EBAAA53BB78}"/>
          </ac:spMkLst>
        </pc:spChg>
      </pc:sldChg>
      <pc:sldChg chg="modSp mod">
        <pc:chgData name="Rosmin Elsa" userId="8f13a6be4da41318" providerId="LiveId" clId="{111DD718-BF25-4C6A-A619-3196CFFCF649}" dt="2024-07-26T07:42:07.246" v="979"/>
        <pc:sldMkLst>
          <pc:docMk/>
          <pc:sldMk cId="2882701942" sldId="1467"/>
        </pc:sldMkLst>
        <pc:spChg chg="mod">
          <ac:chgData name="Rosmin Elsa" userId="8f13a6be4da41318" providerId="LiveId" clId="{111DD718-BF25-4C6A-A619-3196CFFCF649}" dt="2024-07-24T07:03:03.140" v="617" actId="6549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" userId="8f13a6be4da41318" providerId="LiveId" clId="{111DD718-BF25-4C6A-A619-3196CFFCF649}" dt="2024-07-26T07:42:07.246" v="979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" userId="8f13a6be4da41318" providerId="LiveId" clId="{111DD718-BF25-4C6A-A619-3196CFFCF649}" dt="2024-07-27T05:07:42.792" v="991" actId="20577"/>
        <pc:sldMkLst>
          <pc:docMk/>
          <pc:sldMk cId="625835019" sldId="1468"/>
        </pc:sldMkLst>
        <pc:spChg chg="mod">
          <ac:chgData name="Rosmin Elsa" userId="8f13a6be4da41318" providerId="LiveId" clId="{111DD718-BF25-4C6A-A619-3196CFFCF649}" dt="2024-07-27T05:07:42.792" v="991" actId="20577"/>
          <ac:spMkLst>
            <pc:docMk/>
            <pc:sldMk cId="625835019" sldId="1468"/>
            <ac:spMk id="5" creationId="{5302F64F-7B08-E1DF-77C2-DF24B4884A26}"/>
          </ac:spMkLst>
        </pc:spChg>
        <pc:spChg chg="mod">
          <ac:chgData name="Rosmin Elsa" userId="8f13a6be4da41318" providerId="LiveId" clId="{111DD718-BF25-4C6A-A619-3196CFFCF649}" dt="2024-07-24T07:06:10.919" v="664" actId="20577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" userId="8f13a6be4da41318" providerId="LiveId" clId="{111DD718-BF25-4C6A-A619-3196CFFCF649}" dt="2024-07-24T07:08:22.450" v="695"/>
          <ac:spMkLst>
            <pc:docMk/>
            <pc:sldMk cId="625835019" sldId="1468"/>
            <ac:spMk id="9" creationId="{27E0C573-9B0A-9146-5F05-207C3B6C9139}"/>
          </ac:spMkLst>
        </pc:spChg>
      </pc:sldChg>
      <pc:sldChg chg="modSp mod">
        <pc:chgData name="Rosmin Elsa" userId="8f13a6be4da41318" providerId="LiveId" clId="{111DD718-BF25-4C6A-A619-3196CFFCF649}" dt="2024-07-27T05:07:45.841" v="992" actId="20577"/>
        <pc:sldMkLst>
          <pc:docMk/>
          <pc:sldMk cId="3658360246" sldId="1469"/>
        </pc:sldMkLst>
        <pc:spChg chg="mod">
          <ac:chgData name="Rosmin Elsa" userId="8f13a6be4da41318" providerId="LiveId" clId="{111DD718-BF25-4C6A-A619-3196CFFCF649}" dt="2024-07-27T05:07:45.841" v="992" actId="20577"/>
          <ac:spMkLst>
            <pc:docMk/>
            <pc:sldMk cId="3658360246" sldId="1469"/>
            <ac:spMk id="5" creationId="{6BD3CD50-1DFB-A828-6455-13D1216B4EB3}"/>
          </ac:spMkLst>
        </pc:spChg>
        <pc:spChg chg="mod">
          <ac:chgData name="Rosmin Elsa" userId="8f13a6be4da41318" providerId="LiveId" clId="{111DD718-BF25-4C6A-A619-3196CFFCF649}" dt="2024-07-24T07:07:46.216" v="693" actId="20577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" userId="8f13a6be4da41318" providerId="LiveId" clId="{111DD718-BF25-4C6A-A619-3196CFFCF649}" dt="2024-07-24T07:08:25.011" v="696"/>
          <ac:spMkLst>
            <pc:docMk/>
            <pc:sldMk cId="3658360246" sldId="1469"/>
            <ac:spMk id="9" creationId="{AAD21BDD-D3AE-5CDB-B758-E73AB8700D6E}"/>
          </ac:spMkLst>
        </pc:spChg>
      </pc:sldChg>
      <pc:sldChg chg="modSp mod">
        <pc:chgData name="Rosmin Elsa" userId="8f13a6be4da41318" providerId="LiveId" clId="{111DD718-BF25-4C6A-A619-3196CFFCF649}" dt="2024-07-27T05:08:16.713" v="994" actId="20577"/>
        <pc:sldMkLst>
          <pc:docMk/>
          <pc:sldMk cId="1292053075" sldId="1470"/>
        </pc:sldMkLst>
        <pc:spChg chg="mod">
          <ac:chgData name="Rosmin Elsa" userId="8f13a6be4da41318" providerId="LiveId" clId="{111DD718-BF25-4C6A-A619-3196CFFCF649}" dt="2024-07-27T05:08:16.713" v="994" actId="20577"/>
          <ac:spMkLst>
            <pc:docMk/>
            <pc:sldMk cId="1292053075" sldId="1470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08:05.628" v="694" actId="20577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" userId="8f13a6be4da41318" providerId="LiveId" clId="{111DD718-BF25-4C6A-A619-3196CFFCF649}" dt="2024-07-24T07:08:30.732" v="698"/>
          <ac:spMkLst>
            <pc:docMk/>
            <pc:sldMk cId="1292053075" sldId="1470"/>
            <ac:spMk id="9" creationId="{21434691-EE47-68D6-AEAA-52AFBA3DCAE4}"/>
          </ac:spMkLst>
        </pc:spChg>
      </pc:sldChg>
      <pc:sldChg chg="del">
        <pc:chgData name="Rosmin Elsa" userId="8f13a6be4da41318" providerId="LiveId" clId="{111DD718-BF25-4C6A-A619-3196CFFCF649}" dt="2024-07-24T07:07:24.473" v="691" actId="2696"/>
        <pc:sldMkLst>
          <pc:docMk/>
          <pc:sldMk cId="3868415535" sldId="1471"/>
        </pc:sldMkLst>
      </pc:sldChg>
      <pc:sldChg chg="modSp mod">
        <pc:chgData name="Rosmin Elsa" userId="8f13a6be4da41318" providerId="LiveId" clId="{111DD718-BF25-4C6A-A619-3196CFFCF649}" dt="2024-07-22T05:33:32.994" v="74" actId="6549"/>
        <pc:sldMkLst>
          <pc:docMk/>
          <pc:sldMk cId="3068996028" sldId="1472"/>
        </pc:sldMkLst>
        <pc:spChg chg="mod">
          <ac:chgData name="Rosmin Elsa" userId="8f13a6be4da41318" providerId="LiveId" clId="{111DD718-BF25-4C6A-A619-3196CFFCF649}" dt="2024-07-22T05:31:29.992" v="60"/>
          <ac:spMkLst>
            <pc:docMk/>
            <pc:sldMk cId="3068996028" sldId="1472"/>
            <ac:spMk id="2" creationId="{7650D44C-1859-E285-8215-02854B445147}"/>
          </ac:spMkLst>
        </pc:spChg>
        <pc:spChg chg="mod">
          <ac:chgData name="Rosmin Elsa" userId="8f13a6be4da41318" providerId="LiveId" clId="{111DD718-BF25-4C6A-A619-3196CFFCF649}" dt="2024-07-22T05:33:32.994" v="74" actId="6549"/>
          <ac:spMkLst>
            <pc:docMk/>
            <pc:sldMk cId="3068996028" sldId="1472"/>
            <ac:spMk id="3" creationId="{4A8690D3-6D5D-BBB1-5673-E0C9C96D6ACA}"/>
          </ac:spMkLst>
        </pc:spChg>
      </pc:sldChg>
      <pc:sldChg chg="modSp mod">
        <pc:chgData name="Rosmin Elsa" userId="8f13a6be4da41318" providerId="LiveId" clId="{111DD718-BF25-4C6A-A619-3196CFFCF649}" dt="2024-07-22T05:33:51.603" v="80" actId="6549"/>
        <pc:sldMkLst>
          <pc:docMk/>
          <pc:sldMk cId="2264041875" sldId="1473"/>
        </pc:sldMkLst>
        <pc:spChg chg="mod">
          <ac:chgData name="Rosmin Elsa" userId="8f13a6be4da41318" providerId="LiveId" clId="{111DD718-BF25-4C6A-A619-3196CFFCF649}" dt="2024-07-22T05:31:32.846" v="61"/>
          <ac:spMkLst>
            <pc:docMk/>
            <pc:sldMk cId="2264041875" sldId="1473"/>
            <ac:spMk id="2" creationId="{DF6C818C-9627-247B-B917-187D597D3668}"/>
          </ac:spMkLst>
        </pc:spChg>
        <pc:spChg chg="mod">
          <ac:chgData name="Rosmin Elsa" userId="8f13a6be4da41318" providerId="LiveId" clId="{111DD718-BF25-4C6A-A619-3196CFFCF649}" dt="2024-07-22T05:33:51.603" v="80" actId="6549"/>
          <ac:spMkLst>
            <pc:docMk/>
            <pc:sldMk cId="2264041875" sldId="1473"/>
            <ac:spMk id="8" creationId="{FDC59045-2C7C-F576-C00C-AAA6D40E13D2}"/>
          </ac:spMkLst>
        </pc:spChg>
      </pc:sldChg>
      <pc:sldChg chg="modSp mod">
        <pc:chgData name="Rosmin Elsa" userId="8f13a6be4da41318" providerId="LiveId" clId="{111DD718-BF25-4C6A-A619-3196CFFCF649}" dt="2024-07-25T15:52:53.047" v="932" actId="20577"/>
        <pc:sldMkLst>
          <pc:docMk/>
          <pc:sldMk cId="2017312258" sldId="1474"/>
        </pc:sldMkLst>
        <pc:spChg chg="mod">
          <ac:chgData name="Rosmin Elsa" userId="8f13a6be4da41318" providerId="LiveId" clId="{111DD718-BF25-4C6A-A619-3196CFFCF649}" dt="2024-07-22T05:31:36.592" v="62"/>
          <ac:spMkLst>
            <pc:docMk/>
            <pc:sldMk cId="2017312258" sldId="1474"/>
            <ac:spMk id="2" creationId="{F8B061F3-D074-8E40-5901-929AFBA39D36}"/>
          </ac:spMkLst>
        </pc:spChg>
        <pc:spChg chg="mod">
          <ac:chgData name="Rosmin Elsa" userId="8f13a6be4da41318" providerId="LiveId" clId="{111DD718-BF25-4C6A-A619-3196CFFCF649}" dt="2024-07-25T15:52:53.047" v="932" actId="20577"/>
          <ac:spMkLst>
            <pc:docMk/>
            <pc:sldMk cId="2017312258" sldId="1474"/>
            <ac:spMk id="3" creationId="{E1F6D6C1-942B-FDE1-65ED-8884FD5ECA9A}"/>
          </ac:spMkLst>
        </pc:spChg>
      </pc:sldChg>
      <pc:sldChg chg="modSp add mod">
        <pc:chgData name="Rosmin Elsa" userId="8f13a6be4da41318" providerId="LiveId" clId="{111DD718-BF25-4C6A-A619-3196CFFCF649}" dt="2024-07-23T04:21:44.289" v="510" actId="20577"/>
        <pc:sldMkLst>
          <pc:docMk/>
          <pc:sldMk cId="4077105178" sldId="1475"/>
        </pc:sldMkLst>
        <pc:spChg chg="mod">
          <ac:chgData name="Rosmin Elsa" userId="8f13a6be4da41318" providerId="LiveId" clId="{111DD718-BF25-4C6A-A619-3196CFFCF649}" dt="2024-07-23T04:21:44.289" v="510" actId="20577"/>
          <ac:spMkLst>
            <pc:docMk/>
            <pc:sldMk cId="4077105178" sldId="1475"/>
            <ac:spMk id="5" creationId="{A2047971-DA85-C751-DC5A-5C52B51C52BA}"/>
          </ac:spMkLst>
        </pc:spChg>
        <pc:spChg chg="mod">
          <ac:chgData name="Rosmin Elsa" userId="8f13a6be4da41318" providerId="LiveId" clId="{111DD718-BF25-4C6A-A619-3196CFFCF649}" dt="2024-07-23T04:20:37.958" v="499" actId="114"/>
          <ac:spMkLst>
            <pc:docMk/>
            <pc:sldMk cId="4077105178" sldId="1475"/>
            <ac:spMk id="6" creationId="{BA0B3BE2-D998-167B-8C65-476E697BA331}"/>
          </ac:spMkLst>
        </pc:spChg>
      </pc:sldChg>
      <pc:sldChg chg="modSp add mod">
        <pc:chgData name="Rosmin Elsa" userId="8f13a6be4da41318" providerId="LiveId" clId="{111DD718-BF25-4C6A-A619-3196CFFCF649}" dt="2024-07-24T07:00:08.300" v="578" actId="20577"/>
        <pc:sldMkLst>
          <pc:docMk/>
          <pc:sldMk cId="1985140678" sldId="1476"/>
        </pc:sldMkLst>
        <pc:spChg chg="mod">
          <ac:chgData name="Rosmin Elsa" userId="8f13a6be4da41318" providerId="LiveId" clId="{111DD718-BF25-4C6A-A619-3196CFFCF649}" dt="2024-07-24T07:00:08.300" v="578" actId="20577"/>
          <ac:spMkLst>
            <pc:docMk/>
            <pc:sldMk cId="1985140678" sldId="1476"/>
            <ac:spMk id="6" creationId="{00B7E6C3-DC3B-BC8E-EE75-86995C7F8ADF}"/>
          </ac:spMkLst>
        </pc:spChg>
      </pc:sldChg>
      <pc:sldChg chg="modSp add mod">
        <pc:chgData name="Rosmin Elsa" userId="8f13a6be4da41318" providerId="LiveId" clId="{111DD718-BF25-4C6A-A619-3196CFFCF649}" dt="2024-07-24T06:59:46.028" v="571" actId="120"/>
        <pc:sldMkLst>
          <pc:docMk/>
          <pc:sldMk cId="837277863" sldId="1477"/>
        </pc:sldMkLst>
        <pc:spChg chg="mod">
          <ac:chgData name="Rosmin Elsa" userId="8f13a6be4da41318" providerId="LiveId" clId="{111DD718-BF25-4C6A-A619-3196CFFCF649}" dt="2024-07-24T06:59:46.028" v="571" actId="120"/>
          <ac:spMkLst>
            <pc:docMk/>
            <pc:sldMk cId="837277863" sldId="1477"/>
            <ac:spMk id="6" creationId="{00B7E6C3-DC3B-BC8E-EE75-86995C7F8ADF}"/>
          </ac:spMkLst>
        </pc:spChg>
      </pc:sldChg>
      <pc:sldChg chg="modSp add mod">
        <pc:chgData name="Rosmin Elsa" userId="8f13a6be4da41318" providerId="LiveId" clId="{111DD718-BF25-4C6A-A619-3196CFFCF649}" dt="2024-07-26T07:42:10.523" v="980"/>
        <pc:sldMkLst>
          <pc:docMk/>
          <pc:sldMk cId="4171570983" sldId="1478"/>
        </pc:sldMkLst>
        <pc:spChg chg="mod">
          <ac:chgData name="Rosmin Elsa" userId="8f13a6be4da41318" providerId="LiveId" clId="{111DD718-BF25-4C6A-A619-3196CFFCF649}" dt="2024-07-24T07:03:37.279" v="627" actId="20577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" userId="8f13a6be4da41318" providerId="LiveId" clId="{111DD718-BF25-4C6A-A619-3196CFFCF649}" dt="2024-07-26T07:42:10.523" v="980"/>
          <ac:spMkLst>
            <pc:docMk/>
            <pc:sldMk cId="4171570983" sldId="1478"/>
            <ac:spMk id="9" creationId="{D56A539C-4C26-5D1C-7D31-2EAE3D32C470}"/>
          </ac:spMkLst>
        </pc:spChg>
      </pc:sldChg>
      <pc:sldChg chg="modSp add mod">
        <pc:chgData name="Rosmin Elsa" userId="8f13a6be4da41318" providerId="LiveId" clId="{111DD718-BF25-4C6A-A619-3196CFFCF649}" dt="2024-07-27T05:07:48.308" v="993" actId="20577"/>
        <pc:sldMkLst>
          <pc:docMk/>
          <pc:sldMk cId="1830272701" sldId="1479"/>
        </pc:sldMkLst>
        <pc:spChg chg="mod">
          <ac:chgData name="Rosmin Elsa" userId="8f13a6be4da41318" providerId="LiveId" clId="{111DD718-BF25-4C6A-A619-3196CFFCF649}" dt="2024-07-27T05:07:48.308" v="993" actId="20577"/>
          <ac:spMkLst>
            <pc:docMk/>
            <pc:sldMk cId="1830272701" sldId="1479"/>
            <ac:spMk id="5" creationId="{5302F64F-7B08-E1DF-77C2-DF24B4884A26}"/>
          </ac:spMkLst>
        </pc:spChg>
        <pc:spChg chg="mod">
          <ac:chgData name="Rosmin Elsa" userId="8f13a6be4da41318" providerId="LiveId" clId="{111DD718-BF25-4C6A-A619-3196CFFCF649}" dt="2024-07-24T07:08:27.792" v="697"/>
          <ac:spMkLst>
            <pc:docMk/>
            <pc:sldMk cId="1830272701" sldId="1479"/>
            <ac:spMk id="9" creationId="{27E0C573-9B0A-9146-5F05-207C3B6C9139}"/>
          </ac:spMkLst>
        </pc:spChg>
      </pc:sldChg>
      <pc:sldChg chg="modSp add mod">
        <pc:chgData name="Rosmin Elsa" userId="8f13a6be4da41318" providerId="LiveId" clId="{111DD718-BF25-4C6A-A619-3196CFFCF649}" dt="2024-07-27T05:08:22.725" v="996" actId="20577"/>
        <pc:sldMkLst>
          <pc:docMk/>
          <pc:sldMk cId="1566971029" sldId="1480"/>
        </pc:sldMkLst>
        <pc:spChg chg="mod">
          <ac:chgData name="Rosmin Elsa" userId="8f13a6be4da41318" providerId="LiveId" clId="{111DD718-BF25-4C6A-A619-3196CFFCF649}" dt="2024-07-27T05:08:22.725" v="996" actId="20577"/>
          <ac:spMkLst>
            <pc:docMk/>
            <pc:sldMk cId="1566971029" sldId="1480"/>
            <ac:spMk id="5" creationId="{5302F64F-7B08-E1DF-77C2-DF24B4884A26}"/>
          </ac:spMkLst>
        </pc:spChg>
        <pc:spChg chg="mod">
          <ac:chgData name="Rosmin Elsa" userId="8f13a6be4da41318" providerId="LiveId" clId="{111DD718-BF25-4C6A-A619-3196CFFCF649}" dt="2024-07-24T07:08:33.567" v="699"/>
          <ac:spMkLst>
            <pc:docMk/>
            <pc:sldMk cId="1566971029" sldId="1480"/>
            <ac:spMk id="9" creationId="{27E0C573-9B0A-9146-5F05-207C3B6C9139}"/>
          </ac:spMkLst>
        </pc:spChg>
      </pc:sldChg>
      <pc:sldChg chg="modSp add mod">
        <pc:chgData name="Rosmin Elsa" userId="8f13a6be4da41318" providerId="LiveId" clId="{111DD718-BF25-4C6A-A619-3196CFFCF649}" dt="2024-07-24T07:09:57.861" v="705" actId="20577"/>
        <pc:sldMkLst>
          <pc:docMk/>
          <pc:sldMk cId="29450327" sldId="1481"/>
        </pc:sldMkLst>
        <pc:spChg chg="mod">
          <ac:chgData name="Rosmin Elsa" userId="8f13a6be4da41318" providerId="LiveId" clId="{111DD718-BF25-4C6A-A619-3196CFFCF649}" dt="2024-07-24T07:09:57.861" v="705" actId="20577"/>
          <ac:spMkLst>
            <pc:docMk/>
            <pc:sldMk cId="29450327" sldId="1481"/>
            <ac:spMk id="2" creationId="{00000000-0000-0000-0000-000000000000}"/>
          </ac:spMkLst>
        </pc:spChg>
      </pc:sldChg>
      <pc:sldChg chg="modSp add mod">
        <pc:chgData name="Rosmin Elsa" userId="8f13a6be4da41318" providerId="LiveId" clId="{111DD718-BF25-4C6A-A619-3196CFFCF649}" dt="2024-07-27T05:09:28.729" v="1001" actId="20577"/>
        <pc:sldMkLst>
          <pc:docMk/>
          <pc:sldMk cId="3083004799" sldId="1482"/>
        </pc:sldMkLst>
        <pc:spChg chg="mod">
          <ac:chgData name="Rosmin Elsa" userId="8f13a6be4da41318" providerId="LiveId" clId="{111DD718-BF25-4C6A-A619-3196CFFCF649}" dt="2024-07-27T05:09:28.729" v="1001" actId="20577"/>
          <ac:spMkLst>
            <pc:docMk/>
            <pc:sldMk cId="3083004799" sldId="1482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0:29.670" v="717" actId="33524"/>
          <ac:spMkLst>
            <pc:docMk/>
            <pc:sldMk cId="3083004799" sldId="1482"/>
            <ac:spMk id="6" creationId="{D5D737D0-BD04-7FC6-B03F-BCEC1F57FD2E}"/>
          </ac:spMkLst>
        </pc:spChg>
        <pc:spChg chg="mod">
          <ac:chgData name="Rosmin Elsa" userId="8f13a6be4da41318" providerId="LiveId" clId="{111DD718-BF25-4C6A-A619-3196CFFCF649}" dt="2024-07-24T07:14:20.501" v="775" actId="20577"/>
          <ac:spMkLst>
            <pc:docMk/>
            <pc:sldMk cId="3083004799" sldId="1482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09:32.437" v="1002" actId="20577"/>
        <pc:sldMkLst>
          <pc:docMk/>
          <pc:sldMk cId="395938368" sldId="1483"/>
        </pc:sldMkLst>
        <pc:spChg chg="mod">
          <ac:chgData name="Rosmin Elsa" userId="8f13a6be4da41318" providerId="LiveId" clId="{111DD718-BF25-4C6A-A619-3196CFFCF649}" dt="2024-07-27T05:09:32.437" v="1002" actId="20577"/>
          <ac:spMkLst>
            <pc:docMk/>
            <pc:sldMk cId="395938368" sldId="1483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1:24.482" v="733" actId="114"/>
          <ac:spMkLst>
            <pc:docMk/>
            <pc:sldMk cId="395938368" sldId="1483"/>
            <ac:spMk id="6" creationId="{D5D737D0-BD04-7FC6-B03F-BCEC1F57FD2E}"/>
          </ac:spMkLst>
        </pc:spChg>
        <pc:spChg chg="mod">
          <ac:chgData name="Rosmin Elsa" userId="8f13a6be4da41318" providerId="LiveId" clId="{111DD718-BF25-4C6A-A619-3196CFFCF649}" dt="2024-07-24T07:14:24.767" v="776"/>
          <ac:spMkLst>
            <pc:docMk/>
            <pc:sldMk cId="395938368" sldId="1483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09:35.183" v="1003" actId="20577"/>
        <pc:sldMkLst>
          <pc:docMk/>
          <pc:sldMk cId="661357680" sldId="1484"/>
        </pc:sldMkLst>
        <pc:spChg chg="mod">
          <ac:chgData name="Rosmin Elsa" userId="8f13a6be4da41318" providerId="LiveId" clId="{111DD718-BF25-4C6A-A619-3196CFFCF649}" dt="2024-07-27T05:09:35.183" v="1003" actId="20577"/>
          <ac:spMkLst>
            <pc:docMk/>
            <pc:sldMk cId="661357680" sldId="1484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2:04.613" v="744" actId="6549"/>
          <ac:spMkLst>
            <pc:docMk/>
            <pc:sldMk cId="661357680" sldId="1484"/>
            <ac:spMk id="6" creationId="{D5D737D0-BD04-7FC6-B03F-BCEC1F57FD2E}"/>
          </ac:spMkLst>
        </pc:spChg>
        <pc:spChg chg="mod">
          <ac:chgData name="Rosmin Elsa" userId="8f13a6be4da41318" providerId="LiveId" clId="{111DD718-BF25-4C6A-A619-3196CFFCF649}" dt="2024-07-24T07:14:27.426" v="777"/>
          <ac:spMkLst>
            <pc:docMk/>
            <pc:sldMk cId="661357680" sldId="1484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09:37.922" v="1004" actId="20577"/>
        <pc:sldMkLst>
          <pc:docMk/>
          <pc:sldMk cId="699412293" sldId="1485"/>
        </pc:sldMkLst>
        <pc:spChg chg="mod">
          <ac:chgData name="Rosmin Elsa" userId="8f13a6be4da41318" providerId="LiveId" clId="{111DD718-BF25-4C6A-A619-3196CFFCF649}" dt="2024-07-27T05:09:37.922" v="1004" actId="20577"/>
          <ac:spMkLst>
            <pc:docMk/>
            <pc:sldMk cId="699412293" sldId="1485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4:30.179" v="778"/>
          <ac:spMkLst>
            <pc:docMk/>
            <pc:sldMk cId="699412293" sldId="1485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09:43.634" v="1006" actId="20577"/>
        <pc:sldMkLst>
          <pc:docMk/>
          <pc:sldMk cId="2573244582" sldId="1486"/>
        </pc:sldMkLst>
        <pc:spChg chg="mod">
          <ac:chgData name="Rosmin Elsa" userId="8f13a6be4da41318" providerId="LiveId" clId="{111DD718-BF25-4C6A-A619-3196CFFCF649}" dt="2024-07-27T05:09:43.634" v="1006" actId="20577"/>
          <ac:spMkLst>
            <pc:docMk/>
            <pc:sldMk cId="2573244582" sldId="1486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3:01.357" v="754" actId="6549"/>
          <ac:spMkLst>
            <pc:docMk/>
            <pc:sldMk cId="2573244582" sldId="1486"/>
            <ac:spMk id="6" creationId="{D5D737D0-BD04-7FC6-B03F-BCEC1F57FD2E}"/>
          </ac:spMkLst>
        </pc:spChg>
        <pc:spChg chg="mod">
          <ac:chgData name="Rosmin Elsa" userId="8f13a6be4da41318" providerId="LiveId" clId="{111DD718-BF25-4C6A-A619-3196CFFCF649}" dt="2024-07-24T07:14:33.573" v="779"/>
          <ac:spMkLst>
            <pc:docMk/>
            <pc:sldMk cId="2573244582" sldId="1486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09:49.260" v="1008" actId="20577"/>
        <pc:sldMkLst>
          <pc:docMk/>
          <pc:sldMk cId="2734668960" sldId="1487"/>
        </pc:sldMkLst>
        <pc:spChg chg="mod">
          <ac:chgData name="Rosmin Elsa" userId="8f13a6be4da41318" providerId="LiveId" clId="{111DD718-BF25-4C6A-A619-3196CFFCF649}" dt="2024-07-27T05:09:49.260" v="1008" actId="20577"/>
          <ac:spMkLst>
            <pc:docMk/>
            <pc:sldMk cId="2734668960" sldId="1487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4:37.399" v="780"/>
          <ac:spMkLst>
            <pc:docMk/>
            <pc:sldMk cId="2734668960" sldId="1487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10:03.735" v="1010" actId="20577"/>
        <pc:sldMkLst>
          <pc:docMk/>
          <pc:sldMk cId="1447438259" sldId="1488"/>
        </pc:sldMkLst>
        <pc:spChg chg="mod">
          <ac:chgData name="Rosmin Elsa" userId="8f13a6be4da41318" providerId="LiveId" clId="{111DD718-BF25-4C6A-A619-3196CFFCF649}" dt="2024-07-27T05:10:03.735" v="1010" actId="20577"/>
          <ac:spMkLst>
            <pc:docMk/>
            <pc:sldMk cId="1447438259" sldId="1488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3:57.572" v="772" actId="33524"/>
          <ac:spMkLst>
            <pc:docMk/>
            <pc:sldMk cId="1447438259" sldId="1488"/>
            <ac:spMk id="6" creationId="{D5D737D0-BD04-7FC6-B03F-BCEC1F57FD2E}"/>
          </ac:spMkLst>
        </pc:spChg>
        <pc:spChg chg="mod">
          <ac:chgData name="Rosmin Elsa" userId="8f13a6be4da41318" providerId="LiveId" clId="{111DD718-BF25-4C6A-A619-3196CFFCF649}" dt="2024-07-24T07:14:40.376" v="781"/>
          <ac:spMkLst>
            <pc:docMk/>
            <pc:sldMk cId="1447438259" sldId="1488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7T05:10:08.497" v="1012" actId="20577"/>
        <pc:sldMkLst>
          <pc:docMk/>
          <pc:sldMk cId="1774355143" sldId="1489"/>
        </pc:sldMkLst>
        <pc:spChg chg="mod">
          <ac:chgData name="Rosmin Elsa" userId="8f13a6be4da41318" providerId="LiveId" clId="{111DD718-BF25-4C6A-A619-3196CFFCF649}" dt="2024-07-27T05:10:08.497" v="1012" actId="20577"/>
          <ac:spMkLst>
            <pc:docMk/>
            <pc:sldMk cId="1774355143" sldId="1489"/>
            <ac:spMk id="5" creationId="{203055F6-333A-FAAF-7CFD-1D7E180EB11F}"/>
          </ac:spMkLst>
        </pc:spChg>
        <pc:spChg chg="mod">
          <ac:chgData name="Rosmin Elsa" userId="8f13a6be4da41318" providerId="LiveId" clId="{111DD718-BF25-4C6A-A619-3196CFFCF649}" dt="2024-07-24T07:14:43.014" v="782"/>
          <ac:spMkLst>
            <pc:docMk/>
            <pc:sldMk cId="1774355143" sldId="1489"/>
            <ac:spMk id="9" creationId="{21434691-EE47-68D6-AEAA-52AFBA3DCAE4}"/>
          </ac:spMkLst>
        </pc:spChg>
      </pc:sldChg>
      <pc:sldChg chg="modSp add mod">
        <pc:chgData name="Rosmin Elsa" userId="8f13a6be4da41318" providerId="LiveId" clId="{111DD718-BF25-4C6A-A619-3196CFFCF649}" dt="2024-07-25T15:46:42.095" v="927" actId="20577"/>
        <pc:sldMkLst>
          <pc:docMk/>
          <pc:sldMk cId="2268015802" sldId="1490"/>
        </pc:sldMkLst>
        <pc:spChg chg="mod">
          <ac:chgData name="Rosmin Elsa" userId="8f13a6be4da41318" providerId="LiveId" clId="{111DD718-BF25-4C6A-A619-3196CFFCF649}" dt="2024-07-25T15:42:37.530" v="922" actId="1076"/>
          <ac:spMkLst>
            <pc:docMk/>
            <pc:sldMk cId="2268015802" sldId="1490"/>
            <ac:spMk id="3" creationId="{DFD3087A-542A-9E8A-2F04-286C1B72B61A}"/>
          </ac:spMkLst>
        </pc:spChg>
        <pc:spChg chg="mod">
          <ac:chgData name="Rosmin Elsa" userId="8f13a6be4da41318" providerId="LiveId" clId="{111DD718-BF25-4C6A-A619-3196CFFCF649}" dt="2024-07-25T15:46:42.095" v="927" actId="20577"/>
          <ac:spMkLst>
            <pc:docMk/>
            <pc:sldMk cId="2268015802" sldId="1490"/>
            <ac:spMk id="6" creationId="{B48AEF40-D79D-77F3-773C-095D81075E36}"/>
          </ac:spMkLst>
        </pc:spChg>
      </pc:sldChg>
      <pc:sldChg chg="modSp add mod">
        <pc:chgData name="Rosmin Elsa" userId="8f13a6be4da41318" providerId="LiveId" clId="{111DD718-BF25-4C6A-A619-3196CFFCF649}" dt="2024-07-27T05:06:41.980" v="988" actId="1076"/>
        <pc:sldMkLst>
          <pc:docMk/>
          <pc:sldMk cId="786665984" sldId="1491"/>
        </pc:sldMkLst>
        <pc:spChg chg="mod">
          <ac:chgData name="Rosmin Elsa" userId="8f13a6be4da41318" providerId="LiveId" clId="{111DD718-BF25-4C6A-A619-3196CFFCF649}" dt="2024-07-27T05:06:41.980" v="988" actId="1076"/>
          <ac:spMkLst>
            <pc:docMk/>
            <pc:sldMk cId="786665984" sldId="1491"/>
            <ac:spMk id="3" creationId="{DFD3087A-542A-9E8A-2F04-286C1B72B61A}"/>
          </ac:spMkLst>
        </pc:spChg>
        <pc:spChg chg="mod">
          <ac:chgData name="Rosmin Elsa" userId="8f13a6be4da41318" providerId="LiveId" clId="{111DD718-BF25-4C6A-A619-3196CFFCF649}" dt="2024-07-25T15:46:48.927" v="929" actId="20577"/>
          <ac:spMkLst>
            <pc:docMk/>
            <pc:sldMk cId="786665984" sldId="1491"/>
            <ac:spMk id="6" creationId="{B48AEF40-D79D-77F3-773C-095D81075E36}"/>
          </ac:spMkLst>
        </pc:spChg>
      </pc:sldChg>
      <pc:sldMasterChg chg="modSldLayout">
        <pc:chgData name="Rosmin Elsa" userId="8f13a6be4da41318" providerId="LiveId" clId="{111DD718-BF25-4C6A-A619-3196CFFCF649}" dt="2024-07-27T05:00:15.628" v="982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111DD718-BF25-4C6A-A619-3196CFFCF649}" dt="2024-07-27T05:00:15.628" v="982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111DD718-BF25-4C6A-A619-3196CFFCF649}" dt="2024-07-27T05:00:15.628" v="982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111DD718-BF25-4C6A-A619-3196CFFCF649}" dt="2024-07-22T05:35:39.082" v="107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111DD718-BF25-4C6A-A619-3196CFFCF649}" dt="2024-07-22T05:35:39.082" v="107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111DD718-BF25-4C6A-A619-3196CFFCF649}" dt="2024-07-22T05:35:49.329" v="111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111DD718-BF25-4C6A-A619-3196CFFCF649}" dt="2024-07-22T05:35:49.329" v="111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111DD718-BF25-4C6A-A619-3196CFFCF649}" dt="2024-07-22T05:35:43.880" v="109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111DD718-BF25-4C6A-A619-3196CFFCF649}" dt="2024-07-22T05:35:43.880" v="109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28 July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July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July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July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48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Gifts of the Holy Spirit: </a:t>
            </a:r>
            <a:br>
              <a:rPr lang="en-SG" sz="48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</a:br>
            <a:r>
              <a:rPr lang="en-SG" sz="3600" b="1" i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 the spiritual nourishment of the people of God</a:t>
            </a:r>
            <a:endParaRPr lang="en-GB" sz="36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>
                <a:solidFill>
                  <a:schemeClr val="bg1"/>
                </a:solidFill>
              </a:rPr>
              <a:t>Song no: 5 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Let there be light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r>
              <a:rPr lang="en-SG" sz="2800"/>
              <a:t>Thou whose almighty word</a:t>
            </a:r>
          </a:p>
          <a:p>
            <a:pPr algn="ctr"/>
            <a:r>
              <a:rPr lang="en-SG" sz="2800"/>
              <a:t>Chaos and darkness heard,</a:t>
            </a:r>
          </a:p>
          <a:p>
            <a:pPr algn="ctr"/>
            <a:r>
              <a:rPr lang="en-SG" sz="2800"/>
              <a:t>And took their flight,</a:t>
            </a:r>
          </a:p>
          <a:p>
            <a:pPr algn="ctr"/>
            <a:r>
              <a:rPr lang="en-SG" sz="2800"/>
              <a:t>Hear us, we humbly pray;</a:t>
            </a:r>
          </a:p>
          <a:p>
            <a:pPr algn="ctr"/>
            <a:r>
              <a:rPr lang="en-SG" sz="2800"/>
              <a:t>And, where the Gospel day</a:t>
            </a:r>
          </a:p>
          <a:p>
            <a:pPr algn="ctr"/>
            <a:r>
              <a:rPr lang="en-SG" sz="2800"/>
              <a:t>Sheds not its glorious ray,</a:t>
            </a:r>
          </a:p>
          <a:p>
            <a:pPr algn="ctr"/>
            <a:r>
              <a:rPr lang="en-SG" sz="2800"/>
              <a:t>" Let there be light !"</a:t>
            </a:r>
            <a:endParaRPr lang="en-US" sz="2800" i="1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Let there be light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690D3-6D5D-BBB1-5673-E0C9C96D6ACA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r>
              <a:rPr lang="en-SG" sz="2800"/>
              <a:t>Thou, who didst come to bring.</a:t>
            </a:r>
          </a:p>
          <a:p>
            <a:pPr algn="ctr"/>
            <a:r>
              <a:rPr lang="en-SG" sz="2800"/>
              <a:t>On Thy redeeming wing,</a:t>
            </a:r>
          </a:p>
          <a:p>
            <a:pPr algn="ctr"/>
            <a:r>
              <a:rPr lang="en-SG" sz="2800"/>
              <a:t>Healing and sight</a:t>
            </a:r>
          </a:p>
          <a:p>
            <a:pPr algn="ctr"/>
            <a:r>
              <a:rPr lang="en-SG" sz="2800"/>
              <a:t>Health to the sick in mind,</a:t>
            </a:r>
          </a:p>
          <a:p>
            <a:pPr algn="ctr"/>
            <a:r>
              <a:rPr lang="en-SG" sz="2800"/>
              <a:t>Sight to the inly blind—</a:t>
            </a:r>
          </a:p>
          <a:p>
            <a:pPr algn="ctr"/>
            <a:r>
              <a:rPr lang="en-SG" sz="2800"/>
              <a:t>Oh, now to all mankind</a:t>
            </a:r>
          </a:p>
          <a:p>
            <a:pPr algn="ctr"/>
            <a:r>
              <a:rPr lang="en-SG" sz="2800"/>
              <a:t>" Let there be light !"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Let there be light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59045-2C7C-F576-C00C-AAA6D40E13D2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r>
              <a:rPr lang="en-SG" sz="2800"/>
              <a:t>Spirit of truth and love,</a:t>
            </a:r>
          </a:p>
          <a:p>
            <a:pPr algn="ctr"/>
            <a:r>
              <a:rPr lang="en-SG" sz="2800"/>
              <a:t>Life-giving, holy Dove,</a:t>
            </a:r>
          </a:p>
          <a:p>
            <a:pPr algn="ctr"/>
            <a:r>
              <a:rPr lang="en-SG" sz="2800"/>
              <a:t>Speed forth Thy flight!</a:t>
            </a:r>
          </a:p>
          <a:p>
            <a:pPr algn="ctr"/>
            <a:r>
              <a:rPr lang="en-SG" sz="2800"/>
              <a:t>Move on the waters' face</a:t>
            </a:r>
          </a:p>
          <a:p>
            <a:pPr algn="ctr"/>
            <a:r>
              <a:rPr lang="en-SG" sz="2800"/>
              <a:t>By Thine almighty grace,</a:t>
            </a:r>
          </a:p>
          <a:p>
            <a:pPr algn="ctr"/>
            <a:r>
              <a:rPr lang="en-SG" sz="2800"/>
              <a:t>And in earth's darkest place</a:t>
            </a:r>
          </a:p>
          <a:p>
            <a:pPr algn="ctr"/>
            <a:r>
              <a:rPr lang="en-SG" sz="2800"/>
              <a:t>" Let there be light !"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67F8-A284-EE70-6713-899680D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61F3-D074-8E40-5901-929AFBA3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Let there be light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5863EC-1137-D3CB-ADDA-DAA99C4329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AB2B-36E6-1902-0659-3B71C64198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6D6C1-942B-FDE1-65ED-8884FD5ECA9A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r>
              <a:rPr lang="en-SG" sz="2800"/>
              <a:t>Blessed and holy Three,</a:t>
            </a:r>
          </a:p>
          <a:p>
            <a:pPr algn="ctr"/>
            <a:r>
              <a:rPr lang="en-SG" sz="2800"/>
              <a:t>Glorious Trinity,</a:t>
            </a:r>
          </a:p>
          <a:p>
            <a:pPr algn="ctr"/>
            <a:r>
              <a:rPr lang="en-SG" sz="2800"/>
              <a:t>Wisdom, love, might;</a:t>
            </a:r>
          </a:p>
          <a:p>
            <a:pPr algn="ctr"/>
            <a:r>
              <a:rPr lang="en-SG" sz="2800"/>
              <a:t>Boundless as ocean's tide</a:t>
            </a:r>
          </a:p>
          <a:p>
            <a:pPr algn="ctr"/>
            <a:r>
              <a:rPr lang="en-SG" sz="2800"/>
              <a:t>Rolling in fullest pride,</a:t>
            </a:r>
          </a:p>
          <a:p>
            <a:pPr algn="ctr"/>
            <a:r>
              <a:rPr lang="en-SG" sz="2800"/>
              <a:t>O'er the world far and wide,</a:t>
            </a:r>
          </a:p>
          <a:p>
            <a:pPr algn="ctr"/>
            <a:r>
              <a:rPr lang="en-SG" sz="2800"/>
              <a:t>" Let there be light !"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31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254125" algn="l"/>
                <a:tab pos="1423988" algn="l"/>
              </a:tabLst>
              <a:defRPr/>
            </a:pPr>
            <a: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Gifts of the Holy Spirit: </a:t>
            </a:r>
            <a:b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</a:br>
            <a:r>
              <a:rPr kumimoji="0" lang="en-SG" sz="3600" b="1" i="1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For the spiritual nourishment of the people of God</a:t>
            </a:r>
            <a:endParaRPr kumimoji="0" lang="en-GB" sz="3600" b="1" i="1" u="none" strike="noStrike" kern="14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63500" dir="2700000" algn="tl">
                  <a:prstClr val="black">
                    <a:alpha val="43000"/>
                  </a:prstClr>
                </a:outerShdw>
              </a:effectLst>
              <a:uLnTx/>
              <a:uFillTx/>
              <a:latin typeface="Footlight MT Light" panose="0204060206030A020304" pitchFamily="18" charset="77"/>
              <a:ea typeface="+mn-ea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</a:t>
            </a:r>
            <a:endParaRPr lang="en-US">
              <a:solidFill>
                <a:schemeClr val="bg1"/>
              </a:solidFill>
            </a:endParaRPr>
          </a:p>
          <a:p>
            <a:r>
              <a:rPr lang="en-SG">
                <a:solidFill>
                  <a:schemeClr val="bg1"/>
                </a:solidFill>
                <a:latin typeface="Tenorite"/>
              </a:rPr>
              <a:t>Song no:852</a:t>
            </a:r>
            <a:endParaRPr lang="en-GB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</a:t>
            </a:r>
            <a:r>
              <a:rPr lang="en-SG"/>
              <a:t>Song no: 852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458472" y="768440"/>
            <a:ext cx="60723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600"/>
              <a:t>Loved with everlasting love,</a:t>
            </a:r>
          </a:p>
          <a:p>
            <a:pPr algn="ctr"/>
            <a:r>
              <a:rPr lang="en-SG" sz="2600"/>
              <a:t>Led by grace that love to know;</a:t>
            </a:r>
          </a:p>
          <a:p>
            <a:pPr algn="ctr"/>
            <a:r>
              <a:rPr lang="en-SG" sz="2600"/>
              <a:t>Spirit, breathing from above,</a:t>
            </a:r>
          </a:p>
          <a:p>
            <a:pPr algn="ctr"/>
            <a:r>
              <a:rPr lang="en-SG" sz="2600"/>
              <a:t>Thou hast taught me it is so !</a:t>
            </a:r>
          </a:p>
          <a:p>
            <a:pPr algn="ctr"/>
            <a:r>
              <a:rPr lang="en-SG" sz="2600"/>
              <a:t>Oh this full and perfect peace !</a:t>
            </a:r>
          </a:p>
          <a:p>
            <a:pPr algn="ctr"/>
            <a:r>
              <a:rPr lang="en-SG" sz="2600"/>
              <a:t>Oh this transport all divine !</a:t>
            </a:r>
          </a:p>
          <a:p>
            <a:pPr algn="ctr"/>
            <a:r>
              <a:rPr lang="en-SG" sz="2600"/>
              <a:t>In a love which cannot cease,</a:t>
            </a:r>
          </a:p>
          <a:p>
            <a:pPr algn="ctr"/>
            <a:r>
              <a:rPr lang="en-SG" sz="2600"/>
              <a:t>I am His, and He is mine;</a:t>
            </a:r>
          </a:p>
          <a:p>
            <a:pPr algn="ctr"/>
            <a:r>
              <a:rPr lang="en-SG" sz="2600"/>
              <a:t>In a love which cannot cease,</a:t>
            </a:r>
          </a:p>
          <a:p>
            <a:pPr algn="ctr"/>
            <a:r>
              <a:rPr lang="en-SG" sz="2600"/>
              <a:t>I am His, and He is mine.</a:t>
            </a:r>
            <a:endParaRPr lang="en-US" sz="26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99700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26315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SG" sz="4200">
                <a:solidFill>
                  <a:schemeClr val="bg1"/>
                </a:solidFill>
              </a:rPr>
              <a:t>Day by day </a:t>
            </a:r>
            <a:endParaRPr lang="en-GB" sz="4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Day by day [8]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532069"/>
            <a:ext cx="655554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600" i="1"/>
              <a:t>Day by day and with each passing moment,</a:t>
            </a:r>
          </a:p>
          <a:p>
            <a:r>
              <a:rPr lang="en-SG" sz="2600" i="1"/>
              <a:t>Strength, I find to meet my trials here;</a:t>
            </a:r>
          </a:p>
          <a:p>
            <a:r>
              <a:rPr lang="en-SG" sz="2600" i="1"/>
              <a:t>Trusting in my Father’s wise </a:t>
            </a:r>
            <a:br>
              <a:rPr lang="en-SG" sz="2600" i="1"/>
            </a:br>
            <a:r>
              <a:rPr lang="en-SG" sz="2600" i="1"/>
              <a:t>bestowment,</a:t>
            </a:r>
          </a:p>
          <a:p>
            <a:r>
              <a:rPr lang="en-SG" sz="2600" i="1"/>
              <a:t>I’ve no cause for worry or for fear.</a:t>
            </a:r>
          </a:p>
          <a:p>
            <a:r>
              <a:rPr lang="en-SG" sz="2600" i="1"/>
              <a:t>He whose heart is kind beyond all</a:t>
            </a:r>
            <a:br>
              <a:rPr lang="en-SG" sz="2600" i="1"/>
            </a:br>
            <a:r>
              <a:rPr lang="en-SG" sz="2600" i="1"/>
              <a:t>measure</a:t>
            </a:r>
          </a:p>
          <a:p>
            <a:r>
              <a:rPr lang="en-SG" sz="2600" i="1"/>
              <a:t>Gives unto each day what he deems </a:t>
            </a:r>
            <a:br>
              <a:rPr lang="en-SG" sz="2600" i="1"/>
            </a:br>
            <a:r>
              <a:rPr lang="en-SG" sz="2600" i="1"/>
              <a:t>best–</a:t>
            </a:r>
          </a:p>
          <a:p>
            <a:r>
              <a:rPr lang="en-SG" sz="2600" i="1"/>
              <a:t>Lovingly, its part of pain and pleasure,</a:t>
            </a:r>
          </a:p>
          <a:p>
            <a:r>
              <a:rPr lang="en-SG" sz="2600" i="1"/>
              <a:t>Mingling toil with peace and rest.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Day by day [8]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650660"/>
            <a:ext cx="594612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600" i="1"/>
              <a:t>Every day the Lord Himself is near me</a:t>
            </a:r>
          </a:p>
          <a:p>
            <a:r>
              <a:rPr lang="en-SG" sz="2600" i="1"/>
              <a:t>With a special mercy for each hour;</a:t>
            </a:r>
          </a:p>
          <a:p>
            <a:r>
              <a:rPr lang="en-SG" sz="2600" i="1"/>
              <a:t>All my cares He gladly bears and </a:t>
            </a:r>
            <a:br>
              <a:rPr lang="en-SG" sz="2600" i="1"/>
            </a:br>
            <a:r>
              <a:rPr lang="en-SG" sz="2600" i="1"/>
              <a:t>cheers me,</a:t>
            </a:r>
          </a:p>
          <a:p>
            <a:r>
              <a:rPr lang="en-SG" sz="2600" i="1"/>
              <a:t>He whose name is </a:t>
            </a:r>
            <a:r>
              <a:rPr lang="en-SG" sz="2600" i="1" err="1"/>
              <a:t>Counselor</a:t>
            </a:r>
            <a:r>
              <a:rPr lang="en-SG" sz="2600" i="1"/>
              <a:t> and Power.</a:t>
            </a:r>
          </a:p>
          <a:p>
            <a:r>
              <a:rPr lang="en-SG" sz="2600" i="1"/>
              <a:t>The protection of His child and treasure</a:t>
            </a:r>
          </a:p>
          <a:p>
            <a:r>
              <a:rPr lang="en-SG" sz="2600" i="1"/>
              <a:t>Is a charge that on Himself He laid;</a:t>
            </a:r>
          </a:p>
          <a:p>
            <a:r>
              <a:rPr lang="en-SG" sz="2600" i="1"/>
              <a:t>“As your days, your strength shall be in measure,”</a:t>
            </a:r>
          </a:p>
          <a:p>
            <a:r>
              <a:rPr lang="en-SG" sz="2600" i="1"/>
              <a:t>This the pledge to me He made.</a:t>
            </a:r>
          </a:p>
        </p:txBody>
      </p:sp>
    </p:spTree>
    <p:extLst>
      <p:ext uri="{BB962C8B-B14F-4D97-AF65-F5344CB8AC3E}">
        <p14:creationId xmlns:p14="http://schemas.microsoft.com/office/powerpoint/2010/main" val="226801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Day by day [8]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56837" y="536323"/>
            <a:ext cx="560107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600" i="1"/>
              <a:t>Help me then in every tribulation</a:t>
            </a:r>
          </a:p>
          <a:p>
            <a:r>
              <a:rPr lang="en-SG" sz="2600" i="1"/>
              <a:t>So to trust Your promises, O Lord,</a:t>
            </a:r>
          </a:p>
          <a:p>
            <a:r>
              <a:rPr lang="en-SG" sz="2600" i="1"/>
              <a:t>That I lose not faith’s sweet consolation</a:t>
            </a:r>
          </a:p>
          <a:p>
            <a:r>
              <a:rPr lang="en-SG" sz="2600" i="1"/>
              <a:t>Offered me within Your holy Word.</a:t>
            </a:r>
          </a:p>
          <a:p>
            <a:r>
              <a:rPr lang="en-SG" sz="2600" i="1"/>
              <a:t>Help me, Lord, when toil and trouble meeting,</a:t>
            </a:r>
          </a:p>
          <a:p>
            <a:r>
              <a:rPr lang="en-SG" sz="2600" i="1"/>
              <a:t>E'er to take, as from a father’s hand,</a:t>
            </a:r>
          </a:p>
          <a:p>
            <a:r>
              <a:rPr lang="en-SG" sz="2600" i="1"/>
              <a:t>One by one, the days, the moments fleeting,</a:t>
            </a:r>
          </a:p>
          <a:p>
            <a:r>
              <a:rPr lang="en-SG" sz="2600" i="1"/>
              <a:t>Till I reach the promised land.</a:t>
            </a:r>
          </a:p>
        </p:txBody>
      </p:sp>
    </p:spTree>
    <p:extLst>
      <p:ext uri="{BB962C8B-B14F-4D97-AF65-F5344CB8AC3E}">
        <p14:creationId xmlns:p14="http://schemas.microsoft.com/office/powerpoint/2010/main" val="786665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201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Spirit Divine ! attend our prayers.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make our hearts Thy home;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Descend with all Thy gracious powers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 come, great Spirit, come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254125" algn="l"/>
                <a:tab pos="1423988" algn="l"/>
              </a:tabLst>
              <a:defRPr/>
            </a:pPr>
            <a: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Gifts of the Holy Spirit: </a:t>
            </a:r>
            <a:b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</a:br>
            <a:r>
              <a:rPr kumimoji="0" lang="en-SG" sz="3600" b="1" i="1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For the spiritual nourishment of the people of God</a:t>
            </a:r>
            <a:endParaRPr kumimoji="0" lang="en-GB" sz="3600" b="1" i="1" u="none" strike="noStrike" kern="14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63500" dir="2700000" algn="tl">
                  <a:prstClr val="black">
                    <a:alpha val="43000"/>
                  </a:prstClr>
                </a:outerShdw>
              </a:effectLst>
              <a:uLnTx/>
              <a:uFillTx/>
              <a:latin typeface="Footlight MT Light" panose="0204060206030A020304" pitchFamily="18" charset="77"/>
              <a:ea typeface="+mn-ea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325</a:t>
            </a:r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52282" y="887505"/>
            <a:ext cx="679842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Here from the world we turn,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to seek;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Here may His loving voice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Tenderly speak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our dearest Friend,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While at Thy feet we bend,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let Thy smile descend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'Tis Thee we seek.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325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DBF89-58BA-EE9F-AD42-B4C6EE879FD8}"/>
              </a:ext>
            </a:extLst>
          </p:cNvPr>
          <p:cNvSpPr/>
          <p:nvPr/>
        </p:nvSpPr>
        <p:spPr>
          <a:xfrm>
            <a:off x="1452282" y="88750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Come, Holy Comforter,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Presence divine.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Now in our longing hearts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Graciously shine;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 for Thy mighty power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 for a blessed shower,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Filling this hallowed hour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joy divine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325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1452282" y="887505"/>
            <a:ext cx="665774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Saviour, Thy work revive,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Here may we see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Those who are dead in sin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Quickened by Thee;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Come to our hearts' delight,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every burden light,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Cheer Thou our waiting sight;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 long for Thee.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325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46574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Blessed be the Fountain of blood,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a world of sinners revealed;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Blessed be the dear Son of God: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Only by His stripes we are healed.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Tho' I've wandered far from His fold,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Bringing to my heart pain and woe,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Wash me in the Blood of the Lamb,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 shall be whiter than snow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5D098-6B90-D9CD-4980-73D67EEE7741}"/>
              </a:ext>
            </a:extLst>
          </p:cNvPr>
          <p:cNvSpPr/>
          <p:nvPr/>
        </p:nvSpPr>
        <p:spPr>
          <a:xfrm>
            <a:off x="1452282" y="887505"/>
            <a:ext cx="623943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Whiter than the snow,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Whiter than the snow,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Wash me in the Blood of the Lamb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be whiter than snow !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Thorny was the crown that He wore,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the cross His body o'ercame;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Grievous were the sorrows He bore,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He suffered not thus in vain.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May I to that Fountain be led,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Made to cleanse my sins here below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Wash me in the Blood that He shed,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 shall be whiter than snow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F916-AD49-A221-D7F7-5F92C3E0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936EC-326B-D8F5-240D-6A056D7825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65175-97D1-9C95-CB24-5560FEE77F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20C08D-13B1-4F34-A99E-AF3AC5E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94333-E6F9-8798-4EBB-6409B2715656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Whiter than the snow,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Whiter than the snow,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Wash me in the Blood of the Lamb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be whiter than snow !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730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6E297-1ADC-5926-D07E-F5F3B6CBE8EA}"/>
              </a:ext>
            </a:extLst>
          </p:cNvPr>
          <p:cNvSpPr/>
          <p:nvPr/>
        </p:nvSpPr>
        <p:spPr>
          <a:xfrm>
            <a:off x="1452282" y="887505"/>
            <a:ext cx="729886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Father, I have wandered from Thee,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Often has my heart gone astray;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Crimson do my sins seem to me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Water cannot wash them away.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to that Fountain of Thine,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Leaning on Thy promise I go;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Cleanse me by Thy washing divine,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 shall be whiter than snow!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64D4-EDC5-7B1E-9670-AA1B880E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4D3F5-FA9A-9E2F-C2EE-CA9B3E5694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ACB1-BCB9-0D04-EA60-BB453AE98E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6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0E519-EF6F-C114-0D3F-F15BAC2C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7B15A4-1E5E-9CBC-802E-39C81FA1A8A1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Whiter than the snow,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Whiter than the snow,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Wash me in the Blood of the Lamb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be whiter than snow !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74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once was a stranger to grace and to God;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knew not my danger, and felt not my load;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Though friends spoke in rapture of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Christ on the tree,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  <a:t>"Jehovah Tsidkenu"—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was nothing to me.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Like tears from the daughters of Zion that roll,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wept when the waters went over His soul,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Yet thought not that my sins had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nailed to the tree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  <a:t>"Jehovah Tsidkenu"—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'twas nothing to me.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B8FA0-9883-25CB-4F0E-617DCF91BB8C}"/>
              </a:ext>
            </a:extLst>
          </p:cNvPr>
          <p:cNvSpPr/>
          <p:nvPr/>
        </p:nvSpPr>
        <p:spPr>
          <a:xfrm>
            <a:off x="611945" y="887505"/>
            <a:ext cx="8166295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free grace awoke me, by light from on high,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Then legal fears shook me, I trembled to die;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 refuge, no safety,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self could I see;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  <a:t>"Jehovah Tsidkenu"—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Saviour must be.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28468" y="887505"/>
            <a:ext cx="76059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terrors all vanished before the sweet name;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guilty fears banished, with boldness I came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drink at the fountain,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life-giving and free: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  <a:t>"Jehovah Tsidkenu"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—  was all things to me.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E'en treading the valley, the shadow of death, This watchword shall rally my faltering breath;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For, when from life's fever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God sets me free,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  <a:t>"Jehovah Tsidkenu"— 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death-song shall be.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05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582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</a:t>
            </a:r>
            <a:r>
              <a:rPr lang="en-SG" sz="1400"/>
              <a:t>3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>
                <a:ea typeface="+mn-lt"/>
                <a:cs typeface="+mn-lt"/>
              </a:rPr>
              <a:t>More holiness give me,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strivings within;</a:t>
            </a:r>
            <a:endParaRPr lang="en-SG">
              <a:cs typeface="Segoe UI"/>
            </a:endParaRPr>
          </a:p>
          <a:p>
            <a:pPr algn="ctr"/>
            <a:r>
              <a:rPr lang="en-SG" sz="2800">
                <a:ea typeface="+mn-lt"/>
                <a:cs typeface="+mn-lt"/>
              </a:rPr>
              <a:t>More patience in suffering,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sorrow for sin</a:t>
            </a:r>
            <a:endParaRPr lang="en-SG"/>
          </a:p>
          <a:p>
            <a:pPr algn="ctr"/>
            <a:r>
              <a:rPr lang="en-SG" sz="2800">
                <a:ea typeface="+mn-lt"/>
                <a:cs typeface="+mn-lt"/>
              </a:rPr>
              <a:t>More faith in my Saviour,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sense of His care; 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joy in His service, more purpose in prayer.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582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2 of 3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>
                <a:ea typeface="+mn-lt"/>
                <a:cs typeface="+mn-lt"/>
              </a:rPr>
              <a:t>More gratitude give me,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 more trust in the Lord;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zeal for His glory,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hope in His Word;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tears for His sorrows,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pain at His grief;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meekness in trial, more praise for relief.</a:t>
            </a:r>
          </a:p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582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40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3</a:t>
            </a:r>
            <a:r>
              <a:rPr lang="en-US" sz="1400"/>
              <a:t> of </a:t>
            </a:r>
            <a:r>
              <a:rPr lang="en-SG" sz="1400"/>
              <a:t>3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>
                <a:ea typeface="+mn-lt"/>
                <a:cs typeface="+mn-lt"/>
              </a:rPr>
              <a:t>More purity give me,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strength to o'ercome;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freedom from earth-stains,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longings for home;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fit for the kingdom,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used would I be; 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blessed and holy, more, Saviour, like Thee.</a:t>
            </a:r>
          </a:p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582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77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235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faith looks up to Thee,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 Lamb of Calvary,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Saviour divine;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Now hear me while I pray;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all my guilt away;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let me from this day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 wholly Thine.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235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2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May Thy rich grace impart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Strength to my fainting heart,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zeal inspire: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As Thou hast died for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may my love to Thee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Pure, warm, and changeless be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living fire.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235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3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While life's dark maze I tread,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griefs around me spread,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 Thou my Guide: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Bid darkness turn to 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Wipe sorrow's tears away;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Nor let me ever stray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Thee aside.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235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</a:t>
            </a:r>
            <a:r>
              <a:rPr lang="en-SG" sz="1400"/>
              <a:t>4 </a:t>
            </a:r>
            <a:r>
              <a:rPr lang="en-US" sz="1400"/>
              <a:t>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ends life's transient dream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death's cold, sullen stream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Shall o'er me roll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Blest Saviour, then in love,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Fear and distrust remove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bear me safe above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ransomed soul.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235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70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31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Ring the bells of heaven ! there is joy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a soul returning from the wild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See ! the Father meets him out upon the way, Welcoming His weary, wandering child.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how the angels sing 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how the loud harps ring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'Tis the ransomed army, like a mighty sea,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Pealing forth the anthem of the free.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FE196-852C-EF4A-5C89-8F84C628F6D8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Ring the bells of heaven ! there is joy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wanderer now is reconciled;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Yes, a soul is rescued from his sinful way,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is born anew a ransomed child.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</a:t>
            </a:r>
            <a:r>
              <a:rPr lang="en-SG" sz="1400"/>
              <a:t>4 </a:t>
            </a:r>
            <a:r>
              <a:rPr lang="en-US" sz="1400"/>
              <a:t>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how the angels sing 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how the loud harps ring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'Tis the ransomed army, like a mighty sea,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Pealing forth the anthem of the free.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72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690890" y="914886"/>
            <a:ext cx="8152280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Ring the bells of heaven ! spread the feast today!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Angels, swell the glad, triumphant strain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Tell the joyful tidings, bear it far away!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a precious soul is born again.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how the angels sing 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how the loud harps ring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'Tis the ransomed army, like a mighty sea,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Pealing forth the anthem of the free.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650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71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503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SG" sz="1400"/>
              <a:t>7 : </a:t>
            </a:r>
            <a:r>
              <a:rPr lang="en-US" sz="1400"/>
              <a:t>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Softly and tenderly, Jesus is calling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Calling for you and for 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Patiently Jesus is waiting and watching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Watching for you and for me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04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SG" sz="1400"/>
              <a:t>7 </a:t>
            </a:r>
            <a:r>
              <a:rPr lang="en-US" sz="1400"/>
              <a:t>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"Come home ! come home !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 who are weary—come home !"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Earnestly, tenderly Jesus is calling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Calling, O sinner, "come home!"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383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Why should we tarry when Jesus is pleading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Pleading for you and for me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Why should we linger and heed not His mercies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Mercies for you and for me ?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576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"Come home ! come home !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 who are weary—come home !"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Earnestly, tenderly Jesus is calling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Calling, O sinner, "come home!"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4122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Time is now fleeting, the moments are passing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Passing from you and from 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Shadows are gathering, deathbeds are coming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Coming for you and for me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445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"Come home ! come home !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 who are weary—come home !"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Earnestly, tenderly Jesus is calling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Calling, O sinner, "come home!"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6689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717452" y="914886"/>
            <a:ext cx="8117059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for the wonderful love He has promised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Promised for you and for me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Though we have sinned, He has mercy and pardon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Pardon for you and for me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438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"Come home ! come home !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 who are weary—come home !"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Earnestly, tenderly Jesus is calling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Calling, O sinner, "come home!"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414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551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SG" sz="6000" b="1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E54A38-54D0-6477-68F0-01E2D0EDD891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254125" algn="l"/>
                <a:tab pos="1423988" algn="l"/>
              </a:tabLst>
              <a:defRPr/>
            </a:pPr>
            <a: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Gifts of the Holy Spirit: </a:t>
            </a:r>
            <a:b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</a:br>
            <a:r>
              <a:rPr kumimoji="0" lang="en-SG" sz="3600" b="1" i="1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For the spiritual nourishment of the people of God</a:t>
            </a:r>
            <a:endParaRPr kumimoji="0" lang="en-GB" sz="3600" b="1" i="1" u="none" strike="noStrike" kern="14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63500" dir="2700000" algn="tl">
                  <a:prstClr val="black">
                    <a:alpha val="43000"/>
                  </a:prstClr>
                </a:outerShdw>
              </a:effectLst>
              <a:uLnTx/>
              <a:uFillTx/>
              <a:latin typeface="Footlight MT Light" panose="0204060206030A020304" pitchFamily="18" charset="77"/>
              <a:ea typeface="+mn-ea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Song.no 541 v1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- 297</a:t>
            </a:r>
            <a:r>
              <a:rPr lang="en-SG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81118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/>
              <a:t>Under His wings I am safely abiding;</a:t>
            </a:r>
          </a:p>
          <a:p>
            <a:r>
              <a:rPr lang="en-SG" sz="2800"/>
              <a:t>Though the night deepens, and tempests are wild,</a:t>
            </a:r>
          </a:p>
          <a:p>
            <a:r>
              <a:rPr lang="en-SG" sz="2800"/>
              <a:t>Still, I can trust Him—I know He will keep me;</a:t>
            </a:r>
            <a:br>
              <a:rPr lang="en-SG" sz="2800"/>
            </a:br>
            <a:r>
              <a:rPr lang="en-SG" sz="2800"/>
              <a:t>He has redeemed me, and I am His child.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Under His wings, under His wings,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Who from His love can sever ?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Under His wings my soul shall abide,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Safely abide for ever.</a:t>
            </a:r>
          </a:p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254125" algn="l"/>
                <a:tab pos="1423988" algn="l"/>
              </a:tabLst>
              <a:defRPr/>
            </a:pPr>
            <a: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Gifts of the Holy Spirit: </a:t>
            </a:r>
            <a:br>
              <a:rPr kumimoji="0" lang="en-SG" sz="4800" b="1" i="0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</a:br>
            <a:r>
              <a:rPr kumimoji="0" lang="en-SG" sz="3600" b="1" i="1" u="none" strike="noStrike" kern="14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Footlight MT Light" panose="0204060206030A020304" pitchFamily="18" charset="77"/>
                <a:ea typeface="+mn-ea"/>
                <a:cs typeface="IrisUPC" panose="020B0604020202020204" pitchFamily="34" charset="-34"/>
              </a:rPr>
              <a:t>For the spiritual nourishment of the people of God</a:t>
            </a:r>
            <a:endParaRPr kumimoji="0" lang="en-GB" sz="3600" b="1" i="1" u="none" strike="noStrike" kern="14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63500" dir="2700000" algn="tl">
                  <a:prstClr val="black">
                    <a:alpha val="43000"/>
                  </a:prstClr>
                </a:outerShdw>
              </a:effectLst>
              <a:uLnTx/>
              <a:uFillTx/>
              <a:latin typeface="Footlight MT Light" panose="0204060206030A020304" pitchFamily="18" charset="77"/>
              <a:ea typeface="+mn-ea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66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Let there be light</vt:lpstr>
      <vt:lpstr>Opening Hymn – Let there be light</vt:lpstr>
      <vt:lpstr>Opening Hymn – Let there be light</vt:lpstr>
      <vt:lpstr>Opening Hymn – Let there be light</vt:lpstr>
      <vt:lpstr>PowerPoint Presentation</vt:lpstr>
      <vt:lpstr>PowerPoint Presentation</vt:lpstr>
      <vt:lpstr>Birthday Thanksgiving – Song no: 852</vt:lpstr>
      <vt:lpstr>PowerPoint Presentation</vt:lpstr>
      <vt:lpstr>PowerPoint Presentation</vt:lpstr>
      <vt:lpstr>Offertory – Day by day [8]</vt:lpstr>
      <vt:lpstr>Offertory – Day by day [8]</vt:lpstr>
      <vt:lpstr>Offertory – Day by day [8]</vt:lpstr>
      <vt:lpstr>PowerPoint Presentation</vt:lpstr>
      <vt:lpstr>PowerPoint Presentation</vt:lpstr>
      <vt:lpstr>PowerPoint Presentation</vt:lpstr>
      <vt:lpstr>Confession – Song no. 201</vt:lpstr>
      <vt:lpstr>PowerPoint Presentation</vt:lpstr>
      <vt:lpstr> Holy Communion – Song no. 325 </vt:lpstr>
      <vt:lpstr>Holy Communion- Song no. 325</vt:lpstr>
      <vt:lpstr>Holy Communion- Song no. 325</vt:lpstr>
      <vt:lpstr>Holy Communion- Song no. 325</vt:lpstr>
      <vt:lpstr>Holy Communion- Song no: 113</vt:lpstr>
      <vt:lpstr>Holy Communion- Song no: 113</vt:lpstr>
      <vt:lpstr>Holy Communion- Song no: 113</vt:lpstr>
      <vt:lpstr>Holy Communion- Song no: 113</vt:lpstr>
      <vt:lpstr>Holy Communion- Song no: 113</vt:lpstr>
      <vt:lpstr>Holy Communion- Song no: 113</vt:lpstr>
      <vt:lpstr>Holy Communion- Song no: 113</vt:lpstr>
      <vt:lpstr>Holy Communion- Song no: 897</vt:lpstr>
      <vt:lpstr>Holy Communion- Song no: 897</vt:lpstr>
      <vt:lpstr>Holy Communion- Song no: 897</vt:lpstr>
      <vt:lpstr>Holy Communion- Song no: 897</vt:lpstr>
      <vt:lpstr>Holy Communion- Song no: 897</vt:lpstr>
      <vt:lpstr>Holy Communion- Song no: 897</vt:lpstr>
      <vt:lpstr>Holy Communion- Song no: 582</vt:lpstr>
      <vt:lpstr>Holy Communion- Song no: 582</vt:lpstr>
      <vt:lpstr>Holy Communion- Song no: 582</vt:lpstr>
      <vt:lpstr>Holy Communion- Song no: 582</vt:lpstr>
      <vt:lpstr>Holy Communion- Song no: 235 </vt:lpstr>
      <vt:lpstr>Holy Communion- Song no: 235</vt:lpstr>
      <vt:lpstr>Holy Communion- Song no: 235 </vt:lpstr>
      <vt:lpstr>Holy Communion- Song no: 235</vt:lpstr>
      <vt:lpstr>Holy Communion- Song no: 235 </vt:lpstr>
      <vt:lpstr>Holy Communion- Song no: 650</vt:lpstr>
      <vt:lpstr>Holy Communion- Song no: 650</vt:lpstr>
      <vt:lpstr>Holy Communion- Song no: 650</vt:lpstr>
      <vt:lpstr>Holy Communion- Song no: 650</vt:lpstr>
      <vt:lpstr>Holy Communion- Song no: 650</vt:lpstr>
      <vt:lpstr>Holy Communion- Song no: 650 </vt:lpstr>
      <vt:lpstr>Holy Communion- Song no: 650</vt:lpstr>
      <vt:lpstr>Holy Communion- Song no: 414</vt:lpstr>
      <vt:lpstr>Holy Communion- Song no: 414 </vt:lpstr>
      <vt:lpstr>Holy Communion- Song no: 414</vt:lpstr>
      <vt:lpstr>Holy Communion- Song no: 414 </vt:lpstr>
      <vt:lpstr>Holy Communion- Song no: 414</vt:lpstr>
      <vt:lpstr>Holy Communion- Song no: 414 </vt:lpstr>
      <vt:lpstr>Holy Communion- Song no: 414</vt:lpstr>
      <vt:lpstr>Holy Communion- Song no: 414</vt:lpstr>
      <vt:lpstr>Holy Communion- Song no: 414</vt:lpstr>
      <vt:lpstr>PowerPoint Presentation</vt:lpstr>
      <vt:lpstr>PowerPoint Presentation</vt:lpstr>
      <vt:lpstr>PowerPoint Presentation</vt:lpstr>
      <vt:lpstr>Closing Hymn - 297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2024-07-27T05:19:36Z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