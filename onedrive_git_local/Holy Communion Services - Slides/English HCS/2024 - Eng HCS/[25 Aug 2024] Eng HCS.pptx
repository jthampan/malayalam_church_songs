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74"/>
  </p:notesMasterIdLst>
  <p:sldIdLst>
    <p:sldId id="811" r:id="rId7"/>
    <p:sldId id="813" r:id="rId8"/>
    <p:sldId id="859" r:id="rId9"/>
    <p:sldId id="1472" r:id="rId10"/>
    <p:sldId id="1473" r:id="rId11"/>
    <p:sldId id="1503" r:id="rId12"/>
    <p:sldId id="1298" r:id="rId13"/>
    <p:sldId id="821" r:id="rId14"/>
    <p:sldId id="851" r:id="rId15"/>
    <p:sldId id="1320" r:id="rId16"/>
    <p:sldId id="1318" r:id="rId17"/>
    <p:sldId id="822" r:id="rId18"/>
    <p:sldId id="1490" r:id="rId19"/>
    <p:sldId id="1491" r:id="rId20"/>
    <p:sldId id="1324" r:id="rId21"/>
    <p:sldId id="823" r:id="rId22"/>
    <p:sldId id="824" r:id="rId23"/>
    <p:sldId id="1277" r:id="rId24"/>
    <p:sldId id="825" r:id="rId25"/>
    <p:sldId id="1388" r:id="rId26"/>
    <p:sldId id="1438" r:id="rId27"/>
    <p:sldId id="1439" r:id="rId28"/>
    <p:sldId id="1504" r:id="rId29"/>
    <p:sldId id="1505" r:id="rId30"/>
    <p:sldId id="949" r:id="rId31"/>
    <p:sldId id="1401" r:id="rId32"/>
    <p:sldId id="1442" r:id="rId33"/>
    <p:sldId id="1443" r:id="rId34"/>
    <p:sldId id="1445" r:id="rId35"/>
    <p:sldId id="1405" r:id="rId36"/>
    <p:sldId id="1406" r:id="rId37"/>
    <p:sldId id="1448" r:id="rId38"/>
    <p:sldId id="1450" r:id="rId39"/>
    <p:sldId id="1452" r:id="rId40"/>
    <p:sldId id="1475" r:id="rId41"/>
    <p:sldId id="1494" r:id="rId42"/>
    <p:sldId id="1506" r:id="rId43"/>
    <p:sldId id="1507" r:id="rId44"/>
    <p:sldId id="1508" r:id="rId45"/>
    <p:sldId id="1509" r:id="rId46"/>
    <p:sldId id="1510" r:id="rId47"/>
    <p:sldId id="1411" r:id="rId48"/>
    <p:sldId id="1412" r:id="rId49"/>
    <p:sldId id="1476" r:id="rId50"/>
    <p:sldId id="1477" r:id="rId51"/>
    <p:sldId id="1496" r:id="rId52"/>
    <p:sldId id="1497" r:id="rId53"/>
    <p:sldId id="1498" r:id="rId54"/>
    <p:sldId id="1499" r:id="rId55"/>
    <p:sldId id="1500" r:id="rId56"/>
    <p:sldId id="1416" r:id="rId57"/>
    <p:sldId id="1465" r:id="rId58"/>
    <p:sldId id="1466" r:id="rId59"/>
    <p:sldId id="1467" r:id="rId60"/>
    <p:sldId id="1478" r:id="rId61"/>
    <p:sldId id="1421" r:id="rId62"/>
    <p:sldId id="1422" r:id="rId63"/>
    <p:sldId id="1468" r:id="rId64"/>
    <p:sldId id="1469" r:id="rId65"/>
    <p:sldId id="1501" r:id="rId66"/>
    <p:sldId id="1470" r:id="rId67"/>
    <p:sldId id="1502" r:id="rId68"/>
    <p:sldId id="1259" r:id="rId69"/>
    <p:sldId id="820" r:id="rId70"/>
    <p:sldId id="1201" r:id="rId71"/>
    <p:sldId id="858" r:id="rId72"/>
    <p:sldId id="829" r:id="rId73"/>
  </p:sldIdLst>
  <p:sldSz cx="9144000" cy="5143500" type="screen16x9"/>
  <p:notesSz cx="6858000" cy="9144000"/>
  <p:custDataLst>
    <p:tags r:id="rId7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5562"/>
    <a:srgbClr val="B6807C"/>
    <a:srgbClr val="AE7C76"/>
    <a:srgbClr val="A1889D"/>
    <a:srgbClr val="731A02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6A1B0E-21D4-48F6-BA66-D5EAA52030E6}" v="227" dt="2024-08-23T15:27:54.459"/>
    <p1510:client id="{A15AF3E1-CDEB-A1C8-C8B1-DA9CA7A68092}" v="108" dt="2024-08-24T06:22:44.9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41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notesMaster" Target="notesMasters/notesMaster1.xml"/><Relationship Id="rId79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82" Type="http://schemas.microsoft.com/office/2015/10/relationships/revisionInfo" Target="revisionInfo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tags" Target="tags/tag1.xml"/><Relationship Id="rId83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commentAuthors" Target="commentAuthors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min Elsa" userId="8f13a6be4da41318" providerId="LiveId" clId="{AA28EFC5-0C39-4406-809D-EFC11537EED1}"/>
    <pc:docChg chg="modSld">
      <pc:chgData name="Rosmin Elsa" userId="8f13a6be4da41318" providerId="LiveId" clId="{AA28EFC5-0C39-4406-809D-EFC11537EED1}" dt="2024-08-10T02:10:11.455" v="25" actId="20577"/>
      <pc:docMkLst>
        <pc:docMk/>
      </pc:docMkLst>
      <pc:sldChg chg="mod modShow">
        <pc:chgData name="Rosmin Elsa" userId="8f13a6be4da41318" providerId="LiveId" clId="{AA28EFC5-0C39-4406-809D-EFC11537EED1}" dt="2024-08-10T02:01:28.212" v="1" actId="729"/>
        <pc:sldMkLst>
          <pc:docMk/>
          <pc:sldMk cId="3717493800" sldId="821"/>
        </pc:sldMkLst>
      </pc:sldChg>
      <pc:sldChg chg="mod modShow">
        <pc:chgData name="Rosmin Elsa" userId="8f13a6be4da41318" providerId="LiveId" clId="{AA28EFC5-0C39-4406-809D-EFC11537EED1}" dt="2024-08-10T02:01:25.474" v="0" actId="729"/>
        <pc:sldMkLst>
          <pc:docMk/>
          <pc:sldMk cId="2771250690" sldId="851"/>
        </pc:sldMkLst>
      </pc:sldChg>
      <pc:sldChg chg="modSp mod">
        <pc:chgData name="Rosmin Elsa" userId="8f13a6be4da41318" providerId="LiveId" clId="{AA28EFC5-0C39-4406-809D-EFC11537EED1}" dt="2024-08-10T02:07:02.131" v="17" actId="20577"/>
        <pc:sldMkLst>
          <pc:docMk/>
          <pc:sldMk cId="2137578366" sldId="859"/>
        </pc:sldMkLst>
        <pc:spChg chg="mod">
          <ac:chgData name="Rosmin Elsa" userId="8f13a6be4da41318" providerId="LiveId" clId="{AA28EFC5-0C39-4406-809D-EFC11537EED1}" dt="2024-08-10T02:07:02.131" v="17" actId="20577"/>
          <ac:spMkLst>
            <pc:docMk/>
            <pc:sldMk cId="2137578366" sldId="859"/>
            <ac:spMk id="2" creationId="{00000000-0000-0000-0000-000000000000}"/>
          </ac:spMkLst>
        </pc:spChg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416329417" sldId="949"/>
        </pc:sldMkLst>
      </pc:sldChg>
      <pc:sldChg chg="mod modShow">
        <pc:chgData name="Rosmin Elsa" userId="8f13a6be4da41318" providerId="LiveId" clId="{AA28EFC5-0C39-4406-809D-EFC11537EED1}" dt="2024-08-10T02:01:47.351" v="2" actId="729"/>
        <pc:sldMkLst>
          <pc:docMk/>
          <pc:sldMk cId="858007124" sldId="1277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4765592" sldId="1388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106683896" sldId="1401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902618935" sldId="1405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653113592" sldId="1406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838587995" sldId="1411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332149466" sldId="1412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790543259" sldId="1416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647958562" sldId="1421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370185204" sldId="1422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552461181" sldId="1438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565668377" sldId="1439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616289819" sldId="1440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623249776" sldId="1442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637721542" sldId="1443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4131438038" sldId="1445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494969129" sldId="1448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425986149" sldId="1450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753762985" sldId="1452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4039580999" sldId="1465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576487781" sldId="1466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882701942" sldId="1467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625835019" sldId="1468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658360246" sldId="1469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292053075" sldId="1470"/>
        </pc:sldMkLst>
      </pc:sldChg>
      <pc:sldChg chg="modSp mod">
        <pc:chgData name="Rosmin Elsa" userId="8f13a6be4da41318" providerId="LiveId" clId="{AA28EFC5-0C39-4406-809D-EFC11537EED1}" dt="2024-08-10T02:07:07.095" v="18"/>
        <pc:sldMkLst>
          <pc:docMk/>
          <pc:sldMk cId="3068996028" sldId="1472"/>
        </pc:sldMkLst>
        <pc:spChg chg="mod">
          <ac:chgData name="Rosmin Elsa" userId="8f13a6be4da41318" providerId="LiveId" clId="{AA28EFC5-0C39-4406-809D-EFC11537EED1}" dt="2024-08-10T02:07:07.095" v="18"/>
          <ac:spMkLst>
            <pc:docMk/>
            <pc:sldMk cId="3068996028" sldId="1472"/>
            <ac:spMk id="2" creationId="{7650D44C-1859-E285-8215-02854B445147}"/>
          </ac:spMkLst>
        </pc:spChg>
      </pc:sldChg>
      <pc:sldChg chg="modSp mod">
        <pc:chgData name="Rosmin Elsa" userId="8f13a6be4da41318" providerId="LiveId" clId="{AA28EFC5-0C39-4406-809D-EFC11537EED1}" dt="2024-08-10T02:07:10.251" v="19"/>
        <pc:sldMkLst>
          <pc:docMk/>
          <pc:sldMk cId="2264041875" sldId="1473"/>
        </pc:sldMkLst>
        <pc:spChg chg="mod">
          <ac:chgData name="Rosmin Elsa" userId="8f13a6be4da41318" providerId="LiveId" clId="{AA28EFC5-0C39-4406-809D-EFC11537EED1}" dt="2024-08-10T02:07:10.251" v="19"/>
          <ac:spMkLst>
            <pc:docMk/>
            <pc:sldMk cId="2264041875" sldId="1473"/>
            <ac:spMk id="2" creationId="{DF6C818C-9627-247B-B917-187D597D3668}"/>
          </ac:spMkLst>
        </pc:spChg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4077105178" sldId="1475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985140678" sldId="1476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837277863" sldId="1477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4171570983" sldId="1478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9450327" sldId="1481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083004799" sldId="1482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95938368" sldId="1483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661357680" sldId="1484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699412293" sldId="1485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573244582" sldId="1486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734668960" sldId="1487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447438259" sldId="1488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774355143" sldId="1489"/>
        </pc:sldMkLst>
      </pc:sldChg>
      <pc:sldChg chg="modSp mod">
        <pc:chgData name="Rosmin Elsa" userId="8f13a6be4da41318" providerId="LiveId" clId="{AA28EFC5-0C39-4406-809D-EFC11537EED1}" dt="2024-08-10T02:10:11.455" v="25" actId="20577"/>
        <pc:sldMkLst>
          <pc:docMk/>
          <pc:sldMk cId="786665984" sldId="1491"/>
        </pc:sldMkLst>
        <pc:spChg chg="mod">
          <ac:chgData name="Rosmin Elsa" userId="8f13a6be4da41318" providerId="LiveId" clId="{AA28EFC5-0C39-4406-809D-EFC11537EED1}" dt="2024-08-10T02:10:11.455" v="25" actId="20577"/>
          <ac:spMkLst>
            <pc:docMk/>
            <pc:sldMk cId="786665984" sldId="1491"/>
            <ac:spMk id="3" creationId="{DFD3087A-542A-9E8A-2F04-286C1B72B61A}"/>
          </ac:spMkLst>
        </pc:spChg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94645776" sldId="1493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78802787" sldId="1494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928759848" sldId="1495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4163302466" sldId="1496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631278826" sldId="1497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056253493" sldId="1498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955710030" sldId="1499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277868355" sldId="1500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284377517" sldId="1501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650011059" sldId="1502"/>
        </pc:sldMkLst>
      </pc:sldChg>
    </pc:docChg>
  </pc:docChgLst>
  <pc:docChgLst>
    <pc:chgData name="Rosmin Elsa Mohan" userId="7f6a9fc7-46b4-4eac-90cd-058eb48f67de" providerId="ADAL" clId="{32E18A96-7CCB-4A13-B926-2B113654B70A}"/>
    <pc:docChg chg="undo redo custSel addSld delSld modSld modMainMaster">
      <pc:chgData name="Rosmin Elsa Mohan" userId="7f6a9fc7-46b4-4eac-90cd-058eb48f67de" providerId="ADAL" clId="{32E18A96-7CCB-4A13-B926-2B113654B70A}" dt="2024-08-08T03:15:53.582" v="1182" actId="20577"/>
      <pc:docMkLst>
        <pc:docMk/>
      </pc:docMkLst>
      <pc:sldChg chg="modSp mod">
        <pc:chgData name="Rosmin Elsa Mohan" userId="7f6a9fc7-46b4-4eac-90cd-058eb48f67de" providerId="ADAL" clId="{32E18A96-7CCB-4A13-B926-2B113654B70A}" dt="2024-08-08T01:41:33.333" v="60" actId="20577"/>
        <pc:sldMkLst>
          <pc:docMk/>
          <pc:sldMk cId="4206118844" sldId="811"/>
        </pc:sldMkLst>
        <pc:spChg chg="mod">
          <ac:chgData name="Rosmin Elsa Mohan" userId="7f6a9fc7-46b4-4eac-90cd-058eb48f67de" providerId="ADAL" clId="{32E18A96-7CCB-4A13-B926-2B113654B70A}" dt="2024-08-08T01:41:33.333" v="60" actId="20577"/>
          <ac:spMkLst>
            <pc:docMk/>
            <pc:sldMk cId="4206118844" sldId="811"/>
            <ac:spMk id="2" creationId="{5DE3A813-6DBA-F993-8DA0-D81B4057E015}"/>
          </ac:spMkLst>
        </pc:spChg>
      </pc:sldChg>
      <pc:sldChg chg="modSp mod">
        <pc:chgData name="Rosmin Elsa Mohan" userId="7f6a9fc7-46b4-4eac-90cd-058eb48f67de" providerId="ADAL" clId="{32E18A96-7CCB-4A13-B926-2B113654B70A}" dt="2024-08-08T01:37:59.261" v="7" actId="20577"/>
        <pc:sldMkLst>
          <pc:docMk/>
          <pc:sldMk cId="717388547" sldId="813"/>
        </pc:sldMkLst>
        <pc:spChg chg="mod">
          <ac:chgData name="Rosmin Elsa Mohan" userId="7f6a9fc7-46b4-4eac-90cd-058eb48f67de" providerId="ADAL" clId="{32E18A96-7CCB-4A13-B926-2B113654B70A}" dt="2024-08-08T01:37:59.261" v="7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Rosmin Elsa Mohan" userId="7f6a9fc7-46b4-4eac-90cd-058eb48f67de" providerId="ADAL" clId="{32E18A96-7CCB-4A13-B926-2B113654B70A}" dt="2024-08-08T01:45:45.145" v="104" actId="20577"/>
        <pc:sldMkLst>
          <pc:docMk/>
          <pc:sldMk cId="3717493800" sldId="821"/>
        </pc:sldMkLst>
        <pc:spChg chg="mod">
          <ac:chgData name="Rosmin Elsa Mohan" userId="7f6a9fc7-46b4-4eac-90cd-058eb48f67de" providerId="ADAL" clId="{32E18A96-7CCB-4A13-B926-2B113654B70A}" dt="2024-08-08T01:45:45.145" v="104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Rosmin Elsa Mohan" userId="7f6a9fc7-46b4-4eac-90cd-058eb48f67de" providerId="ADAL" clId="{32E18A96-7CCB-4A13-B926-2B113654B70A}" dt="2024-08-08T03:03:15.354" v="1141" actId="20577"/>
        <pc:sldMkLst>
          <pc:docMk/>
          <pc:sldMk cId="140346443" sldId="822"/>
        </pc:sldMkLst>
        <pc:spChg chg="mod">
          <ac:chgData name="Rosmin Elsa Mohan" userId="7f6a9fc7-46b4-4eac-90cd-058eb48f67de" providerId="ADAL" clId="{32E18A96-7CCB-4A13-B926-2B113654B70A}" dt="2024-08-08T01:51:42.067" v="573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Rosmin Elsa Mohan" userId="7f6a9fc7-46b4-4eac-90cd-058eb48f67de" providerId="ADAL" clId="{32E18A96-7CCB-4A13-B926-2B113654B70A}" dt="2024-08-08T01:56:51.576" v="651" actId="1076"/>
          <ac:spMkLst>
            <pc:docMk/>
            <pc:sldMk cId="140346443" sldId="822"/>
            <ac:spMk id="3" creationId="{DFD3087A-542A-9E8A-2F04-286C1B72B61A}"/>
          </ac:spMkLst>
        </pc:spChg>
        <pc:spChg chg="mod">
          <ac:chgData name="Rosmin Elsa Mohan" userId="7f6a9fc7-46b4-4eac-90cd-058eb48f67de" providerId="ADAL" clId="{32E18A96-7CCB-4A13-B926-2B113654B70A}" dt="2024-08-08T03:03:15.354" v="1141" actId="20577"/>
          <ac:spMkLst>
            <pc:docMk/>
            <pc:sldMk cId="140346443" sldId="822"/>
            <ac:spMk id="6" creationId="{B48AEF40-D79D-77F3-773C-095D81075E36}"/>
          </ac:spMkLst>
        </pc:spChg>
      </pc:sldChg>
      <pc:sldChg chg="modSp mod">
        <pc:chgData name="Rosmin Elsa Mohan" userId="7f6a9fc7-46b4-4eac-90cd-058eb48f67de" providerId="ADAL" clId="{32E18A96-7CCB-4A13-B926-2B113654B70A}" dt="2024-08-08T01:42:34.596" v="71" actId="255"/>
        <pc:sldMkLst>
          <pc:docMk/>
          <pc:sldMk cId="3585569336" sldId="825"/>
        </pc:sldMkLst>
        <pc:spChg chg="mod">
          <ac:chgData name="Rosmin Elsa Mohan" userId="7f6a9fc7-46b4-4eac-90cd-058eb48f67de" providerId="ADAL" clId="{32E18A96-7CCB-4A13-B926-2B113654B70A}" dt="2024-08-08T01:42:34.596" v="71" actId="255"/>
          <ac:spMkLst>
            <pc:docMk/>
            <pc:sldMk cId="3585569336" sldId="825"/>
            <ac:spMk id="2" creationId="{1B06CDC2-E50A-3116-E465-B97E39BC940D}"/>
          </ac:spMkLst>
        </pc:spChg>
      </pc:sldChg>
      <pc:sldChg chg="modSp mod">
        <pc:chgData name="Rosmin Elsa Mohan" userId="7f6a9fc7-46b4-4eac-90cd-058eb48f67de" providerId="ADAL" clId="{32E18A96-7CCB-4A13-B926-2B113654B70A}" dt="2024-08-08T01:42:17.155" v="69" actId="255"/>
        <pc:sldMkLst>
          <pc:docMk/>
          <pc:sldMk cId="4027535716" sldId="829"/>
        </pc:sldMkLst>
        <pc:spChg chg="mod">
          <ac:chgData name="Rosmin Elsa Mohan" userId="7f6a9fc7-46b4-4eac-90cd-058eb48f67de" providerId="ADAL" clId="{32E18A96-7CCB-4A13-B926-2B113654B70A}" dt="2024-08-08T01:42:17.155" v="69" actId="255"/>
          <ac:spMkLst>
            <pc:docMk/>
            <pc:sldMk cId="4027535716" sldId="829"/>
            <ac:spMk id="2" creationId="{E3ED4C2D-8F3A-93FB-E552-441EF1174C57}"/>
          </ac:spMkLst>
        </pc:spChg>
      </pc:sldChg>
      <pc:sldChg chg="modSp mod">
        <pc:chgData name="Rosmin Elsa Mohan" userId="7f6a9fc7-46b4-4eac-90cd-058eb48f67de" providerId="ADAL" clId="{32E18A96-7CCB-4A13-B926-2B113654B70A}" dt="2024-08-08T02:00:55.969" v="683" actId="114"/>
        <pc:sldMkLst>
          <pc:docMk/>
          <pc:sldMk cId="2771250690" sldId="851"/>
        </pc:sldMkLst>
        <pc:spChg chg="mod">
          <ac:chgData name="Rosmin Elsa Mohan" userId="7f6a9fc7-46b4-4eac-90cd-058eb48f67de" providerId="ADAL" clId="{32E18A96-7CCB-4A13-B926-2B113654B70A}" dt="2024-08-08T01:45:37.058" v="102" actId="20577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Rosmin Elsa Mohan" userId="7f6a9fc7-46b4-4eac-90cd-058eb48f67de" providerId="ADAL" clId="{32E18A96-7CCB-4A13-B926-2B113654B70A}" dt="2024-08-08T02:00:55.969" v="683" actId="114"/>
          <ac:spMkLst>
            <pc:docMk/>
            <pc:sldMk cId="2771250690" sldId="851"/>
            <ac:spMk id="5" creationId="{EF0E83AD-AD85-5E6C-33F5-D8EF739355C5}"/>
          </ac:spMkLst>
        </pc:spChg>
      </pc:sldChg>
      <pc:sldChg chg="modSp mod">
        <pc:chgData name="Rosmin Elsa Mohan" userId="7f6a9fc7-46b4-4eac-90cd-058eb48f67de" providerId="ADAL" clId="{32E18A96-7CCB-4A13-B926-2B113654B70A}" dt="2024-08-08T03:00:20.857" v="1112" actId="20577"/>
        <pc:sldMkLst>
          <pc:docMk/>
          <pc:sldMk cId="3441406009" sldId="858"/>
        </pc:sldMkLst>
        <pc:spChg chg="mod">
          <ac:chgData name="Rosmin Elsa Mohan" userId="7f6a9fc7-46b4-4eac-90cd-058eb48f67de" providerId="ADAL" clId="{32E18A96-7CCB-4A13-B926-2B113654B70A}" dt="2024-08-08T03:00:20.857" v="1112" actId="20577"/>
          <ac:spMkLst>
            <pc:docMk/>
            <pc:sldMk cId="3441406009" sldId="858"/>
            <ac:spMk id="2" creationId="{00000000-0000-0000-0000-000000000000}"/>
          </ac:spMkLst>
        </pc:spChg>
        <pc:spChg chg="mod">
          <ac:chgData name="Rosmin Elsa Mohan" userId="7f6a9fc7-46b4-4eac-90cd-058eb48f67de" providerId="ADAL" clId="{32E18A96-7CCB-4A13-B926-2B113654B70A}" dt="2024-08-08T02:59:50.534" v="1094" actId="122"/>
          <ac:spMkLst>
            <pc:docMk/>
            <pc:sldMk cId="3441406009" sldId="858"/>
            <ac:spMk id="6" creationId="{CA0575D6-2132-A304-BD4D-E123FFDE7A28}"/>
          </ac:spMkLst>
        </pc:spChg>
      </pc:sldChg>
      <pc:sldChg chg="modSp mod">
        <pc:chgData name="Rosmin Elsa Mohan" userId="7f6a9fc7-46b4-4eac-90cd-058eb48f67de" providerId="ADAL" clId="{32E18A96-7CCB-4A13-B926-2B113654B70A}" dt="2024-08-08T03:02:57.243" v="1138" actId="20577"/>
        <pc:sldMkLst>
          <pc:docMk/>
          <pc:sldMk cId="2137578366" sldId="859"/>
        </pc:sldMkLst>
        <pc:spChg chg="mod">
          <ac:chgData name="Rosmin Elsa Mohan" userId="7f6a9fc7-46b4-4eac-90cd-058eb48f67de" providerId="ADAL" clId="{32E18A96-7CCB-4A13-B926-2B113654B70A}" dt="2024-08-08T03:02:57.243" v="1138" actId="20577"/>
          <ac:spMkLst>
            <pc:docMk/>
            <pc:sldMk cId="2137578366" sldId="859"/>
            <ac:spMk id="5" creationId="{F23B1A82-CA2E-08BD-1D0D-5AA03047C3D2}"/>
          </ac:spMkLst>
        </pc:spChg>
        <pc:spChg chg="mod">
          <ac:chgData name="Rosmin Elsa Mohan" userId="7f6a9fc7-46b4-4eac-90cd-058eb48f67de" providerId="ADAL" clId="{32E18A96-7CCB-4A13-B926-2B113654B70A}" dt="2024-08-08T01:38:58.411" v="15" actId="6549"/>
          <ac:spMkLst>
            <pc:docMk/>
            <pc:sldMk cId="2137578366" sldId="859"/>
            <ac:spMk id="7" creationId="{094E9A69-B612-35E4-DEEF-5092DA0A0A97}"/>
          </ac:spMkLst>
        </pc:spChg>
      </pc:sldChg>
      <pc:sldChg chg="modSp mod">
        <pc:chgData name="Rosmin Elsa Mohan" userId="7f6a9fc7-46b4-4eac-90cd-058eb48f67de" providerId="ADAL" clId="{32E18A96-7CCB-4A13-B926-2B113654B70A}" dt="2024-08-08T02:20:08.422" v="800"/>
        <pc:sldMkLst>
          <pc:docMk/>
          <pc:sldMk cId="1416329417" sldId="949"/>
        </pc:sldMkLst>
        <pc:spChg chg="mod">
          <ac:chgData name="Rosmin Elsa Mohan" userId="7f6a9fc7-46b4-4eac-90cd-058eb48f67de" providerId="ADAL" clId="{32E18A96-7CCB-4A13-B926-2B113654B70A}" dt="2024-08-08T02:20:08.422" v="800"/>
          <ac:spMkLst>
            <pc:docMk/>
            <pc:sldMk cId="1416329417" sldId="949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2E18A96-7CCB-4A13-B926-2B113654B70A}" dt="2024-08-08T03:00:06.059" v="1102" actId="20577"/>
        <pc:sldMkLst>
          <pc:docMk/>
          <pc:sldMk cId="1180184608" sldId="1201"/>
        </pc:sldMkLst>
        <pc:spChg chg="mod">
          <ac:chgData name="Rosmin Elsa Mohan" userId="7f6a9fc7-46b4-4eac-90cd-058eb48f67de" providerId="ADAL" clId="{32E18A96-7CCB-4A13-B926-2B113654B70A}" dt="2024-08-08T03:00:06.059" v="1102" actId="20577"/>
          <ac:spMkLst>
            <pc:docMk/>
            <pc:sldMk cId="1180184608" sldId="1201"/>
            <ac:spMk id="3" creationId="{BD7AE418-84FE-0E25-B13A-DAD0615A2C9F}"/>
          </ac:spMkLst>
        </pc:spChg>
      </pc:sldChg>
      <pc:sldChg chg="modSp mod">
        <pc:chgData name="Rosmin Elsa Mohan" userId="7f6a9fc7-46b4-4eac-90cd-058eb48f67de" providerId="ADAL" clId="{32E18A96-7CCB-4A13-B926-2B113654B70A}" dt="2024-08-08T01:42:23.250" v="70" actId="255"/>
        <pc:sldMkLst>
          <pc:docMk/>
          <pc:sldMk cId="430881365" sldId="1259"/>
        </pc:sldMkLst>
        <pc:spChg chg="mod">
          <ac:chgData name="Rosmin Elsa Mohan" userId="7f6a9fc7-46b4-4eac-90cd-058eb48f67de" providerId="ADAL" clId="{32E18A96-7CCB-4A13-B926-2B113654B70A}" dt="2024-08-08T01:42:23.250" v="70" actId="255"/>
          <ac:spMkLst>
            <pc:docMk/>
            <pc:sldMk cId="430881365" sldId="1259"/>
            <ac:spMk id="4" creationId="{D5E54A38-54D0-6477-68F0-01E2D0EDD891}"/>
          </ac:spMkLst>
        </pc:spChg>
      </pc:sldChg>
      <pc:sldChg chg="modSp mod">
        <pc:chgData name="Rosmin Elsa Mohan" userId="7f6a9fc7-46b4-4eac-90cd-058eb48f67de" providerId="ADAL" clId="{32E18A96-7CCB-4A13-B926-2B113654B70A}" dt="2024-08-08T01:59:24.310" v="681" actId="20577"/>
        <pc:sldMkLst>
          <pc:docMk/>
          <pc:sldMk cId="858007124" sldId="1277"/>
        </pc:sldMkLst>
        <pc:spChg chg="mod">
          <ac:chgData name="Rosmin Elsa Mohan" userId="7f6a9fc7-46b4-4eac-90cd-058eb48f67de" providerId="ADAL" clId="{32E18A96-7CCB-4A13-B926-2B113654B70A}" dt="2024-08-08T01:59:24.310" v="681" actId="20577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Rosmin Elsa Mohan" userId="7f6a9fc7-46b4-4eac-90cd-058eb48f67de" providerId="ADAL" clId="{32E18A96-7CCB-4A13-B926-2B113654B70A}" dt="2024-08-08T01:58:48.782" v="663"/>
          <ac:spMkLst>
            <pc:docMk/>
            <pc:sldMk cId="858007124" sldId="1277"/>
            <ac:spMk id="3" creationId="{DDD24EDA-CE43-82A2-B3E8-E6C307C397E9}"/>
          </ac:spMkLst>
        </pc:spChg>
      </pc:sldChg>
      <pc:sldChg chg="modSp mod">
        <pc:chgData name="Rosmin Elsa Mohan" userId="7f6a9fc7-46b4-4eac-90cd-058eb48f67de" providerId="ADAL" clId="{32E18A96-7CCB-4A13-B926-2B113654B70A}" dt="2024-08-08T01:41:44.651" v="63" actId="20577"/>
        <pc:sldMkLst>
          <pc:docMk/>
          <pc:sldMk cId="1672910874" sldId="1298"/>
        </pc:sldMkLst>
        <pc:spChg chg="mod">
          <ac:chgData name="Rosmin Elsa Mohan" userId="7f6a9fc7-46b4-4eac-90cd-058eb48f67de" providerId="ADAL" clId="{32E18A96-7CCB-4A13-B926-2B113654B70A}" dt="2024-08-08T01:41:44.651" v="63" actId="20577"/>
          <ac:spMkLst>
            <pc:docMk/>
            <pc:sldMk cId="1672910874" sldId="1298"/>
            <ac:spMk id="3" creationId="{869DF675-68B2-E157-D40A-40EF3DECB71A}"/>
          </ac:spMkLst>
        </pc:spChg>
      </pc:sldChg>
      <pc:sldChg chg="modSp mod">
        <pc:chgData name="Rosmin Elsa Mohan" userId="7f6a9fc7-46b4-4eac-90cd-058eb48f67de" providerId="ADAL" clId="{32E18A96-7CCB-4A13-B926-2B113654B70A}" dt="2024-08-08T01:51:11.308" v="533" actId="20577"/>
        <pc:sldMkLst>
          <pc:docMk/>
          <pc:sldMk cId="1217883548" sldId="1318"/>
        </pc:sldMkLst>
        <pc:spChg chg="mod">
          <ac:chgData name="Rosmin Elsa Mohan" userId="7f6a9fc7-46b4-4eac-90cd-058eb48f67de" providerId="ADAL" clId="{32E18A96-7CCB-4A13-B926-2B113654B70A}" dt="2024-08-08T01:51:11.308" v="533" actId="20577"/>
          <ac:spMkLst>
            <pc:docMk/>
            <pc:sldMk cId="1217883548" sldId="1318"/>
            <ac:spMk id="3" creationId="{B9ACC418-9BFA-F946-DA5B-A680A2EBDFAC}"/>
          </ac:spMkLst>
        </pc:spChg>
      </pc:sldChg>
      <pc:sldChg chg="modSp mod">
        <pc:chgData name="Rosmin Elsa Mohan" userId="7f6a9fc7-46b4-4eac-90cd-058eb48f67de" providerId="ADAL" clId="{32E18A96-7CCB-4A13-B926-2B113654B70A}" dt="2024-08-08T02:01:25.927" v="686"/>
        <pc:sldMkLst>
          <pc:docMk/>
          <pc:sldMk cId="4765592" sldId="1388"/>
        </pc:sldMkLst>
        <pc:spChg chg="mod">
          <ac:chgData name="Rosmin Elsa Mohan" userId="7f6a9fc7-46b4-4eac-90cd-058eb48f67de" providerId="ADAL" clId="{32E18A96-7CCB-4A13-B926-2B113654B70A}" dt="2024-08-08T02:01:25.927" v="686"/>
          <ac:spMkLst>
            <pc:docMk/>
            <pc:sldMk cId="4765592" sldId="1388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2E18A96-7CCB-4A13-B926-2B113654B70A}" dt="2024-08-08T03:07:09.264" v="1152" actId="20577"/>
        <pc:sldMkLst>
          <pc:docMk/>
          <pc:sldMk cId="1106683896" sldId="1401"/>
        </pc:sldMkLst>
        <pc:spChg chg="mod">
          <ac:chgData name="Rosmin Elsa Mohan" userId="7f6a9fc7-46b4-4eac-90cd-058eb48f67de" providerId="ADAL" clId="{32E18A96-7CCB-4A13-B926-2B113654B70A}" dt="2024-08-08T03:07:09.264" v="1152" actId="20577"/>
          <ac:spMkLst>
            <pc:docMk/>
            <pc:sldMk cId="1106683896" sldId="1401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21:13.122" v="811" actId="20577"/>
          <ac:spMkLst>
            <pc:docMk/>
            <pc:sldMk cId="1106683896" sldId="1401"/>
            <ac:spMk id="6" creationId="{00B7E6C3-DC3B-BC8E-EE75-86995C7F8ADF}"/>
          </ac:spMkLst>
        </pc:spChg>
        <pc:spChg chg="mod">
          <ac:chgData name="Rosmin Elsa Mohan" userId="7f6a9fc7-46b4-4eac-90cd-058eb48f67de" providerId="ADAL" clId="{32E18A96-7CCB-4A13-B926-2B113654B70A}" dt="2024-08-08T02:20:12.901" v="801"/>
          <ac:spMkLst>
            <pc:docMk/>
            <pc:sldMk cId="1106683896" sldId="1401"/>
            <ac:spMk id="8" creationId="{A25EBDEB-28A0-A895-EE99-148520068F26}"/>
          </ac:spMkLst>
        </pc:spChg>
      </pc:sldChg>
      <pc:sldChg chg="modSp mod">
        <pc:chgData name="Rosmin Elsa Mohan" userId="7f6a9fc7-46b4-4eac-90cd-058eb48f67de" providerId="ADAL" clId="{32E18A96-7CCB-4A13-B926-2B113654B70A}" dt="2024-08-08T02:25:53.134" v="828" actId="20577"/>
        <pc:sldMkLst>
          <pc:docMk/>
          <pc:sldMk cId="902618935" sldId="1405"/>
        </pc:sldMkLst>
        <pc:spChg chg="mod">
          <ac:chgData name="Rosmin Elsa Mohan" userId="7f6a9fc7-46b4-4eac-90cd-058eb48f67de" providerId="ADAL" clId="{32E18A96-7CCB-4A13-B926-2B113654B70A}" dt="2024-08-08T02:25:53.134" v="828" actId="20577"/>
          <ac:spMkLst>
            <pc:docMk/>
            <pc:sldMk cId="902618935" sldId="1405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2E18A96-7CCB-4A13-B926-2B113654B70A}" dt="2024-08-08T03:09:06.837" v="1157" actId="20577"/>
        <pc:sldMkLst>
          <pc:docMk/>
          <pc:sldMk cId="2653113592" sldId="1406"/>
        </pc:sldMkLst>
        <pc:spChg chg="mod">
          <ac:chgData name="Rosmin Elsa Mohan" userId="7f6a9fc7-46b4-4eac-90cd-058eb48f67de" providerId="ADAL" clId="{32E18A96-7CCB-4A13-B926-2B113654B70A}" dt="2024-08-08T03:09:06.837" v="1157" actId="20577"/>
          <ac:spMkLst>
            <pc:docMk/>
            <pc:sldMk cId="2653113592" sldId="1406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33:38.769" v="901" actId="6549"/>
          <ac:spMkLst>
            <pc:docMk/>
            <pc:sldMk cId="2653113592" sldId="1406"/>
            <ac:spMk id="6" creationId="{00B7E6C3-DC3B-BC8E-EE75-86995C7F8ADF}"/>
          </ac:spMkLst>
        </pc:spChg>
        <pc:spChg chg="mod">
          <ac:chgData name="Rosmin Elsa Mohan" userId="7f6a9fc7-46b4-4eac-90cd-058eb48f67de" providerId="ADAL" clId="{32E18A96-7CCB-4A13-B926-2B113654B70A}" dt="2024-08-08T02:25:58.045" v="831" actId="20577"/>
          <ac:spMkLst>
            <pc:docMk/>
            <pc:sldMk cId="2653113592" sldId="1406"/>
            <ac:spMk id="13" creationId="{9BB545B6-E81A-AAD9-C97D-D3B592102C96}"/>
          </ac:spMkLst>
        </pc:spChg>
      </pc:sldChg>
      <pc:sldChg chg="modSp mod">
        <pc:chgData name="Rosmin Elsa Mohan" userId="7f6a9fc7-46b4-4eac-90cd-058eb48f67de" providerId="ADAL" clId="{32E18A96-7CCB-4A13-B926-2B113654B70A}" dt="2024-08-08T02:34:11.444" v="902"/>
        <pc:sldMkLst>
          <pc:docMk/>
          <pc:sldMk cId="3838587995" sldId="1411"/>
        </pc:sldMkLst>
        <pc:spChg chg="mod">
          <ac:chgData name="Rosmin Elsa Mohan" userId="7f6a9fc7-46b4-4eac-90cd-058eb48f67de" providerId="ADAL" clId="{32E18A96-7CCB-4A13-B926-2B113654B70A}" dt="2024-08-08T02:34:11.444" v="902"/>
          <ac:spMkLst>
            <pc:docMk/>
            <pc:sldMk cId="3838587995" sldId="1411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2E18A96-7CCB-4A13-B926-2B113654B70A}" dt="2024-08-08T03:11:32.639" v="1166" actId="20577"/>
        <pc:sldMkLst>
          <pc:docMk/>
          <pc:sldMk cId="2332149466" sldId="1412"/>
        </pc:sldMkLst>
        <pc:spChg chg="mod">
          <ac:chgData name="Rosmin Elsa Mohan" userId="7f6a9fc7-46b4-4eac-90cd-058eb48f67de" providerId="ADAL" clId="{32E18A96-7CCB-4A13-B926-2B113654B70A}" dt="2024-08-08T03:11:32.639" v="1166" actId="20577"/>
          <ac:spMkLst>
            <pc:docMk/>
            <pc:sldMk cId="2332149466" sldId="1412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35:08.204" v="912" actId="6549"/>
          <ac:spMkLst>
            <pc:docMk/>
            <pc:sldMk cId="2332149466" sldId="1412"/>
            <ac:spMk id="6" creationId="{00B7E6C3-DC3B-BC8E-EE75-86995C7F8ADF}"/>
          </ac:spMkLst>
        </pc:spChg>
        <pc:spChg chg="mod">
          <ac:chgData name="Rosmin Elsa Mohan" userId="7f6a9fc7-46b4-4eac-90cd-058eb48f67de" providerId="ADAL" clId="{32E18A96-7CCB-4A13-B926-2B113654B70A}" dt="2024-08-08T02:34:14.721" v="903"/>
          <ac:spMkLst>
            <pc:docMk/>
            <pc:sldMk cId="2332149466" sldId="1412"/>
            <ac:spMk id="9" creationId="{DC17D8D8-E9C5-D2A8-A52F-7AE59A61C67B}"/>
          </ac:spMkLst>
        </pc:spChg>
      </pc:sldChg>
      <pc:sldChg chg="modSp mod">
        <pc:chgData name="Rosmin Elsa Mohan" userId="7f6a9fc7-46b4-4eac-90cd-058eb48f67de" providerId="ADAL" clId="{32E18A96-7CCB-4A13-B926-2B113654B70A}" dt="2024-08-08T02:39:18.254" v="944"/>
        <pc:sldMkLst>
          <pc:docMk/>
          <pc:sldMk cId="3790543259" sldId="1416"/>
        </pc:sldMkLst>
        <pc:spChg chg="mod">
          <ac:chgData name="Rosmin Elsa Mohan" userId="7f6a9fc7-46b4-4eac-90cd-058eb48f67de" providerId="ADAL" clId="{32E18A96-7CCB-4A13-B926-2B113654B70A}" dt="2024-08-08T02:39:18.254" v="944"/>
          <ac:spMkLst>
            <pc:docMk/>
            <pc:sldMk cId="3790543259" sldId="1416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2E18A96-7CCB-4A13-B926-2B113654B70A}" dt="2024-08-08T02:43:50.034" v="977"/>
        <pc:sldMkLst>
          <pc:docMk/>
          <pc:sldMk cId="2647958562" sldId="1421"/>
        </pc:sldMkLst>
        <pc:spChg chg="mod">
          <ac:chgData name="Rosmin Elsa Mohan" userId="7f6a9fc7-46b4-4eac-90cd-058eb48f67de" providerId="ADAL" clId="{32E18A96-7CCB-4A13-B926-2B113654B70A}" dt="2024-08-08T02:43:50.034" v="977"/>
          <ac:spMkLst>
            <pc:docMk/>
            <pc:sldMk cId="2647958562" sldId="1421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2E18A96-7CCB-4A13-B926-2B113654B70A}" dt="2024-08-08T02:45:00.163" v="990" actId="20577"/>
        <pc:sldMkLst>
          <pc:docMk/>
          <pc:sldMk cId="2370185204" sldId="1422"/>
        </pc:sldMkLst>
        <pc:spChg chg="mod">
          <ac:chgData name="Rosmin Elsa Mohan" userId="7f6a9fc7-46b4-4eac-90cd-058eb48f67de" providerId="ADAL" clId="{32E18A96-7CCB-4A13-B926-2B113654B70A}" dt="2024-08-08T02:45:00.163" v="990" actId="20577"/>
          <ac:spMkLst>
            <pc:docMk/>
            <pc:sldMk cId="2370185204" sldId="1422"/>
            <ac:spMk id="6" creationId="{00B7E6C3-DC3B-BC8E-EE75-86995C7F8ADF}"/>
          </ac:spMkLst>
        </pc:spChg>
        <pc:spChg chg="mod">
          <ac:chgData name="Rosmin Elsa Mohan" userId="7f6a9fc7-46b4-4eac-90cd-058eb48f67de" providerId="ADAL" clId="{32E18A96-7CCB-4A13-B926-2B113654B70A}" dt="2024-08-08T02:43:53.578" v="978"/>
          <ac:spMkLst>
            <pc:docMk/>
            <pc:sldMk cId="2370185204" sldId="1422"/>
            <ac:spMk id="9" creationId="{DC17D8D8-E9C5-D2A8-A52F-7AE59A61C67B}"/>
          </ac:spMkLst>
        </pc:spChg>
      </pc:sldChg>
      <pc:sldChg chg="modSp mod">
        <pc:chgData name="Rosmin Elsa Mohan" userId="7f6a9fc7-46b4-4eac-90cd-058eb48f67de" providerId="ADAL" clId="{32E18A96-7CCB-4A13-B926-2B113654B70A}" dt="2024-08-08T03:03:47.339" v="1147" actId="20577"/>
        <pc:sldMkLst>
          <pc:docMk/>
          <pc:sldMk cId="3552461181" sldId="1438"/>
        </pc:sldMkLst>
        <pc:spChg chg="mod">
          <ac:chgData name="Rosmin Elsa Mohan" userId="7f6a9fc7-46b4-4eac-90cd-058eb48f67de" providerId="ADAL" clId="{32E18A96-7CCB-4A13-B926-2B113654B70A}" dt="2024-08-08T03:03:47.339" v="1147" actId="20577"/>
          <ac:spMkLst>
            <pc:docMk/>
            <pc:sldMk cId="3552461181" sldId="1438"/>
            <ac:spMk id="5" creationId="{002312A7-33C9-D63C-33EF-E395463CEF78}"/>
          </ac:spMkLst>
        </pc:spChg>
        <pc:spChg chg="mod">
          <ac:chgData name="Rosmin Elsa Mohan" userId="7f6a9fc7-46b4-4eac-90cd-058eb48f67de" providerId="ADAL" clId="{32E18A96-7CCB-4A13-B926-2B113654B70A}" dt="2024-08-08T02:03:56.258" v="715" actId="20577"/>
          <ac:spMkLst>
            <pc:docMk/>
            <pc:sldMk cId="3552461181" sldId="1438"/>
            <ac:spMk id="6" creationId="{2D75DE56-5F0C-5056-AE13-29D86795AD33}"/>
          </ac:spMkLst>
        </pc:spChg>
        <pc:spChg chg="mod">
          <ac:chgData name="Rosmin Elsa Mohan" userId="7f6a9fc7-46b4-4eac-90cd-058eb48f67de" providerId="ADAL" clId="{32E18A96-7CCB-4A13-B926-2B113654B70A}" dt="2024-08-08T02:02:11.379" v="689" actId="20577"/>
          <ac:spMkLst>
            <pc:docMk/>
            <pc:sldMk cId="3552461181" sldId="1438"/>
            <ac:spMk id="8" creationId="{006B5B6E-8198-6E5C-6E84-9D75287DF58B}"/>
          </ac:spMkLst>
        </pc:spChg>
      </pc:sldChg>
      <pc:sldChg chg="addSp delSp modSp mod">
        <pc:chgData name="Rosmin Elsa Mohan" userId="7f6a9fc7-46b4-4eac-90cd-058eb48f67de" providerId="ADAL" clId="{32E18A96-7CCB-4A13-B926-2B113654B70A}" dt="2024-08-08T03:03:51.420" v="1148" actId="20577"/>
        <pc:sldMkLst>
          <pc:docMk/>
          <pc:sldMk cId="1565668377" sldId="1439"/>
        </pc:sldMkLst>
        <pc:spChg chg="add mod">
          <ac:chgData name="Rosmin Elsa Mohan" userId="7f6a9fc7-46b4-4eac-90cd-058eb48f67de" providerId="ADAL" clId="{32E18A96-7CCB-4A13-B926-2B113654B70A}" dt="2024-08-08T02:08:26.227" v="743" actId="20577"/>
          <ac:spMkLst>
            <pc:docMk/>
            <pc:sldMk cId="1565668377" sldId="1439"/>
            <ac:spMk id="2" creationId="{57202B73-E8EE-67C3-7C71-924AA70880D1}"/>
          </ac:spMkLst>
        </pc:spChg>
        <pc:spChg chg="mod">
          <ac:chgData name="Rosmin Elsa Mohan" userId="7f6a9fc7-46b4-4eac-90cd-058eb48f67de" providerId="ADAL" clId="{32E18A96-7CCB-4A13-B926-2B113654B70A}" dt="2024-08-08T03:03:51.420" v="1148" actId="20577"/>
          <ac:spMkLst>
            <pc:docMk/>
            <pc:sldMk cId="1565668377" sldId="1439"/>
            <ac:spMk id="5" creationId="{0F36563C-ACF3-6396-FBBC-277D5688DA36}"/>
          </ac:spMkLst>
        </pc:spChg>
        <pc:spChg chg="del">
          <ac:chgData name="Rosmin Elsa Mohan" userId="7f6a9fc7-46b4-4eac-90cd-058eb48f67de" providerId="ADAL" clId="{32E18A96-7CCB-4A13-B926-2B113654B70A}" dt="2024-08-08T02:04:19.451" v="716" actId="478"/>
          <ac:spMkLst>
            <pc:docMk/>
            <pc:sldMk cId="1565668377" sldId="1439"/>
            <ac:spMk id="6" creationId="{EADDBF89-58BA-EE9F-AD42-B4C6EE879FD8}"/>
          </ac:spMkLst>
        </pc:spChg>
        <pc:spChg chg="mod">
          <ac:chgData name="Rosmin Elsa Mohan" userId="7f6a9fc7-46b4-4eac-90cd-058eb48f67de" providerId="ADAL" clId="{32E18A96-7CCB-4A13-B926-2B113654B70A}" dt="2024-08-08T02:08:38.452" v="746" actId="20577"/>
          <ac:spMkLst>
            <pc:docMk/>
            <pc:sldMk cId="1565668377" sldId="1439"/>
            <ac:spMk id="8" creationId="{4BAC8562-D3A9-2F9C-BC47-4C2B3FDE803F}"/>
          </ac:spMkLst>
        </pc:spChg>
      </pc:sldChg>
      <pc:sldChg chg="modSp mod">
        <pc:chgData name="Rosmin Elsa Mohan" userId="7f6a9fc7-46b4-4eac-90cd-058eb48f67de" providerId="ADAL" clId="{32E18A96-7CCB-4A13-B926-2B113654B70A}" dt="2024-08-08T03:03:54.338" v="1149" actId="20577"/>
        <pc:sldMkLst>
          <pc:docMk/>
          <pc:sldMk cId="2616289819" sldId="1440"/>
        </pc:sldMkLst>
        <pc:spChg chg="mod">
          <ac:chgData name="Rosmin Elsa Mohan" userId="7f6a9fc7-46b4-4eac-90cd-058eb48f67de" providerId="ADAL" clId="{32E18A96-7CCB-4A13-B926-2B113654B70A}" dt="2024-08-08T03:03:54.338" v="1149" actId="20577"/>
          <ac:spMkLst>
            <pc:docMk/>
            <pc:sldMk cId="2616289819" sldId="1440"/>
            <ac:spMk id="5" creationId="{CF2EB54C-990B-EAF8-9FB4-0FD83281179F}"/>
          </ac:spMkLst>
        </pc:spChg>
        <pc:spChg chg="mod">
          <ac:chgData name="Rosmin Elsa Mohan" userId="7f6a9fc7-46b4-4eac-90cd-058eb48f67de" providerId="ADAL" clId="{32E18A96-7CCB-4A13-B926-2B113654B70A}" dt="2024-08-08T02:10:26.255" v="783" actId="14100"/>
          <ac:spMkLst>
            <pc:docMk/>
            <pc:sldMk cId="2616289819" sldId="1440"/>
            <ac:spMk id="6" creationId="{463E78ED-D212-D715-8745-F23550920BF2}"/>
          </ac:spMkLst>
        </pc:spChg>
        <pc:spChg chg="mod">
          <ac:chgData name="Rosmin Elsa Mohan" userId="7f6a9fc7-46b4-4eac-90cd-058eb48f67de" providerId="ADAL" clId="{32E18A96-7CCB-4A13-B926-2B113654B70A}" dt="2024-08-08T02:08:46.737" v="749" actId="20577"/>
          <ac:spMkLst>
            <pc:docMk/>
            <pc:sldMk cId="2616289819" sldId="1440"/>
            <ac:spMk id="8" creationId="{FD9D0223-DDE2-A728-CEDA-5488160104E8}"/>
          </ac:spMkLst>
        </pc:spChg>
      </pc:sldChg>
      <pc:sldChg chg="modSp mod">
        <pc:chgData name="Rosmin Elsa Mohan" userId="7f6a9fc7-46b4-4eac-90cd-058eb48f67de" providerId="ADAL" clId="{32E18A96-7CCB-4A13-B926-2B113654B70A}" dt="2024-08-08T03:07:12.456" v="1153" actId="20577"/>
        <pc:sldMkLst>
          <pc:docMk/>
          <pc:sldMk cId="2623249776" sldId="1442"/>
        </pc:sldMkLst>
        <pc:spChg chg="mod">
          <ac:chgData name="Rosmin Elsa Mohan" userId="7f6a9fc7-46b4-4eac-90cd-058eb48f67de" providerId="ADAL" clId="{32E18A96-7CCB-4A13-B926-2B113654B70A}" dt="2024-08-08T03:07:12.456" v="1153" actId="20577"/>
          <ac:spMkLst>
            <pc:docMk/>
            <pc:sldMk cId="2623249776" sldId="1442"/>
            <ac:spMk id="5" creationId="{F3A1A9F0-F0F9-37AD-31A6-86E97ABD9DAD}"/>
          </ac:spMkLst>
        </pc:spChg>
        <pc:spChg chg="mod">
          <ac:chgData name="Rosmin Elsa Mohan" userId="7f6a9fc7-46b4-4eac-90cd-058eb48f67de" providerId="ADAL" clId="{32E18A96-7CCB-4A13-B926-2B113654B70A}" dt="2024-08-08T02:21:34.297" v="817" actId="114"/>
          <ac:spMkLst>
            <pc:docMk/>
            <pc:sldMk cId="2623249776" sldId="1442"/>
            <ac:spMk id="6" creationId="{F395D098-6B90-D9CD-4980-73D67EEE7741}"/>
          </ac:spMkLst>
        </pc:spChg>
        <pc:spChg chg="mod">
          <ac:chgData name="Rosmin Elsa Mohan" userId="7f6a9fc7-46b4-4eac-90cd-058eb48f67de" providerId="ADAL" clId="{32E18A96-7CCB-4A13-B926-2B113654B70A}" dt="2024-08-08T02:20:16.710" v="802"/>
          <ac:spMkLst>
            <pc:docMk/>
            <pc:sldMk cId="2623249776" sldId="1442"/>
            <ac:spMk id="8" creationId="{3A2F3080-99F1-F2DE-3299-E174825DB9C6}"/>
          </ac:spMkLst>
        </pc:spChg>
      </pc:sldChg>
      <pc:sldChg chg="modSp mod">
        <pc:chgData name="Rosmin Elsa Mohan" userId="7f6a9fc7-46b4-4eac-90cd-058eb48f67de" providerId="ADAL" clId="{32E18A96-7CCB-4A13-B926-2B113654B70A}" dt="2024-08-08T03:07:15.077" v="1154" actId="20577"/>
        <pc:sldMkLst>
          <pc:docMk/>
          <pc:sldMk cId="637721542" sldId="1443"/>
        </pc:sldMkLst>
        <pc:spChg chg="mod">
          <ac:chgData name="Rosmin Elsa Mohan" userId="7f6a9fc7-46b4-4eac-90cd-058eb48f67de" providerId="ADAL" clId="{32E18A96-7CCB-4A13-B926-2B113654B70A}" dt="2024-08-08T03:07:15.077" v="1154" actId="20577"/>
          <ac:spMkLst>
            <pc:docMk/>
            <pc:sldMk cId="637721542" sldId="1443"/>
            <ac:spMk id="5" creationId="{E0B62AD4-7852-AF68-5FEF-46892C0A0BE3}"/>
          </ac:spMkLst>
        </pc:spChg>
        <pc:spChg chg="mod">
          <ac:chgData name="Rosmin Elsa Mohan" userId="7f6a9fc7-46b4-4eac-90cd-058eb48f67de" providerId="ADAL" clId="{32E18A96-7CCB-4A13-B926-2B113654B70A}" dt="2024-08-08T02:21:48.064" v="820"/>
          <ac:spMkLst>
            <pc:docMk/>
            <pc:sldMk cId="637721542" sldId="1443"/>
            <ac:spMk id="6" creationId="{AE6B6D96-39EE-535C-2933-FFB7C72EF6E0}"/>
          </ac:spMkLst>
        </pc:spChg>
        <pc:spChg chg="mod">
          <ac:chgData name="Rosmin Elsa Mohan" userId="7f6a9fc7-46b4-4eac-90cd-058eb48f67de" providerId="ADAL" clId="{32E18A96-7CCB-4A13-B926-2B113654B70A}" dt="2024-08-08T02:20:20.682" v="803"/>
          <ac:spMkLst>
            <pc:docMk/>
            <pc:sldMk cId="637721542" sldId="1443"/>
            <ac:spMk id="8" creationId="{65BA4930-30DF-D4B4-ADD6-B777DB74DBCD}"/>
          </ac:spMkLst>
        </pc:spChg>
      </pc:sldChg>
      <pc:sldChg chg="modSp del mod">
        <pc:chgData name="Rosmin Elsa Mohan" userId="7f6a9fc7-46b4-4eac-90cd-058eb48f67de" providerId="ADAL" clId="{32E18A96-7CCB-4A13-B926-2B113654B70A}" dt="2024-08-08T02:21:56.256" v="821" actId="2696"/>
        <pc:sldMkLst>
          <pc:docMk/>
          <pc:sldMk cId="2967730246" sldId="1444"/>
        </pc:sldMkLst>
        <pc:spChg chg="mod">
          <ac:chgData name="Rosmin Elsa Mohan" userId="7f6a9fc7-46b4-4eac-90cd-058eb48f67de" providerId="ADAL" clId="{32E18A96-7CCB-4A13-B926-2B113654B70A}" dt="2024-08-08T02:20:24.977" v="804"/>
          <ac:spMkLst>
            <pc:docMk/>
            <pc:sldMk cId="2967730246" sldId="1444"/>
            <ac:spMk id="8" creationId="{4B20C08D-13B1-4F34-A99E-AF3AC5E49CB3}"/>
          </ac:spMkLst>
        </pc:spChg>
      </pc:sldChg>
      <pc:sldChg chg="modSp mod">
        <pc:chgData name="Rosmin Elsa Mohan" userId="7f6a9fc7-46b4-4eac-90cd-058eb48f67de" providerId="ADAL" clId="{32E18A96-7CCB-4A13-B926-2B113654B70A}" dt="2024-08-08T03:07:20.612" v="1156" actId="20577"/>
        <pc:sldMkLst>
          <pc:docMk/>
          <pc:sldMk cId="4131438038" sldId="1445"/>
        </pc:sldMkLst>
        <pc:spChg chg="mod">
          <ac:chgData name="Rosmin Elsa Mohan" userId="7f6a9fc7-46b4-4eac-90cd-058eb48f67de" providerId="ADAL" clId="{32E18A96-7CCB-4A13-B926-2B113654B70A}" dt="2024-08-08T03:07:20.612" v="1156" actId="20577"/>
          <ac:spMkLst>
            <pc:docMk/>
            <pc:sldMk cId="4131438038" sldId="1445"/>
            <ac:spMk id="5" creationId="{316BCAB3-BD3F-1B0E-CC2C-6CA0F2917E75}"/>
          </ac:spMkLst>
        </pc:spChg>
        <pc:spChg chg="mod">
          <ac:chgData name="Rosmin Elsa Mohan" userId="7f6a9fc7-46b4-4eac-90cd-058eb48f67de" providerId="ADAL" clId="{32E18A96-7CCB-4A13-B926-2B113654B70A}" dt="2024-08-08T02:22:09.934" v="824"/>
          <ac:spMkLst>
            <pc:docMk/>
            <pc:sldMk cId="4131438038" sldId="1445"/>
            <ac:spMk id="6" creationId="{0806E297-1ADC-5926-D07E-F5F3B6CBE8EA}"/>
          </ac:spMkLst>
        </pc:spChg>
        <pc:spChg chg="mod">
          <ac:chgData name="Rosmin Elsa Mohan" userId="7f6a9fc7-46b4-4eac-90cd-058eb48f67de" providerId="ADAL" clId="{32E18A96-7CCB-4A13-B926-2B113654B70A}" dt="2024-08-08T02:20:28.215" v="805"/>
          <ac:spMkLst>
            <pc:docMk/>
            <pc:sldMk cId="4131438038" sldId="1445"/>
            <ac:spMk id="8" creationId="{9EA20479-821D-F1BF-5BAF-75D0E2472DF1}"/>
          </ac:spMkLst>
        </pc:spChg>
      </pc:sldChg>
      <pc:sldChg chg="modSp del mod">
        <pc:chgData name="Rosmin Elsa Mohan" userId="7f6a9fc7-46b4-4eac-90cd-058eb48f67de" providerId="ADAL" clId="{32E18A96-7CCB-4A13-B926-2B113654B70A}" dt="2024-08-08T02:22:15.366" v="825" actId="2696"/>
        <pc:sldMkLst>
          <pc:docMk/>
          <pc:sldMk cId="3840774424" sldId="1446"/>
        </pc:sldMkLst>
        <pc:spChg chg="mod">
          <ac:chgData name="Rosmin Elsa Mohan" userId="7f6a9fc7-46b4-4eac-90cd-058eb48f67de" providerId="ADAL" clId="{32E18A96-7CCB-4A13-B926-2B113654B70A}" dt="2024-08-08T02:20:31.827" v="806"/>
          <ac:spMkLst>
            <pc:docMk/>
            <pc:sldMk cId="3840774424" sldId="1446"/>
            <ac:spMk id="8" creationId="{C7E0E519-EF6F-C114-0D3F-F15BAC2C9B54}"/>
          </ac:spMkLst>
        </pc:spChg>
      </pc:sldChg>
      <pc:sldChg chg="modSp mod">
        <pc:chgData name="Rosmin Elsa Mohan" userId="7f6a9fc7-46b4-4eac-90cd-058eb48f67de" providerId="ADAL" clId="{32E18A96-7CCB-4A13-B926-2B113654B70A}" dt="2024-08-08T03:09:09.840" v="1158" actId="20577"/>
        <pc:sldMkLst>
          <pc:docMk/>
          <pc:sldMk cId="1494969129" sldId="1448"/>
        </pc:sldMkLst>
        <pc:spChg chg="mod">
          <ac:chgData name="Rosmin Elsa Mohan" userId="7f6a9fc7-46b4-4eac-90cd-058eb48f67de" providerId="ADAL" clId="{32E18A96-7CCB-4A13-B926-2B113654B70A}" dt="2024-08-08T03:09:09.840" v="1158" actId="20577"/>
          <ac:spMkLst>
            <pc:docMk/>
            <pc:sldMk cId="1494969129" sldId="1448"/>
            <ac:spMk id="5" creationId="{10C556C3-ECE9-D7DD-B726-33552398D44D}"/>
          </ac:spMkLst>
        </pc:spChg>
        <pc:spChg chg="mod">
          <ac:chgData name="Rosmin Elsa Mohan" userId="7f6a9fc7-46b4-4eac-90cd-058eb48f67de" providerId="ADAL" clId="{32E18A96-7CCB-4A13-B926-2B113654B70A}" dt="2024-08-08T02:28:34.659" v="858" actId="20577"/>
          <ac:spMkLst>
            <pc:docMk/>
            <pc:sldMk cId="1494969129" sldId="1448"/>
            <ac:spMk id="6" creationId="{801F0B22-0AC9-61BE-20AC-30E8E824EE40}"/>
          </ac:spMkLst>
        </pc:spChg>
        <pc:spChg chg="mod">
          <ac:chgData name="Rosmin Elsa Mohan" userId="7f6a9fc7-46b4-4eac-90cd-058eb48f67de" providerId="ADAL" clId="{32E18A96-7CCB-4A13-B926-2B113654B70A}" dt="2024-08-08T02:26:06.088" v="832"/>
          <ac:spMkLst>
            <pc:docMk/>
            <pc:sldMk cId="1494969129" sldId="1448"/>
            <ac:spMk id="13" creationId="{3AA28230-F44B-DC32-A51A-DCC1B67837BD}"/>
          </ac:spMkLst>
        </pc:spChg>
      </pc:sldChg>
      <pc:sldChg chg="modSp mod">
        <pc:chgData name="Rosmin Elsa Mohan" userId="7f6a9fc7-46b4-4eac-90cd-058eb48f67de" providerId="ADAL" clId="{32E18A96-7CCB-4A13-B926-2B113654B70A}" dt="2024-08-08T03:09:12.918" v="1159" actId="20577"/>
        <pc:sldMkLst>
          <pc:docMk/>
          <pc:sldMk cId="425986149" sldId="1450"/>
        </pc:sldMkLst>
        <pc:spChg chg="mod">
          <ac:chgData name="Rosmin Elsa Mohan" userId="7f6a9fc7-46b4-4eac-90cd-058eb48f67de" providerId="ADAL" clId="{32E18A96-7CCB-4A13-B926-2B113654B70A}" dt="2024-08-08T03:09:12.918" v="1159" actId="20577"/>
          <ac:spMkLst>
            <pc:docMk/>
            <pc:sldMk cId="425986149" sldId="1450"/>
            <ac:spMk id="5" creationId="{13593030-CC76-61CF-F7F5-DC6A9C28DBC7}"/>
          </ac:spMkLst>
        </pc:spChg>
        <pc:spChg chg="mod">
          <ac:chgData name="Rosmin Elsa Mohan" userId="7f6a9fc7-46b4-4eac-90cd-058eb48f67de" providerId="ADAL" clId="{32E18A96-7CCB-4A13-B926-2B113654B70A}" dt="2024-08-08T02:29:51.976" v="861"/>
          <ac:spMkLst>
            <pc:docMk/>
            <pc:sldMk cId="425986149" sldId="1450"/>
            <ac:spMk id="6" creationId="{396B8FA0-9883-25CB-4F0E-617DCF91BB8C}"/>
          </ac:spMkLst>
        </pc:spChg>
        <pc:spChg chg="mod">
          <ac:chgData name="Rosmin Elsa Mohan" userId="7f6a9fc7-46b4-4eac-90cd-058eb48f67de" providerId="ADAL" clId="{32E18A96-7CCB-4A13-B926-2B113654B70A}" dt="2024-08-08T02:26:09.079" v="833"/>
          <ac:spMkLst>
            <pc:docMk/>
            <pc:sldMk cId="425986149" sldId="1450"/>
            <ac:spMk id="13" creationId="{0D938F6E-BF3A-A165-D6A8-EB6116638AC2}"/>
          </ac:spMkLst>
        </pc:spChg>
      </pc:sldChg>
      <pc:sldChg chg="modSp mod">
        <pc:chgData name="Rosmin Elsa Mohan" userId="7f6a9fc7-46b4-4eac-90cd-058eb48f67de" providerId="ADAL" clId="{32E18A96-7CCB-4A13-B926-2B113654B70A}" dt="2024-08-08T03:09:15.773" v="1160" actId="20577"/>
        <pc:sldMkLst>
          <pc:docMk/>
          <pc:sldMk cId="3753762985" sldId="1452"/>
        </pc:sldMkLst>
        <pc:spChg chg="mod">
          <ac:chgData name="Rosmin Elsa Mohan" userId="7f6a9fc7-46b4-4eac-90cd-058eb48f67de" providerId="ADAL" clId="{32E18A96-7CCB-4A13-B926-2B113654B70A}" dt="2024-08-08T03:09:15.773" v="1160" actId="20577"/>
          <ac:spMkLst>
            <pc:docMk/>
            <pc:sldMk cId="3753762985" sldId="1452"/>
            <ac:spMk id="5" creationId="{A2047971-DA85-C751-DC5A-5C52B51C52BA}"/>
          </ac:spMkLst>
        </pc:spChg>
        <pc:spChg chg="mod">
          <ac:chgData name="Rosmin Elsa Mohan" userId="7f6a9fc7-46b4-4eac-90cd-058eb48f67de" providerId="ADAL" clId="{32E18A96-7CCB-4A13-B926-2B113654B70A}" dt="2024-08-08T02:30:08.418" v="867" actId="313"/>
          <ac:spMkLst>
            <pc:docMk/>
            <pc:sldMk cId="3753762985" sldId="1452"/>
            <ac:spMk id="6" creationId="{BA0B3BE2-D998-167B-8C65-476E697BA331}"/>
          </ac:spMkLst>
        </pc:spChg>
        <pc:spChg chg="mod">
          <ac:chgData name="Rosmin Elsa Mohan" userId="7f6a9fc7-46b4-4eac-90cd-058eb48f67de" providerId="ADAL" clId="{32E18A96-7CCB-4A13-B926-2B113654B70A}" dt="2024-08-08T02:26:13.687" v="834"/>
          <ac:spMkLst>
            <pc:docMk/>
            <pc:sldMk cId="3753762985" sldId="1452"/>
            <ac:spMk id="13" creationId="{F90AFB74-83FD-8F85-3412-5B2B465B437B}"/>
          </ac:spMkLst>
        </pc:spChg>
      </pc:sldChg>
      <pc:sldChg chg="modSp mod">
        <pc:chgData name="Rosmin Elsa Mohan" userId="7f6a9fc7-46b4-4eac-90cd-058eb48f67de" providerId="ADAL" clId="{32E18A96-7CCB-4A13-B926-2B113654B70A}" dt="2024-08-08T02:39:51.887" v="952" actId="6549"/>
        <pc:sldMkLst>
          <pc:docMk/>
          <pc:sldMk cId="4039580999" sldId="1465"/>
        </pc:sldMkLst>
        <pc:spChg chg="mod">
          <ac:chgData name="Rosmin Elsa Mohan" userId="7f6a9fc7-46b4-4eac-90cd-058eb48f67de" providerId="ADAL" clId="{32E18A96-7CCB-4A13-B926-2B113654B70A}" dt="2024-08-08T02:39:51.887" v="952" actId="6549"/>
          <ac:spMkLst>
            <pc:docMk/>
            <pc:sldMk cId="4039580999" sldId="1465"/>
            <ac:spMk id="6" creationId="{C1232047-F35C-9CE6-AB39-2974E36818C5}"/>
          </ac:spMkLst>
        </pc:spChg>
        <pc:spChg chg="mod">
          <ac:chgData name="Rosmin Elsa Mohan" userId="7f6a9fc7-46b4-4eac-90cd-058eb48f67de" providerId="ADAL" clId="{32E18A96-7CCB-4A13-B926-2B113654B70A}" dt="2024-08-08T02:39:21.134" v="945"/>
          <ac:spMkLst>
            <pc:docMk/>
            <pc:sldMk cId="4039580999" sldId="1465"/>
            <ac:spMk id="9" creationId="{0968D38C-2C82-7C11-B05D-513832A91F53}"/>
          </ac:spMkLst>
        </pc:spChg>
      </pc:sldChg>
      <pc:sldChg chg="modSp mod">
        <pc:chgData name="Rosmin Elsa Mohan" userId="7f6a9fc7-46b4-4eac-90cd-058eb48f67de" providerId="ADAL" clId="{32E18A96-7CCB-4A13-B926-2B113654B70A}" dt="2024-08-08T02:40:42.942" v="966" actId="313"/>
        <pc:sldMkLst>
          <pc:docMk/>
          <pc:sldMk cId="576487781" sldId="1466"/>
        </pc:sldMkLst>
        <pc:spChg chg="mod">
          <ac:chgData name="Rosmin Elsa Mohan" userId="7f6a9fc7-46b4-4eac-90cd-058eb48f67de" providerId="ADAL" clId="{32E18A96-7CCB-4A13-B926-2B113654B70A}" dt="2024-08-08T02:40:42.942" v="966" actId="313"/>
          <ac:spMkLst>
            <pc:docMk/>
            <pc:sldMk cId="576487781" sldId="1466"/>
            <ac:spMk id="6" creationId="{D13150C6-8221-D63C-33BE-B34E2F490172}"/>
          </ac:spMkLst>
        </pc:spChg>
        <pc:spChg chg="mod">
          <ac:chgData name="Rosmin Elsa Mohan" userId="7f6a9fc7-46b4-4eac-90cd-058eb48f67de" providerId="ADAL" clId="{32E18A96-7CCB-4A13-B926-2B113654B70A}" dt="2024-08-08T02:39:24.700" v="946"/>
          <ac:spMkLst>
            <pc:docMk/>
            <pc:sldMk cId="576487781" sldId="1466"/>
            <ac:spMk id="9" creationId="{2257D2E9-8338-4D70-7848-7EBAAA53BB78}"/>
          </ac:spMkLst>
        </pc:spChg>
      </pc:sldChg>
      <pc:sldChg chg="modSp mod">
        <pc:chgData name="Rosmin Elsa Mohan" userId="7f6a9fc7-46b4-4eac-90cd-058eb48f67de" providerId="ADAL" clId="{32E18A96-7CCB-4A13-B926-2B113654B70A}" dt="2024-08-08T02:41:02.585" v="971" actId="6549"/>
        <pc:sldMkLst>
          <pc:docMk/>
          <pc:sldMk cId="2882701942" sldId="1467"/>
        </pc:sldMkLst>
        <pc:spChg chg="mod">
          <ac:chgData name="Rosmin Elsa Mohan" userId="7f6a9fc7-46b4-4eac-90cd-058eb48f67de" providerId="ADAL" clId="{32E18A96-7CCB-4A13-B926-2B113654B70A}" dt="2024-08-08T02:41:02.585" v="971" actId="6549"/>
          <ac:spMkLst>
            <pc:docMk/>
            <pc:sldMk cId="2882701942" sldId="1467"/>
            <ac:spMk id="6" creationId="{9774693D-CD44-5CB7-0C93-3628B747F75C}"/>
          </ac:spMkLst>
        </pc:spChg>
        <pc:spChg chg="mod">
          <ac:chgData name="Rosmin Elsa Mohan" userId="7f6a9fc7-46b4-4eac-90cd-058eb48f67de" providerId="ADAL" clId="{32E18A96-7CCB-4A13-B926-2B113654B70A}" dt="2024-08-08T02:39:27.544" v="947"/>
          <ac:spMkLst>
            <pc:docMk/>
            <pc:sldMk cId="2882701942" sldId="1467"/>
            <ac:spMk id="9" creationId="{D56A539C-4C26-5D1C-7D31-2EAE3D32C470}"/>
          </ac:spMkLst>
        </pc:spChg>
      </pc:sldChg>
      <pc:sldChg chg="modSp mod">
        <pc:chgData name="Rosmin Elsa Mohan" userId="7f6a9fc7-46b4-4eac-90cd-058eb48f67de" providerId="ADAL" clId="{32E18A96-7CCB-4A13-B926-2B113654B70A}" dt="2024-08-08T02:45:53.930" v="1010" actId="20577"/>
        <pc:sldMkLst>
          <pc:docMk/>
          <pc:sldMk cId="625835019" sldId="1468"/>
        </pc:sldMkLst>
        <pc:spChg chg="mod">
          <ac:chgData name="Rosmin Elsa Mohan" userId="7f6a9fc7-46b4-4eac-90cd-058eb48f67de" providerId="ADAL" clId="{32E18A96-7CCB-4A13-B926-2B113654B70A}" dt="2024-08-08T02:45:53.930" v="1010" actId="20577"/>
          <ac:spMkLst>
            <pc:docMk/>
            <pc:sldMk cId="625835019" sldId="1468"/>
            <ac:spMk id="6" creationId="{E4709EB3-F9C5-7B20-D805-158D5D8DCD6B}"/>
          </ac:spMkLst>
        </pc:spChg>
        <pc:spChg chg="mod">
          <ac:chgData name="Rosmin Elsa Mohan" userId="7f6a9fc7-46b4-4eac-90cd-058eb48f67de" providerId="ADAL" clId="{32E18A96-7CCB-4A13-B926-2B113654B70A}" dt="2024-08-08T02:43:57.788" v="979"/>
          <ac:spMkLst>
            <pc:docMk/>
            <pc:sldMk cId="625835019" sldId="1468"/>
            <ac:spMk id="9" creationId="{27E0C573-9B0A-9146-5F05-207C3B6C9139}"/>
          </ac:spMkLst>
        </pc:spChg>
      </pc:sldChg>
      <pc:sldChg chg="modSp mod">
        <pc:chgData name="Rosmin Elsa Mohan" userId="7f6a9fc7-46b4-4eac-90cd-058eb48f67de" providerId="ADAL" clId="{32E18A96-7CCB-4A13-B926-2B113654B70A}" dt="2024-08-08T02:46:23.078" v="1017" actId="1076"/>
        <pc:sldMkLst>
          <pc:docMk/>
          <pc:sldMk cId="3658360246" sldId="1469"/>
        </pc:sldMkLst>
        <pc:spChg chg="mod">
          <ac:chgData name="Rosmin Elsa Mohan" userId="7f6a9fc7-46b4-4eac-90cd-058eb48f67de" providerId="ADAL" clId="{32E18A96-7CCB-4A13-B926-2B113654B70A}" dt="2024-08-08T02:46:23.078" v="1017" actId="1076"/>
          <ac:spMkLst>
            <pc:docMk/>
            <pc:sldMk cId="3658360246" sldId="1469"/>
            <ac:spMk id="6" creationId="{ABCFE196-852C-EF4A-5C89-8F84C628F6D8}"/>
          </ac:spMkLst>
        </pc:spChg>
        <pc:spChg chg="mod">
          <ac:chgData name="Rosmin Elsa Mohan" userId="7f6a9fc7-46b4-4eac-90cd-058eb48f67de" providerId="ADAL" clId="{32E18A96-7CCB-4A13-B926-2B113654B70A}" dt="2024-08-08T02:44:04.408" v="980"/>
          <ac:spMkLst>
            <pc:docMk/>
            <pc:sldMk cId="3658360246" sldId="1469"/>
            <ac:spMk id="9" creationId="{AAD21BDD-D3AE-5CDB-B758-E73AB8700D6E}"/>
          </ac:spMkLst>
        </pc:spChg>
      </pc:sldChg>
      <pc:sldChg chg="modSp mod">
        <pc:chgData name="Rosmin Elsa Mohan" userId="7f6a9fc7-46b4-4eac-90cd-058eb48f67de" providerId="ADAL" clId="{32E18A96-7CCB-4A13-B926-2B113654B70A}" dt="2024-08-08T02:46:56.716" v="1027" actId="20577"/>
        <pc:sldMkLst>
          <pc:docMk/>
          <pc:sldMk cId="1292053075" sldId="1470"/>
        </pc:sldMkLst>
        <pc:spChg chg="mod">
          <ac:chgData name="Rosmin Elsa Mohan" userId="7f6a9fc7-46b4-4eac-90cd-058eb48f67de" providerId="ADAL" clId="{32E18A96-7CCB-4A13-B926-2B113654B70A}" dt="2024-08-08T02:46:56.716" v="1027" actId="20577"/>
          <ac:spMkLst>
            <pc:docMk/>
            <pc:sldMk cId="1292053075" sldId="1470"/>
            <ac:spMk id="6" creationId="{D5D737D0-BD04-7FC6-B03F-BCEC1F57FD2E}"/>
          </ac:spMkLst>
        </pc:spChg>
        <pc:spChg chg="mod">
          <ac:chgData name="Rosmin Elsa Mohan" userId="7f6a9fc7-46b4-4eac-90cd-058eb48f67de" providerId="ADAL" clId="{32E18A96-7CCB-4A13-B926-2B113654B70A}" dt="2024-08-08T02:44:19.285" v="982"/>
          <ac:spMkLst>
            <pc:docMk/>
            <pc:sldMk cId="1292053075" sldId="1470"/>
            <ac:spMk id="9" creationId="{21434691-EE47-68D6-AEAA-52AFBA3DCAE4}"/>
          </ac:spMkLst>
        </pc:spChg>
      </pc:sldChg>
      <pc:sldChg chg="modSp mod">
        <pc:chgData name="Rosmin Elsa Mohan" userId="7f6a9fc7-46b4-4eac-90cd-058eb48f67de" providerId="ADAL" clId="{32E18A96-7CCB-4A13-B926-2B113654B70A}" dt="2024-08-08T03:03:00.704" v="1139" actId="20577"/>
        <pc:sldMkLst>
          <pc:docMk/>
          <pc:sldMk cId="3068996028" sldId="1472"/>
        </pc:sldMkLst>
        <pc:spChg chg="mod">
          <ac:chgData name="Rosmin Elsa Mohan" userId="7f6a9fc7-46b4-4eac-90cd-058eb48f67de" providerId="ADAL" clId="{32E18A96-7CCB-4A13-B926-2B113654B70A}" dt="2024-08-08T01:39:24.557" v="20" actId="6549"/>
          <ac:spMkLst>
            <pc:docMk/>
            <pc:sldMk cId="3068996028" sldId="1472"/>
            <ac:spMk id="3" creationId="{4A8690D3-6D5D-BBB1-5673-E0C9C96D6ACA}"/>
          </ac:spMkLst>
        </pc:spChg>
        <pc:spChg chg="mod">
          <ac:chgData name="Rosmin Elsa Mohan" userId="7f6a9fc7-46b4-4eac-90cd-058eb48f67de" providerId="ADAL" clId="{32E18A96-7CCB-4A13-B926-2B113654B70A}" dt="2024-08-08T03:03:00.704" v="1139" actId="20577"/>
          <ac:spMkLst>
            <pc:docMk/>
            <pc:sldMk cId="3068996028" sldId="1472"/>
            <ac:spMk id="5" creationId="{9CDE8A97-A04A-A5A0-1CE7-9CAA6D4FBF85}"/>
          </ac:spMkLst>
        </pc:spChg>
      </pc:sldChg>
      <pc:sldChg chg="modSp mod">
        <pc:chgData name="Rosmin Elsa Mohan" userId="7f6a9fc7-46b4-4eac-90cd-058eb48f67de" providerId="ADAL" clId="{32E18A96-7CCB-4A13-B926-2B113654B70A}" dt="2024-08-08T03:03:04.296" v="1140" actId="20577"/>
        <pc:sldMkLst>
          <pc:docMk/>
          <pc:sldMk cId="2264041875" sldId="1473"/>
        </pc:sldMkLst>
        <pc:spChg chg="mod">
          <ac:chgData name="Rosmin Elsa Mohan" userId="7f6a9fc7-46b4-4eac-90cd-058eb48f67de" providerId="ADAL" clId="{32E18A96-7CCB-4A13-B926-2B113654B70A}" dt="2024-08-08T03:03:04.296" v="1140" actId="20577"/>
          <ac:spMkLst>
            <pc:docMk/>
            <pc:sldMk cId="2264041875" sldId="1473"/>
            <ac:spMk id="5" creationId="{3E16CFBD-E0AF-57EE-01B9-A67C4B76D0B5}"/>
          </ac:spMkLst>
        </pc:spChg>
        <pc:spChg chg="mod">
          <ac:chgData name="Rosmin Elsa Mohan" userId="7f6a9fc7-46b4-4eac-90cd-058eb48f67de" providerId="ADAL" clId="{32E18A96-7CCB-4A13-B926-2B113654B70A}" dt="2024-08-08T01:39:59.342" v="30" actId="6549"/>
          <ac:spMkLst>
            <pc:docMk/>
            <pc:sldMk cId="2264041875" sldId="1473"/>
            <ac:spMk id="8" creationId="{FDC59045-2C7C-F576-C00C-AAA6D40E13D2}"/>
          </ac:spMkLst>
        </pc:spChg>
      </pc:sldChg>
      <pc:sldChg chg="del">
        <pc:chgData name="Rosmin Elsa Mohan" userId="7f6a9fc7-46b4-4eac-90cd-058eb48f67de" providerId="ADAL" clId="{32E18A96-7CCB-4A13-B926-2B113654B70A}" dt="2024-08-08T01:40:23.229" v="31" actId="2696"/>
        <pc:sldMkLst>
          <pc:docMk/>
          <pc:sldMk cId="2017312258" sldId="1474"/>
        </pc:sldMkLst>
      </pc:sldChg>
      <pc:sldChg chg="modSp mod">
        <pc:chgData name="Rosmin Elsa Mohan" userId="7f6a9fc7-46b4-4eac-90cd-058eb48f67de" providerId="ADAL" clId="{32E18A96-7CCB-4A13-B926-2B113654B70A}" dt="2024-08-08T03:09:19.105" v="1161" actId="20577"/>
        <pc:sldMkLst>
          <pc:docMk/>
          <pc:sldMk cId="4077105178" sldId="1475"/>
        </pc:sldMkLst>
        <pc:spChg chg="mod">
          <ac:chgData name="Rosmin Elsa Mohan" userId="7f6a9fc7-46b4-4eac-90cd-058eb48f67de" providerId="ADAL" clId="{32E18A96-7CCB-4A13-B926-2B113654B70A}" dt="2024-08-08T03:09:19.105" v="1161" actId="20577"/>
          <ac:spMkLst>
            <pc:docMk/>
            <pc:sldMk cId="4077105178" sldId="1475"/>
            <ac:spMk id="5" creationId="{A2047971-DA85-C751-DC5A-5C52B51C52BA}"/>
          </ac:spMkLst>
        </pc:spChg>
        <pc:spChg chg="mod">
          <ac:chgData name="Rosmin Elsa Mohan" userId="7f6a9fc7-46b4-4eac-90cd-058eb48f67de" providerId="ADAL" clId="{32E18A96-7CCB-4A13-B926-2B113654B70A}" dt="2024-08-08T02:30:31.712" v="870"/>
          <ac:spMkLst>
            <pc:docMk/>
            <pc:sldMk cId="4077105178" sldId="1475"/>
            <ac:spMk id="6" creationId="{BA0B3BE2-D998-167B-8C65-476E697BA331}"/>
          </ac:spMkLst>
        </pc:spChg>
        <pc:spChg chg="mod">
          <ac:chgData name="Rosmin Elsa Mohan" userId="7f6a9fc7-46b4-4eac-90cd-058eb48f67de" providerId="ADAL" clId="{32E18A96-7CCB-4A13-B926-2B113654B70A}" dt="2024-08-08T02:26:16.733" v="835"/>
          <ac:spMkLst>
            <pc:docMk/>
            <pc:sldMk cId="4077105178" sldId="1475"/>
            <ac:spMk id="13" creationId="{F90AFB74-83FD-8F85-3412-5B2B465B437B}"/>
          </ac:spMkLst>
        </pc:spChg>
      </pc:sldChg>
      <pc:sldChg chg="modSp mod">
        <pc:chgData name="Rosmin Elsa Mohan" userId="7f6a9fc7-46b4-4eac-90cd-058eb48f67de" providerId="ADAL" clId="{32E18A96-7CCB-4A13-B926-2B113654B70A}" dt="2024-08-08T03:11:36.082" v="1167" actId="20577"/>
        <pc:sldMkLst>
          <pc:docMk/>
          <pc:sldMk cId="1985140678" sldId="1476"/>
        </pc:sldMkLst>
        <pc:spChg chg="mod">
          <ac:chgData name="Rosmin Elsa Mohan" userId="7f6a9fc7-46b4-4eac-90cd-058eb48f67de" providerId="ADAL" clId="{32E18A96-7CCB-4A13-B926-2B113654B70A}" dt="2024-08-08T03:11:36.082" v="1167" actId="20577"/>
          <ac:spMkLst>
            <pc:docMk/>
            <pc:sldMk cId="1985140678" sldId="1476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38:05.491" v="943" actId="313"/>
          <ac:spMkLst>
            <pc:docMk/>
            <pc:sldMk cId="1985140678" sldId="1476"/>
            <ac:spMk id="6" creationId="{00B7E6C3-DC3B-BC8E-EE75-86995C7F8ADF}"/>
          </ac:spMkLst>
        </pc:spChg>
        <pc:spChg chg="mod">
          <ac:chgData name="Rosmin Elsa Mohan" userId="7f6a9fc7-46b4-4eac-90cd-058eb48f67de" providerId="ADAL" clId="{32E18A96-7CCB-4A13-B926-2B113654B70A}" dt="2024-08-08T02:34:18.753" v="904"/>
          <ac:spMkLst>
            <pc:docMk/>
            <pc:sldMk cId="1985140678" sldId="1476"/>
            <ac:spMk id="9" creationId="{DC17D8D8-E9C5-D2A8-A52F-7AE59A61C67B}"/>
          </ac:spMkLst>
        </pc:spChg>
      </pc:sldChg>
      <pc:sldChg chg="modSp mod">
        <pc:chgData name="Rosmin Elsa Mohan" userId="7f6a9fc7-46b4-4eac-90cd-058eb48f67de" providerId="ADAL" clId="{32E18A96-7CCB-4A13-B926-2B113654B70A}" dt="2024-08-08T03:11:38.948" v="1168" actId="20577"/>
        <pc:sldMkLst>
          <pc:docMk/>
          <pc:sldMk cId="837277863" sldId="1477"/>
        </pc:sldMkLst>
        <pc:spChg chg="mod">
          <ac:chgData name="Rosmin Elsa Mohan" userId="7f6a9fc7-46b4-4eac-90cd-058eb48f67de" providerId="ADAL" clId="{32E18A96-7CCB-4A13-B926-2B113654B70A}" dt="2024-08-08T03:11:38.948" v="1168" actId="20577"/>
          <ac:spMkLst>
            <pc:docMk/>
            <pc:sldMk cId="837277863" sldId="1477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35:54.638" v="923" actId="6549"/>
          <ac:spMkLst>
            <pc:docMk/>
            <pc:sldMk cId="837277863" sldId="1477"/>
            <ac:spMk id="6" creationId="{00B7E6C3-DC3B-BC8E-EE75-86995C7F8ADF}"/>
          </ac:spMkLst>
        </pc:spChg>
        <pc:spChg chg="mod">
          <ac:chgData name="Rosmin Elsa Mohan" userId="7f6a9fc7-46b4-4eac-90cd-058eb48f67de" providerId="ADAL" clId="{32E18A96-7CCB-4A13-B926-2B113654B70A}" dt="2024-08-08T02:34:22.256" v="905"/>
          <ac:spMkLst>
            <pc:docMk/>
            <pc:sldMk cId="837277863" sldId="1477"/>
            <ac:spMk id="9" creationId="{DC17D8D8-E9C5-D2A8-A52F-7AE59A61C67B}"/>
          </ac:spMkLst>
        </pc:spChg>
      </pc:sldChg>
      <pc:sldChg chg="modSp mod">
        <pc:chgData name="Rosmin Elsa Mohan" userId="7f6a9fc7-46b4-4eac-90cd-058eb48f67de" providerId="ADAL" clId="{32E18A96-7CCB-4A13-B926-2B113654B70A}" dt="2024-08-08T02:41:18.956" v="976" actId="6549"/>
        <pc:sldMkLst>
          <pc:docMk/>
          <pc:sldMk cId="4171570983" sldId="1478"/>
        </pc:sldMkLst>
        <pc:spChg chg="mod">
          <ac:chgData name="Rosmin Elsa Mohan" userId="7f6a9fc7-46b4-4eac-90cd-058eb48f67de" providerId="ADAL" clId="{32E18A96-7CCB-4A13-B926-2B113654B70A}" dt="2024-08-08T02:41:18.956" v="976" actId="6549"/>
          <ac:spMkLst>
            <pc:docMk/>
            <pc:sldMk cId="4171570983" sldId="1478"/>
            <ac:spMk id="6" creationId="{9774693D-CD44-5CB7-0C93-3628B747F75C}"/>
          </ac:spMkLst>
        </pc:spChg>
        <pc:spChg chg="mod">
          <ac:chgData name="Rosmin Elsa Mohan" userId="7f6a9fc7-46b4-4eac-90cd-058eb48f67de" providerId="ADAL" clId="{32E18A96-7CCB-4A13-B926-2B113654B70A}" dt="2024-08-08T02:39:31.566" v="948"/>
          <ac:spMkLst>
            <pc:docMk/>
            <pc:sldMk cId="4171570983" sldId="1478"/>
            <ac:spMk id="9" creationId="{D56A539C-4C26-5D1C-7D31-2EAE3D32C470}"/>
          </ac:spMkLst>
        </pc:spChg>
      </pc:sldChg>
      <pc:sldChg chg="delSp modSp del mod">
        <pc:chgData name="Rosmin Elsa Mohan" userId="7f6a9fc7-46b4-4eac-90cd-058eb48f67de" providerId="ADAL" clId="{32E18A96-7CCB-4A13-B926-2B113654B70A}" dt="2024-08-08T02:46:37.972" v="1020" actId="2696"/>
        <pc:sldMkLst>
          <pc:docMk/>
          <pc:sldMk cId="1830272701" sldId="1479"/>
        </pc:sldMkLst>
        <pc:spChg chg="del">
          <ac:chgData name="Rosmin Elsa Mohan" userId="7f6a9fc7-46b4-4eac-90cd-058eb48f67de" providerId="ADAL" clId="{32E18A96-7CCB-4A13-B926-2B113654B70A}" dt="2024-08-08T02:46:31.898" v="1018" actId="478"/>
          <ac:spMkLst>
            <pc:docMk/>
            <pc:sldMk cId="1830272701" sldId="1479"/>
            <ac:spMk id="6" creationId="{E4709EB3-F9C5-7B20-D805-158D5D8DCD6B}"/>
          </ac:spMkLst>
        </pc:spChg>
        <pc:spChg chg="mod">
          <ac:chgData name="Rosmin Elsa Mohan" userId="7f6a9fc7-46b4-4eac-90cd-058eb48f67de" providerId="ADAL" clId="{32E18A96-7CCB-4A13-B926-2B113654B70A}" dt="2024-08-08T02:44:09.742" v="981"/>
          <ac:spMkLst>
            <pc:docMk/>
            <pc:sldMk cId="1830272701" sldId="1479"/>
            <ac:spMk id="9" creationId="{27E0C573-9B0A-9146-5F05-207C3B6C9139}"/>
          </ac:spMkLst>
        </pc:spChg>
      </pc:sldChg>
      <pc:sldChg chg="delSp modSp del mod">
        <pc:chgData name="Rosmin Elsa Mohan" userId="7f6a9fc7-46b4-4eac-90cd-058eb48f67de" providerId="ADAL" clId="{32E18A96-7CCB-4A13-B926-2B113654B70A}" dt="2024-08-08T02:47:13.931" v="1032" actId="2696"/>
        <pc:sldMkLst>
          <pc:docMk/>
          <pc:sldMk cId="1566971029" sldId="1480"/>
        </pc:sldMkLst>
        <pc:spChg chg="del">
          <ac:chgData name="Rosmin Elsa Mohan" userId="7f6a9fc7-46b4-4eac-90cd-058eb48f67de" providerId="ADAL" clId="{32E18A96-7CCB-4A13-B926-2B113654B70A}" dt="2024-08-08T02:47:09.798" v="1030" actId="478"/>
          <ac:spMkLst>
            <pc:docMk/>
            <pc:sldMk cId="1566971029" sldId="1480"/>
            <ac:spMk id="6" creationId="{E4709EB3-F9C5-7B20-D805-158D5D8DCD6B}"/>
          </ac:spMkLst>
        </pc:spChg>
        <pc:spChg chg="mod">
          <ac:chgData name="Rosmin Elsa Mohan" userId="7f6a9fc7-46b4-4eac-90cd-058eb48f67de" providerId="ADAL" clId="{32E18A96-7CCB-4A13-B926-2B113654B70A}" dt="2024-08-08T02:44:23.229" v="983"/>
          <ac:spMkLst>
            <pc:docMk/>
            <pc:sldMk cId="1566971029" sldId="1480"/>
            <ac:spMk id="9" creationId="{27E0C573-9B0A-9146-5F05-207C3B6C9139}"/>
          </ac:spMkLst>
        </pc:spChg>
      </pc:sldChg>
      <pc:sldChg chg="modSp mod">
        <pc:chgData name="Rosmin Elsa Mohan" userId="7f6a9fc7-46b4-4eac-90cd-058eb48f67de" providerId="ADAL" clId="{32E18A96-7CCB-4A13-B926-2B113654B70A}" dt="2024-08-08T02:49:02.768" v="1033"/>
        <pc:sldMkLst>
          <pc:docMk/>
          <pc:sldMk cId="29450327" sldId="1481"/>
        </pc:sldMkLst>
        <pc:spChg chg="mod">
          <ac:chgData name="Rosmin Elsa Mohan" userId="7f6a9fc7-46b4-4eac-90cd-058eb48f67de" providerId="ADAL" clId="{32E18A96-7CCB-4A13-B926-2B113654B70A}" dt="2024-08-08T02:49:02.768" v="1033"/>
          <ac:spMkLst>
            <pc:docMk/>
            <pc:sldMk cId="29450327" sldId="1481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2E18A96-7CCB-4A13-B926-2B113654B70A}" dt="2024-08-08T02:51:06.063" v="1047" actId="20577"/>
        <pc:sldMkLst>
          <pc:docMk/>
          <pc:sldMk cId="3083004799" sldId="1482"/>
        </pc:sldMkLst>
        <pc:spChg chg="mod">
          <ac:chgData name="Rosmin Elsa Mohan" userId="7f6a9fc7-46b4-4eac-90cd-058eb48f67de" providerId="ADAL" clId="{32E18A96-7CCB-4A13-B926-2B113654B70A}" dt="2024-08-08T02:51:06.063" v="1047" actId="20577"/>
          <ac:spMkLst>
            <pc:docMk/>
            <pc:sldMk cId="3083004799" sldId="1482"/>
            <ac:spMk id="6" creationId="{D5D737D0-BD04-7FC6-B03F-BCEC1F57FD2E}"/>
          </ac:spMkLst>
        </pc:spChg>
        <pc:spChg chg="mod">
          <ac:chgData name="Rosmin Elsa Mohan" userId="7f6a9fc7-46b4-4eac-90cd-058eb48f67de" providerId="ADAL" clId="{32E18A96-7CCB-4A13-B926-2B113654B70A}" dt="2024-08-08T02:49:06.192" v="1034"/>
          <ac:spMkLst>
            <pc:docMk/>
            <pc:sldMk cId="3083004799" sldId="1482"/>
            <ac:spMk id="9" creationId="{21434691-EE47-68D6-AEAA-52AFBA3DCAE4}"/>
          </ac:spMkLst>
        </pc:spChg>
      </pc:sldChg>
      <pc:sldChg chg="modSp mod">
        <pc:chgData name="Rosmin Elsa Mohan" userId="7f6a9fc7-46b4-4eac-90cd-058eb48f67de" providerId="ADAL" clId="{32E18A96-7CCB-4A13-B926-2B113654B70A}" dt="2024-08-08T02:51:41.026" v="1062" actId="20577"/>
        <pc:sldMkLst>
          <pc:docMk/>
          <pc:sldMk cId="395938368" sldId="1483"/>
        </pc:sldMkLst>
        <pc:spChg chg="mod">
          <ac:chgData name="Rosmin Elsa Mohan" userId="7f6a9fc7-46b4-4eac-90cd-058eb48f67de" providerId="ADAL" clId="{32E18A96-7CCB-4A13-B926-2B113654B70A}" dt="2024-08-08T02:51:41.026" v="1062" actId="20577"/>
          <ac:spMkLst>
            <pc:docMk/>
            <pc:sldMk cId="395938368" sldId="1483"/>
            <ac:spMk id="6" creationId="{D5D737D0-BD04-7FC6-B03F-BCEC1F57FD2E}"/>
          </ac:spMkLst>
        </pc:spChg>
        <pc:spChg chg="mod">
          <ac:chgData name="Rosmin Elsa Mohan" userId="7f6a9fc7-46b4-4eac-90cd-058eb48f67de" providerId="ADAL" clId="{32E18A96-7CCB-4A13-B926-2B113654B70A}" dt="2024-08-08T02:49:09.188" v="1035"/>
          <ac:spMkLst>
            <pc:docMk/>
            <pc:sldMk cId="395938368" sldId="1483"/>
            <ac:spMk id="9" creationId="{21434691-EE47-68D6-AEAA-52AFBA3DCAE4}"/>
          </ac:spMkLst>
        </pc:spChg>
      </pc:sldChg>
      <pc:sldChg chg="modSp mod">
        <pc:chgData name="Rosmin Elsa Mohan" userId="7f6a9fc7-46b4-4eac-90cd-058eb48f67de" providerId="ADAL" clId="{32E18A96-7CCB-4A13-B926-2B113654B70A}" dt="2024-08-08T02:52:17.963" v="1066" actId="6549"/>
        <pc:sldMkLst>
          <pc:docMk/>
          <pc:sldMk cId="661357680" sldId="1484"/>
        </pc:sldMkLst>
        <pc:spChg chg="mod">
          <ac:chgData name="Rosmin Elsa Mohan" userId="7f6a9fc7-46b4-4eac-90cd-058eb48f67de" providerId="ADAL" clId="{32E18A96-7CCB-4A13-B926-2B113654B70A}" dt="2024-08-08T02:52:17.963" v="1066" actId="6549"/>
          <ac:spMkLst>
            <pc:docMk/>
            <pc:sldMk cId="661357680" sldId="1484"/>
            <ac:spMk id="6" creationId="{D5D737D0-BD04-7FC6-B03F-BCEC1F57FD2E}"/>
          </ac:spMkLst>
        </pc:spChg>
        <pc:spChg chg="mod">
          <ac:chgData name="Rosmin Elsa Mohan" userId="7f6a9fc7-46b4-4eac-90cd-058eb48f67de" providerId="ADAL" clId="{32E18A96-7CCB-4A13-B926-2B113654B70A}" dt="2024-08-08T02:49:27.951" v="1036"/>
          <ac:spMkLst>
            <pc:docMk/>
            <pc:sldMk cId="661357680" sldId="1484"/>
            <ac:spMk id="9" creationId="{21434691-EE47-68D6-AEAA-52AFBA3DCAE4}"/>
          </ac:spMkLst>
        </pc:spChg>
      </pc:sldChg>
      <pc:sldChg chg="modSp mod">
        <pc:chgData name="Rosmin Elsa Mohan" userId="7f6a9fc7-46b4-4eac-90cd-058eb48f67de" providerId="ADAL" clId="{32E18A96-7CCB-4A13-B926-2B113654B70A}" dt="2024-08-08T02:52:36.833" v="1068" actId="20577"/>
        <pc:sldMkLst>
          <pc:docMk/>
          <pc:sldMk cId="699412293" sldId="1485"/>
        </pc:sldMkLst>
        <pc:spChg chg="mod">
          <ac:chgData name="Rosmin Elsa Mohan" userId="7f6a9fc7-46b4-4eac-90cd-058eb48f67de" providerId="ADAL" clId="{32E18A96-7CCB-4A13-B926-2B113654B70A}" dt="2024-08-08T02:52:36.833" v="1068" actId="20577"/>
          <ac:spMkLst>
            <pc:docMk/>
            <pc:sldMk cId="699412293" sldId="1485"/>
            <ac:spMk id="6" creationId="{D5D737D0-BD04-7FC6-B03F-BCEC1F57FD2E}"/>
          </ac:spMkLst>
        </pc:spChg>
        <pc:spChg chg="mod">
          <ac:chgData name="Rosmin Elsa Mohan" userId="7f6a9fc7-46b4-4eac-90cd-058eb48f67de" providerId="ADAL" clId="{32E18A96-7CCB-4A13-B926-2B113654B70A}" dt="2024-08-08T02:49:31.121" v="1037"/>
          <ac:spMkLst>
            <pc:docMk/>
            <pc:sldMk cId="699412293" sldId="1485"/>
            <ac:spMk id="9" creationId="{21434691-EE47-68D6-AEAA-52AFBA3DCAE4}"/>
          </ac:spMkLst>
        </pc:spChg>
      </pc:sldChg>
      <pc:sldChg chg="modSp mod">
        <pc:chgData name="Rosmin Elsa Mohan" userId="7f6a9fc7-46b4-4eac-90cd-058eb48f67de" providerId="ADAL" clId="{32E18A96-7CCB-4A13-B926-2B113654B70A}" dt="2024-08-08T02:52:56.617" v="1072" actId="6549"/>
        <pc:sldMkLst>
          <pc:docMk/>
          <pc:sldMk cId="2573244582" sldId="1486"/>
        </pc:sldMkLst>
        <pc:spChg chg="mod">
          <ac:chgData name="Rosmin Elsa Mohan" userId="7f6a9fc7-46b4-4eac-90cd-058eb48f67de" providerId="ADAL" clId="{32E18A96-7CCB-4A13-B926-2B113654B70A}" dt="2024-08-08T02:52:56.617" v="1072" actId="6549"/>
          <ac:spMkLst>
            <pc:docMk/>
            <pc:sldMk cId="2573244582" sldId="1486"/>
            <ac:spMk id="6" creationId="{D5D737D0-BD04-7FC6-B03F-BCEC1F57FD2E}"/>
          </ac:spMkLst>
        </pc:spChg>
        <pc:spChg chg="mod">
          <ac:chgData name="Rosmin Elsa Mohan" userId="7f6a9fc7-46b4-4eac-90cd-058eb48f67de" providerId="ADAL" clId="{32E18A96-7CCB-4A13-B926-2B113654B70A}" dt="2024-08-08T02:49:34.427" v="1038"/>
          <ac:spMkLst>
            <pc:docMk/>
            <pc:sldMk cId="2573244582" sldId="1486"/>
            <ac:spMk id="9" creationId="{21434691-EE47-68D6-AEAA-52AFBA3DCAE4}"/>
          </ac:spMkLst>
        </pc:spChg>
      </pc:sldChg>
      <pc:sldChg chg="modSp mod">
        <pc:chgData name="Rosmin Elsa Mohan" userId="7f6a9fc7-46b4-4eac-90cd-058eb48f67de" providerId="ADAL" clId="{32E18A96-7CCB-4A13-B926-2B113654B70A}" dt="2024-08-08T02:53:59.614" v="1073"/>
        <pc:sldMkLst>
          <pc:docMk/>
          <pc:sldMk cId="2734668960" sldId="1487"/>
        </pc:sldMkLst>
        <pc:spChg chg="mod">
          <ac:chgData name="Rosmin Elsa Mohan" userId="7f6a9fc7-46b4-4eac-90cd-058eb48f67de" providerId="ADAL" clId="{32E18A96-7CCB-4A13-B926-2B113654B70A}" dt="2024-08-08T02:53:59.614" v="1073"/>
          <ac:spMkLst>
            <pc:docMk/>
            <pc:sldMk cId="2734668960" sldId="1487"/>
            <ac:spMk id="6" creationId="{D5D737D0-BD04-7FC6-B03F-BCEC1F57FD2E}"/>
          </ac:spMkLst>
        </pc:spChg>
        <pc:spChg chg="mod">
          <ac:chgData name="Rosmin Elsa Mohan" userId="7f6a9fc7-46b4-4eac-90cd-058eb48f67de" providerId="ADAL" clId="{32E18A96-7CCB-4A13-B926-2B113654B70A}" dt="2024-08-08T02:49:37.258" v="1039"/>
          <ac:spMkLst>
            <pc:docMk/>
            <pc:sldMk cId="2734668960" sldId="1487"/>
            <ac:spMk id="9" creationId="{21434691-EE47-68D6-AEAA-52AFBA3DCAE4}"/>
          </ac:spMkLst>
        </pc:spChg>
      </pc:sldChg>
      <pc:sldChg chg="modSp mod">
        <pc:chgData name="Rosmin Elsa Mohan" userId="7f6a9fc7-46b4-4eac-90cd-058eb48f67de" providerId="ADAL" clId="{32E18A96-7CCB-4A13-B926-2B113654B70A}" dt="2024-08-08T02:55:20.033" v="1076"/>
        <pc:sldMkLst>
          <pc:docMk/>
          <pc:sldMk cId="1447438259" sldId="1488"/>
        </pc:sldMkLst>
        <pc:spChg chg="mod">
          <ac:chgData name="Rosmin Elsa Mohan" userId="7f6a9fc7-46b4-4eac-90cd-058eb48f67de" providerId="ADAL" clId="{32E18A96-7CCB-4A13-B926-2B113654B70A}" dt="2024-08-08T02:55:20.033" v="1076"/>
          <ac:spMkLst>
            <pc:docMk/>
            <pc:sldMk cId="1447438259" sldId="1488"/>
            <ac:spMk id="6" creationId="{D5D737D0-BD04-7FC6-B03F-BCEC1F57FD2E}"/>
          </ac:spMkLst>
        </pc:spChg>
        <pc:spChg chg="mod">
          <ac:chgData name="Rosmin Elsa Mohan" userId="7f6a9fc7-46b4-4eac-90cd-058eb48f67de" providerId="ADAL" clId="{32E18A96-7CCB-4A13-B926-2B113654B70A}" dt="2024-08-08T02:49:41.581" v="1040"/>
          <ac:spMkLst>
            <pc:docMk/>
            <pc:sldMk cId="1447438259" sldId="1488"/>
            <ac:spMk id="9" creationId="{21434691-EE47-68D6-AEAA-52AFBA3DCAE4}"/>
          </ac:spMkLst>
        </pc:spChg>
      </pc:sldChg>
      <pc:sldChg chg="modSp mod">
        <pc:chgData name="Rosmin Elsa Mohan" userId="7f6a9fc7-46b4-4eac-90cd-058eb48f67de" providerId="ADAL" clId="{32E18A96-7CCB-4A13-B926-2B113654B70A}" dt="2024-08-08T02:55:31.619" v="1079" actId="20577"/>
        <pc:sldMkLst>
          <pc:docMk/>
          <pc:sldMk cId="1774355143" sldId="1489"/>
        </pc:sldMkLst>
        <pc:spChg chg="mod">
          <ac:chgData name="Rosmin Elsa Mohan" userId="7f6a9fc7-46b4-4eac-90cd-058eb48f67de" providerId="ADAL" clId="{32E18A96-7CCB-4A13-B926-2B113654B70A}" dt="2024-08-08T02:55:31.619" v="1079" actId="20577"/>
          <ac:spMkLst>
            <pc:docMk/>
            <pc:sldMk cId="1774355143" sldId="1489"/>
            <ac:spMk id="6" creationId="{D5D737D0-BD04-7FC6-B03F-BCEC1F57FD2E}"/>
          </ac:spMkLst>
        </pc:spChg>
        <pc:spChg chg="mod">
          <ac:chgData name="Rosmin Elsa Mohan" userId="7f6a9fc7-46b4-4eac-90cd-058eb48f67de" providerId="ADAL" clId="{32E18A96-7CCB-4A13-B926-2B113654B70A}" dt="2024-08-08T02:49:45.790" v="1041"/>
          <ac:spMkLst>
            <pc:docMk/>
            <pc:sldMk cId="1774355143" sldId="1489"/>
            <ac:spMk id="9" creationId="{21434691-EE47-68D6-AEAA-52AFBA3DCAE4}"/>
          </ac:spMkLst>
        </pc:spChg>
      </pc:sldChg>
      <pc:sldChg chg="modSp mod">
        <pc:chgData name="Rosmin Elsa Mohan" userId="7f6a9fc7-46b4-4eac-90cd-058eb48f67de" providerId="ADAL" clId="{32E18A96-7CCB-4A13-B926-2B113654B70A}" dt="2024-08-08T03:03:18.529" v="1142" actId="20577"/>
        <pc:sldMkLst>
          <pc:docMk/>
          <pc:sldMk cId="2268015802" sldId="1490"/>
        </pc:sldMkLst>
        <pc:spChg chg="mod">
          <ac:chgData name="Rosmin Elsa Mohan" userId="7f6a9fc7-46b4-4eac-90cd-058eb48f67de" providerId="ADAL" clId="{32E18A96-7CCB-4A13-B926-2B113654B70A}" dt="2024-08-08T01:51:47.134" v="574"/>
          <ac:spMkLst>
            <pc:docMk/>
            <pc:sldMk cId="2268015802" sldId="1490"/>
            <ac:spMk id="2" creationId="{69072751-0DFD-E04D-8DBC-6192EE4B4B2A}"/>
          </ac:spMkLst>
        </pc:spChg>
        <pc:spChg chg="mod">
          <ac:chgData name="Rosmin Elsa Mohan" userId="7f6a9fc7-46b4-4eac-90cd-058eb48f67de" providerId="ADAL" clId="{32E18A96-7CCB-4A13-B926-2B113654B70A}" dt="2024-08-08T01:56:54.170" v="652" actId="1076"/>
          <ac:spMkLst>
            <pc:docMk/>
            <pc:sldMk cId="2268015802" sldId="1490"/>
            <ac:spMk id="3" creationId="{DFD3087A-542A-9E8A-2F04-286C1B72B61A}"/>
          </ac:spMkLst>
        </pc:spChg>
        <pc:spChg chg="mod">
          <ac:chgData name="Rosmin Elsa Mohan" userId="7f6a9fc7-46b4-4eac-90cd-058eb48f67de" providerId="ADAL" clId="{32E18A96-7CCB-4A13-B926-2B113654B70A}" dt="2024-08-08T03:03:18.529" v="1142" actId="20577"/>
          <ac:spMkLst>
            <pc:docMk/>
            <pc:sldMk cId="2268015802" sldId="1490"/>
            <ac:spMk id="6" creationId="{B48AEF40-D79D-77F3-773C-095D81075E36}"/>
          </ac:spMkLst>
        </pc:spChg>
      </pc:sldChg>
      <pc:sldChg chg="modSp mod">
        <pc:chgData name="Rosmin Elsa Mohan" userId="7f6a9fc7-46b4-4eac-90cd-058eb48f67de" providerId="ADAL" clId="{32E18A96-7CCB-4A13-B926-2B113654B70A}" dt="2024-08-08T03:03:21.737" v="1143" actId="20577"/>
        <pc:sldMkLst>
          <pc:docMk/>
          <pc:sldMk cId="786665984" sldId="1491"/>
        </pc:sldMkLst>
        <pc:spChg chg="mod">
          <ac:chgData name="Rosmin Elsa Mohan" userId="7f6a9fc7-46b4-4eac-90cd-058eb48f67de" providerId="ADAL" clId="{32E18A96-7CCB-4A13-B926-2B113654B70A}" dt="2024-08-08T01:51:49.903" v="575"/>
          <ac:spMkLst>
            <pc:docMk/>
            <pc:sldMk cId="786665984" sldId="1491"/>
            <ac:spMk id="2" creationId="{69072751-0DFD-E04D-8DBC-6192EE4B4B2A}"/>
          </ac:spMkLst>
        </pc:spChg>
        <pc:spChg chg="mod">
          <ac:chgData name="Rosmin Elsa Mohan" userId="7f6a9fc7-46b4-4eac-90cd-058eb48f67de" providerId="ADAL" clId="{32E18A96-7CCB-4A13-B926-2B113654B70A}" dt="2024-08-08T01:57:07.503" v="654" actId="1076"/>
          <ac:spMkLst>
            <pc:docMk/>
            <pc:sldMk cId="786665984" sldId="1491"/>
            <ac:spMk id="3" creationId="{DFD3087A-542A-9E8A-2F04-286C1B72B61A}"/>
          </ac:spMkLst>
        </pc:spChg>
        <pc:spChg chg="mod">
          <ac:chgData name="Rosmin Elsa Mohan" userId="7f6a9fc7-46b4-4eac-90cd-058eb48f67de" providerId="ADAL" clId="{32E18A96-7CCB-4A13-B926-2B113654B70A}" dt="2024-08-08T03:03:21.737" v="1143" actId="20577"/>
          <ac:spMkLst>
            <pc:docMk/>
            <pc:sldMk cId="786665984" sldId="1491"/>
            <ac:spMk id="6" creationId="{B48AEF40-D79D-77F3-773C-095D81075E36}"/>
          </ac:spMkLst>
        </pc:spChg>
      </pc:sldChg>
      <pc:sldChg chg="modSp add mod">
        <pc:chgData name="Rosmin Elsa Mohan" userId="7f6a9fc7-46b4-4eac-90cd-058eb48f67de" providerId="ADAL" clId="{32E18A96-7CCB-4A13-B926-2B113654B70A}" dt="2024-08-08T03:03:28.220" v="1146" actId="20577"/>
        <pc:sldMkLst>
          <pc:docMk/>
          <pc:sldMk cId="445630543" sldId="1492"/>
        </pc:sldMkLst>
        <pc:spChg chg="mod">
          <ac:chgData name="Rosmin Elsa Mohan" userId="7f6a9fc7-46b4-4eac-90cd-058eb48f67de" providerId="ADAL" clId="{32E18A96-7CCB-4A13-B926-2B113654B70A}" dt="2024-08-08T01:56:47.167" v="650" actId="20577"/>
          <ac:spMkLst>
            <pc:docMk/>
            <pc:sldMk cId="445630543" sldId="1492"/>
            <ac:spMk id="3" creationId="{DFD3087A-542A-9E8A-2F04-286C1B72B61A}"/>
          </ac:spMkLst>
        </pc:spChg>
        <pc:spChg chg="mod">
          <ac:chgData name="Rosmin Elsa Mohan" userId="7f6a9fc7-46b4-4eac-90cd-058eb48f67de" providerId="ADAL" clId="{32E18A96-7CCB-4A13-B926-2B113654B70A}" dt="2024-08-08T03:03:28.220" v="1146" actId="20577"/>
          <ac:spMkLst>
            <pc:docMk/>
            <pc:sldMk cId="445630543" sldId="1492"/>
            <ac:spMk id="6" creationId="{B48AEF40-D79D-77F3-773C-095D81075E36}"/>
          </ac:spMkLst>
        </pc:spChg>
      </pc:sldChg>
      <pc:sldChg chg="modSp add mod">
        <pc:chgData name="Rosmin Elsa Mohan" userId="7f6a9fc7-46b4-4eac-90cd-058eb48f67de" providerId="ADAL" clId="{32E18A96-7CCB-4A13-B926-2B113654B70A}" dt="2024-08-08T03:04:01.690" v="1151" actId="20577"/>
        <pc:sldMkLst>
          <pc:docMk/>
          <pc:sldMk cId="94645776" sldId="1493"/>
        </pc:sldMkLst>
        <pc:spChg chg="mod">
          <ac:chgData name="Rosmin Elsa Mohan" userId="7f6a9fc7-46b4-4eac-90cd-058eb48f67de" providerId="ADAL" clId="{32E18A96-7CCB-4A13-B926-2B113654B70A}" dt="2024-08-08T03:04:01.690" v="1151" actId="20577"/>
          <ac:spMkLst>
            <pc:docMk/>
            <pc:sldMk cId="94645776" sldId="1493"/>
            <ac:spMk id="5" creationId="{CF2EB54C-990B-EAF8-9FB4-0FD83281179F}"/>
          </ac:spMkLst>
        </pc:spChg>
        <pc:spChg chg="mod">
          <ac:chgData name="Rosmin Elsa Mohan" userId="7f6a9fc7-46b4-4eac-90cd-058eb48f67de" providerId="ADAL" clId="{32E18A96-7CCB-4A13-B926-2B113654B70A}" dt="2024-08-08T02:11:40.966" v="799" actId="20577"/>
          <ac:spMkLst>
            <pc:docMk/>
            <pc:sldMk cId="94645776" sldId="1493"/>
            <ac:spMk id="6" creationId="{463E78ED-D212-D715-8745-F23550920BF2}"/>
          </ac:spMkLst>
        </pc:spChg>
      </pc:sldChg>
      <pc:sldChg chg="modSp add mod">
        <pc:chgData name="Rosmin Elsa Mohan" userId="7f6a9fc7-46b4-4eac-90cd-058eb48f67de" providerId="ADAL" clId="{32E18A96-7CCB-4A13-B926-2B113654B70A}" dt="2024-08-08T03:09:28.053" v="1163" actId="20577"/>
        <pc:sldMkLst>
          <pc:docMk/>
          <pc:sldMk cId="278802787" sldId="1494"/>
        </pc:sldMkLst>
        <pc:spChg chg="mod">
          <ac:chgData name="Rosmin Elsa Mohan" userId="7f6a9fc7-46b4-4eac-90cd-058eb48f67de" providerId="ADAL" clId="{32E18A96-7CCB-4A13-B926-2B113654B70A}" dt="2024-08-08T03:09:28.053" v="1163" actId="20577"/>
          <ac:spMkLst>
            <pc:docMk/>
            <pc:sldMk cId="278802787" sldId="1494"/>
            <ac:spMk id="5" creationId="{A2047971-DA85-C751-DC5A-5C52B51C52BA}"/>
          </ac:spMkLst>
        </pc:spChg>
        <pc:spChg chg="mod">
          <ac:chgData name="Rosmin Elsa Mohan" userId="7f6a9fc7-46b4-4eac-90cd-058eb48f67de" providerId="ADAL" clId="{32E18A96-7CCB-4A13-B926-2B113654B70A}" dt="2024-08-08T02:30:47.734" v="874"/>
          <ac:spMkLst>
            <pc:docMk/>
            <pc:sldMk cId="278802787" sldId="1494"/>
            <ac:spMk id="6" creationId="{BA0B3BE2-D998-167B-8C65-476E697BA331}"/>
          </ac:spMkLst>
        </pc:spChg>
      </pc:sldChg>
      <pc:sldChg chg="modSp add mod">
        <pc:chgData name="Rosmin Elsa Mohan" userId="7f6a9fc7-46b4-4eac-90cd-058eb48f67de" providerId="ADAL" clId="{32E18A96-7CCB-4A13-B926-2B113654B70A}" dt="2024-08-08T03:09:32.988" v="1165" actId="20577"/>
        <pc:sldMkLst>
          <pc:docMk/>
          <pc:sldMk cId="3928759848" sldId="1495"/>
        </pc:sldMkLst>
        <pc:spChg chg="mod">
          <ac:chgData name="Rosmin Elsa Mohan" userId="7f6a9fc7-46b4-4eac-90cd-058eb48f67de" providerId="ADAL" clId="{32E18A96-7CCB-4A13-B926-2B113654B70A}" dt="2024-08-08T03:09:32.988" v="1165" actId="20577"/>
          <ac:spMkLst>
            <pc:docMk/>
            <pc:sldMk cId="3928759848" sldId="1495"/>
            <ac:spMk id="5" creationId="{A2047971-DA85-C751-DC5A-5C52B51C52BA}"/>
          </ac:spMkLst>
        </pc:spChg>
        <pc:spChg chg="mod">
          <ac:chgData name="Rosmin Elsa Mohan" userId="7f6a9fc7-46b4-4eac-90cd-058eb48f67de" providerId="ADAL" clId="{32E18A96-7CCB-4A13-B926-2B113654B70A}" dt="2024-08-08T02:33:17.486" v="893" actId="6549"/>
          <ac:spMkLst>
            <pc:docMk/>
            <pc:sldMk cId="3928759848" sldId="1495"/>
            <ac:spMk id="6" creationId="{BA0B3BE2-D998-167B-8C65-476E697BA331}"/>
          </ac:spMkLst>
        </pc:spChg>
      </pc:sldChg>
      <pc:sldChg chg="modSp add mod">
        <pc:chgData name="Rosmin Elsa Mohan" userId="7f6a9fc7-46b4-4eac-90cd-058eb48f67de" providerId="ADAL" clId="{32E18A96-7CCB-4A13-B926-2B113654B70A}" dt="2024-08-08T03:11:43.872" v="1170" actId="20577"/>
        <pc:sldMkLst>
          <pc:docMk/>
          <pc:sldMk cId="4163302466" sldId="1496"/>
        </pc:sldMkLst>
        <pc:spChg chg="mod">
          <ac:chgData name="Rosmin Elsa Mohan" userId="7f6a9fc7-46b4-4eac-90cd-058eb48f67de" providerId="ADAL" clId="{32E18A96-7CCB-4A13-B926-2B113654B70A}" dt="2024-08-08T03:11:43.872" v="1170" actId="20577"/>
          <ac:spMkLst>
            <pc:docMk/>
            <pc:sldMk cId="4163302466" sldId="1496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37:59.376" v="942" actId="313"/>
          <ac:spMkLst>
            <pc:docMk/>
            <pc:sldMk cId="4163302466" sldId="1496"/>
            <ac:spMk id="6" creationId="{00B7E6C3-DC3B-BC8E-EE75-86995C7F8ADF}"/>
          </ac:spMkLst>
        </pc:spChg>
      </pc:sldChg>
      <pc:sldChg chg="modSp add mod">
        <pc:chgData name="Rosmin Elsa Mohan" userId="7f6a9fc7-46b4-4eac-90cd-058eb48f67de" providerId="ADAL" clId="{32E18A96-7CCB-4A13-B926-2B113654B70A}" dt="2024-08-08T03:11:49.750" v="1173" actId="20577"/>
        <pc:sldMkLst>
          <pc:docMk/>
          <pc:sldMk cId="631278826" sldId="1497"/>
        </pc:sldMkLst>
        <pc:spChg chg="mod">
          <ac:chgData name="Rosmin Elsa Mohan" userId="7f6a9fc7-46b4-4eac-90cd-058eb48f67de" providerId="ADAL" clId="{32E18A96-7CCB-4A13-B926-2B113654B70A}" dt="2024-08-08T03:11:49.750" v="1173" actId="20577"/>
          <ac:spMkLst>
            <pc:docMk/>
            <pc:sldMk cId="631278826" sldId="1497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36:18.138" v="928"/>
          <ac:spMkLst>
            <pc:docMk/>
            <pc:sldMk cId="631278826" sldId="1497"/>
            <ac:spMk id="6" creationId="{00B7E6C3-DC3B-BC8E-EE75-86995C7F8ADF}"/>
          </ac:spMkLst>
        </pc:spChg>
      </pc:sldChg>
      <pc:sldChg chg="modSp add mod">
        <pc:chgData name="Rosmin Elsa Mohan" userId="7f6a9fc7-46b4-4eac-90cd-058eb48f67de" providerId="ADAL" clId="{32E18A96-7CCB-4A13-B926-2B113654B70A}" dt="2024-08-08T03:11:56.767" v="1175" actId="20577"/>
        <pc:sldMkLst>
          <pc:docMk/>
          <pc:sldMk cId="1056253493" sldId="1498"/>
        </pc:sldMkLst>
        <pc:spChg chg="mod">
          <ac:chgData name="Rosmin Elsa Mohan" userId="7f6a9fc7-46b4-4eac-90cd-058eb48f67de" providerId="ADAL" clId="{32E18A96-7CCB-4A13-B926-2B113654B70A}" dt="2024-08-08T03:11:56.767" v="1175" actId="20577"/>
          <ac:spMkLst>
            <pc:docMk/>
            <pc:sldMk cId="1056253493" sldId="1498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37:44.241" v="939" actId="313"/>
          <ac:spMkLst>
            <pc:docMk/>
            <pc:sldMk cId="1056253493" sldId="1498"/>
            <ac:spMk id="6" creationId="{00B7E6C3-DC3B-BC8E-EE75-86995C7F8ADF}"/>
          </ac:spMkLst>
        </pc:spChg>
      </pc:sldChg>
      <pc:sldChg chg="modSp add mod">
        <pc:chgData name="Rosmin Elsa Mohan" userId="7f6a9fc7-46b4-4eac-90cd-058eb48f67de" providerId="ADAL" clId="{32E18A96-7CCB-4A13-B926-2B113654B70A}" dt="2024-08-08T03:12:06.318" v="1177" actId="20577"/>
        <pc:sldMkLst>
          <pc:docMk/>
          <pc:sldMk cId="1955710030" sldId="1499"/>
        </pc:sldMkLst>
        <pc:spChg chg="mod">
          <ac:chgData name="Rosmin Elsa Mohan" userId="7f6a9fc7-46b4-4eac-90cd-058eb48f67de" providerId="ADAL" clId="{32E18A96-7CCB-4A13-B926-2B113654B70A}" dt="2024-08-08T03:12:06.318" v="1177" actId="20577"/>
          <ac:spMkLst>
            <pc:docMk/>
            <pc:sldMk cId="1955710030" sldId="1499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37:16.906" v="937" actId="20577"/>
          <ac:spMkLst>
            <pc:docMk/>
            <pc:sldMk cId="1955710030" sldId="1499"/>
            <ac:spMk id="6" creationId="{00B7E6C3-DC3B-BC8E-EE75-86995C7F8ADF}"/>
          </ac:spMkLst>
        </pc:spChg>
      </pc:sldChg>
      <pc:sldChg chg="modSp add mod">
        <pc:chgData name="Rosmin Elsa Mohan" userId="7f6a9fc7-46b4-4eac-90cd-058eb48f67de" providerId="ADAL" clId="{32E18A96-7CCB-4A13-B926-2B113654B70A}" dt="2024-08-08T03:12:11.357" v="1179" actId="20577"/>
        <pc:sldMkLst>
          <pc:docMk/>
          <pc:sldMk cId="3277868355" sldId="1500"/>
        </pc:sldMkLst>
        <pc:spChg chg="mod">
          <ac:chgData name="Rosmin Elsa Mohan" userId="7f6a9fc7-46b4-4eac-90cd-058eb48f67de" providerId="ADAL" clId="{32E18A96-7CCB-4A13-B926-2B113654B70A}" dt="2024-08-08T03:12:11.357" v="1179" actId="20577"/>
          <ac:spMkLst>
            <pc:docMk/>
            <pc:sldMk cId="3277868355" sldId="1500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37:33.131" v="938" actId="313"/>
          <ac:spMkLst>
            <pc:docMk/>
            <pc:sldMk cId="3277868355" sldId="1500"/>
            <ac:spMk id="6" creationId="{00B7E6C3-DC3B-BC8E-EE75-86995C7F8ADF}"/>
          </ac:spMkLst>
        </pc:spChg>
      </pc:sldChg>
      <pc:sldChg chg="modSp add mod">
        <pc:chgData name="Rosmin Elsa Mohan" userId="7f6a9fc7-46b4-4eac-90cd-058eb48f67de" providerId="ADAL" clId="{32E18A96-7CCB-4A13-B926-2B113654B70A}" dt="2024-08-08T03:15:46.801" v="1180" actId="20577"/>
        <pc:sldMkLst>
          <pc:docMk/>
          <pc:sldMk cId="3284377517" sldId="1501"/>
        </pc:sldMkLst>
        <pc:spChg chg="mod">
          <ac:chgData name="Rosmin Elsa Mohan" userId="7f6a9fc7-46b4-4eac-90cd-058eb48f67de" providerId="ADAL" clId="{32E18A96-7CCB-4A13-B926-2B113654B70A}" dt="2024-08-08T03:15:46.801" v="1180" actId="20577"/>
          <ac:spMkLst>
            <pc:docMk/>
            <pc:sldMk cId="3284377517" sldId="1501"/>
            <ac:spMk id="5" creationId="{5302F64F-7B08-E1DF-77C2-DF24B4884A26}"/>
          </ac:spMkLst>
        </pc:spChg>
      </pc:sldChg>
      <pc:sldChg chg="modSp add mod">
        <pc:chgData name="Rosmin Elsa Mohan" userId="7f6a9fc7-46b4-4eac-90cd-058eb48f67de" providerId="ADAL" clId="{32E18A96-7CCB-4A13-B926-2B113654B70A}" dt="2024-08-08T03:15:53.582" v="1182" actId="20577"/>
        <pc:sldMkLst>
          <pc:docMk/>
          <pc:sldMk cId="650011059" sldId="1502"/>
        </pc:sldMkLst>
        <pc:spChg chg="mod">
          <ac:chgData name="Rosmin Elsa Mohan" userId="7f6a9fc7-46b4-4eac-90cd-058eb48f67de" providerId="ADAL" clId="{32E18A96-7CCB-4A13-B926-2B113654B70A}" dt="2024-08-08T03:15:53.582" v="1182" actId="20577"/>
          <ac:spMkLst>
            <pc:docMk/>
            <pc:sldMk cId="650011059" sldId="1502"/>
            <ac:spMk id="5" creationId="{5302F64F-7B08-E1DF-77C2-DF24B4884A26}"/>
          </ac:spMkLst>
        </pc:spChg>
      </pc:sldChg>
      <pc:sldChg chg="add del">
        <pc:chgData name="Rosmin Elsa Mohan" userId="7f6a9fc7-46b4-4eac-90cd-058eb48f67de" providerId="ADAL" clId="{32E18A96-7CCB-4A13-B926-2B113654B70A}" dt="2024-08-08T02:47:06.766" v="1029"/>
        <pc:sldMkLst>
          <pc:docMk/>
          <pc:sldMk cId="741677457" sldId="1502"/>
        </pc:sldMkLst>
      </pc:sldChg>
      <pc:sldMasterChg chg="modSldLayout">
        <pc:chgData name="Rosmin Elsa Mohan" userId="7f6a9fc7-46b4-4eac-90cd-058eb48f67de" providerId="ADAL" clId="{32E18A96-7CCB-4A13-B926-2B113654B70A}" dt="2024-08-08T03:02:28.644" v="1137" actId="20577"/>
        <pc:sldMasterMkLst>
          <pc:docMk/>
          <pc:sldMasterMk cId="2021402228" sldId="2147483673"/>
        </pc:sldMasterMkLst>
        <pc:sldLayoutChg chg="modSp mod">
          <pc:chgData name="Rosmin Elsa Mohan" userId="7f6a9fc7-46b4-4eac-90cd-058eb48f67de" providerId="ADAL" clId="{32E18A96-7CCB-4A13-B926-2B113654B70A}" dt="2024-08-08T03:02:01.236" v="1118" actId="20577"/>
          <pc:sldLayoutMkLst>
            <pc:docMk/>
            <pc:sldMasterMk cId="2021402228" sldId="2147483673"/>
            <pc:sldLayoutMk cId="972620569" sldId="2147483686"/>
          </pc:sldLayoutMkLst>
          <pc:spChg chg="mod">
            <ac:chgData name="Rosmin Elsa Mohan" userId="7f6a9fc7-46b4-4eac-90cd-058eb48f67de" providerId="ADAL" clId="{32E18A96-7CCB-4A13-B926-2B113654B70A}" dt="2024-08-08T03:02:01.236" v="1118" actId="20577"/>
            <ac:spMkLst>
              <pc:docMk/>
              <pc:sldMasterMk cId="2021402228" sldId="2147483673"/>
              <pc:sldLayoutMk cId="972620569" sldId="2147483686"/>
              <ac:spMk id="7" creationId="{99B39CA7-ADE3-4147-9B4D-BE10E585E948}"/>
            </ac:spMkLst>
          </pc:spChg>
        </pc:sldLayoutChg>
        <pc:sldLayoutChg chg="modSp mod">
          <pc:chgData name="Rosmin Elsa Mohan" userId="7f6a9fc7-46b4-4eac-90cd-058eb48f67de" providerId="ADAL" clId="{32E18A96-7CCB-4A13-B926-2B113654B70A}" dt="2024-08-08T03:02:09.641" v="1127" actId="20577"/>
          <pc:sldLayoutMkLst>
            <pc:docMk/>
            <pc:sldMasterMk cId="2021402228" sldId="2147483673"/>
            <pc:sldLayoutMk cId="3929588466" sldId="2147483687"/>
          </pc:sldLayoutMkLst>
          <pc:spChg chg="mod">
            <ac:chgData name="Rosmin Elsa Mohan" userId="7f6a9fc7-46b4-4eac-90cd-058eb48f67de" providerId="ADAL" clId="{32E18A96-7CCB-4A13-B926-2B113654B70A}" dt="2024-08-08T03:02:09.641" v="1127" actId="20577"/>
            <ac:spMkLst>
              <pc:docMk/>
              <pc:sldMasterMk cId="2021402228" sldId="2147483673"/>
              <pc:sldLayoutMk cId="3929588466" sldId="2147483687"/>
              <ac:spMk id="7" creationId="{99B39CA7-ADE3-4147-9B4D-BE10E585E948}"/>
            </ac:spMkLst>
          </pc:spChg>
        </pc:sldLayoutChg>
        <pc:sldLayoutChg chg="modSp mod">
          <pc:chgData name="Rosmin Elsa Mohan" userId="7f6a9fc7-46b4-4eac-90cd-058eb48f67de" providerId="ADAL" clId="{32E18A96-7CCB-4A13-B926-2B113654B70A}" dt="2024-08-08T03:02:28.644" v="1137" actId="20577"/>
          <pc:sldLayoutMkLst>
            <pc:docMk/>
            <pc:sldMasterMk cId="2021402228" sldId="2147483673"/>
            <pc:sldLayoutMk cId="559836863" sldId="2147483688"/>
          </pc:sldLayoutMkLst>
          <pc:spChg chg="mod">
            <ac:chgData name="Rosmin Elsa Mohan" userId="7f6a9fc7-46b4-4eac-90cd-058eb48f67de" providerId="ADAL" clId="{32E18A96-7CCB-4A13-B926-2B113654B70A}" dt="2024-08-08T03:02:28.644" v="1137" actId="20577"/>
            <ac:spMkLst>
              <pc:docMk/>
              <pc:sldMasterMk cId="2021402228" sldId="2147483673"/>
              <pc:sldLayoutMk cId="559836863" sldId="2147483688"/>
              <ac:spMk id="6" creationId="{35F845F3-CC22-433F-9120-253A2A1338E7}"/>
            </ac:spMkLst>
          </pc:spChg>
        </pc:sldLayoutChg>
        <pc:sldLayoutChg chg="modSp mod">
          <pc:chgData name="Rosmin Elsa Mohan" userId="7f6a9fc7-46b4-4eac-90cd-058eb48f67de" providerId="ADAL" clId="{32E18A96-7CCB-4A13-B926-2B113654B70A}" dt="2024-08-08T03:02:20.883" v="1132" actId="20577"/>
          <pc:sldLayoutMkLst>
            <pc:docMk/>
            <pc:sldMasterMk cId="2021402228" sldId="2147483673"/>
            <pc:sldLayoutMk cId="3490850578" sldId="2147483689"/>
          </pc:sldLayoutMkLst>
          <pc:spChg chg="mod">
            <ac:chgData name="Rosmin Elsa Mohan" userId="7f6a9fc7-46b4-4eac-90cd-058eb48f67de" providerId="ADAL" clId="{32E18A96-7CCB-4A13-B926-2B113654B70A}" dt="2024-08-08T03:02:20.883" v="1132" actId="20577"/>
            <ac:spMkLst>
              <pc:docMk/>
              <pc:sldMasterMk cId="2021402228" sldId="2147483673"/>
              <pc:sldLayoutMk cId="3490850578" sldId="2147483689"/>
              <ac:spMk id="7" creationId="{99B39CA7-ADE3-4147-9B4D-BE10E585E948}"/>
            </ac:spMkLst>
          </pc:spChg>
        </pc:sldLayoutChg>
      </pc:sldMasterChg>
    </pc:docChg>
  </pc:docChgLst>
  <pc:docChgLst>
    <pc:chgData name="Rosmin Elsa" userId="8f13a6be4da41318" providerId="Windows Live" clId="Web-{A15AF3E1-CDEB-A1C8-C8B1-DA9CA7A68092}"/>
    <pc:docChg chg="modSld">
      <pc:chgData name="Rosmin Elsa" userId="8f13a6be4da41318" providerId="Windows Live" clId="Web-{A15AF3E1-CDEB-A1C8-C8B1-DA9CA7A68092}" dt="2024-08-24T06:22:44.570" v="36" actId="20577"/>
      <pc:docMkLst>
        <pc:docMk/>
      </pc:docMkLst>
      <pc:sldChg chg="modSp">
        <pc:chgData name="Rosmin Elsa" userId="8f13a6be4da41318" providerId="Windows Live" clId="Web-{A15AF3E1-CDEB-A1C8-C8B1-DA9CA7A68092}" dt="2024-08-24T06:20:10.002" v="25" actId="20577"/>
        <pc:sldMkLst>
          <pc:docMk/>
          <pc:sldMk cId="2771250690" sldId="851"/>
        </pc:sldMkLst>
        <pc:spChg chg="mod">
          <ac:chgData name="Rosmin Elsa" userId="8f13a6be4da41318" providerId="Windows Live" clId="Web-{A15AF3E1-CDEB-A1C8-C8B1-DA9CA7A68092}" dt="2024-08-24T06:20:10.002" v="25" actId="20577"/>
          <ac:spMkLst>
            <pc:docMk/>
            <pc:sldMk cId="2771250690" sldId="851"/>
            <ac:spMk id="5" creationId="{EF0E83AD-AD85-5E6C-33F5-D8EF739355C5}"/>
          </ac:spMkLst>
        </pc:spChg>
      </pc:sldChg>
      <pc:sldChg chg="modSp">
        <pc:chgData name="Rosmin Elsa" userId="8f13a6be4da41318" providerId="Windows Live" clId="Web-{A15AF3E1-CDEB-A1C8-C8B1-DA9CA7A68092}" dt="2024-08-24T06:17:25.292" v="0" actId="20577"/>
        <pc:sldMkLst>
          <pc:docMk/>
          <pc:sldMk cId="2332149466" sldId="1412"/>
        </pc:sldMkLst>
        <pc:spChg chg="mod">
          <ac:chgData name="Rosmin Elsa" userId="8f13a6be4da41318" providerId="Windows Live" clId="Web-{A15AF3E1-CDEB-A1C8-C8B1-DA9CA7A68092}" dt="2024-08-24T06:17:25.292" v="0" actId="20577"/>
          <ac:spMkLst>
            <pc:docMk/>
            <pc:sldMk cId="2332149466" sldId="1412"/>
            <ac:spMk id="5" creationId="{D15CBCA4-8279-49A0-BDA5-8F1C3F65A437}"/>
          </ac:spMkLst>
        </pc:spChg>
      </pc:sldChg>
      <pc:sldChg chg="modSp">
        <pc:chgData name="Rosmin Elsa" userId="8f13a6be4da41318" providerId="Windows Live" clId="Web-{A15AF3E1-CDEB-A1C8-C8B1-DA9CA7A68092}" dt="2024-08-24T06:18:58.436" v="17" actId="20577"/>
        <pc:sldMkLst>
          <pc:docMk/>
          <pc:sldMk cId="2370185204" sldId="1422"/>
        </pc:sldMkLst>
        <pc:spChg chg="mod">
          <ac:chgData name="Rosmin Elsa" userId="8f13a6be4da41318" providerId="Windows Live" clId="Web-{A15AF3E1-CDEB-A1C8-C8B1-DA9CA7A68092}" dt="2024-08-24T06:18:58.436" v="17" actId="20577"/>
          <ac:spMkLst>
            <pc:docMk/>
            <pc:sldMk cId="2370185204" sldId="1422"/>
            <ac:spMk id="5" creationId="{D15CBCA4-8279-49A0-BDA5-8F1C3F65A437}"/>
          </ac:spMkLst>
        </pc:spChg>
      </pc:sldChg>
      <pc:sldChg chg="modSp">
        <pc:chgData name="Rosmin Elsa" userId="8f13a6be4da41318" providerId="Windows Live" clId="Web-{A15AF3E1-CDEB-A1C8-C8B1-DA9CA7A68092}" dt="2024-08-24T06:18:33.857" v="12" actId="20577"/>
        <pc:sldMkLst>
          <pc:docMk/>
          <pc:sldMk cId="4039580999" sldId="1465"/>
        </pc:sldMkLst>
        <pc:spChg chg="mod">
          <ac:chgData name="Rosmin Elsa" userId="8f13a6be4da41318" providerId="Windows Live" clId="Web-{A15AF3E1-CDEB-A1C8-C8B1-DA9CA7A68092}" dt="2024-08-24T06:18:33.857" v="12" actId="20577"/>
          <ac:spMkLst>
            <pc:docMk/>
            <pc:sldMk cId="4039580999" sldId="1465"/>
            <ac:spMk id="5" creationId="{645EDA14-D069-6AE5-2BBC-B637B5B21F1A}"/>
          </ac:spMkLst>
        </pc:spChg>
      </pc:sldChg>
      <pc:sldChg chg="modSp">
        <pc:chgData name="Rosmin Elsa" userId="8f13a6be4da41318" providerId="Windows Live" clId="Web-{A15AF3E1-CDEB-A1C8-C8B1-DA9CA7A68092}" dt="2024-08-24T06:18:37.951" v="13" actId="20577"/>
        <pc:sldMkLst>
          <pc:docMk/>
          <pc:sldMk cId="576487781" sldId="1466"/>
        </pc:sldMkLst>
        <pc:spChg chg="mod">
          <ac:chgData name="Rosmin Elsa" userId="8f13a6be4da41318" providerId="Windows Live" clId="Web-{A15AF3E1-CDEB-A1C8-C8B1-DA9CA7A68092}" dt="2024-08-24T06:18:37.951" v="13" actId="20577"/>
          <ac:spMkLst>
            <pc:docMk/>
            <pc:sldMk cId="576487781" sldId="1466"/>
            <ac:spMk id="5" creationId="{0DEEEF68-FCC0-B8B8-9619-FEBE28500934}"/>
          </ac:spMkLst>
        </pc:spChg>
      </pc:sldChg>
      <pc:sldChg chg="modSp">
        <pc:chgData name="Rosmin Elsa" userId="8f13a6be4da41318" providerId="Windows Live" clId="Web-{A15AF3E1-CDEB-A1C8-C8B1-DA9CA7A68092}" dt="2024-08-24T06:18:44.279" v="15" actId="20577"/>
        <pc:sldMkLst>
          <pc:docMk/>
          <pc:sldMk cId="2882701942" sldId="1467"/>
        </pc:sldMkLst>
        <pc:spChg chg="mod">
          <ac:chgData name="Rosmin Elsa" userId="8f13a6be4da41318" providerId="Windows Live" clId="Web-{A15AF3E1-CDEB-A1C8-C8B1-DA9CA7A68092}" dt="2024-08-24T06:18:44.279" v="15" actId="20577"/>
          <ac:spMkLst>
            <pc:docMk/>
            <pc:sldMk cId="2882701942" sldId="1467"/>
            <ac:spMk id="5" creationId="{9F2C4562-7C0E-B6DC-6C8C-80942713DC82}"/>
          </ac:spMkLst>
        </pc:spChg>
      </pc:sldChg>
      <pc:sldChg chg="modSp">
        <pc:chgData name="Rosmin Elsa" userId="8f13a6be4da41318" providerId="Windows Live" clId="Web-{A15AF3E1-CDEB-A1C8-C8B1-DA9CA7A68092}" dt="2024-08-24T06:19:02.827" v="18" actId="20577"/>
        <pc:sldMkLst>
          <pc:docMk/>
          <pc:sldMk cId="625835019" sldId="1468"/>
        </pc:sldMkLst>
        <pc:spChg chg="mod">
          <ac:chgData name="Rosmin Elsa" userId="8f13a6be4da41318" providerId="Windows Live" clId="Web-{A15AF3E1-CDEB-A1C8-C8B1-DA9CA7A68092}" dt="2024-08-24T06:19:02.827" v="18" actId="20577"/>
          <ac:spMkLst>
            <pc:docMk/>
            <pc:sldMk cId="625835019" sldId="1468"/>
            <ac:spMk id="5" creationId="{5302F64F-7B08-E1DF-77C2-DF24B4884A26}"/>
          </ac:spMkLst>
        </pc:spChg>
      </pc:sldChg>
      <pc:sldChg chg="modSp">
        <pc:chgData name="Rosmin Elsa" userId="8f13a6be4da41318" providerId="Windows Live" clId="Web-{A15AF3E1-CDEB-A1C8-C8B1-DA9CA7A68092}" dt="2024-08-24T06:19:08.530" v="19" actId="20577"/>
        <pc:sldMkLst>
          <pc:docMk/>
          <pc:sldMk cId="3658360246" sldId="1469"/>
        </pc:sldMkLst>
        <pc:spChg chg="mod">
          <ac:chgData name="Rosmin Elsa" userId="8f13a6be4da41318" providerId="Windows Live" clId="Web-{A15AF3E1-CDEB-A1C8-C8B1-DA9CA7A68092}" dt="2024-08-24T06:19:08.530" v="19" actId="20577"/>
          <ac:spMkLst>
            <pc:docMk/>
            <pc:sldMk cId="3658360246" sldId="1469"/>
            <ac:spMk id="5" creationId="{6BD3CD50-1DFB-A828-6455-13D1216B4EB3}"/>
          </ac:spMkLst>
        </pc:spChg>
      </pc:sldChg>
      <pc:sldChg chg="modSp">
        <pc:chgData name="Rosmin Elsa" userId="8f13a6be4da41318" providerId="Windows Live" clId="Web-{A15AF3E1-CDEB-A1C8-C8B1-DA9CA7A68092}" dt="2024-08-24T06:19:17.203" v="21" actId="20577"/>
        <pc:sldMkLst>
          <pc:docMk/>
          <pc:sldMk cId="1292053075" sldId="1470"/>
        </pc:sldMkLst>
        <pc:spChg chg="mod">
          <ac:chgData name="Rosmin Elsa" userId="8f13a6be4da41318" providerId="Windows Live" clId="Web-{A15AF3E1-CDEB-A1C8-C8B1-DA9CA7A68092}" dt="2024-08-24T06:19:17.203" v="21" actId="20577"/>
          <ac:spMkLst>
            <pc:docMk/>
            <pc:sldMk cId="1292053075" sldId="1470"/>
            <ac:spMk id="5" creationId="{203055F6-333A-FAAF-7CFD-1D7E180EB11F}"/>
          </ac:spMkLst>
        </pc:spChg>
      </pc:sldChg>
      <pc:sldChg chg="modSp">
        <pc:chgData name="Rosmin Elsa" userId="8f13a6be4da41318" providerId="Windows Live" clId="Web-{A15AF3E1-CDEB-A1C8-C8B1-DA9CA7A68092}" dt="2024-08-24T06:22:22.257" v="30" actId="20577"/>
        <pc:sldMkLst>
          <pc:docMk/>
          <pc:sldMk cId="1985140678" sldId="1476"/>
        </pc:sldMkLst>
        <pc:spChg chg="mod">
          <ac:chgData name="Rosmin Elsa" userId="8f13a6be4da41318" providerId="Windows Live" clId="Web-{A15AF3E1-CDEB-A1C8-C8B1-DA9CA7A68092}" dt="2024-08-24T06:17:33.714" v="2" actId="20577"/>
          <ac:spMkLst>
            <pc:docMk/>
            <pc:sldMk cId="1985140678" sldId="1476"/>
            <ac:spMk id="5" creationId="{D15CBCA4-8279-49A0-BDA5-8F1C3F65A437}"/>
          </ac:spMkLst>
        </pc:spChg>
        <pc:spChg chg="mod">
          <ac:chgData name="Rosmin Elsa" userId="8f13a6be4da41318" providerId="Windows Live" clId="Web-{A15AF3E1-CDEB-A1C8-C8B1-DA9CA7A68092}" dt="2024-08-24T06:22:22.257" v="30" actId="20577"/>
          <ac:spMkLst>
            <pc:docMk/>
            <pc:sldMk cId="1985140678" sldId="1476"/>
            <ac:spMk id="6" creationId="{00B7E6C3-DC3B-BC8E-EE75-86995C7F8ADF}"/>
          </ac:spMkLst>
        </pc:spChg>
      </pc:sldChg>
      <pc:sldChg chg="modSp">
        <pc:chgData name="Rosmin Elsa" userId="8f13a6be4da41318" providerId="Windows Live" clId="Web-{A15AF3E1-CDEB-A1C8-C8B1-DA9CA7A68092}" dt="2024-08-24T06:17:40.667" v="4" actId="20577"/>
        <pc:sldMkLst>
          <pc:docMk/>
          <pc:sldMk cId="837277863" sldId="1477"/>
        </pc:sldMkLst>
        <pc:spChg chg="mod">
          <ac:chgData name="Rosmin Elsa" userId="8f13a6be4da41318" providerId="Windows Live" clId="Web-{A15AF3E1-CDEB-A1C8-C8B1-DA9CA7A68092}" dt="2024-08-24T06:17:40.667" v="4" actId="20577"/>
          <ac:spMkLst>
            <pc:docMk/>
            <pc:sldMk cId="837277863" sldId="1477"/>
            <ac:spMk id="5" creationId="{D15CBCA4-8279-49A0-BDA5-8F1C3F65A437}"/>
          </ac:spMkLst>
        </pc:spChg>
      </pc:sldChg>
      <pc:sldChg chg="modSp">
        <pc:chgData name="Rosmin Elsa" userId="8f13a6be4da41318" providerId="Windows Live" clId="Web-{A15AF3E1-CDEB-A1C8-C8B1-DA9CA7A68092}" dt="2024-08-24T06:18:48.920" v="16" actId="20577"/>
        <pc:sldMkLst>
          <pc:docMk/>
          <pc:sldMk cId="4171570983" sldId="1478"/>
        </pc:sldMkLst>
        <pc:spChg chg="mod">
          <ac:chgData name="Rosmin Elsa" userId="8f13a6be4da41318" providerId="Windows Live" clId="Web-{A15AF3E1-CDEB-A1C8-C8B1-DA9CA7A68092}" dt="2024-08-24T06:18:48.920" v="16" actId="20577"/>
          <ac:spMkLst>
            <pc:docMk/>
            <pc:sldMk cId="4171570983" sldId="1478"/>
            <ac:spMk id="5" creationId="{9F2C4562-7C0E-B6DC-6C8C-80942713DC82}"/>
          </ac:spMkLst>
        </pc:spChg>
      </pc:sldChg>
      <pc:sldChg chg="modSp">
        <pc:chgData name="Rosmin Elsa" userId="8f13a6be4da41318" providerId="Windows Live" clId="Web-{A15AF3E1-CDEB-A1C8-C8B1-DA9CA7A68092}" dt="2024-08-24T06:22:33.320" v="32" actId="20577"/>
        <pc:sldMkLst>
          <pc:docMk/>
          <pc:sldMk cId="4163302466" sldId="1496"/>
        </pc:sldMkLst>
        <pc:spChg chg="mod">
          <ac:chgData name="Rosmin Elsa" userId="8f13a6be4da41318" providerId="Windows Live" clId="Web-{A15AF3E1-CDEB-A1C8-C8B1-DA9CA7A68092}" dt="2024-08-24T06:17:48.527" v="5" actId="20577"/>
          <ac:spMkLst>
            <pc:docMk/>
            <pc:sldMk cId="4163302466" sldId="1496"/>
            <ac:spMk id="5" creationId="{D15CBCA4-8279-49A0-BDA5-8F1C3F65A437}"/>
          </ac:spMkLst>
        </pc:spChg>
        <pc:spChg chg="mod">
          <ac:chgData name="Rosmin Elsa" userId="8f13a6be4da41318" providerId="Windows Live" clId="Web-{A15AF3E1-CDEB-A1C8-C8B1-DA9CA7A68092}" dt="2024-08-24T06:22:33.320" v="32" actId="20577"/>
          <ac:spMkLst>
            <pc:docMk/>
            <pc:sldMk cId="4163302466" sldId="1496"/>
            <ac:spMk id="6" creationId="{00B7E6C3-DC3B-BC8E-EE75-86995C7F8ADF}"/>
          </ac:spMkLst>
        </pc:spChg>
      </pc:sldChg>
      <pc:sldChg chg="modSp">
        <pc:chgData name="Rosmin Elsa" userId="8f13a6be4da41318" providerId="Windows Live" clId="Web-{A15AF3E1-CDEB-A1C8-C8B1-DA9CA7A68092}" dt="2024-08-24T06:17:53.902" v="6" actId="20577"/>
        <pc:sldMkLst>
          <pc:docMk/>
          <pc:sldMk cId="631278826" sldId="1497"/>
        </pc:sldMkLst>
        <pc:spChg chg="mod">
          <ac:chgData name="Rosmin Elsa" userId="8f13a6be4da41318" providerId="Windows Live" clId="Web-{A15AF3E1-CDEB-A1C8-C8B1-DA9CA7A68092}" dt="2024-08-24T06:17:53.902" v="6" actId="20577"/>
          <ac:spMkLst>
            <pc:docMk/>
            <pc:sldMk cId="631278826" sldId="1497"/>
            <ac:spMk id="5" creationId="{D15CBCA4-8279-49A0-BDA5-8F1C3F65A437}"/>
          </ac:spMkLst>
        </pc:spChg>
      </pc:sldChg>
      <pc:sldChg chg="modSp">
        <pc:chgData name="Rosmin Elsa" userId="8f13a6be4da41318" providerId="Windows Live" clId="Web-{A15AF3E1-CDEB-A1C8-C8B1-DA9CA7A68092}" dt="2024-08-24T06:22:40.227" v="34" actId="20577"/>
        <pc:sldMkLst>
          <pc:docMk/>
          <pc:sldMk cId="1056253493" sldId="1498"/>
        </pc:sldMkLst>
        <pc:spChg chg="mod">
          <ac:chgData name="Rosmin Elsa" userId="8f13a6be4da41318" providerId="Windows Live" clId="Web-{A15AF3E1-CDEB-A1C8-C8B1-DA9CA7A68092}" dt="2024-08-24T06:18:01.121" v="7" actId="20577"/>
          <ac:spMkLst>
            <pc:docMk/>
            <pc:sldMk cId="1056253493" sldId="1498"/>
            <ac:spMk id="5" creationId="{D15CBCA4-8279-49A0-BDA5-8F1C3F65A437}"/>
          </ac:spMkLst>
        </pc:spChg>
        <pc:spChg chg="mod">
          <ac:chgData name="Rosmin Elsa" userId="8f13a6be4da41318" providerId="Windows Live" clId="Web-{A15AF3E1-CDEB-A1C8-C8B1-DA9CA7A68092}" dt="2024-08-24T06:22:40.227" v="34" actId="20577"/>
          <ac:spMkLst>
            <pc:docMk/>
            <pc:sldMk cId="1056253493" sldId="1498"/>
            <ac:spMk id="6" creationId="{00B7E6C3-DC3B-BC8E-EE75-86995C7F8ADF}"/>
          </ac:spMkLst>
        </pc:spChg>
      </pc:sldChg>
      <pc:sldChg chg="modSp">
        <pc:chgData name="Rosmin Elsa" userId="8f13a6be4da41318" providerId="Windows Live" clId="Web-{A15AF3E1-CDEB-A1C8-C8B1-DA9CA7A68092}" dt="2024-08-24T06:18:06.293" v="9" actId="20577"/>
        <pc:sldMkLst>
          <pc:docMk/>
          <pc:sldMk cId="1955710030" sldId="1499"/>
        </pc:sldMkLst>
        <pc:spChg chg="mod">
          <ac:chgData name="Rosmin Elsa" userId="8f13a6be4da41318" providerId="Windows Live" clId="Web-{A15AF3E1-CDEB-A1C8-C8B1-DA9CA7A68092}" dt="2024-08-24T06:18:06.293" v="9" actId="20577"/>
          <ac:spMkLst>
            <pc:docMk/>
            <pc:sldMk cId="1955710030" sldId="1499"/>
            <ac:spMk id="5" creationId="{D15CBCA4-8279-49A0-BDA5-8F1C3F65A437}"/>
          </ac:spMkLst>
        </pc:spChg>
      </pc:sldChg>
      <pc:sldChg chg="modSp">
        <pc:chgData name="Rosmin Elsa" userId="8f13a6be4da41318" providerId="Windows Live" clId="Web-{A15AF3E1-CDEB-A1C8-C8B1-DA9CA7A68092}" dt="2024-08-24T06:22:44.570" v="36" actId="20577"/>
        <pc:sldMkLst>
          <pc:docMk/>
          <pc:sldMk cId="3277868355" sldId="1500"/>
        </pc:sldMkLst>
        <pc:spChg chg="mod">
          <ac:chgData name="Rosmin Elsa" userId="8f13a6be4da41318" providerId="Windows Live" clId="Web-{A15AF3E1-CDEB-A1C8-C8B1-DA9CA7A68092}" dt="2024-08-24T06:18:11.153" v="10" actId="20577"/>
          <ac:spMkLst>
            <pc:docMk/>
            <pc:sldMk cId="3277868355" sldId="1500"/>
            <ac:spMk id="5" creationId="{D15CBCA4-8279-49A0-BDA5-8F1C3F65A437}"/>
          </ac:spMkLst>
        </pc:spChg>
        <pc:spChg chg="mod">
          <ac:chgData name="Rosmin Elsa" userId="8f13a6be4da41318" providerId="Windows Live" clId="Web-{A15AF3E1-CDEB-A1C8-C8B1-DA9CA7A68092}" dt="2024-08-24T06:22:44.570" v="36" actId="20577"/>
          <ac:spMkLst>
            <pc:docMk/>
            <pc:sldMk cId="3277868355" sldId="1500"/>
            <ac:spMk id="6" creationId="{00B7E6C3-DC3B-BC8E-EE75-86995C7F8ADF}"/>
          </ac:spMkLst>
        </pc:spChg>
      </pc:sldChg>
      <pc:sldChg chg="modSp">
        <pc:chgData name="Rosmin Elsa" userId="8f13a6be4da41318" providerId="Windows Live" clId="Web-{A15AF3E1-CDEB-A1C8-C8B1-DA9CA7A68092}" dt="2024-08-24T06:19:12.859" v="20" actId="20577"/>
        <pc:sldMkLst>
          <pc:docMk/>
          <pc:sldMk cId="3284377517" sldId="1501"/>
        </pc:sldMkLst>
        <pc:spChg chg="mod">
          <ac:chgData name="Rosmin Elsa" userId="8f13a6be4da41318" providerId="Windows Live" clId="Web-{A15AF3E1-CDEB-A1C8-C8B1-DA9CA7A68092}" dt="2024-08-24T06:19:12.859" v="20" actId="20577"/>
          <ac:spMkLst>
            <pc:docMk/>
            <pc:sldMk cId="3284377517" sldId="1501"/>
            <ac:spMk id="5" creationId="{5302F64F-7B08-E1DF-77C2-DF24B4884A26}"/>
          </ac:spMkLst>
        </pc:spChg>
      </pc:sldChg>
      <pc:sldChg chg="modSp">
        <pc:chgData name="Rosmin Elsa" userId="8f13a6be4da41318" providerId="Windows Live" clId="Web-{A15AF3E1-CDEB-A1C8-C8B1-DA9CA7A68092}" dt="2024-08-24T06:19:21.859" v="22" actId="20577"/>
        <pc:sldMkLst>
          <pc:docMk/>
          <pc:sldMk cId="650011059" sldId="1502"/>
        </pc:sldMkLst>
        <pc:spChg chg="mod">
          <ac:chgData name="Rosmin Elsa" userId="8f13a6be4da41318" providerId="Windows Live" clId="Web-{A15AF3E1-CDEB-A1C8-C8B1-DA9CA7A68092}" dt="2024-08-24T06:19:21.859" v="22" actId="20577"/>
          <ac:spMkLst>
            <pc:docMk/>
            <pc:sldMk cId="650011059" sldId="1502"/>
            <ac:spMk id="5" creationId="{5302F64F-7B08-E1DF-77C2-DF24B4884A26}"/>
          </ac:spMkLst>
        </pc:spChg>
      </pc:sldChg>
    </pc:docChg>
  </pc:docChgLst>
  <pc:docChgLst>
    <pc:chgData name="Rosmin Elsa" userId="8f13a6be4da41318" providerId="LiveId" clId="{7A6A1B0E-21D4-48F6-BA66-D5EAA52030E6}"/>
    <pc:docChg chg="undo redo custSel addSld delSld modSld modMainMaster">
      <pc:chgData name="Rosmin Elsa" userId="8f13a6be4da41318" providerId="LiveId" clId="{7A6A1B0E-21D4-48F6-BA66-D5EAA52030E6}" dt="2024-08-23T15:41:04.827" v="705"/>
      <pc:docMkLst>
        <pc:docMk/>
      </pc:docMkLst>
      <pc:sldChg chg="modSp mod">
        <pc:chgData name="Rosmin Elsa" userId="8f13a6be4da41318" providerId="LiveId" clId="{7A6A1B0E-21D4-48F6-BA66-D5EAA52030E6}" dt="2024-08-23T09:31:15.279" v="2"/>
        <pc:sldMkLst>
          <pc:docMk/>
          <pc:sldMk cId="4206118844" sldId="811"/>
        </pc:sldMkLst>
        <pc:spChg chg="mod">
          <ac:chgData name="Rosmin Elsa" userId="8f13a6be4da41318" providerId="LiveId" clId="{7A6A1B0E-21D4-48F6-BA66-D5EAA52030E6}" dt="2024-08-23T09:31:15.279" v="2"/>
          <ac:spMkLst>
            <pc:docMk/>
            <pc:sldMk cId="4206118844" sldId="811"/>
            <ac:spMk id="2" creationId="{5DE3A813-6DBA-F993-8DA0-D81B4057E015}"/>
          </ac:spMkLst>
        </pc:spChg>
      </pc:sldChg>
      <pc:sldChg chg="modSp mod">
        <pc:chgData name="Rosmin Elsa" userId="8f13a6be4da41318" providerId="LiveId" clId="{7A6A1B0E-21D4-48F6-BA66-D5EAA52030E6}" dt="2024-08-23T09:32:11.306" v="56" actId="6549"/>
        <pc:sldMkLst>
          <pc:docMk/>
          <pc:sldMk cId="717388547" sldId="813"/>
        </pc:sldMkLst>
        <pc:spChg chg="mod">
          <ac:chgData name="Rosmin Elsa" userId="8f13a6be4da41318" providerId="LiveId" clId="{7A6A1B0E-21D4-48F6-BA66-D5EAA52030E6}" dt="2024-08-23T09:32:11.306" v="56" actId="6549"/>
          <ac:spMkLst>
            <pc:docMk/>
            <pc:sldMk cId="717388547" sldId="813"/>
            <ac:spMk id="3" creationId="{452E3445-7428-97CE-263A-521C050900BE}"/>
          </ac:spMkLst>
        </pc:spChg>
      </pc:sldChg>
      <pc:sldChg chg="modSp mod modShow">
        <pc:chgData name="Rosmin Elsa" userId="8f13a6be4da41318" providerId="LiveId" clId="{7A6A1B0E-21D4-48F6-BA66-D5EAA52030E6}" dt="2024-08-23T15:16:41.774" v="554" actId="33524"/>
        <pc:sldMkLst>
          <pc:docMk/>
          <pc:sldMk cId="3717493800" sldId="821"/>
        </pc:sldMkLst>
        <pc:spChg chg="mod">
          <ac:chgData name="Rosmin Elsa" userId="8f13a6be4da41318" providerId="LiveId" clId="{7A6A1B0E-21D4-48F6-BA66-D5EAA52030E6}" dt="2024-08-23T15:16:41.774" v="554" actId="33524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Rosmin Elsa" userId="8f13a6be4da41318" providerId="LiveId" clId="{7A6A1B0E-21D4-48F6-BA66-D5EAA52030E6}" dt="2024-08-23T15:35:37.366" v="655" actId="20577"/>
        <pc:sldMkLst>
          <pc:docMk/>
          <pc:sldMk cId="140346443" sldId="822"/>
        </pc:sldMkLst>
        <pc:spChg chg="mod">
          <ac:chgData name="Rosmin Elsa" userId="8f13a6be4da41318" providerId="LiveId" clId="{7A6A1B0E-21D4-48F6-BA66-D5EAA52030E6}" dt="2024-08-23T15:21:44.016" v="620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Rosmin Elsa" userId="8f13a6be4da41318" providerId="LiveId" clId="{7A6A1B0E-21D4-48F6-BA66-D5EAA52030E6}" dt="2024-08-23T15:21:08.358" v="597" actId="1076"/>
          <ac:spMkLst>
            <pc:docMk/>
            <pc:sldMk cId="140346443" sldId="822"/>
            <ac:spMk id="3" creationId="{DFD3087A-542A-9E8A-2F04-286C1B72B61A}"/>
          </ac:spMkLst>
        </pc:spChg>
        <pc:spChg chg="mod">
          <ac:chgData name="Rosmin Elsa" userId="8f13a6be4da41318" providerId="LiveId" clId="{7A6A1B0E-21D4-48F6-BA66-D5EAA52030E6}" dt="2024-08-23T15:35:37.366" v="655" actId="20577"/>
          <ac:spMkLst>
            <pc:docMk/>
            <pc:sldMk cId="140346443" sldId="822"/>
            <ac:spMk id="6" creationId="{B48AEF40-D79D-77F3-773C-095D81075E36}"/>
          </ac:spMkLst>
        </pc:spChg>
        <pc:picChg chg="mod">
          <ac:chgData name="Rosmin Elsa" userId="8f13a6be4da41318" providerId="LiveId" clId="{7A6A1B0E-21D4-48F6-BA66-D5EAA52030E6}" dt="2024-08-23T09:46:04.966" v="190" actId="1076"/>
          <ac:picMkLst>
            <pc:docMk/>
            <pc:sldMk cId="140346443" sldId="822"/>
            <ac:picMk id="9" creationId="{4BC5C584-7550-42C0-5176-232FC90F0FD6}"/>
          </ac:picMkLst>
        </pc:picChg>
      </pc:sldChg>
      <pc:sldChg chg="modSp mod">
        <pc:chgData name="Rosmin Elsa" userId="8f13a6be4da41318" providerId="LiveId" clId="{7A6A1B0E-21D4-48F6-BA66-D5EAA52030E6}" dt="2024-08-23T15:15:01.948" v="551"/>
        <pc:sldMkLst>
          <pc:docMk/>
          <pc:sldMk cId="3585569336" sldId="825"/>
        </pc:sldMkLst>
        <pc:spChg chg="mod">
          <ac:chgData name="Rosmin Elsa" userId="8f13a6be4da41318" providerId="LiveId" clId="{7A6A1B0E-21D4-48F6-BA66-D5EAA52030E6}" dt="2024-08-23T15:15:01.948" v="551"/>
          <ac:spMkLst>
            <pc:docMk/>
            <pc:sldMk cId="3585569336" sldId="825"/>
            <ac:spMk id="2" creationId="{1B06CDC2-E50A-3116-E465-B97E39BC940D}"/>
          </ac:spMkLst>
        </pc:spChg>
      </pc:sldChg>
      <pc:sldChg chg="modSp mod">
        <pc:chgData name="Rosmin Elsa" userId="8f13a6be4da41318" providerId="LiveId" clId="{7A6A1B0E-21D4-48F6-BA66-D5EAA52030E6}" dt="2024-08-23T15:15:19.876" v="553"/>
        <pc:sldMkLst>
          <pc:docMk/>
          <pc:sldMk cId="4027535716" sldId="829"/>
        </pc:sldMkLst>
        <pc:spChg chg="mod">
          <ac:chgData name="Rosmin Elsa" userId="8f13a6be4da41318" providerId="LiveId" clId="{7A6A1B0E-21D4-48F6-BA66-D5EAA52030E6}" dt="2024-08-23T15:15:19.876" v="553"/>
          <ac:spMkLst>
            <pc:docMk/>
            <pc:sldMk cId="4027535716" sldId="829"/>
            <ac:spMk id="2" creationId="{E3ED4C2D-8F3A-93FB-E552-441EF1174C57}"/>
          </ac:spMkLst>
        </pc:spChg>
      </pc:sldChg>
      <pc:sldChg chg="modSp mod modShow">
        <pc:chgData name="Rosmin Elsa" userId="8f13a6be4da41318" providerId="LiveId" clId="{7A6A1B0E-21D4-48F6-BA66-D5EAA52030E6}" dt="2024-08-23T15:17:55.200" v="591" actId="20577"/>
        <pc:sldMkLst>
          <pc:docMk/>
          <pc:sldMk cId="2771250690" sldId="851"/>
        </pc:sldMkLst>
        <pc:spChg chg="mod">
          <ac:chgData name="Rosmin Elsa" userId="8f13a6be4da41318" providerId="LiveId" clId="{7A6A1B0E-21D4-48F6-BA66-D5EAA52030E6}" dt="2024-08-23T15:17:55.200" v="591" actId="20577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Rosmin Elsa" userId="8f13a6be4da41318" providerId="LiveId" clId="{7A6A1B0E-21D4-48F6-BA66-D5EAA52030E6}" dt="2024-08-23T15:17:06.291" v="555" actId="33524"/>
          <ac:spMkLst>
            <pc:docMk/>
            <pc:sldMk cId="2771250690" sldId="851"/>
            <ac:spMk id="5" creationId="{EF0E83AD-AD85-5E6C-33F5-D8EF739355C5}"/>
          </ac:spMkLst>
        </pc:spChg>
      </pc:sldChg>
      <pc:sldChg chg="addSp delSp modSp mod">
        <pc:chgData name="Rosmin Elsa" userId="8f13a6be4da41318" providerId="LiveId" clId="{7A6A1B0E-21D4-48F6-BA66-D5EAA52030E6}" dt="2024-08-23T15:14:42.774" v="550" actId="20577"/>
        <pc:sldMkLst>
          <pc:docMk/>
          <pc:sldMk cId="3441406009" sldId="858"/>
        </pc:sldMkLst>
        <pc:spChg chg="mod">
          <ac:chgData name="Rosmin Elsa" userId="8f13a6be4da41318" providerId="LiveId" clId="{7A6A1B0E-21D4-48F6-BA66-D5EAA52030E6}" dt="2024-08-23T15:14:42.774" v="550" actId="20577"/>
          <ac:spMkLst>
            <pc:docMk/>
            <pc:sldMk cId="3441406009" sldId="858"/>
            <ac:spMk id="2" creationId="{00000000-0000-0000-0000-000000000000}"/>
          </ac:spMkLst>
        </pc:spChg>
        <pc:spChg chg="add del">
          <ac:chgData name="Rosmin Elsa" userId="8f13a6be4da41318" providerId="LiveId" clId="{7A6A1B0E-21D4-48F6-BA66-D5EAA52030E6}" dt="2024-08-23T15:13:48.813" v="536" actId="11529"/>
          <ac:spMkLst>
            <pc:docMk/>
            <pc:sldMk cId="3441406009" sldId="858"/>
            <ac:spMk id="3" creationId="{4BA7BD3F-AECA-4F4F-B73A-2DF29AEB081B}"/>
          </ac:spMkLst>
        </pc:spChg>
        <pc:spChg chg="mod">
          <ac:chgData name="Rosmin Elsa" userId="8f13a6be4da41318" providerId="LiveId" clId="{7A6A1B0E-21D4-48F6-BA66-D5EAA52030E6}" dt="2024-08-23T15:13:34.104" v="534" actId="21"/>
          <ac:spMkLst>
            <pc:docMk/>
            <pc:sldMk cId="3441406009" sldId="858"/>
            <ac:spMk id="6" creationId="{CA0575D6-2132-A304-BD4D-E123FFDE7A28}"/>
          </ac:spMkLst>
        </pc:spChg>
        <pc:spChg chg="add mod">
          <ac:chgData name="Rosmin Elsa" userId="8f13a6be4da41318" providerId="LiveId" clId="{7A6A1B0E-21D4-48F6-BA66-D5EAA52030E6}" dt="2024-08-23T15:14:32.248" v="547" actId="1076"/>
          <ac:spMkLst>
            <pc:docMk/>
            <pc:sldMk cId="3441406009" sldId="858"/>
            <ac:spMk id="9" creationId="{74F84539-D997-83CB-09F6-C53499A1D2FE}"/>
          </ac:spMkLst>
        </pc:spChg>
        <pc:cxnChg chg="add mod">
          <ac:chgData name="Rosmin Elsa" userId="8f13a6be4da41318" providerId="LiveId" clId="{7A6A1B0E-21D4-48F6-BA66-D5EAA52030E6}" dt="2024-08-23T15:13:58.887" v="539" actId="1076"/>
          <ac:cxnSpMkLst>
            <pc:docMk/>
            <pc:sldMk cId="3441406009" sldId="858"/>
            <ac:cxnSpMk id="8" creationId="{C8951D02-1991-977B-B98A-94F96C9D0A3C}"/>
          </ac:cxnSpMkLst>
        </pc:cxnChg>
      </pc:sldChg>
      <pc:sldChg chg="modSp mod">
        <pc:chgData name="Rosmin Elsa" userId="8f13a6be4da41318" providerId="LiveId" clId="{7A6A1B0E-21D4-48F6-BA66-D5EAA52030E6}" dt="2024-08-23T15:35:05.604" v="646" actId="20577"/>
        <pc:sldMkLst>
          <pc:docMk/>
          <pc:sldMk cId="2137578366" sldId="859"/>
        </pc:sldMkLst>
        <pc:spChg chg="mod">
          <ac:chgData name="Rosmin Elsa" userId="8f13a6be4da41318" providerId="LiveId" clId="{7A6A1B0E-21D4-48F6-BA66-D5EAA52030E6}" dt="2024-08-23T09:32:24.163" v="85" actId="20577"/>
          <ac:spMkLst>
            <pc:docMk/>
            <pc:sldMk cId="2137578366" sldId="859"/>
            <ac:spMk id="2" creationId="{00000000-0000-0000-0000-000000000000}"/>
          </ac:spMkLst>
        </pc:spChg>
        <pc:spChg chg="mod">
          <ac:chgData name="Rosmin Elsa" userId="8f13a6be4da41318" providerId="LiveId" clId="{7A6A1B0E-21D4-48F6-BA66-D5EAA52030E6}" dt="2024-08-23T15:35:05.604" v="646" actId="20577"/>
          <ac:spMkLst>
            <pc:docMk/>
            <pc:sldMk cId="2137578366" sldId="859"/>
            <ac:spMk id="5" creationId="{F23B1A82-CA2E-08BD-1D0D-5AA03047C3D2}"/>
          </ac:spMkLst>
        </pc:spChg>
        <pc:spChg chg="mod">
          <ac:chgData name="Rosmin Elsa" userId="8f13a6be4da41318" providerId="LiveId" clId="{7A6A1B0E-21D4-48F6-BA66-D5EAA52030E6}" dt="2024-08-23T09:35:54.424" v="99" actId="20577"/>
          <ac:spMkLst>
            <pc:docMk/>
            <pc:sldMk cId="2137578366" sldId="859"/>
            <ac:spMk id="7" creationId="{094E9A69-B612-35E4-DEEF-5092DA0A0A97}"/>
          </ac:spMkLst>
        </pc:spChg>
      </pc:sldChg>
      <pc:sldChg chg="modSp mod modShow">
        <pc:chgData name="Rosmin Elsa" userId="8f13a6be4da41318" providerId="LiveId" clId="{7A6A1B0E-21D4-48F6-BA66-D5EAA52030E6}" dt="2024-08-23T09:53:49.097" v="309"/>
        <pc:sldMkLst>
          <pc:docMk/>
          <pc:sldMk cId="1416329417" sldId="949"/>
        </pc:sldMkLst>
        <pc:spChg chg="mod">
          <ac:chgData name="Rosmin Elsa" userId="8f13a6be4da41318" providerId="LiveId" clId="{7A6A1B0E-21D4-48F6-BA66-D5EAA52030E6}" dt="2024-08-23T09:53:49.097" v="309"/>
          <ac:spMkLst>
            <pc:docMk/>
            <pc:sldMk cId="1416329417" sldId="949"/>
            <ac:spMk id="2" creationId="{00000000-0000-0000-0000-000000000000}"/>
          </ac:spMkLst>
        </pc:spChg>
      </pc:sldChg>
      <pc:sldChg chg="modSp mod">
        <pc:chgData name="Rosmin Elsa" userId="8f13a6be4da41318" providerId="LiveId" clId="{7A6A1B0E-21D4-48F6-BA66-D5EAA52030E6}" dt="2024-08-23T15:11:19.523" v="509" actId="20577"/>
        <pc:sldMkLst>
          <pc:docMk/>
          <pc:sldMk cId="1180184608" sldId="1201"/>
        </pc:sldMkLst>
        <pc:spChg chg="mod">
          <ac:chgData name="Rosmin Elsa" userId="8f13a6be4da41318" providerId="LiveId" clId="{7A6A1B0E-21D4-48F6-BA66-D5EAA52030E6}" dt="2024-08-23T15:11:19.523" v="509" actId="20577"/>
          <ac:spMkLst>
            <pc:docMk/>
            <pc:sldMk cId="1180184608" sldId="1201"/>
            <ac:spMk id="3" creationId="{BD7AE418-84FE-0E25-B13A-DAD0615A2C9F}"/>
          </ac:spMkLst>
        </pc:spChg>
      </pc:sldChg>
      <pc:sldChg chg="modSp mod">
        <pc:chgData name="Rosmin Elsa" userId="8f13a6be4da41318" providerId="LiveId" clId="{7A6A1B0E-21D4-48F6-BA66-D5EAA52030E6}" dt="2024-08-23T15:15:13.339" v="552"/>
        <pc:sldMkLst>
          <pc:docMk/>
          <pc:sldMk cId="430881365" sldId="1259"/>
        </pc:sldMkLst>
        <pc:spChg chg="mod">
          <ac:chgData name="Rosmin Elsa" userId="8f13a6be4da41318" providerId="LiveId" clId="{7A6A1B0E-21D4-48F6-BA66-D5EAA52030E6}" dt="2024-08-23T15:15:13.339" v="552"/>
          <ac:spMkLst>
            <pc:docMk/>
            <pc:sldMk cId="430881365" sldId="1259"/>
            <ac:spMk id="4" creationId="{D5E54A38-54D0-6477-68F0-01E2D0EDD891}"/>
          </ac:spMkLst>
        </pc:spChg>
      </pc:sldChg>
      <pc:sldChg chg="modSp mod modShow">
        <pc:chgData name="Rosmin Elsa" userId="8f13a6be4da41318" providerId="LiveId" clId="{7A6A1B0E-21D4-48F6-BA66-D5EAA52030E6}" dt="2024-08-23T15:22:25.536" v="624" actId="27107"/>
        <pc:sldMkLst>
          <pc:docMk/>
          <pc:sldMk cId="858007124" sldId="1277"/>
        </pc:sldMkLst>
        <pc:spChg chg="mod">
          <ac:chgData name="Rosmin Elsa" userId="8f13a6be4da41318" providerId="LiveId" clId="{7A6A1B0E-21D4-48F6-BA66-D5EAA52030E6}" dt="2024-08-23T09:47:03.853" v="194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Rosmin Elsa" userId="8f13a6be4da41318" providerId="LiveId" clId="{7A6A1B0E-21D4-48F6-BA66-D5EAA52030E6}" dt="2024-08-23T15:22:25.536" v="624" actId="27107"/>
          <ac:spMkLst>
            <pc:docMk/>
            <pc:sldMk cId="858007124" sldId="1277"/>
            <ac:spMk id="3" creationId="{DDD24EDA-CE43-82A2-B3E8-E6C307C397E9}"/>
          </ac:spMkLst>
        </pc:spChg>
      </pc:sldChg>
      <pc:sldChg chg="modSp mod">
        <pc:chgData name="Rosmin Elsa" userId="8f13a6be4da41318" providerId="LiveId" clId="{7A6A1B0E-21D4-48F6-BA66-D5EAA52030E6}" dt="2024-08-23T09:38:34.939" v="139"/>
        <pc:sldMkLst>
          <pc:docMk/>
          <pc:sldMk cId="1672910874" sldId="1298"/>
        </pc:sldMkLst>
        <pc:spChg chg="mod">
          <ac:chgData name="Rosmin Elsa" userId="8f13a6be4da41318" providerId="LiveId" clId="{7A6A1B0E-21D4-48F6-BA66-D5EAA52030E6}" dt="2024-08-23T09:38:34.939" v="139"/>
          <ac:spMkLst>
            <pc:docMk/>
            <pc:sldMk cId="1672910874" sldId="1298"/>
            <ac:spMk id="3" creationId="{869DF675-68B2-E157-D40A-40EF3DECB71A}"/>
          </ac:spMkLst>
        </pc:spChg>
      </pc:sldChg>
      <pc:sldChg chg="modSp mod">
        <pc:chgData name="Rosmin Elsa" userId="8f13a6be4da41318" providerId="LiveId" clId="{7A6A1B0E-21D4-48F6-BA66-D5EAA52030E6}" dt="2024-08-23T15:21:49.573" v="621" actId="20577"/>
        <pc:sldMkLst>
          <pc:docMk/>
          <pc:sldMk cId="1217883548" sldId="1318"/>
        </pc:sldMkLst>
        <pc:spChg chg="mod">
          <ac:chgData name="Rosmin Elsa" userId="8f13a6be4da41318" providerId="LiveId" clId="{7A6A1B0E-21D4-48F6-BA66-D5EAA52030E6}" dt="2024-08-23T15:21:49.573" v="621" actId="20577"/>
          <ac:spMkLst>
            <pc:docMk/>
            <pc:sldMk cId="1217883548" sldId="1318"/>
            <ac:spMk id="3" creationId="{B9ACC418-9BFA-F946-DA5B-A680A2EBDFAC}"/>
          </ac:spMkLst>
        </pc:spChg>
      </pc:sldChg>
      <pc:sldChg chg="modSp mod modShow">
        <pc:chgData name="Rosmin Elsa" userId="8f13a6be4da41318" providerId="LiveId" clId="{7A6A1B0E-21D4-48F6-BA66-D5EAA52030E6}" dt="2024-08-23T09:48:53.640" v="259" actId="20577"/>
        <pc:sldMkLst>
          <pc:docMk/>
          <pc:sldMk cId="4765592" sldId="1388"/>
        </pc:sldMkLst>
        <pc:spChg chg="mod">
          <ac:chgData name="Rosmin Elsa" userId="8f13a6be4da41318" providerId="LiveId" clId="{7A6A1B0E-21D4-48F6-BA66-D5EAA52030E6}" dt="2024-08-23T09:48:53.640" v="259" actId="20577"/>
          <ac:spMkLst>
            <pc:docMk/>
            <pc:sldMk cId="4765592" sldId="1388"/>
            <ac:spMk id="2" creationId="{00000000-0000-0000-0000-000000000000}"/>
          </ac:spMkLst>
        </pc:spChg>
      </pc:sldChg>
      <pc:sldChg chg="modSp mod modShow">
        <pc:chgData name="Rosmin Elsa" userId="8f13a6be4da41318" providerId="LiveId" clId="{7A6A1B0E-21D4-48F6-BA66-D5EAA52030E6}" dt="2024-08-23T09:57:15.427" v="328" actId="14100"/>
        <pc:sldMkLst>
          <pc:docMk/>
          <pc:sldMk cId="1106683896" sldId="1401"/>
        </pc:sldMkLst>
        <pc:spChg chg="mod">
          <ac:chgData name="Rosmin Elsa" userId="8f13a6be4da41318" providerId="LiveId" clId="{7A6A1B0E-21D4-48F6-BA66-D5EAA52030E6}" dt="2024-08-23T09:57:15.427" v="328" actId="14100"/>
          <ac:spMkLst>
            <pc:docMk/>
            <pc:sldMk cId="1106683896" sldId="1401"/>
            <ac:spMk id="6" creationId="{00B7E6C3-DC3B-BC8E-EE75-86995C7F8ADF}"/>
          </ac:spMkLst>
        </pc:spChg>
        <pc:spChg chg="mod">
          <ac:chgData name="Rosmin Elsa" userId="8f13a6be4da41318" providerId="LiveId" clId="{7A6A1B0E-21D4-48F6-BA66-D5EAA52030E6}" dt="2024-08-23T09:53:52.353" v="310"/>
          <ac:spMkLst>
            <pc:docMk/>
            <pc:sldMk cId="1106683896" sldId="1401"/>
            <ac:spMk id="8" creationId="{A25EBDEB-28A0-A895-EE99-148520068F26}"/>
          </ac:spMkLst>
        </pc:spChg>
      </pc:sldChg>
      <pc:sldChg chg="modSp mod modShow">
        <pc:chgData name="Rosmin Elsa" userId="8f13a6be4da41318" providerId="LiveId" clId="{7A6A1B0E-21D4-48F6-BA66-D5EAA52030E6}" dt="2024-08-23T10:02:32.596" v="364"/>
        <pc:sldMkLst>
          <pc:docMk/>
          <pc:sldMk cId="902618935" sldId="1405"/>
        </pc:sldMkLst>
        <pc:spChg chg="mod">
          <ac:chgData name="Rosmin Elsa" userId="8f13a6be4da41318" providerId="LiveId" clId="{7A6A1B0E-21D4-48F6-BA66-D5EAA52030E6}" dt="2024-08-23T10:02:32.596" v="364"/>
          <ac:spMkLst>
            <pc:docMk/>
            <pc:sldMk cId="902618935" sldId="1405"/>
            <ac:spMk id="2" creationId="{00000000-0000-0000-0000-000000000000}"/>
          </ac:spMkLst>
        </pc:spChg>
      </pc:sldChg>
      <pc:sldChg chg="modSp mod modShow">
        <pc:chgData name="Rosmin Elsa" userId="8f13a6be4da41318" providerId="LiveId" clId="{7A6A1B0E-21D4-48F6-BA66-D5EAA52030E6}" dt="2024-08-23T15:37:05.148" v="672" actId="20577"/>
        <pc:sldMkLst>
          <pc:docMk/>
          <pc:sldMk cId="2653113592" sldId="1406"/>
        </pc:sldMkLst>
        <pc:spChg chg="mod">
          <ac:chgData name="Rosmin Elsa" userId="8f13a6be4da41318" providerId="LiveId" clId="{7A6A1B0E-21D4-48F6-BA66-D5EAA52030E6}" dt="2024-08-23T15:37:05.148" v="672" actId="20577"/>
          <ac:spMkLst>
            <pc:docMk/>
            <pc:sldMk cId="2653113592" sldId="1406"/>
            <ac:spMk id="5" creationId="{D15CBCA4-8279-49A0-BDA5-8F1C3F65A437}"/>
          </ac:spMkLst>
        </pc:spChg>
        <pc:spChg chg="mod">
          <ac:chgData name="Rosmin Elsa" userId="8f13a6be4da41318" providerId="LiveId" clId="{7A6A1B0E-21D4-48F6-BA66-D5EAA52030E6}" dt="2024-08-23T10:09:38.499" v="391" actId="20577"/>
          <ac:spMkLst>
            <pc:docMk/>
            <pc:sldMk cId="2653113592" sldId="1406"/>
            <ac:spMk id="6" creationId="{00B7E6C3-DC3B-BC8E-EE75-86995C7F8ADF}"/>
          </ac:spMkLst>
        </pc:spChg>
        <pc:spChg chg="mod">
          <ac:chgData name="Rosmin Elsa" userId="8f13a6be4da41318" providerId="LiveId" clId="{7A6A1B0E-21D4-48F6-BA66-D5EAA52030E6}" dt="2024-08-23T15:28:58.831" v="639" actId="6549"/>
          <ac:spMkLst>
            <pc:docMk/>
            <pc:sldMk cId="2653113592" sldId="1406"/>
            <ac:spMk id="13" creationId="{9BB545B6-E81A-AAD9-C97D-D3B592102C96}"/>
          </ac:spMkLst>
        </pc:spChg>
      </pc:sldChg>
      <pc:sldChg chg="mod modShow">
        <pc:chgData name="Rosmin Elsa" userId="8f13a6be4da41318" providerId="LiveId" clId="{7A6A1B0E-21D4-48F6-BA66-D5EAA52030E6}" dt="2024-08-23T09:48:26.653" v="202" actId="729"/>
        <pc:sldMkLst>
          <pc:docMk/>
          <pc:sldMk cId="3838587995" sldId="1411"/>
        </pc:sldMkLst>
      </pc:sldChg>
      <pc:sldChg chg="mod modShow">
        <pc:chgData name="Rosmin Elsa" userId="8f13a6be4da41318" providerId="LiveId" clId="{7A6A1B0E-21D4-48F6-BA66-D5EAA52030E6}" dt="2024-08-23T09:48:26.653" v="202" actId="729"/>
        <pc:sldMkLst>
          <pc:docMk/>
          <pc:sldMk cId="2332149466" sldId="1412"/>
        </pc:sldMkLst>
      </pc:sldChg>
      <pc:sldChg chg="modSp mod modShow">
        <pc:chgData name="Rosmin Elsa" userId="8f13a6be4da41318" providerId="LiveId" clId="{7A6A1B0E-21D4-48F6-BA66-D5EAA52030E6}" dt="2024-08-23T10:15:29.049" v="444" actId="20577"/>
        <pc:sldMkLst>
          <pc:docMk/>
          <pc:sldMk cId="3790543259" sldId="1416"/>
        </pc:sldMkLst>
        <pc:spChg chg="mod">
          <ac:chgData name="Rosmin Elsa" userId="8f13a6be4da41318" providerId="LiveId" clId="{7A6A1B0E-21D4-48F6-BA66-D5EAA52030E6}" dt="2024-08-23T10:15:29.049" v="444" actId="20577"/>
          <ac:spMkLst>
            <pc:docMk/>
            <pc:sldMk cId="3790543259" sldId="1416"/>
            <ac:spMk id="2" creationId="{00000000-0000-0000-0000-000000000000}"/>
          </ac:spMkLst>
        </pc:spChg>
      </pc:sldChg>
      <pc:sldChg chg="mod modShow">
        <pc:chgData name="Rosmin Elsa" userId="8f13a6be4da41318" providerId="LiveId" clId="{7A6A1B0E-21D4-48F6-BA66-D5EAA52030E6}" dt="2024-08-23T09:48:26.653" v="202" actId="729"/>
        <pc:sldMkLst>
          <pc:docMk/>
          <pc:sldMk cId="2647958562" sldId="1421"/>
        </pc:sldMkLst>
      </pc:sldChg>
      <pc:sldChg chg="mod modShow">
        <pc:chgData name="Rosmin Elsa" userId="8f13a6be4da41318" providerId="LiveId" clId="{7A6A1B0E-21D4-48F6-BA66-D5EAA52030E6}" dt="2024-08-23T09:48:26.653" v="202" actId="729"/>
        <pc:sldMkLst>
          <pc:docMk/>
          <pc:sldMk cId="2370185204" sldId="1422"/>
        </pc:sldMkLst>
      </pc:sldChg>
      <pc:sldChg chg="modSp mod modShow">
        <pc:chgData name="Rosmin Elsa" userId="8f13a6be4da41318" providerId="LiveId" clId="{7A6A1B0E-21D4-48F6-BA66-D5EAA52030E6}" dt="2024-08-23T15:40:49.767" v="702" actId="20577"/>
        <pc:sldMkLst>
          <pc:docMk/>
          <pc:sldMk cId="3552461181" sldId="1438"/>
        </pc:sldMkLst>
        <pc:spChg chg="mod">
          <ac:chgData name="Rosmin Elsa" userId="8f13a6be4da41318" providerId="LiveId" clId="{7A6A1B0E-21D4-48F6-BA66-D5EAA52030E6}" dt="2024-08-23T09:50:27.164" v="278" actId="6549"/>
          <ac:spMkLst>
            <pc:docMk/>
            <pc:sldMk cId="3552461181" sldId="1438"/>
            <ac:spMk id="6" creationId="{2D75DE56-5F0C-5056-AE13-29D86795AD33}"/>
          </ac:spMkLst>
        </pc:spChg>
        <pc:spChg chg="mod">
          <ac:chgData name="Rosmin Elsa" userId="8f13a6be4da41318" providerId="LiveId" clId="{7A6A1B0E-21D4-48F6-BA66-D5EAA52030E6}" dt="2024-08-23T15:40:49.767" v="702" actId="20577"/>
          <ac:spMkLst>
            <pc:docMk/>
            <pc:sldMk cId="3552461181" sldId="1438"/>
            <ac:spMk id="8" creationId="{006B5B6E-8198-6E5C-6E84-9D75287DF58B}"/>
          </ac:spMkLst>
        </pc:spChg>
      </pc:sldChg>
      <pc:sldChg chg="modSp mod modShow">
        <pc:chgData name="Rosmin Elsa" userId="8f13a6be4da41318" providerId="LiveId" clId="{7A6A1B0E-21D4-48F6-BA66-D5EAA52030E6}" dt="2024-08-23T15:40:58.896" v="703"/>
        <pc:sldMkLst>
          <pc:docMk/>
          <pc:sldMk cId="1565668377" sldId="1439"/>
        </pc:sldMkLst>
        <pc:spChg chg="mod">
          <ac:chgData name="Rosmin Elsa" userId="8f13a6be4da41318" providerId="LiveId" clId="{7A6A1B0E-21D4-48F6-BA66-D5EAA52030E6}" dt="2024-08-23T15:23:28.584" v="626" actId="33524"/>
          <ac:spMkLst>
            <pc:docMk/>
            <pc:sldMk cId="1565668377" sldId="1439"/>
            <ac:spMk id="2" creationId="{57202B73-E8EE-67C3-7C71-924AA70880D1}"/>
          </ac:spMkLst>
        </pc:spChg>
        <pc:spChg chg="mod">
          <ac:chgData name="Rosmin Elsa" userId="8f13a6be4da41318" providerId="LiveId" clId="{7A6A1B0E-21D4-48F6-BA66-D5EAA52030E6}" dt="2024-08-23T15:40:58.896" v="703"/>
          <ac:spMkLst>
            <pc:docMk/>
            <pc:sldMk cId="1565668377" sldId="1439"/>
            <ac:spMk id="8" creationId="{4BAC8562-D3A9-2F9C-BC47-4C2B3FDE803F}"/>
          </ac:spMkLst>
        </pc:spChg>
      </pc:sldChg>
      <pc:sldChg chg="del mod modShow">
        <pc:chgData name="Rosmin Elsa" userId="8f13a6be4da41318" providerId="LiveId" clId="{7A6A1B0E-21D4-48F6-BA66-D5EAA52030E6}" dt="2024-08-23T09:51:37.463" v="286" actId="47"/>
        <pc:sldMkLst>
          <pc:docMk/>
          <pc:sldMk cId="2616289819" sldId="1440"/>
        </pc:sldMkLst>
      </pc:sldChg>
      <pc:sldChg chg="addSp delSp modSp mod modShow">
        <pc:chgData name="Rosmin Elsa" userId="8f13a6be4da41318" providerId="LiveId" clId="{7A6A1B0E-21D4-48F6-BA66-D5EAA52030E6}" dt="2024-08-23T09:58:10.693" v="343" actId="6549"/>
        <pc:sldMkLst>
          <pc:docMk/>
          <pc:sldMk cId="2623249776" sldId="1442"/>
        </pc:sldMkLst>
        <pc:spChg chg="add mod">
          <ac:chgData name="Rosmin Elsa" userId="8f13a6be4da41318" providerId="LiveId" clId="{7A6A1B0E-21D4-48F6-BA66-D5EAA52030E6}" dt="2024-08-23T09:58:10.693" v="343" actId="6549"/>
          <ac:spMkLst>
            <pc:docMk/>
            <pc:sldMk cId="2623249776" sldId="1442"/>
            <ac:spMk id="2" creationId="{62BCF8F5-1F13-9AA3-7DE4-DF88814F4B98}"/>
          </ac:spMkLst>
        </pc:spChg>
        <pc:spChg chg="del">
          <ac:chgData name="Rosmin Elsa" userId="8f13a6be4da41318" providerId="LiveId" clId="{7A6A1B0E-21D4-48F6-BA66-D5EAA52030E6}" dt="2024-08-23T09:57:23.782" v="329" actId="478"/>
          <ac:spMkLst>
            <pc:docMk/>
            <pc:sldMk cId="2623249776" sldId="1442"/>
            <ac:spMk id="6" creationId="{F395D098-6B90-D9CD-4980-73D67EEE7741}"/>
          </ac:spMkLst>
        </pc:spChg>
        <pc:spChg chg="mod">
          <ac:chgData name="Rosmin Elsa" userId="8f13a6be4da41318" providerId="LiveId" clId="{7A6A1B0E-21D4-48F6-BA66-D5EAA52030E6}" dt="2024-08-23T09:53:55.097" v="311"/>
          <ac:spMkLst>
            <pc:docMk/>
            <pc:sldMk cId="2623249776" sldId="1442"/>
            <ac:spMk id="8" creationId="{3A2F3080-99F1-F2DE-3299-E174825DB9C6}"/>
          </ac:spMkLst>
        </pc:spChg>
      </pc:sldChg>
      <pc:sldChg chg="addSp delSp modSp mod modShow">
        <pc:chgData name="Rosmin Elsa" userId="8f13a6be4da41318" providerId="LiveId" clId="{7A6A1B0E-21D4-48F6-BA66-D5EAA52030E6}" dt="2024-08-23T10:01:42.545" v="363" actId="1076"/>
        <pc:sldMkLst>
          <pc:docMk/>
          <pc:sldMk cId="637721542" sldId="1443"/>
        </pc:sldMkLst>
        <pc:spChg chg="add mod">
          <ac:chgData name="Rosmin Elsa" userId="8f13a6be4da41318" providerId="LiveId" clId="{7A6A1B0E-21D4-48F6-BA66-D5EAA52030E6}" dt="2024-08-23T10:01:42.545" v="363" actId="1076"/>
          <ac:spMkLst>
            <pc:docMk/>
            <pc:sldMk cId="637721542" sldId="1443"/>
            <ac:spMk id="2" creationId="{D7505669-781F-220D-66FB-8EDE28C78D4A}"/>
          </ac:spMkLst>
        </pc:spChg>
        <pc:spChg chg="del">
          <ac:chgData name="Rosmin Elsa" userId="8f13a6be4da41318" providerId="LiveId" clId="{7A6A1B0E-21D4-48F6-BA66-D5EAA52030E6}" dt="2024-08-23T09:57:27.686" v="330" actId="478"/>
          <ac:spMkLst>
            <pc:docMk/>
            <pc:sldMk cId="637721542" sldId="1443"/>
            <ac:spMk id="6" creationId="{AE6B6D96-39EE-535C-2933-FFB7C72EF6E0}"/>
          </ac:spMkLst>
        </pc:spChg>
        <pc:spChg chg="mod">
          <ac:chgData name="Rosmin Elsa" userId="8f13a6be4da41318" providerId="LiveId" clId="{7A6A1B0E-21D4-48F6-BA66-D5EAA52030E6}" dt="2024-08-23T09:53:59.326" v="312"/>
          <ac:spMkLst>
            <pc:docMk/>
            <pc:sldMk cId="637721542" sldId="1443"/>
            <ac:spMk id="8" creationId="{65BA4930-30DF-D4B4-ADD6-B777DB74DBCD}"/>
          </ac:spMkLst>
        </pc:spChg>
      </pc:sldChg>
      <pc:sldChg chg="addSp delSp modSp mod modShow">
        <pc:chgData name="Rosmin Elsa" userId="8f13a6be4da41318" providerId="LiveId" clId="{7A6A1B0E-21D4-48F6-BA66-D5EAA52030E6}" dt="2024-08-23T09:59:06.556" v="362" actId="20577"/>
        <pc:sldMkLst>
          <pc:docMk/>
          <pc:sldMk cId="4131438038" sldId="1445"/>
        </pc:sldMkLst>
        <pc:spChg chg="add mod">
          <ac:chgData name="Rosmin Elsa" userId="8f13a6be4da41318" providerId="LiveId" clId="{7A6A1B0E-21D4-48F6-BA66-D5EAA52030E6}" dt="2024-08-23T09:59:06.556" v="362" actId="20577"/>
          <ac:spMkLst>
            <pc:docMk/>
            <pc:sldMk cId="4131438038" sldId="1445"/>
            <ac:spMk id="2" creationId="{DE90CBC6-5FCE-E899-ED03-076E93ADF6B9}"/>
          </ac:spMkLst>
        </pc:spChg>
        <pc:spChg chg="del">
          <ac:chgData name="Rosmin Elsa" userId="8f13a6be4da41318" providerId="LiveId" clId="{7A6A1B0E-21D4-48F6-BA66-D5EAA52030E6}" dt="2024-08-23T09:57:31.112" v="331" actId="478"/>
          <ac:spMkLst>
            <pc:docMk/>
            <pc:sldMk cId="4131438038" sldId="1445"/>
            <ac:spMk id="6" creationId="{0806E297-1ADC-5926-D07E-F5F3B6CBE8EA}"/>
          </ac:spMkLst>
        </pc:spChg>
        <pc:spChg chg="mod">
          <ac:chgData name="Rosmin Elsa" userId="8f13a6be4da41318" providerId="LiveId" clId="{7A6A1B0E-21D4-48F6-BA66-D5EAA52030E6}" dt="2024-08-23T09:54:03.116" v="313"/>
          <ac:spMkLst>
            <pc:docMk/>
            <pc:sldMk cId="4131438038" sldId="1445"/>
            <ac:spMk id="8" creationId="{9EA20479-821D-F1BF-5BAF-75D0E2472DF1}"/>
          </ac:spMkLst>
        </pc:spChg>
      </pc:sldChg>
      <pc:sldChg chg="modSp mod modShow">
        <pc:chgData name="Rosmin Elsa" userId="8f13a6be4da41318" providerId="LiveId" clId="{7A6A1B0E-21D4-48F6-BA66-D5EAA52030E6}" dt="2024-08-23T15:37:14.489" v="674" actId="20577"/>
        <pc:sldMkLst>
          <pc:docMk/>
          <pc:sldMk cId="1494969129" sldId="1448"/>
        </pc:sldMkLst>
        <pc:spChg chg="mod">
          <ac:chgData name="Rosmin Elsa" userId="8f13a6be4da41318" providerId="LiveId" clId="{7A6A1B0E-21D4-48F6-BA66-D5EAA52030E6}" dt="2024-08-23T15:37:14.489" v="674" actId="20577"/>
          <ac:spMkLst>
            <pc:docMk/>
            <pc:sldMk cId="1494969129" sldId="1448"/>
            <ac:spMk id="5" creationId="{10C556C3-ECE9-D7DD-B726-33552398D44D}"/>
          </ac:spMkLst>
        </pc:spChg>
        <pc:spChg chg="mod">
          <ac:chgData name="Rosmin Elsa" userId="8f13a6be4da41318" providerId="LiveId" clId="{7A6A1B0E-21D4-48F6-BA66-D5EAA52030E6}" dt="2024-08-23T10:10:08.941" v="396" actId="20577"/>
          <ac:spMkLst>
            <pc:docMk/>
            <pc:sldMk cId="1494969129" sldId="1448"/>
            <ac:spMk id="6" creationId="{801F0B22-0AC9-61BE-20AC-30E8E824EE40}"/>
          </ac:spMkLst>
        </pc:spChg>
        <pc:spChg chg="mod">
          <ac:chgData name="Rosmin Elsa" userId="8f13a6be4da41318" providerId="LiveId" clId="{7A6A1B0E-21D4-48F6-BA66-D5EAA52030E6}" dt="2024-08-23T15:29:03.017" v="640" actId="6549"/>
          <ac:spMkLst>
            <pc:docMk/>
            <pc:sldMk cId="1494969129" sldId="1448"/>
            <ac:spMk id="13" creationId="{3AA28230-F44B-DC32-A51A-DCC1B67837BD}"/>
          </ac:spMkLst>
        </pc:spChg>
      </pc:sldChg>
      <pc:sldChg chg="modSp mod modShow">
        <pc:chgData name="Rosmin Elsa" userId="8f13a6be4da41318" providerId="LiveId" clId="{7A6A1B0E-21D4-48F6-BA66-D5EAA52030E6}" dt="2024-08-23T15:37:28.692" v="678" actId="20577"/>
        <pc:sldMkLst>
          <pc:docMk/>
          <pc:sldMk cId="425986149" sldId="1450"/>
        </pc:sldMkLst>
        <pc:spChg chg="mod">
          <ac:chgData name="Rosmin Elsa" userId="8f13a6be4da41318" providerId="LiveId" clId="{7A6A1B0E-21D4-48F6-BA66-D5EAA52030E6}" dt="2024-08-23T15:37:28.692" v="678" actId="20577"/>
          <ac:spMkLst>
            <pc:docMk/>
            <pc:sldMk cId="425986149" sldId="1450"/>
            <ac:spMk id="5" creationId="{13593030-CC76-61CF-F7F5-DC6A9C28DBC7}"/>
          </ac:spMkLst>
        </pc:spChg>
        <pc:spChg chg="mod">
          <ac:chgData name="Rosmin Elsa" userId="8f13a6be4da41318" providerId="LiveId" clId="{7A6A1B0E-21D4-48F6-BA66-D5EAA52030E6}" dt="2024-08-23T10:10:16.880" v="399" actId="20577"/>
          <ac:spMkLst>
            <pc:docMk/>
            <pc:sldMk cId="425986149" sldId="1450"/>
            <ac:spMk id="6" creationId="{396B8FA0-9883-25CB-4F0E-617DCF91BB8C}"/>
          </ac:spMkLst>
        </pc:spChg>
        <pc:spChg chg="mod">
          <ac:chgData name="Rosmin Elsa" userId="8f13a6be4da41318" providerId="LiveId" clId="{7A6A1B0E-21D4-48F6-BA66-D5EAA52030E6}" dt="2024-08-23T15:29:06.924" v="641" actId="6549"/>
          <ac:spMkLst>
            <pc:docMk/>
            <pc:sldMk cId="425986149" sldId="1450"/>
            <ac:spMk id="13" creationId="{0D938F6E-BF3A-A165-D6A8-EB6116638AC2}"/>
          </ac:spMkLst>
        </pc:spChg>
      </pc:sldChg>
      <pc:sldChg chg="modSp mod modShow">
        <pc:chgData name="Rosmin Elsa" userId="8f13a6be4da41318" providerId="LiveId" clId="{7A6A1B0E-21D4-48F6-BA66-D5EAA52030E6}" dt="2024-08-23T15:37:42.504" v="679" actId="20577"/>
        <pc:sldMkLst>
          <pc:docMk/>
          <pc:sldMk cId="3753762985" sldId="1452"/>
        </pc:sldMkLst>
        <pc:spChg chg="mod">
          <ac:chgData name="Rosmin Elsa" userId="8f13a6be4da41318" providerId="LiveId" clId="{7A6A1B0E-21D4-48F6-BA66-D5EAA52030E6}" dt="2024-08-23T15:37:42.504" v="679" actId="20577"/>
          <ac:spMkLst>
            <pc:docMk/>
            <pc:sldMk cId="3753762985" sldId="1452"/>
            <ac:spMk id="5" creationId="{A2047971-DA85-C751-DC5A-5C52B51C52BA}"/>
          </ac:spMkLst>
        </pc:spChg>
        <pc:spChg chg="mod">
          <ac:chgData name="Rosmin Elsa" userId="8f13a6be4da41318" providerId="LiveId" clId="{7A6A1B0E-21D4-48F6-BA66-D5EAA52030E6}" dt="2024-08-23T10:10:30.450" v="404" actId="20577"/>
          <ac:spMkLst>
            <pc:docMk/>
            <pc:sldMk cId="3753762985" sldId="1452"/>
            <ac:spMk id="6" creationId="{BA0B3BE2-D998-167B-8C65-476E697BA331}"/>
          </ac:spMkLst>
        </pc:spChg>
        <pc:spChg chg="mod">
          <ac:chgData name="Rosmin Elsa" userId="8f13a6be4da41318" providerId="LiveId" clId="{7A6A1B0E-21D4-48F6-BA66-D5EAA52030E6}" dt="2024-08-23T15:29:13.259" v="642" actId="6549"/>
          <ac:spMkLst>
            <pc:docMk/>
            <pc:sldMk cId="3753762985" sldId="1452"/>
            <ac:spMk id="13" creationId="{F90AFB74-83FD-8F85-3412-5B2B465B437B}"/>
          </ac:spMkLst>
        </pc:spChg>
      </pc:sldChg>
      <pc:sldChg chg="modSp mod modShow">
        <pc:chgData name="Rosmin Elsa" userId="8f13a6be4da41318" providerId="LiveId" clId="{7A6A1B0E-21D4-48F6-BA66-D5EAA52030E6}" dt="2024-08-23T15:10:12.480" v="505" actId="20577"/>
        <pc:sldMkLst>
          <pc:docMk/>
          <pc:sldMk cId="4039580999" sldId="1465"/>
        </pc:sldMkLst>
        <pc:spChg chg="mod">
          <ac:chgData name="Rosmin Elsa" userId="8f13a6be4da41318" providerId="LiveId" clId="{7A6A1B0E-21D4-48F6-BA66-D5EAA52030E6}" dt="2024-08-23T10:16:49.244" v="461" actId="1076"/>
          <ac:spMkLst>
            <pc:docMk/>
            <pc:sldMk cId="4039580999" sldId="1465"/>
            <ac:spMk id="6" creationId="{C1232047-F35C-9CE6-AB39-2974E36818C5}"/>
          </ac:spMkLst>
        </pc:spChg>
        <pc:spChg chg="mod">
          <ac:chgData name="Rosmin Elsa" userId="8f13a6be4da41318" providerId="LiveId" clId="{7A6A1B0E-21D4-48F6-BA66-D5EAA52030E6}" dt="2024-08-23T15:10:12.480" v="505" actId="20577"/>
          <ac:spMkLst>
            <pc:docMk/>
            <pc:sldMk cId="4039580999" sldId="1465"/>
            <ac:spMk id="9" creationId="{0968D38C-2C82-7C11-B05D-513832A91F53}"/>
          </ac:spMkLst>
        </pc:spChg>
      </pc:sldChg>
      <pc:sldChg chg="addSp delSp modSp mod modShow">
        <pc:chgData name="Rosmin Elsa" userId="8f13a6be4da41318" providerId="LiveId" clId="{7A6A1B0E-21D4-48F6-BA66-D5EAA52030E6}" dt="2024-08-23T15:10:07.421" v="502" actId="20577"/>
        <pc:sldMkLst>
          <pc:docMk/>
          <pc:sldMk cId="576487781" sldId="1466"/>
        </pc:sldMkLst>
        <pc:spChg chg="add mod">
          <ac:chgData name="Rosmin Elsa" userId="8f13a6be4da41318" providerId="LiveId" clId="{7A6A1B0E-21D4-48F6-BA66-D5EAA52030E6}" dt="2024-08-23T10:17:11.633" v="469" actId="6549"/>
          <ac:spMkLst>
            <pc:docMk/>
            <pc:sldMk cId="576487781" sldId="1466"/>
            <ac:spMk id="2" creationId="{AACD737C-BFEA-35A0-CDB0-9A393589EFE0}"/>
          </ac:spMkLst>
        </pc:spChg>
        <pc:spChg chg="del">
          <ac:chgData name="Rosmin Elsa" userId="8f13a6be4da41318" providerId="LiveId" clId="{7A6A1B0E-21D4-48F6-BA66-D5EAA52030E6}" dt="2024-08-23T10:16:55.566" v="462" actId="478"/>
          <ac:spMkLst>
            <pc:docMk/>
            <pc:sldMk cId="576487781" sldId="1466"/>
            <ac:spMk id="6" creationId="{D13150C6-8221-D63C-33BE-B34E2F490172}"/>
          </ac:spMkLst>
        </pc:spChg>
        <pc:spChg chg="mod">
          <ac:chgData name="Rosmin Elsa" userId="8f13a6be4da41318" providerId="LiveId" clId="{7A6A1B0E-21D4-48F6-BA66-D5EAA52030E6}" dt="2024-08-23T15:10:07.421" v="502" actId="20577"/>
          <ac:spMkLst>
            <pc:docMk/>
            <pc:sldMk cId="576487781" sldId="1466"/>
            <ac:spMk id="9" creationId="{2257D2E9-8338-4D70-7848-7EBAAA53BB78}"/>
          </ac:spMkLst>
        </pc:spChg>
      </pc:sldChg>
      <pc:sldChg chg="addSp delSp modSp mod modShow">
        <pc:chgData name="Rosmin Elsa" userId="8f13a6be4da41318" providerId="LiveId" clId="{7A6A1B0E-21D4-48F6-BA66-D5EAA52030E6}" dt="2024-08-23T15:10:01.792" v="499" actId="20577"/>
        <pc:sldMkLst>
          <pc:docMk/>
          <pc:sldMk cId="2882701942" sldId="1467"/>
        </pc:sldMkLst>
        <pc:spChg chg="add mod">
          <ac:chgData name="Rosmin Elsa" userId="8f13a6be4da41318" providerId="LiveId" clId="{7A6A1B0E-21D4-48F6-BA66-D5EAA52030E6}" dt="2024-08-23T10:17:40.399" v="478" actId="6549"/>
          <ac:spMkLst>
            <pc:docMk/>
            <pc:sldMk cId="2882701942" sldId="1467"/>
            <ac:spMk id="2" creationId="{22D45E90-AB8D-87AC-62B1-4A483C3BB88D}"/>
          </ac:spMkLst>
        </pc:spChg>
        <pc:spChg chg="del">
          <ac:chgData name="Rosmin Elsa" userId="8f13a6be4da41318" providerId="LiveId" clId="{7A6A1B0E-21D4-48F6-BA66-D5EAA52030E6}" dt="2024-08-23T10:17:22.350" v="470" actId="478"/>
          <ac:spMkLst>
            <pc:docMk/>
            <pc:sldMk cId="2882701942" sldId="1467"/>
            <ac:spMk id="6" creationId="{9774693D-CD44-5CB7-0C93-3628B747F75C}"/>
          </ac:spMkLst>
        </pc:spChg>
        <pc:spChg chg="mod">
          <ac:chgData name="Rosmin Elsa" userId="8f13a6be4da41318" providerId="LiveId" clId="{7A6A1B0E-21D4-48F6-BA66-D5EAA52030E6}" dt="2024-08-23T15:10:01.792" v="499" actId="20577"/>
          <ac:spMkLst>
            <pc:docMk/>
            <pc:sldMk cId="2882701942" sldId="1467"/>
            <ac:spMk id="9" creationId="{D56A539C-4C26-5D1C-7D31-2EAE3D32C470}"/>
          </ac:spMkLst>
        </pc:spChg>
      </pc:sldChg>
      <pc:sldChg chg="mod modShow">
        <pc:chgData name="Rosmin Elsa" userId="8f13a6be4da41318" providerId="LiveId" clId="{7A6A1B0E-21D4-48F6-BA66-D5EAA52030E6}" dt="2024-08-23T09:48:26.653" v="202" actId="729"/>
        <pc:sldMkLst>
          <pc:docMk/>
          <pc:sldMk cId="625835019" sldId="1468"/>
        </pc:sldMkLst>
      </pc:sldChg>
      <pc:sldChg chg="mod modShow">
        <pc:chgData name="Rosmin Elsa" userId="8f13a6be4da41318" providerId="LiveId" clId="{7A6A1B0E-21D4-48F6-BA66-D5EAA52030E6}" dt="2024-08-23T09:48:26.653" v="202" actId="729"/>
        <pc:sldMkLst>
          <pc:docMk/>
          <pc:sldMk cId="3658360246" sldId="1469"/>
        </pc:sldMkLst>
      </pc:sldChg>
      <pc:sldChg chg="modSp mod modShow">
        <pc:chgData name="Rosmin Elsa" userId="8f13a6be4da41318" providerId="LiveId" clId="{7A6A1B0E-21D4-48F6-BA66-D5EAA52030E6}" dt="2024-08-23T15:34:20.883" v="645" actId="27107"/>
        <pc:sldMkLst>
          <pc:docMk/>
          <pc:sldMk cId="1292053075" sldId="1470"/>
        </pc:sldMkLst>
        <pc:spChg chg="mod">
          <ac:chgData name="Rosmin Elsa" userId="8f13a6be4da41318" providerId="LiveId" clId="{7A6A1B0E-21D4-48F6-BA66-D5EAA52030E6}" dt="2024-08-23T15:34:20.883" v="645" actId="27107"/>
          <ac:spMkLst>
            <pc:docMk/>
            <pc:sldMk cId="1292053075" sldId="1470"/>
            <ac:spMk id="6" creationId="{D5D737D0-BD04-7FC6-B03F-BCEC1F57FD2E}"/>
          </ac:spMkLst>
        </pc:spChg>
      </pc:sldChg>
      <pc:sldChg chg="addSp delSp modSp mod">
        <pc:chgData name="Rosmin Elsa" userId="8f13a6be4da41318" providerId="LiveId" clId="{7A6A1B0E-21D4-48F6-BA66-D5EAA52030E6}" dt="2024-08-23T15:35:08.994" v="647" actId="20577"/>
        <pc:sldMkLst>
          <pc:docMk/>
          <pc:sldMk cId="3068996028" sldId="1472"/>
        </pc:sldMkLst>
        <pc:spChg chg="mod">
          <ac:chgData name="Rosmin Elsa" userId="8f13a6be4da41318" providerId="LiveId" clId="{7A6A1B0E-21D4-48F6-BA66-D5EAA52030E6}" dt="2024-08-23T09:32:29.623" v="86"/>
          <ac:spMkLst>
            <pc:docMk/>
            <pc:sldMk cId="3068996028" sldId="1472"/>
            <ac:spMk id="2" creationId="{7650D44C-1859-E285-8215-02854B445147}"/>
          </ac:spMkLst>
        </pc:spChg>
        <pc:spChg chg="del">
          <ac:chgData name="Rosmin Elsa" userId="8f13a6be4da41318" providerId="LiveId" clId="{7A6A1B0E-21D4-48F6-BA66-D5EAA52030E6}" dt="2024-08-23T09:36:07.392" v="100" actId="478"/>
          <ac:spMkLst>
            <pc:docMk/>
            <pc:sldMk cId="3068996028" sldId="1472"/>
            <ac:spMk id="3" creationId="{4A8690D3-6D5D-BBB1-5673-E0C9C96D6ACA}"/>
          </ac:spMkLst>
        </pc:spChg>
        <pc:spChg chg="mod">
          <ac:chgData name="Rosmin Elsa" userId="8f13a6be4da41318" providerId="LiveId" clId="{7A6A1B0E-21D4-48F6-BA66-D5EAA52030E6}" dt="2024-08-23T15:35:08.994" v="647" actId="20577"/>
          <ac:spMkLst>
            <pc:docMk/>
            <pc:sldMk cId="3068996028" sldId="1472"/>
            <ac:spMk id="5" creationId="{9CDE8A97-A04A-A5A0-1CE7-9CAA6D4FBF85}"/>
          </ac:spMkLst>
        </pc:spChg>
        <pc:spChg chg="add del">
          <ac:chgData name="Rosmin Elsa" userId="8f13a6be4da41318" providerId="LiveId" clId="{7A6A1B0E-21D4-48F6-BA66-D5EAA52030E6}" dt="2024-08-23T09:36:09.283" v="102" actId="22"/>
          <ac:spMkLst>
            <pc:docMk/>
            <pc:sldMk cId="3068996028" sldId="1472"/>
            <ac:spMk id="7" creationId="{95A7A096-B158-BB85-2AC6-11C08EC9ACB4}"/>
          </ac:spMkLst>
        </pc:spChg>
        <pc:spChg chg="add mod">
          <ac:chgData name="Rosmin Elsa" userId="8f13a6be4da41318" providerId="LiveId" clId="{7A6A1B0E-21D4-48F6-BA66-D5EAA52030E6}" dt="2024-08-23T09:37:42.533" v="125" actId="20577"/>
          <ac:spMkLst>
            <pc:docMk/>
            <pc:sldMk cId="3068996028" sldId="1472"/>
            <ac:spMk id="8" creationId="{49301D56-E6F9-4D0B-1BC6-9615C12AA33C}"/>
          </ac:spMkLst>
        </pc:spChg>
      </pc:sldChg>
      <pc:sldChg chg="addSp delSp modSp mod">
        <pc:chgData name="Rosmin Elsa" userId="8f13a6be4da41318" providerId="LiveId" clId="{7A6A1B0E-21D4-48F6-BA66-D5EAA52030E6}" dt="2024-08-23T15:35:12.474" v="648" actId="20577"/>
        <pc:sldMkLst>
          <pc:docMk/>
          <pc:sldMk cId="2264041875" sldId="1473"/>
        </pc:sldMkLst>
        <pc:spChg chg="mod">
          <ac:chgData name="Rosmin Elsa" userId="8f13a6be4da41318" providerId="LiveId" clId="{7A6A1B0E-21D4-48F6-BA66-D5EAA52030E6}" dt="2024-08-23T09:32:32.619" v="87"/>
          <ac:spMkLst>
            <pc:docMk/>
            <pc:sldMk cId="2264041875" sldId="1473"/>
            <ac:spMk id="2" creationId="{DF6C818C-9627-247B-B917-187D597D3668}"/>
          </ac:spMkLst>
        </pc:spChg>
        <pc:spChg chg="add mod">
          <ac:chgData name="Rosmin Elsa" userId="8f13a6be4da41318" providerId="LiveId" clId="{7A6A1B0E-21D4-48F6-BA66-D5EAA52030E6}" dt="2024-08-23T09:37:54.032" v="131" actId="20577"/>
          <ac:spMkLst>
            <pc:docMk/>
            <pc:sldMk cId="2264041875" sldId="1473"/>
            <ac:spMk id="3" creationId="{50098C9C-7A7C-A361-89C3-CB0D9F1C1E3A}"/>
          </ac:spMkLst>
        </pc:spChg>
        <pc:spChg chg="mod">
          <ac:chgData name="Rosmin Elsa" userId="8f13a6be4da41318" providerId="LiveId" clId="{7A6A1B0E-21D4-48F6-BA66-D5EAA52030E6}" dt="2024-08-23T15:35:12.474" v="648" actId="20577"/>
          <ac:spMkLst>
            <pc:docMk/>
            <pc:sldMk cId="2264041875" sldId="1473"/>
            <ac:spMk id="5" creationId="{3E16CFBD-E0AF-57EE-01B9-A67C4B76D0B5}"/>
          </ac:spMkLst>
        </pc:spChg>
        <pc:spChg chg="del">
          <ac:chgData name="Rosmin Elsa" userId="8f13a6be4da41318" providerId="LiveId" clId="{7A6A1B0E-21D4-48F6-BA66-D5EAA52030E6}" dt="2024-08-23T09:36:29.576" v="109" actId="478"/>
          <ac:spMkLst>
            <pc:docMk/>
            <pc:sldMk cId="2264041875" sldId="1473"/>
            <ac:spMk id="8" creationId="{FDC59045-2C7C-F576-C00C-AAA6D40E13D2}"/>
          </ac:spMkLst>
        </pc:spChg>
      </pc:sldChg>
      <pc:sldChg chg="modSp mod modShow">
        <pc:chgData name="Rosmin Elsa" userId="8f13a6be4da41318" providerId="LiveId" clId="{7A6A1B0E-21D4-48F6-BA66-D5EAA52030E6}" dt="2024-08-23T15:37:48.450" v="680" actId="20577"/>
        <pc:sldMkLst>
          <pc:docMk/>
          <pc:sldMk cId="4077105178" sldId="1475"/>
        </pc:sldMkLst>
        <pc:spChg chg="mod">
          <ac:chgData name="Rosmin Elsa" userId="8f13a6be4da41318" providerId="LiveId" clId="{7A6A1B0E-21D4-48F6-BA66-D5EAA52030E6}" dt="2024-08-23T15:37:48.450" v="680" actId="20577"/>
          <ac:spMkLst>
            <pc:docMk/>
            <pc:sldMk cId="4077105178" sldId="1475"/>
            <ac:spMk id="5" creationId="{A2047971-DA85-C751-DC5A-5C52B51C52BA}"/>
          </ac:spMkLst>
        </pc:spChg>
        <pc:spChg chg="mod">
          <ac:chgData name="Rosmin Elsa" userId="8f13a6be4da41318" providerId="LiveId" clId="{7A6A1B0E-21D4-48F6-BA66-D5EAA52030E6}" dt="2024-08-23T15:27:27.752" v="632" actId="313"/>
          <ac:spMkLst>
            <pc:docMk/>
            <pc:sldMk cId="4077105178" sldId="1475"/>
            <ac:spMk id="6" creationId="{BA0B3BE2-D998-167B-8C65-476E697BA331}"/>
          </ac:spMkLst>
        </pc:spChg>
        <pc:spChg chg="mod">
          <ac:chgData name="Rosmin Elsa" userId="8f13a6be4da41318" providerId="LiveId" clId="{7A6A1B0E-21D4-48F6-BA66-D5EAA52030E6}" dt="2024-08-23T15:29:16.828" v="643" actId="6549"/>
          <ac:spMkLst>
            <pc:docMk/>
            <pc:sldMk cId="4077105178" sldId="1475"/>
            <ac:spMk id="13" creationId="{F90AFB74-83FD-8F85-3412-5B2B465B437B}"/>
          </ac:spMkLst>
        </pc:spChg>
      </pc:sldChg>
      <pc:sldChg chg="mod modShow">
        <pc:chgData name="Rosmin Elsa" userId="8f13a6be4da41318" providerId="LiveId" clId="{7A6A1B0E-21D4-48F6-BA66-D5EAA52030E6}" dt="2024-08-23T09:48:26.653" v="202" actId="729"/>
        <pc:sldMkLst>
          <pc:docMk/>
          <pc:sldMk cId="1985140678" sldId="1476"/>
        </pc:sldMkLst>
      </pc:sldChg>
      <pc:sldChg chg="modSp mod modShow">
        <pc:chgData name="Rosmin Elsa" userId="8f13a6be4da41318" providerId="LiveId" clId="{7A6A1B0E-21D4-48F6-BA66-D5EAA52030E6}" dt="2024-08-23T15:32:13.522" v="644" actId="27107"/>
        <pc:sldMkLst>
          <pc:docMk/>
          <pc:sldMk cId="837277863" sldId="1477"/>
        </pc:sldMkLst>
        <pc:spChg chg="mod">
          <ac:chgData name="Rosmin Elsa" userId="8f13a6be4da41318" providerId="LiveId" clId="{7A6A1B0E-21D4-48F6-BA66-D5EAA52030E6}" dt="2024-08-23T15:32:13.522" v="644" actId="27107"/>
          <ac:spMkLst>
            <pc:docMk/>
            <pc:sldMk cId="837277863" sldId="1477"/>
            <ac:spMk id="6" creationId="{00B7E6C3-DC3B-BC8E-EE75-86995C7F8ADF}"/>
          </ac:spMkLst>
        </pc:spChg>
      </pc:sldChg>
      <pc:sldChg chg="modSp mod modShow">
        <pc:chgData name="Rosmin Elsa" userId="8f13a6be4da41318" providerId="LiveId" clId="{7A6A1B0E-21D4-48F6-BA66-D5EAA52030E6}" dt="2024-08-23T15:09:57.546" v="496" actId="20577"/>
        <pc:sldMkLst>
          <pc:docMk/>
          <pc:sldMk cId="4171570983" sldId="1478"/>
        </pc:sldMkLst>
        <pc:spChg chg="mod">
          <ac:chgData name="Rosmin Elsa" userId="8f13a6be4da41318" providerId="LiveId" clId="{7A6A1B0E-21D4-48F6-BA66-D5EAA52030E6}" dt="2024-08-23T10:18:12.568" v="486" actId="6549"/>
          <ac:spMkLst>
            <pc:docMk/>
            <pc:sldMk cId="4171570983" sldId="1478"/>
            <ac:spMk id="6" creationId="{9774693D-CD44-5CB7-0C93-3628B747F75C}"/>
          </ac:spMkLst>
        </pc:spChg>
        <pc:spChg chg="mod">
          <ac:chgData name="Rosmin Elsa" userId="8f13a6be4da41318" providerId="LiveId" clId="{7A6A1B0E-21D4-48F6-BA66-D5EAA52030E6}" dt="2024-08-23T15:09:57.546" v="496" actId="20577"/>
          <ac:spMkLst>
            <pc:docMk/>
            <pc:sldMk cId="4171570983" sldId="1478"/>
            <ac:spMk id="9" creationId="{D56A539C-4C26-5D1C-7D31-2EAE3D32C470}"/>
          </ac:spMkLst>
        </pc:spChg>
      </pc:sldChg>
      <pc:sldChg chg="del mod modShow">
        <pc:chgData name="Rosmin Elsa" userId="8f13a6be4da41318" providerId="LiveId" clId="{7A6A1B0E-21D4-48F6-BA66-D5EAA52030E6}" dt="2024-08-23T15:11:08.297" v="506" actId="2696"/>
        <pc:sldMkLst>
          <pc:docMk/>
          <pc:sldMk cId="29450327" sldId="1481"/>
        </pc:sldMkLst>
      </pc:sldChg>
      <pc:sldChg chg="del mod modShow">
        <pc:chgData name="Rosmin Elsa" userId="8f13a6be4da41318" providerId="LiveId" clId="{7A6A1B0E-21D4-48F6-BA66-D5EAA52030E6}" dt="2024-08-23T15:11:08.297" v="506" actId="2696"/>
        <pc:sldMkLst>
          <pc:docMk/>
          <pc:sldMk cId="3083004799" sldId="1482"/>
        </pc:sldMkLst>
      </pc:sldChg>
      <pc:sldChg chg="del mod modShow">
        <pc:chgData name="Rosmin Elsa" userId="8f13a6be4da41318" providerId="LiveId" clId="{7A6A1B0E-21D4-48F6-BA66-D5EAA52030E6}" dt="2024-08-23T15:11:08.297" v="506" actId="2696"/>
        <pc:sldMkLst>
          <pc:docMk/>
          <pc:sldMk cId="395938368" sldId="1483"/>
        </pc:sldMkLst>
      </pc:sldChg>
      <pc:sldChg chg="del mod modShow">
        <pc:chgData name="Rosmin Elsa" userId="8f13a6be4da41318" providerId="LiveId" clId="{7A6A1B0E-21D4-48F6-BA66-D5EAA52030E6}" dt="2024-08-23T15:11:08.297" v="506" actId="2696"/>
        <pc:sldMkLst>
          <pc:docMk/>
          <pc:sldMk cId="661357680" sldId="1484"/>
        </pc:sldMkLst>
      </pc:sldChg>
      <pc:sldChg chg="del mod modShow">
        <pc:chgData name="Rosmin Elsa" userId="8f13a6be4da41318" providerId="LiveId" clId="{7A6A1B0E-21D4-48F6-BA66-D5EAA52030E6}" dt="2024-08-23T15:11:08.297" v="506" actId="2696"/>
        <pc:sldMkLst>
          <pc:docMk/>
          <pc:sldMk cId="699412293" sldId="1485"/>
        </pc:sldMkLst>
      </pc:sldChg>
      <pc:sldChg chg="del mod modShow">
        <pc:chgData name="Rosmin Elsa" userId="8f13a6be4da41318" providerId="LiveId" clId="{7A6A1B0E-21D4-48F6-BA66-D5EAA52030E6}" dt="2024-08-23T15:11:08.297" v="506" actId="2696"/>
        <pc:sldMkLst>
          <pc:docMk/>
          <pc:sldMk cId="2573244582" sldId="1486"/>
        </pc:sldMkLst>
      </pc:sldChg>
      <pc:sldChg chg="del mod modShow">
        <pc:chgData name="Rosmin Elsa" userId="8f13a6be4da41318" providerId="LiveId" clId="{7A6A1B0E-21D4-48F6-BA66-D5EAA52030E6}" dt="2024-08-23T15:11:08.297" v="506" actId="2696"/>
        <pc:sldMkLst>
          <pc:docMk/>
          <pc:sldMk cId="2734668960" sldId="1487"/>
        </pc:sldMkLst>
      </pc:sldChg>
      <pc:sldChg chg="del mod modShow">
        <pc:chgData name="Rosmin Elsa" userId="8f13a6be4da41318" providerId="LiveId" clId="{7A6A1B0E-21D4-48F6-BA66-D5EAA52030E6}" dt="2024-08-23T15:11:08.297" v="506" actId="2696"/>
        <pc:sldMkLst>
          <pc:docMk/>
          <pc:sldMk cId="1447438259" sldId="1488"/>
        </pc:sldMkLst>
      </pc:sldChg>
      <pc:sldChg chg="del mod modShow">
        <pc:chgData name="Rosmin Elsa" userId="8f13a6be4da41318" providerId="LiveId" clId="{7A6A1B0E-21D4-48F6-BA66-D5EAA52030E6}" dt="2024-08-23T15:11:08.297" v="506" actId="2696"/>
        <pc:sldMkLst>
          <pc:docMk/>
          <pc:sldMk cId="1774355143" sldId="1489"/>
        </pc:sldMkLst>
      </pc:sldChg>
      <pc:sldChg chg="addSp delSp modSp mod">
        <pc:chgData name="Rosmin Elsa" userId="8f13a6be4da41318" providerId="LiveId" clId="{7A6A1B0E-21D4-48F6-BA66-D5EAA52030E6}" dt="2024-08-23T15:35:41.606" v="656" actId="20577"/>
        <pc:sldMkLst>
          <pc:docMk/>
          <pc:sldMk cId="2268015802" sldId="1490"/>
        </pc:sldMkLst>
        <pc:spChg chg="mod">
          <ac:chgData name="Rosmin Elsa" userId="8f13a6be4da41318" providerId="LiveId" clId="{7A6A1B0E-21D4-48F6-BA66-D5EAA52030E6}" dt="2024-08-23T15:21:58.540" v="622"/>
          <ac:spMkLst>
            <pc:docMk/>
            <pc:sldMk cId="2268015802" sldId="1490"/>
            <ac:spMk id="2" creationId="{69072751-0DFD-E04D-8DBC-6192EE4B4B2A}"/>
          </ac:spMkLst>
        </pc:spChg>
        <pc:spChg chg="del">
          <ac:chgData name="Rosmin Elsa" userId="8f13a6be4da41318" providerId="LiveId" clId="{7A6A1B0E-21D4-48F6-BA66-D5EAA52030E6}" dt="2024-08-23T09:43:01.733" v="160" actId="478"/>
          <ac:spMkLst>
            <pc:docMk/>
            <pc:sldMk cId="2268015802" sldId="1490"/>
            <ac:spMk id="3" creationId="{DFD3087A-542A-9E8A-2F04-286C1B72B61A}"/>
          </ac:spMkLst>
        </pc:spChg>
        <pc:spChg chg="add mod">
          <ac:chgData name="Rosmin Elsa" userId="8f13a6be4da41318" providerId="LiveId" clId="{7A6A1B0E-21D4-48F6-BA66-D5EAA52030E6}" dt="2024-08-23T15:21:02.901" v="596" actId="1076"/>
          <ac:spMkLst>
            <pc:docMk/>
            <pc:sldMk cId="2268015802" sldId="1490"/>
            <ac:spMk id="4" creationId="{1ADA67F3-26B9-DFE2-4EEB-3CD63D772246}"/>
          </ac:spMkLst>
        </pc:spChg>
        <pc:spChg chg="mod">
          <ac:chgData name="Rosmin Elsa" userId="8f13a6be4da41318" providerId="LiveId" clId="{7A6A1B0E-21D4-48F6-BA66-D5EAA52030E6}" dt="2024-08-23T15:35:41.606" v="656" actId="20577"/>
          <ac:spMkLst>
            <pc:docMk/>
            <pc:sldMk cId="2268015802" sldId="1490"/>
            <ac:spMk id="6" creationId="{B48AEF40-D79D-77F3-773C-095D81075E36}"/>
          </ac:spMkLst>
        </pc:spChg>
        <pc:picChg chg="mod">
          <ac:chgData name="Rosmin Elsa" userId="8f13a6be4da41318" providerId="LiveId" clId="{7A6A1B0E-21D4-48F6-BA66-D5EAA52030E6}" dt="2024-08-23T09:45:52.146" v="188" actId="1076"/>
          <ac:picMkLst>
            <pc:docMk/>
            <pc:sldMk cId="2268015802" sldId="1490"/>
            <ac:picMk id="9" creationId="{4BC5C584-7550-42C0-5176-232FC90F0FD6}"/>
          </ac:picMkLst>
        </pc:picChg>
      </pc:sldChg>
      <pc:sldChg chg="addSp delSp modSp mod">
        <pc:chgData name="Rosmin Elsa" userId="8f13a6be4da41318" providerId="LiveId" clId="{7A6A1B0E-21D4-48F6-BA66-D5EAA52030E6}" dt="2024-08-23T15:36:17.040" v="669" actId="20577"/>
        <pc:sldMkLst>
          <pc:docMk/>
          <pc:sldMk cId="786665984" sldId="1491"/>
        </pc:sldMkLst>
        <pc:spChg chg="mod">
          <ac:chgData name="Rosmin Elsa" userId="8f13a6be4da41318" providerId="LiveId" clId="{7A6A1B0E-21D4-48F6-BA66-D5EAA52030E6}" dt="2024-08-23T15:22:01.852" v="623"/>
          <ac:spMkLst>
            <pc:docMk/>
            <pc:sldMk cId="786665984" sldId="1491"/>
            <ac:spMk id="2" creationId="{69072751-0DFD-E04D-8DBC-6192EE4B4B2A}"/>
          </ac:spMkLst>
        </pc:spChg>
        <pc:spChg chg="del">
          <ac:chgData name="Rosmin Elsa" userId="8f13a6be4da41318" providerId="LiveId" clId="{7A6A1B0E-21D4-48F6-BA66-D5EAA52030E6}" dt="2024-08-23T09:43:37.285" v="170" actId="478"/>
          <ac:spMkLst>
            <pc:docMk/>
            <pc:sldMk cId="786665984" sldId="1491"/>
            <ac:spMk id="3" creationId="{DFD3087A-542A-9E8A-2F04-286C1B72B61A}"/>
          </ac:spMkLst>
        </pc:spChg>
        <pc:spChg chg="add mod">
          <ac:chgData name="Rosmin Elsa" userId="8f13a6be4da41318" providerId="LiveId" clId="{7A6A1B0E-21D4-48F6-BA66-D5EAA52030E6}" dt="2024-08-23T15:20:57.742" v="595" actId="1076"/>
          <ac:spMkLst>
            <pc:docMk/>
            <pc:sldMk cId="786665984" sldId="1491"/>
            <ac:spMk id="4" creationId="{AB26D545-B276-5304-DC16-72D6F4A77406}"/>
          </ac:spMkLst>
        </pc:spChg>
        <pc:spChg chg="mod">
          <ac:chgData name="Rosmin Elsa" userId="8f13a6be4da41318" providerId="LiveId" clId="{7A6A1B0E-21D4-48F6-BA66-D5EAA52030E6}" dt="2024-08-23T15:36:17.040" v="669" actId="20577"/>
          <ac:spMkLst>
            <pc:docMk/>
            <pc:sldMk cId="786665984" sldId="1491"/>
            <ac:spMk id="6" creationId="{B48AEF40-D79D-77F3-773C-095D81075E36}"/>
          </ac:spMkLst>
        </pc:spChg>
        <pc:spChg chg="mod">
          <ac:chgData name="Rosmin Elsa" userId="8f13a6be4da41318" providerId="LiveId" clId="{7A6A1B0E-21D4-48F6-BA66-D5EAA52030E6}" dt="2024-08-23T09:45:45.028" v="187" actId="1076"/>
          <ac:spMkLst>
            <pc:docMk/>
            <pc:sldMk cId="786665984" sldId="1491"/>
            <ac:spMk id="7" creationId="{1E034DBB-D11D-E8BD-DFC3-703615F257C6}"/>
          </ac:spMkLst>
        </pc:spChg>
        <pc:picChg chg="mod">
          <ac:chgData name="Rosmin Elsa" userId="8f13a6be4da41318" providerId="LiveId" clId="{7A6A1B0E-21D4-48F6-BA66-D5EAA52030E6}" dt="2024-08-23T09:46:31.988" v="192" actId="1076"/>
          <ac:picMkLst>
            <pc:docMk/>
            <pc:sldMk cId="786665984" sldId="1491"/>
            <ac:picMk id="9" creationId="{4BC5C584-7550-42C0-5176-232FC90F0FD6}"/>
          </ac:picMkLst>
        </pc:picChg>
      </pc:sldChg>
      <pc:sldChg chg="del">
        <pc:chgData name="Rosmin Elsa" userId="8f13a6be4da41318" providerId="LiveId" clId="{7A6A1B0E-21D4-48F6-BA66-D5EAA52030E6}" dt="2024-08-23T09:44:54.503" v="184" actId="2696"/>
        <pc:sldMkLst>
          <pc:docMk/>
          <pc:sldMk cId="445630543" sldId="1492"/>
        </pc:sldMkLst>
      </pc:sldChg>
      <pc:sldChg chg="del mod modShow">
        <pc:chgData name="Rosmin Elsa" userId="8f13a6be4da41318" providerId="LiveId" clId="{7A6A1B0E-21D4-48F6-BA66-D5EAA52030E6}" dt="2024-08-23T09:51:37.463" v="286" actId="47"/>
        <pc:sldMkLst>
          <pc:docMk/>
          <pc:sldMk cId="94645776" sldId="1493"/>
        </pc:sldMkLst>
      </pc:sldChg>
      <pc:sldChg chg="modSp mod modShow">
        <pc:chgData name="Rosmin Elsa" userId="8f13a6be4da41318" providerId="LiveId" clId="{7A6A1B0E-21D4-48F6-BA66-D5EAA52030E6}" dt="2024-08-23T15:37:51.941" v="681" actId="20577"/>
        <pc:sldMkLst>
          <pc:docMk/>
          <pc:sldMk cId="278802787" sldId="1494"/>
        </pc:sldMkLst>
        <pc:spChg chg="mod">
          <ac:chgData name="Rosmin Elsa" userId="8f13a6be4da41318" providerId="LiveId" clId="{7A6A1B0E-21D4-48F6-BA66-D5EAA52030E6}" dt="2024-08-23T15:37:51.941" v="681" actId="20577"/>
          <ac:spMkLst>
            <pc:docMk/>
            <pc:sldMk cId="278802787" sldId="1494"/>
            <ac:spMk id="5" creationId="{A2047971-DA85-C751-DC5A-5C52B51C52BA}"/>
          </ac:spMkLst>
        </pc:spChg>
        <pc:spChg chg="mod">
          <ac:chgData name="Rosmin Elsa" userId="8f13a6be4da41318" providerId="LiveId" clId="{7A6A1B0E-21D4-48F6-BA66-D5EAA52030E6}" dt="2024-08-23T15:28:31.382" v="637" actId="27107"/>
          <ac:spMkLst>
            <pc:docMk/>
            <pc:sldMk cId="278802787" sldId="1494"/>
            <ac:spMk id="6" creationId="{BA0B3BE2-D998-167B-8C65-476E697BA331}"/>
          </ac:spMkLst>
        </pc:spChg>
        <pc:spChg chg="mod">
          <ac:chgData name="Rosmin Elsa" userId="8f13a6be4da41318" providerId="LiveId" clId="{7A6A1B0E-21D4-48F6-BA66-D5EAA52030E6}" dt="2024-08-23T15:28:45.201" v="638" actId="6549"/>
          <ac:spMkLst>
            <pc:docMk/>
            <pc:sldMk cId="278802787" sldId="1494"/>
            <ac:spMk id="13" creationId="{F90AFB74-83FD-8F85-3412-5B2B465B437B}"/>
          </ac:spMkLst>
        </pc:spChg>
      </pc:sldChg>
      <pc:sldChg chg="modSp del mod modShow">
        <pc:chgData name="Rosmin Elsa" userId="8f13a6be4da41318" providerId="LiveId" clId="{7A6A1B0E-21D4-48F6-BA66-D5EAA52030E6}" dt="2024-08-23T10:08:12.854" v="390" actId="2696"/>
        <pc:sldMkLst>
          <pc:docMk/>
          <pc:sldMk cId="3928759848" sldId="1495"/>
        </pc:sldMkLst>
        <pc:spChg chg="mod">
          <ac:chgData name="Rosmin Elsa" userId="8f13a6be4da41318" providerId="LiveId" clId="{7A6A1B0E-21D4-48F6-BA66-D5EAA52030E6}" dt="2024-08-23T10:03:23.761" v="371"/>
          <ac:spMkLst>
            <pc:docMk/>
            <pc:sldMk cId="3928759848" sldId="1495"/>
            <ac:spMk id="13" creationId="{F90AFB74-83FD-8F85-3412-5B2B465B437B}"/>
          </ac:spMkLst>
        </pc:spChg>
      </pc:sldChg>
      <pc:sldChg chg="mod modShow">
        <pc:chgData name="Rosmin Elsa" userId="8f13a6be4da41318" providerId="LiveId" clId="{7A6A1B0E-21D4-48F6-BA66-D5EAA52030E6}" dt="2024-08-23T09:48:26.653" v="202" actId="729"/>
        <pc:sldMkLst>
          <pc:docMk/>
          <pc:sldMk cId="4163302466" sldId="1496"/>
        </pc:sldMkLst>
      </pc:sldChg>
      <pc:sldChg chg="mod modShow">
        <pc:chgData name="Rosmin Elsa" userId="8f13a6be4da41318" providerId="LiveId" clId="{7A6A1B0E-21D4-48F6-BA66-D5EAA52030E6}" dt="2024-08-23T09:48:26.653" v="202" actId="729"/>
        <pc:sldMkLst>
          <pc:docMk/>
          <pc:sldMk cId="631278826" sldId="1497"/>
        </pc:sldMkLst>
      </pc:sldChg>
      <pc:sldChg chg="mod modShow">
        <pc:chgData name="Rosmin Elsa" userId="8f13a6be4da41318" providerId="LiveId" clId="{7A6A1B0E-21D4-48F6-BA66-D5EAA52030E6}" dt="2024-08-23T09:48:26.653" v="202" actId="729"/>
        <pc:sldMkLst>
          <pc:docMk/>
          <pc:sldMk cId="1056253493" sldId="1498"/>
        </pc:sldMkLst>
      </pc:sldChg>
      <pc:sldChg chg="mod modShow">
        <pc:chgData name="Rosmin Elsa" userId="8f13a6be4da41318" providerId="LiveId" clId="{7A6A1B0E-21D4-48F6-BA66-D5EAA52030E6}" dt="2024-08-23T09:48:26.653" v="202" actId="729"/>
        <pc:sldMkLst>
          <pc:docMk/>
          <pc:sldMk cId="1955710030" sldId="1499"/>
        </pc:sldMkLst>
      </pc:sldChg>
      <pc:sldChg chg="mod modShow">
        <pc:chgData name="Rosmin Elsa" userId="8f13a6be4da41318" providerId="LiveId" clId="{7A6A1B0E-21D4-48F6-BA66-D5EAA52030E6}" dt="2024-08-23T09:48:26.653" v="202" actId="729"/>
        <pc:sldMkLst>
          <pc:docMk/>
          <pc:sldMk cId="3277868355" sldId="1500"/>
        </pc:sldMkLst>
      </pc:sldChg>
      <pc:sldChg chg="mod modShow">
        <pc:chgData name="Rosmin Elsa" userId="8f13a6be4da41318" providerId="LiveId" clId="{7A6A1B0E-21D4-48F6-BA66-D5EAA52030E6}" dt="2024-08-23T09:48:26.653" v="202" actId="729"/>
        <pc:sldMkLst>
          <pc:docMk/>
          <pc:sldMk cId="3284377517" sldId="1501"/>
        </pc:sldMkLst>
      </pc:sldChg>
      <pc:sldChg chg="mod modShow">
        <pc:chgData name="Rosmin Elsa" userId="8f13a6be4da41318" providerId="LiveId" clId="{7A6A1B0E-21D4-48F6-BA66-D5EAA52030E6}" dt="2024-08-23T09:48:26.653" v="202" actId="729"/>
        <pc:sldMkLst>
          <pc:docMk/>
          <pc:sldMk cId="650011059" sldId="1502"/>
        </pc:sldMkLst>
      </pc:sldChg>
      <pc:sldChg chg="modSp add mod">
        <pc:chgData name="Rosmin Elsa" userId="8f13a6be4da41318" providerId="LiveId" clId="{7A6A1B0E-21D4-48F6-BA66-D5EAA52030E6}" dt="2024-08-23T15:35:20.615" v="652" actId="20577"/>
        <pc:sldMkLst>
          <pc:docMk/>
          <pc:sldMk cId="12393189" sldId="1503"/>
        </pc:sldMkLst>
        <pc:spChg chg="mod">
          <ac:chgData name="Rosmin Elsa" userId="8f13a6be4da41318" providerId="LiveId" clId="{7A6A1B0E-21D4-48F6-BA66-D5EAA52030E6}" dt="2024-08-23T09:38:12.165" v="138" actId="20577"/>
          <ac:spMkLst>
            <pc:docMk/>
            <pc:sldMk cId="12393189" sldId="1503"/>
            <ac:spMk id="3" creationId="{50098C9C-7A7C-A361-89C3-CB0D9F1C1E3A}"/>
          </ac:spMkLst>
        </pc:spChg>
        <pc:spChg chg="mod">
          <ac:chgData name="Rosmin Elsa" userId="8f13a6be4da41318" providerId="LiveId" clId="{7A6A1B0E-21D4-48F6-BA66-D5EAA52030E6}" dt="2024-08-23T15:35:20.615" v="652" actId="20577"/>
          <ac:spMkLst>
            <pc:docMk/>
            <pc:sldMk cId="12393189" sldId="1503"/>
            <ac:spMk id="5" creationId="{3E16CFBD-E0AF-57EE-01B9-A67C4B76D0B5}"/>
          </ac:spMkLst>
        </pc:spChg>
      </pc:sldChg>
      <pc:sldChg chg="add del">
        <pc:chgData name="Rosmin Elsa" userId="8f13a6be4da41318" providerId="LiveId" clId="{7A6A1B0E-21D4-48F6-BA66-D5EAA52030E6}" dt="2024-08-23T09:51:40.057" v="288"/>
        <pc:sldMkLst>
          <pc:docMk/>
          <pc:sldMk cId="990402691" sldId="1504"/>
        </pc:sldMkLst>
      </pc:sldChg>
      <pc:sldChg chg="modSp add mod">
        <pc:chgData name="Rosmin Elsa" userId="8f13a6be4da41318" providerId="LiveId" clId="{7A6A1B0E-21D4-48F6-BA66-D5EAA52030E6}" dt="2024-08-23T15:41:01.635" v="704"/>
        <pc:sldMkLst>
          <pc:docMk/>
          <pc:sldMk cId="3020737113" sldId="1504"/>
        </pc:sldMkLst>
        <pc:spChg chg="mod">
          <ac:chgData name="Rosmin Elsa" userId="8f13a6be4da41318" providerId="LiveId" clId="{7A6A1B0E-21D4-48F6-BA66-D5EAA52030E6}" dt="2024-08-23T15:36:30.356" v="670" actId="20577"/>
          <ac:spMkLst>
            <pc:docMk/>
            <pc:sldMk cId="3020737113" sldId="1504"/>
            <ac:spMk id="5" creationId="{002312A7-33C9-D63C-33EF-E395463CEF78}"/>
          </ac:spMkLst>
        </pc:spChg>
        <pc:spChg chg="mod">
          <ac:chgData name="Rosmin Elsa" userId="8f13a6be4da41318" providerId="LiveId" clId="{7A6A1B0E-21D4-48F6-BA66-D5EAA52030E6}" dt="2024-08-23T15:23:40.328" v="628" actId="33524"/>
          <ac:spMkLst>
            <pc:docMk/>
            <pc:sldMk cId="3020737113" sldId="1504"/>
            <ac:spMk id="6" creationId="{2D75DE56-5F0C-5056-AE13-29D86795AD33}"/>
          </ac:spMkLst>
        </pc:spChg>
        <pc:spChg chg="mod">
          <ac:chgData name="Rosmin Elsa" userId="8f13a6be4da41318" providerId="LiveId" clId="{7A6A1B0E-21D4-48F6-BA66-D5EAA52030E6}" dt="2024-08-23T15:41:01.635" v="704"/>
          <ac:spMkLst>
            <pc:docMk/>
            <pc:sldMk cId="3020737113" sldId="1504"/>
            <ac:spMk id="8" creationId="{006B5B6E-8198-6E5C-6E84-9D75287DF58B}"/>
          </ac:spMkLst>
        </pc:spChg>
      </pc:sldChg>
      <pc:sldChg chg="add del">
        <pc:chgData name="Rosmin Elsa" userId="8f13a6be4da41318" providerId="LiveId" clId="{7A6A1B0E-21D4-48F6-BA66-D5EAA52030E6}" dt="2024-08-23T09:51:40.057" v="288"/>
        <pc:sldMkLst>
          <pc:docMk/>
          <pc:sldMk cId="361706051" sldId="1505"/>
        </pc:sldMkLst>
      </pc:sldChg>
      <pc:sldChg chg="modSp add mod">
        <pc:chgData name="Rosmin Elsa" userId="8f13a6be4da41318" providerId="LiveId" clId="{7A6A1B0E-21D4-48F6-BA66-D5EAA52030E6}" dt="2024-08-23T15:41:04.827" v="705"/>
        <pc:sldMkLst>
          <pc:docMk/>
          <pc:sldMk cId="3020047500" sldId="1505"/>
        </pc:sldMkLst>
        <pc:spChg chg="mod">
          <ac:chgData name="Rosmin Elsa" userId="8f13a6be4da41318" providerId="LiveId" clId="{7A6A1B0E-21D4-48F6-BA66-D5EAA52030E6}" dt="2024-08-23T15:23:50.397" v="630" actId="33524"/>
          <ac:spMkLst>
            <pc:docMk/>
            <pc:sldMk cId="3020047500" sldId="1505"/>
            <ac:spMk id="2" creationId="{57202B73-E8EE-67C3-7C71-924AA70880D1}"/>
          </ac:spMkLst>
        </pc:spChg>
        <pc:spChg chg="mod">
          <ac:chgData name="Rosmin Elsa" userId="8f13a6be4da41318" providerId="LiveId" clId="{7A6A1B0E-21D4-48F6-BA66-D5EAA52030E6}" dt="2024-08-23T15:36:33.813" v="671" actId="20577"/>
          <ac:spMkLst>
            <pc:docMk/>
            <pc:sldMk cId="3020047500" sldId="1505"/>
            <ac:spMk id="5" creationId="{0F36563C-ACF3-6396-FBBC-277D5688DA36}"/>
          </ac:spMkLst>
        </pc:spChg>
        <pc:spChg chg="mod">
          <ac:chgData name="Rosmin Elsa" userId="8f13a6be4da41318" providerId="LiveId" clId="{7A6A1B0E-21D4-48F6-BA66-D5EAA52030E6}" dt="2024-08-23T15:41:04.827" v="705"/>
          <ac:spMkLst>
            <pc:docMk/>
            <pc:sldMk cId="3020047500" sldId="1505"/>
            <ac:spMk id="8" creationId="{4BAC8562-D3A9-2F9C-BC47-4C2B3FDE803F}"/>
          </ac:spMkLst>
        </pc:spChg>
      </pc:sldChg>
      <pc:sldChg chg="add del">
        <pc:chgData name="Rosmin Elsa" userId="8f13a6be4da41318" providerId="LiveId" clId="{7A6A1B0E-21D4-48F6-BA66-D5EAA52030E6}" dt="2024-08-23T09:53:32.517" v="308" actId="47"/>
        <pc:sldMkLst>
          <pc:docMk/>
          <pc:sldMk cId="1756148160" sldId="1506"/>
        </pc:sldMkLst>
      </pc:sldChg>
      <pc:sldChg chg="modSp add mod">
        <pc:chgData name="Rosmin Elsa" userId="8f13a6be4da41318" providerId="LiveId" clId="{7A6A1B0E-21D4-48F6-BA66-D5EAA52030E6}" dt="2024-08-23T10:12:09.254" v="413" actId="20577"/>
        <pc:sldMkLst>
          <pc:docMk/>
          <pc:sldMk cId="4104101448" sldId="1506"/>
        </pc:sldMkLst>
        <pc:spChg chg="mod">
          <ac:chgData name="Rosmin Elsa" userId="8f13a6be4da41318" providerId="LiveId" clId="{7A6A1B0E-21D4-48F6-BA66-D5EAA52030E6}" dt="2024-08-23T10:12:09.254" v="413" actId="20577"/>
          <ac:spMkLst>
            <pc:docMk/>
            <pc:sldMk cId="4104101448" sldId="1506"/>
            <ac:spMk id="2" creationId="{00000000-0000-0000-0000-000000000000}"/>
          </ac:spMkLst>
        </pc:spChg>
      </pc:sldChg>
      <pc:sldChg chg="addSp delSp modSp add mod">
        <pc:chgData name="Rosmin Elsa" userId="8f13a6be4da41318" providerId="LiveId" clId="{7A6A1B0E-21D4-48F6-BA66-D5EAA52030E6}" dt="2024-08-23T15:38:02.818" v="682" actId="20577"/>
        <pc:sldMkLst>
          <pc:docMk/>
          <pc:sldMk cId="1811843611" sldId="1507"/>
        </pc:sldMkLst>
        <pc:spChg chg="add del">
          <ac:chgData name="Rosmin Elsa" userId="8f13a6be4da41318" providerId="LiveId" clId="{7A6A1B0E-21D4-48F6-BA66-D5EAA52030E6}" dt="2024-08-23T10:13:19.899" v="424" actId="22"/>
          <ac:spMkLst>
            <pc:docMk/>
            <pc:sldMk cId="1811843611" sldId="1507"/>
            <ac:spMk id="3" creationId="{98883137-F96B-91C1-802C-C6D0EE8D5B2D}"/>
          </ac:spMkLst>
        </pc:spChg>
        <pc:spChg chg="mod">
          <ac:chgData name="Rosmin Elsa" userId="8f13a6be4da41318" providerId="LiveId" clId="{7A6A1B0E-21D4-48F6-BA66-D5EAA52030E6}" dt="2024-08-23T15:38:02.818" v="682" actId="20577"/>
          <ac:spMkLst>
            <pc:docMk/>
            <pc:sldMk cId="1811843611" sldId="1507"/>
            <ac:spMk id="5" creationId="{D15CBCA4-8279-49A0-BDA5-8F1C3F65A437}"/>
          </ac:spMkLst>
        </pc:spChg>
        <pc:spChg chg="mod">
          <ac:chgData name="Rosmin Elsa" userId="8f13a6be4da41318" providerId="LiveId" clId="{7A6A1B0E-21D4-48F6-BA66-D5EAA52030E6}" dt="2024-08-23T10:13:14.581" v="422" actId="20577"/>
          <ac:spMkLst>
            <pc:docMk/>
            <pc:sldMk cId="1811843611" sldId="1507"/>
            <ac:spMk id="6" creationId="{00B7E6C3-DC3B-BC8E-EE75-86995C7F8ADF}"/>
          </ac:spMkLst>
        </pc:spChg>
        <pc:spChg chg="mod">
          <ac:chgData name="Rosmin Elsa" userId="8f13a6be4da41318" providerId="LiveId" clId="{7A6A1B0E-21D4-48F6-BA66-D5EAA52030E6}" dt="2024-08-23T10:12:17.524" v="417" actId="20577"/>
          <ac:spMkLst>
            <pc:docMk/>
            <pc:sldMk cId="1811843611" sldId="1507"/>
            <ac:spMk id="9" creationId="{DC17D8D8-E9C5-D2A8-A52F-7AE59A61C67B}"/>
          </ac:spMkLst>
        </pc:spChg>
      </pc:sldChg>
      <pc:sldChg chg="add del">
        <pc:chgData name="Rosmin Elsa" userId="8f13a6be4da41318" providerId="LiveId" clId="{7A6A1B0E-21D4-48F6-BA66-D5EAA52030E6}" dt="2024-08-23T09:53:32.517" v="308" actId="47"/>
        <pc:sldMkLst>
          <pc:docMk/>
          <pc:sldMk cId="2267643318" sldId="1507"/>
        </pc:sldMkLst>
      </pc:sldChg>
      <pc:sldChg chg="modSp add mod">
        <pc:chgData name="Rosmin Elsa" userId="8f13a6be4da41318" providerId="LiveId" clId="{7A6A1B0E-21D4-48F6-BA66-D5EAA52030E6}" dt="2024-08-23T15:38:10.252" v="684" actId="20577"/>
        <pc:sldMkLst>
          <pc:docMk/>
          <pc:sldMk cId="3926189785" sldId="1508"/>
        </pc:sldMkLst>
        <pc:spChg chg="mod">
          <ac:chgData name="Rosmin Elsa" userId="8f13a6be4da41318" providerId="LiveId" clId="{7A6A1B0E-21D4-48F6-BA66-D5EAA52030E6}" dt="2024-08-23T15:38:10.252" v="684" actId="20577"/>
          <ac:spMkLst>
            <pc:docMk/>
            <pc:sldMk cId="3926189785" sldId="1508"/>
            <ac:spMk id="5" creationId="{D15CBCA4-8279-49A0-BDA5-8F1C3F65A437}"/>
          </ac:spMkLst>
        </pc:spChg>
        <pc:spChg chg="mod">
          <ac:chgData name="Rosmin Elsa" userId="8f13a6be4da41318" providerId="LiveId" clId="{7A6A1B0E-21D4-48F6-BA66-D5EAA52030E6}" dt="2024-08-23T10:14:37.771" v="441" actId="33524"/>
          <ac:spMkLst>
            <pc:docMk/>
            <pc:sldMk cId="3926189785" sldId="1508"/>
            <ac:spMk id="6" creationId="{00B7E6C3-DC3B-BC8E-EE75-86995C7F8ADF}"/>
          </ac:spMkLst>
        </pc:spChg>
      </pc:sldChg>
      <pc:sldChg chg="addSp delSp modSp add mod">
        <pc:chgData name="Rosmin Elsa" userId="8f13a6be4da41318" providerId="LiveId" clId="{7A6A1B0E-21D4-48F6-BA66-D5EAA52030E6}" dt="2024-08-23T15:38:18.399" v="686" actId="20577"/>
        <pc:sldMkLst>
          <pc:docMk/>
          <pc:sldMk cId="2738318269" sldId="1509"/>
        </pc:sldMkLst>
        <pc:spChg chg="add del">
          <ac:chgData name="Rosmin Elsa" userId="8f13a6be4da41318" providerId="LiveId" clId="{7A6A1B0E-21D4-48F6-BA66-D5EAA52030E6}" dt="2024-08-23T10:13:57.596" v="434" actId="22"/>
          <ac:spMkLst>
            <pc:docMk/>
            <pc:sldMk cId="2738318269" sldId="1509"/>
            <ac:spMk id="3" creationId="{9D517382-5719-4438-C447-495BA54FDF54}"/>
          </ac:spMkLst>
        </pc:spChg>
        <pc:spChg chg="mod">
          <ac:chgData name="Rosmin Elsa" userId="8f13a6be4da41318" providerId="LiveId" clId="{7A6A1B0E-21D4-48F6-BA66-D5EAA52030E6}" dt="2024-08-23T15:38:18.399" v="686" actId="20577"/>
          <ac:spMkLst>
            <pc:docMk/>
            <pc:sldMk cId="2738318269" sldId="1509"/>
            <ac:spMk id="5" creationId="{D15CBCA4-8279-49A0-BDA5-8F1C3F65A437}"/>
          </ac:spMkLst>
        </pc:spChg>
        <pc:spChg chg="mod">
          <ac:chgData name="Rosmin Elsa" userId="8f13a6be4da41318" providerId="LiveId" clId="{7A6A1B0E-21D4-48F6-BA66-D5EAA52030E6}" dt="2024-08-23T10:13:52.932" v="432"/>
          <ac:spMkLst>
            <pc:docMk/>
            <pc:sldMk cId="2738318269" sldId="1509"/>
            <ac:spMk id="6" creationId="{00B7E6C3-DC3B-BC8E-EE75-86995C7F8ADF}"/>
          </ac:spMkLst>
        </pc:spChg>
        <pc:spChg chg="add del">
          <ac:chgData name="Rosmin Elsa" userId="8f13a6be4da41318" providerId="LiveId" clId="{7A6A1B0E-21D4-48F6-BA66-D5EAA52030E6}" dt="2024-08-23T10:14:00.483" v="436" actId="22"/>
          <ac:spMkLst>
            <pc:docMk/>
            <pc:sldMk cId="2738318269" sldId="1509"/>
            <ac:spMk id="8" creationId="{25634C5B-4A04-09A1-5A5B-8DA271A63357}"/>
          </ac:spMkLst>
        </pc:spChg>
      </pc:sldChg>
      <pc:sldChg chg="modSp add mod">
        <pc:chgData name="Rosmin Elsa" userId="8f13a6be4da41318" providerId="LiveId" clId="{7A6A1B0E-21D4-48F6-BA66-D5EAA52030E6}" dt="2024-08-23T15:38:24.731" v="689" actId="20577"/>
        <pc:sldMkLst>
          <pc:docMk/>
          <pc:sldMk cId="3981757256" sldId="1510"/>
        </pc:sldMkLst>
        <pc:spChg chg="mod">
          <ac:chgData name="Rosmin Elsa" userId="8f13a6be4da41318" providerId="LiveId" clId="{7A6A1B0E-21D4-48F6-BA66-D5EAA52030E6}" dt="2024-08-23T15:38:24.731" v="689" actId="20577"/>
          <ac:spMkLst>
            <pc:docMk/>
            <pc:sldMk cId="3981757256" sldId="1510"/>
            <ac:spMk id="5" creationId="{D15CBCA4-8279-49A0-BDA5-8F1C3F65A437}"/>
          </ac:spMkLst>
        </pc:spChg>
        <pc:spChg chg="mod">
          <ac:chgData name="Rosmin Elsa" userId="8f13a6be4da41318" providerId="LiveId" clId="{7A6A1B0E-21D4-48F6-BA66-D5EAA52030E6}" dt="2024-08-23T10:14:16.183" v="440"/>
          <ac:spMkLst>
            <pc:docMk/>
            <pc:sldMk cId="3981757256" sldId="1510"/>
            <ac:spMk id="6" creationId="{00B7E6C3-DC3B-BC8E-EE75-86995C7F8ADF}"/>
          </ac:spMkLst>
        </pc:spChg>
      </pc:sldChg>
      <pc:sldMasterChg chg="modSldLayout">
        <pc:chgData name="Rosmin Elsa" userId="8f13a6be4da41318" providerId="LiveId" clId="{7A6A1B0E-21D4-48F6-BA66-D5EAA52030E6}" dt="2024-08-23T09:31:43.407" v="11" actId="20577"/>
        <pc:sldMasterMkLst>
          <pc:docMk/>
          <pc:sldMasterMk cId="2021402228" sldId="2147483673"/>
        </pc:sldMasterMkLst>
        <pc:sldLayoutChg chg="modSp mod">
          <pc:chgData name="Rosmin Elsa" userId="8f13a6be4da41318" providerId="LiveId" clId="{7A6A1B0E-21D4-48F6-BA66-D5EAA52030E6}" dt="2024-08-23T09:31:28.517" v="4" actId="20577"/>
          <pc:sldLayoutMkLst>
            <pc:docMk/>
            <pc:sldMasterMk cId="2021402228" sldId="2147483673"/>
            <pc:sldLayoutMk cId="972620569" sldId="2147483686"/>
          </pc:sldLayoutMkLst>
          <pc:spChg chg="mod">
            <ac:chgData name="Rosmin Elsa" userId="8f13a6be4da41318" providerId="LiveId" clId="{7A6A1B0E-21D4-48F6-BA66-D5EAA52030E6}" dt="2024-08-23T09:31:28.517" v="4" actId="20577"/>
            <ac:spMkLst>
              <pc:docMk/>
              <pc:sldMasterMk cId="2021402228" sldId="2147483673"/>
              <pc:sldLayoutMk cId="972620569" sldId="2147483686"/>
              <ac:spMk id="7" creationId="{99B39CA7-ADE3-4147-9B4D-BE10E585E948}"/>
            </ac:spMkLst>
          </pc:spChg>
        </pc:sldLayoutChg>
        <pc:sldLayoutChg chg="modSp mod">
          <pc:chgData name="Rosmin Elsa" userId="8f13a6be4da41318" providerId="LiveId" clId="{7A6A1B0E-21D4-48F6-BA66-D5EAA52030E6}" dt="2024-08-23T09:31:33.117" v="6" actId="20577"/>
          <pc:sldLayoutMkLst>
            <pc:docMk/>
            <pc:sldMasterMk cId="2021402228" sldId="2147483673"/>
            <pc:sldLayoutMk cId="3929588466" sldId="2147483687"/>
          </pc:sldLayoutMkLst>
          <pc:spChg chg="mod">
            <ac:chgData name="Rosmin Elsa" userId="8f13a6be4da41318" providerId="LiveId" clId="{7A6A1B0E-21D4-48F6-BA66-D5EAA52030E6}" dt="2024-08-23T09:31:33.117" v="6" actId="20577"/>
            <ac:spMkLst>
              <pc:docMk/>
              <pc:sldMasterMk cId="2021402228" sldId="2147483673"/>
              <pc:sldLayoutMk cId="3929588466" sldId="2147483687"/>
              <ac:spMk id="7" creationId="{99B39CA7-ADE3-4147-9B4D-BE10E585E948}"/>
            </ac:spMkLst>
          </pc:spChg>
        </pc:sldLayoutChg>
        <pc:sldLayoutChg chg="modSp mod">
          <pc:chgData name="Rosmin Elsa" userId="8f13a6be4da41318" providerId="LiveId" clId="{7A6A1B0E-21D4-48F6-BA66-D5EAA52030E6}" dt="2024-08-23T09:31:43.407" v="11" actId="20577"/>
          <pc:sldLayoutMkLst>
            <pc:docMk/>
            <pc:sldMasterMk cId="2021402228" sldId="2147483673"/>
            <pc:sldLayoutMk cId="559836863" sldId="2147483688"/>
          </pc:sldLayoutMkLst>
          <pc:spChg chg="mod">
            <ac:chgData name="Rosmin Elsa" userId="8f13a6be4da41318" providerId="LiveId" clId="{7A6A1B0E-21D4-48F6-BA66-D5EAA52030E6}" dt="2024-08-23T09:31:43.407" v="11" actId="20577"/>
            <ac:spMkLst>
              <pc:docMk/>
              <pc:sldMasterMk cId="2021402228" sldId="2147483673"/>
              <pc:sldLayoutMk cId="559836863" sldId="2147483688"/>
              <ac:spMk id="6" creationId="{35F845F3-CC22-433F-9120-253A2A1338E7}"/>
            </ac:spMkLst>
          </pc:spChg>
        </pc:sldLayoutChg>
        <pc:sldLayoutChg chg="modSp mod">
          <pc:chgData name="Rosmin Elsa" userId="8f13a6be4da41318" providerId="LiveId" clId="{7A6A1B0E-21D4-48F6-BA66-D5EAA52030E6}" dt="2024-08-23T09:31:38.153" v="9" actId="20577"/>
          <pc:sldLayoutMkLst>
            <pc:docMk/>
            <pc:sldMasterMk cId="2021402228" sldId="2147483673"/>
            <pc:sldLayoutMk cId="3490850578" sldId="2147483689"/>
          </pc:sldLayoutMkLst>
          <pc:spChg chg="mod">
            <ac:chgData name="Rosmin Elsa" userId="8f13a6be4da41318" providerId="LiveId" clId="{7A6A1B0E-21D4-48F6-BA66-D5EAA52030E6}" dt="2024-08-23T09:31:38.153" v="9" actId="20577"/>
            <ac:spMkLst>
              <pc:docMk/>
              <pc:sldMasterMk cId="2021402228" sldId="2147483673"/>
              <pc:sldLayoutMk cId="3490850578" sldId="2147483689"/>
              <ac:spMk id="7" creationId="{99B39CA7-ADE3-4147-9B4D-BE10E585E948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23/08/2024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9323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301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25 Aug 2024,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25 Aug 2024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25 Aug 2024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495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25 Aug 2024</a:t>
            </a:r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80C10-E480-D0A1-8690-B28A28F18A6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251047-C620-3DCA-7DCD-BC7B6AF95C5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A101EC-CEE3-4ED1-FE12-DA216C37950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493509-BC76-0A2B-CB69-0C365EE1585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616800-622E-215F-CAE8-15609D1185C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3725A5-7ACC-389C-B7D1-A45DD3CB47C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3A813-6DBA-F993-8DA0-D81B4057E015}"/>
              </a:ext>
            </a:extLst>
          </p:cNvPr>
          <p:cNvSpPr txBox="1">
            <a:spLocks/>
          </p:cNvSpPr>
          <p:nvPr/>
        </p:nvSpPr>
        <p:spPr>
          <a:xfrm>
            <a:off x="1145925" y="1340979"/>
            <a:ext cx="7124865" cy="1033254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kern="1400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Theological education for faith nourishment</a:t>
            </a:r>
            <a:endParaRPr lang="en-GB" sz="6000" b="1" i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0611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868291" y="1809497"/>
            <a:ext cx="5407417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670550" y="1755777"/>
            <a:ext cx="5802900" cy="163194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</a:rPr>
              <a:t>Opening Hymn</a:t>
            </a:r>
          </a:p>
          <a:p>
            <a:r>
              <a:rPr lang="en-US" sz="4000" dirty="0">
                <a:solidFill>
                  <a:schemeClr val="bg1"/>
                </a:solidFill>
              </a:rPr>
              <a:t>Name of all Majesty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– Name of all Majesty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813994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800" dirty="0"/>
              <a:t>Name of all majesty,</a:t>
            </a:r>
          </a:p>
          <a:p>
            <a:pPr algn="ctr"/>
            <a:r>
              <a:rPr lang="en-SG" sz="2800" dirty="0"/>
              <a:t>Fathomless mystery,</a:t>
            </a:r>
          </a:p>
          <a:p>
            <a:pPr algn="ctr"/>
            <a:r>
              <a:rPr lang="en-SG" sz="2800" dirty="0"/>
              <a:t>King of the ages</a:t>
            </a:r>
          </a:p>
          <a:p>
            <a:pPr algn="ctr"/>
            <a:r>
              <a:rPr lang="en-SG" sz="2800" dirty="0"/>
              <a:t>By angels adored;</a:t>
            </a:r>
          </a:p>
          <a:p>
            <a:pPr algn="ctr"/>
            <a:r>
              <a:rPr lang="en-SG" sz="2800" dirty="0"/>
              <a:t>Pow’r and authority,</a:t>
            </a:r>
          </a:p>
          <a:p>
            <a:pPr algn="ctr"/>
            <a:r>
              <a:rPr lang="en-SG" sz="2800" dirty="0"/>
              <a:t>Splendour and dignity,</a:t>
            </a:r>
          </a:p>
          <a:p>
            <a:pPr algn="ctr"/>
            <a:r>
              <a:rPr lang="en-SG" sz="2800" dirty="0"/>
              <a:t>Bow to his mastery,</a:t>
            </a:r>
          </a:p>
          <a:p>
            <a:pPr algn="ctr"/>
            <a:r>
              <a:rPr lang="en-SG" sz="2800" dirty="0"/>
              <a:t>Jesus is Lord!</a:t>
            </a:r>
            <a:endParaRPr lang="en-US" sz="2800" i="1" dirty="0">
              <a:solidFill>
                <a:srgbClr val="8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1 of 4</a:t>
            </a:r>
          </a:p>
        </p:txBody>
      </p:sp>
    </p:spTree>
    <p:extLst>
      <p:ext uri="{BB962C8B-B14F-4D97-AF65-F5344CB8AC3E}">
        <p14:creationId xmlns:p14="http://schemas.microsoft.com/office/powerpoint/2010/main" val="2137578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2C480-416B-0D92-AE41-A2F64F544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0D44C-1859-E285-8215-02854B445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– Name of all Majesty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6229D4E-5EDB-6515-3E8F-2E7CCF6E276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DE8A97-A04A-A5A0-1CE7-9CAA6D4FBF8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2 of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301D56-E6F9-4D0B-1BC6-9615C12AA33C}"/>
              </a:ext>
            </a:extLst>
          </p:cNvPr>
          <p:cNvSpPr txBox="1"/>
          <p:nvPr/>
        </p:nvSpPr>
        <p:spPr>
          <a:xfrm>
            <a:off x="614082" y="813994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800" dirty="0"/>
              <a:t>Child of our destiny,</a:t>
            </a:r>
          </a:p>
          <a:p>
            <a:pPr algn="ctr"/>
            <a:r>
              <a:rPr lang="en-SG" sz="2800" dirty="0"/>
              <a:t>God from eternity,</a:t>
            </a:r>
          </a:p>
          <a:p>
            <a:pPr algn="ctr"/>
            <a:r>
              <a:rPr lang="en-SG" sz="2800" dirty="0"/>
              <a:t>Love of the Father</a:t>
            </a:r>
          </a:p>
          <a:p>
            <a:pPr algn="ctr"/>
            <a:r>
              <a:rPr lang="en-SG" sz="2800" dirty="0"/>
              <a:t>On sinners outpoured;</a:t>
            </a:r>
          </a:p>
          <a:p>
            <a:pPr algn="ctr"/>
            <a:r>
              <a:rPr lang="en-SG" sz="2800" dirty="0"/>
              <a:t>See now what God has done</a:t>
            </a:r>
          </a:p>
          <a:p>
            <a:pPr algn="ctr"/>
            <a:r>
              <a:rPr lang="en-SG" sz="2800" dirty="0"/>
              <a:t>Sending his only Son,</a:t>
            </a:r>
          </a:p>
          <a:p>
            <a:pPr algn="ctr"/>
            <a:r>
              <a:rPr lang="en-SG" sz="2800" dirty="0"/>
              <a:t>Christ the beloved One,</a:t>
            </a:r>
          </a:p>
          <a:p>
            <a:pPr algn="ctr"/>
            <a:r>
              <a:rPr lang="en-SG" sz="2800" dirty="0"/>
              <a:t>Jesus is Lord!</a:t>
            </a:r>
          </a:p>
        </p:txBody>
      </p:sp>
    </p:spTree>
    <p:extLst>
      <p:ext uri="{BB962C8B-B14F-4D97-AF65-F5344CB8AC3E}">
        <p14:creationId xmlns:p14="http://schemas.microsoft.com/office/powerpoint/2010/main" val="3068996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31019-C43F-FF71-11CE-388377019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C818C-9627-247B-B917-187D597D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– Name of all Majesty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B1FD657-1852-592D-25AA-136009E32B5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6CFBD-E0AF-57EE-01B9-A67C4B76D0B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3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098C9C-7A7C-A361-89C3-CB0D9F1C1E3A}"/>
              </a:ext>
            </a:extLst>
          </p:cNvPr>
          <p:cNvSpPr txBox="1"/>
          <p:nvPr/>
        </p:nvSpPr>
        <p:spPr>
          <a:xfrm>
            <a:off x="614082" y="813994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800" dirty="0"/>
              <a:t>Saviour of Calvary,</a:t>
            </a:r>
          </a:p>
          <a:p>
            <a:pPr algn="ctr"/>
            <a:r>
              <a:rPr lang="en-SG" sz="2800" dirty="0"/>
              <a:t>Costliest victory,</a:t>
            </a:r>
          </a:p>
          <a:p>
            <a:pPr algn="ctr"/>
            <a:r>
              <a:rPr lang="en-SG" sz="2800" dirty="0"/>
              <a:t>Darkness defeated</a:t>
            </a:r>
          </a:p>
          <a:p>
            <a:pPr algn="ctr"/>
            <a:r>
              <a:rPr lang="en-SG" sz="2800" dirty="0"/>
              <a:t>And Eden restored;</a:t>
            </a:r>
          </a:p>
          <a:p>
            <a:pPr algn="ctr"/>
            <a:r>
              <a:rPr lang="en-SG" sz="2800" dirty="0"/>
              <a:t>Born as a man to die,</a:t>
            </a:r>
          </a:p>
          <a:p>
            <a:pPr algn="ctr"/>
            <a:r>
              <a:rPr lang="en-SG" sz="2800" dirty="0"/>
              <a:t>Nailed to a cross on high,</a:t>
            </a:r>
          </a:p>
          <a:p>
            <a:pPr algn="ctr"/>
            <a:r>
              <a:rPr lang="en-SG" sz="2800" dirty="0"/>
              <a:t>Cold in the grave to lie,</a:t>
            </a:r>
          </a:p>
          <a:p>
            <a:pPr algn="ctr"/>
            <a:r>
              <a:rPr lang="en-SG" sz="2800" dirty="0"/>
              <a:t>Jesus is Lord!</a:t>
            </a:r>
          </a:p>
        </p:txBody>
      </p:sp>
    </p:spTree>
    <p:extLst>
      <p:ext uri="{BB962C8B-B14F-4D97-AF65-F5344CB8AC3E}">
        <p14:creationId xmlns:p14="http://schemas.microsoft.com/office/powerpoint/2010/main" val="2264041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31019-C43F-FF71-11CE-388377019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C818C-9627-247B-B917-187D597D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– Name of all Majesty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B1FD657-1852-592D-25AA-136009E32B5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6CFBD-E0AF-57EE-01B9-A67C4B76D0B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4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098C9C-7A7C-A361-89C3-CB0D9F1C1E3A}"/>
              </a:ext>
            </a:extLst>
          </p:cNvPr>
          <p:cNvSpPr txBox="1"/>
          <p:nvPr/>
        </p:nvSpPr>
        <p:spPr>
          <a:xfrm>
            <a:off x="614082" y="813994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800" dirty="0"/>
              <a:t>Source of all sovereignty,</a:t>
            </a:r>
          </a:p>
          <a:p>
            <a:pPr algn="ctr"/>
            <a:r>
              <a:rPr lang="en-SG" sz="2800" dirty="0"/>
              <a:t>Light, immortality,</a:t>
            </a:r>
          </a:p>
          <a:p>
            <a:pPr algn="ctr"/>
            <a:r>
              <a:rPr lang="en-SG" sz="2800" dirty="0"/>
              <a:t>Life everlasting</a:t>
            </a:r>
          </a:p>
          <a:p>
            <a:pPr algn="ctr"/>
            <a:r>
              <a:rPr lang="en-SG" sz="2800" dirty="0"/>
              <a:t>And heaven assured;</a:t>
            </a:r>
          </a:p>
          <a:p>
            <a:pPr algn="ctr"/>
            <a:r>
              <a:rPr lang="en-SG" sz="2800" dirty="0"/>
              <a:t>So with the ransomed, we</a:t>
            </a:r>
          </a:p>
          <a:p>
            <a:pPr algn="ctr"/>
            <a:r>
              <a:rPr lang="en-SG" sz="2800" dirty="0"/>
              <a:t>Praise him eternally,</a:t>
            </a:r>
          </a:p>
          <a:p>
            <a:pPr algn="ctr"/>
            <a:r>
              <a:rPr lang="en-SG" sz="2800" dirty="0"/>
              <a:t>Christ in his majesty,</a:t>
            </a:r>
          </a:p>
          <a:p>
            <a:pPr algn="ctr"/>
            <a:r>
              <a:rPr lang="en-SG" sz="2800" dirty="0"/>
              <a:t>Jesus is Lord!</a:t>
            </a:r>
          </a:p>
        </p:txBody>
      </p:sp>
    </p:spTree>
    <p:extLst>
      <p:ext uri="{BB962C8B-B14F-4D97-AF65-F5344CB8AC3E}">
        <p14:creationId xmlns:p14="http://schemas.microsoft.com/office/powerpoint/2010/main" val="12393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DF675-68B2-E157-D40A-40EF3DECB71A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kern="1400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Theological education for faith nourishment</a:t>
            </a:r>
            <a:endParaRPr lang="en-GB" sz="6000" b="1" i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6"/>
            <a:ext cx="6117328" cy="2385987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6"/>
            <a:ext cx="6117328" cy="2385987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Thanksgiving Prayers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SG" dirty="0">
                <a:solidFill>
                  <a:schemeClr val="bg1"/>
                </a:solidFill>
                <a:latin typeface="Tenorite"/>
              </a:rPr>
              <a:t>For each day of life, we thank you (v1)</a:t>
            </a:r>
            <a:endParaRPr lang="en-GB" dirty="0">
              <a:solidFill>
                <a:schemeClr val="bg1"/>
              </a:solidFill>
              <a:latin typeface="Tenorite"/>
            </a:endParaRP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Birthday Thanksgiving – </a:t>
            </a:r>
            <a:r>
              <a:rPr lang="en-SG" dirty="0"/>
              <a:t>For each day of life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E83AD-AD85-5E6C-33F5-D8EF739355C5}"/>
              </a:ext>
            </a:extLst>
          </p:cNvPr>
          <p:cNvSpPr txBox="1"/>
          <p:nvPr/>
        </p:nvSpPr>
        <p:spPr>
          <a:xfrm>
            <a:off x="1458471" y="842781"/>
            <a:ext cx="6637313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SG" sz="2800" dirty="0"/>
          </a:p>
          <a:p>
            <a:endParaRPr lang="en-SG" sz="2800" dirty="0"/>
          </a:p>
          <a:p>
            <a:pPr algn="ctr"/>
            <a:r>
              <a:rPr lang="en-SG" sz="2800" dirty="0"/>
              <a:t>For each day of life, we thank you,</a:t>
            </a:r>
          </a:p>
          <a:p>
            <a:pPr algn="ctr"/>
            <a:r>
              <a:rPr lang="en-SG" sz="2800" dirty="0"/>
              <a:t>Lord, the giver of all days;</a:t>
            </a:r>
          </a:p>
          <a:p>
            <a:pPr algn="ctr"/>
            <a:r>
              <a:rPr lang="en-SG" sz="2800" dirty="0"/>
              <a:t>And with hearts filled with thanksgiving,</a:t>
            </a:r>
            <a:endParaRPr lang="en-SG" sz="2800" dirty="0">
              <a:cs typeface="Segoe UI"/>
            </a:endParaRPr>
          </a:p>
          <a:p>
            <a:pPr algn="ctr"/>
            <a:r>
              <a:rPr lang="en-SG" sz="2800" dirty="0"/>
              <a:t>We would serve you, Lord, always.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B1B1673-989C-680F-2E10-EB145FAF0EA9}"/>
              </a:ext>
            </a:extLst>
          </p:cNvPr>
          <p:cNvSpPr/>
          <p:nvPr/>
        </p:nvSpPr>
        <p:spPr>
          <a:xfrm>
            <a:off x="1513336" y="1809496"/>
            <a:ext cx="6117328" cy="997009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754364"/>
            <a:ext cx="6117328" cy="126315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Thanksgiving Prayers</a:t>
            </a:r>
          </a:p>
        </p:txBody>
      </p:sp>
    </p:spTree>
    <p:extLst>
      <p:ext uri="{BB962C8B-B14F-4D97-AF65-F5344CB8AC3E}">
        <p14:creationId xmlns:p14="http://schemas.microsoft.com/office/powerpoint/2010/main" val="180396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2141910" y="1757052"/>
            <a:ext cx="5152970" cy="1629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89" y="1754363"/>
            <a:ext cx="5529198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Offertory</a:t>
            </a:r>
          </a:p>
          <a:p>
            <a:r>
              <a:rPr lang="en-SG" sz="4200" i="1" dirty="0">
                <a:solidFill>
                  <a:schemeClr val="bg1"/>
                </a:solidFill>
              </a:rPr>
              <a:t>Speak, O Lord </a:t>
            </a:r>
            <a:endParaRPr lang="en-GB" sz="42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Speak, O Lord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093" y="901296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1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32325" y="542786"/>
            <a:ext cx="602605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700" i="1" dirty="0"/>
              <a:t>Speak, O Lord, as we come to You</a:t>
            </a:r>
          </a:p>
          <a:p>
            <a:r>
              <a:rPr lang="en-SG" sz="2700" i="1" dirty="0"/>
              <a:t>To receive the food of your holy word.</a:t>
            </a:r>
          </a:p>
          <a:p>
            <a:r>
              <a:rPr lang="en-SG" sz="2700" i="1" dirty="0"/>
              <a:t>Take Your truth, plant it deep in us;</a:t>
            </a:r>
          </a:p>
          <a:p>
            <a:r>
              <a:rPr lang="en-SG" sz="2700" i="1" dirty="0"/>
              <a:t>Shape and fashion us in Your likeness,</a:t>
            </a:r>
          </a:p>
          <a:p>
            <a:r>
              <a:rPr lang="en-SG" sz="2700" i="1" dirty="0"/>
              <a:t>That the light of Christ might be seen today</a:t>
            </a:r>
          </a:p>
          <a:p>
            <a:r>
              <a:rPr lang="en-SG" sz="2700" i="1" dirty="0"/>
              <a:t>In our acts of love and our deeds of faith.</a:t>
            </a:r>
          </a:p>
          <a:p>
            <a:r>
              <a:rPr lang="en-SG" sz="2700" i="1" dirty="0"/>
              <a:t>Speak, O Lord, and fulfil in us</a:t>
            </a:r>
          </a:p>
          <a:p>
            <a:r>
              <a:rPr lang="en-SG" sz="2700" i="1" dirty="0"/>
              <a:t>All Your purposes, for Your glory.</a:t>
            </a: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Speak, O Lord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4454" y="901296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2 of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DA67F3-26B9-DFE2-4EEB-3CD63D772246}"/>
              </a:ext>
            </a:extLst>
          </p:cNvPr>
          <p:cNvSpPr txBox="1"/>
          <p:nvPr/>
        </p:nvSpPr>
        <p:spPr>
          <a:xfrm>
            <a:off x="32325" y="586590"/>
            <a:ext cx="602605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 i="1" dirty="0"/>
              <a:t>Teach us Lord full obedience,</a:t>
            </a:r>
          </a:p>
          <a:p>
            <a:r>
              <a:rPr lang="en-SG" sz="2800" i="1" dirty="0"/>
              <a:t>Holy reverence, true humility.</a:t>
            </a:r>
          </a:p>
          <a:p>
            <a:r>
              <a:rPr lang="en-SG" sz="2800" i="1" dirty="0"/>
              <a:t>Test our thoughts and our attitudes</a:t>
            </a:r>
          </a:p>
          <a:p>
            <a:r>
              <a:rPr lang="en-SG" sz="2800" i="1" dirty="0"/>
              <a:t>In the radiance of Your purity.</a:t>
            </a:r>
          </a:p>
          <a:p>
            <a:r>
              <a:rPr lang="en-SG" sz="2800" i="1" dirty="0"/>
              <a:t>Cause our faith to rise</a:t>
            </a:r>
          </a:p>
          <a:p>
            <a:r>
              <a:rPr lang="en-SG" sz="2800" i="1" dirty="0"/>
              <a:t>Cause our eyes to see,</a:t>
            </a:r>
          </a:p>
          <a:p>
            <a:r>
              <a:rPr lang="en-SG" sz="2800" i="1" dirty="0"/>
              <a:t>Your majestic love and authority.</a:t>
            </a:r>
          </a:p>
          <a:p>
            <a:r>
              <a:rPr lang="en-SG" sz="2800" i="1" dirty="0"/>
              <a:t>Words of pow’r that can never fail;</a:t>
            </a:r>
          </a:p>
          <a:p>
            <a:r>
              <a:rPr lang="en-SG" sz="2800" i="1" dirty="0"/>
              <a:t>Let their truth prevail over unbelief.</a:t>
            </a:r>
          </a:p>
        </p:txBody>
      </p:sp>
    </p:spTree>
    <p:extLst>
      <p:ext uri="{BB962C8B-B14F-4D97-AF65-F5344CB8AC3E}">
        <p14:creationId xmlns:p14="http://schemas.microsoft.com/office/powerpoint/2010/main" val="2268015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Speak, O Lord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847698" y="428631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277" y="901295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3 of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26D545-B276-5304-DC16-72D6F4A77406}"/>
              </a:ext>
            </a:extLst>
          </p:cNvPr>
          <p:cNvSpPr txBox="1"/>
          <p:nvPr/>
        </p:nvSpPr>
        <p:spPr>
          <a:xfrm>
            <a:off x="7816" y="531920"/>
            <a:ext cx="6100398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600" i="1" dirty="0"/>
              <a:t>Speak, O Lord, and renew our minds;</a:t>
            </a:r>
          </a:p>
          <a:p>
            <a:r>
              <a:rPr lang="en-SG" sz="2600" i="1" dirty="0"/>
              <a:t>Help us grasp the heights of Your plans for us.</a:t>
            </a:r>
          </a:p>
          <a:p>
            <a:r>
              <a:rPr lang="en-SG" sz="2600" i="1" dirty="0"/>
              <a:t>Truths unchanged from the dawn of time,</a:t>
            </a:r>
          </a:p>
          <a:p>
            <a:r>
              <a:rPr lang="en-SG" sz="2600" i="1" dirty="0"/>
              <a:t>That will echo down through eternity.</a:t>
            </a:r>
          </a:p>
          <a:p>
            <a:r>
              <a:rPr lang="en-SG" sz="2600" i="1" dirty="0"/>
              <a:t>And by grace we’ll stand on Your promises;</a:t>
            </a:r>
          </a:p>
          <a:p>
            <a:r>
              <a:rPr lang="en-SG" sz="2600" i="1" dirty="0"/>
              <a:t>And by faith we’ll walk as You walk with us.</a:t>
            </a:r>
          </a:p>
          <a:p>
            <a:r>
              <a:rPr lang="en-SG" sz="2600" i="1" dirty="0"/>
              <a:t>Speak, O Lord, ’til your church is built</a:t>
            </a:r>
          </a:p>
          <a:p>
            <a:r>
              <a:rPr lang="en-SG" sz="2600" i="1" dirty="0"/>
              <a:t>And the earth is filled with Your glory.</a:t>
            </a:r>
          </a:p>
        </p:txBody>
      </p:sp>
    </p:spTree>
    <p:extLst>
      <p:ext uri="{BB962C8B-B14F-4D97-AF65-F5344CB8AC3E}">
        <p14:creationId xmlns:p14="http://schemas.microsoft.com/office/powerpoint/2010/main" val="786665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Confession – 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Ancient Words ( chorus)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981231" y="1038986"/>
            <a:ext cx="737921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Ancient words ever true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Changing me, and changing you.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We have come with open hearts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Oh let the ancient words impart.</a:t>
            </a: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B06CDC2-E50A-3116-E465-B97E39BC940D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kern="1400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Theological education for faith nourishment</a:t>
            </a:r>
            <a:endParaRPr lang="en-GB" sz="6000" b="1" i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85569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Ancient words</a:t>
            </a:r>
            <a:b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1A2DE-FB90-6CB0-7A3A-DA847164E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2CBC7-3594-F81A-BA42-8BDF60D42F6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2312A7-33C9-D63C-33EF-E395463CEF7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75DE56-5F0C-5056-AE13-29D86795AD33}"/>
              </a:ext>
            </a:extLst>
          </p:cNvPr>
          <p:cNvSpPr/>
          <p:nvPr/>
        </p:nvSpPr>
        <p:spPr>
          <a:xfrm>
            <a:off x="1407678" y="713099"/>
            <a:ext cx="6798420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Holy words long preserved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for our walk in this world,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They resound with God's own heart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Oh, let the Ancient words impart.</a:t>
            </a:r>
          </a:p>
          <a:p>
            <a:pPr lvl="2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Words of Life, words of Hope</a:t>
            </a:r>
          </a:p>
          <a:p>
            <a:pPr lvl="2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Give us strength, help us cope</a:t>
            </a:r>
          </a:p>
          <a:p>
            <a:pPr lvl="2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In this world, where e'er we roam</a:t>
            </a:r>
          </a:p>
          <a:p>
            <a:pPr lvl="2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Ancient words will guide us Home.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06B5B6E-8198-6E5C-6E84-9D75287DF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Ancient words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461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88753-194C-4569-CBD4-569478ECE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BE1A8-259F-FA31-D471-A122F2ACF34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36563C-ACF3-6396-FBBC-277D5688DA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2 of 4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AC8562-D3A9-2F9C-BC47-4C2B3FDE8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Ancient words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202B73-E8EE-67C3-7C71-924AA70880D1}"/>
              </a:ext>
            </a:extLst>
          </p:cNvPr>
          <p:cNvSpPr/>
          <p:nvPr/>
        </p:nvSpPr>
        <p:spPr>
          <a:xfrm>
            <a:off x="1179095" y="863442"/>
            <a:ext cx="7071607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Ancient words ever true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Changing me, and changing you.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 have come with open hearts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Oh, let the ancient words impart.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668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1A2DE-FB90-6CB0-7A3A-DA847164E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2CBC7-3594-F81A-BA42-8BDF60D42F6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2312A7-33C9-D63C-33EF-E395463CEF7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75DE56-5F0C-5056-AE13-29D86795AD33}"/>
              </a:ext>
            </a:extLst>
          </p:cNvPr>
          <p:cNvSpPr/>
          <p:nvPr/>
        </p:nvSpPr>
        <p:spPr>
          <a:xfrm>
            <a:off x="1407678" y="713099"/>
            <a:ext cx="6798420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Holy words of our Faith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Handed down to this age.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Came to us through sacrifice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Oh, heed the faithful words of Christ.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		Holy words long preserved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		For our walk in this world.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		They resound with God's own heart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		Oh, let the ancient words impart.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06B5B6E-8198-6E5C-6E84-9D75287DF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Ancient words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7371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88753-194C-4569-CBD4-569478ECE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BE1A8-259F-FA31-D471-A122F2ACF34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36563C-ACF3-6396-FBBC-277D5688DA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4 of 4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AC8562-D3A9-2F9C-BC47-4C2B3FDE8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</a:t>
            </a: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Communion-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Ancient words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202B73-E8EE-67C3-7C71-924AA70880D1}"/>
              </a:ext>
            </a:extLst>
          </p:cNvPr>
          <p:cNvSpPr/>
          <p:nvPr/>
        </p:nvSpPr>
        <p:spPr>
          <a:xfrm>
            <a:off x="1179095" y="863442"/>
            <a:ext cx="7071607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Ancient words ever true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Changing me, and changing you.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 have come with open hearts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Oh, let the ancient words impart.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0475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726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966440" y="887505"/>
            <a:ext cx="712191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Peace ! perfect peace ! ​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in this dark world of sin ? ​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 blood of Jesus whispers peace within.​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​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Peace ! perfect peace ! ​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by thronging duties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prest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?​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To do the will of Jesus, this is rest.​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25EBDEB-28A0-A895-EE99-148520068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726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6838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9C799-54F8-9F54-9CDA-E86AA4D60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5B98C-C680-9EC4-C416-2579415ADDB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A1A9F0-F0F9-37AD-31A6-86E97ABD9DA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2 of 4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A2F3080-99F1-F2DE-3299-E174825DB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726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BCF8F5-1F13-9AA3-7DE4-DF88814F4B98}"/>
              </a:ext>
            </a:extLst>
          </p:cNvPr>
          <p:cNvSpPr/>
          <p:nvPr/>
        </p:nvSpPr>
        <p:spPr>
          <a:xfrm>
            <a:off x="966440" y="887505"/>
            <a:ext cx="712191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Peace ! perfect peace ! ​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with sorrows surging round ? ​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On Jesus" bosom naught but calm is found.​</a:t>
            </a: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​Peace ! perfect peace ! ​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with loved ones far away ?​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In Jesus' keeping we are safe, and they.​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2497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FCC16-8237-7A4A-8132-EB7B36674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4BCE5-D0DB-F50C-ACE2-10B55A31A8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B62AD4-7852-AF68-5FEF-46892C0A0BE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3 of 4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5BA4930-30DF-D4B4-ADD6-B777DB74D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726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505669-781F-220D-66FB-8EDE28C78D4A}"/>
              </a:ext>
            </a:extLst>
          </p:cNvPr>
          <p:cNvSpPr/>
          <p:nvPr/>
        </p:nvSpPr>
        <p:spPr>
          <a:xfrm>
            <a:off x="609600" y="857768"/>
            <a:ext cx="7709209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Peace ! perfect peace !​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our future all unknown ? ​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Jesus we know, and He is on the throne.​</a:t>
            </a: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Peace ! perfect peace ! ​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death shadowing us and ours ?​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Jesus has vanquished death and all its powers.​</a:t>
            </a: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​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7215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1385-2395-4E6B-21F6-B0BD0B1CA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0DC69-02FF-6CAC-4071-A81BDB9CCCF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6BCAB3-BD3F-1B0E-CC2C-6CA0F2917E7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4 of 4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EA20479-821D-F1BF-5BAF-75D0E2472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726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90CBC6-5FCE-E899-ED03-076E93ADF6B9}"/>
              </a:ext>
            </a:extLst>
          </p:cNvPr>
          <p:cNvSpPr/>
          <p:nvPr/>
        </p:nvSpPr>
        <p:spPr>
          <a:xfrm>
            <a:off x="966440" y="887505"/>
            <a:ext cx="7121912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It is enough: ​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earth's struggles soon shall cease, ​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Jesus call to heaven's perfect peace.​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4380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King of Love my Shepherd is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26189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1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887505"/>
            <a:ext cx="7082118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 King of love my shepherd is,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Whose goodness faileth never.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nothing lack if I am his,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he is mine forever.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BB545B6-E81A-AAD9-C97D-D3B592102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King of Love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1135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511BD-4CF8-C1EE-FA4D-ECE6DB13F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1A085-CC7D-6120-4B9E-492A4D20CB4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C556C3-ECE9-D7DD-B726-33552398D44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2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1F0B22-0AC9-61BE-20AC-30E8E824EE40}"/>
              </a:ext>
            </a:extLst>
          </p:cNvPr>
          <p:cNvSpPr/>
          <p:nvPr/>
        </p:nvSpPr>
        <p:spPr>
          <a:xfrm>
            <a:off x="1012874" y="887505"/>
            <a:ext cx="7521526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Where streams of living water flow,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My ransomed soul he leadeth;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where the verdant pastures grow,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With food celestial feedeth.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AA28230-F44B-DC32-A51A-DCC1B6783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King of Love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9691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4096E-959C-5645-20DC-DFB96341C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471A0-46D7-277D-817B-0909360975D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593030-CC76-61CF-F7F5-DC6A9C28DBC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3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6B8FA0-9883-25CB-4F0E-617DCF91BB8C}"/>
              </a:ext>
            </a:extLst>
          </p:cNvPr>
          <p:cNvSpPr/>
          <p:nvPr/>
        </p:nvSpPr>
        <p:spPr>
          <a:xfrm>
            <a:off x="611945" y="887505"/>
            <a:ext cx="8166295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Perverse and foolish, oft I strayed,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But yet in love he sought me;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on his shoulder gently laid,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home, rejoicing, brought me.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D938F6E-BF3A-A165-D6A8-EB6116638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King of Love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861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4535E-5577-DE61-358A-A232B1DFB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0867B-35C3-98EE-A01C-8D569EF4A86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47971-DA85-C751-DC5A-5C52B51C52B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4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0B3BE2-D998-167B-8C65-476E697BA331}"/>
              </a:ext>
            </a:extLst>
          </p:cNvPr>
          <p:cNvSpPr/>
          <p:nvPr/>
        </p:nvSpPr>
        <p:spPr>
          <a:xfrm>
            <a:off x="928468" y="887505"/>
            <a:ext cx="7605932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In death's dark vale I fear no ill,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With thee, dear Lord, beside me;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Thy rod and staff my comfort still,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Thy cross before to guide me.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90AFB74-83FD-8F85-3412-5B2B465B4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King of Love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7629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4535E-5577-DE61-358A-A232B1DFB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0867B-35C3-98EE-A01C-8D569EF4A86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47971-DA85-C751-DC5A-5C52B51C52B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5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0B3BE2-D998-167B-8C65-476E697BA331}"/>
              </a:ext>
            </a:extLst>
          </p:cNvPr>
          <p:cNvSpPr/>
          <p:nvPr/>
        </p:nvSpPr>
        <p:spPr>
          <a:xfrm>
            <a:off x="935502" y="887505"/>
            <a:ext cx="7737230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Thou spread’st a table in my sight;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Thy unction grace bestoweth;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oh, what transport of delight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From thy pure chalice floweth!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90AFB74-83FD-8F85-3412-5B2B465B4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King of Love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1051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4535E-5577-DE61-358A-A232B1DFB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0867B-35C3-98EE-A01C-8D569EF4A86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47971-DA85-C751-DC5A-5C52B51C52B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6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0B3BE2-D998-167B-8C65-476E697BA331}"/>
              </a:ext>
            </a:extLst>
          </p:cNvPr>
          <p:cNvSpPr/>
          <p:nvPr/>
        </p:nvSpPr>
        <p:spPr>
          <a:xfrm>
            <a:off x="935502" y="887505"/>
            <a:ext cx="7737230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so through all the length of days,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Thy goodness faileth never;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Good Shepherd, may I sing thy praise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Within thy house forever.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90AFB74-83FD-8F85-3412-5B2B465B4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King of Love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027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498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041014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1 of </a:t>
            </a:r>
            <a:r>
              <a:rPr lang="en-SG" sz="1400" dirty="0"/>
              <a:t>4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20505" y="878713"/>
            <a:ext cx="8328073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>
                <a:ea typeface="+mn-lt"/>
                <a:cs typeface="+mn-lt"/>
              </a:rPr>
              <a:t>Out of my bondage, sorrow, and night,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Jesus, I come ! Jesus, I come !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Into Thy freedom, gladness, and light,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Jesus, I come to Thee !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Out of my sickness into Thy health,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Out of my want and into Thy wealth,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Out of my sin and into Thyself,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Jesus, I come to Thee !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498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8436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2 of </a:t>
            </a:r>
            <a:r>
              <a:rPr lang="en-SG" sz="1400" dirty="0"/>
              <a:t>4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20505" y="878713"/>
            <a:ext cx="8328073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>
                <a:ea typeface="+mn-lt"/>
                <a:cs typeface="+mn-lt"/>
              </a:rPr>
              <a:t>Out of my shameful failure and loss,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Jesus, I come ! Jesus, I come !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Into the glorious gain of Thy cross,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Jesus, I come to Thee !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Out of earth's sorrows into Thy balm,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Out of life's storm and into Thy calm,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Out of distress to jubilant psalm,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Jesus, I come to Thee !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498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1897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3 of </a:t>
            </a:r>
            <a:r>
              <a:rPr lang="en-SG" sz="1400" dirty="0"/>
              <a:t>4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20505" y="878713"/>
            <a:ext cx="8328073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>
                <a:ea typeface="+mn-lt"/>
                <a:cs typeface="+mn-lt"/>
              </a:rPr>
              <a:t>Out of unrest and arrogant pride,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Jesus, I come ! Jesus, I come !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Into Thy blessed will to abide,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Jesus, I come to Thee !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Out of myself to dwell in Thy love,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Out of despair into raptures above,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Upward for aye on wings like a dove,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Jesus, I come to Thee !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498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83182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4 of </a:t>
            </a:r>
            <a:r>
              <a:rPr lang="en-SG" sz="1400" dirty="0"/>
              <a:t>4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20505" y="878713"/>
            <a:ext cx="8328073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>
                <a:ea typeface="+mn-lt"/>
                <a:cs typeface="+mn-lt"/>
              </a:rPr>
              <a:t>Out of the fear and dread of the tomb,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Jesus, I come ! Jesus, I come !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Into the joy and light of Thy home,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Jesus, I come to Thee !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Out of the depths of ruin untold,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Into the peace of Thy sheltering fold,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Ever Thy glorious face to behold,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Jesus, I come to Thee !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498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7572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85879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1 of </a:t>
            </a:r>
            <a:r>
              <a:rPr lang="en-SG" sz="1400" dirty="0"/>
              <a:t>8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20505" y="878713"/>
            <a:ext cx="8328073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>
                <a:ea typeface="+mn-lt"/>
                <a:cs typeface="+mn-lt"/>
              </a:rPr>
              <a:t>I love to tell the Story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Of unseen things above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Of Jesus and His glory,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Of Jesus and His love.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I love to tell the Story,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Because I know it's true;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It satisfies my longings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As nothing else can do.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1494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</a:t>
            </a:r>
            <a:r>
              <a:rPr lang="en-SG" sz="1400" dirty="0"/>
              <a:t>2 of 8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20505" y="878713"/>
            <a:ext cx="8328073" cy="267765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endParaRPr lang="en-SG" sz="2800">
              <a:ea typeface="+mn-lt"/>
              <a:cs typeface="+mn-lt"/>
            </a:endParaRPr>
          </a:p>
          <a:p>
            <a:pPr algn="ctr"/>
            <a:endParaRPr lang="en-SG" sz="2800">
              <a:ea typeface="+mn-lt"/>
              <a:cs typeface="+mn-lt"/>
            </a:endParaRPr>
          </a:p>
          <a:p>
            <a:pPr algn="ctr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I love to tell the Story !</a:t>
            </a:r>
          </a:p>
          <a:p>
            <a:pPr algn="ctr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'twill be my theme in glory,</a:t>
            </a:r>
          </a:p>
          <a:p>
            <a:pPr algn="ctr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To tell the Old, Old Story,</a:t>
            </a:r>
          </a:p>
          <a:p>
            <a:pPr algn="ctr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Of Jesus and His love.</a:t>
            </a:r>
            <a:endParaRPr lang="en-US" i="1" dirty="0">
              <a:solidFill>
                <a:srgbClr val="C00000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1406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</a:t>
            </a:r>
            <a:r>
              <a:rPr lang="en-SG" sz="1400" dirty="0"/>
              <a:t>3</a:t>
            </a:r>
            <a:r>
              <a:rPr lang="en-US" sz="1400" dirty="0"/>
              <a:t> of </a:t>
            </a:r>
            <a:r>
              <a:rPr lang="en-SG" sz="1400" dirty="0"/>
              <a:t>8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20505" y="878713"/>
            <a:ext cx="8328073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>
                <a:ea typeface="+mn-lt"/>
                <a:cs typeface="+mn-lt"/>
              </a:rPr>
              <a:t>I love to tell the Story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More wonderful it seems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Than all the golden fancies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Of all our golden dreams.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I love to tell the Story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It did so much for me;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And that is just the reason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I tell it now to thee.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2778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 5 : </a:t>
            </a:r>
            <a:r>
              <a:rPr lang="en-SG" sz="1400" dirty="0"/>
              <a:t>4 of 8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20505" y="878713"/>
            <a:ext cx="8328073" cy="267765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endParaRPr lang="en-SG" sz="2800">
              <a:ea typeface="+mn-lt"/>
              <a:cs typeface="+mn-lt"/>
            </a:endParaRPr>
          </a:p>
          <a:p>
            <a:pPr algn="ctr"/>
            <a:endParaRPr lang="en-SG" sz="2800">
              <a:ea typeface="+mn-lt"/>
              <a:cs typeface="+mn-lt"/>
            </a:endParaRPr>
          </a:p>
          <a:p>
            <a:pPr algn="ctr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I love to tell the Story !</a:t>
            </a:r>
          </a:p>
          <a:p>
            <a:pPr algn="ctr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'twill be my theme in glory,</a:t>
            </a:r>
          </a:p>
          <a:p>
            <a:pPr algn="ctr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To tell the Old, Old Story,</a:t>
            </a:r>
          </a:p>
          <a:p>
            <a:pPr algn="ctr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Of Jesus and His love.</a:t>
            </a:r>
            <a:endParaRPr lang="en-US" i="1" dirty="0">
              <a:solidFill>
                <a:srgbClr val="C00000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3024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 5 : 5 of </a:t>
            </a:r>
            <a:r>
              <a:rPr lang="en-SG" sz="1400" dirty="0"/>
              <a:t>8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20505" y="878713"/>
            <a:ext cx="8328073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>
                <a:ea typeface="+mn-lt"/>
                <a:cs typeface="+mn-lt"/>
              </a:rPr>
              <a:t>I love to tell the Story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Tis pleasant to repeat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What seems, each time I tell it,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More wonderfully sweet.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I love to tell the Story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For some have never heard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The message of salvation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From God's own Holy Word.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2788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 5 : </a:t>
            </a:r>
            <a:r>
              <a:rPr lang="en-SG" sz="1400" dirty="0"/>
              <a:t>6 of 8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20505" y="878713"/>
            <a:ext cx="8328073" cy="267765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endParaRPr lang="en-SG" sz="2800">
              <a:ea typeface="+mn-lt"/>
              <a:cs typeface="+mn-lt"/>
            </a:endParaRPr>
          </a:p>
          <a:p>
            <a:pPr algn="ctr"/>
            <a:endParaRPr lang="en-SG" sz="2800">
              <a:ea typeface="+mn-lt"/>
              <a:cs typeface="+mn-lt"/>
            </a:endParaRPr>
          </a:p>
          <a:p>
            <a:pPr algn="ctr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I love to tell the Story !</a:t>
            </a:r>
          </a:p>
          <a:p>
            <a:pPr algn="ctr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'twill be my theme in glory,</a:t>
            </a:r>
          </a:p>
          <a:p>
            <a:pPr algn="ctr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To tell the Old, Old Story,</a:t>
            </a:r>
          </a:p>
          <a:p>
            <a:pPr algn="ctr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Of Jesus and His love.</a:t>
            </a:r>
            <a:endParaRPr lang="en-US" i="1" dirty="0">
              <a:solidFill>
                <a:srgbClr val="C00000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2534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 5 : </a:t>
            </a:r>
            <a:r>
              <a:rPr lang="en-SG" sz="1400" dirty="0"/>
              <a:t>7</a:t>
            </a:r>
            <a:r>
              <a:rPr lang="en-US" sz="1400" dirty="0"/>
              <a:t> of </a:t>
            </a:r>
            <a:r>
              <a:rPr lang="en-SG" sz="1400" dirty="0"/>
              <a:t>8</a:t>
            </a:r>
            <a:endParaRPr lang="en-US" sz="1400">
              <a:cs typeface="Segoe U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20505" y="878713"/>
            <a:ext cx="8328073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>
                <a:ea typeface="+mn-lt"/>
                <a:cs typeface="+mn-lt"/>
              </a:rPr>
              <a:t>I love to tell the Story: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For those who know it best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Seem hungering and thirsting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To hear it like the rest.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And when, in scenes of glory,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I sing the New, New Song,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'Twill be the Old, Old Story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That I have loved so long.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7100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 5 : </a:t>
            </a:r>
            <a:r>
              <a:rPr lang="en-SG" sz="1400" dirty="0"/>
              <a:t>8 of 8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20505" y="878713"/>
            <a:ext cx="8328073" cy="267765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endParaRPr lang="en-SG" sz="2800">
              <a:ea typeface="+mn-lt"/>
              <a:cs typeface="+mn-lt"/>
            </a:endParaRPr>
          </a:p>
          <a:p>
            <a:pPr algn="ctr"/>
            <a:endParaRPr lang="en-SG" sz="2800">
              <a:ea typeface="+mn-lt"/>
              <a:cs typeface="+mn-lt"/>
            </a:endParaRPr>
          </a:p>
          <a:p>
            <a:pPr algn="ctr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I love to tell the Story !</a:t>
            </a:r>
          </a:p>
          <a:p>
            <a:pPr algn="ctr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'twill be my theme in glory,</a:t>
            </a:r>
          </a:p>
          <a:p>
            <a:pPr algn="ctr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To tell the Old, Old Story,</a:t>
            </a:r>
          </a:p>
          <a:p>
            <a:pPr algn="ctr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Of Jesus and His love.</a:t>
            </a:r>
            <a:endParaRPr lang="en-US" i="1" dirty="0">
              <a:solidFill>
                <a:srgbClr val="C00000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8683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227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05432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6529B-0428-A9B9-0E36-E0F709923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BFD3E-E0DD-94B5-AFD2-F7BB04AF47D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5EDA14-D069-6AE5-2BBC-B637B5B21F1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 : 1 of </a:t>
            </a:r>
            <a:r>
              <a:rPr lang="en-SG" sz="1400" dirty="0"/>
              <a:t>4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232047-F35C-9CE6-AB39-2974E36818C5}"/>
              </a:ext>
            </a:extLst>
          </p:cNvPr>
          <p:cNvSpPr/>
          <p:nvPr/>
        </p:nvSpPr>
        <p:spPr>
          <a:xfrm>
            <a:off x="1183517" y="713099"/>
            <a:ext cx="7507001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Jesus, Lover of my soul,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Let me to Thy bosom fly,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While the nearer waters roll,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While the tempest still is high;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Hide me, O my Saviour, hide,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Till the storm of life is past;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Safe into the haven guide.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Oh, receive my soul at last !</a:t>
            </a:r>
          </a:p>
          <a:p>
            <a:pPr algn="ctr">
              <a:spcAft>
                <a:spcPts val="400"/>
              </a:spcAft>
            </a:pP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968D38C-2C82-7C11-B05D-513832A91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227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5809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868E4-657B-6009-127F-02825719B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6FAAE-DB61-AE90-122B-33972901588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EEF68-FCC0-B8B8-9619-FEBE2850093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 6 : 2 of </a:t>
            </a:r>
            <a:r>
              <a:rPr lang="en-SG" sz="1400" dirty="0"/>
              <a:t>4</a:t>
            </a:r>
            <a:endParaRPr lang="en-US" sz="14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257D2E9-8338-4D70-7848-7EBAAA53B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227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CD737C-BFEA-35A0-CDB0-9A393589EFE0}"/>
              </a:ext>
            </a:extLst>
          </p:cNvPr>
          <p:cNvSpPr/>
          <p:nvPr/>
        </p:nvSpPr>
        <p:spPr>
          <a:xfrm>
            <a:off x="1183517" y="713099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Other refuge have I none,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Hangs my helpless soul on Thee;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Leave, oh, leave me not alone,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Still support and comfort me: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All my trust on Thee is stayed,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All my help from Thee I bring;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Cover my defenceless head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With the shadow of Thy wing.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4877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7B6E7-326C-644C-FBC7-01E0BC685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EE5E4-8EA9-E9EF-E17A-F087EBF1E6B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C4562-7C0E-B6DC-6C8C-80942713DC8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 : 3 of </a:t>
            </a:r>
            <a:r>
              <a:rPr lang="en-SG" sz="1400" dirty="0"/>
              <a:t>4</a:t>
            </a:r>
            <a:endParaRPr lang="en-US" sz="14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6A539C-4C26-5D1C-7D31-2EAE3D32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227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D45E90-AB8D-87AC-62B1-4A483C3BB88D}"/>
              </a:ext>
            </a:extLst>
          </p:cNvPr>
          <p:cNvSpPr/>
          <p:nvPr/>
        </p:nvSpPr>
        <p:spPr>
          <a:xfrm>
            <a:off x="1183517" y="713099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Thou, O Christ, art all I want;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More than all in Thee I find: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Raise the fallen, cheer the faint,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Heal the sick, and lead the blind: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Just and holy is Thy name,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am all unrighteousness;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Vile, and full of sin I am,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Thou art full of truth and grace.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7019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7B6E7-326C-644C-FBC7-01E0BC685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EE5E4-8EA9-E9EF-E17A-F087EBF1E6B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C4562-7C0E-B6DC-6C8C-80942713DC8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 6 : </a:t>
            </a:r>
            <a:r>
              <a:rPr lang="en-SG" sz="1400" dirty="0"/>
              <a:t>4 </a:t>
            </a:r>
            <a:r>
              <a:rPr lang="en-US" sz="1400" dirty="0"/>
              <a:t>of </a:t>
            </a:r>
            <a:r>
              <a:rPr lang="en-SG" sz="1400" dirty="0"/>
              <a:t>4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74693D-CD44-5CB7-0C93-3628B747F75C}"/>
              </a:ext>
            </a:extLst>
          </p:cNvPr>
          <p:cNvSpPr/>
          <p:nvPr/>
        </p:nvSpPr>
        <p:spPr>
          <a:xfrm>
            <a:off x="1168648" y="887505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Plenteous grace with Thee is found—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Grace to cover all my sin: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Let the healing streams abound;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Make me, keep me pure within: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Thou of life the Fountain art,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Freely let me take of Thee: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Spring Thou up within my heart,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Rise to all eternity.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6A539C-4C26-5D1C-7D31-2EAE3D32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227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5709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647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79585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7 : 1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507001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Oh, what fellowship; oh, what joy is mine,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Resting in the everlasting arms 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Oh, what blessedness ; oh, what peace divine.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Resting in the everlasting arms!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647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18520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20D7-9C2D-913D-9D9B-2ED3F5D0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A0D28-58EC-9B84-6700-F71E0923B5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2F64F-7B08-E1DF-77C2-DF24B4884A2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7 : 2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09EB3-F9C5-7B20-D805-158D5D8DCD6B}"/>
              </a:ext>
            </a:extLst>
          </p:cNvPr>
          <p:cNvSpPr/>
          <p:nvPr/>
        </p:nvSpPr>
        <p:spPr>
          <a:xfrm>
            <a:off x="818499" y="895526"/>
            <a:ext cx="7507001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 i="1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Resting, resting,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Safe and secure from all alarms;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Resting, resting,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Resting in the everlasting arms! 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E0C573-9B0A-9146-5F05-207C3B6C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647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8350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6A04C-5D2C-BE08-0772-5A84E6EA2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20B00-9461-D24A-94AD-E6C8F3F016E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D3CD50-1DFB-A828-6455-13D1216B4EB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7 : 3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CFE196-852C-EF4A-5C89-8F84C628F6D8}"/>
              </a:ext>
            </a:extLst>
          </p:cNvPr>
          <p:cNvSpPr/>
          <p:nvPr/>
        </p:nvSpPr>
        <p:spPr>
          <a:xfrm>
            <a:off x="984164" y="879484"/>
            <a:ext cx="7678573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Oh, how safe am I in this pilgrim way,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Resting in the everlasting arms 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Oh, how bright the path grows from day to day,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Resting in the everlasting arms !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AD21BDD-D3AE-5CDB-B758-E73AB8700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647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3602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20D7-9C2D-913D-9D9B-2ED3F5D0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A0D28-58EC-9B84-6700-F71E0923B5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2F64F-7B08-E1DF-77C2-DF24B4884A2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7 : 4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09EB3-F9C5-7B20-D805-158D5D8DCD6B}"/>
              </a:ext>
            </a:extLst>
          </p:cNvPr>
          <p:cNvSpPr/>
          <p:nvPr/>
        </p:nvSpPr>
        <p:spPr>
          <a:xfrm>
            <a:off x="818499" y="895526"/>
            <a:ext cx="7507001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 i="1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Resting, resting,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Safe and secure from all alarms;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Resting, resting,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Resting in the everlasting arms! 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E0C573-9B0A-9146-5F05-207C3B6C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647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3775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6AEA3-8187-67DE-FF55-5C3DF603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055F6-333A-FAAF-7CFD-1D7E180EB11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7 : 5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690890" y="914886"/>
            <a:ext cx="8152280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What have I to dread, what have I to fear,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Resting in the everlasting arms ?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have perfect peace with my Saviour near,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Resting in the everlasting arms !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647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0530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20D7-9C2D-913D-9D9B-2ED3F5D0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A0D28-58EC-9B84-6700-F71E0923B5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2F64F-7B08-E1DF-77C2-DF24B4884A2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7 : 6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09EB3-F9C5-7B20-D805-158D5D8DCD6B}"/>
              </a:ext>
            </a:extLst>
          </p:cNvPr>
          <p:cNvSpPr/>
          <p:nvPr/>
        </p:nvSpPr>
        <p:spPr>
          <a:xfrm>
            <a:off x="818499" y="895526"/>
            <a:ext cx="7507001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 i="1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Resting, resting,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Safe and secure from all alarms;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Resting, resting,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Resting in the everlasting arms! 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E0C573-9B0A-9146-5F05-207C3B6C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647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0110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D5B6446-DF9C-BA6E-B41E-1CD580FE87A5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endParaRPr lang="en-SG" sz="6000" b="1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E54A38-54D0-6477-68F0-01E2D0EDD891}"/>
              </a:ext>
            </a:extLst>
          </p:cNvPr>
          <p:cNvSpPr txBox="1">
            <a:spLocks/>
          </p:cNvSpPr>
          <p:nvPr/>
        </p:nvSpPr>
        <p:spPr>
          <a:xfrm>
            <a:off x="1161967" y="12848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kern="1400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Theological education for faith nourishment</a:t>
            </a:r>
            <a:endParaRPr lang="en-GB" sz="6000" b="1" i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3088136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1656289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051895" y="1699813"/>
            <a:ext cx="7040197" cy="87193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</a:rPr>
              <a:t>Closing Hymn</a:t>
            </a:r>
          </a:p>
          <a:p>
            <a:r>
              <a:rPr lang="en-US" dirty="0">
                <a:solidFill>
                  <a:schemeClr val="bg1"/>
                </a:solidFill>
              </a:rPr>
              <a:t>Song.no: 522 (v1)</a:t>
            </a: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marR="0" indent="-3600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SG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– Song no: 522,</a:t>
            </a:r>
            <a:r>
              <a:rPr lang="en-SG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v1</a:t>
            </a:r>
            <a:endParaRPr lang="en-US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Closing : 1 of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575D6-2132-A304-BD4D-E123FFDE7A28}"/>
              </a:ext>
            </a:extLst>
          </p:cNvPr>
          <p:cNvSpPr/>
          <p:nvPr/>
        </p:nvSpPr>
        <p:spPr>
          <a:xfrm>
            <a:off x="722671" y="802035"/>
            <a:ext cx="811184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SG" sz="2800" dirty="0"/>
              <a:t>All the way my Saviour leads me;</a:t>
            </a:r>
          </a:p>
          <a:p>
            <a:pPr algn="ctr"/>
            <a:r>
              <a:rPr lang="en-SG" sz="2800" dirty="0"/>
              <a:t>What have I to ask beside ?</a:t>
            </a:r>
          </a:p>
          <a:p>
            <a:pPr algn="ctr"/>
            <a:r>
              <a:rPr lang="en-SG" sz="2800" dirty="0"/>
              <a:t>Can I doubt His tender mercy,</a:t>
            </a:r>
          </a:p>
          <a:p>
            <a:pPr algn="ctr"/>
            <a:r>
              <a:rPr lang="en-SG" sz="2800" dirty="0"/>
              <a:t>Who through life has been my Guide ?</a:t>
            </a:r>
          </a:p>
          <a:p>
            <a:pPr algn="ctr"/>
            <a:r>
              <a:rPr lang="en-SG" sz="2800" dirty="0"/>
              <a:t>Heavenly peace, divinest comfort,</a:t>
            </a:r>
          </a:p>
          <a:p>
            <a:pPr algn="ctr"/>
            <a:r>
              <a:rPr lang="en-SG" sz="2800" dirty="0"/>
              <a:t>Here by faith in Him to dwell!</a:t>
            </a:r>
          </a:p>
          <a:p>
            <a:pPr algn="ctr"/>
            <a:r>
              <a:rPr lang="en-SG" sz="2800" dirty="0"/>
              <a:t>For I know, whate'er befall me,</a:t>
            </a:r>
          </a:p>
          <a:p>
            <a:pPr algn="ctr"/>
            <a:r>
              <a:rPr lang="en-SG" sz="2800" dirty="0"/>
              <a:t>Jesus doeth all things well</a:t>
            </a:r>
            <a:endParaRPr lang="en-US" sz="28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8951D02-1991-977B-B98A-94F96C9D0A3C}"/>
              </a:ext>
            </a:extLst>
          </p:cNvPr>
          <p:cNvCxnSpPr/>
          <p:nvPr/>
        </p:nvCxnSpPr>
        <p:spPr>
          <a:xfrm>
            <a:off x="7337503" y="3479180"/>
            <a:ext cx="0" cy="8622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4F84539-D997-83CB-09F6-C53499A1D2FE}"/>
              </a:ext>
            </a:extLst>
          </p:cNvPr>
          <p:cNvSpPr txBox="1"/>
          <p:nvPr/>
        </p:nvSpPr>
        <p:spPr>
          <a:xfrm>
            <a:off x="7337503" y="3569539"/>
            <a:ext cx="8623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(2)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344140600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3ED4C2D-8F3A-93FB-E552-441EF1174C57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kern="1400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Theological education for faith nourishment</a:t>
            </a:r>
            <a:endParaRPr lang="en-GB" sz="6000" b="1" i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275357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IAAAAAAAAAAwAAAAMAAAAA/////wQASwwAAAAAAAAAAAAAIAD///////////////8AAAD////////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ztgWoR4viRMqI4XIpkyi1AFAAAAAAADAAAAAwADAAAAAQADAAEA////////BAAAAAMAEAALFWgxPmwReUCeHmo7iS86ng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3DgAAAAAAAAAAAAD/////gwCDAAAABV9pZAAQAAAABDtgWoR4viRMqI4XIpkyi1ADRGF0YQAbAAAABExpbmtlZFNoYXBlRGF0YQAFAAAAAAACTmFtZQAZAAAATGlua2VkU2hhcGVzRGF0YVByb3BlcnR5ABBWZXJzaW9uAAAAAAAJTGFzdFdyaXRlAHN26HWOAQAAAAEA/////50AnQAAAAVfaWQAEAAAAAQVaDE+bBF5QJ4eajuJLzqeA0RhdGEAKgAAAAhQcmVzZW50YXRpb25TY2FubmVkRm9yTGlua2VkU2hhcGVzAAEAAk5hbWUAJAAAAExpbmtlZFNoYXBlUHJlc2VudGF0aW9uU2V0dGluZ3NEYXRhABBWZXJzaW9uAAAAAAAJTGFzdFdyaXRlAPV26HWO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2641</Words>
  <Application>Microsoft Office PowerPoint</Application>
  <PresentationFormat>On-screen Show (16:9)</PresentationFormat>
  <Paragraphs>481</Paragraphs>
  <Slides>67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67</vt:i4>
      </vt:variant>
    </vt:vector>
  </HeadingPairs>
  <TitlesOfParts>
    <vt:vector size="73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Opening Hymn – Name of all Majesty</vt:lpstr>
      <vt:lpstr>Opening Hymn – Name of all Majesty</vt:lpstr>
      <vt:lpstr>Opening Hymn – Name of all Majesty</vt:lpstr>
      <vt:lpstr>Opening Hymn – Name of all Majesty</vt:lpstr>
      <vt:lpstr>PowerPoint Presentation</vt:lpstr>
      <vt:lpstr>PowerPoint Presentation</vt:lpstr>
      <vt:lpstr>Birthday Thanksgiving – For each day of life</vt:lpstr>
      <vt:lpstr>PowerPoint Presentation</vt:lpstr>
      <vt:lpstr>PowerPoint Presentation</vt:lpstr>
      <vt:lpstr>Offertory – Speak, O Lord</vt:lpstr>
      <vt:lpstr>Offertory – Speak, O Lord</vt:lpstr>
      <vt:lpstr>Offertory – Speak, O Lord</vt:lpstr>
      <vt:lpstr>PowerPoint Presentation</vt:lpstr>
      <vt:lpstr>PowerPoint Presentation</vt:lpstr>
      <vt:lpstr>PowerPoint Presentation</vt:lpstr>
      <vt:lpstr>Confession – Ancient Words ( chorus)</vt:lpstr>
      <vt:lpstr>PowerPoint Presentation</vt:lpstr>
      <vt:lpstr> Holy Communion – Ancient words </vt:lpstr>
      <vt:lpstr>Holy Communion- Ancient words</vt:lpstr>
      <vt:lpstr>Holy Communion- Ancient words</vt:lpstr>
      <vt:lpstr>Holy Communion- Ancient words</vt:lpstr>
      <vt:lpstr>Holy Communion- Ancient words</vt:lpstr>
      <vt:lpstr>Holy Communion- Song no: 726</vt:lpstr>
      <vt:lpstr>Holy Communion- Song no: 726</vt:lpstr>
      <vt:lpstr>Holy Communion- Song no: 726</vt:lpstr>
      <vt:lpstr>Holy Communion- Song no: 726</vt:lpstr>
      <vt:lpstr>Holy Communion- Song no: 726</vt:lpstr>
      <vt:lpstr>Holy Communion- The King of Love my Shepherd is</vt:lpstr>
      <vt:lpstr>Holy Communion- The King of Love</vt:lpstr>
      <vt:lpstr>Holy Communion- The King of Love</vt:lpstr>
      <vt:lpstr>Holy Communion- The King of Love</vt:lpstr>
      <vt:lpstr>Holy Communion- The King of Love</vt:lpstr>
      <vt:lpstr>Holy Communion- The King of Love</vt:lpstr>
      <vt:lpstr>Holy Communion- The King of Love</vt:lpstr>
      <vt:lpstr>Holy Communion- Song no: 498</vt:lpstr>
      <vt:lpstr>Holy Communion- Song no: 498</vt:lpstr>
      <vt:lpstr>Holy Communion- Song no: 498</vt:lpstr>
      <vt:lpstr>Holy Communion- Song no: 498</vt:lpstr>
      <vt:lpstr>Holy Communion- Song no: 498</vt:lpstr>
      <vt:lpstr>Holy Communion- Song no: 46</vt:lpstr>
      <vt:lpstr>Holy Communion- Song no: 46</vt:lpstr>
      <vt:lpstr>Holy Communion- Song no: 46</vt:lpstr>
      <vt:lpstr>Holy Communion- Song no: 46</vt:lpstr>
      <vt:lpstr>Holy Communion- Song no: 46</vt:lpstr>
      <vt:lpstr>Holy Communion- Song no: 46</vt:lpstr>
      <vt:lpstr>Holy Communion- Song no: 46</vt:lpstr>
      <vt:lpstr>Holy Communion- Song no: 46</vt:lpstr>
      <vt:lpstr>Holy Communion- Song no: 46</vt:lpstr>
      <vt:lpstr>Holy Communion- Song no: 227</vt:lpstr>
      <vt:lpstr>Holy Communion- Song no: 227</vt:lpstr>
      <vt:lpstr>Holy Communion- Song no: 227</vt:lpstr>
      <vt:lpstr>Holy Communion- Song no: 227</vt:lpstr>
      <vt:lpstr>Holy Communion- Song no: 227</vt:lpstr>
      <vt:lpstr>Holy Communion- Song no: 647</vt:lpstr>
      <vt:lpstr>Holy Communion- Song no: 647</vt:lpstr>
      <vt:lpstr>Holy Communion- Song no: 647</vt:lpstr>
      <vt:lpstr>Holy Communion- Song no: 647</vt:lpstr>
      <vt:lpstr>Holy Communion- Song no: 647</vt:lpstr>
      <vt:lpstr>Holy Communion- Song no: 647 </vt:lpstr>
      <vt:lpstr>Holy Communion- Song no: 647</vt:lpstr>
      <vt:lpstr>PowerPoint Presentation</vt:lpstr>
      <vt:lpstr>PowerPoint Presentation</vt:lpstr>
      <vt:lpstr>PowerPoint Presentation</vt:lpstr>
      <vt:lpstr>Closing Hymn – Song no: 522, v1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Rosmin Elsa Mohan</cp:lastModifiedBy>
  <cp:revision>25</cp:revision>
  <dcterms:created xsi:type="dcterms:W3CDTF">2020-09-02T02:55:07Z</dcterms:created>
  <dcterms:modified xsi:type="dcterms:W3CDTF">2024-08-24T06:22:52Z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  <property fmtid="{D5CDD505-2E9C-101B-9397-08002B2CF9AE}" pid="17" name="ClassificationContentMarkingFooterLocations">
    <vt:lpwstr>Office Theme:8\1_Office Theme:8\4_Office Theme:8\3_Office Theme:8\5_Office Theme:8\6_Office Theme:8</vt:lpwstr>
  </property>
  <property fmtid="{D5CDD505-2E9C-101B-9397-08002B2CF9AE}" pid="18" name="ClassificationContentMarkingFooterText">
    <vt:lpwstr>Internal</vt:lpwstr>
  </property>
</Properties>
</file>