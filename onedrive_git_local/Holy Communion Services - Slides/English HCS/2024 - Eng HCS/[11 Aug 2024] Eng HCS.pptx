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4.xml" ContentType="application/vnd.openxmlformats-officedocument.theme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5.xml" ContentType="application/vnd.openxmlformats-officedocument.theme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3" r:id="rId2"/>
    <p:sldMasterId id="2147483744" r:id="rId3"/>
    <p:sldMasterId id="2147483757" r:id="rId4"/>
    <p:sldMasterId id="2147483770" r:id="rId5"/>
    <p:sldMasterId id="2147483783" r:id="rId6"/>
  </p:sldMasterIdLst>
  <p:notesMasterIdLst>
    <p:notesMasterId r:id="rId79"/>
  </p:notesMasterIdLst>
  <p:sldIdLst>
    <p:sldId id="811" r:id="rId7"/>
    <p:sldId id="813" r:id="rId8"/>
    <p:sldId id="859" r:id="rId9"/>
    <p:sldId id="1472" r:id="rId10"/>
    <p:sldId id="1473" r:id="rId11"/>
    <p:sldId id="1298" r:id="rId12"/>
    <p:sldId id="821" r:id="rId13"/>
    <p:sldId id="851" r:id="rId14"/>
    <p:sldId id="1320" r:id="rId15"/>
    <p:sldId id="1318" r:id="rId16"/>
    <p:sldId id="822" r:id="rId17"/>
    <p:sldId id="1490" r:id="rId18"/>
    <p:sldId id="1491" r:id="rId19"/>
    <p:sldId id="1492" r:id="rId20"/>
    <p:sldId id="1324" r:id="rId21"/>
    <p:sldId id="823" r:id="rId22"/>
    <p:sldId id="824" r:id="rId23"/>
    <p:sldId id="1277" r:id="rId24"/>
    <p:sldId id="825" r:id="rId25"/>
    <p:sldId id="1388" r:id="rId26"/>
    <p:sldId id="1438" r:id="rId27"/>
    <p:sldId id="1439" r:id="rId28"/>
    <p:sldId id="1440" r:id="rId29"/>
    <p:sldId id="1493" r:id="rId30"/>
    <p:sldId id="949" r:id="rId31"/>
    <p:sldId id="1401" r:id="rId32"/>
    <p:sldId id="1442" r:id="rId33"/>
    <p:sldId id="1443" r:id="rId34"/>
    <p:sldId id="1445" r:id="rId35"/>
    <p:sldId id="1405" r:id="rId36"/>
    <p:sldId id="1406" r:id="rId37"/>
    <p:sldId id="1448" r:id="rId38"/>
    <p:sldId id="1450" r:id="rId39"/>
    <p:sldId id="1452" r:id="rId40"/>
    <p:sldId id="1475" r:id="rId41"/>
    <p:sldId id="1494" r:id="rId42"/>
    <p:sldId id="1495" r:id="rId43"/>
    <p:sldId id="1411" r:id="rId44"/>
    <p:sldId id="1412" r:id="rId45"/>
    <p:sldId id="1476" r:id="rId46"/>
    <p:sldId id="1477" r:id="rId47"/>
    <p:sldId id="1496" r:id="rId48"/>
    <p:sldId id="1497" r:id="rId49"/>
    <p:sldId id="1498" r:id="rId50"/>
    <p:sldId id="1499" r:id="rId51"/>
    <p:sldId id="1500" r:id="rId52"/>
    <p:sldId id="1416" r:id="rId53"/>
    <p:sldId id="1465" r:id="rId54"/>
    <p:sldId id="1466" r:id="rId55"/>
    <p:sldId id="1467" r:id="rId56"/>
    <p:sldId id="1478" r:id="rId57"/>
    <p:sldId id="1421" r:id="rId58"/>
    <p:sldId id="1422" r:id="rId59"/>
    <p:sldId id="1468" r:id="rId60"/>
    <p:sldId id="1469" r:id="rId61"/>
    <p:sldId id="1501" r:id="rId62"/>
    <p:sldId id="1470" r:id="rId63"/>
    <p:sldId id="1502" r:id="rId64"/>
    <p:sldId id="1481" r:id="rId65"/>
    <p:sldId id="1482" r:id="rId66"/>
    <p:sldId id="1483" r:id="rId67"/>
    <p:sldId id="1484" r:id="rId68"/>
    <p:sldId id="1485" r:id="rId69"/>
    <p:sldId id="1486" r:id="rId70"/>
    <p:sldId id="1487" r:id="rId71"/>
    <p:sldId id="1488" r:id="rId72"/>
    <p:sldId id="1489" r:id="rId73"/>
    <p:sldId id="1259" r:id="rId74"/>
    <p:sldId id="820" r:id="rId75"/>
    <p:sldId id="1201" r:id="rId76"/>
    <p:sldId id="858" r:id="rId77"/>
    <p:sldId id="829" r:id="rId78"/>
  </p:sldIdLst>
  <p:sldSz cx="9144000" cy="5143500" type="screen16x9"/>
  <p:notesSz cx="6858000" cy="9144000"/>
  <p:custDataLst>
    <p:tags r:id="rId80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C5DCF09-FC5E-8246-38A5-7BDD29DA3586}" name="Sherin Sarah Varghese" initials="SSV" userId="dc22cf68baf02303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iti samuel" initials="as" lastIdx="1" clrIdx="0">
    <p:extLst>
      <p:ext uri="{19B8F6BF-5375-455C-9EA6-DF929625EA0E}">
        <p15:presenceInfo xmlns:p15="http://schemas.microsoft.com/office/powerpoint/2012/main" userId="810fea6f6deeb52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05562"/>
    <a:srgbClr val="B6807C"/>
    <a:srgbClr val="AE7C76"/>
    <a:srgbClr val="A1889D"/>
    <a:srgbClr val="731A02"/>
    <a:srgbClr val="432545"/>
    <a:srgbClr val="42475E"/>
    <a:srgbClr val="BDBCC4"/>
    <a:srgbClr val="FAC983"/>
    <a:srgbClr val="FF9F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28EFC5-0C39-4406-809D-EFC11537EED1}" v="26" dt="2024-08-10T02:10:11.45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0.xml"/><Relationship Id="rId21" Type="http://schemas.openxmlformats.org/officeDocument/2006/relationships/slide" Target="slides/slide15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63" Type="http://schemas.openxmlformats.org/officeDocument/2006/relationships/slide" Target="slides/slide57.xml"/><Relationship Id="rId68" Type="http://schemas.openxmlformats.org/officeDocument/2006/relationships/slide" Target="slides/slide62.xml"/><Relationship Id="rId84" Type="http://schemas.openxmlformats.org/officeDocument/2006/relationships/theme" Target="theme/theme1.xml"/><Relationship Id="rId16" Type="http://schemas.openxmlformats.org/officeDocument/2006/relationships/slide" Target="slides/slide10.xml"/><Relationship Id="rId11" Type="http://schemas.openxmlformats.org/officeDocument/2006/relationships/slide" Target="slides/slide5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53" Type="http://schemas.openxmlformats.org/officeDocument/2006/relationships/slide" Target="slides/slide47.xml"/><Relationship Id="rId58" Type="http://schemas.openxmlformats.org/officeDocument/2006/relationships/slide" Target="slides/slide52.xml"/><Relationship Id="rId74" Type="http://schemas.openxmlformats.org/officeDocument/2006/relationships/slide" Target="slides/slide68.xml"/><Relationship Id="rId79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9" Type="http://schemas.openxmlformats.org/officeDocument/2006/relationships/slide" Target="slides/slide1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56" Type="http://schemas.openxmlformats.org/officeDocument/2006/relationships/slide" Target="slides/slide50.xml"/><Relationship Id="rId64" Type="http://schemas.openxmlformats.org/officeDocument/2006/relationships/slide" Target="slides/slide58.xml"/><Relationship Id="rId69" Type="http://schemas.openxmlformats.org/officeDocument/2006/relationships/slide" Target="slides/slide63.xml"/><Relationship Id="rId77" Type="http://schemas.openxmlformats.org/officeDocument/2006/relationships/slide" Target="slides/slide71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72" Type="http://schemas.openxmlformats.org/officeDocument/2006/relationships/slide" Target="slides/slide66.xml"/><Relationship Id="rId80" Type="http://schemas.openxmlformats.org/officeDocument/2006/relationships/tags" Target="tags/tag1.xml"/><Relationship Id="rId85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59" Type="http://schemas.openxmlformats.org/officeDocument/2006/relationships/slide" Target="slides/slide53.xml"/><Relationship Id="rId67" Type="http://schemas.openxmlformats.org/officeDocument/2006/relationships/slide" Target="slides/slide61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slide" Target="slides/slide48.xml"/><Relationship Id="rId62" Type="http://schemas.openxmlformats.org/officeDocument/2006/relationships/slide" Target="slides/slide56.xml"/><Relationship Id="rId70" Type="http://schemas.openxmlformats.org/officeDocument/2006/relationships/slide" Target="slides/slide64.xml"/><Relationship Id="rId75" Type="http://schemas.openxmlformats.org/officeDocument/2006/relationships/slide" Target="slides/slide69.xml"/><Relationship Id="rId83" Type="http://schemas.openxmlformats.org/officeDocument/2006/relationships/viewProps" Target="viewProps.xml"/><Relationship Id="rId88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slide" Target="slides/slide51.xml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Relationship Id="rId60" Type="http://schemas.openxmlformats.org/officeDocument/2006/relationships/slide" Target="slides/slide54.xml"/><Relationship Id="rId65" Type="http://schemas.openxmlformats.org/officeDocument/2006/relationships/slide" Target="slides/slide59.xml"/><Relationship Id="rId73" Type="http://schemas.openxmlformats.org/officeDocument/2006/relationships/slide" Target="slides/slide67.xml"/><Relationship Id="rId78" Type="http://schemas.openxmlformats.org/officeDocument/2006/relationships/slide" Target="slides/slide72.xml"/><Relationship Id="rId81" Type="http://schemas.openxmlformats.org/officeDocument/2006/relationships/commentAuthors" Target="commentAuthors.xml"/><Relationship Id="rId86" Type="http://schemas.microsoft.com/office/2016/11/relationships/changesInfo" Target="changesInfos/changesInfo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9" Type="http://schemas.openxmlformats.org/officeDocument/2006/relationships/slide" Target="slides/slide33.xml"/><Relationship Id="rId34" Type="http://schemas.openxmlformats.org/officeDocument/2006/relationships/slide" Target="slides/slide28.xml"/><Relationship Id="rId50" Type="http://schemas.openxmlformats.org/officeDocument/2006/relationships/slide" Target="slides/slide44.xml"/><Relationship Id="rId55" Type="http://schemas.openxmlformats.org/officeDocument/2006/relationships/slide" Target="slides/slide49.xml"/><Relationship Id="rId76" Type="http://schemas.openxmlformats.org/officeDocument/2006/relationships/slide" Target="slides/slide70.xml"/><Relationship Id="rId7" Type="http://schemas.openxmlformats.org/officeDocument/2006/relationships/slide" Target="slides/slide1.xml"/><Relationship Id="rId71" Type="http://schemas.openxmlformats.org/officeDocument/2006/relationships/slide" Target="slides/slide65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3.xml"/><Relationship Id="rId24" Type="http://schemas.openxmlformats.org/officeDocument/2006/relationships/slide" Target="slides/slide18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66" Type="http://schemas.openxmlformats.org/officeDocument/2006/relationships/slide" Target="slides/slide60.xml"/><Relationship Id="rId87" Type="http://schemas.microsoft.com/office/2015/10/relationships/revisionInfo" Target="revisionInfo.xml"/><Relationship Id="rId61" Type="http://schemas.openxmlformats.org/officeDocument/2006/relationships/slide" Target="slides/slide55.xml"/><Relationship Id="rId8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smin Elsa" userId="8f13a6be4da41318" providerId="LiveId" clId="{AA28EFC5-0C39-4406-809D-EFC11537EED1}"/>
    <pc:docChg chg="modSld">
      <pc:chgData name="Rosmin Elsa" userId="8f13a6be4da41318" providerId="LiveId" clId="{AA28EFC5-0C39-4406-809D-EFC11537EED1}" dt="2024-08-10T02:10:11.455" v="25" actId="20577"/>
      <pc:docMkLst>
        <pc:docMk/>
      </pc:docMkLst>
      <pc:sldChg chg="mod modShow">
        <pc:chgData name="Rosmin Elsa" userId="8f13a6be4da41318" providerId="LiveId" clId="{AA28EFC5-0C39-4406-809D-EFC11537EED1}" dt="2024-08-10T02:01:28.212" v="1" actId="729"/>
        <pc:sldMkLst>
          <pc:docMk/>
          <pc:sldMk cId="3717493800" sldId="821"/>
        </pc:sldMkLst>
      </pc:sldChg>
      <pc:sldChg chg="mod modShow">
        <pc:chgData name="Rosmin Elsa" userId="8f13a6be4da41318" providerId="LiveId" clId="{AA28EFC5-0C39-4406-809D-EFC11537EED1}" dt="2024-08-10T02:01:25.474" v="0" actId="729"/>
        <pc:sldMkLst>
          <pc:docMk/>
          <pc:sldMk cId="2771250690" sldId="851"/>
        </pc:sldMkLst>
      </pc:sldChg>
      <pc:sldChg chg="modSp mod">
        <pc:chgData name="Rosmin Elsa" userId="8f13a6be4da41318" providerId="LiveId" clId="{AA28EFC5-0C39-4406-809D-EFC11537EED1}" dt="2024-08-10T02:07:02.131" v="17" actId="20577"/>
        <pc:sldMkLst>
          <pc:docMk/>
          <pc:sldMk cId="2137578366" sldId="859"/>
        </pc:sldMkLst>
        <pc:spChg chg="mod">
          <ac:chgData name="Rosmin Elsa" userId="8f13a6be4da41318" providerId="LiveId" clId="{AA28EFC5-0C39-4406-809D-EFC11537EED1}" dt="2024-08-10T02:07:02.131" v="17" actId="20577"/>
          <ac:spMkLst>
            <pc:docMk/>
            <pc:sldMk cId="2137578366" sldId="859"/>
            <ac:spMk id="2" creationId="{00000000-0000-0000-0000-000000000000}"/>
          </ac:spMkLst>
        </pc:spChg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1416329417" sldId="949"/>
        </pc:sldMkLst>
      </pc:sldChg>
      <pc:sldChg chg="mod modShow">
        <pc:chgData name="Rosmin Elsa" userId="8f13a6be4da41318" providerId="LiveId" clId="{AA28EFC5-0C39-4406-809D-EFC11537EED1}" dt="2024-08-10T02:01:47.351" v="2" actId="729"/>
        <pc:sldMkLst>
          <pc:docMk/>
          <pc:sldMk cId="858007124" sldId="1277"/>
        </pc:sldMkLst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4765592" sldId="1388"/>
        </pc:sldMkLst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1106683896" sldId="1401"/>
        </pc:sldMkLst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902618935" sldId="1405"/>
        </pc:sldMkLst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2653113592" sldId="1406"/>
        </pc:sldMkLst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3838587995" sldId="1411"/>
        </pc:sldMkLst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2332149466" sldId="1412"/>
        </pc:sldMkLst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3790543259" sldId="1416"/>
        </pc:sldMkLst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2647958562" sldId="1421"/>
        </pc:sldMkLst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2370185204" sldId="1422"/>
        </pc:sldMkLst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3552461181" sldId="1438"/>
        </pc:sldMkLst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1565668377" sldId="1439"/>
        </pc:sldMkLst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2616289819" sldId="1440"/>
        </pc:sldMkLst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2623249776" sldId="1442"/>
        </pc:sldMkLst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637721542" sldId="1443"/>
        </pc:sldMkLst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4131438038" sldId="1445"/>
        </pc:sldMkLst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1494969129" sldId="1448"/>
        </pc:sldMkLst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425986149" sldId="1450"/>
        </pc:sldMkLst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3753762985" sldId="1452"/>
        </pc:sldMkLst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4039580999" sldId="1465"/>
        </pc:sldMkLst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576487781" sldId="1466"/>
        </pc:sldMkLst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2882701942" sldId="1467"/>
        </pc:sldMkLst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625835019" sldId="1468"/>
        </pc:sldMkLst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3658360246" sldId="1469"/>
        </pc:sldMkLst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1292053075" sldId="1470"/>
        </pc:sldMkLst>
      </pc:sldChg>
      <pc:sldChg chg="modSp mod">
        <pc:chgData name="Rosmin Elsa" userId="8f13a6be4da41318" providerId="LiveId" clId="{AA28EFC5-0C39-4406-809D-EFC11537EED1}" dt="2024-08-10T02:07:07.095" v="18"/>
        <pc:sldMkLst>
          <pc:docMk/>
          <pc:sldMk cId="3068996028" sldId="1472"/>
        </pc:sldMkLst>
        <pc:spChg chg="mod">
          <ac:chgData name="Rosmin Elsa" userId="8f13a6be4da41318" providerId="LiveId" clId="{AA28EFC5-0C39-4406-809D-EFC11537EED1}" dt="2024-08-10T02:07:07.095" v="18"/>
          <ac:spMkLst>
            <pc:docMk/>
            <pc:sldMk cId="3068996028" sldId="1472"/>
            <ac:spMk id="2" creationId="{7650D44C-1859-E285-8215-02854B445147}"/>
          </ac:spMkLst>
        </pc:spChg>
      </pc:sldChg>
      <pc:sldChg chg="modSp mod">
        <pc:chgData name="Rosmin Elsa" userId="8f13a6be4da41318" providerId="LiveId" clId="{AA28EFC5-0C39-4406-809D-EFC11537EED1}" dt="2024-08-10T02:07:10.251" v="19"/>
        <pc:sldMkLst>
          <pc:docMk/>
          <pc:sldMk cId="2264041875" sldId="1473"/>
        </pc:sldMkLst>
        <pc:spChg chg="mod">
          <ac:chgData name="Rosmin Elsa" userId="8f13a6be4da41318" providerId="LiveId" clId="{AA28EFC5-0C39-4406-809D-EFC11537EED1}" dt="2024-08-10T02:07:10.251" v="19"/>
          <ac:spMkLst>
            <pc:docMk/>
            <pc:sldMk cId="2264041875" sldId="1473"/>
            <ac:spMk id="2" creationId="{DF6C818C-9627-247B-B917-187D597D3668}"/>
          </ac:spMkLst>
        </pc:spChg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4077105178" sldId="1475"/>
        </pc:sldMkLst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1985140678" sldId="1476"/>
        </pc:sldMkLst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837277863" sldId="1477"/>
        </pc:sldMkLst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4171570983" sldId="1478"/>
        </pc:sldMkLst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29450327" sldId="1481"/>
        </pc:sldMkLst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3083004799" sldId="1482"/>
        </pc:sldMkLst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395938368" sldId="1483"/>
        </pc:sldMkLst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661357680" sldId="1484"/>
        </pc:sldMkLst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699412293" sldId="1485"/>
        </pc:sldMkLst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2573244582" sldId="1486"/>
        </pc:sldMkLst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2734668960" sldId="1487"/>
        </pc:sldMkLst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1447438259" sldId="1488"/>
        </pc:sldMkLst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1774355143" sldId="1489"/>
        </pc:sldMkLst>
      </pc:sldChg>
      <pc:sldChg chg="modSp mod">
        <pc:chgData name="Rosmin Elsa" userId="8f13a6be4da41318" providerId="LiveId" clId="{AA28EFC5-0C39-4406-809D-EFC11537EED1}" dt="2024-08-10T02:10:11.455" v="25" actId="20577"/>
        <pc:sldMkLst>
          <pc:docMk/>
          <pc:sldMk cId="786665984" sldId="1491"/>
        </pc:sldMkLst>
        <pc:spChg chg="mod">
          <ac:chgData name="Rosmin Elsa" userId="8f13a6be4da41318" providerId="LiveId" clId="{AA28EFC5-0C39-4406-809D-EFC11537EED1}" dt="2024-08-10T02:10:11.455" v="25" actId="20577"/>
          <ac:spMkLst>
            <pc:docMk/>
            <pc:sldMk cId="786665984" sldId="1491"/>
            <ac:spMk id="3" creationId="{DFD3087A-542A-9E8A-2F04-286C1B72B61A}"/>
          </ac:spMkLst>
        </pc:spChg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94645776" sldId="1493"/>
        </pc:sldMkLst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278802787" sldId="1494"/>
        </pc:sldMkLst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3928759848" sldId="1495"/>
        </pc:sldMkLst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4163302466" sldId="1496"/>
        </pc:sldMkLst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631278826" sldId="1497"/>
        </pc:sldMkLst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1056253493" sldId="1498"/>
        </pc:sldMkLst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1955710030" sldId="1499"/>
        </pc:sldMkLst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3277868355" sldId="1500"/>
        </pc:sldMkLst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3284377517" sldId="1501"/>
        </pc:sldMkLst>
      </pc:sldChg>
      <pc:sldChg chg="mod modShow">
        <pc:chgData name="Rosmin Elsa" userId="8f13a6be4da41318" providerId="LiveId" clId="{AA28EFC5-0C39-4406-809D-EFC11537EED1}" dt="2024-08-10T02:02:04.203" v="3" actId="729"/>
        <pc:sldMkLst>
          <pc:docMk/>
          <pc:sldMk cId="650011059" sldId="1502"/>
        </pc:sldMkLst>
      </pc:sldChg>
    </pc:docChg>
  </pc:docChgLst>
  <pc:docChgLst>
    <pc:chgData name="Rosmin Elsa Mohan" userId="7f6a9fc7-46b4-4eac-90cd-058eb48f67de" providerId="ADAL" clId="{32E18A96-7CCB-4A13-B926-2B113654B70A}"/>
    <pc:docChg chg="undo redo custSel addSld delSld modSld modMainMaster">
      <pc:chgData name="Rosmin Elsa Mohan" userId="7f6a9fc7-46b4-4eac-90cd-058eb48f67de" providerId="ADAL" clId="{32E18A96-7CCB-4A13-B926-2B113654B70A}" dt="2024-08-08T03:15:53.582" v="1182" actId="20577"/>
      <pc:docMkLst>
        <pc:docMk/>
      </pc:docMkLst>
      <pc:sldChg chg="modSp mod">
        <pc:chgData name="Rosmin Elsa Mohan" userId="7f6a9fc7-46b4-4eac-90cd-058eb48f67de" providerId="ADAL" clId="{32E18A96-7CCB-4A13-B926-2B113654B70A}" dt="2024-08-08T01:41:33.333" v="60" actId="20577"/>
        <pc:sldMkLst>
          <pc:docMk/>
          <pc:sldMk cId="4206118844" sldId="811"/>
        </pc:sldMkLst>
        <pc:spChg chg="mod">
          <ac:chgData name="Rosmin Elsa Mohan" userId="7f6a9fc7-46b4-4eac-90cd-058eb48f67de" providerId="ADAL" clId="{32E18A96-7CCB-4A13-B926-2B113654B70A}" dt="2024-08-08T01:41:33.333" v="60" actId="20577"/>
          <ac:spMkLst>
            <pc:docMk/>
            <pc:sldMk cId="4206118844" sldId="811"/>
            <ac:spMk id="2" creationId="{5DE3A813-6DBA-F993-8DA0-D81B4057E015}"/>
          </ac:spMkLst>
        </pc:spChg>
      </pc:sldChg>
      <pc:sldChg chg="modSp mod">
        <pc:chgData name="Rosmin Elsa Mohan" userId="7f6a9fc7-46b4-4eac-90cd-058eb48f67de" providerId="ADAL" clId="{32E18A96-7CCB-4A13-B926-2B113654B70A}" dt="2024-08-08T01:37:59.261" v="7" actId="20577"/>
        <pc:sldMkLst>
          <pc:docMk/>
          <pc:sldMk cId="717388547" sldId="813"/>
        </pc:sldMkLst>
        <pc:spChg chg="mod">
          <ac:chgData name="Rosmin Elsa Mohan" userId="7f6a9fc7-46b4-4eac-90cd-058eb48f67de" providerId="ADAL" clId="{32E18A96-7CCB-4A13-B926-2B113654B70A}" dt="2024-08-08T01:37:59.261" v="7" actId="20577"/>
          <ac:spMkLst>
            <pc:docMk/>
            <pc:sldMk cId="717388547" sldId="813"/>
            <ac:spMk id="3" creationId="{452E3445-7428-97CE-263A-521C050900BE}"/>
          </ac:spMkLst>
        </pc:spChg>
      </pc:sldChg>
      <pc:sldChg chg="modSp mod">
        <pc:chgData name="Rosmin Elsa Mohan" userId="7f6a9fc7-46b4-4eac-90cd-058eb48f67de" providerId="ADAL" clId="{32E18A96-7CCB-4A13-B926-2B113654B70A}" dt="2024-08-08T01:45:45.145" v="104" actId="20577"/>
        <pc:sldMkLst>
          <pc:docMk/>
          <pc:sldMk cId="3717493800" sldId="821"/>
        </pc:sldMkLst>
        <pc:spChg chg="mod">
          <ac:chgData name="Rosmin Elsa Mohan" userId="7f6a9fc7-46b4-4eac-90cd-058eb48f67de" providerId="ADAL" clId="{32E18A96-7CCB-4A13-B926-2B113654B70A}" dt="2024-08-08T01:45:45.145" v="104" actId="20577"/>
          <ac:spMkLst>
            <pc:docMk/>
            <pc:sldMk cId="3717493800" sldId="821"/>
            <ac:spMk id="3" creationId="{B9ACC418-9BFA-F946-DA5B-A680A2EBDFAC}"/>
          </ac:spMkLst>
        </pc:spChg>
      </pc:sldChg>
      <pc:sldChg chg="modSp mod">
        <pc:chgData name="Rosmin Elsa Mohan" userId="7f6a9fc7-46b4-4eac-90cd-058eb48f67de" providerId="ADAL" clId="{32E18A96-7CCB-4A13-B926-2B113654B70A}" dt="2024-08-08T03:03:15.354" v="1141" actId="20577"/>
        <pc:sldMkLst>
          <pc:docMk/>
          <pc:sldMk cId="140346443" sldId="822"/>
        </pc:sldMkLst>
        <pc:spChg chg="mod">
          <ac:chgData name="Rosmin Elsa Mohan" userId="7f6a9fc7-46b4-4eac-90cd-058eb48f67de" providerId="ADAL" clId="{32E18A96-7CCB-4A13-B926-2B113654B70A}" dt="2024-08-08T01:51:42.067" v="573" actId="20577"/>
          <ac:spMkLst>
            <pc:docMk/>
            <pc:sldMk cId="140346443" sldId="822"/>
            <ac:spMk id="2" creationId="{69072751-0DFD-E04D-8DBC-6192EE4B4B2A}"/>
          </ac:spMkLst>
        </pc:spChg>
        <pc:spChg chg="mod">
          <ac:chgData name="Rosmin Elsa Mohan" userId="7f6a9fc7-46b4-4eac-90cd-058eb48f67de" providerId="ADAL" clId="{32E18A96-7CCB-4A13-B926-2B113654B70A}" dt="2024-08-08T01:56:51.576" v="651" actId="1076"/>
          <ac:spMkLst>
            <pc:docMk/>
            <pc:sldMk cId="140346443" sldId="822"/>
            <ac:spMk id="3" creationId="{DFD3087A-542A-9E8A-2F04-286C1B72B61A}"/>
          </ac:spMkLst>
        </pc:spChg>
        <pc:spChg chg="mod">
          <ac:chgData name="Rosmin Elsa Mohan" userId="7f6a9fc7-46b4-4eac-90cd-058eb48f67de" providerId="ADAL" clId="{32E18A96-7CCB-4A13-B926-2B113654B70A}" dt="2024-08-08T03:03:15.354" v="1141" actId="20577"/>
          <ac:spMkLst>
            <pc:docMk/>
            <pc:sldMk cId="140346443" sldId="822"/>
            <ac:spMk id="6" creationId="{B48AEF40-D79D-77F3-773C-095D81075E36}"/>
          </ac:spMkLst>
        </pc:spChg>
      </pc:sldChg>
      <pc:sldChg chg="modSp mod">
        <pc:chgData name="Rosmin Elsa Mohan" userId="7f6a9fc7-46b4-4eac-90cd-058eb48f67de" providerId="ADAL" clId="{32E18A96-7CCB-4A13-B926-2B113654B70A}" dt="2024-08-08T01:42:34.596" v="71" actId="255"/>
        <pc:sldMkLst>
          <pc:docMk/>
          <pc:sldMk cId="3585569336" sldId="825"/>
        </pc:sldMkLst>
        <pc:spChg chg="mod">
          <ac:chgData name="Rosmin Elsa Mohan" userId="7f6a9fc7-46b4-4eac-90cd-058eb48f67de" providerId="ADAL" clId="{32E18A96-7CCB-4A13-B926-2B113654B70A}" dt="2024-08-08T01:42:34.596" v="71" actId="255"/>
          <ac:spMkLst>
            <pc:docMk/>
            <pc:sldMk cId="3585569336" sldId="825"/>
            <ac:spMk id="2" creationId="{1B06CDC2-E50A-3116-E465-B97E39BC940D}"/>
          </ac:spMkLst>
        </pc:spChg>
      </pc:sldChg>
      <pc:sldChg chg="modSp mod">
        <pc:chgData name="Rosmin Elsa Mohan" userId="7f6a9fc7-46b4-4eac-90cd-058eb48f67de" providerId="ADAL" clId="{32E18A96-7CCB-4A13-B926-2B113654B70A}" dt="2024-08-08T01:42:17.155" v="69" actId="255"/>
        <pc:sldMkLst>
          <pc:docMk/>
          <pc:sldMk cId="4027535716" sldId="829"/>
        </pc:sldMkLst>
        <pc:spChg chg="mod">
          <ac:chgData name="Rosmin Elsa Mohan" userId="7f6a9fc7-46b4-4eac-90cd-058eb48f67de" providerId="ADAL" clId="{32E18A96-7CCB-4A13-B926-2B113654B70A}" dt="2024-08-08T01:42:17.155" v="69" actId="255"/>
          <ac:spMkLst>
            <pc:docMk/>
            <pc:sldMk cId="4027535716" sldId="829"/>
            <ac:spMk id="2" creationId="{E3ED4C2D-8F3A-93FB-E552-441EF1174C57}"/>
          </ac:spMkLst>
        </pc:spChg>
      </pc:sldChg>
      <pc:sldChg chg="modSp mod">
        <pc:chgData name="Rosmin Elsa Mohan" userId="7f6a9fc7-46b4-4eac-90cd-058eb48f67de" providerId="ADAL" clId="{32E18A96-7CCB-4A13-B926-2B113654B70A}" dt="2024-08-08T02:00:55.969" v="683" actId="114"/>
        <pc:sldMkLst>
          <pc:docMk/>
          <pc:sldMk cId="2771250690" sldId="851"/>
        </pc:sldMkLst>
        <pc:spChg chg="mod">
          <ac:chgData name="Rosmin Elsa Mohan" userId="7f6a9fc7-46b4-4eac-90cd-058eb48f67de" providerId="ADAL" clId="{32E18A96-7CCB-4A13-B926-2B113654B70A}" dt="2024-08-08T01:45:37.058" v="102" actId="20577"/>
          <ac:spMkLst>
            <pc:docMk/>
            <pc:sldMk cId="2771250690" sldId="851"/>
            <ac:spMk id="2" creationId="{00000000-0000-0000-0000-000000000000}"/>
          </ac:spMkLst>
        </pc:spChg>
        <pc:spChg chg="mod">
          <ac:chgData name="Rosmin Elsa Mohan" userId="7f6a9fc7-46b4-4eac-90cd-058eb48f67de" providerId="ADAL" clId="{32E18A96-7CCB-4A13-B926-2B113654B70A}" dt="2024-08-08T02:00:55.969" v="683" actId="114"/>
          <ac:spMkLst>
            <pc:docMk/>
            <pc:sldMk cId="2771250690" sldId="851"/>
            <ac:spMk id="5" creationId="{EF0E83AD-AD85-5E6C-33F5-D8EF739355C5}"/>
          </ac:spMkLst>
        </pc:spChg>
      </pc:sldChg>
      <pc:sldChg chg="modSp mod">
        <pc:chgData name="Rosmin Elsa Mohan" userId="7f6a9fc7-46b4-4eac-90cd-058eb48f67de" providerId="ADAL" clId="{32E18A96-7CCB-4A13-B926-2B113654B70A}" dt="2024-08-08T03:00:20.857" v="1112" actId="20577"/>
        <pc:sldMkLst>
          <pc:docMk/>
          <pc:sldMk cId="3441406009" sldId="858"/>
        </pc:sldMkLst>
        <pc:spChg chg="mod">
          <ac:chgData name="Rosmin Elsa Mohan" userId="7f6a9fc7-46b4-4eac-90cd-058eb48f67de" providerId="ADAL" clId="{32E18A96-7CCB-4A13-B926-2B113654B70A}" dt="2024-08-08T03:00:20.857" v="1112" actId="20577"/>
          <ac:spMkLst>
            <pc:docMk/>
            <pc:sldMk cId="3441406009" sldId="858"/>
            <ac:spMk id="2" creationId="{00000000-0000-0000-0000-000000000000}"/>
          </ac:spMkLst>
        </pc:spChg>
        <pc:spChg chg="mod">
          <ac:chgData name="Rosmin Elsa Mohan" userId="7f6a9fc7-46b4-4eac-90cd-058eb48f67de" providerId="ADAL" clId="{32E18A96-7CCB-4A13-B926-2B113654B70A}" dt="2024-08-08T02:59:50.534" v="1094" actId="122"/>
          <ac:spMkLst>
            <pc:docMk/>
            <pc:sldMk cId="3441406009" sldId="858"/>
            <ac:spMk id="6" creationId="{CA0575D6-2132-A304-BD4D-E123FFDE7A28}"/>
          </ac:spMkLst>
        </pc:spChg>
      </pc:sldChg>
      <pc:sldChg chg="modSp mod">
        <pc:chgData name="Rosmin Elsa Mohan" userId="7f6a9fc7-46b4-4eac-90cd-058eb48f67de" providerId="ADAL" clId="{32E18A96-7CCB-4A13-B926-2B113654B70A}" dt="2024-08-08T03:02:57.243" v="1138" actId="20577"/>
        <pc:sldMkLst>
          <pc:docMk/>
          <pc:sldMk cId="2137578366" sldId="859"/>
        </pc:sldMkLst>
        <pc:spChg chg="mod">
          <ac:chgData name="Rosmin Elsa Mohan" userId="7f6a9fc7-46b4-4eac-90cd-058eb48f67de" providerId="ADAL" clId="{32E18A96-7CCB-4A13-B926-2B113654B70A}" dt="2024-08-08T03:02:57.243" v="1138" actId="20577"/>
          <ac:spMkLst>
            <pc:docMk/>
            <pc:sldMk cId="2137578366" sldId="859"/>
            <ac:spMk id="5" creationId="{F23B1A82-CA2E-08BD-1D0D-5AA03047C3D2}"/>
          </ac:spMkLst>
        </pc:spChg>
        <pc:spChg chg="mod">
          <ac:chgData name="Rosmin Elsa Mohan" userId="7f6a9fc7-46b4-4eac-90cd-058eb48f67de" providerId="ADAL" clId="{32E18A96-7CCB-4A13-B926-2B113654B70A}" dt="2024-08-08T01:38:58.411" v="15" actId="6549"/>
          <ac:spMkLst>
            <pc:docMk/>
            <pc:sldMk cId="2137578366" sldId="859"/>
            <ac:spMk id="7" creationId="{094E9A69-B612-35E4-DEEF-5092DA0A0A97}"/>
          </ac:spMkLst>
        </pc:spChg>
      </pc:sldChg>
      <pc:sldChg chg="modSp mod">
        <pc:chgData name="Rosmin Elsa Mohan" userId="7f6a9fc7-46b4-4eac-90cd-058eb48f67de" providerId="ADAL" clId="{32E18A96-7CCB-4A13-B926-2B113654B70A}" dt="2024-08-08T02:20:08.422" v="800"/>
        <pc:sldMkLst>
          <pc:docMk/>
          <pc:sldMk cId="1416329417" sldId="949"/>
        </pc:sldMkLst>
        <pc:spChg chg="mod">
          <ac:chgData name="Rosmin Elsa Mohan" userId="7f6a9fc7-46b4-4eac-90cd-058eb48f67de" providerId="ADAL" clId="{32E18A96-7CCB-4A13-B926-2B113654B70A}" dt="2024-08-08T02:20:08.422" v="800"/>
          <ac:spMkLst>
            <pc:docMk/>
            <pc:sldMk cId="1416329417" sldId="949"/>
            <ac:spMk id="2" creationId="{00000000-0000-0000-0000-000000000000}"/>
          </ac:spMkLst>
        </pc:spChg>
      </pc:sldChg>
      <pc:sldChg chg="modSp mod">
        <pc:chgData name="Rosmin Elsa Mohan" userId="7f6a9fc7-46b4-4eac-90cd-058eb48f67de" providerId="ADAL" clId="{32E18A96-7CCB-4A13-B926-2B113654B70A}" dt="2024-08-08T03:00:06.059" v="1102" actId="20577"/>
        <pc:sldMkLst>
          <pc:docMk/>
          <pc:sldMk cId="1180184608" sldId="1201"/>
        </pc:sldMkLst>
        <pc:spChg chg="mod">
          <ac:chgData name="Rosmin Elsa Mohan" userId="7f6a9fc7-46b4-4eac-90cd-058eb48f67de" providerId="ADAL" clId="{32E18A96-7CCB-4A13-B926-2B113654B70A}" dt="2024-08-08T03:00:06.059" v="1102" actId="20577"/>
          <ac:spMkLst>
            <pc:docMk/>
            <pc:sldMk cId="1180184608" sldId="1201"/>
            <ac:spMk id="3" creationId="{BD7AE418-84FE-0E25-B13A-DAD0615A2C9F}"/>
          </ac:spMkLst>
        </pc:spChg>
      </pc:sldChg>
      <pc:sldChg chg="modSp mod">
        <pc:chgData name="Rosmin Elsa Mohan" userId="7f6a9fc7-46b4-4eac-90cd-058eb48f67de" providerId="ADAL" clId="{32E18A96-7CCB-4A13-B926-2B113654B70A}" dt="2024-08-08T01:42:23.250" v="70" actId="255"/>
        <pc:sldMkLst>
          <pc:docMk/>
          <pc:sldMk cId="430881365" sldId="1259"/>
        </pc:sldMkLst>
        <pc:spChg chg="mod">
          <ac:chgData name="Rosmin Elsa Mohan" userId="7f6a9fc7-46b4-4eac-90cd-058eb48f67de" providerId="ADAL" clId="{32E18A96-7CCB-4A13-B926-2B113654B70A}" dt="2024-08-08T01:42:23.250" v="70" actId="255"/>
          <ac:spMkLst>
            <pc:docMk/>
            <pc:sldMk cId="430881365" sldId="1259"/>
            <ac:spMk id="4" creationId="{D5E54A38-54D0-6477-68F0-01E2D0EDD891}"/>
          </ac:spMkLst>
        </pc:spChg>
      </pc:sldChg>
      <pc:sldChg chg="modSp mod">
        <pc:chgData name="Rosmin Elsa Mohan" userId="7f6a9fc7-46b4-4eac-90cd-058eb48f67de" providerId="ADAL" clId="{32E18A96-7CCB-4A13-B926-2B113654B70A}" dt="2024-08-08T01:59:24.310" v="681" actId="20577"/>
        <pc:sldMkLst>
          <pc:docMk/>
          <pc:sldMk cId="858007124" sldId="1277"/>
        </pc:sldMkLst>
        <pc:spChg chg="mod">
          <ac:chgData name="Rosmin Elsa Mohan" userId="7f6a9fc7-46b4-4eac-90cd-058eb48f67de" providerId="ADAL" clId="{32E18A96-7CCB-4A13-B926-2B113654B70A}" dt="2024-08-08T01:59:24.310" v="681" actId="20577"/>
          <ac:spMkLst>
            <pc:docMk/>
            <pc:sldMk cId="858007124" sldId="1277"/>
            <ac:spMk id="2" creationId="{1DA63A6A-450D-4603-B02C-80F270CA1D46}"/>
          </ac:spMkLst>
        </pc:spChg>
        <pc:spChg chg="mod">
          <ac:chgData name="Rosmin Elsa Mohan" userId="7f6a9fc7-46b4-4eac-90cd-058eb48f67de" providerId="ADAL" clId="{32E18A96-7CCB-4A13-B926-2B113654B70A}" dt="2024-08-08T01:58:48.782" v="663"/>
          <ac:spMkLst>
            <pc:docMk/>
            <pc:sldMk cId="858007124" sldId="1277"/>
            <ac:spMk id="3" creationId="{DDD24EDA-CE43-82A2-B3E8-E6C307C397E9}"/>
          </ac:spMkLst>
        </pc:spChg>
      </pc:sldChg>
      <pc:sldChg chg="modSp mod">
        <pc:chgData name="Rosmin Elsa Mohan" userId="7f6a9fc7-46b4-4eac-90cd-058eb48f67de" providerId="ADAL" clId="{32E18A96-7CCB-4A13-B926-2B113654B70A}" dt="2024-08-08T01:41:44.651" v="63" actId="20577"/>
        <pc:sldMkLst>
          <pc:docMk/>
          <pc:sldMk cId="1672910874" sldId="1298"/>
        </pc:sldMkLst>
        <pc:spChg chg="mod">
          <ac:chgData name="Rosmin Elsa Mohan" userId="7f6a9fc7-46b4-4eac-90cd-058eb48f67de" providerId="ADAL" clId="{32E18A96-7CCB-4A13-B926-2B113654B70A}" dt="2024-08-08T01:41:44.651" v="63" actId="20577"/>
          <ac:spMkLst>
            <pc:docMk/>
            <pc:sldMk cId="1672910874" sldId="1298"/>
            <ac:spMk id="3" creationId="{869DF675-68B2-E157-D40A-40EF3DECB71A}"/>
          </ac:spMkLst>
        </pc:spChg>
      </pc:sldChg>
      <pc:sldChg chg="modSp mod">
        <pc:chgData name="Rosmin Elsa Mohan" userId="7f6a9fc7-46b4-4eac-90cd-058eb48f67de" providerId="ADAL" clId="{32E18A96-7CCB-4A13-B926-2B113654B70A}" dt="2024-08-08T01:51:11.308" v="533" actId="20577"/>
        <pc:sldMkLst>
          <pc:docMk/>
          <pc:sldMk cId="1217883548" sldId="1318"/>
        </pc:sldMkLst>
        <pc:spChg chg="mod">
          <ac:chgData name="Rosmin Elsa Mohan" userId="7f6a9fc7-46b4-4eac-90cd-058eb48f67de" providerId="ADAL" clId="{32E18A96-7CCB-4A13-B926-2B113654B70A}" dt="2024-08-08T01:51:11.308" v="533" actId="20577"/>
          <ac:spMkLst>
            <pc:docMk/>
            <pc:sldMk cId="1217883548" sldId="1318"/>
            <ac:spMk id="3" creationId="{B9ACC418-9BFA-F946-DA5B-A680A2EBDFAC}"/>
          </ac:spMkLst>
        </pc:spChg>
      </pc:sldChg>
      <pc:sldChg chg="modSp mod">
        <pc:chgData name="Rosmin Elsa Mohan" userId="7f6a9fc7-46b4-4eac-90cd-058eb48f67de" providerId="ADAL" clId="{32E18A96-7CCB-4A13-B926-2B113654B70A}" dt="2024-08-08T02:01:25.927" v="686"/>
        <pc:sldMkLst>
          <pc:docMk/>
          <pc:sldMk cId="4765592" sldId="1388"/>
        </pc:sldMkLst>
        <pc:spChg chg="mod">
          <ac:chgData name="Rosmin Elsa Mohan" userId="7f6a9fc7-46b4-4eac-90cd-058eb48f67de" providerId="ADAL" clId="{32E18A96-7CCB-4A13-B926-2B113654B70A}" dt="2024-08-08T02:01:25.927" v="686"/>
          <ac:spMkLst>
            <pc:docMk/>
            <pc:sldMk cId="4765592" sldId="1388"/>
            <ac:spMk id="2" creationId="{00000000-0000-0000-0000-000000000000}"/>
          </ac:spMkLst>
        </pc:spChg>
      </pc:sldChg>
      <pc:sldChg chg="modSp mod">
        <pc:chgData name="Rosmin Elsa Mohan" userId="7f6a9fc7-46b4-4eac-90cd-058eb48f67de" providerId="ADAL" clId="{32E18A96-7CCB-4A13-B926-2B113654B70A}" dt="2024-08-08T03:07:09.264" v="1152" actId="20577"/>
        <pc:sldMkLst>
          <pc:docMk/>
          <pc:sldMk cId="1106683896" sldId="1401"/>
        </pc:sldMkLst>
        <pc:spChg chg="mod">
          <ac:chgData name="Rosmin Elsa Mohan" userId="7f6a9fc7-46b4-4eac-90cd-058eb48f67de" providerId="ADAL" clId="{32E18A96-7CCB-4A13-B926-2B113654B70A}" dt="2024-08-08T03:07:09.264" v="1152" actId="20577"/>
          <ac:spMkLst>
            <pc:docMk/>
            <pc:sldMk cId="1106683896" sldId="1401"/>
            <ac:spMk id="5" creationId="{D15CBCA4-8279-49A0-BDA5-8F1C3F65A437}"/>
          </ac:spMkLst>
        </pc:spChg>
        <pc:spChg chg="mod">
          <ac:chgData name="Rosmin Elsa Mohan" userId="7f6a9fc7-46b4-4eac-90cd-058eb48f67de" providerId="ADAL" clId="{32E18A96-7CCB-4A13-B926-2B113654B70A}" dt="2024-08-08T02:21:13.122" v="811" actId="20577"/>
          <ac:spMkLst>
            <pc:docMk/>
            <pc:sldMk cId="1106683896" sldId="1401"/>
            <ac:spMk id="6" creationId="{00B7E6C3-DC3B-BC8E-EE75-86995C7F8ADF}"/>
          </ac:spMkLst>
        </pc:spChg>
        <pc:spChg chg="mod">
          <ac:chgData name="Rosmin Elsa Mohan" userId="7f6a9fc7-46b4-4eac-90cd-058eb48f67de" providerId="ADAL" clId="{32E18A96-7CCB-4A13-B926-2B113654B70A}" dt="2024-08-08T02:20:12.901" v="801"/>
          <ac:spMkLst>
            <pc:docMk/>
            <pc:sldMk cId="1106683896" sldId="1401"/>
            <ac:spMk id="8" creationId="{A25EBDEB-28A0-A895-EE99-148520068F26}"/>
          </ac:spMkLst>
        </pc:spChg>
      </pc:sldChg>
      <pc:sldChg chg="modSp mod">
        <pc:chgData name="Rosmin Elsa Mohan" userId="7f6a9fc7-46b4-4eac-90cd-058eb48f67de" providerId="ADAL" clId="{32E18A96-7CCB-4A13-B926-2B113654B70A}" dt="2024-08-08T02:25:53.134" v="828" actId="20577"/>
        <pc:sldMkLst>
          <pc:docMk/>
          <pc:sldMk cId="902618935" sldId="1405"/>
        </pc:sldMkLst>
        <pc:spChg chg="mod">
          <ac:chgData name="Rosmin Elsa Mohan" userId="7f6a9fc7-46b4-4eac-90cd-058eb48f67de" providerId="ADAL" clId="{32E18A96-7CCB-4A13-B926-2B113654B70A}" dt="2024-08-08T02:25:53.134" v="828" actId="20577"/>
          <ac:spMkLst>
            <pc:docMk/>
            <pc:sldMk cId="902618935" sldId="1405"/>
            <ac:spMk id="2" creationId="{00000000-0000-0000-0000-000000000000}"/>
          </ac:spMkLst>
        </pc:spChg>
      </pc:sldChg>
      <pc:sldChg chg="modSp mod">
        <pc:chgData name="Rosmin Elsa Mohan" userId="7f6a9fc7-46b4-4eac-90cd-058eb48f67de" providerId="ADAL" clId="{32E18A96-7CCB-4A13-B926-2B113654B70A}" dt="2024-08-08T03:09:06.837" v="1157" actId="20577"/>
        <pc:sldMkLst>
          <pc:docMk/>
          <pc:sldMk cId="2653113592" sldId="1406"/>
        </pc:sldMkLst>
        <pc:spChg chg="mod">
          <ac:chgData name="Rosmin Elsa Mohan" userId="7f6a9fc7-46b4-4eac-90cd-058eb48f67de" providerId="ADAL" clId="{32E18A96-7CCB-4A13-B926-2B113654B70A}" dt="2024-08-08T03:09:06.837" v="1157" actId="20577"/>
          <ac:spMkLst>
            <pc:docMk/>
            <pc:sldMk cId="2653113592" sldId="1406"/>
            <ac:spMk id="5" creationId="{D15CBCA4-8279-49A0-BDA5-8F1C3F65A437}"/>
          </ac:spMkLst>
        </pc:spChg>
        <pc:spChg chg="mod">
          <ac:chgData name="Rosmin Elsa Mohan" userId="7f6a9fc7-46b4-4eac-90cd-058eb48f67de" providerId="ADAL" clId="{32E18A96-7CCB-4A13-B926-2B113654B70A}" dt="2024-08-08T02:33:38.769" v="901" actId="6549"/>
          <ac:spMkLst>
            <pc:docMk/>
            <pc:sldMk cId="2653113592" sldId="1406"/>
            <ac:spMk id="6" creationId="{00B7E6C3-DC3B-BC8E-EE75-86995C7F8ADF}"/>
          </ac:spMkLst>
        </pc:spChg>
        <pc:spChg chg="mod">
          <ac:chgData name="Rosmin Elsa Mohan" userId="7f6a9fc7-46b4-4eac-90cd-058eb48f67de" providerId="ADAL" clId="{32E18A96-7CCB-4A13-B926-2B113654B70A}" dt="2024-08-08T02:25:58.045" v="831" actId="20577"/>
          <ac:spMkLst>
            <pc:docMk/>
            <pc:sldMk cId="2653113592" sldId="1406"/>
            <ac:spMk id="13" creationId="{9BB545B6-E81A-AAD9-C97D-D3B592102C96}"/>
          </ac:spMkLst>
        </pc:spChg>
      </pc:sldChg>
      <pc:sldChg chg="modSp mod">
        <pc:chgData name="Rosmin Elsa Mohan" userId="7f6a9fc7-46b4-4eac-90cd-058eb48f67de" providerId="ADAL" clId="{32E18A96-7CCB-4A13-B926-2B113654B70A}" dt="2024-08-08T02:34:11.444" v="902"/>
        <pc:sldMkLst>
          <pc:docMk/>
          <pc:sldMk cId="3838587995" sldId="1411"/>
        </pc:sldMkLst>
        <pc:spChg chg="mod">
          <ac:chgData name="Rosmin Elsa Mohan" userId="7f6a9fc7-46b4-4eac-90cd-058eb48f67de" providerId="ADAL" clId="{32E18A96-7CCB-4A13-B926-2B113654B70A}" dt="2024-08-08T02:34:11.444" v="902"/>
          <ac:spMkLst>
            <pc:docMk/>
            <pc:sldMk cId="3838587995" sldId="1411"/>
            <ac:spMk id="2" creationId="{00000000-0000-0000-0000-000000000000}"/>
          </ac:spMkLst>
        </pc:spChg>
      </pc:sldChg>
      <pc:sldChg chg="modSp mod">
        <pc:chgData name="Rosmin Elsa Mohan" userId="7f6a9fc7-46b4-4eac-90cd-058eb48f67de" providerId="ADAL" clId="{32E18A96-7CCB-4A13-B926-2B113654B70A}" dt="2024-08-08T03:11:32.639" v="1166" actId="20577"/>
        <pc:sldMkLst>
          <pc:docMk/>
          <pc:sldMk cId="2332149466" sldId="1412"/>
        </pc:sldMkLst>
        <pc:spChg chg="mod">
          <ac:chgData name="Rosmin Elsa Mohan" userId="7f6a9fc7-46b4-4eac-90cd-058eb48f67de" providerId="ADAL" clId="{32E18A96-7CCB-4A13-B926-2B113654B70A}" dt="2024-08-08T03:11:32.639" v="1166" actId="20577"/>
          <ac:spMkLst>
            <pc:docMk/>
            <pc:sldMk cId="2332149466" sldId="1412"/>
            <ac:spMk id="5" creationId="{D15CBCA4-8279-49A0-BDA5-8F1C3F65A437}"/>
          </ac:spMkLst>
        </pc:spChg>
        <pc:spChg chg="mod">
          <ac:chgData name="Rosmin Elsa Mohan" userId="7f6a9fc7-46b4-4eac-90cd-058eb48f67de" providerId="ADAL" clId="{32E18A96-7CCB-4A13-B926-2B113654B70A}" dt="2024-08-08T02:35:08.204" v="912" actId="6549"/>
          <ac:spMkLst>
            <pc:docMk/>
            <pc:sldMk cId="2332149466" sldId="1412"/>
            <ac:spMk id="6" creationId="{00B7E6C3-DC3B-BC8E-EE75-86995C7F8ADF}"/>
          </ac:spMkLst>
        </pc:spChg>
        <pc:spChg chg="mod">
          <ac:chgData name="Rosmin Elsa Mohan" userId="7f6a9fc7-46b4-4eac-90cd-058eb48f67de" providerId="ADAL" clId="{32E18A96-7CCB-4A13-B926-2B113654B70A}" dt="2024-08-08T02:34:14.721" v="903"/>
          <ac:spMkLst>
            <pc:docMk/>
            <pc:sldMk cId="2332149466" sldId="1412"/>
            <ac:spMk id="9" creationId="{DC17D8D8-E9C5-D2A8-A52F-7AE59A61C67B}"/>
          </ac:spMkLst>
        </pc:spChg>
      </pc:sldChg>
      <pc:sldChg chg="modSp mod">
        <pc:chgData name="Rosmin Elsa Mohan" userId="7f6a9fc7-46b4-4eac-90cd-058eb48f67de" providerId="ADAL" clId="{32E18A96-7CCB-4A13-B926-2B113654B70A}" dt="2024-08-08T02:39:18.254" v="944"/>
        <pc:sldMkLst>
          <pc:docMk/>
          <pc:sldMk cId="3790543259" sldId="1416"/>
        </pc:sldMkLst>
        <pc:spChg chg="mod">
          <ac:chgData name="Rosmin Elsa Mohan" userId="7f6a9fc7-46b4-4eac-90cd-058eb48f67de" providerId="ADAL" clId="{32E18A96-7CCB-4A13-B926-2B113654B70A}" dt="2024-08-08T02:39:18.254" v="944"/>
          <ac:spMkLst>
            <pc:docMk/>
            <pc:sldMk cId="3790543259" sldId="1416"/>
            <ac:spMk id="2" creationId="{00000000-0000-0000-0000-000000000000}"/>
          </ac:spMkLst>
        </pc:spChg>
      </pc:sldChg>
      <pc:sldChg chg="modSp mod">
        <pc:chgData name="Rosmin Elsa Mohan" userId="7f6a9fc7-46b4-4eac-90cd-058eb48f67de" providerId="ADAL" clId="{32E18A96-7CCB-4A13-B926-2B113654B70A}" dt="2024-08-08T02:43:50.034" v="977"/>
        <pc:sldMkLst>
          <pc:docMk/>
          <pc:sldMk cId="2647958562" sldId="1421"/>
        </pc:sldMkLst>
        <pc:spChg chg="mod">
          <ac:chgData name="Rosmin Elsa Mohan" userId="7f6a9fc7-46b4-4eac-90cd-058eb48f67de" providerId="ADAL" clId="{32E18A96-7CCB-4A13-B926-2B113654B70A}" dt="2024-08-08T02:43:50.034" v="977"/>
          <ac:spMkLst>
            <pc:docMk/>
            <pc:sldMk cId="2647958562" sldId="1421"/>
            <ac:spMk id="2" creationId="{00000000-0000-0000-0000-000000000000}"/>
          </ac:spMkLst>
        </pc:spChg>
      </pc:sldChg>
      <pc:sldChg chg="modSp mod">
        <pc:chgData name="Rosmin Elsa Mohan" userId="7f6a9fc7-46b4-4eac-90cd-058eb48f67de" providerId="ADAL" clId="{32E18A96-7CCB-4A13-B926-2B113654B70A}" dt="2024-08-08T02:45:00.163" v="990" actId="20577"/>
        <pc:sldMkLst>
          <pc:docMk/>
          <pc:sldMk cId="2370185204" sldId="1422"/>
        </pc:sldMkLst>
        <pc:spChg chg="mod">
          <ac:chgData name="Rosmin Elsa Mohan" userId="7f6a9fc7-46b4-4eac-90cd-058eb48f67de" providerId="ADAL" clId="{32E18A96-7CCB-4A13-B926-2B113654B70A}" dt="2024-08-08T02:45:00.163" v="990" actId="20577"/>
          <ac:spMkLst>
            <pc:docMk/>
            <pc:sldMk cId="2370185204" sldId="1422"/>
            <ac:spMk id="6" creationId="{00B7E6C3-DC3B-BC8E-EE75-86995C7F8ADF}"/>
          </ac:spMkLst>
        </pc:spChg>
        <pc:spChg chg="mod">
          <ac:chgData name="Rosmin Elsa Mohan" userId="7f6a9fc7-46b4-4eac-90cd-058eb48f67de" providerId="ADAL" clId="{32E18A96-7CCB-4A13-B926-2B113654B70A}" dt="2024-08-08T02:43:53.578" v="978"/>
          <ac:spMkLst>
            <pc:docMk/>
            <pc:sldMk cId="2370185204" sldId="1422"/>
            <ac:spMk id="9" creationId="{DC17D8D8-E9C5-D2A8-A52F-7AE59A61C67B}"/>
          </ac:spMkLst>
        </pc:spChg>
      </pc:sldChg>
      <pc:sldChg chg="modSp mod">
        <pc:chgData name="Rosmin Elsa Mohan" userId="7f6a9fc7-46b4-4eac-90cd-058eb48f67de" providerId="ADAL" clId="{32E18A96-7CCB-4A13-B926-2B113654B70A}" dt="2024-08-08T03:03:47.339" v="1147" actId="20577"/>
        <pc:sldMkLst>
          <pc:docMk/>
          <pc:sldMk cId="3552461181" sldId="1438"/>
        </pc:sldMkLst>
        <pc:spChg chg="mod">
          <ac:chgData name="Rosmin Elsa Mohan" userId="7f6a9fc7-46b4-4eac-90cd-058eb48f67de" providerId="ADAL" clId="{32E18A96-7CCB-4A13-B926-2B113654B70A}" dt="2024-08-08T03:03:47.339" v="1147" actId="20577"/>
          <ac:spMkLst>
            <pc:docMk/>
            <pc:sldMk cId="3552461181" sldId="1438"/>
            <ac:spMk id="5" creationId="{002312A7-33C9-D63C-33EF-E395463CEF78}"/>
          </ac:spMkLst>
        </pc:spChg>
        <pc:spChg chg="mod">
          <ac:chgData name="Rosmin Elsa Mohan" userId="7f6a9fc7-46b4-4eac-90cd-058eb48f67de" providerId="ADAL" clId="{32E18A96-7CCB-4A13-B926-2B113654B70A}" dt="2024-08-08T02:03:56.258" v="715" actId="20577"/>
          <ac:spMkLst>
            <pc:docMk/>
            <pc:sldMk cId="3552461181" sldId="1438"/>
            <ac:spMk id="6" creationId="{2D75DE56-5F0C-5056-AE13-29D86795AD33}"/>
          </ac:spMkLst>
        </pc:spChg>
        <pc:spChg chg="mod">
          <ac:chgData name="Rosmin Elsa Mohan" userId="7f6a9fc7-46b4-4eac-90cd-058eb48f67de" providerId="ADAL" clId="{32E18A96-7CCB-4A13-B926-2B113654B70A}" dt="2024-08-08T02:02:11.379" v="689" actId="20577"/>
          <ac:spMkLst>
            <pc:docMk/>
            <pc:sldMk cId="3552461181" sldId="1438"/>
            <ac:spMk id="8" creationId="{006B5B6E-8198-6E5C-6E84-9D75287DF58B}"/>
          </ac:spMkLst>
        </pc:spChg>
      </pc:sldChg>
      <pc:sldChg chg="addSp delSp modSp mod">
        <pc:chgData name="Rosmin Elsa Mohan" userId="7f6a9fc7-46b4-4eac-90cd-058eb48f67de" providerId="ADAL" clId="{32E18A96-7CCB-4A13-B926-2B113654B70A}" dt="2024-08-08T03:03:51.420" v="1148" actId="20577"/>
        <pc:sldMkLst>
          <pc:docMk/>
          <pc:sldMk cId="1565668377" sldId="1439"/>
        </pc:sldMkLst>
        <pc:spChg chg="add mod">
          <ac:chgData name="Rosmin Elsa Mohan" userId="7f6a9fc7-46b4-4eac-90cd-058eb48f67de" providerId="ADAL" clId="{32E18A96-7CCB-4A13-B926-2B113654B70A}" dt="2024-08-08T02:08:26.227" v="743" actId="20577"/>
          <ac:spMkLst>
            <pc:docMk/>
            <pc:sldMk cId="1565668377" sldId="1439"/>
            <ac:spMk id="2" creationId="{57202B73-E8EE-67C3-7C71-924AA70880D1}"/>
          </ac:spMkLst>
        </pc:spChg>
        <pc:spChg chg="mod">
          <ac:chgData name="Rosmin Elsa Mohan" userId="7f6a9fc7-46b4-4eac-90cd-058eb48f67de" providerId="ADAL" clId="{32E18A96-7CCB-4A13-B926-2B113654B70A}" dt="2024-08-08T03:03:51.420" v="1148" actId="20577"/>
          <ac:spMkLst>
            <pc:docMk/>
            <pc:sldMk cId="1565668377" sldId="1439"/>
            <ac:spMk id="5" creationId="{0F36563C-ACF3-6396-FBBC-277D5688DA36}"/>
          </ac:spMkLst>
        </pc:spChg>
        <pc:spChg chg="del">
          <ac:chgData name="Rosmin Elsa Mohan" userId="7f6a9fc7-46b4-4eac-90cd-058eb48f67de" providerId="ADAL" clId="{32E18A96-7CCB-4A13-B926-2B113654B70A}" dt="2024-08-08T02:04:19.451" v="716" actId="478"/>
          <ac:spMkLst>
            <pc:docMk/>
            <pc:sldMk cId="1565668377" sldId="1439"/>
            <ac:spMk id="6" creationId="{EADDBF89-58BA-EE9F-AD42-B4C6EE879FD8}"/>
          </ac:spMkLst>
        </pc:spChg>
        <pc:spChg chg="mod">
          <ac:chgData name="Rosmin Elsa Mohan" userId="7f6a9fc7-46b4-4eac-90cd-058eb48f67de" providerId="ADAL" clId="{32E18A96-7CCB-4A13-B926-2B113654B70A}" dt="2024-08-08T02:08:38.452" v="746" actId="20577"/>
          <ac:spMkLst>
            <pc:docMk/>
            <pc:sldMk cId="1565668377" sldId="1439"/>
            <ac:spMk id="8" creationId="{4BAC8562-D3A9-2F9C-BC47-4C2B3FDE803F}"/>
          </ac:spMkLst>
        </pc:spChg>
      </pc:sldChg>
      <pc:sldChg chg="modSp mod">
        <pc:chgData name="Rosmin Elsa Mohan" userId="7f6a9fc7-46b4-4eac-90cd-058eb48f67de" providerId="ADAL" clId="{32E18A96-7CCB-4A13-B926-2B113654B70A}" dt="2024-08-08T03:03:54.338" v="1149" actId="20577"/>
        <pc:sldMkLst>
          <pc:docMk/>
          <pc:sldMk cId="2616289819" sldId="1440"/>
        </pc:sldMkLst>
        <pc:spChg chg="mod">
          <ac:chgData name="Rosmin Elsa Mohan" userId="7f6a9fc7-46b4-4eac-90cd-058eb48f67de" providerId="ADAL" clId="{32E18A96-7CCB-4A13-B926-2B113654B70A}" dt="2024-08-08T03:03:54.338" v="1149" actId="20577"/>
          <ac:spMkLst>
            <pc:docMk/>
            <pc:sldMk cId="2616289819" sldId="1440"/>
            <ac:spMk id="5" creationId="{CF2EB54C-990B-EAF8-9FB4-0FD83281179F}"/>
          </ac:spMkLst>
        </pc:spChg>
        <pc:spChg chg="mod">
          <ac:chgData name="Rosmin Elsa Mohan" userId="7f6a9fc7-46b4-4eac-90cd-058eb48f67de" providerId="ADAL" clId="{32E18A96-7CCB-4A13-B926-2B113654B70A}" dt="2024-08-08T02:10:26.255" v="783" actId="14100"/>
          <ac:spMkLst>
            <pc:docMk/>
            <pc:sldMk cId="2616289819" sldId="1440"/>
            <ac:spMk id="6" creationId="{463E78ED-D212-D715-8745-F23550920BF2}"/>
          </ac:spMkLst>
        </pc:spChg>
        <pc:spChg chg="mod">
          <ac:chgData name="Rosmin Elsa Mohan" userId="7f6a9fc7-46b4-4eac-90cd-058eb48f67de" providerId="ADAL" clId="{32E18A96-7CCB-4A13-B926-2B113654B70A}" dt="2024-08-08T02:08:46.737" v="749" actId="20577"/>
          <ac:spMkLst>
            <pc:docMk/>
            <pc:sldMk cId="2616289819" sldId="1440"/>
            <ac:spMk id="8" creationId="{FD9D0223-DDE2-A728-CEDA-5488160104E8}"/>
          </ac:spMkLst>
        </pc:spChg>
      </pc:sldChg>
      <pc:sldChg chg="modSp mod">
        <pc:chgData name="Rosmin Elsa Mohan" userId="7f6a9fc7-46b4-4eac-90cd-058eb48f67de" providerId="ADAL" clId="{32E18A96-7CCB-4A13-B926-2B113654B70A}" dt="2024-08-08T03:07:12.456" v="1153" actId="20577"/>
        <pc:sldMkLst>
          <pc:docMk/>
          <pc:sldMk cId="2623249776" sldId="1442"/>
        </pc:sldMkLst>
        <pc:spChg chg="mod">
          <ac:chgData name="Rosmin Elsa Mohan" userId="7f6a9fc7-46b4-4eac-90cd-058eb48f67de" providerId="ADAL" clId="{32E18A96-7CCB-4A13-B926-2B113654B70A}" dt="2024-08-08T03:07:12.456" v="1153" actId="20577"/>
          <ac:spMkLst>
            <pc:docMk/>
            <pc:sldMk cId="2623249776" sldId="1442"/>
            <ac:spMk id="5" creationId="{F3A1A9F0-F0F9-37AD-31A6-86E97ABD9DAD}"/>
          </ac:spMkLst>
        </pc:spChg>
        <pc:spChg chg="mod">
          <ac:chgData name="Rosmin Elsa Mohan" userId="7f6a9fc7-46b4-4eac-90cd-058eb48f67de" providerId="ADAL" clId="{32E18A96-7CCB-4A13-B926-2B113654B70A}" dt="2024-08-08T02:21:34.297" v="817" actId="114"/>
          <ac:spMkLst>
            <pc:docMk/>
            <pc:sldMk cId="2623249776" sldId="1442"/>
            <ac:spMk id="6" creationId="{F395D098-6B90-D9CD-4980-73D67EEE7741}"/>
          </ac:spMkLst>
        </pc:spChg>
        <pc:spChg chg="mod">
          <ac:chgData name="Rosmin Elsa Mohan" userId="7f6a9fc7-46b4-4eac-90cd-058eb48f67de" providerId="ADAL" clId="{32E18A96-7CCB-4A13-B926-2B113654B70A}" dt="2024-08-08T02:20:16.710" v="802"/>
          <ac:spMkLst>
            <pc:docMk/>
            <pc:sldMk cId="2623249776" sldId="1442"/>
            <ac:spMk id="8" creationId="{3A2F3080-99F1-F2DE-3299-E174825DB9C6}"/>
          </ac:spMkLst>
        </pc:spChg>
      </pc:sldChg>
      <pc:sldChg chg="modSp mod">
        <pc:chgData name="Rosmin Elsa Mohan" userId="7f6a9fc7-46b4-4eac-90cd-058eb48f67de" providerId="ADAL" clId="{32E18A96-7CCB-4A13-B926-2B113654B70A}" dt="2024-08-08T03:07:15.077" v="1154" actId="20577"/>
        <pc:sldMkLst>
          <pc:docMk/>
          <pc:sldMk cId="637721542" sldId="1443"/>
        </pc:sldMkLst>
        <pc:spChg chg="mod">
          <ac:chgData name="Rosmin Elsa Mohan" userId="7f6a9fc7-46b4-4eac-90cd-058eb48f67de" providerId="ADAL" clId="{32E18A96-7CCB-4A13-B926-2B113654B70A}" dt="2024-08-08T03:07:15.077" v="1154" actId="20577"/>
          <ac:spMkLst>
            <pc:docMk/>
            <pc:sldMk cId="637721542" sldId="1443"/>
            <ac:spMk id="5" creationId="{E0B62AD4-7852-AF68-5FEF-46892C0A0BE3}"/>
          </ac:spMkLst>
        </pc:spChg>
        <pc:spChg chg="mod">
          <ac:chgData name="Rosmin Elsa Mohan" userId="7f6a9fc7-46b4-4eac-90cd-058eb48f67de" providerId="ADAL" clId="{32E18A96-7CCB-4A13-B926-2B113654B70A}" dt="2024-08-08T02:21:48.064" v="820"/>
          <ac:spMkLst>
            <pc:docMk/>
            <pc:sldMk cId="637721542" sldId="1443"/>
            <ac:spMk id="6" creationId="{AE6B6D96-39EE-535C-2933-FFB7C72EF6E0}"/>
          </ac:spMkLst>
        </pc:spChg>
        <pc:spChg chg="mod">
          <ac:chgData name="Rosmin Elsa Mohan" userId="7f6a9fc7-46b4-4eac-90cd-058eb48f67de" providerId="ADAL" clId="{32E18A96-7CCB-4A13-B926-2B113654B70A}" dt="2024-08-08T02:20:20.682" v="803"/>
          <ac:spMkLst>
            <pc:docMk/>
            <pc:sldMk cId="637721542" sldId="1443"/>
            <ac:spMk id="8" creationId="{65BA4930-30DF-D4B4-ADD6-B777DB74DBCD}"/>
          </ac:spMkLst>
        </pc:spChg>
      </pc:sldChg>
      <pc:sldChg chg="modSp del mod">
        <pc:chgData name="Rosmin Elsa Mohan" userId="7f6a9fc7-46b4-4eac-90cd-058eb48f67de" providerId="ADAL" clId="{32E18A96-7CCB-4A13-B926-2B113654B70A}" dt="2024-08-08T02:21:56.256" v="821" actId="2696"/>
        <pc:sldMkLst>
          <pc:docMk/>
          <pc:sldMk cId="2967730246" sldId="1444"/>
        </pc:sldMkLst>
        <pc:spChg chg="mod">
          <ac:chgData name="Rosmin Elsa Mohan" userId="7f6a9fc7-46b4-4eac-90cd-058eb48f67de" providerId="ADAL" clId="{32E18A96-7CCB-4A13-B926-2B113654B70A}" dt="2024-08-08T02:20:24.977" v="804"/>
          <ac:spMkLst>
            <pc:docMk/>
            <pc:sldMk cId="2967730246" sldId="1444"/>
            <ac:spMk id="8" creationId="{4B20C08D-13B1-4F34-A99E-AF3AC5E49CB3}"/>
          </ac:spMkLst>
        </pc:spChg>
      </pc:sldChg>
      <pc:sldChg chg="modSp mod">
        <pc:chgData name="Rosmin Elsa Mohan" userId="7f6a9fc7-46b4-4eac-90cd-058eb48f67de" providerId="ADAL" clId="{32E18A96-7CCB-4A13-B926-2B113654B70A}" dt="2024-08-08T03:07:20.612" v="1156" actId="20577"/>
        <pc:sldMkLst>
          <pc:docMk/>
          <pc:sldMk cId="4131438038" sldId="1445"/>
        </pc:sldMkLst>
        <pc:spChg chg="mod">
          <ac:chgData name="Rosmin Elsa Mohan" userId="7f6a9fc7-46b4-4eac-90cd-058eb48f67de" providerId="ADAL" clId="{32E18A96-7CCB-4A13-B926-2B113654B70A}" dt="2024-08-08T03:07:20.612" v="1156" actId="20577"/>
          <ac:spMkLst>
            <pc:docMk/>
            <pc:sldMk cId="4131438038" sldId="1445"/>
            <ac:spMk id="5" creationId="{316BCAB3-BD3F-1B0E-CC2C-6CA0F2917E75}"/>
          </ac:spMkLst>
        </pc:spChg>
        <pc:spChg chg="mod">
          <ac:chgData name="Rosmin Elsa Mohan" userId="7f6a9fc7-46b4-4eac-90cd-058eb48f67de" providerId="ADAL" clId="{32E18A96-7CCB-4A13-B926-2B113654B70A}" dt="2024-08-08T02:22:09.934" v="824"/>
          <ac:spMkLst>
            <pc:docMk/>
            <pc:sldMk cId="4131438038" sldId="1445"/>
            <ac:spMk id="6" creationId="{0806E297-1ADC-5926-D07E-F5F3B6CBE8EA}"/>
          </ac:spMkLst>
        </pc:spChg>
        <pc:spChg chg="mod">
          <ac:chgData name="Rosmin Elsa Mohan" userId="7f6a9fc7-46b4-4eac-90cd-058eb48f67de" providerId="ADAL" clId="{32E18A96-7CCB-4A13-B926-2B113654B70A}" dt="2024-08-08T02:20:28.215" v="805"/>
          <ac:spMkLst>
            <pc:docMk/>
            <pc:sldMk cId="4131438038" sldId="1445"/>
            <ac:spMk id="8" creationId="{9EA20479-821D-F1BF-5BAF-75D0E2472DF1}"/>
          </ac:spMkLst>
        </pc:spChg>
      </pc:sldChg>
      <pc:sldChg chg="modSp del mod">
        <pc:chgData name="Rosmin Elsa Mohan" userId="7f6a9fc7-46b4-4eac-90cd-058eb48f67de" providerId="ADAL" clId="{32E18A96-7CCB-4A13-B926-2B113654B70A}" dt="2024-08-08T02:22:15.366" v="825" actId="2696"/>
        <pc:sldMkLst>
          <pc:docMk/>
          <pc:sldMk cId="3840774424" sldId="1446"/>
        </pc:sldMkLst>
        <pc:spChg chg="mod">
          <ac:chgData name="Rosmin Elsa Mohan" userId="7f6a9fc7-46b4-4eac-90cd-058eb48f67de" providerId="ADAL" clId="{32E18A96-7CCB-4A13-B926-2B113654B70A}" dt="2024-08-08T02:20:31.827" v="806"/>
          <ac:spMkLst>
            <pc:docMk/>
            <pc:sldMk cId="3840774424" sldId="1446"/>
            <ac:spMk id="8" creationId="{C7E0E519-EF6F-C114-0D3F-F15BAC2C9B54}"/>
          </ac:spMkLst>
        </pc:spChg>
      </pc:sldChg>
      <pc:sldChg chg="modSp mod">
        <pc:chgData name="Rosmin Elsa Mohan" userId="7f6a9fc7-46b4-4eac-90cd-058eb48f67de" providerId="ADAL" clId="{32E18A96-7CCB-4A13-B926-2B113654B70A}" dt="2024-08-08T03:09:09.840" v="1158" actId="20577"/>
        <pc:sldMkLst>
          <pc:docMk/>
          <pc:sldMk cId="1494969129" sldId="1448"/>
        </pc:sldMkLst>
        <pc:spChg chg="mod">
          <ac:chgData name="Rosmin Elsa Mohan" userId="7f6a9fc7-46b4-4eac-90cd-058eb48f67de" providerId="ADAL" clId="{32E18A96-7CCB-4A13-B926-2B113654B70A}" dt="2024-08-08T03:09:09.840" v="1158" actId="20577"/>
          <ac:spMkLst>
            <pc:docMk/>
            <pc:sldMk cId="1494969129" sldId="1448"/>
            <ac:spMk id="5" creationId="{10C556C3-ECE9-D7DD-B726-33552398D44D}"/>
          </ac:spMkLst>
        </pc:spChg>
        <pc:spChg chg="mod">
          <ac:chgData name="Rosmin Elsa Mohan" userId="7f6a9fc7-46b4-4eac-90cd-058eb48f67de" providerId="ADAL" clId="{32E18A96-7CCB-4A13-B926-2B113654B70A}" dt="2024-08-08T02:28:34.659" v="858" actId="20577"/>
          <ac:spMkLst>
            <pc:docMk/>
            <pc:sldMk cId="1494969129" sldId="1448"/>
            <ac:spMk id="6" creationId="{801F0B22-0AC9-61BE-20AC-30E8E824EE40}"/>
          </ac:spMkLst>
        </pc:spChg>
        <pc:spChg chg="mod">
          <ac:chgData name="Rosmin Elsa Mohan" userId="7f6a9fc7-46b4-4eac-90cd-058eb48f67de" providerId="ADAL" clId="{32E18A96-7CCB-4A13-B926-2B113654B70A}" dt="2024-08-08T02:26:06.088" v="832"/>
          <ac:spMkLst>
            <pc:docMk/>
            <pc:sldMk cId="1494969129" sldId="1448"/>
            <ac:spMk id="13" creationId="{3AA28230-F44B-DC32-A51A-DCC1B67837BD}"/>
          </ac:spMkLst>
        </pc:spChg>
      </pc:sldChg>
      <pc:sldChg chg="modSp mod">
        <pc:chgData name="Rosmin Elsa Mohan" userId="7f6a9fc7-46b4-4eac-90cd-058eb48f67de" providerId="ADAL" clId="{32E18A96-7CCB-4A13-B926-2B113654B70A}" dt="2024-08-08T03:09:12.918" v="1159" actId="20577"/>
        <pc:sldMkLst>
          <pc:docMk/>
          <pc:sldMk cId="425986149" sldId="1450"/>
        </pc:sldMkLst>
        <pc:spChg chg="mod">
          <ac:chgData name="Rosmin Elsa Mohan" userId="7f6a9fc7-46b4-4eac-90cd-058eb48f67de" providerId="ADAL" clId="{32E18A96-7CCB-4A13-B926-2B113654B70A}" dt="2024-08-08T03:09:12.918" v="1159" actId="20577"/>
          <ac:spMkLst>
            <pc:docMk/>
            <pc:sldMk cId="425986149" sldId="1450"/>
            <ac:spMk id="5" creationId="{13593030-CC76-61CF-F7F5-DC6A9C28DBC7}"/>
          </ac:spMkLst>
        </pc:spChg>
        <pc:spChg chg="mod">
          <ac:chgData name="Rosmin Elsa Mohan" userId="7f6a9fc7-46b4-4eac-90cd-058eb48f67de" providerId="ADAL" clId="{32E18A96-7CCB-4A13-B926-2B113654B70A}" dt="2024-08-08T02:29:51.976" v="861"/>
          <ac:spMkLst>
            <pc:docMk/>
            <pc:sldMk cId="425986149" sldId="1450"/>
            <ac:spMk id="6" creationId="{396B8FA0-9883-25CB-4F0E-617DCF91BB8C}"/>
          </ac:spMkLst>
        </pc:spChg>
        <pc:spChg chg="mod">
          <ac:chgData name="Rosmin Elsa Mohan" userId="7f6a9fc7-46b4-4eac-90cd-058eb48f67de" providerId="ADAL" clId="{32E18A96-7CCB-4A13-B926-2B113654B70A}" dt="2024-08-08T02:26:09.079" v="833"/>
          <ac:spMkLst>
            <pc:docMk/>
            <pc:sldMk cId="425986149" sldId="1450"/>
            <ac:spMk id="13" creationId="{0D938F6E-BF3A-A165-D6A8-EB6116638AC2}"/>
          </ac:spMkLst>
        </pc:spChg>
      </pc:sldChg>
      <pc:sldChg chg="modSp mod">
        <pc:chgData name="Rosmin Elsa Mohan" userId="7f6a9fc7-46b4-4eac-90cd-058eb48f67de" providerId="ADAL" clId="{32E18A96-7CCB-4A13-B926-2B113654B70A}" dt="2024-08-08T03:09:15.773" v="1160" actId="20577"/>
        <pc:sldMkLst>
          <pc:docMk/>
          <pc:sldMk cId="3753762985" sldId="1452"/>
        </pc:sldMkLst>
        <pc:spChg chg="mod">
          <ac:chgData name="Rosmin Elsa Mohan" userId="7f6a9fc7-46b4-4eac-90cd-058eb48f67de" providerId="ADAL" clId="{32E18A96-7CCB-4A13-B926-2B113654B70A}" dt="2024-08-08T03:09:15.773" v="1160" actId="20577"/>
          <ac:spMkLst>
            <pc:docMk/>
            <pc:sldMk cId="3753762985" sldId="1452"/>
            <ac:spMk id="5" creationId="{A2047971-DA85-C751-DC5A-5C52B51C52BA}"/>
          </ac:spMkLst>
        </pc:spChg>
        <pc:spChg chg="mod">
          <ac:chgData name="Rosmin Elsa Mohan" userId="7f6a9fc7-46b4-4eac-90cd-058eb48f67de" providerId="ADAL" clId="{32E18A96-7CCB-4A13-B926-2B113654B70A}" dt="2024-08-08T02:30:08.418" v="867" actId="313"/>
          <ac:spMkLst>
            <pc:docMk/>
            <pc:sldMk cId="3753762985" sldId="1452"/>
            <ac:spMk id="6" creationId="{BA0B3BE2-D998-167B-8C65-476E697BA331}"/>
          </ac:spMkLst>
        </pc:spChg>
        <pc:spChg chg="mod">
          <ac:chgData name="Rosmin Elsa Mohan" userId="7f6a9fc7-46b4-4eac-90cd-058eb48f67de" providerId="ADAL" clId="{32E18A96-7CCB-4A13-B926-2B113654B70A}" dt="2024-08-08T02:26:13.687" v="834"/>
          <ac:spMkLst>
            <pc:docMk/>
            <pc:sldMk cId="3753762985" sldId="1452"/>
            <ac:spMk id="13" creationId="{F90AFB74-83FD-8F85-3412-5B2B465B437B}"/>
          </ac:spMkLst>
        </pc:spChg>
      </pc:sldChg>
      <pc:sldChg chg="modSp mod">
        <pc:chgData name="Rosmin Elsa Mohan" userId="7f6a9fc7-46b4-4eac-90cd-058eb48f67de" providerId="ADAL" clId="{32E18A96-7CCB-4A13-B926-2B113654B70A}" dt="2024-08-08T02:39:51.887" v="952" actId="6549"/>
        <pc:sldMkLst>
          <pc:docMk/>
          <pc:sldMk cId="4039580999" sldId="1465"/>
        </pc:sldMkLst>
        <pc:spChg chg="mod">
          <ac:chgData name="Rosmin Elsa Mohan" userId="7f6a9fc7-46b4-4eac-90cd-058eb48f67de" providerId="ADAL" clId="{32E18A96-7CCB-4A13-B926-2B113654B70A}" dt="2024-08-08T02:39:51.887" v="952" actId="6549"/>
          <ac:spMkLst>
            <pc:docMk/>
            <pc:sldMk cId="4039580999" sldId="1465"/>
            <ac:spMk id="6" creationId="{C1232047-F35C-9CE6-AB39-2974E36818C5}"/>
          </ac:spMkLst>
        </pc:spChg>
        <pc:spChg chg="mod">
          <ac:chgData name="Rosmin Elsa Mohan" userId="7f6a9fc7-46b4-4eac-90cd-058eb48f67de" providerId="ADAL" clId="{32E18A96-7CCB-4A13-B926-2B113654B70A}" dt="2024-08-08T02:39:21.134" v="945"/>
          <ac:spMkLst>
            <pc:docMk/>
            <pc:sldMk cId="4039580999" sldId="1465"/>
            <ac:spMk id="9" creationId="{0968D38C-2C82-7C11-B05D-513832A91F53}"/>
          </ac:spMkLst>
        </pc:spChg>
      </pc:sldChg>
      <pc:sldChg chg="modSp mod">
        <pc:chgData name="Rosmin Elsa Mohan" userId="7f6a9fc7-46b4-4eac-90cd-058eb48f67de" providerId="ADAL" clId="{32E18A96-7CCB-4A13-B926-2B113654B70A}" dt="2024-08-08T02:40:42.942" v="966" actId="313"/>
        <pc:sldMkLst>
          <pc:docMk/>
          <pc:sldMk cId="576487781" sldId="1466"/>
        </pc:sldMkLst>
        <pc:spChg chg="mod">
          <ac:chgData name="Rosmin Elsa Mohan" userId="7f6a9fc7-46b4-4eac-90cd-058eb48f67de" providerId="ADAL" clId="{32E18A96-7CCB-4A13-B926-2B113654B70A}" dt="2024-08-08T02:40:42.942" v="966" actId="313"/>
          <ac:spMkLst>
            <pc:docMk/>
            <pc:sldMk cId="576487781" sldId="1466"/>
            <ac:spMk id="6" creationId="{D13150C6-8221-D63C-33BE-B34E2F490172}"/>
          </ac:spMkLst>
        </pc:spChg>
        <pc:spChg chg="mod">
          <ac:chgData name="Rosmin Elsa Mohan" userId="7f6a9fc7-46b4-4eac-90cd-058eb48f67de" providerId="ADAL" clId="{32E18A96-7CCB-4A13-B926-2B113654B70A}" dt="2024-08-08T02:39:24.700" v="946"/>
          <ac:spMkLst>
            <pc:docMk/>
            <pc:sldMk cId="576487781" sldId="1466"/>
            <ac:spMk id="9" creationId="{2257D2E9-8338-4D70-7848-7EBAAA53BB78}"/>
          </ac:spMkLst>
        </pc:spChg>
      </pc:sldChg>
      <pc:sldChg chg="modSp mod">
        <pc:chgData name="Rosmin Elsa Mohan" userId="7f6a9fc7-46b4-4eac-90cd-058eb48f67de" providerId="ADAL" clId="{32E18A96-7CCB-4A13-B926-2B113654B70A}" dt="2024-08-08T02:41:02.585" v="971" actId="6549"/>
        <pc:sldMkLst>
          <pc:docMk/>
          <pc:sldMk cId="2882701942" sldId="1467"/>
        </pc:sldMkLst>
        <pc:spChg chg="mod">
          <ac:chgData name="Rosmin Elsa Mohan" userId="7f6a9fc7-46b4-4eac-90cd-058eb48f67de" providerId="ADAL" clId="{32E18A96-7CCB-4A13-B926-2B113654B70A}" dt="2024-08-08T02:41:02.585" v="971" actId="6549"/>
          <ac:spMkLst>
            <pc:docMk/>
            <pc:sldMk cId="2882701942" sldId="1467"/>
            <ac:spMk id="6" creationId="{9774693D-CD44-5CB7-0C93-3628B747F75C}"/>
          </ac:spMkLst>
        </pc:spChg>
        <pc:spChg chg="mod">
          <ac:chgData name="Rosmin Elsa Mohan" userId="7f6a9fc7-46b4-4eac-90cd-058eb48f67de" providerId="ADAL" clId="{32E18A96-7CCB-4A13-B926-2B113654B70A}" dt="2024-08-08T02:39:27.544" v="947"/>
          <ac:spMkLst>
            <pc:docMk/>
            <pc:sldMk cId="2882701942" sldId="1467"/>
            <ac:spMk id="9" creationId="{D56A539C-4C26-5D1C-7D31-2EAE3D32C470}"/>
          </ac:spMkLst>
        </pc:spChg>
      </pc:sldChg>
      <pc:sldChg chg="modSp mod">
        <pc:chgData name="Rosmin Elsa Mohan" userId="7f6a9fc7-46b4-4eac-90cd-058eb48f67de" providerId="ADAL" clId="{32E18A96-7CCB-4A13-B926-2B113654B70A}" dt="2024-08-08T02:45:53.930" v="1010" actId="20577"/>
        <pc:sldMkLst>
          <pc:docMk/>
          <pc:sldMk cId="625835019" sldId="1468"/>
        </pc:sldMkLst>
        <pc:spChg chg="mod">
          <ac:chgData name="Rosmin Elsa Mohan" userId="7f6a9fc7-46b4-4eac-90cd-058eb48f67de" providerId="ADAL" clId="{32E18A96-7CCB-4A13-B926-2B113654B70A}" dt="2024-08-08T02:45:53.930" v="1010" actId="20577"/>
          <ac:spMkLst>
            <pc:docMk/>
            <pc:sldMk cId="625835019" sldId="1468"/>
            <ac:spMk id="6" creationId="{E4709EB3-F9C5-7B20-D805-158D5D8DCD6B}"/>
          </ac:spMkLst>
        </pc:spChg>
        <pc:spChg chg="mod">
          <ac:chgData name="Rosmin Elsa Mohan" userId="7f6a9fc7-46b4-4eac-90cd-058eb48f67de" providerId="ADAL" clId="{32E18A96-7CCB-4A13-B926-2B113654B70A}" dt="2024-08-08T02:43:57.788" v="979"/>
          <ac:spMkLst>
            <pc:docMk/>
            <pc:sldMk cId="625835019" sldId="1468"/>
            <ac:spMk id="9" creationId="{27E0C573-9B0A-9146-5F05-207C3B6C9139}"/>
          </ac:spMkLst>
        </pc:spChg>
      </pc:sldChg>
      <pc:sldChg chg="modSp mod">
        <pc:chgData name="Rosmin Elsa Mohan" userId="7f6a9fc7-46b4-4eac-90cd-058eb48f67de" providerId="ADAL" clId="{32E18A96-7CCB-4A13-B926-2B113654B70A}" dt="2024-08-08T02:46:23.078" v="1017" actId="1076"/>
        <pc:sldMkLst>
          <pc:docMk/>
          <pc:sldMk cId="3658360246" sldId="1469"/>
        </pc:sldMkLst>
        <pc:spChg chg="mod">
          <ac:chgData name="Rosmin Elsa Mohan" userId="7f6a9fc7-46b4-4eac-90cd-058eb48f67de" providerId="ADAL" clId="{32E18A96-7CCB-4A13-B926-2B113654B70A}" dt="2024-08-08T02:46:23.078" v="1017" actId="1076"/>
          <ac:spMkLst>
            <pc:docMk/>
            <pc:sldMk cId="3658360246" sldId="1469"/>
            <ac:spMk id="6" creationId="{ABCFE196-852C-EF4A-5C89-8F84C628F6D8}"/>
          </ac:spMkLst>
        </pc:spChg>
        <pc:spChg chg="mod">
          <ac:chgData name="Rosmin Elsa Mohan" userId="7f6a9fc7-46b4-4eac-90cd-058eb48f67de" providerId="ADAL" clId="{32E18A96-7CCB-4A13-B926-2B113654B70A}" dt="2024-08-08T02:44:04.408" v="980"/>
          <ac:spMkLst>
            <pc:docMk/>
            <pc:sldMk cId="3658360246" sldId="1469"/>
            <ac:spMk id="9" creationId="{AAD21BDD-D3AE-5CDB-B758-E73AB8700D6E}"/>
          </ac:spMkLst>
        </pc:spChg>
      </pc:sldChg>
      <pc:sldChg chg="modSp mod">
        <pc:chgData name="Rosmin Elsa Mohan" userId="7f6a9fc7-46b4-4eac-90cd-058eb48f67de" providerId="ADAL" clId="{32E18A96-7CCB-4A13-B926-2B113654B70A}" dt="2024-08-08T02:46:56.716" v="1027" actId="20577"/>
        <pc:sldMkLst>
          <pc:docMk/>
          <pc:sldMk cId="1292053075" sldId="1470"/>
        </pc:sldMkLst>
        <pc:spChg chg="mod">
          <ac:chgData name="Rosmin Elsa Mohan" userId="7f6a9fc7-46b4-4eac-90cd-058eb48f67de" providerId="ADAL" clId="{32E18A96-7CCB-4A13-B926-2B113654B70A}" dt="2024-08-08T02:46:56.716" v="1027" actId="20577"/>
          <ac:spMkLst>
            <pc:docMk/>
            <pc:sldMk cId="1292053075" sldId="1470"/>
            <ac:spMk id="6" creationId="{D5D737D0-BD04-7FC6-B03F-BCEC1F57FD2E}"/>
          </ac:spMkLst>
        </pc:spChg>
        <pc:spChg chg="mod">
          <ac:chgData name="Rosmin Elsa Mohan" userId="7f6a9fc7-46b4-4eac-90cd-058eb48f67de" providerId="ADAL" clId="{32E18A96-7CCB-4A13-B926-2B113654B70A}" dt="2024-08-08T02:44:19.285" v="982"/>
          <ac:spMkLst>
            <pc:docMk/>
            <pc:sldMk cId="1292053075" sldId="1470"/>
            <ac:spMk id="9" creationId="{21434691-EE47-68D6-AEAA-52AFBA3DCAE4}"/>
          </ac:spMkLst>
        </pc:spChg>
      </pc:sldChg>
      <pc:sldChg chg="modSp mod">
        <pc:chgData name="Rosmin Elsa Mohan" userId="7f6a9fc7-46b4-4eac-90cd-058eb48f67de" providerId="ADAL" clId="{32E18A96-7CCB-4A13-B926-2B113654B70A}" dt="2024-08-08T03:03:00.704" v="1139" actId="20577"/>
        <pc:sldMkLst>
          <pc:docMk/>
          <pc:sldMk cId="3068996028" sldId="1472"/>
        </pc:sldMkLst>
        <pc:spChg chg="mod">
          <ac:chgData name="Rosmin Elsa Mohan" userId="7f6a9fc7-46b4-4eac-90cd-058eb48f67de" providerId="ADAL" clId="{32E18A96-7CCB-4A13-B926-2B113654B70A}" dt="2024-08-08T01:39:24.557" v="20" actId="6549"/>
          <ac:spMkLst>
            <pc:docMk/>
            <pc:sldMk cId="3068996028" sldId="1472"/>
            <ac:spMk id="3" creationId="{4A8690D3-6D5D-BBB1-5673-E0C9C96D6ACA}"/>
          </ac:spMkLst>
        </pc:spChg>
        <pc:spChg chg="mod">
          <ac:chgData name="Rosmin Elsa Mohan" userId="7f6a9fc7-46b4-4eac-90cd-058eb48f67de" providerId="ADAL" clId="{32E18A96-7CCB-4A13-B926-2B113654B70A}" dt="2024-08-08T03:03:00.704" v="1139" actId="20577"/>
          <ac:spMkLst>
            <pc:docMk/>
            <pc:sldMk cId="3068996028" sldId="1472"/>
            <ac:spMk id="5" creationId="{9CDE8A97-A04A-A5A0-1CE7-9CAA6D4FBF85}"/>
          </ac:spMkLst>
        </pc:spChg>
      </pc:sldChg>
      <pc:sldChg chg="modSp mod">
        <pc:chgData name="Rosmin Elsa Mohan" userId="7f6a9fc7-46b4-4eac-90cd-058eb48f67de" providerId="ADAL" clId="{32E18A96-7CCB-4A13-B926-2B113654B70A}" dt="2024-08-08T03:03:04.296" v="1140" actId="20577"/>
        <pc:sldMkLst>
          <pc:docMk/>
          <pc:sldMk cId="2264041875" sldId="1473"/>
        </pc:sldMkLst>
        <pc:spChg chg="mod">
          <ac:chgData name="Rosmin Elsa Mohan" userId="7f6a9fc7-46b4-4eac-90cd-058eb48f67de" providerId="ADAL" clId="{32E18A96-7CCB-4A13-B926-2B113654B70A}" dt="2024-08-08T03:03:04.296" v="1140" actId="20577"/>
          <ac:spMkLst>
            <pc:docMk/>
            <pc:sldMk cId="2264041875" sldId="1473"/>
            <ac:spMk id="5" creationId="{3E16CFBD-E0AF-57EE-01B9-A67C4B76D0B5}"/>
          </ac:spMkLst>
        </pc:spChg>
        <pc:spChg chg="mod">
          <ac:chgData name="Rosmin Elsa Mohan" userId="7f6a9fc7-46b4-4eac-90cd-058eb48f67de" providerId="ADAL" clId="{32E18A96-7CCB-4A13-B926-2B113654B70A}" dt="2024-08-08T01:39:59.342" v="30" actId="6549"/>
          <ac:spMkLst>
            <pc:docMk/>
            <pc:sldMk cId="2264041875" sldId="1473"/>
            <ac:spMk id="8" creationId="{FDC59045-2C7C-F576-C00C-AAA6D40E13D2}"/>
          </ac:spMkLst>
        </pc:spChg>
      </pc:sldChg>
      <pc:sldChg chg="del">
        <pc:chgData name="Rosmin Elsa Mohan" userId="7f6a9fc7-46b4-4eac-90cd-058eb48f67de" providerId="ADAL" clId="{32E18A96-7CCB-4A13-B926-2B113654B70A}" dt="2024-08-08T01:40:23.229" v="31" actId="2696"/>
        <pc:sldMkLst>
          <pc:docMk/>
          <pc:sldMk cId="2017312258" sldId="1474"/>
        </pc:sldMkLst>
      </pc:sldChg>
      <pc:sldChg chg="modSp mod">
        <pc:chgData name="Rosmin Elsa Mohan" userId="7f6a9fc7-46b4-4eac-90cd-058eb48f67de" providerId="ADAL" clId="{32E18A96-7CCB-4A13-B926-2B113654B70A}" dt="2024-08-08T03:09:19.105" v="1161" actId="20577"/>
        <pc:sldMkLst>
          <pc:docMk/>
          <pc:sldMk cId="4077105178" sldId="1475"/>
        </pc:sldMkLst>
        <pc:spChg chg="mod">
          <ac:chgData name="Rosmin Elsa Mohan" userId="7f6a9fc7-46b4-4eac-90cd-058eb48f67de" providerId="ADAL" clId="{32E18A96-7CCB-4A13-B926-2B113654B70A}" dt="2024-08-08T03:09:19.105" v="1161" actId="20577"/>
          <ac:spMkLst>
            <pc:docMk/>
            <pc:sldMk cId="4077105178" sldId="1475"/>
            <ac:spMk id="5" creationId="{A2047971-DA85-C751-DC5A-5C52B51C52BA}"/>
          </ac:spMkLst>
        </pc:spChg>
        <pc:spChg chg="mod">
          <ac:chgData name="Rosmin Elsa Mohan" userId="7f6a9fc7-46b4-4eac-90cd-058eb48f67de" providerId="ADAL" clId="{32E18A96-7CCB-4A13-B926-2B113654B70A}" dt="2024-08-08T02:30:31.712" v="870"/>
          <ac:spMkLst>
            <pc:docMk/>
            <pc:sldMk cId="4077105178" sldId="1475"/>
            <ac:spMk id="6" creationId="{BA0B3BE2-D998-167B-8C65-476E697BA331}"/>
          </ac:spMkLst>
        </pc:spChg>
        <pc:spChg chg="mod">
          <ac:chgData name="Rosmin Elsa Mohan" userId="7f6a9fc7-46b4-4eac-90cd-058eb48f67de" providerId="ADAL" clId="{32E18A96-7CCB-4A13-B926-2B113654B70A}" dt="2024-08-08T02:26:16.733" v="835"/>
          <ac:spMkLst>
            <pc:docMk/>
            <pc:sldMk cId="4077105178" sldId="1475"/>
            <ac:spMk id="13" creationId="{F90AFB74-83FD-8F85-3412-5B2B465B437B}"/>
          </ac:spMkLst>
        </pc:spChg>
      </pc:sldChg>
      <pc:sldChg chg="modSp mod">
        <pc:chgData name="Rosmin Elsa Mohan" userId="7f6a9fc7-46b4-4eac-90cd-058eb48f67de" providerId="ADAL" clId="{32E18A96-7CCB-4A13-B926-2B113654B70A}" dt="2024-08-08T03:11:36.082" v="1167" actId="20577"/>
        <pc:sldMkLst>
          <pc:docMk/>
          <pc:sldMk cId="1985140678" sldId="1476"/>
        </pc:sldMkLst>
        <pc:spChg chg="mod">
          <ac:chgData name="Rosmin Elsa Mohan" userId="7f6a9fc7-46b4-4eac-90cd-058eb48f67de" providerId="ADAL" clId="{32E18A96-7CCB-4A13-B926-2B113654B70A}" dt="2024-08-08T03:11:36.082" v="1167" actId="20577"/>
          <ac:spMkLst>
            <pc:docMk/>
            <pc:sldMk cId="1985140678" sldId="1476"/>
            <ac:spMk id="5" creationId="{D15CBCA4-8279-49A0-BDA5-8F1C3F65A437}"/>
          </ac:spMkLst>
        </pc:spChg>
        <pc:spChg chg="mod">
          <ac:chgData name="Rosmin Elsa Mohan" userId="7f6a9fc7-46b4-4eac-90cd-058eb48f67de" providerId="ADAL" clId="{32E18A96-7CCB-4A13-B926-2B113654B70A}" dt="2024-08-08T02:38:05.491" v="943" actId="313"/>
          <ac:spMkLst>
            <pc:docMk/>
            <pc:sldMk cId="1985140678" sldId="1476"/>
            <ac:spMk id="6" creationId="{00B7E6C3-DC3B-BC8E-EE75-86995C7F8ADF}"/>
          </ac:spMkLst>
        </pc:spChg>
        <pc:spChg chg="mod">
          <ac:chgData name="Rosmin Elsa Mohan" userId="7f6a9fc7-46b4-4eac-90cd-058eb48f67de" providerId="ADAL" clId="{32E18A96-7CCB-4A13-B926-2B113654B70A}" dt="2024-08-08T02:34:18.753" v="904"/>
          <ac:spMkLst>
            <pc:docMk/>
            <pc:sldMk cId="1985140678" sldId="1476"/>
            <ac:spMk id="9" creationId="{DC17D8D8-E9C5-D2A8-A52F-7AE59A61C67B}"/>
          </ac:spMkLst>
        </pc:spChg>
      </pc:sldChg>
      <pc:sldChg chg="modSp mod">
        <pc:chgData name="Rosmin Elsa Mohan" userId="7f6a9fc7-46b4-4eac-90cd-058eb48f67de" providerId="ADAL" clId="{32E18A96-7CCB-4A13-B926-2B113654B70A}" dt="2024-08-08T03:11:38.948" v="1168" actId="20577"/>
        <pc:sldMkLst>
          <pc:docMk/>
          <pc:sldMk cId="837277863" sldId="1477"/>
        </pc:sldMkLst>
        <pc:spChg chg="mod">
          <ac:chgData name="Rosmin Elsa Mohan" userId="7f6a9fc7-46b4-4eac-90cd-058eb48f67de" providerId="ADAL" clId="{32E18A96-7CCB-4A13-B926-2B113654B70A}" dt="2024-08-08T03:11:38.948" v="1168" actId="20577"/>
          <ac:spMkLst>
            <pc:docMk/>
            <pc:sldMk cId="837277863" sldId="1477"/>
            <ac:spMk id="5" creationId="{D15CBCA4-8279-49A0-BDA5-8F1C3F65A437}"/>
          </ac:spMkLst>
        </pc:spChg>
        <pc:spChg chg="mod">
          <ac:chgData name="Rosmin Elsa Mohan" userId="7f6a9fc7-46b4-4eac-90cd-058eb48f67de" providerId="ADAL" clId="{32E18A96-7CCB-4A13-B926-2B113654B70A}" dt="2024-08-08T02:35:54.638" v="923" actId="6549"/>
          <ac:spMkLst>
            <pc:docMk/>
            <pc:sldMk cId="837277863" sldId="1477"/>
            <ac:spMk id="6" creationId="{00B7E6C3-DC3B-BC8E-EE75-86995C7F8ADF}"/>
          </ac:spMkLst>
        </pc:spChg>
        <pc:spChg chg="mod">
          <ac:chgData name="Rosmin Elsa Mohan" userId="7f6a9fc7-46b4-4eac-90cd-058eb48f67de" providerId="ADAL" clId="{32E18A96-7CCB-4A13-B926-2B113654B70A}" dt="2024-08-08T02:34:22.256" v="905"/>
          <ac:spMkLst>
            <pc:docMk/>
            <pc:sldMk cId="837277863" sldId="1477"/>
            <ac:spMk id="9" creationId="{DC17D8D8-E9C5-D2A8-A52F-7AE59A61C67B}"/>
          </ac:spMkLst>
        </pc:spChg>
      </pc:sldChg>
      <pc:sldChg chg="modSp mod">
        <pc:chgData name="Rosmin Elsa Mohan" userId="7f6a9fc7-46b4-4eac-90cd-058eb48f67de" providerId="ADAL" clId="{32E18A96-7CCB-4A13-B926-2B113654B70A}" dt="2024-08-08T02:41:18.956" v="976" actId="6549"/>
        <pc:sldMkLst>
          <pc:docMk/>
          <pc:sldMk cId="4171570983" sldId="1478"/>
        </pc:sldMkLst>
        <pc:spChg chg="mod">
          <ac:chgData name="Rosmin Elsa Mohan" userId="7f6a9fc7-46b4-4eac-90cd-058eb48f67de" providerId="ADAL" clId="{32E18A96-7CCB-4A13-B926-2B113654B70A}" dt="2024-08-08T02:41:18.956" v="976" actId="6549"/>
          <ac:spMkLst>
            <pc:docMk/>
            <pc:sldMk cId="4171570983" sldId="1478"/>
            <ac:spMk id="6" creationId="{9774693D-CD44-5CB7-0C93-3628B747F75C}"/>
          </ac:spMkLst>
        </pc:spChg>
        <pc:spChg chg="mod">
          <ac:chgData name="Rosmin Elsa Mohan" userId="7f6a9fc7-46b4-4eac-90cd-058eb48f67de" providerId="ADAL" clId="{32E18A96-7CCB-4A13-B926-2B113654B70A}" dt="2024-08-08T02:39:31.566" v="948"/>
          <ac:spMkLst>
            <pc:docMk/>
            <pc:sldMk cId="4171570983" sldId="1478"/>
            <ac:spMk id="9" creationId="{D56A539C-4C26-5D1C-7D31-2EAE3D32C470}"/>
          </ac:spMkLst>
        </pc:spChg>
      </pc:sldChg>
      <pc:sldChg chg="delSp modSp del mod">
        <pc:chgData name="Rosmin Elsa Mohan" userId="7f6a9fc7-46b4-4eac-90cd-058eb48f67de" providerId="ADAL" clId="{32E18A96-7CCB-4A13-B926-2B113654B70A}" dt="2024-08-08T02:46:37.972" v="1020" actId="2696"/>
        <pc:sldMkLst>
          <pc:docMk/>
          <pc:sldMk cId="1830272701" sldId="1479"/>
        </pc:sldMkLst>
        <pc:spChg chg="del">
          <ac:chgData name="Rosmin Elsa Mohan" userId="7f6a9fc7-46b4-4eac-90cd-058eb48f67de" providerId="ADAL" clId="{32E18A96-7CCB-4A13-B926-2B113654B70A}" dt="2024-08-08T02:46:31.898" v="1018" actId="478"/>
          <ac:spMkLst>
            <pc:docMk/>
            <pc:sldMk cId="1830272701" sldId="1479"/>
            <ac:spMk id="6" creationId="{E4709EB3-F9C5-7B20-D805-158D5D8DCD6B}"/>
          </ac:spMkLst>
        </pc:spChg>
        <pc:spChg chg="mod">
          <ac:chgData name="Rosmin Elsa Mohan" userId="7f6a9fc7-46b4-4eac-90cd-058eb48f67de" providerId="ADAL" clId="{32E18A96-7CCB-4A13-B926-2B113654B70A}" dt="2024-08-08T02:44:09.742" v="981"/>
          <ac:spMkLst>
            <pc:docMk/>
            <pc:sldMk cId="1830272701" sldId="1479"/>
            <ac:spMk id="9" creationId="{27E0C573-9B0A-9146-5F05-207C3B6C9139}"/>
          </ac:spMkLst>
        </pc:spChg>
      </pc:sldChg>
      <pc:sldChg chg="delSp modSp del mod">
        <pc:chgData name="Rosmin Elsa Mohan" userId="7f6a9fc7-46b4-4eac-90cd-058eb48f67de" providerId="ADAL" clId="{32E18A96-7CCB-4A13-B926-2B113654B70A}" dt="2024-08-08T02:47:13.931" v="1032" actId="2696"/>
        <pc:sldMkLst>
          <pc:docMk/>
          <pc:sldMk cId="1566971029" sldId="1480"/>
        </pc:sldMkLst>
        <pc:spChg chg="del">
          <ac:chgData name="Rosmin Elsa Mohan" userId="7f6a9fc7-46b4-4eac-90cd-058eb48f67de" providerId="ADAL" clId="{32E18A96-7CCB-4A13-B926-2B113654B70A}" dt="2024-08-08T02:47:09.798" v="1030" actId="478"/>
          <ac:spMkLst>
            <pc:docMk/>
            <pc:sldMk cId="1566971029" sldId="1480"/>
            <ac:spMk id="6" creationId="{E4709EB3-F9C5-7B20-D805-158D5D8DCD6B}"/>
          </ac:spMkLst>
        </pc:spChg>
        <pc:spChg chg="mod">
          <ac:chgData name="Rosmin Elsa Mohan" userId="7f6a9fc7-46b4-4eac-90cd-058eb48f67de" providerId="ADAL" clId="{32E18A96-7CCB-4A13-B926-2B113654B70A}" dt="2024-08-08T02:44:23.229" v="983"/>
          <ac:spMkLst>
            <pc:docMk/>
            <pc:sldMk cId="1566971029" sldId="1480"/>
            <ac:spMk id="9" creationId="{27E0C573-9B0A-9146-5F05-207C3B6C9139}"/>
          </ac:spMkLst>
        </pc:spChg>
      </pc:sldChg>
      <pc:sldChg chg="modSp mod">
        <pc:chgData name="Rosmin Elsa Mohan" userId="7f6a9fc7-46b4-4eac-90cd-058eb48f67de" providerId="ADAL" clId="{32E18A96-7CCB-4A13-B926-2B113654B70A}" dt="2024-08-08T02:49:02.768" v="1033"/>
        <pc:sldMkLst>
          <pc:docMk/>
          <pc:sldMk cId="29450327" sldId="1481"/>
        </pc:sldMkLst>
        <pc:spChg chg="mod">
          <ac:chgData name="Rosmin Elsa Mohan" userId="7f6a9fc7-46b4-4eac-90cd-058eb48f67de" providerId="ADAL" clId="{32E18A96-7CCB-4A13-B926-2B113654B70A}" dt="2024-08-08T02:49:02.768" v="1033"/>
          <ac:spMkLst>
            <pc:docMk/>
            <pc:sldMk cId="29450327" sldId="1481"/>
            <ac:spMk id="2" creationId="{00000000-0000-0000-0000-000000000000}"/>
          </ac:spMkLst>
        </pc:spChg>
      </pc:sldChg>
      <pc:sldChg chg="modSp mod">
        <pc:chgData name="Rosmin Elsa Mohan" userId="7f6a9fc7-46b4-4eac-90cd-058eb48f67de" providerId="ADAL" clId="{32E18A96-7CCB-4A13-B926-2B113654B70A}" dt="2024-08-08T02:51:06.063" v="1047" actId="20577"/>
        <pc:sldMkLst>
          <pc:docMk/>
          <pc:sldMk cId="3083004799" sldId="1482"/>
        </pc:sldMkLst>
        <pc:spChg chg="mod">
          <ac:chgData name="Rosmin Elsa Mohan" userId="7f6a9fc7-46b4-4eac-90cd-058eb48f67de" providerId="ADAL" clId="{32E18A96-7CCB-4A13-B926-2B113654B70A}" dt="2024-08-08T02:51:06.063" v="1047" actId="20577"/>
          <ac:spMkLst>
            <pc:docMk/>
            <pc:sldMk cId="3083004799" sldId="1482"/>
            <ac:spMk id="6" creationId="{D5D737D0-BD04-7FC6-B03F-BCEC1F57FD2E}"/>
          </ac:spMkLst>
        </pc:spChg>
        <pc:spChg chg="mod">
          <ac:chgData name="Rosmin Elsa Mohan" userId="7f6a9fc7-46b4-4eac-90cd-058eb48f67de" providerId="ADAL" clId="{32E18A96-7CCB-4A13-B926-2B113654B70A}" dt="2024-08-08T02:49:06.192" v="1034"/>
          <ac:spMkLst>
            <pc:docMk/>
            <pc:sldMk cId="3083004799" sldId="1482"/>
            <ac:spMk id="9" creationId="{21434691-EE47-68D6-AEAA-52AFBA3DCAE4}"/>
          </ac:spMkLst>
        </pc:spChg>
      </pc:sldChg>
      <pc:sldChg chg="modSp mod">
        <pc:chgData name="Rosmin Elsa Mohan" userId="7f6a9fc7-46b4-4eac-90cd-058eb48f67de" providerId="ADAL" clId="{32E18A96-7CCB-4A13-B926-2B113654B70A}" dt="2024-08-08T02:51:41.026" v="1062" actId="20577"/>
        <pc:sldMkLst>
          <pc:docMk/>
          <pc:sldMk cId="395938368" sldId="1483"/>
        </pc:sldMkLst>
        <pc:spChg chg="mod">
          <ac:chgData name="Rosmin Elsa Mohan" userId="7f6a9fc7-46b4-4eac-90cd-058eb48f67de" providerId="ADAL" clId="{32E18A96-7CCB-4A13-B926-2B113654B70A}" dt="2024-08-08T02:51:41.026" v="1062" actId="20577"/>
          <ac:spMkLst>
            <pc:docMk/>
            <pc:sldMk cId="395938368" sldId="1483"/>
            <ac:spMk id="6" creationId="{D5D737D0-BD04-7FC6-B03F-BCEC1F57FD2E}"/>
          </ac:spMkLst>
        </pc:spChg>
        <pc:spChg chg="mod">
          <ac:chgData name="Rosmin Elsa Mohan" userId="7f6a9fc7-46b4-4eac-90cd-058eb48f67de" providerId="ADAL" clId="{32E18A96-7CCB-4A13-B926-2B113654B70A}" dt="2024-08-08T02:49:09.188" v="1035"/>
          <ac:spMkLst>
            <pc:docMk/>
            <pc:sldMk cId="395938368" sldId="1483"/>
            <ac:spMk id="9" creationId="{21434691-EE47-68D6-AEAA-52AFBA3DCAE4}"/>
          </ac:spMkLst>
        </pc:spChg>
      </pc:sldChg>
      <pc:sldChg chg="modSp mod">
        <pc:chgData name="Rosmin Elsa Mohan" userId="7f6a9fc7-46b4-4eac-90cd-058eb48f67de" providerId="ADAL" clId="{32E18A96-7CCB-4A13-B926-2B113654B70A}" dt="2024-08-08T02:52:17.963" v="1066" actId="6549"/>
        <pc:sldMkLst>
          <pc:docMk/>
          <pc:sldMk cId="661357680" sldId="1484"/>
        </pc:sldMkLst>
        <pc:spChg chg="mod">
          <ac:chgData name="Rosmin Elsa Mohan" userId="7f6a9fc7-46b4-4eac-90cd-058eb48f67de" providerId="ADAL" clId="{32E18A96-7CCB-4A13-B926-2B113654B70A}" dt="2024-08-08T02:52:17.963" v="1066" actId="6549"/>
          <ac:spMkLst>
            <pc:docMk/>
            <pc:sldMk cId="661357680" sldId="1484"/>
            <ac:spMk id="6" creationId="{D5D737D0-BD04-7FC6-B03F-BCEC1F57FD2E}"/>
          </ac:spMkLst>
        </pc:spChg>
        <pc:spChg chg="mod">
          <ac:chgData name="Rosmin Elsa Mohan" userId="7f6a9fc7-46b4-4eac-90cd-058eb48f67de" providerId="ADAL" clId="{32E18A96-7CCB-4A13-B926-2B113654B70A}" dt="2024-08-08T02:49:27.951" v="1036"/>
          <ac:spMkLst>
            <pc:docMk/>
            <pc:sldMk cId="661357680" sldId="1484"/>
            <ac:spMk id="9" creationId="{21434691-EE47-68D6-AEAA-52AFBA3DCAE4}"/>
          </ac:spMkLst>
        </pc:spChg>
      </pc:sldChg>
      <pc:sldChg chg="modSp mod">
        <pc:chgData name="Rosmin Elsa Mohan" userId="7f6a9fc7-46b4-4eac-90cd-058eb48f67de" providerId="ADAL" clId="{32E18A96-7CCB-4A13-B926-2B113654B70A}" dt="2024-08-08T02:52:36.833" v="1068" actId="20577"/>
        <pc:sldMkLst>
          <pc:docMk/>
          <pc:sldMk cId="699412293" sldId="1485"/>
        </pc:sldMkLst>
        <pc:spChg chg="mod">
          <ac:chgData name="Rosmin Elsa Mohan" userId="7f6a9fc7-46b4-4eac-90cd-058eb48f67de" providerId="ADAL" clId="{32E18A96-7CCB-4A13-B926-2B113654B70A}" dt="2024-08-08T02:52:36.833" v="1068" actId="20577"/>
          <ac:spMkLst>
            <pc:docMk/>
            <pc:sldMk cId="699412293" sldId="1485"/>
            <ac:spMk id="6" creationId="{D5D737D0-BD04-7FC6-B03F-BCEC1F57FD2E}"/>
          </ac:spMkLst>
        </pc:spChg>
        <pc:spChg chg="mod">
          <ac:chgData name="Rosmin Elsa Mohan" userId="7f6a9fc7-46b4-4eac-90cd-058eb48f67de" providerId="ADAL" clId="{32E18A96-7CCB-4A13-B926-2B113654B70A}" dt="2024-08-08T02:49:31.121" v="1037"/>
          <ac:spMkLst>
            <pc:docMk/>
            <pc:sldMk cId="699412293" sldId="1485"/>
            <ac:spMk id="9" creationId="{21434691-EE47-68D6-AEAA-52AFBA3DCAE4}"/>
          </ac:spMkLst>
        </pc:spChg>
      </pc:sldChg>
      <pc:sldChg chg="modSp mod">
        <pc:chgData name="Rosmin Elsa Mohan" userId="7f6a9fc7-46b4-4eac-90cd-058eb48f67de" providerId="ADAL" clId="{32E18A96-7CCB-4A13-B926-2B113654B70A}" dt="2024-08-08T02:52:56.617" v="1072" actId="6549"/>
        <pc:sldMkLst>
          <pc:docMk/>
          <pc:sldMk cId="2573244582" sldId="1486"/>
        </pc:sldMkLst>
        <pc:spChg chg="mod">
          <ac:chgData name="Rosmin Elsa Mohan" userId="7f6a9fc7-46b4-4eac-90cd-058eb48f67de" providerId="ADAL" clId="{32E18A96-7CCB-4A13-B926-2B113654B70A}" dt="2024-08-08T02:52:56.617" v="1072" actId="6549"/>
          <ac:spMkLst>
            <pc:docMk/>
            <pc:sldMk cId="2573244582" sldId="1486"/>
            <ac:spMk id="6" creationId="{D5D737D0-BD04-7FC6-B03F-BCEC1F57FD2E}"/>
          </ac:spMkLst>
        </pc:spChg>
        <pc:spChg chg="mod">
          <ac:chgData name="Rosmin Elsa Mohan" userId="7f6a9fc7-46b4-4eac-90cd-058eb48f67de" providerId="ADAL" clId="{32E18A96-7CCB-4A13-B926-2B113654B70A}" dt="2024-08-08T02:49:34.427" v="1038"/>
          <ac:spMkLst>
            <pc:docMk/>
            <pc:sldMk cId="2573244582" sldId="1486"/>
            <ac:spMk id="9" creationId="{21434691-EE47-68D6-AEAA-52AFBA3DCAE4}"/>
          </ac:spMkLst>
        </pc:spChg>
      </pc:sldChg>
      <pc:sldChg chg="modSp mod">
        <pc:chgData name="Rosmin Elsa Mohan" userId="7f6a9fc7-46b4-4eac-90cd-058eb48f67de" providerId="ADAL" clId="{32E18A96-7CCB-4A13-B926-2B113654B70A}" dt="2024-08-08T02:53:59.614" v="1073"/>
        <pc:sldMkLst>
          <pc:docMk/>
          <pc:sldMk cId="2734668960" sldId="1487"/>
        </pc:sldMkLst>
        <pc:spChg chg="mod">
          <ac:chgData name="Rosmin Elsa Mohan" userId="7f6a9fc7-46b4-4eac-90cd-058eb48f67de" providerId="ADAL" clId="{32E18A96-7CCB-4A13-B926-2B113654B70A}" dt="2024-08-08T02:53:59.614" v="1073"/>
          <ac:spMkLst>
            <pc:docMk/>
            <pc:sldMk cId="2734668960" sldId="1487"/>
            <ac:spMk id="6" creationId="{D5D737D0-BD04-7FC6-B03F-BCEC1F57FD2E}"/>
          </ac:spMkLst>
        </pc:spChg>
        <pc:spChg chg="mod">
          <ac:chgData name="Rosmin Elsa Mohan" userId="7f6a9fc7-46b4-4eac-90cd-058eb48f67de" providerId="ADAL" clId="{32E18A96-7CCB-4A13-B926-2B113654B70A}" dt="2024-08-08T02:49:37.258" v="1039"/>
          <ac:spMkLst>
            <pc:docMk/>
            <pc:sldMk cId="2734668960" sldId="1487"/>
            <ac:spMk id="9" creationId="{21434691-EE47-68D6-AEAA-52AFBA3DCAE4}"/>
          </ac:spMkLst>
        </pc:spChg>
      </pc:sldChg>
      <pc:sldChg chg="modSp mod">
        <pc:chgData name="Rosmin Elsa Mohan" userId="7f6a9fc7-46b4-4eac-90cd-058eb48f67de" providerId="ADAL" clId="{32E18A96-7CCB-4A13-B926-2B113654B70A}" dt="2024-08-08T02:55:20.033" v="1076"/>
        <pc:sldMkLst>
          <pc:docMk/>
          <pc:sldMk cId="1447438259" sldId="1488"/>
        </pc:sldMkLst>
        <pc:spChg chg="mod">
          <ac:chgData name="Rosmin Elsa Mohan" userId="7f6a9fc7-46b4-4eac-90cd-058eb48f67de" providerId="ADAL" clId="{32E18A96-7CCB-4A13-B926-2B113654B70A}" dt="2024-08-08T02:55:20.033" v="1076"/>
          <ac:spMkLst>
            <pc:docMk/>
            <pc:sldMk cId="1447438259" sldId="1488"/>
            <ac:spMk id="6" creationId="{D5D737D0-BD04-7FC6-B03F-BCEC1F57FD2E}"/>
          </ac:spMkLst>
        </pc:spChg>
        <pc:spChg chg="mod">
          <ac:chgData name="Rosmin Elsa Mohan" userId="7f6a9fc7-46b4-4eac-90cd-058eb48f67de" providerId="ADAL" clId="{32E18A96-7CCB-4A13-B926-2B113654B70A}" dt="2024-08-08T02:49:41.581" v="1040"/>
          <ac:spMkLst>
            <pc:docMk/>
            <pc:sldMk cId="1447438259" sldId="1488"/>
            <ac:spMk id="9" creationId="{21434691-EE47-68D6-AEAA-52AFBA3DCAE4}"/>
          </ac:spMkLst>
        </pc:spChg>
      </pc:sldChg>
      <pc:sldChg chg="modSp mod">
        <pc:chgData name="Rosmin Elsa Mohan" userId="7f6a9fc7-46b4-4eac-90cd-058eb48f67de" providerId="ADAL" clId="{32E18A96-7CCB-4A13-B926-2B113654B70A}" dt="2024-08-08T02:55:31.619" v="1079" actId="20577"/>
        <pc:sldMkLst>
          <pc:docMk/>
          <pc:sldMk cId="1774355143" sldId="1489"/>
        </pc:sldMkLst>
        <pc:spChg chg="mod">
          <ac:chgData name="Rosmin Elsa Mohan" userId="7f6a9fc7-46b4-4eac-90cd-058eb48f67de" providerId="ADAL" clId="{32E18A96-7CCB-4A13-B926-2B113654B70A}" dt="2024-08-08T02:55:31.619" v="1079" actId="20577"/>
          <ac:spMkLst>
            <pc:docMk/>
            <pc:sldMk cId="1774355143" sldId="1489"/>
            <ac:spMk id="6" creationId="{D5D737D0-BD04-7FC6-B03F-BCEC1F57FD2E}"/>
          </ac:spMkLst>
        </pc:spChg>
        <pc:spChg chg="mod">
          <ac:chgData name="Rosmin Elsa Mohan" userId="7f6a9fc7-46b4-4eac-90cd-058eb48f67de" providerId="ADAL" clId="{32E18A96-7CCB-4A13-B926-2B113654B70A}" dt="2024-08-08T02:49:45.790" v="1041"/>
          <ac:spMkLst>
            <pc:docMk/>
            <pc:sldMk cId="1774355143" sldId="1489"/>
            <ac:spMk id="9" creationId="{21434691-EE47-68D6-AEAA-52AFBA3DCAE4}"/>
          </ac:spMkLst>
        </pc:spChg>
      </pc:sldChg>
      <pc:sldChg chg="modSp mod">
        <pc:chgData name="Rosmin Elsa Mohan" userId="7f6a9fc7-46b4-4eac-90cd-058eb48f67de" providerId="ADAL" clId="{32E18A96-7CCB-4A13-B926-2B113654B70A}" dt="2024-08-08T03:03:18.529" v="1142" actId="20577"/>
        <pc:sldMkLst>
          <pc:docMk/>
          <pc:sldMk cId="2268015802" sldId="1490"/>
        </pc:sldMkLst>
        <pc:spChg chg="mod">
          <ac:chgData name="Rosmin Elsa Mohan" userId="7f6a9fc7-46b4-4eac-90cd-058eb48f67de" providerId="ADAL" clId="{32E18A96-7CCB-4A13-B926-2B113654B70A}" dt="2024-08-08T01:51:47.134" v="574"/>
          <ac:spMkLst>
            <pc:docMk/>
            <pc:sldMk cId="2268015802" sldId="1490"/>
            <ac:spMk id="2" creationId="{69072751-0DFD-E04D-8DBC-6192EE4B4B2A}"/>
          </ac:spMkLst>
        </pc:spChg>
        <pc:spChg chg="mod">
          <ac:chgData name="Rosmin Elsa Mohan" userId="7f6a9fc7-46b4-4eac-90cd-058eb48f67de" providerId="ADAL" clId="{32E18A96-7CCB-4A13-B926-2B113654B70A}" dt="2024-08-08T01:56:54.170" v="652" actId="1076"/>
          <ac:spMkLst>
            <pc:docMk/>
            <pc:sldMk cId="2268015802" sldId="1490"/>
            <ac:spMk id="3" creationId="{DFD3087A-542A-9E8A-2F04-286C1B72B61A}"/>
          </ac:spMkLst>
        </pc:spChg>
        <pc:spChg chg="mod">
          <ac:chgData name="Rosmin Elsa Mohan" userId="7f6a9fc7-46b4-4eac-90cd-058eb48f67de" providerId="ADAL" clId="{32E18A96-7CCB-4A13-B926-2B113654B70A}" dt="2024-08-08T03:03:18.529" v="1142" actId="20577"/>
          <ac:spMkLst>
            <pc:docMk/>
            <pc:sldMk cId="2268015802" sldId="1490"/>
            <ac:spMk id="6" creationId="{B48AEF40-D79D-77F3-773C-095D81075E36}"/>
          </ac:spMkLst>
        </pc:spChg>
      </pc:sldChg>
      <pc:sldChg chg="modSp mod">
        <pc:chgData name="Rosmin Elsa Mohan" userId="7f6a9fc7-46b4-4eac-90cd-058eb48f67de" providerId="ADAL" clId="{32E18A96-7CCB-4A13-B926-2B113654B70A}" dt="2024-08-08T03:03:21.737" v="1143" actId="20577"/>
        <pc:sldMkLst>
          <pc:docMk/>
          <pc:sldMk cId="786665984" sldId="1491"/>
        </pc:sldMkLst>
        <pc:spChg chg="mod">
          <ac:chgData name="Rosmin Elsa Mohan" userId="7f6a9fc7-46b4-4eac-90cd-058eb48f67de" providerId="ADAL" clId="{32E18A96-7CCB-4A13-B926-2B113654B70A}" dt="2024-08-08T01:51:49.903" v="575"/>
          <ac:spMkLst>
            <pc:docMk/>
            <pc:sldMk cId="786665984" sldId="1491"/>
            <ac:spMk id="2" creationId="{69072751-0DFD-E04D-8DBC-6192EE4B4B2A}"/>
          </ac:spMkLst>
        </pc:spChg>
        <pc:spChg chg="mod">
          <ac:chgData name="Rosmin Elsa Mohan" userId="7f6a9fc7-46b4-4eac-90cd-058eb48f67de" providerId="ADAL" clId="{32E18A96-7CCB-4A13-B926-2B113654B70A}" dt="2024-08-08T01:57:07.503" v="654" actId="1076"/>
          <ac:spMkLst>
            <pc:docMk/>
            <pc:sldMk cId="786665984" sldId="1491"/>
            <ac:spMk id="3" creationId="{DFD3087A-542A-9E8A-2F04-286C1B72B61A}"/>
          </ac:spMkLst>
        </pc:spChg>
        <pc:spChg chg="mod">
          <ac:chgData name="Rosmin Elsa Mohan" userId="7f6a9fc7-46b4-4eac-90cd-058eb48f67de" providerId="ADAL" clId="{32E18A96-7CCB-4A13-B926-2B113654B70A}" dt="2024-08-08T03:03:21.737" v="1143" actId="20577"/>
          <ac:spMkLst>
            <pc:docMk/>
            <pc:sldMk cId="786665984" sldId="1491"/>
            <ac:spMk id="6" creationId="{B48AEF40-D79D-77F3-773C-095D81075E36}"/>
          </ac:spMkLst>
        </pc:spChg>
      </pc:sldChg>
      <pc:sldChg chg="modSp add mod">
        <pc:chgData name="Rosmin Elsa Mohan" userId="7f6a9fc7-46b4-4eac-90cd-058eb48f67de" providerId="ADAL" clId="{32E18A96-7CCB-4A13-B926-2B113654B70A}" dt="2024-08-08T03:03:28.220" v="1146" actId="20577"/>
        <pc:sldMkLst>
          <pc:docMk/>
          <pc:sldMk cId="445630543" sldId="1492"/>
        </pc:sldMkLst>
        <pc:spChg chg="mod">
          <ac:chgData name="Rosmin Elsa Mohan" userId="7f6a9fc7-46b4-4eac-90cd-058eb48f67de" providerId="ADAL" clId="{32E18A96-7CCB-4A13-B926-2B113654B70A}" dt="2024-08-08T01:56:47.167" v="650" actId="20577"/>
          <ac:spMkLst>
            <pc:docMk/>
            <pc:sldMk cId="445630543" sldId="1492"/>
            <ac:spMk id="3" creationId="{DFD3087A-542A-9E8A-2F04-286C1B72B61A}"/>
          </ac:spMkLst>
        </pc:spChg>
        <pc:spChg chg="mod">
          <ac:chgData name="Rosmin Elsa Mohan" userId="7f6a9fc7-46b4-4eac-90cd-058eb48f67de" providerId="ADAL" clId="{32E18A96-7CCB-4A13-B926-2B113654B70A}" dt="2024-08-08T03:03:28.220" v="1146" actId="20577"/>
          <ac:spMkLst>
            <pc:docMk/>
            <pc:sldMk cId="445630543" sldId="1492"/>
            <ac:spMk id="6" creationId="{B48AEF40-D79D-77F3-773C-095D81075E36}"/>
          </ac:spMkLst>
        </pc:spChg>
      </pc:sldChg>
      <pc:sldChg chg="modSp add mod">
        <pc:chgData name="Rosmin Elsa Mohan" userId="7f6a9fc7-46b4-4eac-90cd-058eb48f67de" providerId="ADAL" clId="{32E18A96-7CCB-4A13-B926-2B113654B70A}" dt="2024-08-08T03:04:01.690" v="1151" actId="20577"/>
        <pc:sldMkLst>
          <pc:docMk/>
          <pc:sldMk cId="94645776" sldId="1493"/>
        </pc:sldMkLst>
        <pc:spChg chg="mod">
          <ac:chgData name="Rosmin Elsa Mohan" userId="7f6a9fc7-46b4-4eac-90cd-058eb48f67de" providerId="ADAL" clId="{32E18A96-7CCB-4A13-B926-2B113654B70A}" dt="2024-08-08T03:04:01.690" v="1151" actId="20577"/>
          <ac:spMkLst>
            <pc:docMk/>
            <pc:sldMk cId="94645776" sldId="1493"/>
            <ac:spMk id="5" creationId="{CF2EB54C-990B-EAF8-9FB4-0FD83281179F}"/>
          </ac:spMkLst>
        </pc:spChg>
        <pc:spChg chg="mod">
          <ac:chgData name="Rosmin Elsa Mohan" userId="7f6a9fc7-46b4-4eac-90cd-058eb48f67de" providerId="ADAL" clId="{32E18A96-7CCB-4A13-B926-2B113654B70A}" dt="2024-08-08T02:11:40.966" v="799" actId="20577"/>
          <ac:spMkLst>
            <pc:docMk/>
            <pc:sldMk cId="94645776" sldId="1493"/>
            <ac:spMk id="6" creationId="{463E78ED-D212-D715-8745-F23550920BF2}"/>
          </ac:spMkLst>
        </pc:spChg>
      </pc:sldChg>
      <pc:sldChg chg="modSp add mod">
        <pc:chgData name="Rosmin Elsa Mohan" userId="7f6a9fc7-46b4-4eac-90cd-058eb48f67de" providerId="ADAL" clId="{32E18A96-7CCB-4A13-B926-2B113654B70A}" dt="2024-08-08T03:09:28.053" v="1163" actId="20577"/>
        <pc:sldMkLst>
          <pc:docMk/>
          <pc:sldMk cId="278802787" sldId="1494"/>
        </pc:sldMkLst>
        <pc:spChg chg="mod">
          <ac:chgData name="Rosmin Elsa Mohan" userId="7f6a9fc7-46b4-4eac-90cd-058eb48f67de" providerId="ADAL" clId="{32E18A96-7CCB-4A13-B926-2B113654B70A}" dt="2024-08-08T03:09:28.053" v="1163" actId="20577"/>
          <ac:spMkLst>
            <pc:docMk/>
            <pc:sldMk cId="278802787" sldId="1494"/>
            <ac:spMk id="5" creationId="{A2047971-DA85-C751-DC5A-5C52B51C52BA}"/>
          </ac:spMkLst>
        </pc:spChg>
        <pc:spChg chg="mod">
          <ac:chgData name="Rosmin Elsa Mohan" userId="7f6a9fc7-46b4-4eac-90cd-058eb48f67de" providerId="ADAL" clId="{32E18A96-7CCB-4A13-B926-2B113654B70A}" dt="2024-08-08T02:30:47.734" v="874"/>
          <ac:spMkLst>
            <pc:docMk/>
            <pc:sldMk cId="278802787" sldId="1494"/>
            <ac:spMk id="6" creationId="{BA0B3BE2-D998-167B-8C65-476E697BA331}"/>
          </ac:spMkLst>
        </pc:spChg>
      </pc:sldChg>
      <pc:sldChg chg="modSp add mod">
        <pc:chgData name="Rosmin Elsa Mohan" userId="7f6a9fc7-46b4-4eac-90cd-058eb48f67de" providerId="ADAL" clId="{32E18A96-7CCB-4A13-B926-2B113654B70A}" dt="2024-08-08T03:09:32.988" v="1165" actId="20577"/>
        <pc:sldMkLst>
          <pc:docMk/>
          <pc:sldMk cId="3928759848" sldId="1495"/>
        </pc:sldMkLst>
        <pc:spChg chg="mod">
          <ac:chgData name="Rosmin Elsa Mohan" userId="7f6a9fc7-46b4-4eac-90cd-058eb48f67de" providerId="ADAL" clId="{32E18A96-7CCB-4A13-B926-2B113654B70A}" dt="2024-08-08T03:09:32.988" v="1165" actId="20577"/>
          <ac:spMkLst>
            <pc:docMk/>
            <pc:sldMk cId="3928759848" sldId="1495"/>
            <ac:spMk id="5" creationId="{A2047971-DA85-C751-DC5A-5C52B51C52BA}"/>
          </ac:spMkLst>
        </pc:spChg>
        <pc:spChg chg="mod">
          <ac:chgData name="Rosmin Elsa Mohan" userId="7f6a9fc7-46b4-4eac-90cd-058eb48f67de" providerId="ADAL" clId="{32E18A96-7CCB-4A13-B926-2B113654B70A}" dt="2024-08-08T02:33:17.486" v="893" actId="6549"/>
          <ac:spMkLst>
            <pc:docMk/>
            <pc:sldMk cId="3928759848" sldId="1495"/>
            <ac:spMk id="6" creationId="{BA0B3BE2-D998-167B-8C65-476E697BA331}"/>
          </ac:spMkLst>
        </pc:spChg>
      </pc:sldChg>
      <pc:sldChg chg="modSp add mod">
        <pc:chgData name="Rosmin Elsa Mohan" userId="7f6a9fc7-46b4-4eac-90cd-058eb48f67de" providerId="ADAL" clId="{32E18A96-7CCB-4A13-B926-2B113654B70A}" dt="2024-08-08T03:11:43.872" v="1170" actId="20577"/>
        <pc:sldMkLst>
          <pc:docMk/>
          <pc:sldMk cId="4163302466" sldId="1496"/>
        </pc:sldMkLst>
        <pc:spChg chg="mod">
          <ac:chgData name="Rosmin Elsa Mohan" userId="7f6a9fc7-46b4-4eac-90cd-058eb48f67de" providerId="ADAL" clId="{32E18A96-7CCB-4A13-B926-2B113654B70A}" dt="2024-08-08T03:11:43.872" v="1170" actId="20577"/>
          <ac:spMkLst>
            <pc:docMk/>
            <pc:sldMk cId="4163302466" sldId="1496"/>
            <ac:spMk id="5" creationId="{D15CBCA4-8279-49A0-BDA5-8F1C3F65A437}"/>
          </ac:spMkLst>
        </pc:spChg>
        <pc:spChg chg="mod">
          <ac:chgData name="Rosmin Elsa Mohan" userId="7f6a9fc7-46b4-4eac-90cd-058eb48f67de" providerId="ADAL" clId="{32E18A96-7CCB-4A13-B926-2B113654B70A}" dt="2024-08-08T02:37:59.376" v="942" actId="313"/>
          <ac:spMkLst>
            <pc:docMk/>
            <pc:sldMk cId="4163302466" sldId="1496"/>
            <ac:spMk id="6" creationId="{00B7E6C3-DC3B-BC8E-EE75-86995C7F8ADF}"/>
          </ac:spMkLst>
        </pc:spChg>
      </pc:sldChg>
      <pc:sldChg chg="modSp add mod">
        <pc:chgData name="Rosmin Elsa Mohan" userId="7f6a9fc7-46b4-4eac-90cd-058eb48f67de" providerId="ADAL" clId="{32E18A96-7CCB-4A13-B926-2B113654B70A}" dt="2024-08-08T03:11:49.750" v="1173" actId="20577"/>
        <pc:sldMkLst>
          <pc:docMk/>
          <pc:sldMk cId="631278826" sldId="1497"/>
        </pc:sldMkLst>
        <pc:spChg chg="mod">
          <ac:chgData name="Rosmin Elsa Mohan" userId="7f6a9fc7-46b4-4eac-90cd-058eb48f67de" providerId="ADAL" clId="{32E18A96-7CCB-4A13-B926-2B113654B70A}" dt="2024-08-08T03:11:49.750" v="1173" actId="20577"/>
          <ac:spMkLst>
            <pc:docMk/>
            <pc:sldMk cId="631278826" sldId="1497"/>
            <ac:spMk id="5" creationId="{D15CBCA4-8279-49A0-BDA5-8F1C3F65A437}"/>
          </ac:spMkLst>
        </pc:spChg>
        <pc:spChg chg="mod">
          <ac:chgData name="Rosmin Elsa Mohan" userId="7f6a9fc7-46b4-4eac-90cd-058eb48f67de" providerId="ADAL" clId="{32E18A96-7CCB-4A13-B926-2B113654B70A}" dt="2024-08-08T02:36:18.138" v="928"/>
          <ac:spMkLst>
            <pc:docMk/>
            <pc:sldMk cId="631278826" sldId="1497"/>
            <ac:spMk id="6" creationId="{00B7E6C3-DC3B-BC8E-EE75-86995C7F8ADF}"/>
          </ac:spMkLst>
        </pc:spChg>
      </pc:sldChg>
      <pc:sldChg chg="modSp add mod">
        <pc:chgData name="Rosmin Elsa Mohan" userId="7f6a9fc7-46b4-4eac-90cd-058eb48f67de" providerId="ADAL" clId="{32E18A96-7CCB-4A13-B926-2B113654B70A}" dt="2024-08-08T03:11:56.767" v="1175" actId="20577"/>
        <pc:sldMkLst>
          <pc:docMk/>
          <pc:sldMk cId="1056253493" sldId="1498"/>
        </pc:sldMkLst>
        <pc:spChg chg="mod">
          <ac:chgData name="Rosmin Elsa Mohan" userId="7f6a9fc7-46b4-4eac-90cd-058eb48f67de" providerId="ADAL" clId="{32E18A96-7CCB-4A13-B926-2B113654B70A}" dt="2024-08-08T03:11:56.767" v="1175" actId="20577"/>
          <ac:spMkLst>
            <pc:docMk/>
            <pc:sldMk cId="1056253493" sldId="1498"/>
            <ac:spMk id="5" creationId="{D15CBCA4-8279-49A0-BDA5-8F1C3F65A437}"/>
          </ac:spMkLst>
        </pc:spChg>
        <pc:spChg chg="mod">
          <ac:chgData name="Rosmin Elsa Mohan" userId="7f6a9fc7-46b4-4eac-90cd-058eb48f67de" providerId="ADAL" clId="{32E18A96-7CCB-4A13-B926-2B113654B70A}" dt="2024-08-08T02:37:44.241" v="939" actId="313"/>
          <ac:spMkLst>
            <pc:docMk/>
            <pc:sldMk cId="1056253493" sldId="1498"/>
            <ac:spMk id="6" creationId="{00B7E6C3-DC3B-BC8E-EE75-86995C7F8ADF}"/>
          </ac:spMkLst>
        </pc:spChg>
      </pc:sldChg>
      <pc:sldChg chg="modSp add mod">
        <pc:chgData name="Rosmin Elsa Mohan" userId="7f6a9fc7-46b4-4eac-90cd-058eb48f67de" providerId="ADAL" clId="{32E18A96-7CCB-4A13-B926-2B113654B70A}" dt="2024-08-08T03:12:06.318" v="1177" actId="20577"/>
        <pc:sldMkLst>
          <pc:docMk/>
          <pc:sldMk cId="1955710030" sldId="1499"/>
        </pc:sldMkLst>
        <pc:spChg chg="mod">
          <ac:chgData name="Rosmin Elsa Mohan" userId="7f6a9fc7-46b4-4eac-90cd-058eb48f67de" providerId="ADAL" clId="{32E18A96-7CCB-4A13-B926-2B113654B70A}" dt="2024-08-08T03:12:06.318" v="1177" actId="20577"/>
          <ac:spMkLst>
            <pc:docMk/>
            <pc:sldMk cId="1955710030" sldId="1499"/>
            <ac:spMk id="5" creationId="{D15CBCA4-8279-49A0-BDA5-8F1C3F65A437}"/>
          </ac:spMkLst>
        </pc:spChg>
        <pc:spChg chg="mod">
          <ac:chgData name="Rosmin Elsa Mohan" userId="7f6a9fc7-46b4-4eac-90cd-058eb48f67de" providerId="ADAL" clId="{32E18A96-7CCB-4A13-B926-2B113654B70A}" dt="2024-08-08T02:37:16.906" v="937" actId="20577"/>
          <ac:spMkLst>
            <pc:docMk/>
            <pc:sldMk cId="1955710030" sldId="1499"/>
            <ac:spMk id="6" creationId="{00B7E6C3-DC3B-BC8E-EE75-86995C7F8ADF}"/>
          </ac:spMkLst>
        </pc:spChg>
      </pc:sldChg>
      <pc:sldChg chg="modSp add mod">
        <pc:chgData name="Rosmin Elsa Mohan" userId="7f6a9fc7-46b4-4eac-90cd-058eb48f67de" providerId="ADAL" clId="{32E18A96-7CCB-4A13-B926-2B113654B70A}" dt="2024-08-08T03:12:11.357" v="1179" actId="20577"/>
        <pc:sldMkLst>
          <pc:docMk/>
          <pc:sldMk cId="3277868355" sldId="1500"/>
        </pc:sldMkLst>
        <pc:spChg chg="mod">
          <ac:chgData name="Rosmin Elsa Mohan" userId="7f6a9fc7-46b4-4eac-90cd-058eb48f67de" providerId="ADAL" clId="{32E18A96-7CCB-4A13-B926-2B113654B70A}" dt="2024-08-08T03:12:11.357" v="1179" actId="20577"/>
          <ac:spMkLst>
            <pc:docMk/>
            <pc:sldMk cId="3277868355" sldId="1500"/>
            <ac:spMk id="5" creationId="{D15CBCA4-8279-49A0-BDA5-8F1C3F65A437}"/>
          </ac:spMkLst>
        </pc:spChg>
        <pc:spChg chg="mod">
          <ac:chgData name="Rosmin Elsa Mohan" userId="7f6a9fc7-46b4-4eac-90cd-058eb48f67de" providerId="ADAL" clId="{32E18A96-7CCB-4A13-B926-2B113654B70A}" dt="2024-08-08T02:37:33.131" v="938" actId="313"/>
          <ac:spMkLst>
            <pc:docMk/>
            <pc:sldMk cId="3277868355" sldId="1500"/>
            <ac:spMk id="6" creationId="{00B7E6C3-DC3B-BC8E-EE75-86995C7F8ADF}"/>
          </ac:spMkLst>
        </pc:spChg>
      </pc:sldChg>
      <pc:sldChg chg="modSp add mod">
        <pc:chgData name="Rosmin Elsa Mohan" userId="7f6a9fc7-46b4-4eac-90cd-058eb48f67de" providerId="ADAL" clId="{32E18A96-7CCB-4A13-B926-2B113654B70A}" dt="2024-08-08T03:15:46.801" v="1180" actId="20577"/>
        <pc:sldMkLst>
          <pc:docMk/>
          <pc:sldMk cId="3284377517" sldId="1501"/>
        </pc:sldMkLst>
        <pc:spChg chg="mod">
          <ac:chgData name="Rosmin Elsa Mohan" userId="7f6a9fc7-46b4-4eac-90cd-058eb48f67de" providerId="ADAL" clId="{32E18A96-7CCB-4A13-B926-2B113654B70A}" dt="2024-08-08T03:15:46.801" v="1180" actId="20577"/>
          <ac:spMkLst>
            <pc:docMk/>
            <pc:sldMk cId="3284377517" sldId="1501"/>
            <ac:spMk id="5" creationId="{5302F64F-7B08-E1DF-77C2-DF24B4884A26}"/>
          </ac:spMkLst>
        </pc:spChg>
      </pc:sldChg>
      <pc:sldChg chg="modSp add mod">
        <pc:chgData name="Rosmin Elsa Mohan" userId="7f6a9fc7-46b4-4eac-90cd-058eb48f67de" providerId="ADAL" clId="{32E18A96-7CCB-4A13-B926-2B113654B70A}" dt="2024-08-08T03:15:53.582" v="1182" actId="20577"/>
        <pc:sldMkLst>
          <pc:docMk/>
          <pc:sldMk cId="650011059" sldId="1502"/>
        </pc:sldMkLst>
        <pc:spChg chg="mod">
          <ac:chgData name="Rosmin Elsa Mohan" userId="7f6a9fc7-46b4-4eac-90cd-058eb48f67de" providerId="ADAL" clId="{32E18A96-7CCB-4A13-B926-2B113654B70A}" dt="2024-08-08T03:15:53.582" v="1182" actId="20577"/>
          <ac:spMkLst>
            <pc:docMk/>
            <pc:sldMk cId="650011059" sldId="1502"/>
            <ac:spMk id="5" creationId="{5302F64F-7B08-E1DF-77C2-DF24B4884A26}"/>
          </ac:spMkLst>
        </pc:spChg>
      </pc:sldChg>
      <pc:sldChg chg="add del">
        <pc:chgData name="Rosmin Elsa Mohan" userId="7f6a9fc7-46b4-4eac-90cd-058eb48f67de" providerId="ADAL" clId="{32E18A96-7CCB-4A13-B926-2B113654B70A}" dt="2024-08-08T02:47:06.766" v="1029"/>
        <pc:sldMkLst>
          <pc:docMk/>
          <pc:sldMk cId="741677457" sldId="1502"/>
        </pc:sldMkLst>
      </pc:sldChg>
      <pc:sldMasterChg chg="modSldLayout">
        <pc:chgData name="Rosmin Elsa Mohan" userId="7f6a9fc7-46b4-4eac-90cd-058eb48f67de" providerId="ADAL" clId="{32E18A96-7CCB-4A13-B926-2B113654B70A}" dt="2024-08-08T03:02:28.644" v="1137" actId="20577"/>
        <pc:sldMasterMkLst>
          <pc:docMk/>
          <pc:sldMasterMk cId="2021402228" sldId="2147483673"/>
        </pc:sldMasterMkLst>
        <pc:sldLayoutChg chg="modSp mod">
          <pc:chgData name="Rosmin Elsa Mohan" userId="7f6a9fc7-46b4-4eac-90cd-058eb48f67de" providerId="ADAL" clId="{32E18A96-7CCB-4A13-B926-2B113654B70A}" dt="2024-08-08T03:02:01.236" v="1118" actId="20577"/>
          <pc:sldLayoutMkLst>
            <pc:docMk/>
            <pc:sldMasterMk cId="2021402228" sldId="2147483673"/>
            <pc:sldLayoutMk cId="972620569" sldId="2147483686"/>
          </pc:sldLayoutMkLst>
          <pc:spChg chg="mod">
            <ac:chgData name="Rosmin Elsa Mohan" userId="7f6a9fc7-46b4-4eac-90cd-058eb48f67de" providerId="ADAL" clId="{32E18A96-7CCB-4A13-B926-2B113654B70A}" dt="2024-08-08T03:02:01.236" v="1118" actId="20577"/>
            <ac:spMkLst>
              <pc:docMk/>
              <pc:sldMasterMk cId="2021402228" sldId="2147483673"/>
              <pc:sldLayoutMk cId="972620569" sldId="2147483686"/>
              <ac:spMk id="7" creationId="{99B39CA7-ADE3-4147-9B4D-BE10E585E948}"/>
            </ac:spMkLst>
          </pc:spChg>
        </pc:sldLayoutChg>
        <pc:sldLayoutChg chg="modSp mod">
          <pc:chgData name="Rosmin Elsa Mohan" userId="7f6a9fc7-46b4-4eac-90cd-058eb48f67de" providerId="ADAL" clId="{32E18A96-7CCB-4A13-B926-2B113654B70A}" dt="2024-08-08T03:02:09.641" v="1127" actId="20577"/>
          <pc:sldLayoutMkLst>
            <pc:docMk/>
            <pc:sldMasterMk cId="2021402228" sldId="2147483673"/>
            <pc:sldLayoutMk cId="3929588466" sldId="2147483687"/>
          </pc:sldLayoutMkLst>
          <pc:spChg chg="mod">
            <ac:chgData name="Rosmin Elsa Mohan" userId="7f6a9fc7-46b4-4eac-90cd-058eb48f67de" providerId="ADAL" clId="{32E18A96-7CCB-4A13-B926-2B113654B70A}" dt="2024-08-08T03:02:09.641" v="1127" actId="20577"/>
            <ac:spMkLst>
              <pc:docMk/>
              <pc:sldMasterMk cId="2021402228" sldId="2147483673"/>
              <pc:sldLayoutMk cId="3929588466" sldId="2147483687"/>
              <ac:spMk id="7" creationId="{99B39CA7-ADE3-4147-9B4D-BE10E585E948}"/>
            </ac:spMkLst>
          </pc:spChg>
        </pc:sldLayoutChg>
        <pc:sldLayoutChg chg="modSp mod">
          <pc:chgData name="Rosmin Elsa Mohan" userId="7f6a9fc7-46b4-4eac-90cd-058eb48f67de" providerId="ADAL" clId="{32E18A96-7CCB-4A13-B926-2B113654B70A}" dt="2024-08-08T03:02:28.644" v="1137" actId="20577"/>
          <pc:sldLayoutMkLst>
            <pc:docMk/>
            <pc:sldMasterMk cId="2021402228" sldId="2147483673"/>
            <pc:sldLayoutMk cId="559836863" sldId="2147483688"/>
          </pc:sldLayoutMkLst>
          <pc:spChg chg="mod">
            <ac:chgData name="Rosmin Elsa Mohan" userId="7f6a9fc7-46b4-4eac-90cd-058eb48f67de" providerId="ADAL" clId="{32E18A96-7CCB-4A13-B926-2B113654B70A}" dt="2024-08-08T03:02:28.644" v="1137" actId="20577"/>
            <ac:spMkLst>
              <pc:docMk/>
              <pc:sldMasterMk cId="2021402228" sldId="2147483673"/>
              <pc:sldLayoutMk cId="559836863" sldId="2147483688"/>
              <ac:spMk id="6" creationId="{35F845F3-CC22-433F-9120-253A2A1338E7}"/>
            </ac:spMkLst>
          </pc:spChg>
        </pc:sldLayoutChg>
        <pc:sldLayoutChg chg="modSp mod">
          <pc:chgData name="Rosmin Elsa Mohan" userId="7f6a9fc7-46b4-4eac-90cd-058eb48f67de" providerId="ADAL" clId="{32E18A96-7CCB-4A13-B926-2B113654B70A}" dt="2024-08-08T03:02:20.883" v="1132" actId="20577"/>
          <pc:sldLayoutMkLst>
            <pc:docMk/>
            <pc:sldMasterMk cId="2021402228" sldId="2147483673"/>
            <pc:sldLayoutMk cId="3490850578" sldId="2147483689"/>
          </pc:sldLayoutMkLst>
          <pc:spChg chg="mod">
            <ac:chgData name="Rosmin Elsa Mohan" userId="7f6a9fc7-46b4-4eac-90cd-058eb48f67de" providerId="ADAL" clId="{32E18A96-7CCB-4A13-B926-2B113654B70A}" dt="2024-08-08T03:02:20.883" v="1132" actId="20577"/>
            <ac:spMkLst>
              <pc:docMk/>
              <pc:sldMasterMk cId="2021402228" sldId="2147483673"/>
              <pc:sldLayoutMk cId="3490850578" sldId="2147483689"/>
              <ac:spMk id="7" creationId="{99B39CA7-ADE3-4147-9B4D-BE10E585E948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563A1F-755C-0546-8932-E860F2147B1A}" type="datetimeFigureOut">
              <a:rPr lang="en-GB" smtClean="0"/>
              <a:t>09/08/2024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4E53EA-ED27-5247-B6F2-F078340520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9564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457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49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105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991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599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230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09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554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362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244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244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66248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541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2327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1818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242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0708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75571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4933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01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5309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5384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66947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C - DD MMM 2021, 9:00AM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55CE7F3C-6377-4BA4-082D-C05844B505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English Holy Communion Service – 11 Aug 2024, 9:00 AM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</p:spTree>
    <p:extLst>
      <p:ext uri="{BB962C8B-B14F-4D97-AF65-F5344CB8AC3E}">
        <p14:creationId xmlns:p14="http://schemas.microsoft.com/office/powerpoint/2010/main" val="9726205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C - DD MMM 20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D945F63B-B55E-8E51-D68D-F0517AE979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cs typeface="Segoe UI Light" panose="020B0502040204020203" pitchFamily="34" charset="0"/>
              </a:defRPr>
            </a:lvl1pPr>
          </a:lstStyle>
          <a:p>
            <a:pPr lvl="0" algn="ctr"/>
            <a:r>
              <a:rPr lang="en-US" noProof="0">
                <a:solidFill>
                  <a:schemeClr val="bg1"/>
                </a:solidFill>
              </a:rPr>
              <a:t>English Holy Communion Service –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11 Aug 2024</a:t>
            </a:r>
            <a:endParaRPr lang="en-US" noProof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</p:spTree>
    <p:extLst>
      <p:ext uri="{BB962C8B-B14F-4D97-AF65-F5344CB8AC3E}">
        <p14:creationId xmlns:p14="http://schemas.microsoft.com/office/powerpoint/2010/main" val="39295884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C - DD MMM 20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F291F304-18B5-A049-4BBD-4222E09BBE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cs typeface="Segoe UI Light" panose="020B0502040204020203" pitchFamily="34" charset="0"/>
              </a:defRPr>
            </a:lvl1pPr>
          </a:lstStyle>
          <a:p>
            <a:pPr lvl="0" algn="ctr"/>
            <a:r>
              <a:rPr lang="en-US" noProof="0">
                <a:solidFill>
                  <a:schemeClr val="bg1"/>
                </a:solidFill>
              </a:rPr>
              <a:t>English Holy Communion Service –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11 Aug 2024</a:t>
            </a:r>
            <a:endParaRPr lang="en-US" noProof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</p:spTree>
    <p:extLst>
      <p:ext uri="{BB962C8B-B14F-4D97-AF65-F5344CB8AC3E}">
        <p14:creationId xmlns:p14="http://schemas.microsoft.com/office/powerpoint/2010/main" val="34908505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 Header - HC - DD MMM 20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48FE7525-701C-1966-DABB-11C36E08244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495"/>
            <a:ext cx="9144000" cy="51435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-7495"/>
            <a:ext cx="9144000" cy="361950"/>
          </a:xfrm>
          <a:noFill/>
        </p:spPr>
        <p:txBody>
          <a:bodyPr>
            <a:noAutofit/>
          </a:bodyPr>
          <a:lstStyle>
            <a:lvl1pPr algn="ctr">
              <a:defRPr sz="2000" b="0" i="0">
                <a:solidFill>
                  <a:schemeClr val="bg1"/>
                </a:solidFill>
                <a:latin typeface="Gill Sans MT" panose="020B0502020104020203" pitchFamily="34" charset="0"/>
                <a:cs typeface="Segoe UI" panose="020B0502040204020203" pitchFamily="34" charset="0"/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F845F3-CC22-433F-9120-253A2A1338E7}"/>
              </a:ext>
            </a:extLst>
          </p:cNvPr>
          <p:cNvSpPr txBox="1"/>
          <p:nvPr userDrawn="1"/>
        </p:nvSpPr>
        <p:spPr>
          <a:xfrm>
            <a:off x="0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cs typeface="Segoe UI Light" panose="020B0502040204020203" pitchFamily="34" charset="0"/>
              </a:defRPr>
            </a:lvl1pPr>
          </a:lstStyle>
          <a:p>
            <a:pPr lvl="0" algn="ctr"/>
            <a:r>
              <a:rPr lang="en-US" noProof="0">
                <a:solidFill>
                  <a:schemeClr val="bg1"/>
                </a:solidFill>
              </a:rPr>
              <a:t>English Holy Communion Service –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11 Aug 2024</a:t>
            </a:r>
            <a:endParaRPr lang="en-US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98368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88885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17132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61129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44926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64134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56058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19841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05885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87464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33291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17774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4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026473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82949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97405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83512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59746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50232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22249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52375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44917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59427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71628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2682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n-US" sz="2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994345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7997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35143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23417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87733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44029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62293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97093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94086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19239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03376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79620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221180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780776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839444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523706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055408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586005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072567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58506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137927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011741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800881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8/9/2024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761451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9229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9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51.xml"/><Relationship Id="rId2" Type="http://schemas.openxmlformats.org/officeDocument/2006/relationships/slideLayout" Target="../slideLayouts/slideLayout41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9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63.xml"/><Relationship Id="rId2" Type="http://schemas.openxmlformats.org/officeDocument/2006/relationships/slideLayout" Target="../slideLayouts/slideLayout53.xml"/><Relationship Id="rId1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62.xml"/><Relationship Id="rId5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61.xml"/><Relationship Id="rId4" Type="http://schemas.openxmlformats.org/officeDocument/2006/relationships/slideLayout" Target="../slideLayouts/slideLayout55.xml"/><Relationship Id="rId9" Type="http://schemas.openxmlformats.org/officeDocument/2006/relationships/slideLayout" Target="../slideLayouts/slideLayout60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1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66.xml"/><Relationship Id="rId7" Type="http://schemas.openxmlformats.org/officeDocument/2006/relationships/slideLayout" Target="../slideLayouts/slideLayout70.xml"/><Relationship Id="rId12" Type="http://schemas.openxmlformats.org/officeDocument/2006/relationships/slideLayout" Target="../slideLayouts/slideLayout75.xml"/><Relationship Id="rId2" Type="http://schemas.openxmlformats.org/officeDocument/2006/relationships/slideLayout" Target="../slideLayouts/slideLayout65.xml"/><Relationship Id="rId1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9.xml"/><Relationship Id="rId11" Type="http://schemas.openxmlformats.org/officeDocument/2006/relationships/slideLayout" Target="../slideLayouts/slideLayout74.xml"/><Relationship Id="rId5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73.xml"/><Relationship Id="rId4" Type="http://schemas.openxmlformats.org/officeDocument/2006/relationships/slideLayout" Target="../slideLayouts/slideLayout67.xml"/><Relationship Id="rId9" Type="http://schemas.openxmlformats.org/officeDocument/2006/relationships/slideLayout" Target="../slideLayouts/slideLayout7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8/9/2024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080C10-E480-D0A1-8690-B28A28F18A6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401312" y="4958080"/>
            <a:ext cx="36988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589043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8/9/2024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251047-C620-3DCA-7DCD-BC7B6AF95C5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401312" y="4958080"/>
            <a:ext cx="36988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2021402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6" r:id="rId12"/>
    <p:sldLayoutId id="2147483687" r:id="rId13"/>
    <p:sldLayoutId id="2147483689" r:id="rId14"/>
    <p:sldLayoutId id="2147483688" r:id="rId15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8/9/2024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A101EC-CEE3-4ED1-FE12-DA216C37950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401312" y="4958080"/>
            <a:ext cx="36988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1017260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8/9/2024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493509-BC76-0A2B-CB69-0C365EE1585E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401312" y="4958080"/>
            <a:ext cx="36988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2840347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  <p:sldLayoutId id="2147483769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8/9/2024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616800-622E-215F-CAE8-15609D1185C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401312" y="4958080"/>
            <a:ext cx="36988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665680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2" r:id="rId2"/>
    <p:sldLayoutId id="2147483773" r:id="rId3"/>
    <p:sldLayoutId id="2147483774" r:id="rId4"/>
    <p:sldLayoutId id="2147483775" r:id="rId5"/>
    <p:sldLayoutId id="2147483776" r:id="rId6"/>
    <p:sldLayoutId id="2147483777" r:id="rId7"/>
    <p:sldLayoutId id="2147483778" r:id="rId8"/>
    <p:sldLayoutId id="2147483779" r:id="rId9"/>
    <p:sldLayoutId id="2147483780" r:id="rId10"/>
    <p:sldLayoutId id="2147483781" r:id="rId11"/>
    <p:sldLayoutId id="2147483782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8/9/2024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3725A5-7ACC-389C-B7D1-A45DD3CB47C0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401312" y="4958080"/>
            <a:ext cx="36988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974228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4" r:id="rId1"/>
    <p:sldLayoutId id="2147483785" r:id="rId2"/>
    <p:sldLayoutId id="2147483786" r:id="rId3"/>
    <p:sldLayoutId id="2147483787" r:id="rId4"/>
    <p:sldLayoutId id="2147483788" r:id="rId5"/>
    <p:sldLayoutId id="2147483789" r:id="rId6"/>
    <p:sldLayoutId id="2147483790" r:id="rId7"/>
    <p:sldLayoutId id="2147483791" r:id="rId8"/>
    <p:sldLayoutId id="2147483792" r:id="rId9"/>
    <p:sldLayoutId id="2147483793" r:id="rId10"/>
    <p:sldLayoutId id="2147483794" r:id="rId11"/>
    <p:sldLayoutId id="2147483795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DE3A813-6DBA-F993-8DA0-D81B4057E015}"/>
              </a:ext>
            </a:extLst>
          </p:cNvPr>
          <p:cNvSpPr txBox="1">
            <a:spLocks/>
          </p:cNvSpPr>
          <p:nvPr/>
        </p:nvSpPr>
        <p:spPr>
          <a:xfrm>
            <a:off x="1145925" y="1340979"/>
            <a:ext cx="7124865" cy="1033254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SG" sz="6000" b="1" kern="1400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  <a:cs typeface="IrisUPC" panose="020B0604020202020204" pitchFamily="34" charset="-34"/>
              </a:rPr>
              <a:t>Freedom in </a:t>
            </a:r>
            <a:br>
              <a:rPr lang="en-SG" sz="6000" b="1" kern="1400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  <a:cs typeface="IrisUPC" panose="020B0604020202020204" pitchFamily="34" charset="-34"/>
              </a:rPr>
            </a:br>
            <a:r>
              <a:rPr lang="en-SG" sz="6000" b="1" kern="1400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  <a:cs typeface="IrisUPC" panose="020B0604020202020204" pitchFamily="34" charset="-34"/>
              </a:rPr>
              <a:t>Jesus Christ</a:t>
            </a:r>
            <a:endParaRPr lang="en-GB" sz="6000" b="1" i="1" kern="1400">
              <a:solidFill>
                <a:schemeClr val="bg1"/>
              </a:solidFill>
              <a:effectLst>
                <a:outerShdw blurRad="38100" dist="63500" dir="2700000" algn="tl">
                  <a:schemeClr val="tx1">
                    <a:alpha val="43000"/>
                  </a:schemeClr>
                </a:outerShdw>
              </a:effectLst>
              <a:latin typeface="Footlight MT Light" panose="0204060206030A020304" pitchFamily="18" charset="77"/>
              <a:cs typeface="IrisUPC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4206118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7289E29-7507-3DDD-F7D2-9284AAD62DE9}"/>
              </a:ext>
            </a:extLst>
          </p:cNvPr>
          <p:cNvSpPr/>
          <p:nvPr/>
        </p:nvSpPr>
        <p:spPr>
          <a:xfrm>
            <a:off x="1868291" y="1809497"/>
            <a:ext cx="5407417" cy="152450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E3445-7428-97CE-263A-521C050900BE}"/>
              </a:ext>
            </a:extLst>
          </p:cNvPr>
          <p:cNvSpPr txBox="1">
            <a:spLocks/>
          </p:cNvSpPr>
          <p:nvPr/>
        </p:nvSpPr>
        <p:spPr>
          <a:xfrm>
            <a:off x="1670550" y="1755777"/>
            <a:ext cx="5802900" cy="163194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US">
                <a:solidFill>
                  <a:schemeClr val="bg1"/>
                </a:solidFill>
              </a:rPr>
              <a:t>Opening Hymn</a:t>
            </a:r>
          </a:p>
          <a:p>
            <a:r>
              <a:rPr lang="en-US" sz="4000">
                <a:solidFill>
                  <a:schemeClr val="bg1"/>
                </a:solidFill>
              </a:rPr>
              <a:t>Song no: 2</a:t>
            </a:r>
          </a:p>
        </p:txBody>
      </p:sp>
    </p:spTree>
    <p:extLst>
      <p:ext uri="{BB962C8B-B14F-4D97-AF65-F5344CB8AC3E}">
        <p14:creationId xmlns:p14="http://schemas.microsoft.com/office/powerpoint/2010/main" val="717388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>
                <a:latin typeface="Segoe UI" panose="020B0502040204020203" pitchFamily="34" charset="0"/>
                <a:cs typeface="Segoe UI" panose="020B0502040204020203" pitchFamily="34" charset="0"/>
              </a:rPr>
              <a:t>Opening Hymn – Song no: 2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4E9A69-B612-35E4-DEEF-5092DA0A0A97}"/>
              </a:ext>
            </a:extLst>
          </p:cNvPr>
          <p:cNvSpPr txBox="1"/>
          <p:nvPr/>
        </p:nvSpPr>
        <p:spPr>
          <a:xfrm>
            <a:off x="614082" y="813994"/>
            <a:ext cx="7915835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2800"/>
              <a:t>A mighty fortress is our God,</a:t>
            </a:r>
          </a:p>
          <a:p>
            <a:pPr algn="ctr"/>
            <a:r>
              <a:rPr lang="en-SG" sz="2800"/>
              <a:t>A bulwark never failing:</a:t>
            </a:r>
          </a:p>
          <a:p>
            <a:pPr algn="ctr"/>
            <a:r>
              <a:rPr lang="en-SG" sz="2800"/>
              <a:t>Our Helper He, amid the flood</a:t>
            </a:r>
          </a:p>
          <a:p>
            <a:pPr algn="ctr"/>
            <a:r>
              <a:rPr lang="en-SG" sz="2800"/>
              <a:t>Of mortal ills prevailing.</a:t>
            </a:r>
          </a:p>
          <a:p>
            <a:pPr algn="ctr"/>
            <a:r>
              <a:rPr lang="en-SG" sz="2800"/>
              <a:t>For still our ancient foe</a:t>
            </a:r>
          </a:p>
          <a:p>
            <a:pPr algn="ctr"/>
            <a:r>
              <a:rPr lang="en-SG" sz="2800"/>
              <a:t>Doth seek to work his woe ;</a:t>
            </a:r>
          </a:p>
          <a:p>
            <a:pPr algn="ctr"/>
            <a:r>
              <a:rPr lang="en-SG" sz="2800"/>
              <a:t>His craft and power are great,</a:t>
            </a:r>
          </a:p>
          <a:p>
            <a:pPr algn="ctr"/>
            <a:r>
              <a:rPr lang="en-SG" sz="2800"/>
              <a:t>And armed with cruel hate</a:t>
            </a:r>
          </a:p>
          <a:p>
            <a:pPr algn="ctr"/>
            <a:r>
              <a:rPr lang="en-SG" sz="2800"/>
              <a:t>On earth is not his equal.</a:t>
            </a:r>
            <a:endParaRPr lang="en-US" sz="2800" i="1">
              <a:solidFill>
                <a:srgbClr val="80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3B1A82-CA2E-08BD-1D0D-5AA03047C3D2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Opening: 1 of 3</a:t>
            </a:r>
          </a:p>
        </p:txBody>
      </p:sp>
    </p:spTree>
    <p:extLst>
      <p:ext uri="{BB962C8B-B14F-4D97-AF65-F5344CB8AC3E}">
        <p14:creationId xmlns:p14="http://schemas.microsoft.com/office/powerpoint/2010/main" val="21375783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2C480-416B-0D92-AE41-A2F64F544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0D44C-1859-E285-8215-02854B445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>
                <a:latin typeface="Segoe UI" panose="020B0502040204020203" pitchFamily="34" charset="0"/>
                <a:cs typeface="Segoe UI" panose="020B0502040204020203" pitchFamily="34" charset="0"/>
              </a:rPr>
              <a:t>Opening Hymn – Song no: 2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36229D4E-5EDB-6515-3E8F-2E7CCF6E276F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DE8A97-A04A-A5A0-1CE7-9CAA6D4FBF85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Opening: 2 of 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8690D3-6D5D-BBB1-5673-E0C9C96D6ACA}"/>
              </a:ext>
            </a:extLst>
          </p:cNvPr>
          <p:cNvSpPr txBox="1"/>
          <p:nvPr/>
        </p:nvSpPr>
        <p:spPr>
          <a:xfrm>
            <a:off x="614082" y="813994"/>
            <a:ext cx="7915835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2800"/>
              <a:t>Did we in our own strength confide,</a:t>
            </a:r>
          </a:p>
          <a:p>
            <a:pPr algn="ctr"/>
            <a:r>
              <a:rPr lang="en-SG" sz="2800"/>
              <a:t>Our striving would be losing,</a:t>
            </a:r>
          </a:p>
          <a:p>
            <a:pPr algn="ctr"/>
            <a:r>
              <a:rPr lang="en-SG" sz="2800"/>
              <a:t>Were not the right Man on our side,</a:t>
            </a:r>
          </a:p>
          <a:p>
            <a:pPr algn="ctr"/>
            <a:r>
              <a:rPr lang="en-SG" sz="2800"/>
              <a:t>The Man of God's own choosing.</a:t>
            </a:r>
          </a:p>
          <a:p>
            <a:pPr algn="ctr"/>
            <a:r>
              <a:rPr lang="en-SG" sz="2800"/>
              <a:t>Dost ask who that may be ?</a:t>
            </a:r>
          </a:p>
          <a:p>
            <a:pPr algn="ctr"/>
            <a:r>
              <a:rPr lang="en-SG" sz="2800"/>
              <a:t>Christ Jesus, it is He !</a:t>
            </a:r>
          </a:p>
          <a:p>
            <a:pPr algn="ctr"/>
            <a:r>
              <a:rPr lang="en-SG" sz="2800"/>
              <a:t>Lord Sabaoth is His name,</a:t>
            </a:r>
          </a:p>
          <a:p>
            <a:pPr algn="ctr"/>
            <a:r>
              <a:rPr lang="en-SG" sz="2800"/>
              <a:t>From age to age the same:</a:t>
            </a:r>
          </a:p>
          <a:p>
            <a:pPr algn="ctr"/>
            <a:r>
              <a:rPr lang="en-SG" sz="2800"/>
              <a:t>And He must win the battle.</a:t>
            </a:r>
            <a:endParaRPr lang="en-US" sz="2800" i="1">
              <a:solidFill>
                <a:srgbClr val="8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89960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31019-C43F-FF71-11CE-388377019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C818C-9627-247B-B917-187D597D3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>
                <a:latin typeface="Segoe UI" panose="020B0502040204020203" pitchFamily="34" charset="0"/>
                <a:cs typeface="Segoe UI" panose="020B0502040204020203" pitchFamily="34" charset="0"/>
              </a:rPr>
              <a:t>Opening Hymn – Song no: 2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0B1FD657-1852-592D-25AA-136009E32B5D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16CFBD-E0AF-57EE-01B9-A67C4B76D0B5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Opening: 3 of 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C59045-2C7C-F576-C00C-AAA6D40E13D2}"/>
              </a:ext>
            </a:extLst>
          </p:cNvPr>
          <p:cNvSpPr txBox="1"/>
          <p:nvPr/>
        </p:nvSpPr>
        <p:spPr>
          <a:xfrm>
            <a:off x="614082" y="813994"/>
            <a:ext cx="7915835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2800"/>
              <a:t>And though this world, with devils filled,</a:t>
            </a:r>
          </a:p>
          <a:p>
            <a:pPr algn="ctr"/>
            <a:r>
              <a:rPr lang="en-SG" sz="2800"/>
              <a:t>Should threaten to undo us:</a:t>
            </a:r>
          </a:p>
          <a:p>
            <a:pPr algn="ctr"/>
            <a:r>
              <a:rPr lang="en-SG" sz="2800"/>
              <a:t>We will not fear; for God hath willed</a:t>
            </a:r>
          </a:p>
          <a:p>
            <a:pPr algn="ctr"/>
            <a:r>
              <a:rPr lang="en-SG" sz="2800"/>
              <a:t>His truth to triumph through us.</a:t>
            </a:r>
          </a:p>
          <a:p>
            <a:pPr algn="ctr"/>
            <a:r>
              <a:rPr lang="en-SG" sz="2800"/>
              <a:t>Let goods and kindred go,</a:t>
            </a:r>
          </a:p>
          <a:p>
            <a:pPr algn="ctr"/>
            <a:r>
              <a:rPr lang="en-SG" sz="2800"/>
              <a:t>This mortal life also;</a:t>
            </a:r>
          </a:p>
          <a:p>
            <a:pPr algn="ctr"/>
            <a:r>
              <a:rPr lang="en-SG" sz="2800"/>
              <a:t>The body they may kill:</a:t>
            </a:r>
          </a:p>
          <a:p>
            <a:pPr algn="ctr"/>
            <a:r>
              <a:rPr lang="en-SG" sz="2800"/>
              <a:t>God's truth abideth still,</a:t>
            </a:r>
          </a:p>
          <a:p>
            <a:pPr algn="ctr"/>
            <a:r>
              <a:rPr lang="en-SG" sz="2800"/>
              <a:t>His Kingdom is for ever.</a:t>
            </a:r>
            <a:endParaRPr lang="en-US" sz="2800" i="1">
              <a:solidFill>
                <a:srgbClr val="8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40418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9DF675-68B2-E157-D40A-40EF3DECB71A}"/>
              </a:ext>
            </a:extLst>
          </p:cNvPr>
          <p:cNvSpPr txBox="1">
            <a:spLocks/>
          </p:cNvSpPr>
          <p:nvPr/>
        </p:nvSpPr>
        <p:spPr>
          <a:xfrm>
            <a:off x="1009567" y="1132430"/>
            <a:ext cx="7124865" cy="183488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SG" sz="6000" b="1" kern="1400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  <a:cs typeface="IrisUPC" panose="020B0604020202020204" pitchFamily="34" charset="-34"/>
              </a:rPr>
              <a:t>Freedom in </a:t>
            </a:r>
            <a:br>
              <a:rPr lang="en-SG" sz="6000" b="1" kern="1400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  <a:cs typeface="IrisUPC" panose="020B0604020202020204" pitchFamily="34" charset="-34"/>
              </a:rPr>
            </a:br>
            <a:r>
              <a:rPr lang="en-SG" sz="6000" b="1" kern="1400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  <a:cs typeface="IrisUPC" panose="020B0604020202020204" pitchFamily="34" charset="-34"/>
              </a:rPr>
              <a:t>Jesus Christ</a:t>
            </a:r>
            <a:endParaRPr lang="en-GB" sz="6000" b="1" i="1" kern="1400">
              <a:solidFill>
                <a:schemeClr val="bg1"/>
              </a:solidFill>
              <a:effectLst>
                <a:outerShdw blurRad="38100" dist="63500" dir="2700000" algn="tl">
                  <a:schemeClr val="tx1">
                    <a:alpha val="43000"/>
                  </a:schemeClr>
                </a:outerShdw>
              </a:effectLst>
              <a:latin typeface="Footlight MT Light" panose="0204060206030A020304" pitchFamily="18" charset="77"/>
              <a:cs typeface="IrisUPC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6729108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DDA26F8-E366-2B5B-C348-C507B3038F2B}"/>
              </a:ext>
            </a:extLst>
          </p:cNvPr>
          <p:cNvSpPr/>
          <p:nvPr/>
        </p:nvSpPr>
        <p:spPr>
          <a:xfrm>
            <a:off x="1513336" y="1378756"/>
            <a:ext cx="6117328" cy="2385987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C418-9BFA-F946-DA5B-A680A2EBDFAC}"/>
              </a:ext>
            </a:extLst>
          </p:cNvPr>
          <p:cNvSpPr txBox="1">
            <a:spLocks/>
          </p:cNvSpPr>
          <p:nvPr/>
        </p:nvSpPr>
        <p:spPr>
          <a:xfrm>
            <a:off x="1513336" y="1378756"/>
            <a:ext cx="6117328" cy="2385987"/>
          </a:xfrm>
          <a:prstGeom prst="rect">
            <a:avLst/>
          </a:prstGeom>
          <a:noFill/>
          <a:ln w="28575">
            <a:noFill/>
          </a:ln>
        </p:spPr>
        <p:txBody>
          <a:bodyPr lIns="91440" tIns="45720" rIns="91440" bIns="45720"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  <a:latin typeface="Tenorite"/>
              </a:rPr>
              <a:t>Thanksgiving Prayers</a:t>
            </a:r>
            <a:endParaRPr lang="en-US">
              <a:solidFill>
                <a:schemeClr val="bg1"/>
              </a:solidFill>
            </a:endParaRPr>
          </a:p>
          <a:p>
            <a:r>
              <a:rPr lang="en-SG">
                <a:solidFill>
                  <a:schemeClr val="bg1"/>
                </a:solidFill>
                <a:latin typeface="Tenorite"/>
              </a:rPr>
              <a:t>The king of love </a:t>
            </a:r>
            <a:br>
              <a:rPr lang="en-SG">
                <a:solidFill>
                  <a:schemeClr val="bg1"/>
                </a:solidFill>
                <a:latin typeface="Tenorite"/>
              </a:rPr>
            </a:br>
            <a:r>
              <a:rPr lang="en-SG">
                <a:solidFill>
                  <a:schemeClr val="bg1"/>
                </a:solidFill>
                <a:latin typeface="Tenorite"/>
              </a:rPr>
              <a:t>my shepherd is (v1)</a:t>
            </a:r>
            <a:endParaRPr lang="en-GB">
              <a:solidFill>
                <a:schemeClr val="bg1"/>
              </a:solidFill>
              <a:latin typeface="Tenorite"/>
            </a:endParaRPr>
          </a:p>
        </p:txBody>
      </p:sp>
    </p:spTree>
    <p:extLst>
      <p:ext uri="{BB962C8B-B14F-4D97-AF65-F5344CB8AC3E}">
        <p14:creationId xmlns:p14="http://schemas.microsoft.com/office/powerpoint/2010/main" val="37174938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>
                <a:latin typeface="Segoe UI" panose="020B0502040204020203" pitchFamily="34" charset="0"/>
                <a:cs typeface="Segoe UI" panose="020B0502040204020203" pitchFamily="34" charset="0"/>
              </a:rPr>
              <a:t>Birthday Thanksgiving – </a:t>
            </a:r>
            <a:r>
              <a:rPr lang="en-SG"/>
              <a:t>The King of love, v1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ED1249-D453-4D4E-BD98-BAC3CEA5DFD7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0E83AD-AD85-5E6C-33F5-D8EF739355C5}"/>
              </a:ext>
            </a:extLst>
          </p:cNvPr>
          <p:cNvSpPr txBox="1"/>
          <p:nvPr/>
        </p:nvSpPr>
        <p:spPr>
          <a:xfrm>
            <a:off x="1458472" y="768440"/>
            <a:ext cx="6072312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SG" sz="2800"/>
          </a:p>
          <a:p>
            <a:endParaRPr lang="en-SG" sz="2800"/>
          </a:p>
          <a:p>
            <a:pPr algn="ctr"/>
            <a:r>
              <a:rPr lang="en-SG" sz="2800"/>
              <a:t>The King of love my Shepherd is,</a:t>
            </a:r>
          </a:p>
          <a:p>
            <a:pPr algn="ctr"/>
            <a:r>
              <a:rPr lang="en-SG" sz="2800"/>
              <a:t>Whose goodness faileth never</a:t>
            </a:r>
            <a:r>
              <a:rPr lang="en-US" sz="2800"/>
              <a:t>;</a:t>
            </a:r>
          </a:p>
          <a:p>
            <a:pPr algn="ctr"/>
            <a:r>
              <a:rPr lang="en-US" sz="2800"/>
              <a:t>I nothing lack if I am His </a:t>
            </a:r>
          </a:p>
          <a:p>
            <a:pPr algn="ctr"/>
            <a:r>
              <a:rPr lang="en-US" sz="2800"/>
              <a:t>And He is mine forever</a:t>
            </a:r>
          </a:p>
          <a:p>
            <a:endParaRPr lang="en-US" sz="2800" i="1"/>
          </a:p>
        </p:txBody>
      </p:sp>
    </p:spTree>
    <p:extLst>
      <p:ext uri="{BB962C8B-B14F-4D97-AF65-F5344CB8AC3E}">
        <p14:creationId xmlns:p14="http://schemas.microsoft.com/office/powerpoint/2010/main" val="27712506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B1B1673-989C-680F-2E10-EB145FAF0EA9}"/>
              </a:ext>
            </a:extLst>
          </p:cNvPr>
          <p:cNvSpPr/>
          <p:nvPr/>
        </p:nvSpPr>
        <p:spPr>
          <a:xfrm>
            <a:off x="1513336" y="1809496"/>
            <a:ext cx="6117328" cy="997009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C418-9BFA-F946-DA5B-A680A2EBDFAC}"/>
              </a:ext>
            </a:extLst>
          </p:cNvPr>
          <p:cNvSpPr txBox="1">
            <a:spLocks/>
          </p:cNvSpPr>
          <p:nvPr/>
        </p:nvSpPr>
        <p:spPr>
          <a:xfrm>
            <a:off x="1513336" y="1754364"/>
            <a:ext cx="6117328" cy="126315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Thanksgiving Prayers</a:t>
            </a:r>
          </a:p>
        </p:txBody>
      </p:sp>
    </p:spTree>
    <p:extLst>
      <p:ext uri="{BB962C8B-B14F-4D97-AF65-F5344CB8AC3E}">
        <p14:creationId xmlns:p14="http://schemas.microsoft.com/office/powerpoint/2010/main" val="1803968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F23B826F-1EDA-129F-EC70-2DC957D4F038}"/>
              </a:ext>
            </a:extLst>
          </p:cNvPr>
          <p:cNvSpPr/>
          <p:nvPr/>
        </p:nvSpPr>
        <p:spPr>
          <a:xfrm>
            <a:off x="2141910" y="1757052"/>
            <a:ext cx="5152970" cy="1629395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C418-9BFA-F946-DA5B-A680A2EBDFAC}"/>
              </a:ext>
            </a:extLst>
          </p:cNvPr>
          <p:cNvSpPr txBox="1">
            <a:spLocks/>
          </p:cNvSpPr>
          <p:nvPr/>
        </p:nvSpPr>
        <p:spPr>
          <a:xfrm>
            <a:off x="1941789" y="1754363"/>
            <a:ext cx="5529198" cy="81738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Offertory</a:t>
            </a:r>
          </a:p>
          <a:p>
            <a:r>
              <a:rPr lang="en-SG" sz="4200">
                <a:solidFill>
                  <a:schemeClr val="bg1"/>
                </a:solidFill>
              </a:rPr>
              <a:t>Lord of Nations</a:t>
            </a:r>
            <a:endParaRPr lang="en-GB" sz="42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78835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Offertory – Lord of Nations, God Eternal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E034DBB-D11D-E8BD-DFC3-703615F257C6}"/>
              </a:ext>
            </a:extLst>
          </p:cNvPr>
          <p:cNvSpPr txBox="1">
            <a:spLocks/>
          </p:cNvSpPr>
          <p:nvPr/>
        </p:nvSpPr>
        <p:spPr>
          <a:xfrm>
            <a:off x="5762748" y="433042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C5C584-7550-42C0-5176-232FC90F0FD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6256" y="901296"/>
            <a:ext cx="3340907" cy="33409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48AEF40-D79D-77F3-773C-095D81075E3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Offertory : 1 of 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D3087A-542A-9E8A-2F04-286C1B72B61A}"/>
              </a:ext>
            </a:extLst>
          </p:cNvPr>
          <p:cNvSpPr txBox="1"/>
          <p:nvPr/>
        </p:nvSpPr>
        <p:spPr>
          <a:xfrm>
            <a:off x="32774" y="613695"/>
            <a:ext cx="592755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SG" sz="2800" i="1"/>
          </a:p>
          <a:p>
            <a:r>
              <a:rPr lang="en-SG" sz="2800" i="1"/>
              <a:t>Lord of nations, God Eternal,</a:t>
            </a:r>
          </a:p>
          <a:p>
            <a:r>
              <a:rPr lang="en-SG" sz="2800" i="1"/>
              <a:t>Lift we songs of praise to thee,</a:t>
            </a:r>
          </a:p>
          <a:p>
            <a:r>
              <a:rPr lang="en-SG" sz="2800" i="1"/>
              <a:t>For our nation strong and mighty;</a:t>
            </a:r>
          </a:p>
          <a:p>
            <a:r>
              <a:rPr lang="en-SG" sz="2800" i="1"/>
              <a:t>May thy blessings ever be</a:t>
            </a:r>
          </a:p>
          <a:p>
            <a:r>
              <a:rPr lang="en-SG" sz="2800" i="1"/>
              <a:t>On our land, a land of beauty,</a:t>
            </a:r>
          </a:p>
          <a:p>
            <a:r>
              <a:rPr lang="en-SG" sz="2800" i="1"/>
              <a:t>Land of freedom, land we love;</a:t>
            </a:r>
          </a:p>
          <a:p>
            <a:r>
              <a:rPr lang="en-SG" sz="2800" i="1"/>
              <a:t>Fields and flowers, lakes and gardens Spreading 'neath blue skies above.</a:t>
            </a:r>
          </a:p>
        </p:txBody>
      </p:sp>
    </p:spTree>
    <p:extLst>
      <p:ext uri="{BB962C8B-B14F-4D97-AF65-F5344CB8AC3E}">
        <p14:creationId xmlns:p14="http://schemas.microsoft.com/office/powerpoint/2010/main" val="1403464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Offertory – Lord of Nations, God Eternal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E034DBB-D11D-E8BD-DFC3-703615F257C6}"/>
              </a:ext>
            </a:extLst>
          </p:cNvPr>
          <p:cNvSpPr txBox="1">
            <a:spLocks/>
          </p:cNvSpPr>
          <p:nvPr/>
        </p:nvSpPr>
        <p:spPr>
          <a:xfrm>
            <a:off x="5762748" y="433042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C5C584-7550-42C0-5176-232FC90F0FD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6256" y="901296"/>
            <a:ext cx="3340907" cy="33409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48AEF40-D79D-77F3-773C-095D81075E3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Offertory : 2 of 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D3087A-542A-9E8A-2F04-286C1B72B61A}"/>
              </a:ext>
            </a:extLst>
          </p:cNvPr>
          <p:cNvSpPr txBox="1"/>
          <p:nvPr/>
        </p:nvSpPr>
        <p:spPr>
          <a:xfrm>
            <a:off x="0" y="613695"/>
            <a:ext cx="5526505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SG" sz="2800" i="1"/>
          </a:p>
          <a:p>
            <a:r>
              <a:rPr lang="en-SG" sz="2800" i="1"/>
              <a:t>Keep our nation strong in justice,</a:t>
            </a:r>
          </a:p>
          <a:p>
            <a:r>
              <a:rPr lang="en-SG" sz="2800" i="1"/>
              <a:t>That the people still shall know</a:t>
            </a:r>
          </a:p>
          <a:p>
            <a:r>
              <a:rPr lang="en-SG" sz="2800" i="1"/>
              <a:t>Freedom from all fear and danger</a:t>
            </a:r>
          </a:p>
          <a:p>
            <a:r>
              <a:rPr lang="en-SG" sz="2800" i="1"/>
              <a:t>From within, from outward foe.</a:t>
            </a:r>
          </a:p>
          <a:p>
            <a:r>
              <a:rPr lang="en-SG" sz="2800" i="1"/>
              <a:t>O renew us in true </a:t>
            </a:r>
            <a:r>
              <a:rPr lang="en-SG" sz="2800" i="1" err="1"/>
              <a:t>valor</a:t>
            </a:r>
            <a:r>
              <a:rPr lang="en-SG" sz="2800" i="1"/>
              <a:t>,</a:t>
            </a:r>
          </a:p>
          <a:p>
            <a:r>
              <a:rPr lang="en-SG" sz="2800" i="1"/>
              <a:t>That like founders of this land,</a:t>
            </a:r>
          </a:p>
          <a:p>
            <a:r>
              <a:rPr lang="en-SG" sz="2800" i="1"/>
              <a:t>We may stand for right and </a:t>
            </a:r>
            <a:r>
              <a:rPr lang="en-SG" sz="2800" i="1" err="1"/>
              <a:t>honor</a:t>
            </a:r>
            <a:r>
              <a:rPr lang="en-SG" sz="2800" i="1"/>
              <a:t>,</a:t>
            </a:r>
          </a:p>
          <a:p>
            <a:r>
              <a:rPr lang="en-SG" sz="2800" i="1"/>
              <a:t>Seeking guidance by Thy hand.</a:t>
            </a:r>
          </a:p>
        </p:txBody>
      </p:sp>
    </p:spTree>
    <p:extLst>
      <p:ext uri="{BB962C8B-B14F-4D97-AF65-F5344CB8AC3E}">
        <p14:creationId xmlns:p14="http://schemas.microsoft.com/office/powerpoint/2010/main" val="22680158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Offertory – Lord of Nations, God Eternal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E034DBB-D11D-E8BD-DFC3-703615F257C6}"/>
              </a:ext>
            </a:extLst>
          </p:cNvPr>
          <p:cNvSpPr txBox="1">
            <a:spLocks/>
          </p:cNvSpPr>
          <p:nvPr/>
        </p:nvSpPr>
        <p:spPr>
          <a:xfrm>
            <a:off x="5762748" y="433042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C5C584-7550-42C0-5176-232FC90F0FD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6256" y="901296"/>
            <a:ext cx="3340907" cy="33409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48AEF40-D79D-77F3-773C-095D81075E3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Offertory : 3 of 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D3087A-542A-9E8A-2F04-286C1B72B61A}"/>
              </a:ext>
            </a:extLst>
          </p:cNvPr>
          <p:cNvSpPr txBox="1"/>
          <p:nvPr/>
        </p:nvSpPr>
        <p:spPr>
          <a:xfrm>
            <a:off x="0" y="613695"/>
            <a:ext cx="5293205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SG" sz="2800" i="1"/>
          </a:p>
          <a:p>
            <a:r>
              <a:rPr lang="en-SG" sz="2800" i="1"/>
              <a:t>Turn our eyes to things eternal, </a:t>
            </a:r>
          </a:p>
          <a:p>
            <a:r>
              <a:rPr lang="en-SG" sz="2800" i="1"/>
              <a:t>Let us learn the truth anew:</a:t>
            </a:r>
          </a:p>
          <a:p>
            <a:r>
              <a:rPr lang="en-SG" sz="2800" i="1"/>
              <a:t>That we never find salvation</a:t>
            </a:r>
          </a:p>
          <a:p>
            <a:r>
              <a:rPr lang="en-SG" sz="2800" i="1"/>
              <a:t>By the things that we can do.</a:t>
            </a:r>
          </a:p>
          <a:p>
            <a:r>
              <a:rPr lang="en-SG" sz="2800" i="1"/>
              <a:t>Teach us that we are but pilgrims As our ancestors before;</a:t>
            </a:r>
          </a:p>
          <a:p>
            <a:r>
              <a:rPr lang="en-SG" sz="2800" i="1"/>
              <a:t>That we journey here a season,</a:t>
            </a:r>
          </a:p>
          <a:p>
            <a:r>
              <a:rPr lang="en-SG" sz="2800" i="1"/>
              <a:t>Trav'ling to an unknown shore.</a:t>
            </a:r>
          </a:p>
        </p:txBody>
      </p:sp>
    </p:spTree>
    <p:extLst>
      <p:ext uri="{BB962C8B-B14F-4D97-AF65-F5344CB8AC3E}">
        <p14:creationId xmlns:p14="http://schemas.microsoft.com/office/powerpoint/2010/main" val="7866659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Offertory – Lord of Nations, God Eternal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E034DBB-D11D-E8BD-DFC3-703615F257C6}"/>
              </a:ext>
            </a:extLst>
          </p:cNvPr>
          <p:cNvSpPr txBox="1">
            <a:spLocks/>
          </p:cNvSpPr>
          <p:nvPr/>
        </p:nvSpPr>
        <p:spPr>
          <a:xfrm>
            <a:off x="5762748" y="433042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C5C584-7550-42C0-5176-232FC90F0FD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6256" y="901296"/>
            <a:ext cx="3340907" cy="33409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48AEF40-D79D-77F3-773C-095D81075E3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Offertory : 4 of 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D3087A-542A-9E8A-2F04-286C1B72B61A}"/>
              </a:ext>
            </a:extLst>
          </p:cNvPr>
          <p:cNvSpPr txBox="1"/>
          <p:nvPr/>
        </p:nvSpPr>
        <p:spPr>
          <a:xfrm>
            <a:off x="0" y="613695"/>
            <a:ext cx="6014983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SG" sz="2800" i="1"/>
          </a:p>
          <a:p>
            <a:r>
              <a:rPr lang="en-SG" sz="2800" i="1"/>
              <a:t>Fill our hearts with hope and courage,</a:t>
            </a:r>
          </a:p>
          <a:p>
            <a:r>
              <a:rPr lang="en-SG" sz="2800" i="1"/>
              <a:t>Let us sing the songs of peace,</a:t>
            </a:r>
          </a:p>
          <a:p>
            <a:r>
              <a:rPr lang="en-SG" sz="2800" i="1"/>
              <a:t>As in common love we </a:t>
            </a:r>
            <a:r>
              <a:rPr lang="en-SG" sz="2800" i="1" err="1"/>
              <a:t>labor</a:t>
            </a:r>
            <a:r>
              <a:rPr lang="en-SG" sz="2800" i="1"/>
              <a:t> </a:t>
            </a:r>
          </a:p>
          <a:p>
            <a:r>
              <a:rPr lang="en-SG" sz="2800" i="1"/>
              <a:t>That true justice may increase.</a:t>
            </a:r>
          </a:p>
          <a:p>
            <a:r>
              <a:rPr lang="en-SG" sz="2800" i="1"/>
              <a:t>Give us hearts that know compassion,</a:t>
            </a:r>
          </a:p>
          <a:p>
            <a:r>
              <a:rPr lang="en-SG" sz="2800" i="1"/>
              <a:t>Helping others on their way;</a:t>
            </a:r>
          </a:p>
          <a:p>
            <a:r>
              <a:rPr lang="en-SG" sz="2800" i="1"/>
              <a:t>Till all people live in freedom,</a:t>
            </a:r>
          </a:p>
          <a:p>
            <a:r>
              <a:rPr lang="en-SG" sz="2800" i="1"/>
              <a:t>And accept Thy sovereign sway.</a:t>
            </a:r>
          </a:p>
        </p:txBody>
      </p:sp>
    </p:spTree>
    <p:extLst>
      <p:ext uri="{BB962C8B-B14F-4D97-AF65-F5344CB8AC3E}">
        <p14:creationId xmlns:p14="http://schemas.microsoft.com/office/powerpoint/2010/main" val="4456305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1BD9860-3E26-D69D-B65F-72FA23372C10}"/>
              </a:ext>
            </a:extLst>
          </p:cNvPr>
          <p:cNvSpPr/>
          <p:nvPr/>
        </p:nvSpPr>
        <p:spPr>
          <a:xfrm>
            <a:off x="2342030" y="2135781"/>
            <a:ext cx="4459938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C418-9BFA-F946-DA5B-A680A2EBDFAC}"/>
              </a:ext>
            </a:extLst>
          </p:cNvPr>
          <p:cNvSpPr txBox="1">
            <a:spLocks/>
          </p:cNvSpPr>
          <p:nvPr/>
        </p:nvSpPr>
        <p:spPr>
          <a:xfrm>
            <a:off x="1941791" y="2163057"/>
            <a:ext cx="5260417" cy="81738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Offertory</a:t>
            </a:r>
          </a:p>
        </p:txBody>
      </p:sp>
    </p:spTree>
    <p:extLst>
      <p:ext uri="{BB962C8B-B14F-4D97-AF65-F5344CB8AC3E}">
        <p14:creationId xmlns:p14="http://schemas.microsoft.com/office/powerpoint/2010/main" val="8636318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92AD42C-7AA5-5979-5D1A-6EFB0A176B69}"/>
              </a:ext>
            </a:extLst>
          </p:cNvPr>
          <p:cNvSpPr/>
          <p:nvPr/>
        </p:nvSpPr>
        <p:spPr>
          <a:xfrm>
            <a:off x="2342030" y="2135781"/>
            <a:ext cx="4459938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361FC-3ECC-9DD4-0EC8-1573FF25656D}"/>
              </a:ext>
            </a:extLst>
          </p:cNvPr>
          <p:cNvSpPr txBox="1">
            <a:spLocks/>
          </p:cNvSpPr>
          <p:nvPr/>
        </p:nvSpPr>
        <p:spPr>
          <a:xfrm>
            <a:off x="2106541" y="2157617"/>
            <a:ext cx="4930917" cy="828265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Message</a:t>
            </a:r>
          </a:p>
        </p:txBody>
      </p:sp>
    </p:spTree>
    <p:extLst>
      <p:ext uri="{BB962C8B-B14F-4D97-AF65-F5344CB8AC3E}">
        <p14:creationId xmlns:p14="http://schemas.microsoft.com/office/powerpoint/2010/main" val="9869874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90B1688-CD2F-4ABF-A1F2-A27C7C669BF0}"/>
              </a:ext>
            </a:extLst>
          </p:cNvPr>
          <p:cNvSpPr/>
          <p:nvPr/>
        </p:nvSpPr>
        <p:spPr>
          <a:xfrm>
            <a:off x="2342030" y="2135781"/>
            <a:ext cx="4459938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D0C40A-F4C4-760A-1D04-0A03FA7728B9}"/>
              </a:ext>
            </a:extLst>
          </p:cNvPr>
          <p:cNvSpPr txBox="1">
            <a:spLocks/>
          </p:cNvSpPr>
          <p:nvPr/>
        </p:nvSpPr>
        <p:spPr>
          <a:xfrm>
            <a:off x="2106540" y="2156262"/>
            <a:ext cx="4930917" cy="830973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Prayer</a:t>
            </a:r>
          </a:p>
        </p:txBody>
      </p:sp>
    </p:spTree>
    <p:extLst>
      <p:ext uri="{BB962C8B-B14F-4D97-AF65-F5344CB8AC3E}">
        <p14:creationId xmlns:p14="http://schemas.microsoft.com/office/powerpoint/2010/main" val="33940566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Confession – </a:t>
            </a:r>
            <a:r>
              <a:rPr lang="en-SG">
                <a:latin typeface="Segoe UI" panose="020B0502040204020203" pitchFamily="34" charset="0"/>
                <a:cs typeface="Segoe UI" panose="020B0502040204020203" pitchFamily="34" charset="0"/>
              </a:rPr>
              <a:t>The King of love</a:t>
            </a:r>
            <a:endParaRPr lang="en-US" sz="20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18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D24EDA-CE43-82A2-B3E8-E6C307C397E9}"/>
              </a:ext>
            </a:extLst>
          </p:cNvPr>
          <p:cNvSpPr/>
          <p:nvPr/>
        </p:nvSpPr>
        <p:spPr>
          <a:xfrm>
            <a:off x="981231" y="1038986"/>
            <a:ext cx="7379210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b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Perverse and foolish oft I strayed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But yet in love he sought me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And on his shoulder gently laid,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And home, rejoicing brought me.</a:t>
            </a:r>
          </a:p>
        </p:txBody>
      </p:sp>
    </p:spTree>
    <p:extLst>
      <p:ext uri="{BB962C8B-B14F-4D97-AF65-F5344CB8AC3E}">
        <p14:creationId xmlns:p14="http://schemas.microsoft.com/office/powerpoint/2010/main" val="8580071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B06CDC2-E50A-3116-E465-B97E39BC940D}"/>
              </a:ext>
            </a:extLst>
          </p:cNvPr>
          <p:cNvSpPr txBox="1">
            <a:spLocks/>
          </p:cNvSpPr>
          <p:nvPr/>
        </p:nvSpPr>
        <p:spPr>
          <a:xfrm>
            <a:off x="1009567" y="1132430"/>
            <a:ext cx="7124865" cy="183488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SG" sz="6000" b="1" kern="1400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  <a:cs typeface="IrisUPC" panose="020B0604020202020204" pitchFamily="34" charset="-34"/>
              </a:rPr>
              <a:t>Freedom in </a:t>
            </a:r>
            <a:br>
              <a:rPr lang="en-SG" sz="6000" b="1" kern="1400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  <a:cs typeface="IrisUPC" panose="020B0604020202020204" pitchFamily="34" charset="-34"/>
              </a:rPr>
            </a:br>
            <a:r>
              <a:rPr lang="en-SG" sz="6000" b="1" kern="1400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  <a:cs typeface="IrisUPC" panose="020B0604020202020204" pitchFamily="34" charset="-34"/>
              </a:rPr>
              <a:t>Jesus Christ</a:t>
            </a:r>
            <a:endParaRPr lang="en-GB" sz="6000" b="1" i="1" kern="1400">
              <a:solidFill>
                <a:schemeClr val="bg1"/>
              </a:solidFill>
              <a:effectLst>
                <a:outerShdw blurRad="38100" dist="63500" dir="2700000" algn="tl">
                  <a:schemeClr val="tx1">
                    <a:alpha val="43000"/>
                  </a:schemeClr>
                </a:outerShdw>
              </a:effectLst>
              <a:latin typeface="Footlight MT Light" panose="0204060206030A020304" pitchFamily="18" charset="77"/>
              <a:cs typeface="IrisUPC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5855693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SG">
                <a:latin typeface="Segoe UI" panose="020B0502040204020203" pitchFamily="34" charset="0"/>
                <a:cs typeface="Segoe UI" panose="020B0502040204020203" pitchFamily="34" charset="0"/>
              </a:rPr>
              <a:t>Song no. 726</a:t>
            </a:r>
            <a:b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20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7655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CF1A2DE-FB90-6CB0-7A3A-DA847164E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02CBC7-3594-F81A-BA42-8BDF60D42F60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2312A7-33C9-D63C-33EF-E395463CEF78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1 : 1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D75DE56-5F0C-5056-AE13-29D86795AD33}"/>
              </a:ext>
            </a:extLst>
          </p:cNvPr>
          <p:cNvSpPr/>
          <p:nvPr/>
        </p:nvSpPr>
        <p:spPr>
          <a:xfrm>
            <a:off x="1452282" y="863442"/>
            <a:ext cx="679842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Peace ! perfect peace ! 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in this dark world of sin ? 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The blood of Jesus whispers peace within.</a:t>
            </a:r>
          </a:p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Peace ! perfect peace ! 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by thronging duties prest ?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To do the will of Jesus, this is rest.</a:t>
            </a:r>
            <a:endParaRPr lang="en-US" sz="2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06B5B6E-8198-6E5C-6E84-9D75287DF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</a:t>
            </a:r>
            <a:r>
              <a:rPr lang="en-SG">
                <a:latin typeface="Segoe UI" panose="020B0502040204020203" pitchFamily="34" charset="0"/>
                <a:cs typeface="Segoe UI" panose="020B0502040204020203" pitchFamily="34" charset="0"/>
              </a:rPr>
              <a:t>Song no. 726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24611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F688753-194C-4569-CBD4-569478ECE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BBE1A8-259F-FA31-D471-A122F2ACF342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22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36563C-ACF3-6396-FBBC-277D5688DA3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1 : 2 of 4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BAC8562-D3A9-2F9C-BC47-4C2B3FDE8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</a:t>
            </a:r>
            <a:r>
              <a:rPr lang="en-SG">
                <a:latin typeface="Segoe UI" panose="020B0502040204020203" pitchFamily="34" charset="0"/>
                <a:cs typeface="Segoe UI" panose="020B0502040204020203" pitchFamily="34" charset="0"/>
              </a:rPr>
              <a:t>Song no. 726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7202B73-E8EE-67C3-7C71-924AA70880D1}"/>
              </a:ext>
            </a:extLst>
          </p:cNvPr>
          <p:cNvSpPr/>
          <p:nvPr/>
        </p:nvSpPr>
        <p:spPr>
          <a:xfrm>
            <a:off x="1179095" y="863442"/>
            <a:ext cx="7071607" cy="37959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Peace ! perfect peace ! </a:t>
            </a:r>
            <a:b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with sorrows surging round ? 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On Jesus" bosom naught but calm is found.</a:t>
            </a:r>
          </a:p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Peace ! perfect peace ! </a:t>
            </a:r>
            <a:b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with loved ones far away ?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 In Jesus' keeping we are safe, and they.</a:t>
            </a:r>
          </a:p>
          <a:p>
            <a:pPr algn="ctr">
              <a:spcAft>
                <a:spcPts val="400"/>
              </a:spcAft>
            </a:pPr>
            <a:endParaRPr lang="en-US" sz="2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56683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09F6773-228B-0DC4-FAD1-E1D30D28A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3D6088-45F5-CEE8-C6B2-F394D9E570C6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2EB54C-990B-EAF8-9FB4-0FD83281179F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1 : 3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3E78ED-D212-D715-8745-F23550920BF2}"/>
              </a:ext>
            </a:extLst>
          </p:cNvPr>
          <p:cNvSpPr/>
          <p:nvPr/>
        </p:nvSpPr>
        <p:spPr>
          <a:xfrm>
            <a:off x="657726" y="887505"/>
            <a:ext cx="8021053" cy="42780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Peace ! perfect peace !</a:t>
            </a:r>
            <a:b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 our future all unknown ? 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Jesus we know, and He is on the throne.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Peace ! perfect peace ! </a:t>
            </a:r>
            <a:b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death shadowing us and ours ?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 Jesus has vanquished death and all its powers.</a:t>
            </a:r>
          </a:p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endParaRPr lang="en-US" sz="2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D9D0223-DDE2-A728-CEDA-548816010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</a:t>
            </a:r>
            <a:r>
              <a:rPr lang="en-SG">
                <a:latin typeface="Segoe UI" panose="020B0502040204020203" pitchFamily="34" charset="0"/>
                <a:cs typeface="Segoe UI" panose="020B0502040204020203" pitchFamily="34" charset="0"/>
              </a:rPr>
              <a:t>Song no. 726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62898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09F6773-228B-0DC4-FAD1-E1D30D28A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3D6088-45F5-CEE8-C6B2-F394D9E570C6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2EB54C-990B-EAF8-9FB4-0FD83281179F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1 : 4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3E78ED-D212-D715-8745-F23550920BF2}"/>
              </a:ext>
            </a:extLst>
          </p:cNvPr>
          <p:cNvSpPr/>
          <p:nvPr/>
        </p:nvSpPr>
        <p:spPr>
          <a:xfrm>
            <a:off x="657726" y="887505"/>
            <a:ext cx="8021053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It is enough: 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earth's struggles soon shall cease, 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And Jesus call to heaven's perfect peace.</a:t>
            </a:r>
          </a:p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endParaRPr lang="en-US" sz="2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D9D0223-DDE2-A728-CEDA-548816010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</a:t>
            </a:r>
            <a:r>
              <a:rPr lang="en-SG">
                <a:latin typeface="Segoe UI" panose="020B0502040204020203" pitchFamily="34" charset="0"/>
                <a:cs typeface="Segoe UI" panose="020B0502040204020203" pitchFamily="34" charset="0"/>
              </a:rPr>
              <a:t>Song no. 726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6457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498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163294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2 : 1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1452282" y="887505"/>
            <a:ext cx="6465745" cy="3898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Out of my bondage, sorrow, and night,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Jesus, I come ! Jesus, I come !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Into Thy freedom, gladness, and light,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Jesus, I come to Thee !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Out of my sickness into Thy health,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Out of my want and into Thy wealth,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Out of my sin and into Thyself,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Jesus, I come to Thee !</a:t>
            </a:r>
            <a:endParaRPr lang="en-US" sz="2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25EBDEB-28A0-A895-EE99-148520068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498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66838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1B9C799-54F8-9F54-9CDA-E86AA4D60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75B98C-C680-9EC4-C416-2579415ADDB0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A1A9F0-F0F9-37AD-31A6-86E97ABD9DAD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2 : 2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95D098-6B90-D9CD-4980-73D67EEE7741}"/>
              </a:ext>
            </a:extLst>
          </p:cNvPr>
          <p:cNvSpPr/>
          <p:nvPr/>
        </p:nvSpPr>
        <p:spPr>
          <a:xfrm>
            <a:off x="1452282" y="887505"/>
            <a:ext cx="6239435" cy="3898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Out of my shameful failure and loss,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Jesus I come ! Jesus, I come !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Into the glorious gain of Thy cross,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Jesus, I come to Thee !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Out of earth's sorrows into Thy balm,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Out of life's storm and into Thy calm,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Out of distress to jubilant psalm,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Jesus, I come to Thee !</a:t>
            </a:r>
            <a:endParaRPr lang="en-US" sz="2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A2F3080-99F1-F2DE-3299-E174825DB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498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32497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95FCC16-8237-7A4A-8132-EB7B36674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24BCE5-D0DB-F50C-ACE2-10B55A31A85B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28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B62AD4-7852-AF68-5FEF-46892C0A0BE3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2 : 3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6B6D96-39EE-535C-2933-FFB7C72EF6E0}"/>
              </a:ext>
            </a:extLst>
          </p:cNvPr>
          <p:cNvSpPr/>
          <p:nvPr/>
        </p:nvSpPr>
        <p:spPr>
          <a:xfrm>
            <a:off x="1452282" y="887505"/>
            <a:ext cx="6465745" cy="3898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Out of unrest and arrogant pride,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Jesus, I come ! Jesus, I come !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Into Thy blessed will to abide,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Jesus, I come to Thee !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Out of myself to dwell in Thy love,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Out of despair into raptures above,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Upward for aye on wings like a dove,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Jesus, I come to Thee !</a:t>
            </a:r>
            <a:endParaRPr lang="en-US" sz="2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5BA4930-30DF-D4B4-ADD6-B777DB74D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498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77215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4891385-2395-4E6B-21F6-B0BD0B1CA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C0DC69-02FF-6CAC-4071-A81BDB9CCCFD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29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6BCAB3-BD3F-1B0E-CC2C-6CA0F2917E75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2 : 4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806E297-1ADC-5926-D07E-F5F3B6CBE8EA}"/>
              </a:ext>
            </a:extLst>
          </p:cNvPr>
          <p:cNvSpPr/>
          <p:nvPr/>
        </p:nvSpPr>
        <p:spPr>
          <a:xfrm>
            <a:off x="1452282" y="887505"/>
            <a:ext cx="7298865" cy="3898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Out of the fear and dread of the tomb,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Jesus, I come ! Jesus, I come !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Into the joy and light of Thy home,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Jesus, I come to Thee !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Out of the depths of ruin untold,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Into the peace of Thy sheltering fold,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Ever Thy glorious face to behold,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Jesus, I come to Thee !</a:t>
            </a:r>
            <a:endParaRPr lang="en-US" sz="2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EA20479-821D-F1BF-5BAF-75D0E2472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498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14380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401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30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026189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3 : 1 of 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1452282" y="887505"/>
            <a:ext cx="7082118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Art thou weary ? art thou languid ?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Art thou sore </a:t>
            </a:r>
            <a:r>
              <a:rPr lang="en-SG" sz="2800" err="1">
                <a:latin typeface="Segoe UI" panose="020B0502040204020203" pitchFamily="34" charset="0"/>
                <a:cs typeface="Segoe UI" panose="020B0502040204020203" pitchFamily="34" charset="0"/>
              </a:rPr>
              <a:t>distrest</a:t>
            </a: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 ? 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"Come to Me," saith One; “</a:t>
            </a:r>
            <a:b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and coming, Be at rest !"</a:t>
            </a:r>
            <a:endParaRPr lang="en-US" sz="2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BB545B6-E81A-AAD9-C97D-D3B592102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401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311359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F9511BD-4CF8-C1EE-FA4D-ECE6DB13F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31A085-CC7D-6120-4B9E-492A4D20CB43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32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C556C3-ECE9-D7DD-B726-33552398D44D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3 : 2 of 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1F0B22-0AC9-61BE-20AC-30E8E824EE40}"/>
              </a:ext>
            </a:extLst>
          </p:cNvPr>
          <p:cNvSpPr/>
          <p:nvPr/>
        </p:nvSpPr>
        <p:spPr>
          <a:xfrm>
            <a:off x="1012874" y="887505"/>
            <a:ext cx="7521526" cy="2451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Hath He marks to lead me to Him,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If He be my guide ? “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 In His feet and hands are wound-prints,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And His side."</a:t>
            </a:r>
            <a:endParaRPr lang="en-US" sz="2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3AA28230-F44B-DC32-A51A-DCC1B6783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401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49691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024096E-959C-5645-20DC-DFB96341C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9471A0-46D7-277D-817B-0909360975DC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593030-CC76-61CF-F7F5-DC6A9C28DBC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3 : 3 of 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96B8FA0-9883-25CB-4F0E-617DCF91BB8C}"/>
              </a:ext>
            </a:extLst>
          </p:cNvPr>
          <p:cNvSpPr/>
          <p:nvPr/>
        </p:nvSpPr>
        <p:spPr>
          <a:xfrm>
            <a:off x="611945" y="887505"/>
            <a:ext cx="8166295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b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Is there diadem as Monarch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That His brow adorns ?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" Yea, a crown, in very surety,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But of thorns."</a:t>
            </a:r>
            <a:endParaRPr lang="en-US" sz="2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0D938F6E-BF3A-A165-D6A8-EB6116638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401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98614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1F4535E-5577-DE61-358A-A232B1DFB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40867B-35C3-98EE-A01C-8D569EF4A867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047971-DA85-C751-DC5A-5C52B51C52BA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3 : 4 of 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0B3BE2-D998-167B-8C65-476E697BA331}"/>
              </a:ext>
            </a:extLst>
          </p:cNvPr>
          <p:cNvSpPr/>
          <p:nvPr/>
        </p:nvSpPr>
        <p:spPr>
          <a:xfrm>
            <a:off x="928468" y="887505"/>
            <a:ext cx="7605932" cy="2451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If I find Him, if I follow,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What His guerdon here ?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‘’ Many a sorrow, many a labour,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Many a tear."</a:t>
            </a:r>
            <a:endParaRPr lang="en-US" sz="2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90AFB74-83FD-8F85-3412-5B2B465B4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401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376298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1F4535E-5577-DE61-358A-A232B1DFB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40867B-35C3-98EE-A01C-8D569EF4A867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047971-DA85-C751-DC5A-5C52B51C52BA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3 : 5 of 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0B3BE2-D998-167B-8C65-476E697BA331}"/>
              </a:ext>
            </a:extLst>
          </p:cNvPr>
          <p:cNvSpPr/>
          <p:nvPr/>
        </p:nvSpPr>
        <p:spPr>
          <a:xfrm>
            <a:off x="935502" y="887505"/>
            <a:ext cx="7737230" cy="2451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If I still hold closely to Him,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What hath He at last ?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" Sorrow vanquished, labour ended,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Jordan passed."</a:t>
            </a:r>
            <a:endParaRPr lang="en-US" sz="2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90AFB74-83FD-8F85-3412-5B2B465B4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401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710517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1F4535E-5577-DE61-358A-A232B1DFB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40867B-35C3-98EE-A01C-8D569EF4A867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047971-DA85-C751-DC5A-5C52B51C52BA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3 : 6 of 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0B3BE2-D998-167B-8C65-476E697BA331}"/>
              </a:ext>
            </a:extLst>
          </p:cNvPr>
          <p:cNvSpPr/>
          <p:nvPr/>
        </p:nvSpPr>
        <p:spPr>
          <a:xfrm>
            <a:off x="935502" y="887505"/>
            <a:ext cx="7737230" cy="2451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If I ask Him to receive me,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Will He say me nay ?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" Not till earth, and not till heaven,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Pass away."</a:t>
            </a:r>
            <a:endParaRPr lang="en-US" sz="2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90AFB74-83FD-8F85-3412-5B2B465B4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401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80278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1F4535E-5577-DE61-358A-A232B1DFB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40867B-35C3-98EE-A01C-8D569EF4A867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047971-DA85-C751-DC5A-5C52B51C52BA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3 : 7 of 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0B3BE2-D998-167B-8C65-476E697BA331}"/>
              </a:ext>
            </a:extLst>
          </p:cNvPr>
          <p:cNvSpPr/>
          <p:nvPr/>
        </p:nvSpPr>
        <p:spPr>
          <a:xfrm>
            <a:off x="935502" y="887505"/>
            <a:ext cx="7737230" cy="2451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Finding, following, keeping, struggling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Is He sure to bless ? 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Saints, Apostles, Prophets, Martyrs,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Answer—Yes !"</a:t>
            </a:r>
            <a:endParaRPr lang="en-US" sz="2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90AFB74-83FD-8F85-3412-5B2B465B4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401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875984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46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38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3858799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39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4 : 1 of </a:t>
            </a:r>
            <a:r>
              <a:rPr lang="en-SG" sz="1400"/>
              <a:t>8</a:t>
            </a:r>
            <a:endParaRPr lang="en-US" sz="14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520505" y="878713"/>
            <a:ext cx="8328073" cy="353943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SG" sz="2800">
                <a:ea typeface="+mn-lt"/>
                <a:cs typeface="+mn-lt"/>
              </a:rPr>
              <a:t>I love to tell the Story</a:t>
            </a:r>
          </a:p>
          <a:p>
            <a:pPr algn="ctr"/>
            <a:r>
              <a:rPr lang="en-SG" sz="2800">
                <a:ea typeface="+mn-lt"/>
                <a:cs typeface="+mn-lt"/>
              </a:rPr>
              <a:t>Of unseen things above</a:t>
            </a:r>
          </a:p>
          <a:p>
            <a:pPr algn="ctr"/>
            <a:r>
              <a:rPr lang="en-SG" sz="2800">
                <a:ea typeface="+mn-lt"/>
                <a:cs typeface="+mn-lt"/>
              </a:rPr>
              <a:t>Of Jesus and His glory,</a:t>
            </a:r>
          </a:p>
          <a:p>
            <a:pPr algn="ctr"/>
            <a:r>
              <a:rPr lang="en-SG" sz="2800">
                <a:ea typeface="+mn-lt"/>
                <a:cs typeface="+mn-lt"/>
              </a:rPr>
              <a:t>Of Jesus and His love.</a:t>
            </a:r>
          </a:p>
          <a:p>
            <a:pPr algn="ctr"/>
            <a:r>
              <a:rPr lang="en-SG" sz="2800">
                <a:ea typeface="+mn-lt"/>
                <a:cs typeface="+mn-lt"/>
              </a:rPr>
              <a:t>I love to tell the Story,</a:t>
            </a:r>
          </a:p>
          <a:p>
            <a:pPr algn="ctr"/>
            <a:r>
              <a:rPr lang="en-SG" sz="2800">
                <a:ea typeface="+mn-lt"/>
                <a:cs typeface="+mn-lt"/>
              </a:rPr>
              <a:t>Because I know it's true;</a:t>
            </a:r>
          </a:p>
          <a:p>
            <a:pPr algn="ctr"/>
            <a:r>
              <a:rPr lang="en-SG" sz="2800">
                <a:ea typeface="+mn-lt"/>
                <a:cs typeface="+mn-lt"/>
              </a:rPr>
              <a:t>It satisfies my longings</a:t>
            </a:r>
          </a:p>
          <a:p>
            <a:pPr algn="ctr"/>
            <a:r>
              <a:rPr lang="en-SG" sz="2800">
                <a:ea typeface="+mn-lt"/>
                <a:cs typeface="+mn-lt"/>
              </a:rPr>
              <a:t>As nothing else can do.</a:t>
            </a:r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C17D8D8-E9C5-D2A8-A52F-7AE59A61C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46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214946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40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4 : </a:t>
            </a:r>
            <a:r>
              <a:rPr lang="en-SG" sz="1400"/>
              <a:t>2 of 8</a:t>
            </a:r>
            <a:endParaRPr lang="en-US" sz="14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520505" y="878713"/>
            <a:ext cx="8328073" cy="2677656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/>
            <a:endParaRPr lang="en-SG" sz="2800">
              <a:ea typeface="+mn-lt"/>
              <a:cs typeface="+mn-lt"/>
            </a:endParaRPr>
          </a:p>
          <a:p>
            <a:pPr algn="ctr"/>
            <a:endParaRPr lang="en-SG" sz="2800">
              <a:ea typeface="+mn-lt"/>
              <a:cs typeface="+mn-lt"/>
            </a:endParaRPr>
          </a:p>
          <a:p>
            <a:pPr algn="ctr"/>
            <a:r>
              <a:rPr lang="en-SG" sz="2800" i="1">
                <a:solidFill>
                  <a:srgbClr val="C00000"/>
                </a:solidFill>
                <a:ea typeface="+mn-lt"/>
                <a:cs typeface="+mn-lt"/>
              </a:rPr>
              <a:t>I love to tell the Story !</a:t>
            </a:r>
          </a:p>
          <a:p>
            <a:pPr algn="ctr"/>
            <a:r>
              <a:rPr lang="en-SG" sz="2800" i="1">
                <a:solidFill>
                  <a:srgbClr val="C00000"/>
                </a:solidFill>
                <a:ea typeface="+mn-lt"/>
                <a:cs typeface="+mn-lt"/>
              </a:rPr>
              <a:t>'Twill be my theme in glory,</a:t>
            </a:r>
          </a:p>
          <a:p>
            <a:pPr algn="ctr"/>
            <a:r>
              <a:rPr lang="en-SG" sz="2800" i="1">
                <a:solidFill>
                  <a:srgbClr val="C00000"/>
                </a:solidFill>
                <a:ea typeface="+mn-lt"/>
                <a:cs typeface="+mn-lt"/>
              </a:rPr>
              <a:t>To tell the Old, Old Story,</a:t>
            </a:r>
          </a:p>
          <a:p>
            <a:pPr algn="ctr"/>
            <a:r>
              <a:rPr lang="en-SG" sz="2800" i="1">
                <a:solidFill>
                  <a:srgbClr val="C00000"/>
                </a:solidFill>
                <a:ea typeface="+mn-lt"/>
                <a:cs typeface="+mn-lt"/>
              </a:rPr>
              <a:t>Of Jesus and His love.</a:t>
            </a:r>
            <a:endParaRPr lang="en-US" i="1">
              <a:solidFill>
                <a:srgbClr val="C00000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C17D8D8-E9C5-D2A8-A52F-7AE59A61C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46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514067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4 : </a:t>
            </a:r>
            <a:r>
              <a:rPr lang="en-SG" sz="1400"/>
              <a:t>3</a:t>
            </a:r>
            <a:r>
              <a:rPr lang="en-US" sz="1400"/>
              <a:t> of </a:t>
            </a:r>
            <a:r>
              <a:rPr lang="en-SG" sz="1400"/>
              <a:t>8</a:t>
            </a:r>
            <a:endParaRPr lang="en-US" sz="14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520505" y="878713"/>
            <a:ext cx="8328073" cy="353943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SG" sz="2800">
                <a:ea typeface="+mn-lt"/>
                <a:cs typeface="+mn-lt"/>
              </a:rPr>
              <a:t>I love to tell the Story</a:t>
            </a:r>
          </a:p>
          <a:p>
            <a:pPr algn="ctr"/>
            <a:r>
              <a:rPr lang="en-SG" sz="2800">
                <a:ea typeface="+mn-lt"/>
                <a:cs typeface="+mn-lt"/>
              </a:rPr>
              <a:t>More wonderful it seems</a:t>
            </a:r>
          </a:p>
          <a:p>
            <a:pPr algn="ctr"/>
            <a:r>
              <a:rPr lang="en-SG" sz="2800">
                <a:ea typeface="+mn-lt"/>
                <a:cs typeface="+mn-lt"/>
              </a:rPr>
              <a:t>Than all the golden fancies</a:t>
            </a:r>
          </a:p>
          <a:p>
            <a:pPr algn="ctr"/>
            <a:r>
              <a:rPr lang="en-SG" sz="2800">
                <a:ea typeface="+mn-lt"/>
                <a:cs typeface="+mn-lt"/>
              </a:rPr>
              <a:t>Of all our golden dreams.</a:t>
            </a:r>
          </a:p>
          <a:p>
            <a:pPr algn="ctr"/>
            <a:r>
              <a:rPr lang="en-SG" sz="2800">
                <a:ea typeface="+mn-lt"/>
                <a:cs typeface="+mn-lt"/>
              </a:rPr>
              <a:t>I love to tell the Story</a:t>
            </a:r>
          </a:p>
          <a:p>
            <a:pPr algn="ctr"/>
            <a:r>
              <a:rPr lang="en-SG" sz="2800">
                <a:ea typeface="+mn-lt"/>
                <a:cs typeface="+mn-lt"/>
              </a:rPr>
              <a:t>It did so much for me;</a:t>
            </a:r>
          </a:p>
          <a:p>
            <a:pPr algn="ctr"/>
            <a:r>
              <a:rPr lang="en-SG" sz="2800">
                <a:ea typeface="+mn-lt"/>
                <a:cs typeface="+mn-lt"/>
              </a:rPr>
              <a:t>And that is just the reason</a:t>
            </a:r>
          </a:p>
          <a:p>
            <a:pPr algn="ctr"/>
            <a:r>
              <a:rPr lang="en-SG" sz="2800">
                <a:ea typeface="+mn-lt"/>
                <a:cs typeface="+mn-lt"/>
              </a:rPr>
              <a:t>I tell it now to thee.</a:t>
            </a:r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C17D8D8-E9C5-D2A8-A52F-7AE59A61C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46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727786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42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4 : </a:t>
            </a:r>
            <a:r>
              <a:rPr lang="en-SG" sz="1400"/>
              <a:t>4 of 8</a:t>
            </a:r>
            <a:endParaRPr lang="en-US" sz="14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520505" y="878713"/>
            <a:ext cx="8328073" cy="2677656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/>
            <a:endParaRPr lang="en-SG" sz="2800">
              <a:ea typeface="+mn-lt"/>
              <a:cs typeface="+mn-lt"/>
            </a:endParaRPr>
          </a:p>
          <a:p>
            <a:pPr algn="ctr"/>
            <a:endParaRPr lang="en-SG" sz="2800">
              <a:ea typeface="+mn-lt"/>
              <a:cs typeface="+mn-lt"/>
            </a:endParaRPr>
          </a:p>
          <a:p>
            <a:pPr algn="ctr"/>
            <a:r>
              <a:rPr lang="en-SG" sz="2800" i="1">
                <a:solidFill>
                  <a:srgbClr val="C00000"/>
                </a:solidFill>
                <a:ea typeface="+mn-lt"/>
                <a:cs typeface="+mn-lt"/>
              </a:rPr>
              <a:t>I love to tell the Story !</a:t>
            </a:r>
          </a:p>
          <a:p>
            <a:pPr algn="ctr"/>
            <a:r>
              <a:rPr lang="en-SG" sz="2800" i="1">
                <a:solidFill>
                  <a:srgbClr val="C00000"/>
                </a:solidFill>
                <a:ea typeface="+mn-lt"/>
                <a:cs typeface="+mn-lt"/>
              </a:rPr>
              <a:t>'Twill be my theme in glory,</a:t>
            </a:r>
          </a:p>
          <a:p>
            <a:pPr algn="ctr"/>
            <a:r>
              <a:rPr lang="en-SG" sz="2800" i="1">
                <a:solidFill>
                  <a:srgbClr val="C00000"/>
                </a:solidFill>
                <a:ea typeface="+mn-lt"/>
                <a:cs typeface="+mn-lt"/>
              </a:rPr>
              <a:t>To tell the Old, Old Story,</a:t>
            </a:r>
          </a:p>
          <a:p>
            <a:pPr algn="ctr"/>
            <a:r>
              <a:rPr lang="en-SG" sz="2800" i="1">
                <a:solidFill>
                  <a:srgbClr val="C00000"/>
                </a:solidFill>
                <a:ea typeface="+mn-lt"/>
                <a:cs typeface="+mn-lt"/>
              </a:rPr>
              <a:t>Of Jesus and His love.</a:t>
            </a:r>
            <a:endParaRPr lang="en-US" i="1">
              <a:solidFill>
                <a:srgbClr val="C00000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C17D8D8-E9C5-D2A8-A52F-7AE59A61C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46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330246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4 : 5 of </a:t>
            </a:r>
            <a:r>
              <a:rPr lang="en-SG" sz="1400"/>
              <a:t>8</a:t>
            </a:r>
            <a:endParaRPr lang="en-US" sz="14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520505" y="878713"/>
            <a:ext cx="8328073" cy="353943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SG" sz="2800">
                <a:ea typeface="+mn-lt"/>
                <a:cs typeface="+mn-lt"/>
              </a:rPr>
              <a:t>I love to tell the Story</a:t>
            </a:r>
          </a:p>
          <a:p>
            <a:pPr algn="ctr"/>
            <a:r>
              <a:rPr lang="en-SG" sz="2800">
                <a:ea typeface="+mn-lt"/>
                <a:cs typeface="+mn-lt"/>
              </a:rPr>
              <a:t>Tis pleasant to repeat</a:t>
            </a:r>
          </a:p>
          <a:p>
            <a:pPr algn="ctr"/>
            <a:r>
              <a:rPr lang="en-SG" sz="2800">
                <a:ea typeface="+mn-lt"/>
                <a:cs typeface="+mn-lt"/>
              </a:rPr>
              <a:t>What seems, each time I tell it,</a:t>
            </a:r>
          </a:p>
          <a:p>
            <a:pPr algn="ctr"/>
            <a:r>
              <a:rPr lang="en-SG" sz="2800">
                <a:ea typeface="+mn-lt"/>
                <a:cs typeface="+mn-lt"/>
              </a:rPr>
              <a:t>More wonderfully sweet.</a:t>
            </a:r>
          </a:p>
          <a:p>
            <a:pPr algn="ctr"/>
            <a:r>
              <a:rPr lang="en-SG" sz="2800">
                <a:ea typeface="+mn-lt"/>
                <a:cs typeface="+mn-lt"/>
              </a:rPr>
              <a:t>I love to tell the Story</a:t>
            </a:r>
          </a:p>
          <a:p>
            <a:pPr algn="ctr"/>
            <a:r>
              <a:rPr lang="en-SG" sz="2800">
                <a:ea typeface="+mn-lt"/>
                <a:cs typeface="+mn-lt"/>
              </a:rPr>
              <a:t>For some have never heard</a:t>
            </a:r>
          </a:p>
          <a:p>
            <a:pPr algn="ctr"/>
            <a:r>
              <a:rPr lang="en-SG" sz="2800">
                <a:ea typeface="+mn-lt"/>
                <a:cs typeface="+mn-lt"/>
              </a:rPr>
              <a:t>The message of salvation</a:t>
            </a:r>
          </a:p>
          <a:p>
            <a:pPr algn="ctr"/>
            <a:r>
              <a:rPr lang="en-SG" sz="2800">
                <a:ea typeface="+mn-lt"/>
                <a:cs typeface="+mn-lt"/>
              </a:rPr>
              <a:t>From God's own Holy Word.</a:t>
            </a:r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C17D8D8-E9C5-D2A8-A52F-7AE59A61C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46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127882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4 : </a:t>
            </a:r>
            <a:r>
              <a:rPr lang="en-SG" sz="1400"/>
              <a:t>6 of 8</a:t>
            </a:r>
            <a:endParaRPr lang="en-US" sz="14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520505" y="878713"/>
            <a:ext cx="8328073" cy="2677656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/>
            <a:endParaRPr lang="en-SG" sz="2800">
              <a:ea typeface="+mn-lt"/>
              <a:cs typeface="+mn-lt"/>
            </a:endParaRPr>
          </a:p>
          <a:p>
            <a:pPr algn="ctr"/>
            <a:endParaRPr lang="en-SG" sz="2800">
              <a:ea typeface="+mn-lt"/>
              <a:cs typeface="+mn-lt"/>
            </a:endParaRPr>
          </a:p>
          <a:p>
            <a:pPr algn="ctr"/>
            <a:r>
              <a:rPr lang="en-SG" sz="2800" i="1">
                <a:solidFill>
                  <a:srgbClr val="C00000"/>
                </a:solidFill>
                <a:ea typeface="+mn-lt"/>
                <a:cs typeface="+mn-lt"/>
              </a:rPr>
              <a:t>I love to tell the Story !</a:t>
            </a:r>
          </a:p>
          <a:p>
            <a:pPr algn="ctr"/>
            <a:r>
              <a:rPr lang="en-SG" sz="2800" i="1">
                <a:solidFill>
                  <a:srgbClr val="C00000"/>
                </a:solidFill>
                <a:ea typeface="+mn-lt"/>
                <a:cs typeface="+mn-lt"/>
              </a:rPr>
              <a:t>'Twill be my theme in glory,</a:t>
            </a:r>
          </a:p>
          <a:p>
            <a:pPr algn="ctr"/>
            <a:r>
              <a:rPr lang="en-SG" sz="2800" i="1">
                <a:solidFill>
                  <a:srgbClr val="C00000"/>
                </a:solidFill>
                <a:ea typeface="+mn-lt"/>
                <a:cs typeface="+mn-lt"/>
              </a:rPr>
              <a:t>To tell the Old, Old Story,</a:t>
            </a:r>
          </a:p>
          <a:p>
            <a:pPr algn="ctr"/>
            <a:r>
              <a:rPr lang="en-SG" sz="2800" i="1">
                <a:solidFill>
                  <a:srgbClr val="C00000"/>
                </a:solidFill>
                <a:ea typeface="+mn-lt"/>
                <a:cs typeface="+mn-lt"/>
              </a:rPr>
              <a:t>Of Jesus and His love.</a:t>
            </a:r>
            <a:endParaRPr lang="en-US" i="1">
              <a:solidFill>
                <a:srgbClr val="C00000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C17D8D8-E9C5-D2A8-A52F-7AE59A61C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46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625349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4 : </a:t>
            </a:r>
            <a:r>
              <a:rPr lang="en-SG" sz="1400"/>
              <a:t>7</a:t>
            </a:r>
            <a:r>
              <a:rPr lang="en-US" sz="1400"/>
              <a:t> of </a:t>
            </a:r>
            <a:r>
              <a:rPr lang="en-SG" sz="1400"/>
              <a:t>8</a:t>
            </a:r>
            <a:endParaRPr lang="en-US" sz="14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520505" y="878713"/>
            <a:ext cx="8328073" cy="353943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SG" sz="2800">
                <a:ea typeface="+mn-lt"/>
                <a:cs typeface="+mn-lt"/>
              </a:rPr>
              <a:t>I love to tell the Story:</a:t>
            </a:r>
          </a:p>
          <a:p>
            <a:pPr algn="ctr"/>
            <a:r>
              <a:rPr lang="en-SG" sz="2800">
                <a:ea typeface="+mn-lt"/>
                <a:cs typeface="+mn-lt"/>
              </a:rPr>
              <a:t>For those who know it best</a:t>
            </a:r>
          </a:p>
          <a:p>
            <a:pPr algn="ctr"/>
            <a:r>
              <a:rPr lang="en-SG" sz="2800">
                <a:ea typeface="+mn-lt"/>
                <a:cs typeface="+mn-lt"/>
              </a:rPr>
              <a:t>Seem hungering and thirsting</a:t>
            </a:r>
          </a:p>
          <a:p>
            <a:pPr algn="ctr"/>
            <a:r>
              <a:rPr lang="en-SG" sz="2800">
                <a:ea typeface="+mn-lt"/>
                <a:cs typeface="+mn-lt"/>
              </a:rPr>
              <a:t>To hear it like the rest.</a:t>
            </a:r>
          </a:p>
          <a:p>
            <a:pPr algn="ctr"/>
            <a:r>
              <a:rPr lang="en-SG" sz="2800">
                <a:ea typeface="+mn-lt"/>
                <a:cs typeface="+mn-lt"/>
              </a:rPr>
              <a:t>And when, in scenes of glory,</a:t>
            </a:r>
          </a:p>
          <a:p>
            <a:pPr algn="ctr"/>
            <a:r>
              <a:rPr lang="en-SG" sz="2800">
                <a:ea typeface="+mn-lt"/>
                <a:cs typeface="+mn-lt"/>
              </a:rPr>
              <a:t>I sing the New, New Song,</a:t>
            </a:r>
          </a:p>
          <a:p>
            <a:pPr algn="ctr"/>
            <a:r>
              <a:rPr lang="en-SG" sz="2800">
                <a:ea typeface="+mn-lt"/>
                <a:cs typeface="+mn-lt"/>
              </a:rPr>
              <a:t>'Twill be the Old, Old Story</a:t>
            </a:r>
          </a:p>
          <a:p>
            <a:pPr algn="ctr"/>
            <a:r>
              <a:rPr lang="en-SG" sz="2800">
                <a:ea typeface="+mn-lt"/>
                <a:cs typeface="+mn-lt"/>
              </a:rPr>
              <a:t>That I have loved so long.</a:t>
            </a:r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C17D8D8-E9C5-D2A8-A52F-7AE59A61C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46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571003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4 : </a:t>
            </a:r>
            <a:r>
              <a:rPr lang="en-SG" sz="1400"/>
              <a:t>8 of 8</a:t>
            </a:r>
            <a:endParaRPr lang="en-US" sz="14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520505" y="878713"/>
            <a:ext cx="8328073" cy="2677656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/>
            <a:endParaRPr lang="en-SG" sz="2800">
              <a:ea typeface="+mn-lt"/>
              <a:cs typeface="+mn-lt"/>
            </a:endParaRPr>
          </a:p>
          <a:p>
            <a:pPr algn="ctr"/>
            <a:endParaRPr lang="en-SG" sz="2800">
              <a:ea typeface="+mn-lt"/>
              <a:cs typeface="+mn-lt"/>
            </a:endParaRPr>
          </a:p>
          <a:p>
            <a:pPr algn="ctr"/>
            <a:r>
              <a:rPr lang="en-SG" sz="2800" i="1">
                <a:solidFill>
                  <a:srgbClr val="C00000"/>
                </a:solidFill>
                <a:ea typeface="+mn-lt"/>
                <a:cs typeface="+mn-lt"/>
              </a:rPr>
              <a:t>I love to tell the Story !</a:t>
            </a:r>
          </a:p>
          <a:p>
            <a:pPr algn="ctr"/>
            <a:r>
              <a:rPr lang="en-SG" sz="2800" i="1">
                <a:solidFill>
                  <a:srgbClr val="C00000"/>
                </a:solidFill>
                <a:ea typeface="+mn-lt"/>
                <a:cs typeface="+mn-lt"/>
              </a:rPr>
              <a:t>'Twill be my theme in glory,</a:t>
            </a:r>
          </a:p>
          <a:p>
            <a:pPr algn="ctr"/>
            <a:r>
              <a:rPr lang="en-SG" sz="2800" i="1">
                <a:solidFill>
                  <a:srgbClr val="C00000"/>
                </a:solidFill>
                <a:ea typeface="+mn-lt"/>
                <a:cs typeface="+mn-lt"/>
              </a:rPr>
              <a:t>To tell the Old, Old Story,</a:t>
            </a:r>
          </a:p>
          <a:p>
            <a:pPr algn="ctr"/>
            <a:r>
              <a:rPr lang="en-SG" sz="2800" i="1">
                <a:solidFill>
                  <a:srgbClr val="C00000"/>
                </a:solidFill>
                <a:ea typeface="+mn-lt"/>
                <a:cs typeface="+mn-lt"/>
              </a:rPr>
              <a:t>Of Jesus and His love.</a:t>
            </a:r>
            <a:endParaRPr lang="en-US" i="1">
              <a:solidFill>
                <a:srgbClr val="C00000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C17D8D8-E9C5-D2A8-A52F-7AE59A61C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46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786835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634 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9054325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2D6529B-0428-A9B9-0E36-E0F709923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CBFD3E-E0DD-94B5-AFD2-F7BB04AF47D2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48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5EDA14-D069-6AE5-2BBC-B637B5B21F1A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5 : 1 of </a:t>
            </a:r>
            <a:r>
              <a:rPr lang="en-SG" sz="1400"/>
              <a:t>4</a:t>
            </a:r>
            <a:endParaRPr lang="en-US" sz="14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232047-F35C-9CE6-AB39-2974E36818C5}"/>
              </a:ext>
            </a:extLst>
          </p:cNvPr>
          <p:cNvSpPr/>
          <p:nvPr/>
        </p:nvSpPr>
        <p:spPr>
          <a:xfrm>
            <a:off x="1168648" y="887505"/>
            <a:ext cx="7507001" cy="3898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Saviour ! Thy dying love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Thou </a:t>
            </a:r>
            <a:r>
              <a:rPr lang="en-SG" sz="2800" err="1">
                <a:latin typeface="Segoe UI" panose="020B0502040204020203" pitchFamily="34" charset="0"/>
                <a:cs typeface="Segoe UI" panose="020B0502040204020203" pitchFamily="34" charset="0"/>
              </a:rPr>
              <a:t>gavest</a:t>
            </a: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 me,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Nor should I aught withhold,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My Lord, from Thee;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In love my soul would bow,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My heart fulfil its vow,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Some offering bring Thee now,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Something for Thee.</a:t>
            </a:r>
            <a:endParaRPr lang="en-US" sz="2800" i="1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968D38C-2C82-7C11-B05D-513832A91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634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958099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C2868E4-657B-6009-127F-02825719B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96FAAE-DB61-AE90-122B-339729015882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49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EEEF68-FCC0-B8B8-9619-FEBE28500934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5 : 2 of </a:t>
            </a:r>
            <a:r>
              <a:rPr lang="en-SG" sz="1400"/>
              <a:t>4</a:t>
            </a:r>
            <a:endParaRPr lang="en-US" sz="14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3150C6-8221-D63C-33BE-B34E2F490172}"/>
              </a:ext>
            </a:extLst>
          </p:cNvPr>
          <p:cNvSpPr/>
          <p:nvPr/>
        </p:nvSpPr>
        <p:spPr>
          <a:xfrm>
            <a:off x="1168648" y="887505"/>
            <a:ext cx="7507001" cy="3898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At the blest mercy-seat,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Pleading for me,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My feeble faith looks up,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Jesus, to Thee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Help me the cross to bear,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Thy wondrous love declare,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Some song to raise, or prayer,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Something for Thee.</a:t>
            </a:r>
            <a:endParaRPr lang="en-US" sz="2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257D2E9-8338-4D70-7848-7EBAAA53B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634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648778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297B6E7-326C-644C-FBC7-01E0BC685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3EE5E4-8EA9-E9EF-E17A-F087EBF1E6B5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50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2C4562-7C0E-B6DC-6C8C-80942713DC82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5 : 3 of </a:t>
            </a:r>
            <a:r>
              <a:rPr lang="en-SG" sz="1400"/>
              <a:t>4</a:t>
            </a:r>
            <a:endParaRPr lang="en-US" sz="14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774693D-CD44-5CB7-0C93-3628B747F75C}"/>
              </a:ext>
            </a:extLst>
          </p:cNvPr>
          <p:cNvSpPr/>
          <p:nvPr/>
        </p:nvSpPr>
        <p:spPr>
          <a:xfrm>
            <a:off x="1168648" y="887505"/>
            <a:ext cx="7507001" cy="3898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Give me a faithful heart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Likeness to Thee,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That each departing day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Henceforth may see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Some work of love begun,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Some deed of kindness done,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Some wanderer sought and won,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Something for Thee.</a:t>
            </a:r>
            <a:endParaRPr lang="en-US" sz="2800" i="1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56A539C-4C26-5D1C-7D31-2EAE3D32C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634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270194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297B6E7-326C-644C-FBC7-01E0BC685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3EE5E4-8EA9-E9EF-E17A-F087EBF1E6B5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2C4562-7C0E-B6DC-6C8C-80942713DC82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5 : </a:t>
            </a:r>
            <a:r>
              <a:rPr lang="en-SG" sz="1400"/>
              <a:t>4 </a:t>
            </a:r>
            <a:r>
              <a:rPr lang="en-US" sz="1400"/>
              <a:t>of </a:t>
            </a:r>
            <a:r>
              <a:rPr lang="en-SG" sz="1400"/>
              <a:t>4</a:t>
            </a:r>
            <a:endParaRPr lang="en-US" sz="14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774693D-CD44-5CB7-0C93-3628B747F75C}"/>
              </a:ext>
            </a:extLst>
          </p:cNvPr>
          <p:cNvSpPr/>
          <p:nvPr/>
        </p:nvSpPr>
        <p:spPr>
          <a:xfrm>
            <a:off x="1168648" y="887505"/>
            <a:ext cx="7507001" cy="3898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All that I am and have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Thy gifts so free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In joy, in grief, through life,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O Lord, for Thee !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And when Thy face I see,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My ransomed soul shall be,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Through all eternity,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Something for Thee.</a:t>
            </a:r>
            <a:endParaRPr lang="en-US" sz="2800" i="1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56A539C-4C26-5D1C-7D31-2EAE3D32C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634 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157098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647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52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4795856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6 : 1 of 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1168648" y="887505"/>
            <a:ext cx="7507001" cy="2882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b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Oh, what fellowship; oh, what joy is mine,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Resting in the everlasting arms !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Oh, what blessedness ; oh, what peace divine.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Resting in the everlasting arms!</a:t>
            </a:r>
            <a:endParaRPr lang="en-US" sz="2800" i="1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C17D8D8-E9C5-D2A8-A52F-7AE59A61C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647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018520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65020D7-9C2D-913D-9D9B-2ED3F5D01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1A0D28-58EC-9B84-6700-F71E0923B544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02F64F-7B08-E1DF-77C2-DF24B4884A2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6 : 2 of 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709EB3-F9C5-7B20-D805-158D5D8DCD6B}"/>
              </a:ext>
            </a:extLst>
          </p:cNvPr>
          <p:cNvSpPr/>
          <p:nvPr/>
        </p:nvSpPr>
        <p:spPr>
          <a:xfrm>
            <a:off x="818499" y="895526"/>
            <a:ext cx="7507001" cy="2882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br>
              <a:rPr lang="en-SG" sz="2800" i="1"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SG" sz="2800" i="1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Resting, resting,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Safe and secure from all alarms;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Resting, resting,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Resting in the everlasting arms! </a:t>
            </a:r>
            <a:endParaRPr lang="en-US" sz="2800" i="1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7E0C573-9B0A-9146-5F05-207C3B6C9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647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583501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F36A04C-5D2C-BE08-0772-5A84E6EA2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320B00-9461-D24A-94AD-E6C8F3F016ED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D3CD50-1DFB-A828-6455-13D1216B4EB3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6 : 3 of 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BCFE196-852C-EF4A-5C89-8F84C628F6D8}"/>
              </a:ext>
            </a:extLst>
          </p:cNvPr>
          <p:cNvSpPr/>
          <p:nvPr/>
        </p:nvSpPr>
        <p:spPr>
          <a:xfrm>
            <a:off x="984164" y="879484"/>
            <a:ext cx="7678573" cy="2882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b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Oh, how safe am I in this pilgrim way,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Resting in the everlasting arms !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Oh, how bright the path grows from day to day,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Resting in the everlasting arms !</a:t>
            </a:r>
            <a:endParaRPr lang="en-US" sz="2800" i="1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AAD21BDD-D3AE-5CDB-B758-E73AB8700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647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836024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65020D7-9C2D-913D-9D9B-2ED3F5D01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1A0D28-58EC-9B84-6700-F71E0923B544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02F64F-7B08-E1DF-77C2-DF24B4884A2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6 : 4 of 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709EB3-F9C5-7B20-D805-158D5D8DCD6B}"/>
              </a:ext>
            </a:extLst>
          </p:cNvPr>
          <p:cNvSpPr/>
          <p:nvPr/>
        </p:nvSpPr>
        <p:spPr>
          <a:xfrm>
            <a:off x="818499" y="895526"/>
            <a:ext cx="7507001" cy="2882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br>
              <a:rPr lang="en-SG" sz="2800" i="1"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SG" sz="2800" i="1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Resting, resting,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Safe and secure from all alarms;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Resting, resting,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Resting in the everlasting arms! </a:t>
            </a:r>
            <a:endParaRPr lang="en-US" sz="2800" i="1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7E0C573-9B0A-9146-5F05-207C3B6C9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647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437751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DE6AEA3-8187-67DE-FF55-5C3DF6031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235F33-356D-AEFB-4599-9961FC6C7AA5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3055F6-333A-FAAF-7CFD-1D7E180EB11F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6 : 5 of 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D737D0-BD04-7FC6-B03F-BCEC1F57FD2E}"/>
              </a:ext>
            </a:extLst>
          </p:cNvPr>
          <p:cNvSpPr/>
          <p:nvPr/>
        </p:nvSpPr>
        <p:spPr>
          <a:xfrm>
            <a:off x="690890" y="914886"/>
            <a:ext cx="8152280" cy="2882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b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What have I to dread, what have I to fear,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Resting in the everlasting arms ?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I have perfect peace with my Saviour near,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Resting in the everlasting arms !</a:t>
            </a:r>
            <a:endParaRPr lang="en-US" sz="2800" i="1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1434691-EE47-68D6-AEAA-52AFBA3DC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647 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205307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65020D7-9C2D-913D-9D9B-2ED3F5D01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1A0D28-58EC-9B84-6700-F71E0923B544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58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02F64F-7B08-E1DF-77C2-DF24B4884A2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6 : 6 of 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709EB3-F9C5-7B20-D805-158D5D8DCD6B}"/>
              </a:ext>
            </a:extLst>
          </p:cNvPr>
          <p:cNvSpPr/>
          <p:nvPr/>
        </p:nvSpPr>
        <p:spPr>
          <a:xfrm>
            <a:off x="818499" y="895526"/>
            <a:ext cx="7507001" cy="2882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br>
              <a:rPr lang="en-SG" sz="2800" i="1"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SG" sz="2800" i="1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Resting, resting,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Safe and secure from all alarms;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Resting, resting,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Resting in the everlasting arms! </a:t>
            </a:r>
            <a:endParaRPr lang="en-US" sz="2800" i="1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7E0C573-9B0A-9146-5F05-207C3B6C9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647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001105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872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59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5032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DE6AEA3-8187-67DE-FF55-5C3DF6031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235F33-356D-AEFB-4599-9961FC6C7AA5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60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3055F6-333A-FAAF-7CFD-1D7E180EB11F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</a:t>
            </a:r>
            <a:r>
              <a:rPr lang="en-SG" sz="1400"/>
              <a:t>7 : </a:t>
            </a:r>
            <a:r>
              <a:rPr lang="en-US" sz="1400"/>
              <a:t>1 of 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D737D0-BD04-7FC6-B03F-BCEC1F57FD2E}"/>
              </a:ext>
            </a:extLst>
          </p:cNvPr>
          <p:cNvSpPr/>
          <p:nvPr/>
        </p:nvSpPr>
        <p:spPr>
          <a:xfrm>
            <a:off x="907367" y="914886"/>
            <a:ext cx="7927144" cy="2882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b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There is sunshine in my soul to-day,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More glorious and bright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Than glows in any earthly sky;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For Jesus is my light.</a:t>
            </a:r>
            <a:endParaRPr lang="en-US" sz="2800" i="1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1434691-EE47-68D6-AEAA-52AFBA3DC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872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300479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DE6AEA3-8187-67DE-FF55-5C3DF6031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235F33-356D-AEFB-4599-9961FC6C7AA5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61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3055F6-333A-FAAF-7CFD-1D7E180EB11F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</a:t>
            </a:r>
            <a:r>
              <a:rPr lang="en-SG" sz="1400"/>
              <a:t>7 </a:t>
            </a:r>
            <a:r>
              <a:rPr lang="en-US" sz="1400"/>
              <a:t>: 2 of 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D737D0-BD04-7FC6-B03F-BCEC1F57FD2E}"/>
              </a:ext>
            </a:extLst>
          </p:cNvPr>
          <p:cNvSpPr/>
          <p:nvPr/>
        </p:nvSpPr>
        <p:spPr>
          <a:xfrm>
            <a:off x="907367" y="914886"/>
            <a:ext cx="7927144" cy="2882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b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Oh, there's sunshine, blessed sunshine, 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When the peaceful, happy moments roll ; 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When Jesus shows His smiling face,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There is sunshine in my soul.</a:t>
            </a:r>
            <a:endParaRPr lang="en-US" sz="2800" i="1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1434691-EE47-68D6-AEAA-52AFBA3DC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872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93836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DE6AEA3-8187-67DE-FF55-5C3DF6031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235F33-356D-AEFB-4599-9961FC6C7AA5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62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3055F6-333A-FAAF-7CFD-1D7E180EB11F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7 : 3 of 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D737D0-BD04-7FC6-B03F-BCEC1F57FD2E}"/>
              </a:ext>
            </a:extLst>
          </p:cNvPr>
          <p:cNvSpPr/>
          <p:nvPr/>
        </p:nvSpPr>
        <p:spPr>
          <a:xfrm>
            <a:off x="907367" y="914886"/>
            <a:ext cx="7927144" cy="2882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b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There is music in my soul to-day,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A carol to my King;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And Jesus, listening, can hear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The songs I cannot sing.</a:t>
            </a:r>
            <a:endParaRPr lang="en-US" sz="2800" i="1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1434691-EE47-68D6-AEAA-52AFBA3DC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872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135768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DE6AEA3-8187-67DE-FF55-5C3DF6031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235F33-356D-AEFB-4599-9961FC6C7AA5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63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3055F6-333A-FAAF-7CFD-1D7E180EB11F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7 : 4 of 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D737D0-BD04-7FC6-B03F-BCEC1F57FD2E}"/>
              </a:ext>
            </a:extLst>
          </p:cNvPr>
          <p:cNvSpPr/>
          <p:nvPr/>
        </p:nvSpPr>
        <p:spPr>
          <a:xfrm>
            <a:off x="907367" y="914886"/>
            <a:ext cx="7927144" cy="2882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b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Oh, there's sunshine, blessed sunshine, 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When the peaceful, happy moments roll ; 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When Jesus shows His smiling face,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There is sunshine in my soul.</a:t>
            </a:r>
            <a:endParaRPr lang="en-US" sz="2800" i="1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1434691-EE47-68D6-AEAA-52AFBA3DC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872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941229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DE6AEA3-8187-67DE-FF55-5C3DF6031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235F33-356D-AEFB-4599-9961FC6C7AA5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64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3055F6-333A-FAAF-7CFD-1D7E180EB11F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7 : 5 of 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D737D0-BD04-7FC6-B03F-BCEC1F57FD2E}"/>
              </a:ext>
            </a:extLst>
          </p:cNvPr>
          <p:cNvSpPr/>
          <p:nvPr/>
        </p:nvSpPr>
        <p:spPr>
          <a:xfrm>
            <a:off x="907367" y="914886"/>
            <a:ext cx="7927144" cy="2882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b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There is springtime in my soul to-day;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For, when the Lord is near,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The dove of peace sings in my heart,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The flowers of grace appear.</a:t>
            </a:r>
            <a:endParaRPr lang="en-US" sz="2800" i="1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1434691-EE47-68D6-AEAA-52AFBA3DC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872 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324458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DE6AEA3-8187-67DE-FF55-5C3DF6031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235F33-356D-AEFB-4599-9961FC6C7AA5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65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3055F6-333A-FAAF-7CFD-1D7E180EB11F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7 : 6 of 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D737D0-BD04-7FC6-B03F-BCEC1F57FD2E}"/>
              </a:ext>
            </a:extLst>
          </p:cNvPr>
          <p:cNvSpPr/>
          <p:nvPr/>
        </p:nvSpPr>
        <p:spPr>
          <a:xfrm>
            <a:off x="907367" y="914886"/>
            <a:ext cx="7927144" cy="2882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b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Oh, there's sunshine, blessed sunshine, 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When the peaceful, happy moments roll ; 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When Jesus shows His smiling face,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There is sunshine in my soul.</a:t>
            </a:r>
            <a:endParaRPr lang="en-US" sz="2800" i="1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1434691-EE47-68D6-AEAA-52AFBA3DC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872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466896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DE6AEA3-8187-67DE-FF55-5C3DF6031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235F33-356D-AEFB-4599-9961FC6C7AA5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66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3055F6-333A-FAAF-7CFD-1D7E180EB11F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7 : 7 of 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D737D0-BD04-7FC6-B03F-BCEC1F57FD2E}"/>
              </a:ext>
            </a:extLst>
          </p:cNvPr>
          <p:cNvSpPr/>
          <p:nvPr/>
        </p:nvSpPr>
        <p:spPr>
          <a:xfrm>
            <a:off x="717452" y="914886"/>
            <a:ext cx="8117059" cy="2882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b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There is gladness in my soul to-day,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And hope, and praise, and love;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For blessings which He gives me now,</a:t>
            </a:r>
          </a:p>
          <a:p>
            <a:pPr algn="ctr"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For joys laid up above.</a:t>
            </a:r>
            <a:endParaRPr lang="en-US" sz="2800" i="1">
              <a:solidFill>
                <a:schemeClr val="accent2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1434691-EE47-68D6-AEAA-52AFBA3DC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872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743825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DE6AEA3-8187-67DE-FF55-5C3DF6031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235F33-356D-AEFB-4599-9961FC6C7AA5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67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3055F6-333A-FAAF-7CFD-1D7E180EB11F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7 : 8 of 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D737D0-BD04-7FC6-B03F-BCEC1F57FD2E}"/>
              </a:ext>
            </a:extLst>
          </p:cNvPr>
          <p:cNvSpPr/>
          <p:nvPr/>
        </p:nvSpPr>
        <p:spPr>
          <a:xfrm>
            <a:off x="907367" y="914886"/>
            <a:ext cx="7927144" cy="2882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b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Oh, there's sunshine, blessed sunshine, 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When the peaceful, happy moments roll ; 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When Jesus shows His smiling face,</a:t>
            </a: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There is sunshine in my soul.</a:t>
            </a:r>
            <a:endParaRPr lang="en-US" sz="2800" i="1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1434691-EE47-68D6-AEAA-52AFBA3DC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</p:spPr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Communion- Song no: 872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435514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D5B6446-DF9C-BA6E-B41E-1CD580FE87A5}"/>
              </a:ext>
            </a:extLst>
          </p:cNvPr>
          <p:cNvSpPr txBox="1">
            <a:spLocks/>
          </p:cNvSpPr>
          <p:nvPr/>
        </p:nvSpPr>
        <p:spPr>
          <a:xfrm>
            <a:off x="1009567" y="1132430"/>
            <a:ext cx="7124865" cy="183488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endParaRPr lang="en-SG" sz="6000" b="1">
              <a:solidFill>
                <a:schemeClr val="bg1"/>
              </a:solidFill>
              <a:effectLst>
                <a:outerShdw blurRad="38100" dist="63500" dir="2700000" algn="tl">
                  <a:schemeClr val="tx1">
                    <a:alpha val="43000"/>
                  </a:schemeClr>
                </a:outerShdw>
              </a:effectLst>
              <a:latin typeface="Footlight MT Light" panose="0204060206030A020304" pitchFamily="18" charset="77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5E54A38-54D0-6477-68F0-01E2D0EDD891}"/>
              </a:ext>
            </a:extLst>
          </p:cNvPr>
          <p:cNvSpPr txBox="1">
            <a:spLocks/>
          </p:cNvSpPr>
          <p:nvPr/>
        </p:nvSpPr>
        <p:spPr>
          <a:xfrm>
            <a:off x="1161967" y="1284830"/>
            <a:ext cx="7124865" cy="183488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SG" sz="6000" b="1" kern="1400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  <a:cs typeface="IrisUPC" panose="020B0604020202020204" pitchFamily="34" charset="-34"/>
              </a:rPr>
              <a:t>Freedom in </a:t>
            </a:r>
            <a:br>
              <a:rPr lang="en-SG" sz="6000" b="1" kern="1400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  <a:cs typeface="IrisUPC" panose="020B0604020202020204" pitchFamily="34" charset="-34"/>
              </a:rPr>
            </a:br>
            <a:r>
              <a:rPr lang="en-SG" sz="6000" b="1" kern="1400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  <a:cs typeface="IrisUPC" panose="020B0604020202020204" pitchFamily="34" charset="-34"/>
              </a:rPr>
              <a:t>Jesus Christ</a:t>
            </a:r>
            <a:endParaRPr lang="en-GB" sz="6000" b="1" i="1" kern="1400">
              <a:solidFill>
                <a:schemeClr val="bg1"/>
              </a:solidFill>
              <a:effectLst>
                <a:outerShdw blurRad="38100" dist="63500" dir="2700000" algn="tl">
                  <a:schemeClr val="tx1">
                    <a:alpha val="43000"/>
                  </a:schemeClr>
                </a:outerShdw>
              </a:effectLst>
              <a:latin typeface="Footlight MT Light" panose="0204060206030A020304" pitchFamily="18" charset="77"/>
              <a:cs typeface="IrisUPC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43088136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6BB2930-A4C7-F30F-1B80-CC4D479494FA}"/>
              </a:ext>
            </a:extLst>
          </p:cNvPr>
          <p:cNvSpPr/>
          <p:nvPr/>
        </p:nvSpPr>
        <p:spPr>
          <a:xfrm>
            <a:off x="1940855" y="2135782"/>
            <a:ext cx="5262283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F3B4DD-D28E-D949-A750-E7C0BC73DB23}"/>
              </a:ext>
            </a:extLst>
          </p:cNvPr>
          <p:cNvSpPr txBox="1">
            <a:spLocks/>
          </p:cNvSpPr>
          <p:nvPr/>
        </p:nvSpPr>
        <p:spPr>
          <a:xfrm>
            <a:off x="2106541" y="2183412"/>
            <a:ext cx="4930917" cy="77667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Announcements</a:t>
            </a:r>
          </a:p>
        </p:txBody>
      </p:sp>
    </p:spTree>
    <p:extLst>
      <p:ext uri="{BB962C8B-B14F-4D97-AF65-F5344CB8AC3E}">
        <p14:creationId xmlns:p14="http://schemas.microsoft.com/office/powerpoint/2010/main" val="307132398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B6C93E1-36CE-F678-40EB-0ED3F01C1EFB}"/>
              </a:ext>
            </a:extLst>
          </p:cNvPr>
          <p:cNvSpPr/>
          <p:nvPr/>
        </p:nvSpPr>
        <p:spPr>
          <a:xfrm>
            <a:off x="1125066" y="1743605"/>
            <a:ext cx="6893857" cy="1656289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7AE418-84FE-0E25-B13A-DAD0615A2C9F}"/>
              </a:ext>
            </a:extLst>
          </p:cNvPr>
          <p:cNvSpPr txBox="1">
            <a:spLocks/>
          </p:cNvSpPr>
          <p:nvPr/>
        </p:nvSpPr>
        <p:spPr>
          <a:xfrm>
            <a:off x="1051895" y="1699813"/>
            <a:ext cx="7040197" cy="87193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US">
                <a:solidFill>
                  <a:schemeClr val="bg1"/>
                </a:solidFill>
              </a:rPr>
              <a:t>Closing Hymn</a:t>
            </a:r>
          </a:p>
          <a:p>
            <a:r>
              <a:rPr lang="en-US">
                <a:solidFill>
                  <a:schemeClr val="bg1"/>
                </a:solidFill>
              </a:rPr>
              <a:t>Song.no: 1164 (v1)</a:t>
            </a:r>
          </a:p>
        </p:txBody>
      </p:sp>
    </p:spTree>
    <p:extLst>
      <p:ext uri="{BB962C8B-B14F-4D97-AF65-F5344CB8AC3E}">
        <p14:creationId xmlns:p14="http://schemas.microsoft.com/office/powerpoint/2010/main" val="118018460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60045" marR="0" indent="-36004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SG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Closing Hymn – Song no: 1164,</a:t>
            </a:r>
            <a:r>
              <a:rPr lang="en-SG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v1</a:t>
            </a:r>
            <a:endParaRPr lang="en-US">
              <a:effectLst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71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9B1927-DD5B-EE66-1640-FBE3EE92B17A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Closing : 1 of 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A0575D6-2132-A304-BD4D-E123FFDE7A28}"/>
              </a:ext>
            </a:extLst>
          </p:cNvPr>
          <p:cNvSpPr/>
          <p:nvPr/>
        </p:nvSpPr>
        <p:spPr>
          <a:xfrm>
            <a:off x="722671" y="802035"/>
            <a:ext cx="8111840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en-SG" sz="2800"/>
          </a:p>
          <a:p>
            <a:pPr algn="ctr"/>
            <a:r>
              <a:rPr lang="en-SG" sz="2800"/>
              <a:t>Saviour, like a shepherd lead us,</a:t>
            </a:r>
          </a:p>
          <a:p>
            <a:pPr algn="ctr"/>
            <a:r>
              <a:rPr lang="en-SG" sz="2800"/>
              <a:t>Much we need Thy tenderest care;</a:t>
            </a:r>
          </a:p>
          <a:p>
            <a:pPr algn="ctr"/>
            <a:r>
              <a:rPr lang="en-SG" sz="2800"/>
              <a:t>In Thy pleasant pastures feed us,</a:t>
            </a:r>
          </a:p>
          <a:p>
            <a:pPr algn="ctr"/>
            <a:r>
              <a:rPr lang="en-SG" sz="2800"/>
              <a:t>For our use Thy folds prepare.</a:t>
            </a:r>
          </a:p>
          <a:p>
            <a:pPr algn="ctr"/>
            <a:r>
              <a:rPr lang="en-SG" sz="2800"/>
              <a:t>Blessed Jesus, blessed Jesus,</a:t>
            </a:r>
          </a:p>
          <a:p>
            <a:pPr algn="ctr"/>
            <a:r>
              <a:rPr lang="en-SG" sz="2800"/>
              <a:t>Thou hast bought us, Thine we are.</a:t>
            </a:r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344140600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3ED4C2D-8F3A-93FB-E552-441EF1174C57}"/>
              </a:ext>
            </a:extLst>
          </p:cNvPr>
          <p:cNvSpPr txBox="1">
            <a:spLocks/>
          </p:cNvSpPr>
          <p:nvPr/>
        </p:nvSpPr>
        <p:spPr>
          <a:xfrm>
            <a:off x="1009567" y="1132430"/>
            <a:ext cx="7124865" cy="183488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SG" sz="6000" b="1" kern="1400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  <a:cs typeface="IrisUPC" panose="020B0604020202020204" pitchFamily="34" charset="-34"/>
              </a:rPr>
              <a:t>Freedom in </a:t>
            </a:r>
            <a:br>
              <a:rPr lang="en-SG" sz="6000" b="1" kern="1400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  <a:cs typeface="IrisUPC" panose="020B0604020202020204" pitchFamily="34" charset="-34"/>
              </a:rPr>
            </a:br>
            <a:r>
              <a:rPr lang="en-SG" sz="6000" b="1" kern="1400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  <a:cs typeface="IrisUPC" panose="020B0604020202020204" pitchFamily="34" charset="-34"/>
              </a:rPr>
              <a:t>Jesus Christ</a:t>
            </a:r>
          </a:p>
        </p:txBody>
      </p:sp>
    </p:spTree>
    <p:extLst>
      <p:ext uri="{BB962C8B-B14F-4D97-AF65-F5344CB8AC3E}">
        <p14:creationId xmlns:p14="http://schemas.microsoft.com/office/powerpoint/2010/main" val="402753571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E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g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IAAAAAAAAAAwAAAAMAAAAA/////wQASwwAAAAAAAAAAAAAIAD///////////////8AAAD///////////////8D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ztgWoR4viRMqI4XIpkyi1AFAAAAAAADAAAAAwADAAAAAQADAAEA////////BAAAAAMAEAALFWgxPmwReUCeHmo7iS86ngUAAAABAAMAAAAAAAMAAAAC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EACwMAAAAAAAAAAAAACAB////////////////AAAA////////////////BA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aAAZMaW5rZWRTaGFwZXNEYXRhUHJvcGVydHlfMAUAAAAAAAQAAAADAAQAAAABAAMAAQEDAAAAAwD///////8lAAZMaW5rZWRTaGFwZVByZXNlbnRhdGlvblNldHRpbmdzRGF0YV8wBQAAAAEABAAAAAAABA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gC3DgAAAAAAAAAAAAD/////gwCDAAAABV9pZAAQAAAABDtgWoR4viRMqI4XIpkyi1ADRGF0YQAbAAAABExpbmtlZFNoYXBlRGF0YQAFAAAAAAACTmFtZQAZAAAATGlua2VkU2hhcGVzRGF0YVByb3BlcnR5ABBWZXJzaW9uAAAAAAAJTGFzdFdyaXRlAHN26HWOAQAAAAEA/////50AnQAAAAVfaWQAEAAAAAQVaDE+bBF5QJ4eajuJLzqeA0RhdGEAKgAAAAhQcmVzZW50YXRpb25TY2FubmVkRm9yTGlua2VkU2hhcGVzAAEAAk5hbWUAJAAAAExpbmtlZFNoYXBlUHJlc2VudGF0aW9uU2V0dGluZ3NEYXRhABBWZXJzaW9uAAAAAAAJTGFzdFdyaXRlAPV26HWO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B_LENGTH" val="24576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5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6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6006a9c5-d130-408c-bc8e-3b5ecdb17aa0}" enabled="1" method="Standard" siteId="{8d4b558f-7b2e-40ba-ad1f-e04d79e6265a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On-screen Show (16:9)</PresentationFormat>
  <Slides>72</Slides>
  <Notes>0</Notes>
  <HiddenSlides>51</HiddenSlides>
  <ScaleCrop>false</ScaleCrop>
  <HeadingPairs>
    <vt:vector size="4" baseType="variant">
      <vt:variant>
        <vt:lpstr>Theme</vt:lpstr>
      </vt:variant>
      <vt:variant>
        <vt:i4>6</vt:i4>
      </vt:variant>
      <vt:variant>
        <vt:lpstr>Slide Titles</vt:lpstr>
      </vt:variant>
      <vt:variant>
        <vt:i4>72</vt:i4>
      </vt:variant>
    </vt:vector>
  </HeadingPairs>
  <TitlesOfParts>
    <vt:vector size="78" baseType="lpstr">
      <vt:lpstr>Office Theme</vt:lpstr>
      <vt:lpstr>1_Office Theme</vt:lpstr>
      <vt:lpstr>4_Office Theme</vt:lpstr>
      <vt:lpstr>3_Office Theme</vt:lpstr>
      <vt:lpstr>5_Office Theme</vt:lpstr>
      <vt:lpstr>6_Office Theme</vt:lpstr>
      <vt:lpstr>PowerPoint Presentation</vt:lpstr>
      <vt:lpstr>PowerPoint Presentation</vt:lpstr>
      <vt:lpstr>Opening Hymn – Song no: 2</vt:lpstr>
      <vt:lpstr>Opening Hymn – Song no: 2</vt:lpstr>
      <vt:lpstr>Opening Hymn – Song no: 2</vt:lpstr>
      <vt:lpstr>PowerPoint Presentation</vt:lpstr>
      <vt:lpstr>PowerPoint Presentation</vt:lpstr>
      <vt:lpstr>Birthday Thanksgiving – The King of love, v1</vt:lpstr>
      <vt:lpstr>PowerPoint Presentation</vt:lpstr>
      <vt:lpstr>PowerPoint Presentation</vt:lpstr>
      <vt:lpstr>Offertory – Lord of Nations, God Eternal</vt:lpstr>
      <vt:lpstr>Offertory – Lord of Nations, God Eternal</vt:lpstr>
      <vt:lpstr>Offertory – Lord of Nations, God Eternal</vt:lpstr>
      <vt:lpstr>Offertory – Lord of Nations, God Eternal</vt:lpstr>
      <vt:lpstr>PowerPoint Presentation</vt:lpstr>
      <vt:lpstr>PowerPoint Presentation</vt:lpstr>
      <vt:lpstr>PowerPoint Presentation</vt:lpstr>
      <vt:lpstr>Confession – The King of love</vt:lpstr>
      <vt:lpstr>PowerPoint Presentation</vt:lpstr>
      <vt:lpstr> Holy Communion – Song no. 726 </vt:lpstr>
      <vt:lpstr>Holy Communion- Song no. 726</vt:lpstr>
      <vt:lpstr>Holy Communion- Song no. 726</vt:lpstr>
      <vt:lpstr>Holy Communion- Song no. 726</vt:lpstr>
      <vt:lpstr>Holy Communion- Song no. 726</vt:lpstr>
      <vt:lpstr>Holy Communion- Song no: 498</vt:lpstr>
      <vt:lpstr>Holy Communion- Song no: 498</vt:lpstr>
      <vt:lpstr>Holy Communion- Song no: 498</vt:lpstr>
      <vt:lpstr>Holy Communion- Song no: 498</vt:lpstr>
      <vt:lpstr>Holy Communion- Song no: 498</vt:lpstr>
      <vt:lpstr>Holy Communion- Song no: 401</vt:lpstr>
      <vt:lpstr>Holy Communion- Song no: 401</vt:lpstr>
      <vt:lpstr>Holy Communion- Song no: 401</vt:lpstr>
      <vt:lpstr>Holy Communion- Song no: 401</vt:lpstr>
      <vt:lpstr>Holy Communion- Song no: 401</vt:lpstr>
      <vt:lpstr>Holy Communion- Song no: 401</vt:lpstr>
      <vt:lpstr>Holy Communion- Song no: 401</vt:lpstr>
      <vt:lpstr>Holy Communion- Song no: 401</vt:lpstr>
      <vt:lpstr>Holy Communion- Song no: 46</vt:lpstr>
      <vt:lpstr>Holy Communion- Song no: 46</vt:lpstr>
      <vt:lpstr>Holy Communion- Song no: 46</vt:lpstr>
      <vt:lpstr>Holy Communion- Song no: 46</vt:lpstr>
      <vt:lpstr>Holy Communion- Song no: 46</vt:lpstr>
      <vt:lpstr>Holy Communion- Song no: 46</vt:lpstr>
      <vt:lpstr>Holy Communion- Song no: 46</vt:lpstr>
      <vt:lpstr>Holy Communion- Song no: 46</vt:lpstr>
      <vt:lpstr>Holy Communion- Song no: 46</vt:lpstr>
      <vt:lpstr>Holy Communion- Song no: 634 </vt:lpstr>
      <vt:lpstr>Holy Communion- Song no: 634</vt:lpstr>
      <vt:lpstr>Holy Communion- Song no: 634</vt:lpstr>
      <vt:lpstr>Holy Communion- Song no: 634</vt:lpstr>
      <vt:lpstr>Holy Communion- Song no: 634 </vt:lpstr>
      <vt:lpstr>Holy Communion- Song no: 647</vt:lpstr>
      <vt:lpstr>Holy Communion- Song no: 647</vt:lpstr>
      <vt:lpstr>Holy Communion- Song no: 647</vt:lpstr>
      <vt:lpstr>Holy Communion- Song no: 647</vt:lpstr>
      <vt:lpstr>Holy Communion- Song no: 647</vt:lpstr>
      <vt:lpstr>Holy Communion- Song no: 647 </vt:lpstr>
      <vt:lpstr>Holy Communion- Song no: 647</vt:lpstr>
      <vt:lpstr>Holy Communion- Song no: 872</vt:lpstr>
      <vt:lpstr>Holy Communion- Song no: 872</vt:lpstr>
      <vt:lpstr>Holy Communion- Song no: 872</vt:lpstr>
      <vt:lpstr>Holy Communion- Song no: 872</vt:lpstr>
      <vt:lpstr>Holy Communion- Song no: 872</vt:lpstr>
      <vt:lpstr>Holy Communion- Song no: 872 </vt:lpstr>
      <vt:lpstr>Holy Communion- Song no: 872</vt:lpstr>
      <vt:lpstr>Holy Communion- Song no: 872</vt:lpstr>
      <vt:lpstr>Holy Communion- Song no: 872</vt:lpstr>
      <vt:lpstr>PowerPoint Presentation</vt:lpstr>
      <vt:lpstr>PowerPoint Presentation</vt:lpstr>
      <vt:lpstr>PowerPoint Presentation</vt:lpstr>
      <vt:lpstr>Closing Hymn – Song no: 1164, v1</vt:lpstr>
      <vt:lpstr>PowerPoint Presentation</vt:lpstr>
    </vt:vector>
  </TitlesOfParts>
  <Company>ITE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Santhosh JOSEPH (ITE)</dc:creator>
  <cp:revision>1</cp:revision>
  <dcterms:created xsi:type="dcterms:W3CDTF">2020-09-02T02:55:07Z</dcterms:created>
  <dcterms:modified xsi:type="dcterms:W3CDTF">2024-08-10T02:10:14Z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7ce832c-fd95-4339-84d0-00952058857c_Enabled">
    <vt:lpwstr>True</vt:lpwstr>
  </property>
  <property fmtid="{D5CDD505-2E9C-101B-9397-08002B2CF9AE}" pid="3" name="MSIP_Label_47ce832c-fd95-4339-84d0-00952058857c_SiteId">
    <vt:lpwstr>13b42c8c-cbcf-4e3d-9d20-f55b7b5ee3c1</vt:lpwstr>
  </property>
  <property fmtid="{D5CDD505-2E9C-101B-9397-08002B2CF9AE}" pid="4" name="MSIP_Label_47ce832c-fd95-4339-84d0-00952058857c_Owner">
    <vt:lpwstr>Santhosh_Joseph@ite.edu.sg</vt:lpwstr>
  </property>
  <property fmtid="{D5CDD505-2E9C-101B-9397-08002B2CF9AE}" pid="5" name="MSIP_Label_47ce832c-fd95-4339-84d0-00952058857c_SetDate">
    <vt:lpwstr>2020-09-02T02:55:31.4412613Z</vt:lpwstr>
  </property>
  <property fmtid="{D5CDD505-2E9C-101B-9397-08002B2CF9AE}" pid="6" name="MSIP_Label_47ce832c-fd95-4339-84d0-00952058857c_Name">
    <vt:lpwstr>Official (Closed)</vt:lpwstr>
  </property>
  <property fmtid="{D5CDD505-2E9C-101B-9397-08002B2CF9AE}" pid="7" name="MSIP_Label_47ce832c-fd95-4339-84d0-00952058857c_Application">
    <vt:lpwstr>Microsoft Azure Information Protection</vt:lpwstr>
  </property>
  <property fmtid="{D5CDD505-2E9C-101B-9397-08002B2CF9AE}" pid="8" name="MSIP_Label_47ce832c-fd95-4339-84d0-00952058857c_ActionId">
    <vt:lpwstr>8101d916-9275-49eb-bf62-55ac502d45bb</vt:lpwstr>
  </property>
  <property fmtid="{D5CDD505-2E9C-101B-9397-08002B2CF9AE}" pid="9" name="MSIP_Label_47ce832c-fd95-4339-84d0-00952058857c_Extended_MSFT_Method">
    <vt:lpwstr>Automatic</vt:lpwstr>
  </property>
  <property fmtid="{D5CDD505-2E9C-101B-9397-08002B2CF9AE}" pid="10" name="MSIP_Label_0dcf3bf5-ad0e-4c8c-aa2d-c5b4b510dcc6_Enabled">
    <vt:lpwstr>true</vt:lpwstr>
  </property>
  <property fmtid="{D5CDD505-2E9C-101B-9397-08002B2CF9AE}" pid="11" name="MSIP_Label_0dcf3bf5-ad0e-4c8c-aa2d-c5b4b510dcc6_SetDate">
    <vt:lpwstr>2022-03-09T08:58:32Z</vt:lpwstr>
  </property>
  <property fmtid="{D5CDD505-2E9C-101B-9397-08002B2CF9AE}" pid="12" name="MSIP_Label_0dcf3bf5-ad0e-4c8c-aa2d-c5b4b510dcc6_Method">
    <vt:lpwstr>Standard</vt:lpwstr>
  </property>
  <property fmtid="{D5CDD505-2E9C-101B-9397-08002B2CF9AE}" pid="13" name="MSIP_Label_0dcf3bf5-ad0e-4c8c-aa2d-c5b4b510dcc6_Name">
    <vt:lpwstr>0dcf3bf5-ad0e-4c8c-aa2d-c5b4b510dcc6</vt:lpwstr>
  </property>
  <property fmtid="{D5CDD505-2E9C-101B-9397-08002B2CF9AE}" pid="14" name="MSIP_Label_0dcf3bf5-ad0e-4c8c-aa2d-c5b4b510dcc6_SiteId">
    <vt:lpwstr>13b42c8c-cbcf-4e3d-9d20-f55b7b5ee3c1</vt:lpwstr>
  </property>
  <property fmtid="{D5CDD505-2E9C-101B-9397-08002B2CF9AE}" pid="15" name="MSIP_Label_0dcf3bf5-ad0e-4c8c-aa2d-c5b4b510dcc6_ActionId">
    <vt:lpwstr>8101d916-9275-49eb-bf62-55ac502d45bb</vt:lpwstr>
  </property>
  <property fmtid="{D5CDD505-2E9C-101B-9397-08002B2CF9AE}" pid="16" name="MSIP_Label_0dcf3bf5-ad0e-4c8c-aa2d-c5b4b510dcc6_ContentBits">
    <vt:lpwstr>0</vt:lpwstr>
  </property>
  <property fmtid="{D5CDD505-2E9C-101B-9397-08002B2CF9AE}" pid="17" name="ClassificationContentMarkingFooterLocations">
    <vt:lpwstr>Office Theme:8\1_Office Theme:8\4_Office Theme:8\3_Office Theme:8\5_Office Theme:8\6_Office Theme:8</vt:lpwstr>
  </property>
  <property fmtid="{D5CDD505-2E9C-101B-9397-08002B2CF9AE}" pid="18" name="ClassificationContentMarkingFooterText">
    <vt:lpwstr>Internal</vt:lpwstr>
  </property>
</Properties>
</file>