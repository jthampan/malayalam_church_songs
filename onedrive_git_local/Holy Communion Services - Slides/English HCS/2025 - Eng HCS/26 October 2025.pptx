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6"/>
  </p:notesMasterIdLst>
  <p:handoutMasterIdLst>
    <p:handoutMasterId r:id="rId57"/>
  </p:handoutMasterIdLst>
  <p:sldIdLst>
    <p:sldId id="1727" r:id="rId7"/>
    <p:sldId id="813" r:id="rId8"/>
    <p:sldId id="1915" r:id="rId9"/>
    <p:sldId id="1964" r:id="rId10"/>
    <p:sldId id="1965" r:id="rId11"/>
    <p:sldId id="821" r:id="rId12"/>
    <p:sldId id="851" r:id="rId13"/>
    <p:sldId id="1324" r:id="rId14"/>
    <p:sldId id="822" r:id="rId15"/>
    <p:sldId id="1996" r:id="rId16"/>
    <p:sldId id="2000" r:id="rId17"/>
    <p:sldId id="1997" r:id="rId18"/>
    <p:sldId id="2001" r:id="rId19"/>
    <p:sldId id="1998" r:id="rId20"/>
    <p:sldId id="2002" r:id="rId21"/>
    <p:sldId id="1999" r:id="rId22"/>
    <p:sldId id="2003" r:id="rId23"/>
    <p:sldId id="823" r:id="rId24"/>
    <p:sldId id="824" r:id="rId25"/>
    <p:sldId id="1989" r:id="rId26"/>
    <p:sldId id="1388" r:id="rId27"/>
    <p:sldId id="1990" r:id="rId28"/>
    <p:sldId id="1991" r:id="rId29"/>
    <p:sldId id="1829" r:id="rId30"/>
    <p:sldId id="1992" r:id="rId31"/>
    <p:sldId id="1993" r:id="rId32"/>
    <p:sldId id="1826" r:id="rId33"/>
    <p:sldId id="1827" r:id="rId34"/>
    <p:sldId id="1980" r:id="rId35"/>
    <p:sldId id="1994" r:id="rId36"/>
    <p:sldId id="1856" r:id="rId37"/>
    <p:sldId id="1981" r:id="rId38"/>
    <p:sldId id="1951" r:id="rId39"/>
    <p:sldId id="2004" r:id="rId40"/>
    <p:sldId id="1995" r:id="rId41"/>
    <p:sldId id="1900" r:id="rId42"/>
    <p:sldId id="1762" r:id="rId43"/>
    <p:sldId id="1766" r:id="rId44"/>
    <p:sldId id="1764" r:id="rId45"/>
    <p:sldId id="1763" r:id="rId46"/>
    <p:sldId id="1765" r:id="rId47"/>
    <p:sldId id="1767" r:id="rId48"/>
    <p:sldId id="1905" r:id="rId49"/>
    <p:sldId id="1960" r:id="rId50"/>
    <p:sldId id="1985" r:id="rId51"/>
    <p:sldId id="1986" r:id="rId52"/>
    <p:sldId id="820" r:id="rId53"/>
    <p:sldId id="2005" r:id="rId54"/>
    <p:sldId id="2006" r:id="rId5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C9EE6-AA01-4443-8FE8-609A951AC73E}" v="8" dt="2025-10-25T02:34:10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 /><Relationship Id="rId18" Type="http://schemas.openxmlformats.org/officeDocument/2006/relationships/slide" Target="slides/slide12.xml" /><Relationship Id="rId26" Type="http://schemas.openxmlformats.org/officeDocument/2006/relationships/slide" Target="slides/slide20.xml" /><Relationship Id="rId39" Type="http://schemas.openxmlformats.org/officeDocument/2006/relationships/slide" Target="slides/slide33.xml" /><Relationship Id="rId21" Type="http://schemas.openxmlformats.org/officeDocument/2006/relationships/slide" Target="slides/slide15.xml" /><Relationship Id="rId34" Type="http://schemas.openxmlformats.org/officeDocument/2006/relationships/slide" Target="slides/slide28.xml" /><Relationship Id="rId42" Type="http://schemas.openxmlformats.org/officeDocument/2006/relationships/slide" Target="slides/slide36.xml" /><Relationship Id="rId47" Type="http://schemas.openxmlformats.org/officeDocument/2006/relationships/slide" Target="slides/slide41.xml" /><Relationship Id="rId50" Type="http://schemas.openxmlformats.org/officeDocument/2006/relationships/slide" Target="slides/slide44.xml" /><Relationship Id="rId55" Type="http://schemas.openxmlformats.org/officeDocument/2006/relationships/slide" Target="slides/slide49.xml" /><Relationship Id="rId63" Type="http://schemas.microsoft.com/office/2016/11/relationships/changesInfo" Target="changesInfos/changesInfo1.xml" /><Relationship Id="rId7" Type="http://schemas.openxmlformats.org/officeDocument/2006/relationships/slide" Target="slides/slide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0.xml" /><Relationship Id="rId20" Type="http://schemas.openxmlformats.org/officeDocument/2006/relationships/slide" Target="slides/slide14.xml" /><Relationship Id="rId29" Type="http://schemas.openxmlformats.org/officeDocument/2006/relationships/slide" Target="slides/slide23.xml" /><Relationship Id="rId41" Type="http://schemas.openxmlformats.org/officeDocument/2006/relationships/slide" Target="slides/slide35.xml" /><Relationship Id="rId54" Type="http://schemas.openxmlformats.org/officeDocument/2006/relationships/slide" Target="slides/slide48.xml" /><Relationship Id="rId6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Master" Target="slideMasters/slideMaster6.xml" /><Relationship Id="rId11" Type="http://schemas.openxmlformats.org/officeDocument/2006/relationships/slide" Target="slides/slide5.xml" /><Relationship Id="rId24" Type="http://schemas.openxmlformats.org/officeDocument/2006/relationships/slide" Target="slides/slide18.xml" /><Relationship Id="rId32" Type="http://schemas.openxmlformats.org/officeDocument/2006/relationships/slide" Target="slides/slide26.xml" /><Relationship Id="rId37" Type="http://schemas.openxmlformats.org/officeDocument/2006/relationships/slide" Target="slides/slide31.xml" /><Relationship Id="rId40" Type="http://schemas.openxmlformats.org/officeDocument/2006/relationships/slide" Target="slides/slide34.xml" /><Relationship Id="rId45" Type="http://schemas.openxmlformats.org/officeDocument/2006/relationships/slide" Target="slides/slide39.xml" /><Relationship Id="rId53" Type="http://schemas.openxmlformats.org/officeDocument/2006/relationships/slide" Target="slides/slide47.xml" /><Relationship Id="rId58" Type="http://schemas.openxmlformats.org/officeDocument/2006/relationships/commentAuthors" Target="commentAuthors.xml" /><Relationship Id="rId5" Type="http://schemas.openxmlformats.org/officeDocument/2006/relationships/slideMaster" Target="slideMasters/slideMaster5.xml" /><Relationship Id="rId15" Type="http://schemas.openxmlformats.org/officeDocument/2006/relationships/slide" Target="slides/slide9.xml" /><Relationship Id="rId23" Type="http://schemas.openxmlformats.org/officeDocument/2006/relationships/slide" Target="slides/slide17.xml" /><Relationship Id="rId28" Type="http://schemas.openxmlformats.org/officeDocument/2006/relationships/slide" Target="slides/slide22.xml" /><Relationship Id="rId36" Type="http://schemas.openxmlformats.org/officeDocument/2006/relationships/slide" Target="slides/slide30.xml" /><Relationship Id="rId49" Type="http://schemas.openxmlformats.org/officeDocument/2006/relationships/slide" Target="slides/slide43.xml" /><Relationship Id="rId57" Type="http://schemas.openxmlformats.org/officeDocument/2006/relationships/handoutMaster" Target="handoutMasters/handoutMaster1.xml" /><Relationship Id="rId61" Type="http://schemas.openxmlformats.org/officeDocument/2006/relationships/theme" Target="theme/theme1.xml" /><Relationship Id="rId10" Type="http://schemas.openxmlformats.org/officeDocument/2006/relationships/slide" Target="slides/slide4.xml" /><Relationship Id="rId19" Type="http://schemas.openxmlformats.org/officeDocument/2006/relationships/slide" Target="slides/slide13.xml" /><Relationship Id="rId31" Type="http://schemas.openxmlformats.org/officeDocument/2006/relationships/slide" Target="slides/slide25.xml" /><Relationship Id="rId44" Type="http://schemas.openxmlformats.org/officeDocument/2006/relationships/slide" Target="slides/slide38.xml" /><Relationship Id="rId52" Type="http://schemas.openxmlformats.org/officeDocument/2006/relationships/slide" Target="slides/slide46.xml" /><Relationship Id="rId60" Type="http://schemas.openxmlformats.org/officeDocument/2006/relationships/viewProps" Target="viewProps.xml" /><Relationship Id="rId65" Type="http://schemas.microsoft.com/office/2018/10/relationships/authors" Target="authors.xml" /><Relationship Id="rId4" Type="http://schemas.openxmlformats.org/officeDocument/2006/relationships/slideMaster" Target="slideMasters/slideMaster4.xml" /><Relationship Id="rId9" Type="http://schemas.openxmlformats.org/officeDocument/2006/relationships/slide" Target="slides/slide3.xml" /><Relationship Id="rId14" Type="http://schemas.openxmlformats.org/officeDocument/2006/relationships/slide" Target="slides/slide8.xml" /><Relationship Id="rId22" Type="http://schemas.openxmlformats.org/officeDocument/2006/relationships/slide" Target="slides/slide16.xml" /><Relationship Id="rId27" Type="http://schemas.openxmlformats.org/officeDocument/2006/relationships/slide" Target="slides/slide21.xml" /><Relationship Id="rId30" Type="http://schemas.openxmlformats.org/officeDocument/2006/relationships/slide" Target="slides/slide24.xml" /><Relationship Id="rId35" Type="http://schemas.openxmlformats.org/officeDocument/2006/relationships/slide" Target="slides/slide29.xml" /><Relationship Id="rId43" Type="http://schemas.openxmlformats.org/officeDocument/2006/relationships/slide" Target="slides/slide37.xml" /><Relationship Id="rId48" Type="http://schemas.openxmlformats.org/officeDocument/2006/relationships/slide" Target="slides/slide42.xml" /><Relationship Id="rId56" Type="http://schemas.openxmlformats.org/officeDocument/2006/relationships/notesMaster" Target="notesMasters/notesMaster1.xml" /><Relationship Id="rId64" Type="http://schemas.microsoft.com/office/2015/10/relationships/revisionInfo" Target="revisionInfo.xml" /><Relationship Id="rId8" Type="http://schemas.openxmlformats.org/officeDocument/2006/relationships/slide" Target="slides/slide2.xml" /><Relationship Id="rId51" Type="http://schemas.openxmlformats.org/officeDocument/2006/relationships/slide" Target="slides/slide45.xml" /><Relationship Id="rId3" Type="http://schemas.openxmlformats.org/officeDocument/2006/relationships/slideMaster" Target="slideMasters/slideMaster3.xml" /><Relationship Id="rId12" Type="http://schemas.openxmlformats.org/officeDocument/2006/relationships/slide" Target="slides/slide6.xml" /><Relationship Id="rId17" Type="http://schemas.openxmlformats.org/officeDocument/2006/relationships/slide" Target="slides/slide11.xml" /><Relationship Id="rId25" Type="http://schemas.openxmlformats.org/officeDocument/2006/relationships/slide" Target="slides/slide19.xml" /><Relationship Id="rId33" Type="http://schemas.openxmlformats.org/officeDocument/2006/relationships/slide" Target="slides/slide27.xml" /><Relationship Id="rId38" Type="http://schemas.openxmlformats.org/officeDocument/2006/relationships/slide" Target="slides/slide32.xml" /><Relationship Id="rId46" Type="http://schemas.openxmlformats.org/officeDocument/2006/relationships/slide" Target="slides/slide40.xml" /><Relationship Id="rId59" Type="http://schemas.openxmlformats.org/officeDocument/2006/relationships/presProps" Target="pres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CEAB2EC1-57B4-4D9C-9748-75D1FAC63F81}"/>
    <pc:docChg chg="addSld delSld modSld">
      <pc:chgData name="Guest User" userId="" providerId="Windows Live" clId="Web-{CEAB2EC1-57B4-4D9C-9748-75D1FAC63F81}" dt="2025-10-17T07:15:12.251" v="25" actId="20577"/>
      <pc:docMkLst>
        <pc:docMk/>
      </pc:docMkLst>
      <pc:sldChg chg="modSp add">
        <pc:chgData name="Guest User" userId="" providerId="Windows Live" clId="Web-{CEAB2EC1-57B4-4D9C-9748-75D1FAC63F81}" dt="2025-10-17T07:10:51.973" v="10" actId="20577"/>
        <pc:sldMkLst>
          <pc:docMk/>
          <pc:sldMk cId="2993599896" sldId="1762"/>
        </pc:sldMkLst>
        <pc:spChg chg="mod">
          <ac:chgData name="Guest User" userId="" providerId="Windows Live" clId="Web-{CEAB2EC1-57B4-4D9C-9748-75D1FAC63F81}" dt="2025-10-17T07:10:51.973" v="10" actId="20577"/>
          <ac:spMkLst>
            <pc:docMk/>
            <pc:sldMk cId="2993599896" sldId="1762"/>
            <ac:spMk id="2" creationId="{C3D0ED30-ACAA-F7C6-8874-283582DD67E8}"/>
          </ac:spMkLst>
        </pc:spChg>
      </pc:sldChg>
      <pc:sldChg chg="modSp add">
        <pc:chgData name="Guest User" userId="" providerId="Windows Live" clId="Web-{CEAB2EC1-57B4-4D9C-9748-75D1FAC63F81}" dt="2025-10-17T07:11:10.787" v="15" actId="20577"/>
        <pc:sldMkLst>
          <pc:docMk/>
          <pc:sldMk cId="3066792844" sldId="1763"/>
        </pc:sldMkLst>
        <pc:spChg chg="mod">
          <ac:chgData name="Guest User" userId="" providerId="Windows Live" clId="Web-{CEAB2EC1-57B4-4D9C-9748-75D1FAC63F81}" dt="2025-10-17T07:11:10.787" v="15" actId="20577"/>
          <ac:spMkLst>
            <pc:docMk/>
            <pc:sldMk cId="3066792844" sldId="1763"/>
            <ac:spMk id="2" creationId="{C09F0551-CBF6-13A7-6F18-D6DB2CDD945A}"/>
          </ac:spMkLst>
        </pc:spChg>
      </pc:sldChg>
      <pc:sldChg chg="modSp add">
        <pc:chgData name="Guest User" userId="" providerId="Windows Live" clId="Web-{CEAB2EC1-57B4-4D9C-9748-75D1FAC63F81}" dt="2025-10-17T07:14:13.077" v="23" actId="20577"/>
        <pc:sldMkLst>
          <pc:docMk/>
          <pc:sldMk cId="1963966871" sldId="1764"/>
        </pc:sldMkLst>
        <pc:spChg chg="mod">
          <ac:chgData name="Guest User" userId="" providerId="Windows Live" clId="Web-{CEAB2EC1-57B4-4D9C-9748-75D1FAC63F81}" dt="2025-10-17T07:11:03.895" v="13" actId="20577"/>
          <ac:spMkLst>
            <pc:docMk/>
            <pc:sldMk cId="1963966871" sldId="1764"/>
            <ac:spMk id="2" creationId="{94AC5E2C-0656-A15E-1CD7-FFC829E34538}"/>
          </ac:spMkLst>
        </pc:spChg>
        <pc:spChg chg="mod">
          <ac:chgData name="Guest User" userId="" providerId="Windows Live" clId="Web-{CEAB2EC1-57B4-4D9C-9748-75D1FAC63F81}" dt="2025-10-17T07:14:13.077" v="23" actId="20577"/>
          <ac:spMkLst>
            <pc:docMk/>
            <pc:sldMk cId="1963966871" sldId="1764"/>
            <ac:spMk id="3" creationId="{8067AE41-9889-C155-EAC2-C509E4ECB572}"/>
          </ac:spMkLst>
        </pc:spChg>
      </pc:sldChg>
      <pc:sldChg chg="modSp add">
        <pc:chgData name="Guest User" userId="" providerId="Windows Live" clId="Web-{CEAB2EC1-57B4-4D9C-9748-75D1FAC63F81}" dt="2025-10-17T07:15:12.251" v="25" actId="20577"/>
        <pc:sldMkLst>
          <pc:docMk/>
          <pc:sldMk cId="3458437429" sldId="1765"/>
        </pc:sldMkLst>
        <pc:spChg chg="mod">
          <ac:chgData name="Guest User" userId="" providerId="Windows Live" clId="Web-{CEAB2EC1-57B4-4D9C-9748-75D1FAC63F81}" dt="2025-10-17T07:11:19.350" v="17" actId="20577"/>
          <ac:spMkLst>
            <pc:docMk/>
            <pc:sldMk cId="3458437429" sldId="1765"/>
            <ac:spMk id="2" creationId="{B86A3ADB-165A-7635-C8B1-482DA562DA30}"/>
          </ac:spMkLst>
        </pc:spChg>
        <pc:spChg chg="mod">
          <ac:chgData name="Guest User" userId="" providerId="Windows Live" clId="Web-{CEAB2EC1-57B4-4D9C-9748-75D1FAC63F81}" dt="2025-10-17T07:15:12.251" v="25" actId="20577"/>
          <ac:spMkLst>
            <pc:docMk/>
            <pc:sldMk cId="3458437429" sldId="1765"/>
            <ac:spMk id="3" creationId="{2D4F4B6C-F992-259E-0502-CE7F90CC001F}"/>
          </ac:spMkLst>
        </pc:spChg>
      </pc:sldChg>
      <pc:sldChg chg="modSp add">
        <pc:chgData name="Guest User" userId="" providerId="Windows Live" clId="Web-{CEAB2EC1-57B4-4D9C-9748-75D1FAC63F81}" dt="2025-10-17T07:11:42.679" v="21" actId="20577"/>
        <pc:sldMkLst>
          <pc:docMk/>
          <pc:sldMk cId="1889716058" sldId="1766"/>
        </pc:sldMkLst>
        <pc:spChg chg="mod">
          <ac:chgData name="Guest User" userId="" providerId="Windows Live" clId="Web-{CEAB2EC1-57B4-4D9C-9748-75D1FAC63F81}" dt="2025-10-17T07:10:59.114" v="12" actId="20577"/>
          <ac:spMkLst>
            <pc:docMk/>
            <pc:sldMk cId="1889716058" sldId="1766"/>
            <ac:spMk id="2" creationId="{A0EC4772-4302-7339-6580-CF6B552B0922}"/>
          </ac:spMkLst>
        </pc:spChg>
        <pc:spChg chg="mod">
          <ac:chgData name="Guest User" userId="" providerId="Windows Live" clId="Web-{CEAB2EC1-57B4-4D9C-9748-75D1FAC63F81}" dt="2025-10-17T07:11:42.679" v="21" actId="20577"/>
          <ac:spMkLst>
            <pc:docMk/>
            <pc:sldMk cId="1889716058" sldId="1766"/>
            <ac:spMk id="3" creationId="{8242B303-AFA4-94F4-F871-5A8EC581D16A}"/>
          </ac:spMkLst>
        </pc:spChg>
      </pc:sldChg>
      <pc:sldChg chg="modSp add">
        <pc:chgData name="Guest User" userId="" providerId="Windows Live" clId="Web-{CEAB2EC1-57B4-4D9C-9748-75D1FAC63F81}" dt="2025-10-17T07:11:29.757" v="19" actId="20577"/>
        <pc:sldMkLst>
          <pc:docMk/>
          <pc:sldMk cId="3955984173" sldId="1767"/>
        </pc:sldMkLst>
        <pc:spChg chg="mod">
          <ac:chgData name="Guest User" userId="" providerId="Windows Live" clId="Web-{CEAB2EC1-57B4-4D9C-9748-75D1FAC63F81}" dt="2025-10-17T07:11:29.757" v="19" actId="20577"/>
          <ac:spMkLst>
            <pc:docMk/>
            <pc:sldMk cId="3955984173" sldId="1767"/>
            <ac:spMk id="2" creationId="{4FEA8F07-45A5-3681-C2FB-C9465E48178A}"/>
          </ac:spMkLst>
        </pc:spChg>
      </pc:sldChg>
      <pc:sldChg chg="mod modShow">
        <pc:chgData name="Guest User" userId="" providerId="Windows Live" clId="Web-{CEAB2EC1-57B4-4D9C-9748-75D1FAC63F81}" dt="2025-10-17T07:10:40.175" v="8"/>
        <pc:sldMkLst>
          <pc:docMk/>
          <pc:sldMk cId="3482069950" sldId="1900"/>
        </pc:sldMkLst>
      </pc:sldChg>
    </pc:docChg>
  </pc:docChgLst>
  <pc:docChgLst>
    <pc:chgData name="Guest User" providerId="Windows Live" clId="Web-{1FB80BCD-7835-4F1C-8E92-7D446CD5AED0}"/>
    <pc:docChg chg="addSld delSld modSld">
      <pc:chgData name="Guest User" userId="" providerId="Windows Live" clId="Web-{1FB80BCD-7835-4F1C-8E92-7D446CD5AED0}" dt="2025-10-16T12:43:54.265" v="145"/>
      <pc:docMkLst>
        <pc:docMk/>
      </pc:docMkLst>
      <pc:sldChg chg="modSp mod modShow">
        <pc:chgData name="Guest User" userId="" providerId="Windows Live" clId="Web-{1FB80BCD-7835-4F1C-8E92-7D446CD5AED0}" dt="2025-10-16T12:34:34.242" v="98"/>
        <pc:sldMkLst>
          <pc:docMk/>
          <pc:sldMk cId="2406581127" sldId="1826"/>
        </pc:sldMkLst>
        <pc:spChg chg="mod">
          <ac:chgData name="Guest User" userId="" providerId="Windows Live" clId="Web-{1FB80BCD-7835-4F1C-8E92-7D446CD5AED0}" dt="2025-10-16T12:28:51.440" v="24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delSp modSp">
        <pc:chgData name="Guest User" userId="" providerId="Windows Live" clId="Web-{1FB80BCD-7835-4F1C-8E92-7D446CD5AED0}" dt="2025-10-16T12:37:07.821" v="105" actId="20577"/>
        <pc:sldMkLst>
          <pc:docMk/>
          <pc:sldMk cId="3359142403" sldId="1827"/>
        </pc:sldMkLst>
        <pc:spChg chg="mod">
          <ac:chgData name="Guest User" userId="" providerId="Windows Live" clId="Web-{1FB80BCD-7835-4F1C-8E92-7D446CD5AED0}" dt="2025-10-16T12:28:56.503" v="26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Guest User" userId="" providerId="Windows Live" clId="Web-{1FB80BCD-7835-4F1C-8E92-7D446CD5AED0}" dt="2025-10-16T12:33:52.492" v="95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Guest User" userId="" providerId="Windows Live" clId="Web-{1FB80BCD-7835-4F1C-8E92-7D446CD5AED0}" dt="2025-10-16T12:37:07.821" v="105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 mod modShow">
        <pc:chgData name="Guest User" userId="" providerId="Windows Live" clId="Web-{1FB80BCD-7835-4F1C-8E92-7D446CD5AED0}" dt="2025-10-16T12:25:01.324" v="4" actId="20577"/>
        <pc:sldMkLst>
          <pc:docMk/>
          <pc:sldMk cId="2684712631" sldId="1829"/>
        </pc:sldMkLst>
        <pc:spChg chg="mod">
          <ac:chgData name="Guest User" userId="" providerId="Windows Live" clId="Web-{1FB80BCD-7835-4F1C-8E92-7D446CD5AED0}" dt="2025-10-16T12:25:01.324" v="4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delSp modSp">
        <pc:chgData name="Guest User" userId="" providerId="Windows Live" clId="Web-{1FB80BCD-7835-4F1C-8E92-7D446CD5AED0}" dt="2025-10-16T12:43:26.639" v="144" actId="20577"/>
        <pc:sldMkLst>
          <pc:docMk/>
          <pc:sldMk cId="2020830256" sldId="1980"/>
        </pc:sldMkLst>
        <pc:spChg chg="mod">
          <ac:chgData name="Guest User" userId="" providerId="Windows Live" clId="Web-{1FB80BCD-7835-4F1C-8E92-7D446CD5AED0}" dt="2025-10-16T12:29:03.487" v="28" actId="20577"/>
          <ac:spMkLst>
            <pc:docMk/>
            <pc:sldMk cId="2020830256" sldId="1980"/>
            <ac:spMk id="2" creationId="{7B503F90-9FC7-E0D5-647F-2B99F591BE89}"/>
          </ac:spMkLst>
        </pc:spChg>
        <pc:spChg chg="mod">
          <ac:chgData name="Guest User" userId="" providerId="Windows Live" clId="Web-{1FB80BCD-7835-4F1C-8E92-7D446CD5AED0}" dt="2025-10-16T12:34:00.367" v="96" actId="20577"/>
          <ac:spMkLst>
            <pc:docMk/>
            <pc:sldMk cId="2020830256" sldId="1980"/>
            <ac:spMk id="4" creationId="{2F3BADD7-5F47-DD22-8E3A-B76DD11E5431}"/>
          </ac:spMkLst>
        </pc:spChg>
        <pc:spChg chg="mod">
          <ac:chgData name="Guest User" userId="" providerId="Windows Live" clId="Web-{1FB80BCD-7835-4F1C-8E92-7D446CD5AED0}" dt="2025-10-16T12:43:26.639" v="144" actId="20577"/>
          <ac:spMkLst>
            <pc:docMk/>
            <pc:sldMk cId="2020830256" sldId="1980"/>
            <ac:spMk id="6" creationId="{1DB8CD47-125C-DFC4-3409-3D053915A710}"/>
          </ac:spMkLst>
        </pc:spChg>
      </pc:sldChg>
      <pc:sldChg chg="add">
        <pc:chgData name="Guest User" userId="" providerId="Windows Live" clId="Web-{1FB80BCD-7835-4F1C-8E92-7D446CD5AED0}" dt="2025-10-16T12:24:08.588" v="1"/>
        <pc:sldMkLst>
          <pc:docMk/>
          <pc:sldMk cId="2783341204" sldId="1992"/>
        </pc:sldMkLst>
      </pc:sldChg>
      <pc:sldChg chg="add">
        <pc:chgData name="Guest User" userId="" providerId="Windows Live" clId="Web-{1FB80BCD-7835-4F1C-8E92-7D446CD5AED0}" dt="2025-10-16T12:24:39.402" v="2"/>
        <pc:sldMkLst>
          <pc:docMk/>
          <pc:sldMk cId="3776026696" sldId="1993"/>
        </pc:sldMkLst>
      </pc:sldChg>
      <pc:sldChg chg="modSp add replId">
        <pc:chgData name="Guest User" userId="" providerId="Windows Live" clId="Web-{1FB80BCD-7835-4F1C-8E92-7D446CD5AED0}" dt="2025-10-16T12:41:35.760" v="119" actId="20577"/>
        <pc:sldMkLst>
          <pc:docMk/>
          <pc:sldMk cId="307999656" sldId="1994"/>
        </pc:sldMkLst>
        <pc:spChg chg="mod">
          <ac:chgData name="Guest User" userId="" providerId="Windows Live" clId="Web-{1FB80BCD-7835-4F1C-8E92-7D446CD5AED0}" dt="2025-10-16T12:32:39.631" v="79" actId="20577"/>
          <ac:spMkLst>
            <pc:docMk/>
            <pc:sldMk cId="307999656" sldId="1994"/>
            <ac:spMk id="4" creationId="{145B6664-90F4-5F19-2D82-393D336819F8}"/>
          </ac:spMkLst>
        </pc:spChg>
        <pc:spChg chg="mod">
          <ac:chgData name="Guest User" userId="" providerId="Windows Live" clId="Web-{1FB80BCD-7835-4F1C-8E92-7D446CD5AED0}" dt="2025-10-16T12:41:35.760" v="119" actId="20577"/>
          <ac:spMkLst>
            <pc:docMk/>
            <pc:sldMk cId="307999656" sldId="1994"/>
            <ac:spMk id="9" creationId="{A7AF72BB-021A-3394-7719-374EB85FE164}"/>
          </ac:spMkLst>
        </pc:spChg>
      </pc:sldChg>
    </pc:docChg>
  </pc:docChgLst>
  <pc:docChgLst>
    <pc:chgData name="Guest User" providerId="Windows Live" clId="Web-{84CEAFE5-8435-44BF-9C38-0E5F87F7374D}"/>
    <pc:docChg chg="modSld">
      <pc:chgData name="Guest User" userId="" providerId="Windows Live" clId="Web-{84CEAFE5-8435-44BF-9C38-0E5F87F7374D}" dt="2025-10-18T13:31:10.044" v="4" actId="20577"/>
      <pc:docMkLst>
        <pc:docMk/>
      </pc:docMkLst>
      <pc:sldChg chg="modSp">
        <pc:chgData name="Guest User" userId="" providerId="Windows Live" clId="Web-{84CEAFE5-8435-44BF-9C38-0E5F87F7374D}" dt="2025-10-18T13:29:24.591" v="2" actId="20577"/>
        <pc:sldMkLst>
          <pc:docMk/>
          <pc:sldMk cId="124597885" sldId="1965"/>
        </pc:sldMkLst>
        <pc:spChg chg="mod">
          <ac:chgData name="Guest User" userId="" providerId="Windows Live" clId="Web-{84CEAFE5-8435-44BF-9C38-0E5F87F7374D}" dt="2025-10-18T13:29:24.591" v="2" actId="20577"/>
          <ac:spMkLst>
            <pc:docMk/>
            <pc:sldMk cId="124597885" sldId="1965"/>
            <ac:spMk id="2" creationId="{4A0EFBF6-A808-D9A5-6D8E-DB02DD67AE47}"/>
          </ac:spMkLst>
        </pc:spChg>
      </pc:sldChg>
    </pc:docChg>
  </pc:docChgLst>
  <pc:docChgLst>
    <pc:chgData name="Guest User" providerId="Windows Live" clId="Web-{9737346F-79C6-4FDD-BB7C-8BA756B956C5}"/>
    <pc:docChg chg="modSld">
      <pc:chgData name="Guest User" userId="" providerId="Windows Live" clId="Web-{9737346F-79C6-4FDD-BB7C-8BA756B956C5}" dt="2025-10-18T02:57:17.832" v="19"/>
      <pc:docMkLst>
        <pc:docMk/>
      </pc:docMkLst>
      <pc:sldChg chg="modSp mod modShow">
        <pc:chgData name="Guest User" userId="" providerId="Windows Live" clId="Web-{9737346F-79C6-4FDD-BB7C-8BA756B956C5}" dt="2025-10-18T02:57:17.832" v="19"/>
        <pc:sldMkLst>
          <pc:docMk/>
          <pc:sldMk cId="1147338714" sldId="1856"/>
        </pc:sldMkLst>
        <pc:spChg chg="mod">
          <ac:chgData name="Guest User" userId="" providerId="Windows Live" clId="Web-{9737346F-79C6-4FDD-BB7C-8BA756B956C5}" dt="2025-10-18T02:56:12.659" v="13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">
        <pc:chgData name="Guest User" userId="" providerId="Windows Live" clId="Web-{9737346F-79C6-4FDD-BB7C-8BA756B956C5}" dt="2025-10-18T02:56:16.175" v="14" actId="20577"/>
        <pc:sldMkLst>
          <pc:docMk/>
          <pc:sldMk cId="457554906" sldId="1951"/>
        </pc:sldMkLst>
        <pc:spChg chg="mod">
          <ac:chgData name="Guest User" userId="" providerId="Windows Live" clId="Web-{9737346F-79C6-4FDD-BB7C-8BA756B956C5}" dt="2025-10-18T02:56:16.175" v="14" actId="20577"/>
          <ac:spMkLst>
            <pc:docMk/>
            <pc:sldMk cId="457554906" sldId="1951"/>
            <ac:spMk id="2" creationId="{E3EB016E-DBD6-1D76-25B7-ACF4641750D7}"/>
          </ac:spMkLst>
        </pc:spChg>
      </pc:sldChg>
      <pc:sldChg chg="modSp">
        <pc:chgData name="Guest User" userId="" providerId="Windows Live" clId="Web-{9737346F-79C6-4FDD-BB7C-8BA756B956C5}" dt="2025-10-18T02:56:21.847" v="15" actId="20577"/>
        <pc:sldMkLst>
          <pc:docMk/>
          <pc:sldMk cId="3589558540" sldId="1981"/>
        </pc:sldMkLst>
        <pc:spChg chg="mod">
          <ac:chgData name="Guest User" userId="" providerId="Windows Live" clId="Web-{9737346F-79C6-4FDD-BB7C-8BA756B956C5}" dt="2025-10-18T02:56:21.847" v="15" actId="20577"/>
          <ac:spMkLst>
            <pc:docMk/>
            <pc:sldMk cId="3589558540" sldId="1981"/>
            <ac:spMk id="2" creationId="{39C3612B-A594-12F8-D0DE-02BAD7B78B67}"/>
          </ac:spMkLst>
        </pc:spChg>
      </pc:sldChg>
    </pc:docChg>
  </pc:docChgLst>
  <pc:docChgLst>
    <pc:chgData name="Guest User" providerId="Windows Live" clId="Web-{55873BD8-53FC-4009-9428-8E66D4B4DA91}"/>
    <pc:docChg chg="delSld modSld">
      <pc:chgData name="Guest User" userId="" providerId="Windows Live" clId="Web-{55873BD8-53FC-4009-9428-8E66D4B4DA91}" dt="2025-10-17T07:33:19.656" v="8" actId="20577"/>
      <pc:docMkLst>
        <pc:docMk/>
      </pc:docMkLst>
    </pc:docChg>
  </pc:docChgLst>
  <pc:docChgLst>
    <pc:chgData name="Guest User" providerId="Windows Live" clId="Web-{768615AA-9CED-4B42-B951-52A49832331C}"/>
    <pc:docChg chg="modSld">
      <pc:chgData name="Guest User" userId="" providerId="Windows Live" clId="Web-{768615AA-9CED-4B42-B951-52A49832331C}" dt="2025-10-16T09:02:27.316" v="82"/>
      <pc:docMkLst>
        <pc:docMk/>
      </pc:docMkLst>
      <pc:sldChg chg="modSp">
        <pc:chgData name="Guest User" userId="" providerId="Windows Live" clId="Web-{768615AA-9CED-4B42-B951-52A49832331C}" dt="2025-10-16T09:01:43.858" v="75" actId="20577"/>
        <pc:sldMkLst>
          <pc:docMk/>
          <pc:sldMk cId="3717493800" sldId="821"/>
        </pc:sldMkLst>
        <pc:spChg chg="mod">
          <ac:chgData name="Guest User" userId="" providerId="Windows Live" clId="Web-{768615AA-9CED-4B42-B951-52A49832331C}" dt="2025-10-16T09:01:43.858" v="75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 modShow">
        <pc:chgData name="Guest User" userId="" providerId="Windows Live" clId="Web-{768615AA-9CED-4B42-B951-52A49832331C}" dt="2025-10-16T09:02:08.751" v="77"/>
        <pc:sldMkLst>
          <pc:docMk/>
          <pc:sldMk cId="140346443" sldId="822"/>
        </pc:sldMkLst>
      </pc:sldChg>
      <pc:sldChg chg="modSp">
        <pc:chgData name="Guest User" userId="" providerId="Windows Live" clId="Web-{768615AA-9CED-4B42-B951-52A49832331C}" dt="2025-10-16T09:00:22.481" v="42" actId="20577"/>
        <pc:sldMkLst>
          <pc:docMk/>
          <pc:sldMk cId="2771250690" sldId="851"/>
        </pc:sldMkLst>
        <pc:spChg chg="mod">
          <ac:chgData name="Guest User" userId="" providerId="Windows Live" clId="Web-{768615AA-9CED-4B42-B951-52A49832331C}" dt="2025-10-16T09:00:22.481" v="42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Guest User" userId="" providerId="Windows Live" clId="Web-{768615AA-9CED-4B42-B951-52A49832331C}" dt="2025-10-16T08:59:16.870" v="20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 modShow">
        <pc:chgData name="Guest User" userId="" providerId="Windows Live" clId="Web-{768615AA-9CED-4B42-B951-52A49832331C}" dt="2025-10-16T09:02:04.126" v="76"/>
        <pc:sldMkLst>
          <pc:docMk/>
          <pc:sldMk cId="863631806" sldId="1324"/>
        </pc:sldMkLst>
      </pc:sldChg>
      <pc:sldChg chg="modSp">
        <pc:chgData name="Guest User" userId="" providerId="Windows Live" clId="Web-{768615AA-9CED-4B42-B951-52A49832331C}" dt="2025-10-16T08:45:33.810" v="3" actId="20577"/>
        <pc:sldMkLst>
          <pc:docMk/>
          <pc:sldMk cId="53611107" sldId="1727"/>
        </pc:sldMkLst>
        <pc:spChg chg="mod">
          <ac:chgData name="Guest User" userId="" providerId="Windows Live" clId="Web-{768615AA-9CED-4B42-B951-52A49832331C}" dt="2025-10-16T08:45:33.810" v="3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mod modShow">
        <pc:chgData name="Guest User" userId="" providerId="Windows Live" clId="Web-{768615AA-9CED-4B42-B951-52A49832331C}" dt="2025-10-16T08:47:26.382" v="4"/>
        <pc:sldMkLst>
          <pc:docMk/>
          <pc:sldMk cId="3366721836" sldId="1915"/>
        </pc:sldMkLst>
      </pc:sldChg>
      <pc:sldChg chg="mod modShow">
        <pc:chgData name="Guest User" userId="" providerId="Windows Live" clId="Web-{768615AA-9CED-4B42-B951-52A49832331C}" dt="2025-10-16T08:47:34.148" v="5"/>
        <pc:sldMkLst>
          <pc:docMk/>
          <pc:sldMk cId="2418934247" sldId="1964"/>
        </pc:sldMkLst>
      </pc:sldChg>
      <pc:sldChg chg="mod modShow">
        <pc:chgData name="Guest User" userId="" providerId="Windows Live" clId="Web-{768615AA-9CED-4B42-B951-52A49832331C}" dt="2025-10-16T08:47:55.055" v="6"/>
        <pc:sldMkLst>
          <pc:docMk/>
          <pc:sldMk cId="124597885" sldId="1965"/>
        </pc:sldMkLst>
      </pc:sldChg>
    </pc:docChg>
  </pc:docChgLst>
  <pc:docChgLst>
    <pc:chgData name="Cynthia George" userId="8e4ca16d49ed6304" providerId="Windows Live" clId="Web-{684BAF63-F75E-9B55-6C55-06A3CAE6C6E8}"/>
    <pc:docChg chg="addSld delSld modSld sldOrd">
      <pc:chgData name="Cynthia George" userId="8e4ca16d49ed6304" providerId="Windows Live" clId="Web-{684BAF63-F75E-9B55-6C55-06A3CAE6C6E8}" dt="2025-10-24T04:03:26.022" v="517" actId="20577"/>
      <pc:docMkLst>
        <pc:docMk/>
      </pc:docMkLst>
      <pc:sldChg chg="modSp">
        <pc:chgData name="Cynthia George" userId="8e4ca16d49ed6304" providerId="Windows Live" clId="Web-{684BAF63-F75E-9B55-6C55-06A3CAE6C6E8}" dt="2025-10-24T03:42:50.886" v="380" actId="20577"/>
        <pc:sldMkLst>
          <pc:docMk/>
          <pc:sldMk cId="4765592" sldId="1388"/>
        </pc:sldMkLst>
        <pc:spChg chg="mod">
          <ac:chgData name="Cynthia George" userId="8e4ca16d49ed6304" providerId="Windows Live" clId="Web-{684BAF63-F75E-9B55-6C55-06A3CAE6C6E8}" dt="2025-10-24T03:42:50.886" v="380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">
        <pc:chgData name="Cynthia George" userId="8e4ca16d49ed6304" providerId="Windows Live" clId="Web-{684BAF63-F75E-9B55-6C55-06A3CAE6C6E8}" dt="2025-10-24T03:45:51.576" v="386" actId="20577"/>
        <pc:sldMkLst>
          <pc:docMk/>
          <pc:sldMk cId="2406581127" sldId="1826"/>
        </pc:sldMkLst>
        <pc:spChg chg="mod">
          <ac:chgData name="Cynthia George" userId="8e4ca16d49ed6304" providerId="Windows Live" clId="Web-{684BAF63-F75E-9B55-6C55-06A3CAE6C6E8}" dt="2025-10-24T03:45:51.576" v="386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">
        <pc:chgData name="Cynthia George" userId="8e4ca16d49ed6304" providerId="Windows Live" clId="Web-{684BAF63-F75E-9B55-6C55-06A3CAE6C6E8}" dt="2025-10-24T03:49:07.674" v="412" actId="20577"/>
        <pc:sldMkLst>
          <pc:docMk/>
          <pc:sldMk cId="3359142403" sldId="1827"/>
        </pc:sldMkLst>
        <pc:spChg chg="mod">
          <ac:chgData name="Cynthia George" userId="8e4ca16d49ed6304" providerId="Windows Live" clId="Web-{684BAF63-F75E-9B55-6C55-06A3CAE6C6E8}" dt="2025-10-24T03:46:35.592" v="400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Cynthia George" userId="8e4ca16d49ed6304" providerId="Windows Live" clId="Web-{684BAF63-F75E-9B55-6C55-06A3CAE6C6E8}" dt="2025-10-24T03:49:07.674" v="412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Cynthia George" userId="8e4ca16d49ed6304" providerId="Windows Live" clId="Web-{684BAF63-F75E-9B55-6C55-06A3CAE6C6E8}" dt="2025-10-24T03:47:27.577" v="403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Cynthia George" userId="8e4ca16d49ed6304" providerId="Windows Live" clId="Web-{684BAF63-F75E-9B55-6C55-06A3CAE6C6E8}" dt="2025-10-24T03:41:02.915" v="374" actId="20577"/>
        <pc:sldMkLst>
          <pc:docMk/>
          <pc:sldMk cId="2684712631" sldId="1829"/>
        </pc:sldMkLst>
        <pc:spChg chg="mod">
          <ac:chgData name="Cynthia George" userId="8e4ca16d49ed6304" providerId="Windows Live" clId="Web-{684BAF63-F75E-9B55-6C55-06A3CAE6C6E8}" dt="2025-10-24T03:41:02.915" v="374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Cynthia George" userId="8e4ca16d49ed6304" providerId="Windows Live" clId="Web-{684BAF63-F75E-9B55-6C55-06A3CAE6C6E8}" dt="2025-10-24T03:49:59.849" v="428" actId="20577"/>
        <pc:sldMkLst>
          <pc:docMk/>
          <pc:sldMk cId="1147338714" sldId="1856"/>
        </pc:sldMkLst>
        <pc:spChg chg="mod">
          <ac:chgData name="Cynthia George" userId="8e4ca16d49ed6304" providerId="Windows Live" clId="Web-{684BAF63-F75E-9B55-6C55-06A3CAE6C6E8}" dt="2025-10-24T03:49:59.849" v="428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 del">
        <pc:chgData name="Cynthia George" userId="8e4ca16d49ed6304" providerId="Windows Live" clId="Web-{684BAF63-F75E-9B55-6C55-06A3CAE6C6E8}" dt="2025-10-24T03:57:20.625" v="466"/>
        <pc:sldMkLst>
          <pc:docMk/>
          <pc:sldMk cId="3289423126" sldId="1914"/>
        </pc:sldMkLst>
        <pc:spChg chg="mod">
          <ac:chgData name="Cynthia George" userId="8e4ca16d49ed6304" providerId="Windows Live" clId="Web-{684BAF63-F75E-9B55-6C55-06A3CAE6C6E8}" dt="2025-10-24T03:56:31.108" v="463" actId="20577"/>
          <ac:spMkLst>
            <pc:docMk/>
            <pc:sldMk cId="3289423126" sldId="1914"/>
            <ac:spMk id="4" creationId="{4176D4E9-252F-B348-A5A5-A0DDFC1778E4}"/>
          </ac:spMkLst>
        </pc:spChg>
        <pc:spChg chg="mod">
          <ac:chgData name="Cynthia George" userId="8e4ca16d49ed6304" providerId="Windows Live" clId="Web-{684BAF63-F75E-9B55-6C55-06A3CAE6C6E8}" dt="2025-10-24T03:57:04.218" v="465" actId="1076"/>
          <ac:spMkLst>
            <pc:docMk/>
            <pc:sldMk cId="3289423126" sldId="1914"/>
            <ac:spMk id="8" creationId="{EF35AE80-3035-A45D-0E82-EC447326A002}"/>
          </ac:spMkLst>
        </pc:spChg>
      </pc:sldChg>
      <pc:sldChg chg="modSp">
        <pc:chgData name="Cynthia George" userId="8e4ca16d49ed6304" providerId="Windows Live" clId="Web-{684BAF63-F75E-9B55-6C55-06A3CAE6C6E8}" dt="2025-10-24T02:49:54.399" v="36" actId="20577"/>
        <pc:sldMkLst>
          <pc:docMk/>
          <pc:sldMk cId="3366721836" sldId="1915"/>
        </pc:sldMkLst>
        <pc:spChg chg="mod">
          <ac:chgData name="Cynthia George" userId="8e4ca16d49ed6304" providerId="Windows Live" clId="Web-{684BAF63-F75E-9B55-6C55-06A3CAE6C6E8}" dt="2025-10-24T02:49:54.399" v="36" actId="20577"/>
          <ac:spMkLst>
            <pc:docMk/>
            <pc:sldMk cId="3366721836" sldId="1915"/>
            <ac:spMk id="4" creationId="{EEAA6A71-2919-6F92-C2BF-2A5CEE44FF51}"/>
          </ac:spMkLst>
        </pc:spChg>
      </pc:sldChg>
      <pc:sldChg chg="modSp">
        <pc:chgData name="Cynthia George" userId="8e4ca16d49ed6304" providerId="Windows Live" clId="Web-{684BAF63-F75E-9B55-6C55-06A3CAE6C6E8}" dt="2025-10-24T03:50:23.148" v="430" actId="20577"/>
        <pc:sldMkLst>
          <pc:docMk/>
          <pc:sldMk cId="457554906" sldId="1951"/>
        </pc:sldMkLst>
        <pc:spChg chg="mod">
          <ac:chgData name="Cynthia George" userId="8e4ca16d49ed6304" providerId="Windows Live" clId="Web-{684BAF63-F75E-9B55-6C55-06A3CAE6C6E8}" dt="2025-10-24T03:50:23.148" v="430" actId="20577"/>
          <ac:spMkLst>
            <pc:docMk/>
            <pc:sldMk cId="457554906" sldId="1951"/>
            <ac:spMk id="2" creationId="{E3EB016E-DBD6-1D76-25B7-ACF4641750D7}"/>
          </ac:spMkLst>
        </pc:spChg>
        <pc:spChg chg="mod">
          <ac:chgData name="Cynthia George" userId="8e4ca16d49ed6304" providerId="Windows Live" clId="Web-{684BAF63-F75E-9B55-6C55-06A3CAE6C6E8}" dt="2025-10-24T03:27:00.800" v="134" actId="20577"/>
          <ac:spMkLst>
            <pc:docMk/>
            <pc:sldMk cId="457554906" sldId="1951"/>
            <ac:spMk id="4" creationId="{2D7A88EC-A7CD-CCF1-77FE-786B656A6D5B}"/>
          </ac:spMkLst>
        </pc:spChg>
        <pc:spChg chg="mod">
          <ac:chgData name="Cynthia George" userId="8e4ca16d49ed6304" providerId="Windows Live" clId="Web-{684BAF63-F75E-9B55-6C55-06A3CAE6C6E8}" dt="2025-10-24T03:09:22.713" v="104" actId="20577"/>
          <ac:spMkLst>
            <pc:docMk/>
            <pc:sldMk cId="457554906" sldId="1951"/>
            <ac:spMk id="9" creationId="{CFE6024A-2E5B-FB81-D3CF-B8F3AF5BC532}"/>
          </ac:spMkLst>
        </pc:spChg>
      </pc:sldChg>
      <pc:sldChg chg="modSp">
        <pc:chgData name="Cynthia George" userId="8e4ca16d49ed6304" providerId="Windows Live" clId="Web-{684BAF63-F75E-9B55-6C55-06A3CAE6C6E8}" dt="2025-10-24T02:04:31.950" v="9" actId="20577"/>
        <pc:sldMkLst>
          <pc:docMk/>
          <pc:sldMk cId="2418934247" sldId="1964"/>
        </pc:sldMkLst>
        <pc:spChg chg="mod">
          <ac:chgData name="Cynthia George" userId="8e4ca16d49ed6304" providerId="Windows Live" clId="Web-{684BAF63-F75E-9B55-6C55-06A3CAE6C6E8}" dt="2025-10-24T02:04:31.950" v="9" actId="20577"/>
          <ac:spMkLst>
            <pc:docMk/>
            <pc:sldMk cId="2418934247" sldId="1964"/>
            <ac:spMk id="4" creationId="{7D742746-DAC1-A866-59B5-AFC5F133787C}"/>
          </ac:spMkLst>
        </pc:spChg>
      </pc:sldChg>
      <pc:sldChg chg="modSp">
        <pc:chgData name="Cynthia George" userId="8e4ca16d49ed6304" providerId="Windows Live" clId="Web-{684BAF63-F75E-9B55-6C55-06A3CAE6C6E8}" dt="2025-10-24T02:52:13.526" v="66" actId="20577"/>
        <pc:sldMkLst>
          <pc:docMk/>
          <pc:sldMk cId="124597885" sldId="1965"/>
        </pc:sldMkLst>
        <pc:spChg chg="mod">
          <ac:chgData name="Cynthia George" userId="8e4ca16d49ed6304" providerId="Windows Live" clId="Web-{684BAF63-F75E-9B55-6C55-06A3CAE6C6E8}" dt="2025-10-24T02:52:13.526" v="66" actId="20577"/>
          <ac:spMkLst>
            <pc:docMk/>
            <pc:sldMk cId="124597885" sldId="1965"/>
            <ac:spMk id="4" creationId="{E7F5B5BA-101D-B74C-87B7-76CA725C71CB}"/>
          </ac:spMkLst>
        </pc:spChg>
      </pc:sldChg>
      <pc:sldChg chg="modSp">
        <pc:chgData name="Cynthia George" userId="8e4ca16d49ed6304" providerId="Windows Live" clId="Web-{684BAF63-F75E-9B55-6C55-06A3CAE6C6E8}" dt="2025-10-24T03:49:00.096" v="410" actId="20577"/>
        <pc:sldMkLst>
          <pc:docMk/>
          <pc:sldMk cId="2020830256" sldId="1980"/>
        </pc:sldMkLst>
        <pc:spChg chg="mod">
          <ac:chgData name="Cynthia George" userId="8e4ca16d49ed6304" providerId="Windows Live" clId="Web-{684BAF63-F75E-9B55-6C55-06A3CAE6C6E8}" dt="2025-10-24T03:46:29.014" v="398" actId="20577"/>
          <ac:spMkLst>
            <pc:docMk/>
            <pc:sldMk cId="2020830256" sldId="1980"/>
            <ac:spMk id="2" creationId="{7B503F90-9FC7-E0D5-647F-2B99F591BE89}"/>
          </ac:spMkLst>
        </pc:spChg>
        <pc:spChg chg="mod">
          <ac:chgData name="Cynthia George" userId="8e4ca16d49ed6304" providerId="Windows Live" clId="Web-{684BAF63-F75E-9B55-6C55-06A3CAE6C6E8}" dt="2025-10-24T03:49:00.096" v="410" actId="20577"/>
          <ac:spMkLst>
            <pc:docMk/>
            <pc:sldMk cId="2020830256" sldId="1980"/>
            <ac:spMk id="4" creationId="{2F3BADD7-5F47-DD22-8E3A-B76DD11E5431}"/>
          </ac:spMkLst>
        </pc:spChg>
        <pc:spChg chg="mod">
          <ac:chgData name="Cynthia George" userId="8e4ca16d49ed6304" providerId="Windows Live" clId="Web-{684BAF63-F75E-9B55-6C55-06A3CAE6C6E8}" dt="2025-10-24T02:56:18.155" v="74" actId="20577"/>
          <ac:spMkLst>
            <pc:docMk/>
            <pc:sldMk cId="2020830256" sldId="1980"/>
            <ac:spMk id="6" creationId="{1DB8CD47-125C-DFC4-3409-3D053915A710}"/>
          </ac:spMkLst>
        </pc:spChg>
      </pc:sldChg>
      <pc:sldChg chg="modSp">
        <pc:chgData name="Cynthia George" userId="8e4ca16d49ed6304" providerId="Windows Live" clId="Web-{684BAF63-F75E-9B55-6C55-06A3CAE6C6E8}" dt="2025-10-24T03:50:13.334" v="429" actId="20577"/>
        <pc:sldMkLst>
          <pc:docMk/>
          <pc:sldMk cId="3589558540" sldId="1981"/>
        </pc:sldMkLst>
        <pc:spChg chg="mod">
          <ac:chgData name="Cynthia George" userId="8e4ca16d49ed6304" providerId="Windows Live" clId="Web-{684BAF63-F75E-9B55-6C55-06A3CAE6C6E8}" dt="2025-10-24T03:50:13.334" v="429" actId="20577"/>
          <ac:spMkLst>
            <pc:docMk/>
            <pc:sldMk cId="3589558540" sldId="1981"/>
            <ac:spMk id="2" creationId="{39C3612B-A594-12F8-D0DE-02BAD7B78B67}"/>
          </ac:spMkLst>
        </pc:spChg>
        <pc:spChg chg="mod">
          <ac:chgData name="Cynthia George" userId="8e4ca16d49ed6304" providerId="Windows Live" clId="Web-{684BAF63-F75E-9B55-6C55-06A3CAE6C6E8}" dt="2025-10-24T03:27:09.628" v="135" actId="20577"/>
          <ac:spMkLst>
            <pc:docMk/>
            <pc:sldMk cId="3589558540" sldId="1981"/>
            <ac:spMk id="4" creationId="{729CA52F-E805-177A-10C6-B25370B5B58C}"/>
          </ac:spMkLst>
        </pc:spChg>
      </pc:sldChg>
      <pc:sldChg chg="modSp del">
        <pc:chgData name="Cynthia George" userId="8e4ca16d49ed6304" providerId="Windows Live" clId="Web-{684BAF63-F75E-9B55-6C55-06A3CAE6C6E8}" dt="2025-10-24T03:48:10.407" v="404"/>
        <pc:sldMkLst>
          <pc:docMk/>
          <pc:sldMk cId="1154882032" sldId="1988"/>
        </pc:sldMkLst>
        <pc:spChg chg="mod">
          <ac:chgData name="Cynthia George" userId="8e4ca16d49ed6304" providerId="Windows Live" clId="Web-{684BAF63-F75E-9B55-6C55-06A3CAE6C6E8}" dt="2025-10-24T03:46:16.295" v="393" actId="20577"/>
          <ac:spMkLst>
            <pc:docMk/>
            <pc:sldMk cId="1154882032" sldId="1988"/>
            <ac:spMk id="2" creationId="{0B811B20-3BF4-E5B4-5A5D-FE87AE7BD3B2}"/>
          </ac:spMkLst>
        </pc:spChg>
      </pc:sldChg>
      <pc:sldChg chg="modSp">
        <pc:chgData name="Cynthia George" userId="8e4ca16d49ed6304" providerId="Windows Live" clId="Web-{684BAF63-F75E-9B55-6C55-06A3CAE6C6E8}" dt="2025-10-24T02:14:41.504" v="29" actId="20577"/>
        <pc:sldMkLst>
          <pc:docMk/>
          <pc:sldMk cId="4050471080" sldId="1989"/>
        </pc:sldMkLst>
        <pc:spChg chg="mod">
          <ac:chgData name="Cynthia George" userId="8e4ca16d49ed6304" providerId="Windows Live" clId="Web-{684BAF63-F75E-9B55-6C55-06A3CAE6C6E8}" dt="2025-10-24T02:14:16.066" v="20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Cynthia George" userId="8e4ca16d49ed6304" providerId="Windows Live" clId="Web-{684BAF63-F75E-9B55-6C55-06A3CAE6C6E8}" dt="2025-10-24T02:14:41.504" v="29" actId="20577"/>
          <ac:spMkLst>
            <pc:docMk/>
            <pc:sldMk cId="4050471080" sldId="1989"/>
            <ac:spMk id="6" creationId="{4AC751B8-1522-B4B4-3170-CBBEEEDF2680}"/>
          </ac:spMkLst>
        </pc:spChg>
      </pc:sldChg>
      <pc:sldChg chg="modSp">
        <pc:chgData name="Cynthia George" userId="8e4ca16d49ed6304" providerId="Windows Live" clId="Web-{684BAF63-F75E-9B55-6C55-06A3CAE6C6E8}" dt="2025-10-24T03:42:45.526" v="379" actId="20577"/>
        <pc:sldMkLst>
          <pc:docMk/>
          <pc:sldMk cId="4145407740" sldId="1990"/>
        </pc:sldMkLst>
        <pc:spChg chg="mod">
          <ac:chgData name="Cynthia George" userId="8e4ca16d49ed6304" providerId="Windows Live" clId="Web-{684BAF63-F75E-9B55-6C55-06A3CAE6C6E8}" dt="2025-10-24T03:42:45.526" v="379" actId="20577"/>
          <ac:spMkLst>
            <pc:docMk/>
            <pc:sldMk cId="4145407740" sldId="1990"/>
            <ac:spMk id="2" creationId="{19B9627D-C9E5-7A27-D868-BB4004190B76}"/>
          </ac:spMkLst>
        </pc:spChg>
        <pc:spChg chg="mod">
          <ac:chgData name="Cynthia George" userId="8e4ca16d49ed6304" providerId="Windows Live" clId="Web-{684BAF63-F75E-9B55-6C55-06A3CAE6C6E8}" dt="2025-10-24T02:17:37.252" v="32" actId="20577"/>
          <ac:spMkLst>
            <pc:docMk/>
            <pc:sldMk cId="4145407740" sldId="1990"/>
            <ac:spMk id="6" creationId="{8C7B43F6-8489-9A55-95F5-8F690487996E}"/>
          </ac:spMkLst>
        </pc:spChg>
      </pc:sldChg>
      <pc:sldChg chg="modSp">
        <pc:chgData name="Cynthia George" userId="8e4ca16d49ed6304" providerId="Windows Live" clId="Web-{684BAF63-F75E-9B55-6C55-06A3CAE6C6E8}" dt="2025-10-24T03:43:11.136" v="382" actId="20577"/>
        <pc:sldMkLst>
          <pc:docMk/>
          <pc:sldMk cId="2363354331" sldId="1991"/>
        </pc:sldMkLst>
        <pc:spChg chg="mod">
          <ac:chgData name="Cynthia George" userId="8e4ca16d49ed6304" providerId="Windows Live" clId="Web-{684BAF63-F75E-9B55-6C55-06A3CAE6C6E8}" dt="2025-10-24T03:43:11.136" v="382" actId="20577"/>
          <ac:spMkLst>
            <pc:docMk/>
            <pc:sldMk cId="2363354331" sldId="1991"/>
            <ac:spMk id="2" creationId="{98BBA9FE-B82A-077E-F078-799DC8AA342B}"/>
          </ac:spMkLst>
        </pc:spChg>
      </pc:sldChg>
      <pc:sldChg chg="modSp">
        <pc:chgData name="Cynthia George" userId="8e4ca16d49ed6304" providerId="Windows Live" clId="Web-{684BAF63-F75E-9B55-6C55-06A3CAE6C6E8}" dt="2025-10-24T03:40:01.522" v="369" actId="20577"/>
        <pc:sldMkLst>
          <pc:docMk/>
          <pc:sldMk cId="2783341204" sldId="1992"/>
        </pc:sldMkLst>
        <pc:spChg chg="mod">
          <ac:chgData name="Cynthia George" userId="8e4ca16d49ed6304" providerId="Windows Live" clId="Web-{684BAF63-F75E-9B55-6C55-06A3CAE6C6E8}" dt="2025-10-24T03:38:17.441" v="363" actId="20577"/>
          <ac:spMkLst>
            <pc:docMk/>
            <pc:sldMk cId="2783341204" sldId="1992"/>
            <ac:spMk id="2" creationId="{A9F8AD01-0F67-C3AF-1AAF-11248472D921}"/>
          </ac:spMkLst>
        </pc:spChg>
        <pc:spChg chg="mod">
          <ac:chgData name="Cynthia George" userId="8e4ca16d49ed6304" providerId="Windows Live" clId="Web-{684BAF63-F75E-9B55-6C55-06A3CAE6C6E8}" dt="2025-10-24T03:40:01.522" v="369" actId="20577"/>
          <ac:spMkLst>
            <pc:docMk/>
            <pc:sldMk cId="2783341204" sldId="1992"/>
            <ac:spMk id="9" creationId="{FDE1DB4F-C217-2890-DB3F-D9D8888A471B}"/>
          </ac:spMkLst>
        </pc:spChg>
      </pc:sldChg>
      <pc:sldChg chg="modSp">
        <pc:chgData name="Cynthia George" userId="8e4ca16d49ed6304" providerId="Windows Live" clId="Web-{684BAF63-F75E-9B55-6C55-06A3CAE6C6E8}" dt="2025-10-24T03:41:10.493" v="377" actId="20577"/>
        <pc:sldMkLst>
          <pc:docMk/>
          <pc:sldMk cId="3776026696" sldId="1993"/>
        </pc:sldMkLst>
        <pc:spChg chg="mod">
          <ac:chgData name="Cynthia George" userId="8e4ca16d49ed6304" providerId="Windows Live" clId="Web-{684BAF63-F75E-9B55-6C55-06A3CAE6C6E8}" dt="2025-10-24T03:41:10.493" v="377" actId="20577"/>
          <ac:spMkLst>
            <pc:docMk/>
            <pc:sldMk cId="3776026696" sldId="1993"/>
            <ac:spMk id="2" creationId="{823BB8FB-33CC-192C-0E3F-B44D08D1B718}"/>
          </ac:spMkLst>
        </pc:spChg>
        <pc:spChg chg="mod">
          <ac:chgData name="Cynthia George" userId="8e4ca16d49ed6304" providerId="Windows Live" clId="Web-{684BAF63-F75E-9B55-6C55-06A3CAE6C6E8}" dt="2025-10-24T03:40:45.508" v="372" actId="20577"/>
          <ac:spMkLst>
            <pc:docMk/>
            <pc:sldMk cId="3776026696" sldId="1993"/>
            <ac:spMk id="9" creationId="{BDA23F9C-1A18-B8E3-DB18-2B075ECA628F}"/>
          </ac:spMkLst>
        </pc:spChg>
      </pc:sldChg>
      <pc:sldChg chg="modSp">
        <pc:chgData name="Cynthia George" userId="8e4ca16d49ed6304" providerId="Windows Live" clId="Web-{684BAF63-F75E-9B55-6C55-06A3CAE6C6E8}" dt="2025-10-24T03:48:46.799" v="408" actId="20577"/>
        <pc:sldMkLst>
          <pc:docMk/>
          <pc:sldMk cId="307999656" sldId="1994"/>
        </pc:sldMkLst>
        <pc:spChg chg="mod">
          <ac:chgData name="Cynthia George" userId="8e4ca16d49ed6304" providerId="Windows Live" clId="Web-{684BAF63-F75E-9B55-6C55-06A3CAE6C6E8}" dt="2025-10-24T03:46:24.389" v="396" actId="20577"/>
          <ac:spMkLst>
            <pc:docMk/>
            <pc:sldMk cId="307999656" sldId="1994"/>
            <ac:spMk id="2" creationId="{464249AF-8E44-DF0F-796D-36A172E37D5D}"/>
          </ac:spMkLst>
        </pc:spChg>
        <pc:spChg chg="mod">
          <ac:chgData name="Cynthia George" userId="8e4ca16d49ed6304" providerId="Windows Live" clId="Web-{684BAF63-F75E-9B55-6C55-06A3CAE6C6E8}" dt="2025-10-24T03:48:46.799" v="408" actId="20577"/>
          <ac:spMkLst>
            <pc:docMk/>
            <pc:sldMk cId="307999656" sldId="1994"/>
            <ac:spMk id="4" creationId="{145B6664-90F4-5F19-2D82-393D336819F8}"/>
          </ac:spMkLst>
        </pc:spChg>
        <pc:spChg chg="mod">
          <ac:chgData name="Cynthia George" userId="8e4ca16d49ed6304" providerId="Windows Live" clId="Web-{684BAF63-F75E-9B55-6C55-06A3CAE6C6E8}" dt="2025-10-24T02:59:43.589" v="84" actId="20577"/>
          <ac:spMkLst>
            <pc:docMk/>
            <pc:sldMk cId="307999656" sldId="1994"/>
            <ac:spMk id="9" creationId="{A7AF72BB-021A-3394-7719-374EB85FE164}"/>
          </ac:spMkLst>
        </pc:spChg>
      </pc:sldChg>
      <pc:sldChg chg="modSp">
        <pc:chgData name="Cynthia George" userId="8e4ca16d49ed6304" providerId="Windows Live" clId="Web-{684BAF63-F75E-9B55-6C55-06A3CAE6C6E8}" dt="2025-10-24T03:50:42.666" v="432" actId="20577"/>
        <pc:sldMkLst>
          <pc:docMk/>
          <pc:sldMk cId="1547265722" sldId="1995"/>
        </pc:sldMkLst>
        <pc:spChg chg="mod">
          <ac:chgData name="Cynthia George" userId="8e4ca16d49ed6304" providerId="Windows Live" clId="Web-{684BAF63-F75E-9B55-6C55-06A3CAE6C6E8}" dt="2025-10-24T03:50:42.666" v="432" actId="20577"/>
          <ac:spMkLst>
            <pc:docMk/>
            <pc:sldMk cId="1547265722" sldId="1995"/>
            <ac:spMk id="2" creationId="{A2AF6A9C-7C06-7038-23DC-ED0906DAC5CF}"/>
          </ac:spMkLst>
        </pc:spChg>
        <pc:spChg chg="mod">
          <ac:chgData name="Cynthia George" userId="8e4ca16d49ed6304" providerId="Windows Live" clId="Web-{684BAF63-F75E-9B55-6C55-06A3CAE6C6E8}" dt="2025-10-24T03:11:46.449" v="115" actId="20577"/>
          <ac:spMkLst>
            <pc:docMk/>
            <pc:sldMk cId="1547265722" sldId="1995"/>
            <ac:spMk id="4" creationId="{F9865711-1FA9-2EF0-0B25-6677593210DC}"/>
          </ac:spMkLst>
        </pc:spChg>
        <pc:spChg chg="mod">
          <ac:chgData name="Cynthia George" userId="8e4ca16d49ed6304" providerId="Windows Live" clId="Web-{684BAF63-F75E-9B55-6C55-06A3CAE6C6E8}" dt="2025-10-24T03:11:36.465" v="112" actId="20577"/>
          <ac:spMkLst>
            <pc:docMk/>
            <pc:sldMk cId="1547265722" sldId="1995"/>
            <ac:spMk id="9" creationId="{3579A63F-FC1D-EB11-9B5B-E52BC5C408F7}"/>
          </ac:spMkLst>
        </pc:spChg>
      </pc:sldChg>
      <pc:sldChg chg="modSp add replId">
        <pc:chgData name="Cynthia George" userId="8e4ca16d49ed6304" providerId="Windows Live" clId="Web-{684BAF63-F75E-9B55-6C55-06A3CAE6C6E8}" dt="2025-10-24T03:50:32.524" v="431" actId="20577"/>
        <pc:sldMkLst>
          <pc:docMk/>
          <pc:sldMk cId="1841272568" sldId="2004"/>
        </pc:sldMkLst>
        <pc:spChg chg="mod">
          <ac:chgData name="Cynthia George" userId="8e4ca16d49ed6304" providerId="Windows Live" clId="Web-{684BAF63-F75E-9B55-6C55-06A3CAE6C6E8}" dt="2025-10-24T03:50:32.524" v="431" actId="20577"/>
          <ac:spMkLst>
            <pc:docMk/>
            <pc:sldMk cId="1841272568" sldId="2004"/>
            <ac:spMk id="2" creationId="{6E4F4BB8-80B2-506F-B724-A6A7C24E667D}"/>
          </ac:spMkLst>
        </pc:spChg>
        <pc:spChg chg="mod">
          <ac:chgData name="Cynthia George" userId="8e4ca16d49ed6304" providerId="Windows Live" clId="Web-{684BAF63-F75E-9B55-6C55-06A3CAE6C6E8}" dt="2025-10-24T03:19:18.894" v="119" actId="20577"/>
          <ac:spMkLst>
            <pc:docMk/>
            <pc:sldMk cId="1841272568" sldId="2004"/>
            <ac:spMk id="4" creationId="{DB29B0AA-934F-5A0E-437E-B2B4EF2C6882}"/>
          </ac:spMkLst>
        </pc:spChg>
        <pc:spChg chg="mod">
          <ac:chgData name="Cynthia George" userId="8e4ca16d49ed6304" providerId="Windows Live" clId="Web-{684BAF63-F75E-9B55-6C55-06A3CAE6C6E8}" dt="2025-10-24T03:26:16.909" v="133" actId="20577"/>
          <ac:spMkLst>
            <pc:docMk/>
            <pc:sldMk cId="1841272568" sldId="2004"/>
            <ac:spMk id="9" creationId="{C680DB10-CBA6-B3E4-BFBC-0EE0D8E037F3}"/>
          </ac:spMkLst>
        </pc:spChg>
      </pc:sldChg>
      <pc:sldChg chg="modSp add ord replId">
        <pc:chgData name="Cynthia George" userId="8e4ca16d49ed6304" providerId="Windows Live" clId="Web-{684BAF63-F75E-9B55-6C55-06A3CAE6C6E8}" dt="2025-10-24T04:02:59.803" v="508" actId="20577"/>
        <pc:sldMkLst>
          <pc:docMk/>
          <pc:sldMk cId="3639209428" sldId="2005"/>
        </pc:sldMkLst>
        <pc:spChg chg="mod">
          <ac:chgData name="Cynthia George" userId="8e4ca16d49ed6304" providerId="Windows Live" clId="Web-{684BAF63-F75E-9B55-6C55-06A3CAE6C6E8}" dt="2025-10-24T03:54:02.039" v="434" actId="20577"/>
          <ac:spMkLst>
            <pc:docMk/>
            <pc:sldMk cId="3639209428" sldId="2005"/>
            <ac:spMk id="4" creationId="{7739CFBF-A8BE-0101-62C0-E6E9DB1F63E8}"/>
          </ac:spMkLst>
        </pc:spChg>
        <pc:spChg chg="mod">
          <ac:chgData name="Cynthia George" userId="8e4ca16d49ed6304" providerId="Windows Live" clId="Web-{684BAF63-F75E-9B55-6C55-06A3CAE6C6E8}" dt="2025-10-24T04:02:59.803" v="508" actId="20577"/>
          <ac:spMkLst>
            <pc:docMk/>
            <pc:sldMk cId="3639209428" sldId="2005"/>
            <ac:spMk id="8" creationId="{08188F0E-E74F-F00D-1D62-25AA28CCC614}"/>
          </ac:spMkLst>
        </pc:spChg>
      </pc:sldChg>
      <pc:sldChg chg="modSp add replId">
        <pc:chgData name="Cynthia George" userId="8e4ca16d49ed6304" providerId="Windows Live" clId="Web-{684BAF63-F75E-9B55-6C55-06A3CAE6C6E8}" dt="2025-10-24T04:03:26.022" v="517" actId="20577"/>
        <pc:sldMkLst>
          <pc:docMk/>
          <pc:sldMk cId="267100121" sldId="2006"/>
        </pc:sldMkLst>
        <pc:spChg chg="mod">
          <ac:chgData name="Cynthia George" userId="8e4ca16d49ed6304" providerId="Windows Live" clId="Web-{684BAF63-F75E-9B55-6C55-06A3CAE6C6E8}" dt="2025-10-24T04:02:13.443" v="498" actId="20577"/>
          <ac:spMkLst>
            <pc:docMk/>
            <pc:sldMk cId="267100121" sldId="2006"/>
            <ac:spMk id="4" creationId="{93D07CA2-F8E3-7D6E-04AC-4BD073474FE6}"/>
          </ac:spMkLst>
        </pc:spChg>
        <pc:spChg chg="mod">
          <ac:chgData name="Cynthia George" userId="8e4ca16d49ed6304" providerId="Windows Live" clId="Web-{684BAF63-F75E-9B55-6C55-06A3CAE6C6E8}" dt="2025-10-24T04:03:26.022" v="517" actId="20577"/>
          <ac:spMkLst>
            <pc:docMk/>
            <pc:sldMk cId="267100121" sldId="2006"/>
            <ac:spMk id="8" creationId="{3F409871-7E16-CBF9-E9A3-9E6AA50BA5C6}"/>
          </ac:spMkLst>
        </pc:spChg>
      </pc:sldChg>
      <pc:sldChg chg="modSp add del replId">
        <pc:chgData name="Cynthia George" userId="8e4ca16d49ed6304" providerId="Windows Live" clId="Web-{684BAF63-F75E-9B55-6C55-06A3CAE6C6E8}" dt="2025-10-24T03:59:13.315" v="476"/>
        <pc:sldMkLst>
          <pc:docMk/>
          <pc:sldMk cId="4189521185" sldId="2006"/>
        </pc:sldMkLst>
        <pc:spChg chg="mod">
          <ac:chgData name="Cynthia George" userId="8e4ca16d49ed6304" providerId="Windows Live" clId="Web-{684BAF63-F75E-9B55-6C55-06A3CAE6C6E8}" dt="2025-10-24T03:57:45.704" v="473" actId="20577"/>
          <ac:spMkLst>
            <pc:docMk/>
            <pc:sldMk cId="4189521185" sldId="2006"/>
            <ac:spMk id="4" creationId="{00589A46-2769-E87C-8BAA-0B49309FDF38}"/>
          </ac:spMkLst>
        </pc:spChg>
        <pc:spChg chg="mod">
          <ac:chgData name="Cynthia George" userId="8e4ca16d49ed6304" providerId="Windows Live" clId="Web-{684BAF63-F75E-9B55-6C55-06A3CAE6C6E8}" dt="2025-10-24T03:57:43.251" v="471" actId="20577"/>
          <ac:spMkLst>
            <pc:docMk/>
            <pc:sldMk cId="4189521185" sldId="2006"/>
            <ac:spMk id="8" creationId="{2065CDB4-25A9-84F5-91FC-897D192468EA}"/>
          </ac:spMkLst>
        </pc:spChg>
      </pc:sldChg>
    </pc:docChg>
  </pc:docChgLst>
  <pc:docChgLst>
    <pc:chgData name="Cynthia George" userId="8e4ca16d49ed6304" providerId="LiveId" clId="{B7BD43CF-A990-3467-A82C-91EE96552C58}"/>
    <pc:docChg chg="modSld">
      <pc:chgData name="Cynthia George" userId="8e4ca16d49ed6304" providerId="LiveId" clId="{B7BD43CF-A990-3467-A82C-91EE96552C58}" dt="2025-10-25T06:15:13.915" v="17" actId="20577"/>
      <pc:docMkLst>
        <pc:docMk/>
      </pc:docMkLst>
      <pc:sldChg chg="modSp mod">
        <pc:chgData name="Cynthia George" userId="8e4ca16d49ed6304" providerId="LiveId" clId="{B7BD43CF-A990-3467-A82C-91EE96552C58}" dt="2025-10-25T02:34:10.084" v="7" actId="20577"/>
        <pc:sldMkLst>
          <pc:docMk/>
          <pc:sldMk cId="4050471080" sldId="1989"/>
        </pc:sldMkLst>
        <pc:spChg chg="mod">
          <ac:chgData name="Cynthia George" userId="8e4ca16d49ed6304" providerId="LiveId" clId="{B7BD43CF-A990-3467-A82C-91EE96552C58}" dt="2025-10-25T02:33:58.399" v="5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Cynthia George" userId="8e4ca16d49ed6304" providerId="LiveId" clId="{B7BD43CF-A990-3467-A82C-91EE96552C58}" dt="2025-10-25T02:34:10.084" v="7" actId="20577"/>
          <ac:spMkLst>
            <pc:docMk/>
            <pc:sldMk cId="4050471080" sldId="1989"/>
            <ac:spMk id="6" creationId="{4AC751B8-1522-B4B4-3170-CBBEEEDF2680}"/>
          </ac:spMkLst>
        </pc:spChg>
      </pc:sldChg>
      <pc:sldChg chg="modSp mod">
        <pc:chgData name="Cynthia George" userId="8e4ca16d49ed6304" providerId="LiveId" clId="{B7BD43CF-A990-3467-A82C-91EE96552C58}" dt="2025-10-25T06:14:57.532" v="13" actId="20577"/>
        <pc:sldMkLst>
          <pc:docMk/>
          <pc:sldMk cId="4145407740" sldId="1990"/>
        </pc:sldMkLst>
        <pc:spChg chg="mod">
          <ac:chgData name="Cynthia George" userId="8e4ca16d49ed6304" providerId="LiveId" clId="{B7BD43CF-A990-3467-A82C-91EE96552C58}" dt="2025-10-25T06:14:49.697" v="11" actId="20577"/>
          <ac:spMkLst>
            <pc:docMk/>
            <pc:sldMk cId="4145407740" sldId="1990"/>
            <ac:spMk id="2" creationId="{19B9627D-C9E5-7A27-D868-BB4004190B76}"/>
          </ac:spMkLst>
        </pc:spChg>
        <pc:spChg chg="mod">
          <ac:chgData name="Cynthia George" userId="8e4ca16d49ed6304" providerId="LiveId" clId="{B7BD43CF-A990-3467-A82C-91EE96552C58}" dt="2025-10-25T06:14:57.532" v="13" actId="20577"/>
          <ac:spMkLst>
            <pc:docMk/>
            <pc:sldMk cId="4145407740" sldId="1990"/>
            <ac:spMk id="6" creationId="{8C7B43F6-8489-9A55-95F5-8F690487996E}"/>
          </ac:spMkLst>
        </pc:spChg>
      </pc:sldChg>
      <pc:sldChg chg="modSp mod">
        <pc:chgData name="Cynthia George" userId="8e4ca16d49ed6304" providerId="LiveId" clId="{B7BD43CF-A990-3467-A82C-91EE96552C58}" dt="2025-10-25T06:15:13.915" v="17" actId="20577"/>
        <pc:sldMkLst>
          <pc:docMk/>
          <pc:sldMk cId="2363354331" sldId="1991"/>
        </pc:sldMkLst>
        <pc:spChg chg="mod">
          <ac:chgData name="Cynthia George" userId="8e4ca16d49ed6304" providerId="LiveId" clId="{B7BD43CF-A990-3467-A82C-91EE96552C58}" dt="2025-10-25T06:15:13.915" v="17" actId="20577"/>
          <ac:spMkLst>
            <pc:docMk/>
            <pc:sldMk cId="2363354331" sldId="1991"/>
            <ac:spMk id="2" creationId="{98BBA9FE-B82A-077E-F078-799DC8AA342B}"/>
          </ac:spMkLst>
        </pc:spChg>
      </pc:sldChg>
    </pc:docChg>
  </pc:docChgLst>
  <pc:docChgLst>
    <pc:chgData name="Guest User" providerId="Windows Live" clId="Web-{267734E6-A076-4756-82D4-457969B005A7}"/>
    <pc:docChg chg="modSld">
      <pc:chgData name="Guest User" userId="" providerId="Windows Live" clId="Web-{267734E6-A076-4756-82D4-457969B005A7}" dt="2025-10-17T06:37:21.979" v="38" actId="20577"/>
      <pc:docMkLst>
        <pc:docMk/>
      </pc:docMkLst>
      <pc:sldChg chg="modSp">
        <pc:chgData name="Guest User" userId="" providerId="Windows Live" clId="Web-{267734E6-A076-4756-82D4-457969B005A7}" dt="2025-10-17T06:35:03.130" v="7" actId="20577"/>
        <pc:sldMkLst>
          <pc:docMk/>
          <pc:sldMk cId="3482069950" sldId="1900"/>
        </pc:sldMkLst>
        <pc:spChg chg="mod">
          <ac:chgData name="Guest User" userId="" providerId="Windows Live" clId="Web-{267734E6-A076-4756-82D4-457969B005A7}" dt="2025-10-17T06:35:03.130" v="7" actId="20577"/>
          <ac:spMkLst>
            <pc:docMk/>
            <pc:sldMk cId="3482069950" sldId="1900"/>
            <ac:spMk id="7" creationId="{0F17F290-1656-7542-9578-98FD23DC620B}"/>
          </ac:spMkLst>
        </pc:spChg>
      </pc:sldChg>
    </pc:docChg>
  </pc:docChgLst>
  <pc:docChgLst>
    <pc:chgData name="Sini Mathew" userId="3875fe58a975fc01" providerId="LiveId" clId="{D9DAC2AF-0C6B-4B94-9312-CAC53600FB94}"/>
    <pc:docChg chg="undo redo custSel modSld">
      <pc:chgData name="Sini Mathew" userId="3875fe58a975fc01" providerId="LiveId" clId="{D9DAC2AF-0C6B-4B94-9312-CAC53600FB94}" dt="2025-10-15T09:59:05.304" v="50" actId="20577"/>
      <pc:docMkLst>
        <pc:docMk/>
      </pc:docMkLst>
    </pc:docChg>
  </pc:docChgLst>
  <pc:docChgLst>
    <pc:chgData name="Guest User" providerId="Windows Live" clId="Web-{88DFC8B5-ABB9-416B-BDD1-96FA4FB4AE38}"/>
    <pc:docChg chg="addSld delSld modSld sldOrd">
      <pc:chgData name="Guest User" userId="" providerId="Windows Live" clId="Web-{88DFC8B5-ABB9-416B-BDD1-96FA4FB4AE38}" dt="2025-10-18T03:17:01.757" v="170" actId="20577"/>
      <pc:docMkLst>
        <pc:docMk/>
      </pc:docMkLst>
      <pc:sldChg chg="modSp mod modShow">
        <pc:chgData name="Guest User" userId="" providerId="Windows Live" clId="Web-{88DFC8B5-ABB9-416B-BDD1-96FA4FB4AE38}" dt="2025-10-18T03:10:40.252" v="92"/>
        <pc:sldMkLst>
          <pc:docMk/>
          <pc:sldMk cId="717388547" sldId="813"/>
        </pc:sldMkLst>
        <pc:spChg chg="mod">
          <ac:chgData name="Guest User" userId="" providerId="Windows Live" clId="Web-{88DFC8B5-ABB9-416B-BDD1-96FA4FB4AE38}" dt="2025-10-18T03:10:37.892" v="9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 modShow">
        <pc:chgData name="Guest User" userId="" providerId="Windows Live" clId="Web-{88DFC8B5-ABB9-416B-BDD1-96FA4FB4AE38}" dt="2025-10-18T03:15:42.928" v="144" actId="20577"/>
        <pc:sldMkLst>
          <pc:docMk/>
          <pc:sldMk cId="3366721836" sldId="1915"/>
        </pc:sldMkLst>
        <pc:spChg chg="mod">
          <ac:chgData name="Guest User" userId="" providerId="Windows Live" clId="Web-{88DFC8B5-ABB9-416B-BDD1-96FA4FB4AE38}" dt="2025-10-18T03:11:42.503" v="110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Guest User" userId="" providerId="Windows Live" clId="Web-{88DFC8B5-ABB9-416B-BDD1-96FA4FB4AE38}" dt="2025-10-18T03:15:42.928" v="144" actId="20577"/>
          <ac:spMkLst>
            <pc:docMk/>
            <pc:sldMk cId="3366721836" sldId="1915"/>
            <ac:spMk id="4" creationId="{EEAA6A71-2919-6F92-C2BF-2A5CEE44FF51}"/>
          </ac:spMkLst>
        </pc:spChg>
        <pc:spChg chg="mod">
          <ac:chgData name="Guest User" userId="" providerId="Windows Live" clId="Web-{88DFC8B5-ABB9-416B-BDD1-96FA4FB4AE38}" dt="2025-10-18T03:13:35.084" v="129" actId="20577"/>
          <ac:spMkLst>
            <pc:docMk/>
            <pc:sldMk cId="3366721836" sldId="1915"/>
            <ac:spMk id="5" creationId="{A580248D-7344-851E-94DE-44524E9F4FC9}"/>
          </ac:spMkLst>
        </pc:spChg>
      </pc:sldChg>
      <pc:sldChg chg="delSp modSp mod modShow">
        <pc:chgData name="Guest User" userId="" providerId="Windows Live" clId="Web-{88DFC8B5-ABB9-416B-BDD1-96FA4FB4AE38}" dt="2025-10-18T03:06:39.729" v="45" actId="20577"/>
        <pc:sldMkLst>
          <pc:docMk/>
          <pc:sldMk cId="457554906" sldId="1951"/>
        </pc:sldMkLst>
        <pc:spChg chg="mod">
          <ac:chgData name="Guest User" userId="" providerId="Windows Live" clId="Web-{88DFC8B5-ABB9-416B-BDD1-96FA4FB4AE38}" dt="2025-10-18T03:06:39.729" v="45" actId="20577"/>
          <ac:spMkLst>
            <pc:docMk/>
            <pc:sldMk cId="457554906" sldId="1951"/>
            <ac:spMk id="4" creationId="{2D7A88EC-A7CD-CCF1-77FE-786B656A6D5B}"/>
          </ac:spMkLst>
        </pc:spChg>
        <pc:spChg chg="mod">
          <ac:chgData name="Guest User" userId="" providerId="Windows Live" clId="Web-{88DFC8B5-ABB9-416B-BDD1-96FA4FB4AE38}" dt="2025-10-18T03:05:15.114" v="28" actId="20577"/>
          <ac:spMkLst>
            <pc:docMk/>
            <pc:sldMk cId="457554906" sldId="1951"/>
            <ac:spMk id="9" creationId="{CFE6024A-2E5B-FB81-D3CF-B8F3AF5BC532}"/>
          </ac:spMkLst>
        </pc:spChg>
      </pc:sldChg>
      <pc:sldChg chg="modSp mod modShow">
        <pc:chgData name="Guest User" userId="" providerId="Windows Live" clId="Web-{88DFC8B5-ABB9-416B-BDD1-96FA4FB4AE38}" dt="2025-10-18T03:16:29.007" v="157" actId="20577"/>
        <pc:sldMkLst>
          <pc:docMk/>
          <pc:sldMk cId="2418934247" sldId="1964"/>
        </pc:sldMkLst>
        <pc:spChg chg="mod">
          <ac:chgData name="Guest User" userId="" providerId="Windows Live" clId="Web-{88DFC8B5-ABB9-416B-BDD1-96FA4FB4AE38}" dt="2025-10-18T03:13:42.677" v="131" actId="20577"/>
          <ac:spMkLst>
            <pc:docMk/>
            <pc:sldMk cId="2418934247" sldId="1964"/>
            <ac:spMk id="2" creationId="{D1EE2A06-697E-3C8F-50CA-FBD8B76FDE40}"/>
          </ac:spMkLst>
        </pc:spChg>
        <pc:spChg chg="mod">
          <ac:chgData name="Guest User" userId="" providerId="Windows Live" clId="Web-{88DFC8B5-ABB9-416B-BDD1-96FA4FB4AE38}" dt="2025-10-18T03:16:29.007" v="157" actId="20577"/>
          <ac:spMkLst>
            <pc:docMk/>
            <pc:sldMk cId="2418934247" sldId="1964"/>
            <ac:spMk id="4" creationId="{7D742746-DAC1-A866-59B5-AFC5F133787C}"/>
          </ac:spMkLst>
        </pc:spChg>
        <pc:spChg chg="mod">
          <ac:chgData name="Guest User" userId="" providerId="Windows Live" clId="Web-{88DFC8B5-ABB9-416B-BDD1-96FA4FB4AE38}" dt="2025-10-18T03:13:46.708" v="132" actId="20577"/>
          <ac:spMkLst>
            <pc:docMk/>
            <pc:sldMk cId="2418934247" sldId="1964"/>
            <ac:spMk id="5" creationId="{4BEBC75A-1D5A-A7B1-9F4F-257BFD536C88}"/>
          </ac:spMkLst>
        </pc:spChg>
      </pc:sldChg>
      <pc:sldChg chg="modSp mod modShow">
        <pc:chgData name="Guest User" userId="" providerId="Windows Live" clId="Web-{88DFC8B5-ABB9-416B-BDD1-96FA4FB4AE38}" dt="2025-10-18T03:17:01.757" v="170" actId="20577"/>
        <pc:sldMkLst>
          <pc:docMk/>
          <pc:sldMk cId="124597885" sldId="1965"/>
        </pc:sldMkLst>
        <pc:spChg chg="mod">
          <ac:chgData name="Guest User" userId="" providerId="Windows Live" clId="Web-{88DFC8B5-ABB9-416B-BDD1-96FA4FB4AE38}" dt="2025-10-18T03:17:01.757" v="170" actId="20577"/>
          <ac:spMkLst>
            <pc:docMk/>
            <pc:sldMk cId="124597885" sldId="1965"/>
            <ac:spMk id="4" creationId="{E7F5B5BA-101D-B74C-87B7-76CA725C71CB}"/>
          </ac:spMkLst>
        </pc:spChg>
        <pc:spChg chg="mod">
          <ac:chgData name="Guest User" userId="" providerId="Windows Live" clId="Web-{88DFC8B5-ABB9-416B-BDD1-96FA4FB4AE38}" dt="2025-10-18T03:13:12.208" v="128" actId="20577"/>
          <ac:spMkLst>
            <pc:docMk/>
            <pc:sldMk cId="124597885" sldId="1965"/>
            <ac:spMk id="5" creationId="{F647E80E-141B-F6DC-CE52-304AF83BBBF8}"/>
          </ac:spMkLst>
        </pc:spChg>
      </pc:sldChg>
      <pc:sldChg chg="delSp modSp mod ord modShow">
        <pc:chgData name="Guest User" userId="" providerId="Windows Live" clId="Web-{88DFC8B5-ABB9-416B-BDD1-96FA4FB4AE38}" dt="2025-10-18T03:06:48.573" v="48" actId="20577"/>
        <pc:sldMkLst>
          <pc:docMk/>
          <pc:sldMk cId="3589558540" sldId="1981"/>
        </pc:sldMkLst>
        <pc:spChg chg="mod">
          <ac:chgData name="Guest User" userId="" providerId="Windows Live" clId="Web-{88DFC8B5-ABB9-416B-BDD1-96FA4FB4AE38}" dt="2025-10-18T03:06:48.573" v="48" actId="20577"/>
          <ac:spMkLst>
            <pc:docMk/>
            <pc:sldMk cId="3589558540" sldId="1981"/>
            <ac:spMk id="4" creationId="{729CA52F-E805-177A-10C6-B25370B5B58C}"/>
          </ac:spMkLst>
        </pc:spChg>
        <pc:spChg chg="mod">
          <ac:chgData name="Guest User" userId="" providerId="Windows Live" clId="Web-{88DFC8B5-ABB9-416B-BDD1-96FA4FB4AE38}" dt="2025-10-18T03:05:54.789" v="39" actId="20577"/>
          <ac:spMkLst>
            <pc:docMk/>
            <pc:sldMk cId="3589558540" sldId="1981"/>
            <ac:spMk id="9" creationId="{3726F53A-89BF-B3BA-92F4-448C237AB852}"/>
          </ac:spMkLst>
        </pc:spChg>
      </pc:sldChg>
      <pc:sldChg chg="modSp add replId">
        <pc:chgData name="Guest User" userId="" providerId="Windows Live" clId="Web-{88DFC8B5-ABB9-416B-BDD1-96FA4FB4AE38}" dt="2025-10-18T03:08:26.686" v="80" actId="20577"/>
        <pc:sldMkLst>
          <pc:docMk/>
          <pc:sldMk cId="1547265722" sldId="1995"/>
        </pc:sldMkLst>
        <pc:spChg chg="mod">
          <ac:chgData name="Guest User" userId="" providerId="Windows Live" clId="Web-{88DFC8B5-ABB9-416B-BDD1-96FA4FB4AE38}" dt="2025-10-18T03:08:26.686" v="80" actId="20577"/>
          <ac:spMkLst>
            <pc:docMk/>
            <pc:sldMk cId="1547265722" sldId="1995"/>
            <ac:spMk id="4" creationId="{F9865711-1FA9-2EF0-0B25-6677593210DC}"/>
          </ac:spMkLst>
        </pc:spChg>
        <pc:spChg chg="mod">
          <ac:chgData name="Guest User" userId="" providerId="Windows Live" clId="Web-{88DFC8B5-ABB9-416B-BDD1-96FA4FB4AE38}" dt="2025-10-18T03:08:13.232" v="73" actId="20577"/>
          <ac:spMkLst>
            <pc:docMk/>
            <pc:sldMk cId="1547265722" sldId="1995"/>
            <ac:spMk id="9" creationId="{3579A63F-FC1D-EB11-9B5B-E52BC5C408F7}"/>
          </ac:spMkLst>
        </pc:spChg>
      </pc:sldChg>
    </pc:docChg>
  </pc:docChgLst>
  <pc:docChgLst>
    <pc:chgData name="Guest User" providerId="Windows Live" clId="Web-{379BE1ED-6DC9-43C8-AF29-721FDF13DA80}"/>
    <pc:docChg chg="addSld delSld modSld">
      <pc:chgData name="Guest User" userId="" providerId="Windows Live" clId="Web-{379BE1ED-6DC9-43C8-AF29-721FDF13DA80}" dt="2025-10-17T07:28:05.816" v="44" actId="20577"/>
      <pc:docMkLst>
        <pc:docMk/>
      </pc:docMkLst>
      <pc:sldChg chg="mod modShow">
        <pc:chgData name="Guest User" userId="" providerId="Windows Live" clId="Web-{379BE1ED-6DC9-43C8-AF29-721FDF13DA80}" dt="2025-10-17T07:19:00.314" v="0"/>
        <pc:sldMkLst>
          <pc:docMk/>
          <pc:sldMk cId="717388547" sldId="813"/>
        </pc:sldMkLst>
      </pc:sldChg>
      <pc:sldChg chg="modSp mod modShow">
        <pc:chgData name="Guest User" userId="" providerId="Windows Live" clId="Web-{379BE1ED-6DC9-43C8-AF29-721FDF13DA80}" dt="2025-10-17T07:23:52.940" v="41"/>
        <pc:sldMkLst>
          <pc:docMk/>
          <pc:sldMk cId="948678201" sldId="1905"/>
        </pc:sldMkLst>
        <pc:spChg chg="mod">
          <ac:chgData name="Guest User" userId="" providerId="Windows Live" clId="Web-{379BE1ED-6DC9-43C8-AF29-721FDF13DA80}" dt="2025-10-17T07:20:02.846" v="12" actId="20577"/>
          <ac:spMkLst>
            <pc:docMk/>
            <pc:sldMk cId="948678201" sldId="1905"/>
            <ac:spMk id="7" creationId="{A5408C03-D8F4-99B9-0ED5-F1CE6F0DD9E4}"/>
          </ac:spMkLst>
        </pc:spChg>
      </pc:sldChg>
      <pc:sldChg chg="mod modShow">
        <pc:chgData name="Guest User" userId="" providerId="Windows Live" clId="Web-{379BE1ED-6DC9-43C8-AF29-721FDF13DA80}" dt="2025-10-17T07:19:11.190" v="1"/>
        <pc:sldMkLst>
          <pc:docMk/>
          <pc:sldMk cId="457554906" sldId="1951"/>
        </pc:sldMkLst>
      </pc:sldChg>
      <pc:sldChg chg="modSp">
        <pc:chgData name="Guest User" userId="" providerId="Windows Live" clId="Web-{379BE1ED-6DC9-43C8-AF29-721FDF13DA80}" dt="2025-10-17T07:28:05.816" v="44" actId="20577"/>
        <pc:sldMkLst>
          <pc:docMk/>
          <pc:sldMk cId="2029940115" sldId="1960"/>
        </pc:sldMkLst>
        <pc:spChg chg="mod">
          <ac:chgData name="Guest User" userId="" providerId="Windows Live" clId="Web-{379BE1ED-6DC9-43C8-AF29-721FDF13DA80}" dt="2025-10-17T07:21:21.706" v="23" actId="20577"/>
          <ac:spMkLst>
            <pc:docMk/>
            <pc:sldMk cId="2029940115" sldId="1960"/>
            <ac:spMk id="2" creationId="{CEC4538E-B8A4-AADC-69C7-1022BC608C30}"/>
          </ac:spMkLst>
        </pc:spChg>
        <pc:spChg chg="mod">
          <ac:chgData name="Guest User" userId="" providerId="Windows Live" clId="Web-{379BE1ED-6DC9-43C8-AF29-721FDF13DA80}" dt="2025-10-17T07:28:05.816" v="44" actId="20577"/>
          <ac:spMkLst>
            <pc:docMk/>
            <pc:sldMk cId="2029940115" sldId="1960"/>
            <ac:spMk id="4" creationId="{C1638069-2E47-793B-348C-2A5C4698583D}"/>
          </ac:spMkLst>
        </pc:spChg>
        <pc:spChg chg="mod">
          <ac:chgData name="Guest User" userId="" providerId="Windows Live" clId="Web-{379BE1ED-6DC9-43C8-AF29-721FDF13DA80}" dt="2025-10-17T07:21:03.877" v="21" actId="20577"/>
          <ac:spMkLst>
            <pc:docMk/>
            <pc:sldMk cId="2029940115" sldId="1960"/>
            <ac:spMk id="9" creationId="{E10C79F8-5379-E644-6BEE-5C89383BB88B}"/>
          </ac:spMkLst>
        </pc:spChg>
      </pc:sldChg>
      <pc:sldChg chg="mod modShow">
        <pc:chgData name="Guest User" userId="" providerId="Windows Live" clId="Web-{379BE1ED-6DC9-43C8-AF29-721FDF13DA80}" dt="2025-10-17T07:19:14.283" v="2"/>
        <pc:sldMkLst>
          <pc:docMk/>
          <pc:sldMk cId="3589558540" sldId="1981"/>
        </pc:sldMkLst>
      </pc:sldChg>
      <pc:sldChg chg="modSp">
        <pc:chgData name="Guest User" userId="" providerId="Windows Live" clId="Web-{379BE1ED-6DC9-43C8-AF29-721FDF13DA80}" dt="2025-10-17T07:27:58.206" v="43" actId="20577"/>
        <pc:sldMkLst>
          <pc:docMk/>
          <pc:sldMk cId="2253044241" sldId="1985"/>
        </pc:sldMkLst>
        <pc:spChg chg="mod">
          <ac:chgData name="Guest User" userId="" providerId="Windows Live" clId="Web-{379BE1ED-6DC9-43C8-AF29-721FDF13DA80}" dt="2025-10-17T07:23:45.097" v="39" actId="20577"/>
          <ac:spMkLst>
            <pc:docMk/>
            <pc:sldMk cId="2253044241" sldId="1985"/>
            <ac:spMk id="2" creationId="{0BF1F781-0D19-EC9C-D22B-2E02B5E19B3D}"/>
          </ac:spMkLst>
        </pc:spChg>
        <pc:spChg chg="mod">
          <ac:chgData name="Guest User" userId="" providerId="Windows Live" clId="Web-{379BE1ED-6DC9-43C8-AF29-721FDF13DA80}" dt="2025-10-17T07:27:58.206" v="43" actId="20577"/>
          <ac:spMkLst>
            <pc:docMk/>
            <pc:sldMk cId="2253044241" sldId="1985"/>
            <ac:spMk id="4" creationId="{50E72E40-E1D2-8E60-00B9-2F359FC290C7}"/>
          </ac:spMkLst>
        </pc:spChg>
        <pc:spChg chg="mod">
          <ac:chgData name="Guest User" userId="" providerId="Windows Live" clId="Web-{379BE1ED-6DC9-43C8-AF29-721FDF13DA80}" dt="2025-10-17T07:23:19.190" v="37" actId="20577"/>
          <ac:spMkLst>
            <pc:docMk/>
            <pc:sldMk cId="2253044241" sldId="1985"/>
            <ac:spMk id="9" creationId="{9F6E5E0E-54BF-0419-DBF7-65B7F6357A82}"/>
          </ac:spMkLst>
        </pc:spChg>
      </pc:sldChg>
      <pc:sldChg chg="modSp">
        <pc:chgData name="Guest User" userId="" providerId="Windows Live" clId="Web-{379BE1ED-6DC9-43C8-AF29-721FDF13DA80}" dt="2025-10-17T07:27:53.035" v="42" actId="20577"/>
        <pc:sldMkLst>
          <pc:docMk/>
          <pc:sldMk cId="1689803760" sldId="1986"/>
        </pc:sldMkLst>
        <pc:spChg chg="mod">
          <ac:chgData name="Guest User" userId="" providerId="Windows Live" clId="Web-{379BE1ED-6DC9-43C8-AF29-721FDF13DA80}" dt="2025-10-17T07:23:05.315" v="36" actId="20577"/>
          <ac:spMkLst>
            <pc:docMk/>
            <pc:sldMk cId="1689803760" sldId="1986"/>
            <ac:spMk id="2" creationId="{F0586FC0-E785-5B19-E52C-550E504549E5}"/>
          </ac:spMkLst>
        </pc:spChg>
        <pc:spChg chg="mod">
          <ac:chgData name="Guest User" userId="" providerId="Windows Live" clId="Web-{379BE1ED-6DC9-43C8-AF29-721FDF13DA80}" dt="2025-10-17T07:27:53.035" v="42" actId="20577"/>
          <ac:spMkLst>
            <pc:docMk/>
            <pc:sldMk cId="1689803760" sldId="1986"/>
            <ac:spMk id="4" creationId="{0E5C2A21-C412-FFE6-E800-B06DA96E5AE7}"/>
          </ac:spMkLst>
        </pc:spChg>
        <pc:spChg chg="mod">
          <ac:chgData name="Guest User" userId="" providerId="Windows Live" clId="Web-{379BE1ED-6DC9-43C8-AF29-721FDF13DA80}" dt="2025-10-17T07:22:52.003" v="34" actId="20577"/>
          <ac:spMkLst>
            <pc:docMk/>
            <pc:sldMk cId="1689803760" sldId="1986"/>
            <ac:spMk id="9" creationId="{6EA9617A-8E0A-C1B8-622E-2C73F3589460}"/>
          </ac:spMkLst>
        </pc:spChg>
      </pc:sldChg>
    </pc:docChg>
  </pc:docChgLst>
  <pc:docChgLst>
    <pc:chgData name="Reuben Stephen" userId="6a6eda1f0b9c2b70" providerId="LiveId" clId="{5AF20240-4744-4A1F-9614-8AA47247F12D}"/>
    <pc:docChg chg="undo custSel addSld delSld modSld">
      <pc:chgData name="Reuben Stephen" userId="6a6eda1f0b9c2b70" providerId="LiveId" clId="{5AF20240-4744-4A1F-9614-8AA47247F12D}" dt="2025-10-22T13:35:18.515" v="179" actId="20577"/>
      <pc:docMkLst>
        <pc:docMk/>
      </pc:docMkLst>
      <pc:sldChg chg="addSp modSp mod modShow">
        <pc:chgData name="Reuben Stephen" userId="6a6eda1f0b9c2b70" providerId="LiveId" clId="{5AF20240-4744-4A1F-9614-8AA47247F12D}" dt="2025-10-22T13:35:18.515" v="179" actId="20577"/>
        <pc:sldMkLst>
          <pc:docMk/>
          <pc:sldMk cId="140346443" sldId="822"/>
        </pc:sldMkLst>
        <pc:spChg chg="mod">
          <ac:chgData name="Reuben Stephen" userId="6a6eda1f0b9c2b70" providerId="LiveId" clId="{5AF20240-4744-4A1F-9614-8AA47247F12D}" dt="2025-10-22T13:17:02.818" v="37" actId="20577"/>
          <ac:spMkLst>
            <pc:docMk/>
            <pc:sldMk cId="140346443" sldId="822"/>
            <ac:spMk id="2" creationId="{69072751-0DFD-E04D-8DBC-6192EE4B4B2A}"/>
          </ac:spMkLst>
        </pc:spChg>
        <pc:spChg chg="add mod">
          <ac:chgData name="Reuben Stephen" userId="6a6eda1f0b9c2b70" providerId="LiveId" clId="{5AF20240-4744-4A1F-9614-8AA47247F12D}" dt="2025-10-22T13:16:47.061" v="20" actId="2710"/>
          <ac:spMkLst>
            <pc:docMk/>
            <pc:sldMk cId="140346443" sldId="822"/>
            <ac:spMk id="3" creationId="{704AE869-7AA5-FD8B-2028-B182A971D4D4}"/>
          </ac:spMkLst>
        </pc:spChg>
        <pc:spChg chg="add mod">
          <ac:chgData name="Reuben Stephen" userId="6a6eda1f0b9c2b70" providerId="LiveId" clId="{5AF20240-4744-4A1F-9614-8AA47247F12D}" dt="2025-10-22T13:28:52.655" v="109" actId="208"/>
          <ac:spMkLst>
            <pc:docMk/>
            <pc:sldMk cId="140346443" sldId="822"/>
            <ac:spMk id="4" creationId="{F4400953-F091-4AB2-509B-B10DD94C5C5E}"/>
          </ac:spMkLst>
        </pc:spChg>
        <pc:spChg chg="mod">
          <ac:chgData name="Reuben Stephen" userId="6a6eda1f0b9c2b70" providerId="LiveId" clId="{5AF20240-4744-4A1F-9614-8AA47247F12D}" dt="2025-10-22T13:35:18.515" v="179" actId="20577"/>
          <ac:spMkLst>
            <pc:docMk/>
            <pc:sldMk cId="140346443" sldId="822"/>
            <ac:spMk id="6" creationId="{B48AEF40-D79D-77F3-773C-095D81075E36}"/>
          </ac:spMkLst>
        </pc:spChg>
        <pc:spChg chg="add mod">
          <ac:chgData name="Reuben Stephen" userId="6a6eda1f0b9c2b70" providerId="LiveId" clId="{5AF20240-4744-4A1F-9614-8AA47247F12D}" dt="2025-10-22T13:28:46.321" v="108" actId="20577"/>
          <ac:spMkLst>
            <pc:docMk/>
            <pc:sldMk cId="140346443" sldId="822"/>
            <ac:spMk id="9" creationId="{88E7B012-51D8-16CB-171F-CE2E48529E14}"/>
          </ac:spMkLst>
        </pc:spChg>
        <pc:spChg chg="mod">
          <ac:chgData name="Reuben Stephen" userId="6a6eda1f0b9c2b70" providerId="LiveId" clId="{5AF20240-4744-4A1F-9614-8AA47247F12D}" dt="2025-10-22T13:30:50.365" v="125" actId="20577"/>
          <ac:spMkLst>
            <pc:docMk/>
            <pc:sldMk cId="140346443" sldId="822"/>
            <ac:spMk id="10" creationId="{60127C6D-3342-C831-3981-C5030CF3B941}"/>
          </ac:spMkLst>
        </pc:spChg>
        <pc:spChg chg="add mod">
          <ac:chgData name="Reuben Stephen" userId="6a6eda1f0b9c2b70" providerId="LiveId" clId="{5AF20240-4744-4A1F-9614-8AA47247F12D}" dt="2025-10-22T13:29:04.232" v="111" actId="1076"/>
          <ac:spMkLst>
            <pc:docMk/>
            <pc:sldMk cId="140346443" sldId="822"/>
            <ac:spMk id="11" creationId="{B3097759-586C-39C7-5E47-D4F18634452D}"/>
          </ac:spMkLst>
        </pc:spChg>
        <pc:spChg chg="add mod">
          <ac:chgData name="Reuben Stephen" userId="6a6eda1f0b9c2b70" providerId="LiveId" clId="{5AF20240-4744-4A1F-9614-8AA47247F12D}" dt="2025-10-22T13:29:04.232" v="111" actId="1076"/>
          <ac:spMkLst>
            <pc:docMk/>
            <pc:sldMk cId="140346443" sldId="822"/>
            <ac:spMk id="12" creationId="{0F5FA067-65BF-45D1-EAAC-CA12B7F8F846}"/>
          </ac:spMkLst>
        </pc:spChg>
      </pc:sldChg>
      <pc:sldChg chg="mod modShow">
        <pc:chgData name="Reuben Stephen" userId="6a6eda1f0b9c2b70" providerId="LiveId" clId="{5AF20240-4744-4A1F-9614-8AA47247F12D}" dt="2025-10-22T13:12:58.971" v="0" actId="729"/>
        <pc:sldMkLst>
          <pc:docMk/>
          <pc:sldMk cId="863631806" sldId="1324"/>
        </pc:sldMkLst>
      </pc:sldChg>
      <pc:sldChg chg="addSp modSp add mod">
        <pc:chgData name="Reuben Stephen" userId="6a6eda1f0b9c2b70" providerId="LiveId" clId="{5AF20240-4744-4A1F-9614-8AA47247F12D}" dt="2025-10-22T13:35:15.344" v="178" actId="20577"/>
        <pc:sldMkLst>
          <pc:docMk/>
          <pc:sldMk cId="1647799451" sldId="1996"/>
        </pc:sldMkLst>
        <pc:spChg chg="mod">
          <ac:chgData name="Reuben Stephen" userId="6a6eda1f0b9c2b70" providerId="LiveId" clId="{5AF20240-4744-4A1F-9614-8AA47247F12D}" dt="2025-10-22T13:18:03.202" v="51"/>
          <ac:spMkLst>
            <pc:docMk/>
            <pc:sldMk cId="1647799451" sldId="1996"/>
            <ac:spMk id="3" creationId="{DFAB4FEC-2C67-486C-138F-5E6ECC13941A}"/>
          </ac:spMkLst>
        </pc:spChg>
        <pc:spChg chg="add mod">
          <ac:chgData name="Reuben Stephen" userId="6a6eda1f0b9c2b70" providerId="LiveId" clId="{5AF20240-4744-4A1F-9614-8AA47247F12D}" dt="2025-10-22T13:29:44.977" v="116" actId="208"/>
          <ac:spMkLst>
            <pc:docMk/>
            <pc:sldMk cId="1647799451" sldId="1996"/>
            <ac:spMk id="4" creationId="{B3EBBA2B-8968-2BA4-8298-3C5D63797967}"/>
          </ac:spMkLst>
        </pc:spChg>
        <pc:spChg chg="mod">
          <ac:chgData name="Reuben Stephen" userId="6a6eda1f0b9c2b70" providerId="LiveId" clId="{5AF20240-4744-4A1F-9614-8AA47247F12D}" dt="2025-10-22T13:35:15.344" v="178" actId="20577"/>
          <ac:spMkLst>
            <pc:docMk/>
            <pc:sldMk cId="1647799451" sldId="1996"/>
            <ac:spMk id="6" creationId="{73B61BC5-1B4A-88DD-A6E6-C7CCA462385D}"/>
          </ac:spMkLst>
        </pc:spChg>
        <pc:spChg chg="add mod">
          <ac:chgData name="Reuben Stephen" userId="6a6eda1f0b9c2b70" providerId="LiveId" clId="{5AF20240-4744-4A1F-9614-8AA47247F12D}" dt="2025-10-22T13:29:39.952" v="115" actId="1076"/>
          <ac:spMkLst>
            <pc:docMk/>
            <pc:sldMk cId="1647799451" sldId="1996"/>
            <ac:spMk id="9" creationId="{FBB5601B-B56F-B85B-6079-6DE3A2C1BE37}"/>
          </ac:spMkLst>
        </pc:spChg>
        <pc:spChg chg="mod">
          <ac:chgData name="Reuben Stephen" userId="6a6eda1f0b9c2b70" providerId="LiveId" clId="{5AF20240-4744-4A1F-9614-8AA47247F12D}" dt="2025-10-22T13:18:13.134" v="52" actId="20577"/>
          <ac:spMkLst>
            <pc:docMk/>
            <pc:sldMk cId="1647799451" sldId="1996"/>
            <ac:spMk id="10" creationId="{92D9D958-6575-30C7-52E8-209974FA6296}"/>
          </ac:spMkLst>
        </pc:spChg>
        <pc:spChg chg="add mod">
          <ac:chgData name="Reuben Stephen" userId="6a6eda1f0b9c2b70" providerId="LiveId" clId="{5AF20240-4744-4A1F-9614-8AA47247F12D}" dt="2025-10-22T13:29:53.330" v="118" actId="1076"/>
          <ac:spMkLst>
            <pc:docMk/>
            <pc:sldMk cId="1647799451" sldId="1996"/>
            <ac:spMk id="11" creationId="{DB4BD0F1-505B-15BF-C9BC-1939ECCA2CAA}"/>
          </ac:spMkLst>
        </pc:spChg>
        <pc:spChg chg="add mod">
          <ac:chgData name="Reuben Stephen" userId="6a6eda1f0b9c2b70" providerId="LiveId" clId="{5AF20240-4744-4A1F-9614-8AA47247F12D}" dt="2025-10-22T13:29:53.330" v="118" actId="1076"/>
          <ac:spMkLst>
            <pc:docMk/>
            <pc:sldMk cId="1647799451" sldId="1996"/>
            <ac:spMk id="12" creationId="{A462A8D6-FA1B-B1D3-A256-2A07AA2949F3}"/>
          </ac:spMkLst>
        </pc:spChg>
        <pc:spChg chg="add mod">
          <ac:chgData name="Reuben Stephen" userId="6a6eda1f0b9c2b70" providerId="LiveId" clId="{5AF20240-4744-4A1F-9614-8AA47247F12D}" dt="2025-10-22T13:30:01.984" v="120" actId="1076"/>
          <ac:spMkLst>
            <pc:docMk/>
            <pc:sldMk cId="1647799451" sldId="1996"/>
            <ac:spMk id="13" creationId="{F1443999-0A15-3453-B295-99B1122A5E50}"/>
          </ac:spMkLst>
        </pc:spChg>
        <pc:spChg chg="add mod">
          <ac:chgData name="Reuben Stephen" userId="6a6eda1f0b9c2b70" providerId="LiveId" clId="{5AF20240-4744-4A1F-9614-8AA47247F12D}" dt="2025-10-22T13:30:01.984" v="120" actId="1076"/>
          <ac:spMkLst>
            <pc:docMk/>
            <pc:sldMk cId="1647799451" sldId="1996"/>
            <ac:spMk id="14" creationId="{2CD6F9F9-8B22-D253-64A0-D5E7920C7E15}"/>
          </ac:spMkLst>
        </pc:spChg>
        <pc:spChg chg="add mod">
          <ac:chgData name="Reuben Stephen" userId="6a6eda1f0b9c2b70" providerId="LiveId" clId="{5AF20240-4744-4A1F-9614-8AA47247F12D}" dt="2025-10-22T13:30:09.468" v="122" actId="1076"/>
          <ac:spMkLst>
            <pc:docMk/>
            <pc:sldMk cId="1647799451" sldId="1996"/>
            <ac:spMk id="15" creationId="{2FC27068-753E-C5E7-7495-CFEC48D297E9}"/>
          </ac:spMkLst>
        </pc:spChg>
        <pc:spChg chg="add mod">
          <ac:chgData name="Reuben Stephen" userId="6a6eda1f0b9c2b70" providerId="LiveId" clId="{5AF20240-4744-4A1F-9614-8AA47247F12D}" dt="2025-10-22T13:30:09.468" v="122" actId="1076"/>
          <ac:spMkLst>
            <pc:docMk/>
            <pc:sldMk cId="1647799451" sldId="1996"/>
            <ac:spMk id="16" creationId="{DD176735-E17A-ED3B-23B9-46A1BA0F0C4B}"/>
          </ac:spMkLst>
        </pc:spChg>
      </pc:sldChg>
      <pc:sldChg chg="addSp modSp add mod">
        <pc:chgData name="Reuben Stephen" userId="6a6eda1f0b9c2b70" providerId="LiveId" clId="{5AF20240-4744-4A1F-9614-8AA47247F12D}" dt="2025-10-22T13:34:58.741" v="174" actId="20577"/>
        <pc:sldMkLst>
          <pc:docMk/>
          <pc:sldMk cId="2956648141" sldId="1997"/>
        </pc:sldMkLst>
        <pc:spChg chg="mod">
          <ac:chgData name="Reuben Stephen" userId="6a6eda1f0b9c2b70" providerId="LiveId" clId="{5AF20240-4744-4A1F-9614-8AA47247F12D}" dt="2025-10-22T13:19:09.193" v="66"/>
          <ac:spMkLst>
            <pc:docMk/>
            <pc:sldMk cId="2956648141" sldId="1997"/>
            <ac:spMk id="3" creationId="{3C3E8A1B-4143-917F-08C2-8C87802ABC40}"/>
          </ac:spMkLst>
        </pc:spChg>
        <pc:spChg chg="add mod">
          <ac:chgData name="Reuben Stephen" userId="6a6eda1f0b9c2b70" providerId="LiveId" clId="{5AF20240-4744-4A1F-9614-8AA47247F12D}" dt="2025-10-22T13:32:04.787" v="138" actId="1076"/>
          <ac:spMkLst>
            <pc:docMk/>
            <pc:sldMk cId="2956648141" sldId="1997"/>
            <ac:spMk id="4" creationId="{DF32F923-1F5D-BC9F-6FBC-D5063E804C4C}"/>
          </ac:spMkLst>
        </pc:spChg>
        <pc:spChg chg="mod">
          <ac:chgData name="Reuben Stephen" userId="6a6eda1f0b9c2b70" providerId="LiveId" clId="{5AF20240-4744-4A1F-9614-8AA47247F12D}" dt="2025-10-22T13:34:58.741" v="174" actId="20577"/>
          <ac:spMkLst>
            <pc:docMk/>
            <pc:sldMk cId="2956648141" sldId="1997"/>
            <ac:spMk id="6" creationId="{3FB01EB3-2367-90C9-0DDF-0F730B37DE59}"/>
          </ac:spMkLst>
        </pc:spChg>
        <pc:spChg chg="add mod">
          <ac:chgData name="Reuben Stephen" userId="6a6eda1f0b9c2b70" providerId="LiveId" clId="{5AF20240-4744-4A1F-9614-8AA47247F12D}" dt="2025-10-22T13:32:04.787" v="138" actId="1076"/>
          <ac:spMkLst>
            <pc:docMk/>
            <pc:sldMk cId="2956648141" sldId="1997"/>
            <ac:spMk id="9" creationId="{32435A01-D522-0A7F-10F9-D9A9E269247B}"/>
          </ac:spMkLst>
        </pc:spChg>
        <pc:spChg chg="mod">
          <ac:chgData name="Reuben Stephen" userId="6a6eda1f0b9c2b70" providerId="LiveId" clId="{5AF20240-4744-4A1F-9614-8AA47247F12D}" dt="2025-10-22T13:31:58.603" v="137" actId="1076"/>
          <ac:spMkLst>
            <pc:docMk/>
            <pc:sldMk cId="2956648141" sldId="1997"/>
            <ac:spMk id="10" creationId="{EC0B3873-AE9B-AB54-C674-3B4C6E0A8040}"/>
          </ac:spMkLst>
        </pc:spChg>
        <pc:spChg chg="add mod">
          <ac:chgData name="Reuben Stephen" userId="6a6eda1f0b9c2b70" providerId="LiveId" clId="{5AF20240-4744-4A1F-9614-8AA47247F12D}" dt="2025-10-22T13:32:10.510" v="140" actId="1076"/>
          <ac:spMkLst>
            <pc:docMk/>
            <pc:sldMk cId="2956648141" sldId="1997"/>
            <ac:spMk id="11" creationId="{BF6925C6-5F9E-6338-2CC3-11F16CF95972}"/>
          </ac:spMkLst>
        </pc:spChg>
        <pc:spChg chg="add mod">
          <ac:chgData name="Reuben Stephen" userId="6a6eda1f0b9c2b70" providerId="LiveId" clId="{5AF20240-4744-4A1F-9614-8AA47247F12D}" dt="2025-10-22T13:32:10.510" v="140" actId="1076"/>
          <ac:spMkLst>
            <pc:docMk/>
            <pc:sldMk cId="2956648141" sldId="1997"/>
            <ac:spMk id="12" creationId="{F14B4FE4-F19F-E261-4197-C14685D1B48A}"/>
          </ac:spMkLst>
        </pc:spChg>
        <pc:spChg chg="add mod">
          <ac:chgData name="Reuben Stephen" userId="6a6eda1f0b9c2b70" providerId="LiveId" clId="{5AF20240-4744-4A1F-9614-8AA47247F12D}" dt="2025-10-22T13:32:18.378" v="142" actId="1076"/>
          <ac:spMkLst>
            <pc:docMk/>
            <pc:sldMk cId="2956648141" sldId="1997"/>
            <ac:spMk id="13" creationId="{35A65DC5-91C7-9F8E-3AFD-E8C791A82B3C}"/>
          </ac:spMkLst>
        </pc:spChg>
        <pc:spChg chg="add mod">
          <ac:chgData name="Reuben Stephen" userId="6a6eda1f0b9c2b70" providerId="LiveId" clId="{5AF20240-4744-4A1F-9614-8AA47247F12D}" dt="2025-10-22T13:32:18.378" v="142" actId="1076"/>
          <ac:spMkLst>
            <pc:docMk/>
            <pc:sldMk cId="2956648141" sldId="1997"/>
            <ac:spMk id="14" creationId="{DED44864-9C1A-4C34-7274-254EB82389CF}"/>
          </ac:spMkLst>
        </pc:spChg>
        <pc:spChg chg="add mod">
          <ac:chgData name="Reuben Stephen" userId="6a6eda1f0b9c2b70" providerId="LiveId" clId="{5AF20240-4744-4A1F-9614-8AA47247F12D}" dt="2025-10-22T13:32:23.830" v="144" actId="1076"/>
          <ac:spMkLst>
            <pc:docMk/>
            <pc:sldMk cId="2956648141" sldId="1997"/>
            <ac:spMk id="15" creationId="{BF9AF7C4-9730-CA55-6660-013CB76A07F9}"/>
          </ac:spMkLst>
        </pc:spChg>
        <pc:spChg chg="add mod">
          <ac:chgData name="Reuben Stephen" userId="6a6eda1f0b9c2b70" providerId="LiveId" clId="{5AF20240-4744-4A1F-9614-8AA47247F12D}" dt="2025-10-22T13:32:23.830" v="144" actId="1076"/>
          <ac:spMkLst>
            <pc:docMk/>
            <pc:sldMk cId="2956648141" sldId="1997"/>
            <ac:spMk id="16" creationId="{DAF9E100-01A3-0C91-3CEC-7CE923BB4A12}"/>
          </ac:spMkLst>
        </pc:spChg>
      </pc:sldChg>
      <pc:sldChg chg="addSp modSp add mod">
        <pc:chgData name="Reuben Stephen" userId="6a6eda1f0b9c2b70" providerId="LiveId" clId="{5AF20240-4744-4A1F-9614-8AA47247F12D}" dt="2025-10-22T13:34:41.444" v="170" actId="20577"/>
        <pc:sldMkLst>
          <pc:docMk/>
          <pc:sldMk cId="1507112520" sldId="1998"/>
        </pc:sldMkLst>
        <pc:spChg chg="mod">
          <ac:chgData name="Reuben Stephen" userId="6a6eda1f0b9c2b70" providerId="LiveId" clId="{5AF20240-4744-4A1F-9614-8AA47247F12D}" dt="2025-10-22T13:26:23.118" v="88"/>
          <ac:spMkLst>
            <pc:docMk/>
            <pc:sldMk cId="1507112520" sldId="1998"/>
            <ac:spMk id="3" creationId="{CC0A1B9C-FE1B-A775-4DE2-93642C0A7E51}"/>
          </ac:spMkLst>
        </pc:spChg>
        <pc:spChg chg="add mod">
          <ac:chgData name="Reuben Stephen" userId="6a6eda1f0b9c2b70" providerId="LiveId" clId="{5AF20240-4744-4A1F-9614-8AA47247F12D}" dt="2025-10-22T13:33:05.455" v="148" actId="1076"/>
          <ac:spMkLst>
            <pc:docMk/>
            <pc:sldMk cId="1507112520" sldId="1998"/>
            <ac:spMk id="4" creationId="{A03B1879-0523-F582-95DF-B2AADCBFF0F5}"/>
          </ac:spMkLst>
        </pc:spChg>
        <pc:spChg chg="mod">
          <ac:chgData name="Reuben Stephen" userId="6a6eda1f0b9c2b70" providerId="LiveId" clId="{5AF20240-4744-4A1F-9614-8AA47247F12D}" dt="2025-10-22T13:34:41.444" v="170" actId="20577"/>
          <ac:spMkLst>
            <pc:docMk/>
            <pc:sldMk cId="1507112520" sldId="1998"/>
            <ac:spMk id="6" creationId="{BD5842EA-1D87-D693-65C2-286477898DE9}"/>
          </ac:spMkLst>
        </pc:spChg>
        <pc:spChg chg="add mod">
          <ac:chgData name="Reuben Stephen" userId="6a6eda1f0b9c2b70" providerId="LiveId" clId="{5AF20240-4744-4A1F-9614-8AA47247F12D}" dt="2025-10-22T13:33:05.455" v="148" actId="1076"/>
          <ac:spMkLst>
            <pc:docMk/>
            <pc:sldMk cId="1507112520" sldId="1998"/>
            <ac:spMk id="9" creationId="{9CAF56CE-F68C-D9B5-D9AB-E1BD0BFC4DF3}"/>
          </ac:spMkLst>
        </pc:spChg>
        <pc:spChg chg="mod">
          <ac:chgData name="Reuben Stephen" userId="6a6eda1f0b9c2b70" providerId="LiveId" clId="{5AF20240-4744-4A1F-9614-8AA47247F12D}" dt="2025-10-22T13:32:53.972" v="147" actId="1076"/>
          <ac:spMkLst>
            <pc:docMk/>
            <pc:sldMk cId="1507112520" sldId="1998"/>
            <ac:spMk id="10" creationId="{E241E3DC-368B-904F-D082-4CF788001629}"/>
          </ac:spMkLst>
        </pc:spChg>
        <pc:spChg chg="add mod">
          <ac:chgData name="Reuben Stephen" userId="6a6eda1f0b9c2b70" providerId="LiveId" clId="{5AF20240-4744-4A1F-9614-8AA47247F12D}" dt="2025-10-22T13:33:13.136" v="150" actId="1076"/>
          <ac:spMkLst>
            <pc:docMk/>
            <pc:sldMk cId="1507112520" sldId="1998"/>
            <ac:spMk id="11" creationId="{6A570715-4F2F-2FFA-ECD2-9C126BA43D0B}"/>
          </ac:spMkLst>
        </pc:spChg>
        <pc:spChg chg="add mod">
          <ac:chgData name="Reuben Stephen" userId="6a6eda1f0b9c2b70" providerId="LiveId" clId="{5AF20240-4744-4A1F-9614-8AA47247F12D}" dt="2025-10-22T13:33:13.136" v="150" actId="1076"/>
          <ac:spMkLst>
            <pc:docMk/>
            <pc:sldMk cId="1507112520" sldId="1998"/>
            <ac:spMk id="12" creationId="{5BAD648A-251D-276B-884B-B5416E6A65C5}"/>
          </ac:spMkLst>
        </pc:spChg>
        <pc:spChg chg="add mod">
          <ac:chgData name="Reuben Stephen" userId="6a6eda1f0b9c2b70" providerId="LiveId" clId="{5AF20240-4744-4A1F-9614-8AA47247F12D}" dt="2025-10-22T13:33:28.841" v="152" actId="1076"/>
          <ac:spMkLst>
            <pc:docMk/>
            <pc:sldMk cId="1507112520" sldId="1998"/>
            <ac:spMk id="13" creationId="{67E385E8-ACF3-822A-4214-E8B107A2B0DB}"/>
          </ac:spMkLst>
        </pc:spChg>
        <pc:spChg chg="add mod">
          <ac:chgData name="Reuben Stephen" userId="6a6eda1f0b9c2b70" providerId="LiveId" clId="{5AF20240-4744-4A1F-9614-8AA47247F12D}" dt="2025-10-22T13:33:28.841" v="152" actId="1076"/>
          <ac:spMkLst>
            <pc:docMk/>
            <pc:sldMk cId="1507112520" sldId="1998"/>
            <ac:spMk id="14" creationId="{D3875CF9-EBF0-0D60-AA26-7C900DD60792}"/>
          </ac:spMkLst>
        </pc:spChg>
        <pc:spChg chg="add mod">
          <ac:chgData name="Reuben Stephen" userId="6a6eda1f0b9c2b70" providerId="LiveId" clId="{5AF20240-4744-4A1F-9614-8AA47247F12D}" dt="2025-10-22T13:33:35.889" v="154" actId="1076"/>
          <ac:spMkLst>
            <pc:docMk/>
            <pc:sldMk cId="1507112520" sldId="1998"/>
            <ac:spMk id="15" creationId="{8640FEB4-C9EC-BA6C-2213-ABEFE23A5A56}"/>
          </ac:spMkLst>
        </pc:spChg>
        <pc:spChg chg="add mod">
          <ac:chgData name="Reuben Stephen" userId="6a6eda1f0b9c2b70" providerId="LiveId" clId="{5AF20240-4744-4A1F-9614-8AA47247F12D}" dt="2025-10-22T13:33:35.889" v="154" actId="1076"/>
          <ac:spMkLst>
            <pc:docMk/>
            <pc:sldMk cId="1507112520" sldId="1998"/>
            <ac:spMk id="16" creationId="{08CE392A-6F3B-52E5-D1F5-5109767860C5}"/>
          </ac:spMkLst>
        </pc:spChg>
      </pc:sldChg>
      <pc:sldChg chg="addSp modSp add mod">
        <pc:chgData name="Reuben Stephen" userId="6a6eda1f0b9c2b70" providerId="LiveId" clId="{5AF20240-4744-4A1F-9614-8AA47247F12D}" dt="2025-10-22T13:34:28.043" v="166" actId="20577"/>
        <pc:sldMkLst>
          <pc:docMk/>
          <pc:sldMk cId="554574477" sldId="1999"/>
        </pc:sldMkLst>
        <pc:spChg chg="mod">
          <ac:chgData name="Reuben Stephen" userId="6a6eda1f0b9c2b70" providerId="LiveId" clId="{5AF20240-4744-4A1F-9614-8AA47247F12D}" dt="2025-10-22T13:27:17.537" v="103"/>
          <ac:spMkLst>
            <pc:docMk/>
            <pc:sldMk cId="554574477" sldId="1999"/>
            <ac:spMk id="3" creationId="{0B3973CA-E963-5B26-5B5C-C4F98C2BCC64}"/>
          </ac:spMkLst>
        </pc:spChg>
        <pc:spChg chg="add mod">
          <ac:chgData name="Reuben Stephen" userId="6a6eda1f0b9c2b70" providerId="LiveId" clId="{5AF20240-4744-4A1F-9614-8AA47247F12D}" dt="2025-10-22T13:33:43.340" v="155"/>
          <ac:spMkLst>
            <pc:docMk/>
            <pc:sldMk cId="554574477" sldId="1999"/>
            <ac:spMk id="4" creationId="{67888D23-2EB0-C225-7FEC-EE237D15E0C7}"/>
          </ac:spMkLst>
        </pc:spChg>
        <pc:spChg chg="mod">
          <ac:chgData name="Reuben Stephen" userId="6a6eda1f0b9c2b70" providerId="LiveId" clId="{5AF20240-4744-4A1F-9614-8AA47247F12D}" dt="2025-10-22T13:34:28.043" v="166" actId="20577"/>
          <ac:spMkLst>
            <pc:docMk/>
            <pc:sldMk cId="554574477" sldId="1999"/>
            <ac:spMk id="6" creationId="{0F72790F-1F65-70FE-7CC7-4BE9186008B3}"/>
          </ac:spMkLst>
        </pc:spChg>
        <pc:spChg chg="add mod">
          <ac:chgData name="Reuben Stephen" userId="6a6eda1f0b9c2b70" providerId="LiveId" clId="{5AF20240-4744-4A1F-9614-8AA47247F12D}" dt="2025-10-22T13:33:43.340" v="155"/>
          <ac:spMkLst>
            <pc:docMk/>
            <pc:sldMk cId="554574477" sldId="1999"/>
            <ac:spMk id="9" creationId="{195B9727-D42E-1CCB-A01F-B35E094786EB}"/>
          </ac:spMkLst>
        </pc:spChg>
        <pc:spChg chg="mod">
          <ac:chgData name="Reuben Stephen" userId="6a6eda1f0b9c2b70" providerId="LiveId" clId="{5AF20240-4744-4A1F-9614-8AA47247F12D}" dt="2025-10-22T13:27:04.609" v="98" actId="20577"/>
          <ac:spMkLst>
            <pc:docMk/>
            <pc:sldMk cId="554574477" sldId="1999"/>
            <ac:spMk id="10" creationId="{61B2B3EC-6CA3-3462-941D-379465F8B1F5}"/>
          </ac:spMkLst>
        </pc:spChg>
        <pc:spChg chg="add mod">
          <ac:chgData name="Reuben Stephen" userId="6a6eda1f0b9c2b70" providerId="LiveId" clId="{5AF20240-4744-4A1F-9614-8AA47247F12D}" dt="2025-10-22T13:33:52.263" v="157" actId="1076"/>
          <ac:spMkLst>
            <pc:docMk/>
            <pc:sldMk cId="554574477" sldId="1999"/>
            <ac:spMk id="11" creationId="{9A5DB081-2A02-D0E8-029A-2A15A44C6C27}"/>
          </ac:spMkLst>
        </pc:spChg>
        <pc:spChg chg="add mod">
          <ac:chgData name="Reuben Stephen" userId="6a6eda1f0b9c2b70" providerId="LiveId" clId="{5AF20240-4744-4A1F-9614-8AA47247F12D}" dt="2025-10-22T13:33:52.263" v="157" actId="1076"/>
          <ac:spMkLst>
            <pc:docMk/>
            <pc:sldMk cId="554574477" sldId="1999"/>
            <ac:spMk id="12" creationId="{EE28C0C7-8FE6-5DB3-7A0D-931672141AF1}"/>
          </ac:spMkLst>
        </pc:spChg>
        <pc:spChg chg="add mod">
          <ac:chgData name="Reuben Stephen" userId="6a6eda1f0b9c2b70" providerId="LiveId" clId="{5AF20240-4744-4A1F-9614-8AA47247F12D}" dt="2025-10-22T13:34:00.125" v="159" actId="1076"/>
          <ac:spMkLst>
            <pc:docMk/>
            <pc:sldMk cId="554574477" sldId="1999"/>
            <ac:spMk id="13" creationId="{C24FFB4D-47DB-B6B5-FA2C-487A2B8A5995}"/>
          </ac:spMkLst>
        </pc:spChg>
        <pc:spChg chg="add mod">
          <ac:chgData name="Reuben Stephen" userId="6a6eda1f0b9c2b70" providerId="LiveId" clId="{5AF20240-4744-4A1F-9614-8AA47247F12D}" dt="2025-10-22T13:34:00.125" v="159" actId="1076"/>
          <ac:spMkLst>
            <pc:docMk/>
            <pc:sldMk cId="554574477" sldId="1999"/>
            <ac:spMk id="14" creationId="{D9517BF0-27BA-01F5-2E1C-3CC776FC9C1A}"/>
          </ac:spMkLst>
        </pc:spChg>
        <pc:spChg chg="add mod">
          <ac:chgData name="Reuben Stephen" userId="6a6eda1f0b9c2b70" providerId="LiveId" clId="{5AF20240-4744-4A1F-9614-8AA47247F12D}" dt="2025-10-22T13:34:06.007" v="161" actId="1076"/>
          <ac:spMkLst>
            <pc:docMk/>
            <pc:sldMk cId="554574477" sldId="1999"/>
            <ac:spMk id="15" creationId="{CCDD0346-C1CE-7A4D-27E0-425B86831483}"/>
          </ac:spMkLst>
        </pc:spChg>
        <pc:spChg chg="add mod">
          <ac:chgData name="Reuben Stephen" userId="6a6eda1f0b9c2b70" providerId="LiveId" clId="{5AF20240-4744-4A1F-9614-8AA47247F12D}" dt="2025-10-22T13:34:06.007" v="161" actId="1076"/>
          <ac:spMkLst>
            <pc:docMk/>
            <pc:sldMk cId="554574477" sldId="1999"/>
            <ac:spMk id="16" creationId="{F4FFE317-479E-B473-1718-5D42FB3FCAE7}"/>
          </ac:spMkLst>
        </pc:spChg>
      </pc:sldChg>
      <pc:sldChg chg="delSp modSp add mod">
        <pc:chgData name="Reuben Stephen" userId="6a6eda1f0b9c2b70" providerId="LiveId" clId="{5AF20240-4744-4A1F-9614-8AA47247F12D}" dt="2025-10-22T13:35:05.602" v="176" actId="20577"/>
        <pc:sldMkLst>
          <pc:docMk/>
          <pc:sldMk cId="2645672475" sldId="2000"/>
        </pc:sldMkLst>
        <pc:spChg chg="mod">
          <ac:chgData name="Reuben Stephen" userId="6a6eda1f0b9c2b70" providerId="LiveId" clId="{5AF20240-4744-4A1F-9614-8AA47247F12D}" dt="2025-10-22T13:35:05.602" v="176" actId="20577"/>
          <ac:spMkLst>
            <pc:docMk/>
            <pc:sldMk cId="2645672475" sldId="2000"/>
            <ac:spMk id="6" creationId="{B8B54551-8DA1-5A8B-2037-CC9A51F6C9AD}"/>
          </ac:spMkLst>
        </pc:spChg>
        <pc:spChg chg="mod">
          <ac:chgData name="Reuben Stephen" userId="6a6eda1f0b9c2b70" providerId="LiveId" clId="{5AF20240-4744-4A1F-9614-8AA47247F12D}" dt="2025-10-22T13:30:54.344" v="127" actId="20577"/>
          <ac:spMkLst>
            <pc:docMk/>
            <pc:sldMk cId="2645672475" sldId="2000"/>
            <ac:spMk id="10" creationId="{3D83E271-F7BB-2262-2D3F-4B151D61AE3F}"/>
          </ac:spMkLst>
        </pc:spChg>
      </pc:sldChg>
      <pc:sldChg chg="modSp add mod">
        <pc:chgData name="Reuben Stephen" userId="6a6eda1f0b9c2b70" providerId="LiveId" clId="{5AF20240-4744-4A1F-9614-8AA47247F12D}" dt="2025-10-22T13:34:52.110" v="172" actId="20577"/>
        <pc:sldMkLst>
          <pc:docMk/>
          <pc:sldMk cId="2033988859" sldId="2001"/>
        </pc:sldMkLst>
        <pc:spChg chg="mod">
          <ac:chgData name="Reuben Stephen" userId="6a6eda1f0b9c2b70" providerId="LiveId" clId="{5AF20240-4744-4A1F-9614-8AA47247F12D}" dt="2025-10-22T13:34:52.110" v="172" actId="20577"/>
          <ac:spMkLst>
            <pc:docMk/>
            <pc:sldMk cId="2033988859" sldId="2001"/>
            <ac:spMk id="6" creationId="{681B488E-5988-8CBE-3166-36327E0EF69D}"/>
          </ac:spMkLst>
        </pc:spChg>
      </pc:sldChg>
      <pc:sldChg chg="modSp add mod">
        <pc:chgData name="Reuben Stephen" userId="6a6eda1f0b9c2b70" providerId="LiveId" clId="{5AF20240-4744-4A1F-9614-8AA47247F12D}" dt="2025-10-22T13:34:33.788" v="168" actId="20577"/>
        <pc:sldMkLst>
          <pc:docMk/>
          <pc:sldMk cId="3960294722" sldId="2002"/>
        </pc:sldMkLst>
        <pc:spChg chg="mod">
          <ac:chgData name="Reuben Stephen" userId="6a6eda1f0b9c2b70" providerId="LiveId" clId="{5AF20240-4744-4A1F-9614-8AA47247F12D}" dt="2025-10-22T13:34:33.788" v="168" actId="20577"/>
          <ac:spMkLst>
            <pc:docMk/>
            <pc:sldMk cId="3960294722" sldId="2002"/>
            <ac:spMk id="6" creationId="{8B796A62-4F41-6865-2A85-BD07D8F6F437}"/>
          </ac:spMkLst>
        </pc:spChg>
      </pc:sldChg>
      <pc:sldChg chg="modSp add mod">
        <pc:chgData name="Reuben Stephen" userId="6a6eda1f0b9c2b70" providerId="LiveId" clId="{5AF20240-4744-4A1F-9614-8AA47247F12D}" dt="2025-10-22T13:34:21.759" v="164" actId="20577"/>
        <pc:sldMkLst>
          <pc:docMk/>
          <pc:sldMk cId="3440285717" sldId="2003"/>
        </pc:sldMkLst>
        <pc:spChg chg="mod">
          <ac:chgData name="Reuben Stephen" userId="6a6eda1f0b9c2b70" providerId="LiveId" clId="{5AF20240-4744-4A1F-9614-8AA47247F12D}" dt="2025-10-22T13:34:21.759" v="164" actId="20577"/>
          <ac:spMkLst>
            <pc:docMk/>
            <pc:sldMk cId="3440285717" sldId="2003"/>
            <ac:spMk id="6" creationId="{246BD20F-631C-BD75-D751-7B3948BE2F3E}"/>
          </ac:spMkLst>
        </pc:spChg>
      </pc:sldChg>
    </pc:docChg>
  </pc:docChgLst>
  <pc:docChgLst>
    <pc:chgData name="Guest User" providerId="Windows Live" clId="Web-{4D612750-F676-4742-9230-61C549664BBE}"/>
    <pc:docChg chg="addSld delSld modSld">
      <pc:chgData name="Guest User" userId="" providerId="Windows Live" clId="Web-{4D612750-F676-4742-9230-61C549664BBE}" dt="2025-10-16T10:05:13.987" v="129" actId="20577"/>
      <pc:docMkLst>
        <pc:docMk/>
      </pc:docMkLst>
      <pc:sldChg chg="modSp">
        <pc:chgData name="Guest User" userId="" providerId="Windows Live" clId="Web-{4D612750-F676-4742-9230-61C549664BBE}" dt="2025-10-16T10:05:13.987" v="129" actId="20577"/>
        <pc:sldMkLst>
          <pc:docMk/>
          <pc:sldMk cId="3717493800" sldId="821"/>
        </pc:sldMkLst>
        <pc:spChg chg="mod">
          <ac:chgData name="Guest User" userId="" providerId="Windows Live" clId="Web-{4D612750-F676-4742-9230-61C549664BBE}" dt="2025-10-16T10:05:13.987" v="129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Guest User" userId="" providerId="Windows Live" clId="Web-{4D612750-F676-4742-9230-61C549664BBE}" dt="2025-10-16T10:02:01.592" v="116" actId="20577"/>
        <pc:sldMkLst>
          <pc:docMk/>
          <pc:sldMk cId="2771250690" sldId="851"/>
        </pc:sldMkLst>
        <pc:spChg chg="mod">
          <ac:chgData name="Guest User" userId="" providerId="Windows Live" clId="Web-{4D612750-F676-4742-9230-61C549664BBE}" dt="2025-10-16T10:02:01.592" v="116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Guest User" userId="" providerId="Windows Live" clId="Web-{4D612750-F676-4742-9230-61C549664BBE}" dt="2025-10-16T09:55:07.388" v="58" actId="20577"/>
        <pc:sldMkLst>
          <pc:docMk/>
          <pc:sldMk cId="4765592" sldId="1388"/>
        </pc:sldMkLst>
        <pc:spChg chg="mod">
          <ac:chgData name="Guest User" userId="" providerId="Windows Live" clId="Web-{4D612750-F676-4742-9230-61C549664BBE}" dt="2025-10-16T09:55:07.388" v="58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 modShow">
        <pc:chgData name="Guest User" userId="" providerId="Windows Live" clId="Web-{4D612750-F676-4742-9230-61C549664BBE}" dt="2025-10-16T09:57:07.438" v="76"/>
        <pc:sldMkLst>
          <pc:docMk/>
          <pc:sldMk cId="2406581127" sldId="1826"/>
        </pc:sldMkLst>
      </pc:sldChg>
      <pc:sldChg chg="mod modShow">
        <pc:chgData name="Guest User" userId="" providerId="Windows Live" clId="Web-{4D612750-F676-4742-9230-61C549664BBE}" dt="2025-10-16T09:57:03.391" v="75"/>
        <pc:sldMkLst>
          <pc:docMk/>
          <pc:sldMk cId="2684712631" sldId="1829"/>
        </pc:sldMkLst>
      </pc:sldChg>
      <pc:sldChg chg="mod modShow">
        <pc:chgData name="Guest User" userId="" providerId="Windows Live" clId="Web-{4D612750-F676-4742-9230-61C549664BBE}" dt="2025-10-16T09:57:12.392" v="77"/>
        <pc:sldMkLst>
          <pc:docMk/>
          <pc:sldMk cId="1147338714" sldId="1856"/>
        </pc:sldMkLst>
      </pc:sldChg>
      <pc:sldChg chg="mod modShow">
        <pc:chgData name="Guest User" userId="" providerId="Windows Live" clId="Web-{4D612750-F676-4742-9230-61C549664BBE}" dt="2025-10-16T09:57:16.548" v="78"/>
        <pc:sldMkLst>
          <pc:docMk/>
          <pc:sldMk cId="3482069950" sldId="1900"/>
        </pc:sldMkLst>
      </pc:sldChg>
      <pc:sldChg chg="mod modShow">
        <pc:chgData name="Guest User" userId="" providerId="Windows Live" clId="Web-{4D612750-F676-4742-9230-61C549664BBE}" dt="2025-10-16T09:57:19.486" v="79"/>
        <pc:sldMkLst>
          <pc:docMk/>
          <pc:sldMk cId="948678201" sldId="1905"/>
        </pc:sldMkLst>
      </pc:sldChg>
      <pc:sldChg chg="modSp add">
        <pc:chgData name="Guest User" userId="" providerId="Windows Live" clId="Web-{4D612750-F676-4742-9230-61C549664BBE}" dt="2025-10-16T10:04:37.970" v="128" actId="20577"/>
        <pc:sldMkLst>
          <pc:docMk/>
          <pc:sldMk cId="4050471080" sldId="1989"/>
        </pc:sldMkLst>
        <pc:spChg chg="mod">
          <ac:chgData name="Guest User" userId="" providerId="Windows Live" clId="Web-{4D612750-F676-4742-9230-61C549664BBE}" dt="2025-10-16T10:04:37.970" v="128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Guest User" userId="" providerId="Windows Live" clId="Web-{4D612750-F676-4742-9230-61C549664BBE}" dt="2025-10-16T10:02:14.983" v="117" actId="20577"/>
          <ac:spMkLst>
            <pc:docMk/>
            <pc:sldMk cId="4050471080" sldId="1989"/>
            <ac:spMk id="6" creationId="{4AC751B8-1522-B4B4-3170-CBBEEEDF2680}"/>
          </ac:spMkLst>
        </pc:spChg>
      </pc:sldChg>
      <pc:sldChg chg="modSp add">
        <pc:chgData name="Guest User" userId="" providerId="Windows Live" clId="Web-{4D612750-F676-4742-9230-61C549664BBE}" dt="2025-10-16T10:02:29.108" v="118" actId="20577"/>
        <pc:sldMkLst>
          <pc:docMk/>
          <pc:sldMk cId="4145407740" sldId="1990"/>
        </pc:sldMkLst>
        <pc:spChg chg="mod">
          <ac:chgData name="Guest User" userId="" providerId="Windows Live" clId="Web-{4D612750-F676-4742-9230-61C549664BBE}" dt="2025-10-16T09:55:58.311" v="64" actId="20577"/>
          <ac:spMkLst>
            <pc:docMk/>
            <pc:sldMk cId="4145407740" sldId="1990"/>
            <ac:spMk id="2" creationId="{19B9627D-C9E5-7A27-D868-BB4004190B76}"/>
          </ac:spMkLst>
        </pc:spChg>
        <pc:spChg chg="mod">
          <ac:chgData name="Guest User" userId="" providerId="Windows Live" clId="Web-{4D612750-F676-4742-9230-61C549664BBE}" dt="2025-10-16T09:56:34.623" v="68" actId="20577"/>
          <ac:spMkLst>
            <pc:docMk/>
            <pc:sldMk cId="4145407740" sldId="1990"/>
            <ac:spMk id="4" creationId="{108826D6-D5E7-8E29-8447-D3F82C0FBEBF}"/>
          </ac:spMkLst>
        </pc:spChg>
        <pc:spChg chg="mod">
          <ac:chgData name="Guest User" userId="" providerId="Windows Live" clId="Web-{4D612750-F676-4742-9230-61C549664BBE}" dt="2025-10-16T10:02:29.108" v="118" actId="20577"/>
          <ac:spMkLst>
            <pc:docMk/>
            <pc:sldMk cId="4145407740" sldId="1990"/>
            <ac:spMk id="6" creationId="{8C7B43F6-8489-9A55-95F5-8F690487996E}"/>
          </ac:spMkLst>
        </pc:spChg>
      </pc:sldChg>
      <pc:sldChg chg="modSp add">
        <pc:chgData name="Guest User" userId="" providerId="Windows Live" clId="Web-{4D612750-F676-4742-9230-61C549664BBE}" dt="2025-10-16T10:02:37.390" v="119" actId="20577"/>
        <pc:sldMkLst>
          <pc:docMk/>
          <pc:sldMk cId="2363354331" sldId="1991"/>
        </pc:sldMkLst>
        <pc:spChg chg="mod">
          <ac:chgData name="Guest User" userId="" providerId="Windows Live" clId="Web-{4D612750-F676-4742-9230-61C549664BBE}" dt="2025-10-16T09:56:48.515" v="70" actId="20577"/>
          <ac:spMkLst>
            <pc:docMk/>
            <pc:sldMk cId="2363354331" sldId="1991"/>
            <ac:spMk id="2" creationId="{98BBA9FE-B82A-077E-F078-799DC8AA342B}"/>
          </ac:spMkLst>
        </pc:spChg>
        <pc:spChg chg="mod">
          <ac:chgData name="Guest User" userId="" providerId="Windows Live" clId="Web-{4D612750-F676-4742-9230-61C549664BBE}" dt="2025-10-16T09:56:23.498" v="66" actId="20577"/>
          <ac:spMkLst>
            <pc:docMk/>
            <pc:sldMk cId="2363354331" sldId="1991"/>
            <ac:spMk id="4" creationId="{DD7BCDD6-DBDA-C260-8681-D37B5B658170}"/>
          </ac:spMkLst>
        </pc:spChg>
        <pc:spChg chg="mod">
          <ac:chgData name="Guest User" userId="" providerId="Windows Live" clId="Web-{4D612750-F676-4742-9230-61C549664BBE}" dt="2025-10-16T10:02:37.390" v="119" actId="20577"/>
          <ac:spMkLst>
            <pc:docMk/>
            <pc:sldMk cId="2363354331" sldId="1991"/>
            <ac:spMk id="6" creationId="{F2E2087A-097B-D792-6CBF-CF4CA49E508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25/10/2025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CE18-8E58-6A3B-4F34-46B12A50C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79D65-22DF-20A2-F98F-A359AB7D5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BB7AB-FE23-A11C-364E-F1A4C06C1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2090B-6C68-03F0-34BC-CB0C5E158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021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722-42D9-06CD-141D-20CABA0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449A6-7763-2EAE-CCC4-AB46C3D8E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F97F2-89D3-9551-6BD8-BF235606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C6E2-756C-7B9F-AB23-A4497F72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0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87D9B-2F56-EA58-412E-C50B23A6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93FA4-207C-0FEB-A0B1-561F7A31D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F2FBE-A29C-092D-6702-B2175D35E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1E6ED-8D82-EE4D-26C3-BED13F9F8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042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5EC8A-7008-D4C3-9911-2ADC2924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94453-5125-2556-F4B9-C8A45BD3D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9E36F-3CEE-2BBC-EE38-B48DCD99A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C8C1B-2A5B-0FE9-7AE0-5605A6EBB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233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D6BB-F81D-7796-742D-3374D4F0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D64CC-8DE7-29F4-CDBC-99AF14B1F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7ECE8-40B6-59CB-8222-41BB3AEDD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27E50-DB5D-EB1C-FCC6-57E089ADF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057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47FE-741F-914C-62BD-A2FFAF5F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06225-3E26-0950-2C53-AA4E70321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B7353-4078-D2D4-8A7D-FA058E295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B9A08-3473-7138-B5AA-82B9C2678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991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8F1F-7B67-1F8A-7168-CEBD26F9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06475-E99A-A2A4-DBAD-B45659164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58FDE-B962-EF4B-73AE-047EEAA27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6C8F-D92A-EF8D-64EA-93B3F9851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262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78682-7C25-33AF-338B-BC54BD89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01CB5-AB73-F1B3-315C-23D91583E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137B5-FC48-E9A4-3115-5F51F8857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E5F73-954F-0B54-352D-A7522FA71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153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0F8E-275F-052F-7DB9-56AD94C2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4D0D7-2362-AF99-E510-B23BCF5AB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55AF3-7586-23FE-565E-08B469EDC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00F03-CC8D-09F3-10BA-6AD5B943B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40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ABE9-F9C8-FF41-0036-DB18E20F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0E6F0-2DC0-DF53-59AD-A48BAFA09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D16F6-B7FE-8CF8-9B0F-6636DAFC0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3259A-E0F3-9370-0E08-EDADFE69B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62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4E570-0D5C-CB27-0F7E-B5A44EEA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B96A9-7EAB-5451-BED7-92FFA488A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6F154-63E6-111E-B100-390F7DDB5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797A9-EDA0-2242-95C1-3160AB194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855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4D987-7692-FF00-07AF-9E6B32DB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1EF62-80B3-1100-31C4-ACCDB8AF5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3C963-8B4D-F061-9759-6042CCE61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C0A5-6399-4B55-2E8A-0EFC87328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397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1E10-850A-30B6-23AA-DAF02AB4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AA6BD-B369-7C76-5964-4001593F3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73F67-7DA3-1DFD-823B-385FD361F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6D0E1-DE8A-66F4-7DA4-51D3C8740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266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30584-E112-7CF4-0EA6-90F3F87A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5B883-750D-7011-7E29-8352A9C46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EEAC5-B3BE-A056-3C49-9D9701250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58A73-9DA0-69ED-0489-6E97813AB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536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October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 /><Relationship Id="rId13" Type="http://schemas.openxmlformats.org/officeDocument/2006/relationships/slideLayout" Target="../slideLayouts/slideLayout25.xml" /><Relationship Id="rId3" Type="http://schemas.openxmlformats.org/officeDocument/2006/relationships/slideLayout" Target="../slideLayouts/slideLayout15.xml" /><Relationship Id="rId7" Type="http://schemas.openxmlformats.org/officeDocument/2006/relationships/slideLayout" Target="../slideLayouts/slideLayout19.xml" /><Relationship Id="rId12" Type="http://schemas.openxmlformats.org/officeDocument/2006/relationships/slideLayout" Target="../slideLayouts/slideLayout24.xml" /><Relationship Id="rId2" Type="http://schemas.openxmlformats.org/officeDocument/2006/relationships/slideLayout" Target="../slideLayouts/slideLayout14.xml" /><Relationship Id="rId1" Type="http://schemas.openxmlformats.org/officeDocument/2006/relationships/slideLayout" Target="../slideLayouts/slideLayout13.xml" /><Relationship Id="rId6" Type="http://schemas.openxmlformats.org/officeDocument/2006/relationships/slideLayout" Target="../slideLayouts/slideLayout18.xml" /><Relationship Id="rId11" Type="http://schemas.openxmlformats.org/officeDocument/2006/relationships/slideLayout" Target="../slideLayouts/slideLayout23.xml" /><Relationship Id="rId5" Type="http://schemas.openxmlformats.org/officeDocument/2006/relationships/slideLayout" Target="../slideLayouts/slideLayout17.xml" /><Relationship Id="rId15" Type="http://schemas.openxmlformats.org/officeDocument/2006/relationships/theme" Target="../theme/theme2.xml" /><Relationship Id="rId10" Type="http://schemas.openxmlformats.org/officeDocument/2006/relationships/slideLayout" Target="../slideLayouts/slideLayout22.xml" /><Relationship Id="rId4" Type="http://schemas.openxmlformats.org/officeDocument/2006/relationships/slideLayout" Target="../slideLayouts/slideLayout16.xml" /><Relationship Id="rId9" Type="http://schemas.openxmlformats.org/officeDocument/2006/relationships/slideLayout" Target="../slideLayouts/slideLayout21.xml" /><Relationship Id="rId14" Type="http://schemas.openxmlformats.org/officeDocument/2006/relationships/slideLayout" Target="../slideLayouts/slideLayout26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 /><Relationship Id="rId13" Type="http://schemas.openxmlformats.org/officeDocument/2006/relationships/theme" Target="../theme/theme3.xml" /><Relationship Id="rId3" Type="http://schemas.openxmlformats.org/officeDocument/2006/relationships/slideLayout" Target="../slideLayouts/slideLayout29.xml" /><Relationship Id="rId7" Type="http://schemas.openxmlformats.org/officeDocument/2006/relationships/slideLayout" Target="../slideLayouts/slideLayout33.xml" /><Relationship Id="rId12" Type="http://schemas.openxmlformats.org/officeDocument/2006/relationships/slideLayout" Target="../slideLayouts/slideLayout38.xml" /><Relationship Id="rId2" Type="http://schemas.openxmlformats.org/officeDocument/2006/relationships/slideLayout" Target="../slideLayouts/slideLayout28.xml" /><Relationship Id="rId1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7.xml" /><Relationship Id="rId5" Type="http://schemas.openxmlformats.org/officeDocument/2006/relationships/slideLayout" Target="../slideLayouts/slideLayout31.xml" /><Relationship Id="rId10" Type="http://schemas.openxmlformats.org/officeDocument/2006/relationships/slideLayout" Target="../slideLayouts/slideLayout36.xml" /><Relationship Id="rId4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5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 /><Relationship Id="rId13" Type="http://schemas.openxmlformats.org/officeDocument/2006/relationships/theme" Target="../theme/theme4.xml" /><Relationship Id="rId3" Type="http://schemas.openxmlformats.org/officeDocument/2006/relationships/slideLayout" Target="../slideLayouts/slideLayout41.xml" /><Relationship Id="rId7" Type="http://schemas.openxmlformats.org/officeDocument/2006/relationships/slideLayout" Target="../slideLayouts/slideLayout45.xml" /><Relationship Id="rId12" Type="http://schemas.openxmlformats.org/officeDocument/2006/relationships/slideLayout" Target="../slideLayouts/slideLayout50.xml" /><Relationship Id="rId2" Type="http://schemas.openxmlformats.org/officeDocument/2006/relationships/slideLayout" Target="../slideLayouts/slideLayout40.xml" /><Relationship Id="rId1" Type="http://schemas.openxmlformats.org/officeDocument/2006/relationships/slideLayout" Target="../slideLayouts/slideLayout39.xml" /><Relationship Id="rId6" Type="http://schemas.openxmlformats.org/officeDocument/2006/relationships/slideLayout" Target="../slideLayouts/slideLayout44.xml" /><Relationship Id="rId11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43.xml" /><Relationship Id="rId10" Type="http://schemas.openxmlformats.org/officeDocument/2006/relationships/slideLayout" Target="../slideLayouts/slideLayout48.xml" /><Relationship Id="rId4" Type="http://schemas.openxmlformats.org/officeDocument/2006/relationships/slideLayout" Target="../slideLayouts/slideLayout42.xml" /><Relationship Id="rId9" Type="http://schemas.openxmlformats.org/officeDocument/2006/relationships/slideLayout" Target="../slideLayouts/slideLayout47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 /><Relationship Id="rId13" Type="http://schemas.openxmlformats.org/officeDocument/2006/relationships/theme" Target="../theme/theme5.xml" /><Relationship Id="rId3" Type="http://schemas.openxmlformats.org/officeDocument/2006/relationships/slideLayout" Target="../slideLayouts/slideLayout53.xml" /><Relationship Id="rId7" Type="http://schemas.openxmlformats.org/officeDocument/2006/relationships/slideLayout" Target="../slideLayouts/slideLayout57.xml" /><Relationship Id="rId12" Type="http://schemas.openxmlformats.org/officeDocument/2006/relationships/slideLayout" Target="../slideLayouts/slideLayout62.xml" /><Relationship Id="rId2" Type="http://schemas.openxmlformats.org/officeDocument/2006/relationships/slideLayout" Target="../slideLayouts/slideLayout52.xml" /><Relationship Id="rId1" Type="http://schemas.openxmlformats.org/officeDocument/2006/relationships/slideLayout" Target="../slideLayouts/slideLayout51.xml" /><Relationship Id="rId6" Type="http://schemas.openxmlformats.org/officeDocument/2006/relationships/slideLayout" Target="../slideLayouts/slideLayout56.xml" /><Relationship Id="rId11" Type="http://schemas.openxmlformats.org/officeDocument/2006/relationships/slideLayout" Target="../slideLayouts/slideLayout61.xml" /><Relationship Id="rId5" Type="http://schemas.openxmlformats.org/officeDocument/2006/relationships/slideLayout" Target="../slideLayouts/slideLayout55.xml" /><Relationship Id="rId10" Type="http://schemas.openxmlformats.org/officeDocument/2006/relationships/slideLayout" Target="../slideLayouts/slideLayout60.xml" /><Relationship Id="rId4" Type="http://schemas.openxmlformats.org/officeDocument/2006/relationships/slideLayout" Target="../slideLayouts/slideLayout54.xml" /><Relationship Id="rId9" Type="http://schemas.openxmlformats.org/officeDocument/2006/relationships/slideLayout" Target="../slideLayouts/slideLayout59.xml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 /><Relationship Id="rId13" Type="http://schemas.openxmlformats.org/officeDocument/2006/relationships/theme" Target="../theme/theme6.xml" /><Relationship Id="rId3" Type="http://schemas.openxmlformats.org/officeDocument/2006/relationships/slideLayout" Target="../slideLayouts/slideLayout65.xml" /><Relationship Id="rId7" Type="http://schemas.openxmlformats.org/officeDocument/2006/relationships/slideLayout" Target="../slideLayouts/slideLayout69.xml" /><Relationship Id="rId12" Type="http://schemas.openxmlformats.org/officeDocument/2006/relationships/slideLayout" Target="../slideLayouts/slideLayout74.xml" /><Relationship Id="rId2" Type="http://schemas.openxmlformats.org/officeDocument/2006/relationships/slideLayout" Target="../slideLayouts/slideLayout64.xml" /><Relationship Id="rId1" Type="http://schemas.openxmlformats.org/officeDocument/2006/relationships/slideLayout" Target="../slideLayouts/slideLayout63.xml" /><Relationship Id="rId6" Type="http://schemas.openxmlformats.org/officeDocument/2006/relationships/slideLayout" Target="../slideLayouts/slideLayout68.xml" /><Relationship Id="rId11" Type="http://schemas.openxmlformats.org/officeDocument/2006/relationships/slideLayout" Target="../slideLayouts/slideLayout73.xml" /><Relationship Id="rId5" Type="http://schemas.openxmlformats.org/officeDocument/2006/relationships/slideLayout" Target="../slideLayouts/slideLayout67.xml" /><Relationship Id="rId10" Type="http://schemas.openxmlformats.org/officeDocument/2006/relationships/slideLayout" Target="../slideLayouts/slideLayout72.xml" /><Relationship Id="rId4" Type="http://schemas.openxmlformats.org/officeDocument/2006/relationships/slideLayout" Target="../slideLayouts/slideLayout66.xml" /><Relationship Id="rId9" Type="http://schemas.openxmlformats.org/officeDocument/2006/relationships/slideLayout" Target="../slideLayouts/slideLayout7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50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6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4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4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4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4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4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4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4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2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Oct 26, 2025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Now thank we all our God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Now thank we all our God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3</a:t>
            </a:r>
            <a:endParaRPr lang="en-SG" sz="140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172027" y="919018"/>
            <a:ext cx="84685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Now thank we all our God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With heart and hands and voices,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Who wondrous things hath done,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In whom his world rejoices;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Who from our mothers' arms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Hath blessed us on our way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With countless gifts of love,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And still is ours today.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4BEF3-9411-1A20-3443-17FCBB01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2A06-697E-3C8F-50CA-FBD8B76F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Now thank we all our God</a:t>
            </a:r>
            <a:endParaRPr lang="en-US" sz="2800" b="0">
              <a:solidFill>
                <a:srgbClr val="000000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56622CA-FEAB-1BFE-ABC1-5D823BEE9A7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EBC75A-1D5A-A7B1-9F4F-257BFD536C8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 of 3</a:t>
            </a:r>
            <a:endParaRPr lang="en-SG" sz="140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42746-DAC1-A866-59B5-AFC5F133787C}"/>
              </a:ext>
            </a:extLst>
          </p:cNvPr>
          <p:cNvSpPr txBox="1"/>
          <p:nvPr/>
        </p:nvSpPr>
        <p:spPr>
          <a:xfrm>
            <a:off x="172027" y="919018"/>
            <a:ext cx="84685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O may this bounteous God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Through all our life be near us,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With ever joyful hearts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And blessed peace to cheer us,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And keep us in his grace,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And guide us when perplexed,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And free us from all ills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In this world and the next.</a:t>
            </a:r>
            <a:endParaRPr lang="en-US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893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EE069-843D-DBD8-FB98-377B2D12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FBF6-A808-D9A5-6D8E-DB02DD67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Now thank we all our God</a:t>
            </a:r>
            <a:endParaRPr lang="en-US" sz="2800" b="0">
              <a:solidFill>
                <a:srgbClr val="000000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9885A36-9E94-6709-2883-EBCDFD2FBFF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7E80E-141B-F6DC-CE52-304AF83BBB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 of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5B5BA-101D-B74C-87B7-76CA725C71CB}"/>
              </a:ext>
            </a:extLst>
          </p:cNvPr>
          <p:cNvSpPr txBox="1"/>
          <p:nvPr/>
        </p:nvSpPr>
        <p:spPr>
          <a:xfrm>
            <a:off x="172027" y="919018"/>
            <a:ext cx="84685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All praise and thanks to God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The Father now be given,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The Son and Him who reigns,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with them in highest heaven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The one eternal God,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Whom earth and heaven adore;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For thus it was, is now,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And shall be evermore.</a:t>
            </a:r>
            <a:endParaRPr lang="en-US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597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>
                <a:solidFill>
                  <a:schemeClr val="bg1"/>
                </a:solidFill>
                <a:latin typeface="Tenorite"/>
              </a:rPr>
              <a:t>Lavish love, abundant beauty v2</a:t>
            </a:r>
            <a:r>
              <a:rPr lang="en-SG" sz="2800" b="0">
                <a:solidFill>
                  <a:schemeClr val="bg1"/>
                </a:solidFill>
                <a:latin typeface="Tenorite"/>
                <a:cs typeface="Segoe UI"/>
              </a:rPr>
              <a:t> </a:t>
            </a:r>
          </a:p>
          <a:p>
            <a:endParaRPr lang="en-SG" sz="3600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 – Lavish love, abundant beauty v2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74" y="949179"/>
            <a:ext cx="868989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Who am I that You should love me, </a:t>
            </a:r>
            <a:endParaRPr lang="en-US" sz="2800">
              <a:solidFill>
                <a:srgbClr val="000000"/>
              </a:solidFill>
              <a:ea typeface="+mn-lt"/>
              <a:cs typeface="+mn-lt"/>
            </a:endParaRPr>
          </a:p>
          <a:p>
            <a:pPr lvl="1" algn="ctr"/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Meet my every need from birth?</a:t>
            </a:r>
            <a:endParaRPr lang="en-US" sz="2800">
              <a:cs typeface="Segoe UI"/>
            </a:endParaRPr>
          </a:p>
          <a:p>
            <a:pPr lvl="1" algn="ctr"/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Why invest Yourself so fully 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In a creature made of earth?</a:t>
            </a:r>
            <a:endParaRPr lang="en-SG" sz="2800">
              <a:cs typeface="Segoe UI"/>
            </a:endParaRPr>
          </a:p>
          <a:p>
            <a:pPr lvl="1" algn="ctr"/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In Your loving heart You planned me, 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Fashioned me with greatest care;</a:t>
            </a:r>
            <a:endParaRPr lang="en-SG" sz="2800">
              <a:cs typeface="Segoe UI"/>
            </a:endParaRPr>
          </a:p>
          <a:p>
            <a:pPr lvl="1" algn="ctr"/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Through my soul You breathed Your Spirit, 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Planted Your own image there.</a:t>
            </a:r>
            <a:endParaRPr lang="en-SG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enikkulla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sarvasvavum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daivathin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danamennorthedum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kudumbavum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sevichedum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yahenna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daivathe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innum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ennum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AE869-7AA5-FD8B-2028-B182A971D4D4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എനിക്കുള്ള സർവ്വസ്വവും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ദൈവത്തിൻ ദാനമെന്നോർത്തീടും ഞാൻ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കുടുംബവും സേവിച്ചീടും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യാഹെന്ന ദൈവത്തെ ഇന്നുമെന്നും</a:t>
            </a:r>
            <a:endParaRPr lang="en-US" sz="2000">
              <a:ea typeface="Calibri"/>
              <a:cs typeface="Segoe UI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F4400953-F091-4AB2-509B-B10DD94C5C5E}"/>
              </a:ext>
            </a:extLst>
          </p:cNvPr>
          <p:cNvSpPr/>
          <p:nvPr/>
        </p:nvSpPr>
        <p:spPr>
          <a:xfrm>
            <a:off x="5882673" y="749508"/>
            <a:ext cx="307298" cy="155901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7B012-51D8-16CB-171F-CE2E48529E14}"/>
              </a:ext>
            </a:extLst>
          </p:cNvPr>
          <p:cNvSpPr txBox="1"/>
          <p:nvPr/>
        </p:nvSpPr>
        <p:spPr>
          <a:xfrm>
            <a:off x="6108535" y="1344350"/>
            <a:ext cx="26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3097759-586C-39C7-5E47-D4F18634452D}"/>
              </a:ext>
            </a:extLst>
          </p:cNvPr>
          <p:cNvSpPr/>
          <p:nvPr/>
        </p:nvSpPr>
        <p:spPr>
          <a:xfrm>
            <a:off x="5499587" y="3060034"/>
            <a:ext cx="307298" cy="155901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FA067-65BF-45D1-EAAC-CA12B7F8F846}"/>
              </a:ext>
            </a:extLst>
          </p:cNvPr>
          <p:cNvSpPr txBox="1"/>
          <p:nvPr/>
        </p:nvSpPr>
        <p:spPr>
          <a:xfrm>
            <a:off x="5725449" y="3654876"/>
            <a:ext cx="26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2876-2F7A-45B5-EB42-4D1D49C0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A139-C456-EEF1-9DBE-65BF36369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058239-4166-5B9B-38AA-FAE752E9D447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61BC5-1B4A-88DD-A6E6-C7CCA462385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5988F-19C0-DD77-670C-EA01EC91A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D9D958-6575-30C7-52E8-209974FA6296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en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geham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daivathin</a:t>
            </a:r>
            <a:r>
              <a:rPr lang="en-SG" sz="2800">
                <a:ea typeface="Calibri"/>
                <a:cs typeface="Calibri"/>
              </a:rPr>
              <a:t> vasa </a:t>
            </a:r>
            <a:r>
              <a:rPr lang="en-SG" sz="2800" err="1">
                <a:ea typeface="Calibri"/>
                <a:cs typeface="Calibri"/>
              </a:rPr>
              <a:t>sthhalam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aaraadhichidumaa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dhanya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naamam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arppichidum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samasthavum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sthothrathin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yagangalhaal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359C0D5-DEA8-0E85-A7EE-714A97DAAFF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B4FEC-2C67-486C-138F-5E6ECC13941A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എൻ ഗേഹം ദൈവത്തിൻ വാസസ്ഥലം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ആരാധിച്ചിടുമാ ധന്യനാമം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അർപ്പിച്ചിടും എൻ സമസ്തവും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സ്തോത്രത്തിൻ യാഗങ്ങളാൽ</a:t>
            </a:r>
            <a:endParaRPr lang="en-US" sz="2000">
              <a:ea typeface="Calibri"/>
              <a:cs typeface="Segoe UI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3EBBA2B-8968-2BA4-8298-3C5D63797967}"/>
              </a:ext>
            </a:extLst>
          </p:cNvPr>
          <p:cNvSpPr/>
          <p:nvPr/>
        </p:nvSpPr>
        <p:spPr>
          <a:xfrm>
            <a:off x="5816184" y="757003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B5601B-B56F-B85B-6079-6DE3A2C1BE37}"/>
              </a:ext>
            </a:extLst>
          </p:cNvPr>
          <p:cNvSpPr txBox="1"/>
          <p:nvPr/>
        </p:nvSpPr>
        <p:spPr>
          <a:xfrm>
            <a:off x="5966041" y="931586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DB4BD0F1-505B-15BF-C9BC-1939ECCA2CAA}"/>
              </a:ext>
            </a:extLst>
          </p:cNvPr>
          <p:cNvSpPr/>
          <p:nvPr/>
        </p:nvSpPr>
        <p:spPr>
          <a:xfrm>
            <a:off x="5813857" y="1614446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62A8D6-FA1B-B1D3-A256-2A07AA2949F3}"/>
              </a:ext>
            </a:extLst>
          </p:cNvPr>
          <p:cNvSpPr txBox="1"/>
          <p:nvPr/>
        </p:nvSpPr>
        <p:spPr>
          <a:xfrm>
            <a:off x="5963714" y="1789029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1443999-0A15-3453-B295-99B1122A5E50}"/>
              </a:ext>
            </a:extLst>
          </p:cNvPr>
          <p:cNvSpPr/>
          <p:nvPr/>
        </p:nvSpPr>
        <p:spPr>
          <a:xfrm>
            <a:off x="5375935" y="3061721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D6F9F9-8B22-D253-64A0-D5E7920C7E15}"/>
              </a:ext>
            </a:extLst>
          </p:cNvPr>
          <p:cNvSpPr txBox="1"/>
          <p:nvPr/>
        </p:nvSpPr>
        <p:spPr>
          <a:xfrm>
            <a:off x="5525792" y="3236304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FC27068-753E-C5E7-7495-CFEC48D297E9}"/>
              </a:ext>
            </a:extLst>
          </p:cNvPr>
          <p:cNvSpPr/>
          <p:nvPr/>
        </p:nvSpPr>
        <p:spPr>
          <a:xfrm>
            <a:off x="5375935" y="3962728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76735-E17A-ED3B-23B9-46A1BA0F0C4B}"/>
              </a:ext>
            </a:extLst>
          </p:cNvPr>
          <p:cNvSpPr txBox="1"/>
          <p:nvPr/>
        </p:nvSpPr>
        <p:spPr>
          <a:xfrm>
            <a:off x="5525792" y="4137311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4779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74D5A-F2A8-5FB4-F3ED-CE140301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2C39-FD83-1656-5632-53134955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9083C8-6D63-2F30-9B85-04A5301F4419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54551-8DA1-5A8B-2037-CC9A51F6C9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FE8B1-9E29-F825-2544-9926BB0E2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83E271-F7BB-2262-2D3F-4B151D61AE3F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enikkulla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sarvasvavum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daivathin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danamennorthedum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kudumbavum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sevichedum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yahenna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daivathe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innum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ennum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EEF0FEC-FE07-D9AA-EA34-3A6732F2F00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C383F-FFE7-0656-D52A-3BA9B613E167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എനിക്കുള്ള സർവ്വസ്വവും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ദൈവത്തിൻ ദാനമെന്നോർത്തീടും ഞാൻ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കുടുംബവും സേവിച്ചീടും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യാഹെന്ന ദൈവത്തെ ഇന്നുമെന്നും</a:t>
            </a:r>
            <a:endParaRPr lang="en-US" sz="200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45672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2A2C8-D73A-3813-BBBE-1F722188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5CF4-BE58-D1EF-3145-5891FF4A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ECA2F7-BEF3-0C83-88C6-E889F4B2256A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01EB3-2367-90C9-0DDF-0F730B37DE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4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79194-2533-2333-1542-B88146C3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0B3873-AE9B-AB54-C674-3B4C6E0A8040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santhosha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santhaapa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velhakalhil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onnaayanhayum</a:t>
            </a:r>
            <a:r>
              <a:rPr lang="en-SG" sz="2800">
                <a:ea typeface="Calibri"/>
                <a:cs typeface="Calibri"/>
              </a:rPr>
              <a:t> than </a:t>
            </a:r>
            <a:r>
              <a:rPr lang="en-SG" sz="2800" err="1">
                <a:ea typeface="Calibri"/>
                <a:cs typeface="Calibri"/>
              </a:rPr>
              <a:t>sannidhiyil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snehichidum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kshemichidum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karutheedum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thammil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thammil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74E5CF-0075-9AB6-FA18-D0F4853232E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E8A1B-4143-917F-08C2-8C87802ABC40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സന്തോഷ സന്താപ വേളകളിൽ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ഒന്നായണയും തൻ സന്നിധിയിൽ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സ്നേഹിച്ചിടും ക്ഷമിച്ചിടും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കരുതീടും തമ്മിൽ തമ്മിൽ</a:t>
            </a:r>
            <a:endParaRPr lang="en-US" sz="2000">
              <a:ea typeface="Calibri"/>
              <a:cs typeface="Segoe UI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DF32F923-1F5D-BC9F-6FBC-D5063E804C4C}"/>
              </a:ext>
            </a:extLst>
          </p:cNvPr>
          <p:cNvSpPr/>
          <p:nvPr/>
        </p:nvSpPr>
        <p:spPr>
          <a:xfrm>
            <a:off x="5612936" y="757003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35A01-D522-0A7F-10F9-D9A9E269247B}"/>
              </a:ext>
            </a:extLst>
          </p:cNvPr>
          <p:cNvSpPr txBox="1"/>
          <p:nvPr/>
        </p:nvSpPr>
        <p:spPr>
          <a:xfrm>
            <a:off x="5762793" y="931586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F6925C6-5F9E-6338-2CC3-11F16CF95972}"/>
              </a:ext>
            </a:extLst>
          </p:cNvPr>
          <p:cNvSpPr/>
          <p:nvPr/>
        </p:nvSpPr>
        <p:spPr>
          <a:xfrm>
            <a:off x="5612936" y="1618777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4B4FE4-F19F-E261-4197-C14685D1B48A}"/>
              </a:ext>
            </a:extLst>
          </p:cNvPr>
          <p:cNvSpPr txBox="1"/>
          <p:nvPr/>
        </p:nvSpPr>
        <p:spPr>
          <a:xfrm>
            <a:off x="5762793" y="1793360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5A65DC5-91C7-9F8E-3AFD-E8C791A82B3C}"/>
              </a:ext>
            </a:extLst>
          </p:cNvPr>
          <p:cNvSpPr/>
          <p:nvPr/>
        </p:nvSpPr>
        <p:spPr>
          <a:xfrm>
            <a:off x="5090778" y="3021011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D44864-9C1A-4C34-7274-254EB82389CF}"/>
              </a:ext>
            </a:extLst>
          </p:cNvPr>
          <p:cNvSpPr txBox="1"/>
          <p:nvPr/>
        </p:nvSpPr>
        <p:spPr>
          <a:xfrm>
            <a:off x="5240635" y="3195594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BF9AF7C4-9730-CA55-6660-013CB76A07F9}"/>
              </a:ext>
            </a:extLst>
          </p:cNvPr>
          <p:cNvSpPr/>
          <p:nvPr/>
        </p:nvSpPr>
        <p:spPr>
          <a:xfrm>
            <a:off x="5090778" y="3881308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F9E100-01A3-0C91-3CEC-7CE923BB4A12}"/>
              </a:ext>
            </a:extLst>
          </p:cNvPr>
          <p:cNvSpPr txBox="1"/>
          <p:nvPr/>
        </p:nvSpPr>
        <p:spPr>
          <a:xfrm>
            <a:off x="5240635" y="4055891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56648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30EF-247D-9B94-0072-A1071EF8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50B7-62FA-ACDC-4755-89CE78B0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6D322F-7DC7-790D-45FC-D60C81BFC784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B488E-5988-8CBE-3166-36327E0EF69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5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2172F-1623-7734-E084-401B141410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5CB86C-10DD-FA55-3228-FD8EBEA9CB6E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enikkulla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sarvasvavum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daivathin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danamennorthedum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kudumbavum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sevichedum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yahenna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daivathe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innum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ennum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97E441-CFD7-8E41-6766-CA90053B21D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E0705-4D09-CDB3-1B75-81115607EB62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എനിക്കുള്ള സർവ്വസ്വവും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ദൈവത്തിൻ ദാനമെന്നോർത്തീടും ഞാൻ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കുടുംബവും സേവിച്ചീടും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യാഹെന്ന ദൈവത്തെ ഇന്നുമെന്നും</a:t>
            </a:r>
            <a:endParaRPr lang="en-US" sz="200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33988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2F85F-6355-AA08-6ACF-3CA51EE8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106A-9CF0-C9CE-977E-88D9CDA0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AA0017-55CC-7007-0F0F-721D6315762C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842EA-1D87-D693-65C2-286477898DE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6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29948-C0B5-E8F8-88D4-C391DB49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41E3DC-368B-904F-D082-4CF788001629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nathhan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enikkekum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daanamellaam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snehathil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evarkkum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pankuvekkum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dukhitharkkum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peeditharkkum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aavolham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nanma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cheyyum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965A01E-8329-DAC0-E40E-F2F2BE9EAA6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A1B9C-FE1B-A775-4DE2-93642C0A7E51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നാഥൻ എനിക്കേകിടും ദാനമെല്ലാം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സ്നേഹത്തിൽ ഏവർക്കും പങ്കുവയ്ക്കും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ദുഃഖിതർക്കും പീഡിതർക്കും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ആവോളം നന്മചെയ്യും</a:t>
            </a:r>
            <a:endParaRPr lang="en-US" sz="2000">
              <a:ea typeface="Calibri"/>
              <a:cs typeface="Segoe UI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A03B1879-0523-F582-95DF-B2AADCBFF0F5}"/>
              </a:ext>
            </a:extLst>
          </p:cNvPr>
          <p:cNvSpPr/>
          <p:nvPr/>
        </p:nvSpPr>
        <p:spPr>
          <a:xfrm>
            <a:off x="5816141" y="811713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F56CE-F68C-D9B5-D9AB-E1BD0BFC4DF3}"/>
              </a:ext>
            </a:extLst>
          </p:cNvPr>
          <p:cNvSpPr txBox="1"/>
          <p:nvPr/>
        </p:nvSpPr>
        <p:spPr>
          <a:xfrm>
            <a:off x="5965998" y="986296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A570715-4F2F-2FFA-ECD2-9C126BA43D0B}"/>
              </a:ext>
            </a:extLst>
          </p:cNvPr>
          <p:cNvSpPr/>
          <p:nvPr/>
        </p:nvSpPr>
        <p:spPr>
          <a:xfrm>
            <a:off x="5816163" y="1644404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D648A-251D-276B-884B-B5416E6A65C5}"/>
              </a:ext>
            </a:extLst>
          </p:cNvPr>
          <p:cNvSpPr txBox="1"/>
          <p:nvPr/>
        </p:nvSpPr>
        <p:spPr>
          <a:xfrm>
            <a:off x="5966020" y="1818987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7E385E8-ACF3-822A-4214-E8B107A2B0DB}"/>
              </a:ext>
            </a:extLst>
          </p:cNvPr>
          <p:cNvSpPr/>
          <p:nvPr/>
        </p:nvSpPr>
        <p:spPr>
          <a:xfrm>
            <a:off x="5722915" y="3021011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875CF9-EBF0-0D60-AA26-7C900DD60792}"/>
              </a:ext>
            </a:extLst>
          </p:cNvPr>
          <p:cNvSpPr txBox="1"/>
          <p:nvPr/>
        </p:nvSpPr>
        <p:spPr>
          <a:xfrm>
            <a:off x="5872772" y="3195594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8640FEB4-C9EC-BA6C-2213-ABEFE23A5A56}"/>
              </a:ext>
            </a:extLst>
          </p:cNvPr>
          <p:cNvSpPr/>
          <p:nvPr/>
        </p:nvSpPr>
        <p:spPr>
          <a:xfrm>
            <a:off x="5722915" y="3863763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CE392A-6F3B-52E5-D1F5-5109767860C5}"/>
              </a:ext>
            </a:extLst>
          </p:cNvPr>
          <p:cNvSpPr txBox="1"/>
          <p:nvPr/>
        </p:nvSpPr>
        <p:spPr>
          <a:xfrm>
            <a:off x="5872772" y="4038346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7112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E9EB-49C8-F461-D68C-B45EE7E6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1876-6DCA-7D35-64BF-2CF14FFC3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78AD78-D488-D0B3-465C-238AC9C48FEA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96A62-4F41-6865-2A85-BD07D8F6F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7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E8577-1832-979F-CBD8-F65EC0A9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71E6E8-6B39-4C08-FAB1-16824F7237CE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enikkulla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sarvasvavum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daivathin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danamennorthedum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kudumbavum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sevichedum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yahenna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daivathe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innum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ennum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6112F00-9188-CB37-11B7-B928EEB3E1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C549F-42F4-D79D-917D-892188243945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എനിക്കുള്ള സർവ്വസ്വവും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ദൈവത്തിൻ ദാനമെന്നോർത്തീടും ഞാൻ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കുടുംബവും സേവിച്ചീടും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യാഹെന്ന ദൈവത്തെ ഇന്നുമെന്നും</a:t>
            </a:r>
            <a:endParaRPr lang="en-US" sz="200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6029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3462-D9D4-17FC-1973-D1CD6D43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C6A2-F32E-98EC-2440-D0CB685D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187226-7424-04D5-A897-5244E7D451AE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2790F-1F65-70FE-7CC7-4BE9186008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8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90291-F530-F323-1F8E-349CE770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B2B3EC-6CA3-3462-941D-379465F8B1F5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ennil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niyukthamaam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daivayishtam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aaraanjarinju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jeevichidum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sathya-dharmma-neethi-maargam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nithyavum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pinthudarum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8866CEE-333E-5D6C-BFB9-C39380F8A0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973CA-E963-5B26-5B5C-C4F98C2BCC64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എന്നിൽ നിയുക്തമാം ദൈവയിഷ്ടം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ആരാഞ്ഞറിഞ്ഞു ഞാൻ ജീവിച്ചിടും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സത്യ-ധർമ്മ-നീതി-മാർഗ്ഗം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നിത്യവും പിന്തുടരും</a:t>
            </a:r>
            <a:endParaRPr lang="en-US" sz="2000">
              <a:ea typeface="Calibri"/>
              <a:cs typeface="Segoe UI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67888D23-2EB0-C225-7FEC-EE237D15E0C7}"/>
              </a:ext>
            </a:extLst>
          </p:cNvPr>
          <p:cNvSpPr/>
          <p:nvPr/>
        </p:nvSpPr>
        <p:spPr>
          <a:xfrm>
            <a:off x="5816141" y="811713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5B9727-D42E-1CCB-A01F-B35E094786EB}"/>
              </a:ext>
            </a:extLst>
          </p:cNvPr>
          <p:cNvSpPr txBox="1"/>
          <p:nvPr/>
        </p:nvSpPr>
        <p:spPr>
          <a:xfrm>
            <a:off x="5965998" y="986296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A5DB081-2A02-D0E8-029A-2A15A44C6C27}"/>
              </a:ext>
            </a:extLst>
          </p:cNvPr>
          <p:cNvSpPr/>
          <p:nvPr/>
        </p:nvSpPr>
        <p:spPr>
          <a:xfrm>
            <a:off x="5816163" y="1673519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8C0C7-8FE6-5DB3-7A0D-931672141AF1}"/>
              </a:ext>
            </a:extLst>
          </p:cNvPr>
          <p:cNvSpPr txBox="1"/>
          <p:nvPr/>
        </p:nvSpPr>
        <p:spPr>
          <a:xfrm>
            <a:off x="5966020" y="1848102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24FFB4D-47DB-B6B5-FA2C-487A2B8A5995}"/>
              </a:ext>
            </a:extLst>
          </p:cNvPr>
          <p:cNvSpPr/>
          <p:nvPr/>
        </p:nvSpPr>
        <p:spPr>
          <a:xfrm>
            <a:off x="5054141" y="3048436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17BF0-27BA-01F5-2E1C-3CC776FC9C1A}"/>
              </a:ext>
            </a:extLst>
          </p:cNvPr>
          <p:cNvSpPr txBox="1"/>
          <p:nvPr/>
        </p:nvSpPr>
        <p:spPr>
          <a:xfrm>
            <a:off x="5203998" y="3223019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CDD0346-C1CE-7A4D-27E0-425B86831483}"/>
              </a:ext>
            </a:extLst>
          </p:cNvPr>
          <p:cNvSpPr/>
          <p:nvPr/>
        </p:nvSpPr>
        <p:spPr>
          <a:xfrm>
            <a:off x="5054141" y="3954874"/>
            <a:ext cx="186452" cy="73721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FFE317-479E-B473-1718-5D42FB3FCAE7}"/>
              </a:ext>
            </a:extLst>
          </p:cNvPr>
          <p:cNvSpPr txBox="1"/>
          <p:nvPr/>
        </p:nvSpPr>
        <p:spPr>
          <a:xfrm>
            <a:off x="5203998" y="4129457"/>
            <a:ext cx="23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4574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75EDF-2635-9BAB-96B3-BE5124FE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3F14C-A4D3-93F0-05E4-AEBA5AA4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</a:t>
            </a:r>
            <a:r>
              <a:rPr lang="en-US" sz="2800" err="1">
                <a:latin typeface="Segoe UI"/>
                <a:cs typeface="Segoe UI"/>
              </a:rPr>
              <a:t>njaanum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enikkulla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AE1C6-F5AC-7598-CF78-DA7A35F2D5E3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BD20F-631C-BD75-D751-7B3948BE2F3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9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F70CF-0056-B57F-EFA8-A81A30B4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332A95-CA3D-5219-825E-64E21A653FD1}"/>
              </a:ext>
            </a:extLst>
          </p:cNvPr>
          <p:cNvSpPr txBox="1"/>
          <p:nvPr/>
        </p:nvSpPr>
        <p:spPr>
          <a:xfrm>
            <a:off x="103889" y="632443"/>
            <a:ext cx="58987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enikkulla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sarvasvavum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daivathin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danamennorthedum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njaanum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kudumbavum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sevichedum</a:t>
            </a:r>
            <a:endParaRPr lang="en-SG" sz="2800">
              <a:ea typeface="Calibri"/>
              <a:cs typeface="Calibri"/>
            </a:endParaRPr>
          </a:p>
          <a:p>
            <a:r>
              <a:rPr lang="en-SG" sz="2800" err="1">
                <a:ea typeface="Calibri"/>
                <a:cs typeface="Calibri"/>
              </a:rPr>
              <a:t>yahenna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daivathe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innum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ennum</a:t>
            </a:r>
            <a:endParaRPr lang="en-US" sz="2800"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36CC8F4-79BB-A1A2-2640-5E705626032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7959F-1DA7-E2ED-BABE-FF7C59260532}"/>
              </a:ext>
            </a:extLst>
          </p:cNvPr>
          <p:cNvSpPr txBox="1"/>
          <p:nvPr/>
        </p:nvSpPr>
        <p:spPr>
          <a:xfrm>
            <a:off x="103888" y="2879212"/>
            <a:ext cx="5898748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എനിക്കുള്ള സർവ്വസ്വവും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ദൈവത്തിൻ ദാനമെന്നോർത്തീടും ഞാൻ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ഞാനും കുടുംബവും സേവിച്ചീടും</a:t>
            </a:r>
          </a:p>
          <a:p>
            <a:pPr>
              <a:lnSpc>
                <a:spcPct val="150000"/>
              </a:lnSpc>
            </a:pPr>
            <a:r>
              <a:rPr lang="ml-IN" sz="2000">
                <a:ea typeface="Calibri"/>
                <a:cs typeface="Calibri"/>
              </a:rPr>
              <a:t>യാഹെന്ന ദൈവത്തെ ഇന്നുമെന്നും</a:t>
            </a:r>
            <a:endParaRPr lang="en-US" sz="2000">
              <a:ea typeface="Calibri"/>
              <a:cs typeface="Segoe UI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1B43DDE4-2543-BE6F-CB47-3C62D77A39C1}"/>
              </a:ext>
            </a:extLst>
          </p:cNvPr>
          <p:cNvSpPr/>
          <p:nvPr/>
        </p:nvSpPr>
        <p:spPr>
          <a:xfrm>
            <a:off x="5882673" y="749508"/>
            <a:ext cx="307298" cy="155901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C4C171-A83B-4A24-70D4-E852CDDBA883}"/>
              </a:ext>
            </a:extLst>
          </p:cNvPr>
          <p:cNvSpPr txBox="1"/>
          <p:nvPr/>
        </p:nvSpPr>
        <p:spPr>
          <a:xfrm>
            <a:off x="6108535" y="1344350"/>
            <a:ext cx="26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C99A1E97-1D49-8BD4-0054-024499A91FB0}"/>
              </a:ext>
            </a:extLst>
          </p:cNvPr>
          <p:cNvSpPr/>
          <p:nvPr/>
        </p:nvSpPr>
        <p:spPr>
          <a:xfrm>
            <a:off x="5499587" y="3060034"/>
            <a:ext cx="307298" cy="155901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34375F-687D-746A-8B48-1DB10C9296CB}"/>
              </a:ext>
            </a:extLst>
          </p:cNvPr>
          <p:cNvSpPr txBox="1"/>
          <p:nvPr/>
        </p:nvSpPr>
        <p:spPr>
          <a:xfrm>
            <a:off x="5725449" y="3654876"/>
            <a:ext cx="26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40285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Confession –</a:t>
            </a:r>
            <a:r>
              <a:rPr lang="en-GB" sz="2800">
                <a:latin typeface="Segoe UI"/>
                <a:cs typeface="Segoe UI"/>
              </a:rPr>
              <a:t> </a:t>
            </a:r>
            <a:r>
              <a:rPr lang="en-US" sz="2800">
                <a:latin typeface="Segoe UI"/>
                <a:cs typeface="Segoe UI"/>
              </a:rPr>
              <a:t>Father of heaven, whose love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751B8-1522-B4B4-3170-CBBEEEDF2680}"/>
              </a:ext>
            </a:extLst>
          </p:cNvPr>
          <p:cNvSpPr txBox="1"/>
          <p:nvPr/>
        </p:nvSpPr>
        <p:spPr>
          <a:xfrm>
            <a:off x="-4187" y="1607243"/>
            <a:ext cx="8952685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SG" sz="2800">
                <a:latin typeface="Segoe UI"/>
                <a:cs typeface="Calibri"/>
              </a:rPr>
              <a:t>Father of heaven whose love profound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a ransom for our souls hath found,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before Thy throne we sinners bend;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to us Thy pardoning love extend.</a:t>
            </a:r>
            <a:endParaRPr lang="en-US" sz="280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0471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Our Father of heaven, whose love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Father of heaven, whose love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B43F6-8489-9A55-95F5-8F690487996E}"/>
              </a:ext>
            </a:extLst>
          </p:cNvPr>
          <p:cNvSpPr txBox="1"/>
          <p:nvPr/>
        </p:nvSpPr>
        <p:spPr>
          <a:xfrm>
            <a:off x="0" y="815690"/>
            <a:ext cx="895268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Father of heaven, whose love profound</a:t>
            </a:r>
            <a:br>
              <a:rPr lang="en-SG" sz="2800" dirty="0">
                <a:latin typeface="Segoe UI"/>
                <a:cs typeface="Segoe UI"/>
              </a:rPr>
            </a:br>
            <a:r>
              <a:rPr lang="en-SG" sz="2800" dirty="0">
                <a:latin typeface="Segoe UI"/>
                <a:cs typeface="Calibri"/>
              </a:rPr>
              <a:t>A ransom for our souls hath found,</a:t>
            </a:r>
            <a:br>
              <a:rPr lang="en-SG" sz="2800" dirty="0">
                <a:latin typeface="Segoe UI"/>
                <a:cs typeface="Calibri" panose="020F0502020204030204" pitchFamily="34" charset="0"/>
              </a:rPr>
            </a:br>
            <a:r>
              <a:rPr lang="en-SG" sz="2800" dirty="0">
                <a:latin typeface="Segoe UI"/>
                <a:cs typeface="Calibri"/>
              </a:rPr>
              <a:t>Before Thy throne we sinners bend;</a:t>
            </a:r>
            <a:br>
              <a:rPr lang="en-SG" sz="2800" dirty="0">
                <a:latin typeface="Segoe UI"/>
                <a:cs typeface="Calibri" panose="020F0502020204030204" pitchFamily="34" charset="0"/>
              </a:rPr>
            </a:br>
            <a:r>
              <a:rPr lang="en-SG" sz="2800" dirty="0">
                <a:latin typeface="Segoe UI"/>
                <a:cs typeface="Calibri"/>
              </a:rPr>
              <a:t>To us Thy pardoning love extend.</a:t>
            </a:r>
            <a:endParaRPr lang="en-US" dirty="0"/>
          </a:p>
          <a:p>
            <a:pPr lvl="1"/>
            <a:endParaRPr lang="en-SG" sz="2800" dirty="0">
              <a:solidFill>
                <a:srgbClr val="C00000"/>
              </a:solidFill>
              <a:latin typeface="Segoe UI"/>
              <a:ea typeface="Calibri"/>
              <a:cs typeface="Calibri" panose="020F0502020204030204" pitchFamily="34" charset="0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Almighty Son, Incarnate Word,</a:t>
            </a:r>
            <a:br>
              <a:rPr lang="en-SG" sz="2800" dirty="0">
                <a:latin typeface="Segoe UI"/>
                <a:cs typeface="Calibri" panose="020F0502020204030204" pitchFamily="34" charset="0"/>
              </a:rPr>
            </a:br>
            <a:r>
              <a:rPr lang="en-SG" sz="2800" dirty="0">
                <a:latin typeface="Segoe UI"/>
                <a:cs typeface="Calibri"/>
              </a:rPr>
              <a:t>Our Prophet, Priest, Redeemer, Lord,</a:t>
            </a:r>
            <a:br>
              <a:rPr lang="en-SG" sz="2800" dirty="0">
                <a:latin typeface="Segoe UI"/>
                <a:cs typeface="Calibri" panose="020F0502020204030204" pitchFamily="34" charset="0"/>
              </a:rPr>
            </a:br>
            <a:r>
              <a:rPr lang="en-SG" sz="2800" dirty="0">
                <a:latin typeface="Segoe UI"/>
                <a:cs typeface="Calibri"/>
              </a:rPr>
              <a:t>Before Thy throne we sinners bend;</a:t>
            </a:r>
            <a:br>
              <a:rPr lang="en-SG" sz="2800" dirty="0">
                <a:latin typeface="Segoe UI"/>
                <a:cs typeface="Calibri" panose="020F0502020204030204" pitchFamily="34" charset="0"/>
              </a:rPr>
            </a:br>
            <a:r>
              <a:rPr lang="en-SG" sz="2800" dirty="0">
                <a:latin typeface="Segoe UI"/>
                <a:cs typeface="Calibri"/>
              </a:rPr>
              <a:t>To us Thy saving grace extend.</a:t>
            </a:r>
            <a:endParaRPr lang="en-US" sz="2800" dirty="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5407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3A1C-EC09-7B4D-01C3-853300B9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A9FE-B82A-077E-F078-799DC8AA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Father of heaven, whose love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03524A8-75F8-D3F1-6299-55527DCE27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BCDD6-DBDA-C260-8681-D37B5B65817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2087A-097B-D792-6CBF-CF4CA49E5081}"/>
              </a:ext>
            </a:extLst>
          </p:cNvPr>
          <p:cNvSpPr txBox="1"/>
          <p:nvPr/>
        </p:nvSpPr>
        <p:spPr>
          <a:xfrm>
            <a:off x="0" y="815690"/>
            <a:ext cx="895268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Segoe UI"/>
                <a:cs typeface="Calibri"/>
              </a:rPr>
              <a:t>Eternal Spirit, by whose breath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The soul is raised from sin and death,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Before Thy throne we sinners bend;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To us Thy quickening power extend.</a:t>
            </a:r>
            <a:br>
              <a:rPr lang="en-SG" sz="2800"/>
            </a:br>
            <a:endParaRPr lang="en-SG" sz="2800">
              <a:solidFill>
                <a:srgbClr val="C00000"/>
              </a:solidFill>
              <a:latin typeface="Segoe UI"/>
              <a:ea typeface="Calibri"/>
              <a:cs typeface="Calibri" panose="020F0502020204030204" pitchFamily="34" charset="0"/>
            </a:endParaRPr>
          </a:p>
          <a:p>
            <a:pPr lvl="1"/>
            <a:r>
              <a:rPr lang="en-SG" sz="2800">
                <a:latin typeface="Segoe UI"/>
                <a:cs typeface="Calibri"/>
              </a:rPr>
              <a:t>Thrice Holy! Father, Spirit, Son,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Mysterious Godhead, Three in One,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Before Thy throne we sinners bend;</a:t>
            </a:r>
            <a:br>
              <a:rPr lang="en-SG" sz="2800">
                <a:latin typeface="Segoe UI"/>
                <a:cs typeface="Calibri" panose="020F0502020204030204" pitchFamily="34" charset="0"/>
              </a:rPr>
            </a:br>
            <a:r>
              <a:rPr lang="en-SG" sz="2800">
                <a:latin typeface="Segoe UI"/>
                <a:cs typeface="Calibri"/>
              </a:rPr>
              <a:t>Grace, pardon, life, to us extend.</a:t>
            </a:r>
            <a:endParaRPr lang="en-US" sz="280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3354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Happy our home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35EF-0DB9-3E17-08E3-C1945BA5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AD01-0F67-C3AF-1AAF-11248472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Happy our home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7E6C-ACB6-46BC-999B-EC799FF242D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DB4F-C217-2890-DB3F-D9D8888A471B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Happy our home when God is there,</a:t>
            </a:r>
            <a:br>
              <a:rPr lang="en-SG" sz="2800"/>
            </a:br>
            <a:r>
              <a:rPr lang="en-SG" sz="2800"/>
              <a:t>Binding our hearts in love,</a:t>
            </a:r>
            <a:br>
              <a:rPr lang="en-SG" sz="2800"/>
            </a:br>
            <a:r>
              <a:rPr lang="en-SG" sz="2800"/>
              <a:t>Blessing each day with moments shared,</a:t>
            </a:r>
            <a:endParaRPr lang="en-US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r>
              <a:rPr lang="en-SG" sz="2800"/>
              <a:t>Drawing our </a:t>
            </a:r>
            <a:r>
              <a:rPr lang="en-SG" sz="2800" err="1"/>
              <a:t>tho'ts</a:t>
            </a:r>
            <a:r>
              <a:rPr lang="en-SG" sz="2800"/>
              <a:t> above.</a:t>
            </a:r>
            <a:endParaRPr lang="en-US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endParaRPr lang="en-SG" sz="2800"/>
          </a:p>
          <a:p>
            <a:r>
              <a:rPr lang="en-SG" sz="2800"/>
              <a:t>Happy our home when daily prayer</a:t>
            </a:r>
            <a:endParaRPr lang="en-US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r>
              <a:rPr lang="en-SG" sz="2800"/>
              <a:t>Bears every daily need;</a:t>
            </a:r>
          </a:p>
          <a:p>
            <a:r>
              <a:rPr lang="en-SG" sz="280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When parents share God's Holy Word</a:t>
            </a:r>
          </a:p>
          <a:p>
            <a:r>
              <a:rPr lang="en-SG" sz="280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And daily let Him lead.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FE5602B-6E2D-A173-4DF8-9982BC2DDA0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341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6C90-4FB5-DA03-BAED-642E0F4A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B8FB-33CC-192C-0E3F-B44D08D1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Happy our home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5B0F4-A96F-FD69-7F62-3D2793B3EA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2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23F9C-1A18-B8E3-DB18-2B075ECA628F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Happy our home when children praise,</a:t>
            </a:r>
            <a:endParaRPr lang="en-SG" sz="2800">
              <a:cs typeface="Segoe UI"/>
            </a:endParaRPr>
          </a:p>
          <a:p>
            <a:r>
              <a:rPr lang="en-SG" sz="2800">
                <a:cs typeface="Segoe UI"/>
              </a:rPr>
              <a:t>Lifting our Saviour's name;</a:t>
            </a:r>
          </a:p>
          <a:p>
            <a:r>
              <a:rPr lang="en-SG" sz="2800">
                <a:cs typeface="Segoe UI"/>
              </a:rPr>
              <a:t>When parents speak and show His love,</a:t>
            </a:r>
          </a:p>
          <a:p>
            <a:r>
              <a:rPr lang="en-SG" sz="2800">
                <a:cs typeface="Segoe UI"/>
              </a:rPr>
              <a:t>Faithful each day the same.</a:t>
            </a:r>
          </a:p>
          <a:p>
            <a:endParaRPr lang="en-SG" sz="2800">
              <a:cs typeface="Segoe UI"/>
            </a:endParaRPr>
          </a:p>
          <a:p>
            <a:r>
              <a:rPr lang="en-SG" sz="2800">
                <a:cs typeface="Segoe UI"/>
              </a:rPr>
              <a:t>Father of all, our God of Peace,</a:t>
            </a:r>
          </a:p>
          <a:p>
            <a:r>
              <a:rPr lang="en-SG" sz="2800">
                <a:cs typeface="Segoe UI"/>
              </a:rPr>
              <a:t>We look to You alone;</a:t>
            </a:r>
          </a:p>
          <a:p>
            <a:r>
              <a:rPr lang="en-SG" sz="2800">
                <a:cs typeface="Segoe UI"/>
              </a:rPr>
              <a:t>Come with Your precious gift of love</a:t>
            </a:r>
          </a:p>
          <a:p>
            <a:r>
              <a:rPr lang="en-SG" sz="2800">
                <a:cs typeface="Segoe UI"/>
              </a:rPr>
              <a:t>And make our house Your home.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CA468C7-C896-1A70-8CCB-F4D018686B4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026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A Christian home (36)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A Christian home (36)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133854" y="1069823"/>
            <a:ext cx="8867917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Segoe UI"/>
                <a:ea typeface="Calibri"/>
                <a:cs typeface="Poppins"/>
              </a:rPr>
              <a:t>O give us homes built firm upon the Savior,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Where Christ is Head and </a:t>
            </a:r>
            <a:r>
              <a:rPr lang="en-SG" sz="2800" err="1">
                <a:latin typeface="Segoe UI"/>
                <a:ea typeface="Calibri"/>
                <a:cs typeface="Poppins"/>
              </a:rPr>
              <a:t>Counselor</a:t>
            </a:r>
            <a:r>
              <a:rPr lang="en-SG" sz="2800">
                <a:latin typeface="Segoe UI"/>
                <a:ea typeface="Calibri"/>
                <a:cs typeface="Poppins"/>
              </a:rPr>
              <a:t> and Guide;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Where every child is taught His love and </a:t>
            </a:r>
            <a:r>
              <a:rPr lang="en-SG" sz="2800" err="1">
                <a:latin typeface="Segoe UI"/>
                <a:ea typeface="Calibri"/>
                <a:cs typeface="Poppins"/>
              </a:rPr>
              <a:t>favor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And gives his heart to Christ the Crucified: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How sweet to know that though his footsteps waver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His faithful Lord is walking by his side.</a:t>
            </a:r>
            <a:endParaRPr lang="en-US" sz="2800">
              <a:latin typeface="Segoe UI"/>
            </a:endParaRPr>
          </a:p>
          <a:p>
            <a:pPr lvl="1" algn="just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E0A1-FB9D-3DE7-0515-FF46D0D5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3F90-9FC7-E0D5-647F-2B99F591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A Christian home (36)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3CB589-E976-68B7-A9A1-EA3079BF7E5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BADD7-5F47-DD22-8E3A-B76DD11E543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8CD47-125C-DFC4-3409-3D053915A710}"/>
              </a:ext>
            </a:extLst>
          </p:cNvPr>
          <p:cNvSpPr txBox="1"/>
          <p:nvPr/>
        </p:nvSpPr>
        <p:spPr>
          <a:xfrm>
            <a:off x="3479" y="926581"/>
            <a:ext cx="8835721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Segoe UI"/>
                <a:ea typeface="Calibri"/>
                <a:cs typeface="Poppins"/>
              </a:rPr>
              <a:t>O give us homes with godly fathers, mothers,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Who always place their hope and trust in Him;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Whose tender patience turmoil never bothers,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Whose calm and courage trouble cannot dim;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A home where each finds joy in serving others,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And love still shines </a:t>
            </a:r>
            <a:r>
              <a:rPr lang="en-SG" sz="2800" err="1">
                <a:latin typeface="Segoe UI"/>
                <a:ea typeface="Calibri"/>
                <a:cs typeface="Poppins"/>
              </a:rPr>
              <a:t>though</a:t>
            </a:r>
            <a:r>
              <a:rPr lang="en-SG" sz="2800">
                <a:latin typeface="Segoe UI"/>
                <a:ea typeface="Calibri"/>
                <a:cs typeface="Poppins"/>
              </a:rPr>
              <a:t> days be dark and grim.</a:t>
            </a:r>
            <a:endParaRPr lang="en-SG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20830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6911-BA82-C2B4-0807-85839384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49AF-8E44-DF0F-796D-36A172E3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A Christian home (36)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2F9C4E0-5FF5-E20B-7B09-738C065790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B6664-90F4-5F19-2D82-393D336819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AF72BB-021A-3394-7719-374EB85FE164}"/>
              </a:ext>
            </a:extLst>
          </p:cNvPr>
          <p:cNvSpPr txBox="1"/>
          <p:nvPr/>
        </p:nvSpPr>
        <p:spPr>
          <a:xfrm>
            <a:off x="133854" y="1069823"/>
            <a:ext cx="886791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Segoe UI"/>
                <a:ea typeface="Calibri"/>
                <a:cs typeface="Poppins"/>
              </a:rPr>
              <a:t>O Lord our God our homes are Thine forever!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We trust to Thee their problems toil and care;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Their bonds of love no enemy can sever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If Thou art always Lord and Master there: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Be Thou the </a:t>
            </a:r>
            <a:r>
              <a:rPr lang="en-SG" sz="2800" err="1">
                <a:latin typeface="Segoe UI"/>
                <a:ea typeface="Calibri"/>
                <a:cs typeface="Poppins"/>
              </a:rPr>
              <a:t>center</a:t>
            </a:r>
            <a:r>
              <a:rPr lang="en-SG" sz="2800">
                <a:latin typeface="Segoe UI"/>
                <a:ea typeface="Calibri"/>
                <a:cs typeface="Poppins"/>
              </a:rPr>
              <a:t> of our least </a:t>
            </a:r>
            <a:r>
              <a:rPr lang="en-SG" sz="2800" err="1">
                <a:latin typeface="Segoe UI"/>
                <a:ea typeface="Calibri"/>
                <a:cs typeface="Poppins"/>
              </a:rPr>
              <a:t>endeavor</a:t>
            </a:r>
            <a:r>
              <a:rPr lang="en-SG" sz="2800">
                <a:latin typeface="Segoe UI"/>
                <a:ea typeface="Calibri"/>
                <a:cs typeface="Poppins"/>
              </a:rPr>
              <a:t>-</a:t>
            </a:r>
            <a:br>
              <a:rPr lang="en-SG" sz="2800">
                <a:latin typeface="Segoe UI"/>
                <a:ea typeface="Calibri"/>
                <a:cs typeface="Poppins"/>
              </a:rPr>
            </a:br>
            <a:r>
              <a:rPr lang="en-SG" sz="2800">
                <a:latin typeface="Segoe UI"/>
                <a:ea typeface="Calibri"/>
                <a:cs typeface="Poppins"/>
              </a:rPr>
              <a:t>Be Thou our Guest, our hearts and homes to share.</a:t>
            </a:r>
            <a:endParaRPr lang="en-US" sz="280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7999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871</a:t>
            </a: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6538-2193-203C-1006-1BFF110F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612B-A594-12F8-D0DE-02BAD7B7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871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7C4C4A2-538B-C72C-322C-0EB07080128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CA52F-E805-177A-10C6-B25370B5B58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26F53A-89BF-B3BA-92F4-448C237AB852}"/>
              </a:ext>
            </a:extLst>
          </p:cNvPr>
          <p:cNvSpPr txBox="1"/>
          <p:nvPr/>
        </p:nvSpPr>
        <p:spPr>
          <a:xfrm>
            <a:off x="133854" y="758096"/>
            <a:ext cx="886791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I’ve found a Friend, O such a Friend!</a:t>
            </a:r>
            <a:br>
              <a:rPr lang="en-SG" sz="2800">
                <a:latin typeface="Segoe UI"/>
                <a:ea typeface="Calibri"/>
                <a:cs typeface="Segoe UI"/>
              </a:rPr>
            </a:br>
            <a:r>
              <a:rPr lang="en-SG" sz="2800">
                <a:latin typeface="Segoe UI"/>
                <a:ea typeface="Calibri"/>
                <a:cs typeface="Segoe UI"/>
              </a:rPr>
              <a:t>He loved me ere I knew Him;</a:t>
            </a:r>
            <a:br>
              <a:rPr lang="en-SG" sz="2800">
                <a:latin typeface="Segoe UI"/>
                <a:ea typeface="Calibri"/>
                <a:cs typeface="Segoe UI"/>
              </a:rPr>
            </a:br>
            <a:r>
              <a:rPr lang="en-SG" sz="2800">
                <a:latin typeface="Segoe UI"/>
                <a:ea typeface="Calibri"/>
                <a:cs typeface="Segoe UI"/>
              </a:rPr>
              <a:t>He drew me with the cords of love,</a:t>
            </a:r>
            <a:br>
              <a:rPr lang="en-SG" sz="2800">
                <a:latin typeface="Segoe UI"/>
                <a:ea typeface="Calibri"/>
                <a:cs typeface="Segoe UI"/>
              </a:rPr>
            </a:br>
            <a:r>
              <a:rPr lang="en-SG" sz="2800">
                <a:latin typeface="Segoe UI"/>
                <a:ea typeface="Calibri"/>
                <a:cs typeface="Segoe UI"/>
              </a:rPr>
              <a:t>And thus He bound me to Him;</a:t>
            </a:r>
            <a:br>
              <a:rPr lang="en-SG" sz="2800">
                <a:latin typeface="Segoe UI"/>
                <a:ea typeface="Calibri"/>
                <a:cs typeface="Segoe UI"/>
              </a:rPr>
            </a:br>
            <a:r>
              <a:rPr lang="en-SG" sz="2800">
                <a:latin typeface="Segoe UI"/>
                <a:ea typeface="Calibri"/>
                <a:cs typeface="Segoe UI"/>
              </a:rPr>
              <a:t>And round my heart still closely twine</a:t>
            </a:r>
            <a:br>
              <a:rPr lang="en-SG" sz="2800">
                <a:latin typeface="Segoe UI"/>
                <a:ea typeface="Calibri"/>
                <a:cs typeface="Segoe UI"/>
              </a:rPr>
            </a:br>
            <a:r>
              <a:rPr lang="en-SG" sz="2800">
                <a:latin typeface="Segoe UI"/>
                <a:ea typeface="Calibri"/>
                <a:cs typeface="Segoe UI"/>
              </a:rPr>
              <a:t>Those ties which naught can sever,</a:t>
            </a:r>
            <a:br>
              <a:rPr lang="en-SG" sz="2800">
                <a:latin typeface="Segoe UI"/>
                <a:ea typeface="Calibri"/>
                <a:cs typeface="Segoe UI"/>
              </a:rPr>
            </a:br>
            <a:r>
              <a:rPr lang="en-SG" sz="2800">
                <a:latin typeface="Segoe UI"/>
                <a:ea typeface="Calibri"/>
                <a:cs typeface="Segoe UI"/>
              </a:rPr>
              <a:t>For I am His, and He is mine,</a:t>
            </a:r>
            <a:br>
              <a:rPr lang="en-SG" sz="2800">
                <a:latin typeface="Segoe UI"/>
                <a:ea typeface="Calibri"/>
                <a:cs typeface="Segoe UI"/>
              </a:rPr>
            </a:br>
            <a:r>
              <a:rPr lang="en-SG" sz="2800">
                <a:latin typeface="Segoe UI"/>
                <a:ea typeface="Calibri"/>
                <a:cs typeface="Segoe UI"/>
              </a:rPr>
              <a:t>Forever and forever.</a:t>
            </a:r>
          </a:p>
        </p:txBody>
      </p:sp>
    </p:spTree>
    <p:extLst>
      <p:ext uri="{BB962C8B-B14F-4D97-AF65-F5344CB8AC3E}">
        <p14:creationId xmlns:p14="http://schemas.microsoft.com/office/powerpoint/2010/main" val="3589558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3774-446A-10DB-1FE9-0D9A8CDE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016E-DBD6-1D76-25B7-ACF46417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871</a:t>
            </a: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A18A2D-B6CC-BF39-EBB3-14E0A43FCB6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A88EC-A7CD-CCF1-77FE-786B656A6D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6024A-2E5B-FB81-D3CF-B8F3AF5BC532}"/>
              </a:ext>
            </a:extLst>
          </p:cNvPr>
          <p:cNvSpPr txBox="1"/>
          <p:nvPr/>
        </p:nvSpPr>
        <p:spPr>
          <a:xfrm>
            <a:off x="133854" y="758096"/>
            <a:ext cx="886791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ea typeface="+mn-lt"/>
                <a:cs typeface="+mn-lt"/>
              </a:rPr>
              <a:t>I’ve found a Friend, O such a Friend!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He bled, He died to save me;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And not alone the gift of life,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But His own self He gave me.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Naught that I have mine own I call,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I’ll hold it for the 'Giver;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My heart, my strength, my life, my all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Are His, and His forever!</a:t>
            </a:r>
            <a:endParaRPr lang="en-US" sz="2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7554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0EF8D-8F34-C863-BDBF-4F6B63B7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F4BB8-80B2-506F-B724-A6A7C24E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871</a:t>
            </a: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ECCE30-D1B1-B684-62A3-1F24DF365FC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9B0AA-934F-5A0E-437E-B2B4EF2C68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80DB10-CBA6-B3E4-BFBC-0EE0D8E037F3}"/>
              </a:ext>
            </a:extLst>
          </p:cNvPr>
          <p:cNvSpPr txBox="1"/>
          <p:nvPr/>
        </p:nvSpPr>
        <p:spPr>
          <a:xfrm>
            <a:off x="133854" y="758096"/>
            <a:ext cx="886791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 I’ve found a Friend, O such a Friend!</a:t>
            </a:r>
            <a:endParaRPr lang="en-SG">
              <a:ea typeface="+mn-lt"/>
              <a:cs typeface="+mn-lt"/>
            </a:endParaRPr>
          </a:p>
          <a:p>
            <a:r>
              <a:rPr lang="en-SG" sz="2800">
                <a:ea typeface="+mn-lt"/>
                <a:cs typeface="+mn-lt"/>
              </a:rPr>
              <a:t>  All power to Him is given,</a:t>
            </a:r>
            <a:endParaRPr lang="en-SG">
              <a:cs typeface="Segoe UI"/>
            </a:endParaRPr>
          </a:p>
          <a:p>
            <a:pPr lvl="1"/>
            <a:r>
              <a:rPr lang="en-SG" sz="2800">
                <a:ea typeface="+mn-lt"/>
                <a:cs typeface="+mn-lt"/>
              </a:rPr>
              <a:t>To guard me on my onward course, </a:t>
            </a:r>
            <a:endParaRPr lang="en-SG">
              <a:ea typeface="+mn-lt"/>
              <a:cs typeface="+mn-lt"/>
            </a:endParaRPr>
          </a:p>
          <a:p>
            <a:pPr lvl="1"/>
            <a:r>
              <a:rPr lang="en-SG" sz="2800">
                <a:ea typeface="+mn-lt"/>
                <a:cs typeface="+mn-lt"/>
              </a:rPr>
              <a:t>And bring me safe to heaven.</a:t>
            </a:r>
            <a:endParaRPr lang="en-SG">
              <a:ea typeface="+mn-lt"/>
              <a:cs typeface="+mn-lt"/>
            </a:endParaRPr>
          </a:p>
          <a:p>
            <a:pPr lvl="1"/>
            <a:r>
              <a:rPr lang="en-SG" sz="2800">
                <a:ea typeface="+mn-lt"/>
                <a:cs typeface="+mn-lt"/>
              </a:rPr>
              <a:t>Th' eternal glories gleam afar,</a:t>
            </a:r>
            <a:endParaRPr lang="en-SG">
              <a:ea typeface="+mn-lt"/>
              <a:cs typeface="+mn-lt"/>
            </a:endParaRPr>
          </a:p>
          <a:p>
            <a:pPr lvl="1"/>
            <a:r>
              <a:rPr lang="en-SG" sz="2800">
                <a:ea typeface="+mn-lt"/>
                <a:cs typeface="+mn-lt"/>
              </a:rPr>
              <a:t>To nerve my faith endeavour:</a:t>
            </a:r>
            <a:endParaRPr lang="en-SG"/>
          </a:p>
          <a:p>
            <a:pPr lvl="1"/>
            <a:r>
              <a:rPr lang="en-SG" sz="2800">
                <a:ea typeface="+mn-lt"/>
                <a:cs typeface="+mn-lt"/>
              </a:rPr>
              <a:t>So now to watch ! to work ! to war ! 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SG" sz="2800">
                <a:ea typeface="+mn-lt"/>
                <a:cs typeface="+mn-lt"/>
              </a:rPr>
              <a:t>And then—to rest for ever !</a:t>
            </a:r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412725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48DB1-3818-138A-3987-B34F0ED6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6A9C-7C06-7038-23DC-ED0906DA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871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FA09B5B-ABA8-F074-1597-A68FEA24FBE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65711-1FA9-2EF0-0B25-6677593210D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9A63F-FC1D-EB11-9B5B-E52BC5C408F7}"/>
              </a:ext>
            </a:extLst>
          </p:cNvPr>
          <p:cNvSpPr txBox="1"/>
          <p:nvPr/>
        </p:nvSpPr>
        <p:spPr>
          <a:xfrm>
            <a:off x="133854" y="758096"/>
            <a:ext cx="886791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ea typeface="+mn-lt"/>
                <a:cs typeface="+mn-lt"/>
              </a:rPr>
              <a:t>I’ve found a Friend, O such a Friend!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So kind and true and tender,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So wise a counsellor and guide,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So mighty a defender!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From Him who loves me now so well,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What power my soul shall sever?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Shall life? or death? or earth? or hell?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No! I am His for ever!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65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576A-D2A0-70A5-3A2D-231C067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0A0C-E1B2-3785-248C-2073783901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30B16E4-B295-3651-0DA7-60F0F214E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7F290-1656-7542-9578-98FD23DC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698</a:t>
            </a:r>
          </a:p>
        </p:txBody>
      </p:sp>
    </p:spTree>
    <p:extLst>
      <p:ext uri="{BB962C8B-B14F-4D97-AF65-F5344CB8AC3E}">
        <p14:creationId xmlns:p14="http://schemas.microsoft.com/office/powerpoint/2010/main" val="3482069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2E80-3995-639C-80FF-1C63114B0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ED30-ACAA-F7C6-8874-283582DD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>
                <a:solidFill>
                  <a:srgbClr val="FFFFFF"/>
                </a:solidFill>
                <a:latin typeface="Segoe UI"/>
                <a:cs typeface="Segoe UI"/>
              </a:rPr>
              <a:t>Hymn </a:t>
            </a:r>
            <a:r>
              <a:rPr lang="en-US" sz="2800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698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5982D-2B1A-1EB9-536D-C1B85A80C24C}"/>
              </a:ext>
            </a:extLst>
          </p:cNvPr>
          <p:cNvSpPr txBox="1"/>
          <p:nvPr/>
        </p:nvSpPr>
        <p:spPr>
          <a:xfrm>
            <a:off x="473437" y="897266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Yield not to temptation,</a:t>
            </a:r>
          </a:p>
          <a:p>
            <a:r>
              <a:rPr lang="en-US" sz="2800"/>
              <a:t>For yielding is sin,</a:t>
            </a:r>
          </a:p>
          <a:p>
            <a:r>
              <a:rPr lang="en-US" sz="2800"/>
              <a:t>Each </a:t>
            </a:r>
            <a:r>
              <a:rPr lang="en-US" sz="2800" err="1"/>
              <a:t>vict’ry</a:t>
            </a:r>
            <a:r>
              <a:rPr lang="en-US" sz="2800"/>
              <a:t> will help you</a:t>
            </a:r>
          </a:p>
          <a:p>
            <a:r>
              <a:rPr lang="en-US" sz="2800"/>
              <a:t>Some other to win;</a:t>
            </a:r>
          </a:p>
          <a:p>
            <a:r>
              <a:rPr lang="en-US" sz="2800"/>
              <a:t>Fight manfully onward,</a:t>
            </a:r>
          </a:p>
          <a:p>
            <a:r>
              <a:rPr lang="en-US" sz="2800"/>
              <a:t>Dark passions subdue,</a:t>
            </a:r>
          </a:p>
          <a:p>
            <a:r>
              <a:rPr lang="en-US" sz="2800"/>
              <a:t>Look ever to Jesus,</a:t>
            </a:r>
          </a:p>
          <a:p>
            <a:r>
              <a:rPr lang="en-US" sz="2800"/>
              <a:t>He’ll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68FE4-8555-F217-D48B-C7E38BAA90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5089D-D533-451E-8F83-FB61E90F27AD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1 of 6</a:t>
            </a:r>
          </a:p>
        </p:txBody>
      </p:sp>
    </p:spTree>
    <p:extLst>
      <p:ext uri="{BB962C8B-B14F-4D97-AF65-F5344CB8AC3E}">
        <p14:creationId xmlns:p14="http://schemas.microsoft.com/office/powerpoint/2010/main" val="2993599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1818-2F6F-F756-E6C0-4C6B1ABC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4772-4302-7339-6580-CF6B552B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>
                <a:solidFill>
                  <a:srgbClr val="FFFFFF"/>
                </a:solidFill>
                <a:latin typeface="Segoe UI"/>
                <a:cs typeface="Segoe UI"/>
              </a:rPr>
              <a:t>Hymn </a:t>
            </a:r>
            <a:r>
              <a:rPr lang="en-US" sz="2800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698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42B303-AFA4-94F4-F871-5A8EC581D16A}"/>
              </a:ext>
            </a:extLst>
          </p:cNvPr>
          <p:cNvSpPr txBox="1"/>
          <p:nvPr/>
        </p:nvSpPr>
        <p:spPr>
          <a:xfrm>
            <a:off x="738613" y="773496"/>
            <a:ext cx="7915835" cy="40453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/>
            </a:br>
            <a:r>
              <a:rPr lang="en-US" sz="2800" i="1">
                <a:solidFill>
                  <a:srgbClr val="FF0000"/>
                </a:solidFill>
              </a:rPr>
              <a:t>Ask the Saviour to help you, </a:t>
            </a:r>
            <a:endParaRPr lang="en-US" sz="2800" i="1">
              <a:solidFill>
                <a:srgbClr val="FF0000"/>
              </a:solidFill>
              <a:cs typeface="Segoe UI"/>
            </a:endParaRP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Comfort, strengthen, and keep you;</a:t>
            </a:r>
            <a:endParaRPr lang="en-US" sz="2800" i="1">
              <a:solidFill>
                <a:srgbClr val="FF0000"/>
              </a:solidFill>
              <a:cs typeface="Segoe UI"/>
            </a:endParaRP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is willing to aid you, </a:t>
            </a:r>
            <a:endParaRPr lang="en-US" sz="2800" i="1">
              <a:solidFill>
                <a:srgbClr val="FF0000"/>
              </a:solidFill>
              <a:cs typeface="Segoe UI"/>
            </a:endParaRP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will carry you through.</a:t>
            </a:r>
            <a:endParaRPr lang="en-US" sz="2800" i="1">
              <a:solidFill>
                <a:srgbClr val="FF0000"/>
              </a:solidFill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05701-78C9-9F48-BCC6-0DF7984A03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D2EA0-16C6-3069-3F70-FCDF667B5B51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2 of 6</a:t>
            </a:r>
          </a:p>
        </p:txBody>
      </p:sp>
    </p:spTree>
    <p:extLst>
      <p:ext uri="{BB962C8B-B14F-4D97-AF65-F5344CB8AC3E}">
        <p14:creationId xmlns:p14="http://schemas.microsoft.com/office/powerpoint/2010/main" val="1889716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5CEE-3E19-D80C-E67C-465A267F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5E2C-0656-A15E-1CD7-FFC829E3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>
                <a:solidFill>
                  <a:srgbClr val="FFFFFF"/>
                </a:solidFill>
                <a:latin typeface="Segoe UI"/>
                <a:cs typeface="Segoe UI"/>
              </a:rPr>
              <a:t>Hymn </a:t>
            </a:r>
            <a:r>
              <a:rPr lang="en-US" sz="2800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698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7AE41-9889-C155-EAC2-C509E4ECB572}"/>
              </a:ext>
            </a:extLst>
          </p:cNvPr>
          <p:cNvSpPr txBox="1"/>
          <p:nvPr/>
        </p:nvSpPr>
        <p:spPr>
          <a:xfrm>
            <a:off x="464293" y="930613"/>
            <a:ext cx="7915835" cy="40453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r>
              <a:rPr lang="en-US" sz="2800"/>
              <a:t>Shun evil companions,</a:t>
            </a:r>
          </a:p>
          <a:p>
            <a:r>
              <a:rPr lang="en-US" sz="2800"/>
              <a:t>Bad language disdain,</a:t>
            </a:r>
            <a:endParaRPr lang="en-US" sz="2800">
              <a:cs typeface="Segoe UI"/>
            </a:endParaRPr>
          </a:p>
          <a:p>
            <a:r>
              <a:rPr lang="en-US" sz="2800"/>
              <a:t>God’s name hold in </a:t>
            </a:r>
            <a:r>
              <a:rPr lang="en-US" sz="2800" err="1"/>
              <a:t>rev’rence</a:t>
            </a:r>
            <a:r>
              <a:rPr lang="en-US" sz="2800"/>
              <a:t>, </a:t>
            </a:r>
            <a:endParaRPr lang="en-US" sz="2800">
              <a:cs typeface="Segoe UI"/>
            </a:endParaRPr>
          </a:p>
          <a:p>
            <a:r>
              <a:rPr lang="en-US" sz="2800"/>
              <a:t>Nor take it in vain;</a:t>
            </a:r>
            <a:endParaRPr lang="en-US" sz="2800">
              <a:cs typeface="Segoe UI"/>
            </a:endParaRPr>
          </a:p>
          <a:p>
            <a:r>
              <a:rPr lang="en-US" sz="2800"/>
              <a:t>Be thoughtful and earnest,</a:t>
            </a:r>
            <a:endParaRPr lang="en-US" sz="2800">
              <a:cs typeface="Segoe UI"/>
            </a:endParaRPr>
          </a:p>
          <a:p>
            <a:r>
              <a:rPr lang="en-US" sz="2800"/>
              <a:t>Kindhearted and true;</a:t>
            </a:r>
            <a:endParaRPr lang="en-US" sz="2800">
              <a:cs typeface="Segoe UI"/>
            </a:endParaRPr>
          </a:p>
          <a:p>
            <a:r>
              <a:rPr lang="en-US" sz="2800"/>
              <a:t>Look ever to Jesus,</a:t>
            </a:r>
            <a:endParaRPr lang="en-US" sz="2800">
              <a:cs typeface="Segoe UI"/>
            </a:endParaRPr>
          </a:p>
          <a:p>
            <a:r>
              <a:rPr lang="en-US" sz="2800"/>
              <a:t>He’ll carry you through.</a:t>
            </a:r>
            <a:endParaRPr lang="en-US" sz="2800"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DF4B4-2646-E1C3-BA15-C8CFE8BC6AF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A1D76-D064-FE31-62CC-ECA20AABFA4A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3 of 6</a:t>
            </a:r>
          </a:p>
        </p:txBody>
      </p:sp>
    </p:spTree>
    <p:extLst>
      <p:ext uri="{BB962C8B-B14F-4D97-AF65-F5344CB8AC3E}">
        <p14:creationId xmlns:p14="http://schemas.microsoft.com/office/powerpoint/2010/main" val="1963966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4C68-98D1-A8E2-0609-BD0940CF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0551-CBF6-13A7-6F18-D6DB2CDD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>
                <a:solidFill>
                  <a:srgbClr val="FFFFFF"/>
                </a:solidFill>
                <a:latin typeface="Segoe UI"/>
                <a:cs typeface="Segoe UI"/>
              </a:rPr>
              <a:t>Hymn </a:t>
            </a:r>
            <a:r>
              <a:rPr lang="en-US" sz="2800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698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FE2CC-2F8A-D5DD-2331-F245D2422FDB}"/>
              </a:ext>
            </a:extLst>
          </p:cNvPr>
          <p:cNvSpPr txBox="1"/>
          <p:nvPr/>
        </p:nvSpPr>
        <p:spPr>
          <a:xfrm>
            <a:off x="802621" y="782640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Ask the Saviour to help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Comfort, strengthen, and keep you;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is willing to aid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will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0158-40E1-F558-D01D-9F86F5AD360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82E29-81A9-E49E-FCA4-54E210B11B64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4 of 6</a:t>
            </a:r>
          </a:p>
        </p:txBody>
      </p:sp>
    </p:spTree>
    <p:extLst>
      <p:ext uri="{BB962C8B-B14F-4D97-AF65-F5344CB8AC3E}">
        <p14:creationId xmlns:p14="http://schemas.microsoft.com/office/powerpoint/2010/main" val="30667928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287AC-0677-EFAE-1BA0-CF4187B6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3ADB-165A-7635-C8B1-482DA562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>
                <a:solidFill>
                  <a:srgbClr val="FFFFFF"/>
                </a:solidFill>
                <a:latin typeface="Segoe UI"/>
                <a:cs typeface="Segoe UI"/>
              </a:rPr>
              <a:t>Hymn </a:t>
            </a:r>
            <a:r>
              <a:rPr lang="en-US" sz="2800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698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F4B6C-F992-259E-0502-CE7F90CC001F}"/>
              </a:ext>
            </a:extLst>
          </p:cNvPr>
          <p:cNvSpPr txBox="1"/>
          <p:nvPr/>
        </p:nvSpPr>
        <p:spPr>
          <a:xfrm>
            <a:off x="427717" y="906410"/>
            <a:ext cx="7915835" cy="40453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r>
              <a:rPr lang="en-US" sz="2800"/>
              <a:t>To him that </a:t>
            </a:r>
            <a:r>
              <a:rPr lang="en-US" sz="2800" err="1"/>
              <a:t>o’ercometh</a:t>
            </a:r>
            <a:endParaRPr lang="en-US" sz="2800" err="1">
              <a:cs typeface="Segoe UI"/>
            </a:endParaRPr>
          </a:p>
          <a:p>
            <a:r>
              <a:rPr lang="en-US" sz="2800"/>
              <a:t>God giveth a crown;</a:t>
            </a:r>
            <a:endParaRPr lang="en-US" sz="2800">
              <a:cs typeface="Segoe UI"/>
            </a:endParaRPr>
          </a:p>
          <a:p>
            <a:r>
              <a:rPr lang="en-US" sz="2800"/>
              <a:t>Through faith we shall conquer,</a:t>
            </a:r>
            <a:endParaRPr lang="en-US" sz="2800">
              <a:cs typeface="Segoe UI"/>
            </a:endParaRPr>
          </a:p>
          <a:p>
            <a:r>
              <a:rPr lang="en-US" sz="2800"/>
              <a:t>Though often cast down;</a:t>
            </a:r>
            <a:endParaRPr lang="en-US" sz="2800">
              <a:cs typeface="Segoe UI"/>
            </a:endParaRPr>
          </a:p>
          <a:p>
            <a:r>
              <a:rPr lang="en-US" sz="2800"/>
              <a:t>He who is our Saviour</a:t>
            </a:r>
            <a:endParaRPr lang="en-US" sz="2800">
              <a:cs typeface="Segoe UI"/>
            </a:endParaRPr>
          </a:p>
          <a:p>
            <a:r>
              <a:rPr lang="en-US" sz="2800"/>
              <a:t>Our strength will renew;</a:t>
            </a:r>
            <a:endParaRPr lang="en-US" sz="2800">
              <a:cs typeface="Segoe UI"/>
            </a:endParaRPr>
          </a:p>
          <a:p>
            <a:r>
              <a:rPr lang="en-US" sz="2800"/>
              <a:t>Look ever to Jesus,</a:t>
            </a:r>
            <a:endParaRPr lang="en-US" sz="2800">
              <a:cs typeface="Segoe UI"/>
            </a:endParaRPr>
          </a:p>
          <a:p>
            <a:r>
              <a:rPr lang="en-US" sz="2800"/>
              <a:t>He’ll carry you through.</a:t>
            </a:r>
            <a:endParaRPr lang="en-US" sz="2800"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057DE-DFF9-1FB0-7887-F9EACD62DA2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CA4A5-33E4-9E5D-F102-02A0941BB595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5 of 6</a:t>
            </a:r>
          </a:p>
        </p:txBody>
      </p:sp>
    </p:spTree>
    <p:extLst>
      <p:ext uri="{BB962C8B-B14F-4D97-AF65-F5344CB8AC3E}">
        <p14:creationId xmlns:p14="http://schemas.microsoft.com/office/powerpoint/2010/main" val="345843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8390-001A-4644-7F2C-B4F216628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8F07-45A5-3681-C2FB-C9465E481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>
                <a:solidFill>
                  <a:srgbClr val="FFFFFF"/>
                </a:solidFill>
                <a:latin typeface="Segoe UI"/>
                <a:cs typeface="Segoe UI"/>
              </a:rPr>
              <a:t>Hymn </a:t>
            </a:r>
            <a:r>
              <a:rPr lang="en-US" sz="2800" b="1" i="0" u="none" strike="noStrike">
                <a:solidFill>
                  <a:srgbClr val="FFFFFF"/>
                </a:solidFill>
                <a:effectLst/>
                <a:latin typeface="Segoe UI"/>
                <a:cs typeface="Segoe UI"/>
              </a:rPr>
              <a:t>698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0C9AA-7806-F10D-2CDB-3ABBF01D09DA}"/>
              </a:ext>
            </a:extLst>
          </p:cNvPr>
          <p:cNvSpPr txBox="1"/>
          <p:nvPr/>
        </p:nvSpPr>
        <p:spPr>
          <a:xfrm>
            <a:off x="747757" y="764352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Ask the Saviour to help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Comfort, strengthen, and keep you;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is willing to aid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will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8997F-8A71-9DEC-7120-C1E85A37851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2A3AB-857B-EAED-02C9-2AABD1B8EF1E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6 of 6</a:t>
            </a:r>
          </a:p>
        </p:txBody>
      </p:sp>
    </p:spTree>
    <p:extLst>
      <p:ext uri="{BB962C8B-B14F-4D97-AF65-F5344CB8AC3E}">
        <p14:creationId xmlns:p14="http://schemas.microsoft.com/office/powerpoint/2010/main" val="39559841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C1D2-E36A-8C7D-9EC1-160BB260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EFD5-3276-0B3C-EDC8-3A10E9B0F15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212E8C0-6CD2-2308-2F9C-A575F51C6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5408C03-D8F4-99B9-0ED5-F1CE6F0D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SG" sz="2800">
                <a:latin typeface="Segoe UI"/>
                <a:cs typeface="Segoe UI"/>
              </a:rPr>
              <a:t>Lavish love, abundant beauty</a:t>
            </a:r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486782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9A6B-6F44-556C-94A7-9573D717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538E-B8A4-AADC-69C7-1022BC60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SG" sz="2800">
                <a:latin typeface="Segoe UI"/>
                <a:cs typeface="Segoe UI"/>
              </a:rPr>
              <a:t>Lavish love, abundant beauty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0D15C55-30E6-A6A5-52F4-B08F759506F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38069-2E47-793B-348C-2A5C4698583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C79F8-5379-E644-6BEE-5C89383BB88B}"/>
              </a:ext>
            </a:extLst>
          </p:cNvPr>
          <p:cNvSpPr txBox="1"/>
          <p:nvPr/>
        </p:nvSpPr>
        <p:spPr>
          <a:xfrm>
            <a:off x="133854" y="758096"/>
            <a:ext cx="8867917" cy="71096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ea typeface="+mn-lt"/>
                <a:cs typeface="+mn-lt"/>
              </a:rPr>
              <a:t>Lavish love, abundant beauty,</a:t>
            </a:r>
            <a:endParaRPr lang="en-US"/>
          </a:p>
          <a:p>
            <a:pPr lvl="1" algn="just"/>
            <a:r>
              <a:rPr lang="en-SG" sz="2800">
                <a:ea typeface="+mn-lt"/>
                <a:cs typeface="+mn-lt"/>
              </a:rPr>
              <a:t>Gracious gifts for heart and hand,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Life that fills the soul and senses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All burst forth at Your command.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Lord, our Lord, Eternal Father,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Great Creator, God and Friend,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Boundless </a:t>
            </a:r>
            <a:r>
              <a:rPr lang="en-SG" sz="2800" err="1">
                <a:ea typeface="+mn-lt"/>
                <a:cs typeface="+mn-lt"/>
              </a:rPr>
              <a:t>pow'r</a:t>
            </a:r>
            <a:r>
              <a:rPr lang="en-SG" sz="2800">
                <a:ea typeface="+mn-lt"/>
                <a:cs typeface="+mn-lt"/>
              </a:rPr>
              <a:t> gave full expression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To Your love which knows no end.</a:t>
            </a:r>
            <a:endParaRPr lang="en-SG"/>
          </a:p>
          <a:p>
            <a:pPr lvl="1" algn="just"/>
            <a:endParaRPr lang="en-SG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940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97102-E6F2-9714-F53C-C16D3484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F781-0D19-EC9C-D22B-2E02B5E1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SG" sz="2800">
                <a:latin typeface="Segoe UI"/>
                <a:cs typeface="Segoe UI"/>
              </a:rPr>
              <a:t>Lavish love, abundant beauty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9A3C883-F64D-4B37-CC31-41D9A05703D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72E40-E1D2-8E60-00B9-2F359FC290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E5E0E-54BF-0419-DBF7-65B7F6357A82}"/>
              </a:ext>
            </a:extLst>
          </p:cNvPr>
          <p:cNvSpPr txBox="1"/>
          <p:nvPr/>
        </p:nvSpPr>
        <p:spPr>
          <a:xfrm>
            <a:off x="133854" y="758096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Who am I that You should love me, 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Meet my every need from birth?</a:t>
            </a:r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Why invest Yourself so fully </a:t>
            </a:r>
          </a:p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In a creature made of earth?</a:t>
            </a:r>
          </a:p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In Your loving heart You planned me, </a:t>
            </a:r>
          </a:p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Fashioned me with greatest care;</a:t>
            </a:r>
          </a:p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Through my soul You breathed Your Spirit, </a:t>
            </a:r>
          </a:p>
          <a:p>
            <a:pPr lvl="1"/>
            <a:r>
              <a:rPr lang="en-SG" sz="2800">
                <a:latin typeface="Segoe UI"/>
                <a:ea typeface="Calibri"/>
                <a:cs typeface="Segoe UI"/>
              </a:rPr>
              <a:t>Planted Your own image there.</a:t>
            </a:r>
          </a:p>
          <a:p>
            <a:pPr lvl="1" algn="just"/>
            <a:endParaRPr lang="en-SG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3044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DE7B-4909-9B54-8B74-C704DDC9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6FC0-E785-5B19-E52C-550E5045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SG" sz="2800">
                <a:latin typeface="Segoe UI"/>
                <a:cs typeface="Segoe UI"/>
              </a:rPr>
              <a:t>Lavish love, abundant beauty</a:t>
            </a:r>
            <a:endParaRPr lang="en-US" sz="2800" b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28A790E-15D4-F2E9-D9CF-08E98E192A2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C2A21-C412-FFE6-E800-B06DA96E5AE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A9617A-8E0A-C1B8-622E-2C73F3589460}"/>
              </a:ext>
            </a:extLst>
          </p:cNvPr>
          <p:cNvSpPr txBox="1"/>
          <p:nvPr/>
        </p:nvSpPr>
        <p:spPr>
          <a:xfrm>
            <a:off x="133854" y="758096"/>
            <a:ext cx="8867917" cy="66787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ea typeface="+mn-lt"/>
                <a:cs typeface="+mn-lt"/>
              </a:rPr>
              <a:t>I am Yours, Eternal Father,</a:t>
            </a:r>
            <a:endParaRPr lang="en-US"/>
          </a:p>
          <a:p>
            <a:pPr lvl="1" algn="just"/>
            <a:r>
              <a:rPr lang="en-SG" sz="2800">
                <a:ea typeface="+mn-lt"/>
                <a:cs typeface="+mn-lt"/>
              </a:rPr>
              <a:t>All my body, mind and heart.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Take and use me to Your glory,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Form Yourself in </a:t>
            </a:r>
            <a:r>
              <a:rPr lang="en-SG" sz="2800" err="1">
                <a:ea typeface="+mn-lt"/>
                <a:cs typeface="+mn-lt"/>
              </a:rPr>
              <a:t>ev'ry</a:t>
            </a:r>
            <a:r>
              <a:rPr lang="en-SG" sz="2800">
                <a:ea typeface="+mn-lt"/>
                <a:cs typeface="+mn-lt"/>
              </a:rPr>
              <a:t> part.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Lord, Your love brings joy and gladness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Flowing forth within my soul.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May my very breath and being</a:t>
            </a:r>
            <a:endParaRPr lang="en-SG"/>
          </a:p>
          <a:p>
            <a:pPr lvl="1" algn="just"/>
            <a:r>
              <a:rPr lang="en-SG" sz="2800">
                <a:ea typeface="+mn-lt"/>
                <a:cs typeface="+mn-lt"/>
              </a:rPr>
              <a:t>Rise to You, their source and goal.</a:t>
            </a:r>
            <a:endParaRPr lang="en-SG"/>
          </a:p>
          <a:p>
            <a:pPr lvl="1" algn="just"/>
            <a:endParaRPr lang="en-SG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9803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6DF2-9E5C-B0C0-AC01-11D60952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452E-6C64-618B-4ABC-4A72E8CA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Closing Hymn- When God is in the family</a:t>
            </a: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A5CB266-B211-C26F-C9FD-14970C15979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9CFBF-A8BE-0101-62C0-E6E9DB1F63E8}"/>
              </a:ext>
            </a:extLst>
          </p:cNvPr>
          <p:cNvSpPr txBox="1"/>
          <p:nvPr/>
        </p:nvSpPr>
        <p:spPr>
          <a:xfrm>
            <a:off x="7023370" y="4786008"/>
            <a:ext cx="212063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Closing: 1 of 2</a:t>
            </a:r>
          </a:p>
          <a:p>
            <a:pPr algn="r"/>
            <a:endParaRPr lang="en-US" sz="1400"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88F0E-E74F-F00D-1D62-25AA28CCC614}"/>
              </a:ext>
            </a:extLst>
          </p:cNvPr>
          <p:cNvSpPr txBox="1"/>
          <p:nvPr/>
        </p:nvSpPr>
        <p:spPr>
          <a:xfrm>
            <a:off x="178288" y="927621"/>
            <a:ext cx="8779606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>
                <a:latin typeface="Segoe UI"/>
                <a:ea typeface="Calibri"/>
                <a:cs typeface="Segoe UI"/>
              </a:rPr>
              <a:t>When God is in the family, love is always there. </a:t>
            </a:r>
          </a:p>
          <a:p>
            <a:r>
              <a:rPr lang="en-SG" sz="2600">
                <a:latin typeface="Segoe UI"/>
                <a:ea typeface="Calibri"/>
                <a:cs typeface="Segoe UI"/>
              </a:rPr>
              <a:t>When God is in the family, we’re closer together.</a:t>
            </a:r>
          </a:p>
          <a:p>
            <a:r>
              <a:rPr lang="en-SG" sz="2600">
                <a:latin typeface="Segoe UI"/>
                <a:ea typeface="Calibri"/>
                <a:cs typeface="Segoe UI"/>
              </a:rPr>
              <a:t>When God is in the family, blessings are found everywhere.</a:t>
            </a:r>
          </a:p>
          <a:p>
            <a:r>
              <a:rPr lang="en-SG" sz="2600">
                <a:latin typeface="Segoe UI"/>
                <a:ea typeface="Calibri"/>
                <a:cs typeface="Segoe UI"/>
              </a:rPr>
              <a:t>When God is in the family, everything is there.</a:t>
            </a:r>
          </a:p>
          <a:p>
            <a:endParaRPr lang="en-SG" sz="2600">
              <a:latin typeface="Segoe UI"/>
              <a:ea typeface="Calibri"/>
              <a:cs typeface="Segoe UI"/>
            </a:endParaRPr>
          </a:p>
          <a:p>
            <a:r>
              <a:rPr lang="en-SG" sz="2600">
                <a:latin typeface="Segoe UI"/>
                <a:ea typeface="Calibri"/>
                <a:cs typeface="Segoe UI"/>
              </a:rPr>
              <a:t>So let Him now come in my friend,</a:t>
            </a:r>
          </a:p>
          <a:p>
            <a:r>
              <a:rPr lang="en-SG" sz="2600">
                <a:latin typeface="Segoe UI"/>
                <a:ea typeface="Calibri"/>
                <a:cs typeface="Segoe UI"/>
              </a:rPr>
              <a:t>Through the door He’s always knocking;</a:t>
            </a:r>
          </a:p>
          <a:p>
            <a:r>
              <a:rPr lang="en-SG" sz="2600">
                <a:latin typeface="Segoe UI"/>
                <a:ea typeface="Calibri"/>
                <a:cs typeface="Segoe UI"/>
              </a:rPr>
              <a:t>And bring with Him His gifts of love and His life eternal.</a:t>
            </a:r>
          </a:p>
        </p:txBody>
      </p:sp>
    </p:spTree>
    <p:extLst>
      <p:ext uri="{BB962C8B-B14F-4D97-AF65-F5344CB8AC3E}">
        <p14:creationId xmlns:p14="http://schemas.microsoft.com/office/powerpoint/2010/main" val="36392094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25B33-7FE9-8568-B12E-BBD1A02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9DE5-A2A6-5990-74E7-F6F7053A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Closing Hymn- When God is in the family</a:t>
            </a: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A7F340A-6CBE-B6CF-51BE-8E48FB01360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07CA2-F8E3-7D6E-04AC-4BD073474FE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Closing: 2 of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09871-7E16-CBF9-E9A3-9E6AA50BA5C6}"/>
              </a:ext>
            </a:extLst>
          </p:cNvPr>
          <p:cNvSpPr txBox="1"/>
          <p:nvPr/>
        </p:nvSpPr>
        <p:spPr>
          <a:xfrm>
            <a:off x="178288" y="927621"/>
            <a:ext cx="8779606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>
                <a:latin typeface="Segoe UI"/>
                <a:ea typeface="Calibri"/>
                <a:cs typeface="Segoe UI"/>
              </a:rPr>
              <a:t>When God is in the family, love is always there. </a:t>
            </a:r>
          </a:p>
          <a:p>
            <a:r>
              <a:rPr lang="en-SG" sz="2600">
                <a:latin typeface="Segoe UI"/>
                <a:ea typeface="Calibri"/>
                <a:cs typeface="Segoe UI"/>
              </a:rPr>
              <a:t>When God is in the family, we’re closer together.</a:t>
            </a:r>
          </a:p>
          <a:p>
            <a:r>
              <a:rPr lang="en-SG" sz="2600">
                <a:latin typeface="Segoe UI"/>
                <a:ea typeface="Calibri"/>
                <a:cs typeface="Segoe UI"/>
              </a:rPr>
              <a:t>When God is in the family, blessings are found everywhere.</a:t>
            </a:r>
          </a:p>
          <a:p>
            <a:r>
              <a:rPr lang="en-SG" sz="2600">
                <a:latin typeface="Segoe UI"/>
                <a:ea typeface="Calibri"/>
                <a:cs typeface="Segoe UI"/>
              </a:rPr>
              <a:t>When God is in the family, everything is there.</a:t>
            </a:r>
          </a:p>
        </p:txBody>
      </p:sp>
    </p:spTree>
    <p:extLst>
      <p:ext uri="{BB962C8B-B14F-4D97-AF65-F5344CB8AC3E}">
        <p14:creationId xmlns:p14="http://schemas.microsoft.com/office/powerpoint/2010/main" val="26710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49</Slides>
  <Notes>18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Now thank we all our God</vt:lpstr>
      <vt:lpstr>Opening Hymn – Now thank we all our God</vt:lpstr>
      <vt:lpstr>Opening Hymn – Now thank we all our God</vt:lpstr>
      <vt:lpstr>PowerPoint Presentation</vt:lpstr>
      <vt:lpstr>Thanksgiving – Lavish love, abundant beauty v2 </vt:lpstr>
      <vt:lpstr>PowerPoint Presentation</vt:lpstr>
      <vt:lpstr>Offertory – njaanum enikkulla</vt:lpstr>
      <vt:lpstr>Offertory – njaanum enikkulla</vt:lpstr>
      <vt:lpstr>Offertory – njaanum enikkulla</vt:lpstr>
      <vt:lpstr>Offertory – njaanum enikkulla</vt:lpstr>
      <vt:lpstr>Offertory – njaanum enikkulla</vt:lpstr>
      <vt:lpstr>Offertory – njaanum enikkulla</vt:lpstr>
      <vt:lpstr>Offertory – njaanum enikkulla</vt:lpstr>
      <vt:lpstr>Offertory – njaanum enikkulla</vt:lpstr>
      <vt:lpstr>Offertory – njaanum enikkulla</vt:lpstr>
      <vt:lpstr>PowerPoint Presentation</vt:lpstr>
      <vt:lpstr>PowerPoint Presentation</vt:lpstr>
      <vt:lpstr>Confession – Father of heaven, whose love</vt:lpstr>
      <vt:lpstr>Holy Communion – Our Father of heaven, whose love</vt:lpstr>
      <vt:lpstr>Holy Communion – Father of heaven, whose love</vt:lpstr>
      <vt:lpstr>Holy Communion – Father of heaven, whose love</vt:lpstr>
      <vt:lpstr>Holy Communion – Happy our home</vt:lpstr>
      <vt:lpstr>Holy Communion – Happy our home</vt:lpstr>
      <vt:lpstr>Holy Communion – Happy our home</vt:lpstr>
      <vt:lpstr>Holy Communion – A Christian home (36)</vt:lpstr>
      <vt:lpstr>Holy Communion – A Christian home (36)</vt:lpstr>
      <vt:lpstr>Holy Communion – A Christian home (36)</vt:lpstr>
      <vt:lpstr>Holy Communion – A Christian home (36)</vt:lpstr>
      <vt:lpstr>Holy Communion – Hymn 871</vt:lpstr>
      <vt:lpstr>Holy Communion – Hymn 871</vt:lpstr>
      <vt:lpstr>Holy Communion – Hymn 871</vt:lpstr>
      <vt:lpstr>Holy Communion – Hymn 871</vt:lpstr>
      <vt:lpstr>Holy Communion – Hymn 871</vt:lpstr>
      <vt:lpstr>Holy Communion – Hymn 698</vt:lpstr>
      <vt:lpstr>Holy Communion – Hymn 698</vt:lpstr>
      <vt:lpstr>Holy Communion – Hymn 698</vt:lpstr>
      <vt:lpstr>Holy Communion – Hymn 698</vt:lpstr>
      <vt:lpstr>Holy Communion – Hymn 698</vt:lpstr>
      <vt:lpstr>Holy Communion – Hymn 698</vt:lpstr>
      <vt:lpstr>Holy Communion – Hymn 698</vt:lpstr>
      <vt:lpstr>Holy Communion – Lavish love, abundant beauty</vt:lpstr>
      <vt:lpstr>Holy Communion – Lavish love, abundant beauty</vt:lpstr>
      <vt:lpstr>Holy Communion – Lavish love, abundant beauty</vt:lpstr>
      <vt:lpstr>Holy Communion – Lavish love, abundant beauty</vt:lpstr>
      <vt:lpstr>PowerPoint Presentation</vt:lpstr>
      <vt:lpstr>Closing Hymn- When God is in the family</vt:lpstr>
      <vt:lpstr>Closing Hymn- When God is in the family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Cynthia George</cp:lastModifiedBy>
  <cp:revision>1</cp:revision>
  <dcterms:created xsi:type="dcterms:W3CDTF">2020-09-02T02:55:07Z</dcterms:created>
  <dcterms:modified xsi:type="dcterms:W3CDTF">2025-10-25T06:15:23Z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