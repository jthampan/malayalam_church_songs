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73"/>
  </p:notesMasterIdLst>
  <p:sldIdLst>
    <p:sldId id="1727" r:id="rId7"/>
    <p:sldId id="813" r:id="rId8"/>
    <p:sldId id="1390" r:id="rId9"/>
    <p:sldId id="1723" r:id="rId10"/>
    <p:sldId id="1724" r:id="rId11"/>
    <p:sldId id="1725" r:id="rId12"/>
    <p:sldId id="1298" r:id="rId13"/>
    <p:sldId id="821" r:id="rId14"/>
    <p:sldId id="851" r:id="rId15"/>
    <p:sldId id="1726" r:id="rId16"/>
    <p:sldId id="1318" r:id="rId17"/>
    <p:sldId id="822" r:id="rId18"/>
    <p:sldId id="1700" r:id="rId19"/>
    <p:sldId id="1701" r:id="rId20"/>
    <p:sldId id="1702" r:id="rId21"/>
    <p:sldId id="1703" r:id="rId22"/>
    <p:sldId id="1704" r:id="rId23"/>
    <p:sldId id="1324" r:id="rId24"/>
    <p:sldId id="823" r:id="rId25"/>
    <p:sldId id="824" r:id="rId26"/>
    <p:sldId id="1277" r:id="rId27"/>
    <p:sldId id="1733" r:id="rId28"/>
    <p:sldId id="1388" r:id="rId29"/>
    <p:sldId id="1396" r:id="rId30"/>
    <p:sldId id="1738" r:id="rId31"/>
    <p:sldId id="1740" r:id="rId32"/>
    <p:sldId id="1632" r:id="rId33"/>
    <p:sldId id="1739" r:id="rId34"/>
    <p:sldId id="1741" r:id="rId35"/>
    <p:sldId id="1735" r:id="rId36"/>
    <p:sldId id="1742" r:id="rId37"/>
    <p:sldId id="1743" r:id="rId38"/>
    <p:sldId id="1744" r:id="rId39"/>
    <p:sldId id="1734" r:id="rId40"/>
    <p:sldId id="1736" r:id="rId41"/>
    <p:sldId id="1737" r:id="rId42"/>
    <p:sldId id="1705" r:id="rId43"/>
    <p:sldId id="1728" r:id="rId44"/>
    <p:sldId id="1707" r:id="rId45"/>
    <p:sldId id="1729" r:id="rId46"/>
    <p:sldId id="1709" r:id="rId47"/>
    <p:sldId id="1730" r:id="rId48"/>
    <p:sldId id="949" r:id="rId49"/>
    <p:sldId id="1389" r:id="rId50"/>
    <p:sldId id="1656" r:id="rId51"/>
    <p:sldId id="1712" r:id="rId52"/>
    <p:sldId id="1713" r:id="rId53"/>
    <p:sldId id="1714" r:id="rId54"/>
    <p:sldId id="1715" r:id="rId55"/>
    <p:sldId id="1716" r:id="rId56"/>
    <p:sldId id="1745" r:id="rId57"/>
    <p:sldId id="1402" r:id="rId58"/>
    <p:sldId id="1403" r:id="rId59"/>
    <p:sldId id="1717" r:id="rId60"/>
    <p:sldId id="1718" r:id="rId61"/>
    <p:sldId id="1719" r:id="rId62"/>
    <p:sldId id="1407" r:id="rId63"/>
    <p:sldId id="1408" r:id="rId64"/>
    <p:sldId id="1720" r:id="rId65"/>
    <p:sldId id="1721" r:id="rId66"/>
    <p:sldId id="1722" r:id="rId67"/>
    <p:sldId id="1731" r:id="rId68"/>
    <p:sldId id="820" r:id="rId69"/>
    <p:sldId id="1201" r:id="rId70"/>
    <p:sldId id="1679" r:id="rId71"/>
    <p:sldId id="1732" r:id="rId7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721839-1383-F727-47CA-F9CB36CBC80D}" v="89" dt="2025-05-17T03:36:13.444"/>
    <p1510:client id="{1845B62E-0B9B-D2A8-82F3-ECF10D3A40DD}" v="116" dt="2025-05-17T04:33:41.690"/>
    <p1510:client id="{D2D10E91-B298-4998-AC5A-DC24ECFC07D2}" v="39" dt="2025-05-17T03:40:33.084"/>
    <p1510:client id="{F4033B01-F149-0768-5CE6-B3D8B9516DFC}" v="25" dt="2025-05-17T03:47:04.4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719"/>
  </p:normalViewPr>
  <p:slideViewPr>
    <p:cSldViewPr snapToGrid="0">
      <p:cViewPr varScale="1">
        <p:scale>
          <a:sx n="100" d="100"/>
          <a:sy n="100" d="100"/>
        </p:scale>
        <p:origin x="994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commentAuthors" Target="commentAuthors.xml"/><Relationship Id="rId79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theme" Target="theme/theme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microsoft.com/office/2015/10/relationships/revisionInfo" Target="revisionInfo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81" Type="http://schemas.microsoft.com/office/2018/10/relationships/authors" Target="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viewProps" Target="viewProps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min Elsa" userId="8f13a6be4da41318" providerId="LiveId" clId="{6BC6E7FC-3AFF-0741-A425-7E24CDD1FBFE}"/>
    <pc:docChg chg="modSld">
      <pc:chgData name="Rosmin Elsa" userId="8f13a6be4da41318" providerId="LiveId" clId="{6BC6E7FC-3AFF-0741-A425-7E24CDD1FBFE}" dt="2025-05-17T15:38:22.482" v="32" actId="20577"/>
      <pc:docMkLst>
        <pc:docMk/>
      </pc:docMkLst>
      <pc:sldChg chg="modSp">
        <pc:chgData name="Rosmin Elsa" userId="8f13a6be4da41318" providerId="LiveId" clId="{6BC6E7FC-3AFF-0741-A425-7E24CDD1FBFE}" dt="2025-05-17T02:58:32.264" v="25" actId="20577"/>
        <pc:sldMkLst>
          <pc:docMk/>
          <pc:sldMk cId="2771250690" sldId="851"/>
        </pc:sldMkLst>
        <pc:spChg chg="mod">
          <ac:chgData name="Rosmin Elsa" userId="8f13a6be4da41318" providerId="LiveId" clId="{6BC6E7FC-3AFF-0741-A425-7E24CDD1FBFE}" dt="2025-05-17T02:58:32.264" v="25" actId="20577"/>
          <ac:spMkLst>
            <pc:docMk/>
            <pc:sldMk cId="2771250690" sldId="851"/>
            <ac:spMk id="2" creationId="{00000000-0000-0000-0000-000000000000}"/>
          </ac:spMkLst>
        </pc:spChg>
      </pc:sldChg>
      <pc:sldChg chg="modSp">
        <pc:chgData name="Rosmin Elsa" userId="8f13a6be4da41318" providerId="LiveId" clId="{6BC6E7FC-3AFF-0741-A425-7E24CDD1FBFE}" dt="2025-05-17T15:38:11.766" v="29" actId="20577"/>
        <pc:sldMkLst>
          <pc:docMk/>
          <pc:sldMk cId="3559088401" sldId="1396"/>
        </pc:sldMkLst>
        <pc:spChg chg="mod">
          <ac:chgData name="Rosmin Elsa" userId="8f13a6be4da41318" providerId="LiveId" clId="{6BC6E7FC-3AFF-0741-A425-7E24CDD1FBFE}" dt="2025-05-17T15:38:11.766" v="29" actId="20577"/>
          <ac:spMkLst>
            <pc:docMk/>
            <pc:sldMk cId="3559088401" sldId="1396"/>
            <ac:spMk id="4" creationId="{E8314BAA-A1C4-D93D-26CE-AE47C64DB6AB}"/>
          </ac:spMkLst>
        </pc:spChg>
      </pc:sldChg>
      <pc:sldChg chg="modSp">
        <pc:chgData name="Rosmin Elsa" userId="8f13a6be4da41318" providerId="LiveId" clId="{6BC6E7FC-3AFF-0741-A425-7E24CDD1FBFE}" dt="2025-05-17T02:56:38.445" v="23" actId="20577"/>
        <pc:sldMkLst>
          <pc:docMk/>
          <pc:sldMk cId="403225044" sldId="1725"/>
        </pc:sldMkLst>
        <pc:spChg chg="mod">
          <ac:chgData name="Rosmin Elsa" userId="8f13a6be4da41318" providerId="LiveId" clId="{6BC6E7FC-3AFF-0741-A425-7E24CDD1FBFE}" dt="2025-05-17T02:56:38.445" v="23" actId="20577"/>
          <ac:spMkLst>
            <pc:docMk/>
            <pc:sldMk cId="403225044" sldId="1725"/>
            <ac:spMk id="7" creationId="{3EF6B2A2-7425-9534-DC58-4111B33006C2}"/>
          </ac:spMkLst>
        </pc:spChg>
      </pc:sldChg>
      <pc:sldChg chg="modSp">
        <pc:chgData name="Rosmin Elsa" userId="8f13a6be4da41318" providerId="LiveId" clId="{6BC6E7FC-3AFF-0741-A425-7E24CDD1FBFE}" dt="2025-05-17T02:53:42.497" v="7" actId="20577"/>
        <pc:sldMkLst>
          <pc:docMk/>
          <pc:sldMk cId="3123775276" sldId="1728"/>
        </pc:sldMkLst>
        <pc:spChg chg="mod">
          <ac:chgData name="Rosmin Elsa" userId="8f13a6be4da41318" providerId="LiveId" clId="{6BC6E7FC-3AFF-0741-A425-7E24CDD1FBFE}" dt="2025-05-17T02:53:42.497" v="7" actId="20577"/>
          <ac:spMkLst>
            <pc:docMk/>
            <pc:sldMk cId="3123775276" sldId="1728"/>
            <ac:spMk id="3" creationId="{0F24CE02-3FCB-B8BA-A918-3237FBAE504D}"/>
          </ac:spMkLst>
        </pc:spChg>
      </pc:sldChg>
      <pc:sldChg chg="modSp">
        <pc:chgData name="Rosmin Elsa" userId="8f13a6be4da41318" providerId="LiveId" clId="{6BC6E7FC-3AFF-0741-A425-7E24CDD1FBFE}" dt="2025-05-17T02:53:59.227" v="11" actId="20577"/>
        <pc:sldMkLst>
          <pc:docMk/>
          <pc:sldMk cId="782013717" sldId="1729"/>
        </pc:sldMkLst>
        <pc:spChg chg="mod">
          <ac:chgData name="Rosmin Elsa" userId="8f13a6be4da41318" providerId="LiveId" clId="{6BC6E7FC-3AFF-0741-A425-7E24CDD1FBFE}" dt="2025-05-17T02:53:59.227" v="11" actId="20577"/>
          <ac:spMkLst>
            <pc:docMk/>
            <pc:sldMk cId="782013717" sldId="1729"/>
            <ac:spMk id="3" creationId="{1B2C2AC9-8116-2A24-5458-49FC622CB690}"/>
          </ac:spMkLst>
        </pc:spChg>
      </pc:sldChg>
      <pc:sldChg chg="modSp">
        <pc:chgData name="Rosmin Elsa" userId="8f13a6be4da41318" providerId="LiveId" clId="{6BC6E7FC-3AFF-0741-A425-7E24CDD1FBFE}" dt="2025-05-17T02:54:15.723" v="15" actId="20577"/>
        <pc:sldMkLst>
          <pc:docMk/>
          <pc:sldMk cId="3970365594" sldId="1730"/>
        </pc:sldMkLst>
        <pc:spChg chg="mod">
          <ac:chgData name="Rosmin Elsa" userId="8f13a6be4da41318" providerId="LiveId" clId="{6BC6E7FC-3AFF-0741-A425-7E24CDD1FBFE}" dt="2025-05-17T02:54:15.723" v="15" actId="20577"/>
          <ac:spMkLst>
            <pc:docMk/>
            <pc:sldMk cId="3970365594" sldId="1730"/>
            <ac:spMk id="3" creationId="{7DE8380D-F6D1-1E5B-95C5-7DC70F4C7158}"/>
          </ac:spMkLst>
        </pc:spChg>
      </pc:sldChg>
      <pc:sldChg chg="modSp">
        <pc:chgData name="Rosmin Elsa" userId="8f13a6be4da41318" providerId="LiveId" clId="{6BC6E7FC-3AFF-0741-A425-7E24CDD1FBFE}" dt="2025-05-17T02:53:23.773" v="3" actId="20577"/>
        <pc:sldMkLst>
          <pc:docMk/>
          <pc:sldMk cId="1267988570" sldId="1737"/>
        </pc:sldMkLst>
        <pc:spChg chg="mod">
          <ac:chgData name="Rosmin Elsa" userId="8f13a6be4da41318" providerId="LiveId" clId="{6BC6E7FC-3AFF-0741-A425-7E24CDD1FBFE}" dt="2025-05-17T02:53:23.773" v="3" actId="20577"/>
          <ac:spMkLst>
            <pc:docMk/>
            <pc:sldMk cId="1267988570" sldId="1737"/>
            <ac:spMk id="3" creationId="{F5390470-52EE-D796-87A7-CC887B9966C3}"/>
          </ac:spMkLst>
        </pc:spChg>
      </pc:sldChg>
      <pc:sldChg chg="modSp">
        <pc:chgData name="Rosmin Elsa" userId="8f13a6be4da41318" providerId="LiveId" clId="{6BC6E7FC-3AFF-0741-A425-7E24CDD1FBFE}" dt="2025-05-17T15:38:01.551" v="27" actId="20577"/>
        <pc:sldMkLst>
          <pc:docMk/>
          <pc:sldMk cId="600333624" sldId="1738"/>
        </pc:sldMkLst>
        <pc:spChg chg="mod">
          <ac:chgData name="Rosmin Elsa" userId="8f13a6be4da41318" providerId="LiveId" clId="{6BC6E7FC-3AFF-0741-A425-7E24CDD1FBFE}" dt="2025-05-17T15:38:01.551" v="27" actId="20577"/>
          <ac:spMkLst>
            <pc:docMk/>
            <pc:sldMk cId="600333624" sldId="1738"/>
            <ac:spMk id="4" creationId="{BD0B5685-E9D6-6AD4-B967-936F95DA6ECF}"/>
          </ac:spMkLst>
        </pc:spChg>
      </pc:sldChg>
      <pc:sldChg chg="modSp">
        <pc:chgData name="Rosmin Elsa" userId="8f13a6be4da41318" providerId="LiveId" clId="{6BC6E7FC-3AFF-0741-A425-7E24CDD1FBFE}" dt="2025-05-17T15:38:22.482" v="32" actId="20577"/>
        <pc:sldMkLst>
          <pc:docMk/>
          <pc:sldMk cId="2314500359" sldId="1740"/>
        </pc:sldMkLst>
        <pc:spChg chg="mod">
          <ac:chgData name="Rosmin Elsa" userId="8f13a6be4da41318" providerId="LiveId" clId="{6BC6E7FC-3AFF-0741-A425-7E24CDD1FBFE}" dt="2025-05-17T15:38:22.482" v="32" actId="20577"/>
          <ac:spMkLst>
            <pc:docMk/>
            <pc:sldMk cId="2314500359" sldId="1740"/>
            <ac:spMk id="4" creationId="{09DF0C7F-EB4A-7EA8-E98A-4A30DC1EA467}"/>
          </ac:spMkLst>
        </pc:spChg>
      </pc:sldChg>
    </pc:docChg>
  </pc:docChgLst>
  <pc:docChgLst>
    <pc:chgData name="Rosmin Elsa" userId="8f13a6be4da41318" providerId="Windows Live" clId="Web-{03721839-1383-F727-47CA-F9CB36CBC80D}"/>
    <pc:docChg chg="modSld">
      <pc:chgData name="Rosmin Elsa" userId="8f13a6be4da41318" providerId="Windows Live" clId="Web-{03721839-1383-F727-47CA-F9CB36CBC80D}" dt="2025-05-17T03:36:13.444" v="46" actId="14100"/>
      <pc:docMkLst>
        <pc:docMk/>
      </pc:docMkLst>
      <pc:sldChg chg="modSp">
        <pc:chgData name="Rosmin Elsa" userId="8f13a6be4da41318" providerId="Windows Live" clId="Web-{03721839-1383-F727-47CA-F9CB36CBC80D}" dt="2025-05-17T03:36:13.444" v="46" actId="14100"/>
        <pc:sldMkLst>
          <pc:docMk/>
          <pc:sldMk cId="427758639" sldId="1656"/>
        </pc:sldMkLst>
        <pc:spChg chg="mod">
          <ac:chgData name="Rosmin Elsa" userId="8f13a6be4da41318" providerId="Windows Live" clId="Web-{03721839-1383-F727-47CA-F9CB36CBC80D}" dt="2025-05-17T03:36:13.444" v="46" actId="14100"/>
          <ac:spMkLst>
            <pc:docMk/>
            <pc:sldMk cId="427758639" sldId="1656"/>
            <ac:spMk id="6" creationId="{3D74947A-1B63-0213-9969-6271C98104C7}"/>
          </ac:spMkLst>
        </pc:spChg>
      </pc:sldChg>
      <pc:sldChg chg="mod modShow">
        <pc:chgData name="Rosmin Elsa" userId="8f13a6be4da41318" providerId="Windows Live" clId="Web-{03721839-1383-F727-47CA-F9CB36CBC80D}" dt="2025-05-17T03:31:23.126" v="0"/>
        <pc:sldMkLst>
          <pc:docMk/>
          <pc:sldMk cId="1252382233" sldId="1726"/>
        </pc:sldMkLst>
      </pc:sldChg>
    </pc:docChg>
  </pc:docChgLst>
  <pc:docChgLst>
    <pc:chgData name="Rosmin Elsa" userId="8f13a6be4da41318" providerId="Windows Live" clId="Web-{F4033B01-F149-0768-5CE6-B3D8B9516DFC}"/>
    <pc:docChg chg="modSld">
      <pc:chgData name="Rosmin Elsa" userId="8f13a6be4da41318" providerId="Windows Live" clId="Web-{F4033B01-F149-0768-5CE6-B3D8B9516DFC}" dt="2025-05-17T03:47:01.911" v="7" actId="20577"/>
      <pc:docMkLst>
        <pc:docMk/>
      </pc:docMkLst>
      <pc:sldChg chg="modSp">
        <pc:chgData name="Rosmin Elsa" userId="8f13a6be4da41318" providerId="Windows Live" clId="Web-{F4033B01-F149-0768-5CE6-B3D8B9516DFC}" dt="2025-05-17T03:47:01.911" v="7" actId="20577"/>
        <pc:sldMkLst>
          <pc:docMk/>
          <pc:sldMk cId="3178331814" sldId="1700"/>
        </pc:sldMkLst>
        <pc:spChg chg="mod">
          <ac:chgData name="Rosmin Elsa" userId="8f13a6be4da41318" providerId="Windows Live" clId="Web-{F4033B01-F149-0768-5CE6-B3D8B9516DFC}" dt="2025-05-17T03:47:01.911" v="7" actId="20577"/>
          <ac:spMkLst>
            <pc:docMk/>
            <pc:sldMk cId="3178331814" sldId="1700"/>
            <ac:spMk id="10" creationId="{93B7B8CF-8AC1-F27B-CE00-1266B0316E83}"/>
          </ac:spMkLst>
        </pc:spChg>
      </pc:sldChg>
      <pc:sldChg chg="modSp">
        <pc:chgData name="Rosmin Elsa" userId="8f13a6be4da41318" providerId="Windows Live" clId="Web-{F4033B01-F149-0768-5CE6-B3D8B9516DFC}" dt="2025-05-17T03:46:55.114" v="6" actId="20577"/>
        <pc:sldMkLst>
          <pc:docMk/>
          <pc:sldMk cId="2995998826" sldId="1702"/>
        </pc:sldMkLst>
        <pc:spChg chg="mod">
          <ac:chgData name="Rosmin Elsa" userId="8f13a6be4da41318" providerId="Windows Live" clId="Web-{F4033B01-F149-0768-5CE6-B3D8B9516DFC}" dt="2025-05-17T03:46:55.114" v="6" actId="20577"/>
          <ac:spMkLst>
            <pc:docMk/>
            <pc:sldMk cId="2995998826" sldId="1702"/>
            <ac:spMk id="10" creationId="{BCA789BC-2200-4A7D-107D-AB34174276A4}"/>
          </ac:spMkLst>
        </pc:spChg>
      </pc:sldChg>
      <pc:sldChg chg="modSp">
        <pc:chgData name="Rosmin Elsa" userId="8f13a6be4da41318" providerId="Windows Live" clId="Web-{F4033B01-F149-0768-5CE6-B3D8B9516DFC}" dt="2025-05-17T03:46:55.004" v="5" actId="20577"/>
        <pc:sldMkLst>
          <pc:docMk/>
          <pc:sldMk cId="2857075081" sldId="1704"/>
        </pc:sldMkLst>
        <pc:spChg chg="mod">
          <ac:chgData name="Rosmin Elsa" userId="8f13a6be4da41318" providerId="Windows Live" clId="Web-{F4033B01-F149-0768-5CE6-B3D8B9516DFC}" dt="2025-05-17T03:46:55.004" v="5" actId="20577"/>
          <ac:spMkLst>
            <pc:docMk/>
            <pc:sldMk cId="2857075081" sldId="1704"/>
            <ac:spMk id="10" creationId="{4AFAF04C-66A9-7761-81C8-88E7A93E891C}"/>
          </ac:spMkLst>
        </pc:spChg>
      </pc:sldChg>
    </pc:docChg>
  </pc:docChgLst>
  <pc:docChgLst>
    <pc:chgData name="Rosmin Elsa" userId="8f13a6be4da41318" providerId="LiveId" clId="{D2D10E91-B298-4998-AC5A-DC24ECFC07D2}"/>
    <pc:docChg chg="undo custSel modSld sldOrd">
      <pc:chgData name="Rosmin Elsa" userId="8f13a6be4da41318" providerId="LiveId" clId="{D2D10E91-B298-4998-AC5A-DC24ECFC07D2}" dt="2025-05-17T03:40:33.085" v="176" actId="120"/>
      <pc:docMkLst>
        <pc:docMk/>
      </pc:docMkLst>
      <pc:sldChg chg="mod ord modShow">
        <pc:chgData name="Rosmin Elsa" userId="8f13a6be4da41318" providerId="LiveId" clId="{D2D10E91-B298-4998-AC5A-DC24ECFC07D2}" dt="2025-05-17T00:28:21.273" v="6"/>
        <pc:sldMkLst>
          <pc:docMk/>
          <pc:sldMk cId="3486521272" sldId="1632"/>
        </pc:sldMkLst>
      </pc:sldChg>
      <pc:sldChg chg="addSp delSp modSp mod">
        <pc:chgData name="Rosmin Elsa" userId="8f13a6be4da41318" providerId="LiveId" clId="{D2D10E91-B298-4998-AC5A-DC24ECFC07D2}" dt="2025-05-17T03:40:33.085" v="176" actId="120"/>
        <pc:sldMkLst>
          <pc:docMk/>
          <pc:sldMk cId="427758639" sldId="1656"/>
        </pc:sldMkLst>
        <pc:spChg chg="add mod">
          <ac:chgData name="Rosmin Elsa" userId="8f13a6be4da41318" providerId="LiveId" clId="{D2D10E91-B298-4998-AC5A-DC24ECFC07D2}" dt="2025-05-17T03:40:33.085" v="176" actId="120"/>
          <ac:spMkLst>
            <pc:docMk/>
            <pc:sldMk cId="427758639" sldId="1656"/>
            <ac:spMk id="3" creationId="{CBE38D86-5B47-61F9-0C3D-3376BFACA96F}"/>
          </ac:spMkLst>
        </pc:spChg>
        <pc:spChg chg="del mod">
          <ac:chgData name="Rosmin Elsa" userId="8f13a6be4da41318" providerId="LiveId" clId="{D2D10E91-B298-4998-AC5A-DC24ECFC07D2}" dt="2025-05-17T03:39:49.400" v="167" actId="478"/>
          <ac:spMkLst>
            <pc:docMk/>
            <pc:sldMk cId="427758639" sldId="1656"/>
            <ac:spMk id="6" creationId="{3D74947A-1B63-0213-9969-6271C98104C7}"/>
          </ac:spMkLst>
        </pc:spChg>
      </pc:sldChg>
      <pc:sldChg chg="ord">
        <pc:chgData name="Rosmin Elsa" userId="8f13a6be4da41318" providerId="LiveId" clId="{D2D10E91-B298-4998-AC5A-DC24ECFC07D2}" dt="2025-05-17T00:18:30.396" v="1"/>
        <pc:sldMkLst>
          <pc:docMk/>
          <pc:sldMk cId="2995998826" sldId="1702"/>
        </pc:sldMkLst>
      </pc:sldChg>
      <pc:sldChg chg="addSp delSp modSp mod">
        <pc:chgData name="Rosmin Elsa" userId="8f13a6be4da41318" providerId="LiveId" clId="{D2D10E91-B298-4998-AC5A-DC24ECFC07D2}" dt="2025-05-17T03:40:29.215" v="175" actId="120"/>
        <pc:sldMkLst>
          <pc:docMk/>
          <pc:sldMk cId="4252866011" sldId="1713"/>
        </pc:sldMkLst>
        <pc:spChg chg="add mod">
          <ac:chgData name="Rosmin Elsa" userId="8f13a6be4da41318" providerId="LiveId" clId="{D2D10E91-B298-4998-AC5A-DC24ECFC07D2}" dt="2025-05-17T03:40:29.215" v="175" actId="120"/>
          <ac:spMkLst>
            <pc:docMk/>
            <pc:sldMk cId="4252866011" sldId="1713"/>
            <ac:spMk id="3" creationId="{9D01BDE6-C04B-73D7-2656-378BAD2F624C}"/>
          </ac:spMkLst>
        </pc:spChg>
        <pc:spChg chg="del">
          <ac:chgData name="Rosmin Elsa" userId="8f13a6be4da41318" providerId="LiveId" clId="{D2D10E91-B298-4998-AC5A-DC24ECFC07D2}" dt="2025-05-17T03:37:31.394" v="147" actId="478"/>
          <ac:spMkLst>
            <pc:docMk/>
            <pc:sldMk cId="4252866011" sldId="1713"/>
            <ac:spMk id="6" creationId="{FC9B4134-14F1-C247-9D5E-ED63738EE62C}"/>
          </ac:spMkLst>
        </pc:spChg>
      </pc:sldChg>
      <pc:sldChg chg="addSp delSp modSp mod">
        <pc:chgData name="Rosmin Elsa" userId="8f13a6be4da41318" providerId="LiveId" clId="{D2D10E91-B298-4998-AC5A-DC24ECFC07D2}" dt="2025-05-17T03:40:24.262" v="174" actId="120"/>
        <pc:sldMkLst>
          <pc:docMk/>
          <pc:sldMk cId="141964268" sldId="1715"/>
        </pc:sldMkLst>
        <pc:spChg chg="add del mod">
          <ac:chgData name="Rosmin Elsa" userId="8f13a6be4da41318" providerId="LiveId" clId="{D2D10E91-B298-4998-AC5A-DC24ECFC07D2}" dt="2025-05-17T03:39:56.112" v="169" actId="478"/>
          <ac:spMkLst>
            <pc:docMk/>
            <pc:sldMk cId="141964268" sldId="1715"/>
            <ac:spMk id="3" creationId="{09604F01-B2D5-EF5E-C89F-F5A311B5F87B}"/>
          </ac:spMkLst>
        </pc:spChg>
        <pc:spChg chg="del">
          <ac:chgData name="Rosmin Elsa" userId="8f13a6be4da41318" providerId="LiveId" clId="{D2D10E91-B298-4998-AC5A-DC24ECFC07D2}" dt="2025-05-17T03:37:45.224" v="149" actId="478"/>
          <ac:spMkLst>
            <pc:docMk/>
            <pc:sldMk cId="141964268" sldId="1715"/>
            <ac:spMk id="6" creationId="{D155F385-353A-547D-1DE9-7B0148533DAE}"/>
          </ac:spMkLst>
        </pc:spChg>
        <pc:spChg chg="add mod">
          <ac:chgData name="Rosmin Elsa" userId="8f13a6be4da41318" providerId="LiveId" clId="{D2D10E91-B298-4998-AC5A-DC24ECFC07D2}" dt="2025-05-17T03:40:24.262" v="174" actId="120"/>
          <ac:spMkLst>
            <pc:docMk/>
            <pc:sldMk cId="141964268" sldId="1715"/>
            <ac:spMk id="7" creationId="{289E10C4-EBF7-3E16-02D5-D27BC178BB51}"/>
          </ac:spMkLst>
        </pc:spChg>
      </pc:sldChg>
      <pc:sldChg chg="modSp mod">
        <pc:chgData name="Rosmin Elsa" userId="8f13a6be4da41318" providerId="LiveId" clId="{D2D10E91-B298-4998-AC5A-DC24ECFC07D2}" dt="2025-05-17T00:35:32.451" v="134" actId="20577"/>
        <pc:sldMkLst>
          <pc:docMk/>
          <pc:sldMk cId="3123775276" sldId="1728"/>
        </pc:sldMkLst>
        <pc:spChg chg="mod">
          <ac:chgData name="Rosmin Elsa" userId="8f13a6be4da41318" providerId="LiveId" clId="{D2D10E91-B298-4998-AC5A-DC24ECFC07D2}" dt="2025-05-17T00:35:32.451" v="134" actId="20577"/>
          <ac:spMkLst>
            <pc:docMk/>
            <pc:sldMk cId="3123775276" sldId="1728"/>
            <ac:spMk id="3" creationId="{0F24CE02-3FCB-B8BA-A918-3237FBAE504D}"/>
          </ac:spMkLst>
        </pc:spChg>
      </pc:sldChg>
      <pc:sldChg chg="modSp mod">
        <pc:chgData name="Rosmin Elsa" userId="8f13a6be4da41318" providerId="LiveId" clId="{D2D10E91-B298-4998-AC5A-DC24ECFC07D2}" dt="2025-05-17T00:35:41.769" v="137" actId="20577"/>
        <pc:sldMkLst>
          <pc:docMk/>
          <pc:sldMk cId="782013717" sldId="1729"/>
        </pc:sldMkLst>
        <pc:spChg chg="mod">
          <ac:chgData name="Rosmin Elsa" userId="8f13a6be4da41318" providerId="LiveId" clId="{D2D10E91-B298-4998-AC5A-DC24ECFC07D2}" dt="2025-05-17T00:35:41.769" v="137" actId="20577"/>
          <ac:spMkLst>
            <pc:docMk/>
            <pc:sldMk cId="782013717" sldId="1729"/>
            <ac:spMk id="3" creationId="{1B2C2AC9-8116-2A24-5458-49FC622CB690}"/>
          </ac:spMkLst>
        </pc:spChg>
      </pc:sldChg>
      <pc:sldChg chg="modSp mod">
        <pc:chgData name="Rosmin Elsa" userId="8f13a6be4da41318" providerId="LiveId" clId="{D2D10E91-B298-4998-AC5A-DC24ECFC07D2}" dt="2025-05-17T00:35:47.401" v="138"/>
        <pc:sldMkLst>
          <pc:docMk/>
          <pc:sldMk cId="3970365594" sldId="1730"/>
        </pc:sldMkLst>
        <pc:spChg chg="mod">
          <ac:chgData name="Rosmin Elsa" userId="8f13a6be4da41318" providerId="LiveId" clId="{D2D10E91-B298-4998-AC5A-DC24ECFC07D2}" dt="2025-05-17T00:35:47.401" v="138"/>
          <ac:spMkLst>
            <pc:docMk/>
            <pc:sldMk cId="3970365594" sldId="1730"/>
            <ac:spMk id="3" creationId="{7DE8380D-F6D1-1E5B-95C5-7DC70F4C7158}"/>
          </ac:spMkLst>
        </pc:spChg>
      </pc:sldChg>
      <pc:sldChg chg="modSp mod">
        <pc:chgData name="Rosmin Elsa" userId="8f13a6be4da41318" providerId="LiveId" clId="{D2D10E91-B298-4998-AC5A-DC24ECFC07D2}" dt="2025-05-17T00:35:13.713" v="131" actId="20577"/>
        <pc:sldMkLst>
          <pc:docMk/>
          <pc:sldMk cId="1267988570" sldId="1737"/>
        </pc:sldMkLst>
        <pc:spChg chg="mod">
          <ac:chgData name="Rosmin Elsa" userId="8f13a6be4da41318" providerId="LiveId" clId="{D2D10E91-B298-4998-AC5A-DC24ECFC07D2}" dt="2025-05-17T00:35:13.713" v="131" actId="20577"/>
          <ac:spMkLst>
            <pc:docMk/>
            <pc:sldMk cId="1267988570" sldId="1737"/>
            <ac:spMk id="3" creationId="{F5390470-52EE-D796-87A7-CC887B9966C3}"/>
          </ac:spMkLst>
        </pc:spChg>
      </pc:sldChg>
      <pc:sldChg chg="mod ord modShow">
        <pc:chgData name="Rosmin Elsa" userId="8f13a6be4da41318" providerId="LiveId" clId="{D2D10E91-B298-4998-AC5A-DC24ECFC07D2}" dt="2025-05-17T00:28:22.764" v="8"/>
        <pc:sldMkLst>
          <pc:docMk/>
          <pc:sldMk cId="2053615613" sldId="1739"/>
        </pc:sldMkLst>
      </pc:sldChg>
      <pc:sldChg chg="mod modShow">
        <pc:chgData name="Rosmin Elsa" userId="8f13a6be4da41318" providerId="LiveId" clId="{D2D10E91-B298-4998-AC5A-DC24ECFC07D2}" dt="2025-05-17T00:27:43.629" v="4" actId="729"/>
        <pc:sldMkLst>
          <pc:docMk/>
          <pc:sldMk cId="3390376200" sldId="1741"/>
        </pc:sldMkLst>
      </pc:sldChg>
      <pc:sldChg chg="modSp mod">
        <pc:chgData name="Rosmin Elsa" userId="8f13a6be4da41318" providerId="LiveId" clId="{D2D10E91-B298-4998-AC5A-DC24ECFC07D2}" dt="2025-05-17T00:30:12.952" v="46" actId="20577"/>
        <pc:sldMkLst>
          <pc:docMk/>
          <pc:sldMk cId="171536301" sldId="1743"/>
        </pc:sldMkLst>
        <pc:spChg chg="mod">
          <ac:chgData name="Rosmin Elsa" userId="8f13a6be4da41318" providerId="LiveId" clId="{D2D10E91-B298-4998-AC5A-DC24ECFC07D2}" dt="2025-05-17T00:30:12.952" v="46" actId="20577"/>
          <ac:spMkLst>
            <pc:docMk/>
            <pc:sldMk cId="171536301" sldId="1743"/>
            <ac:spMk id="7" creationId="{994C6D86-E6AE-0893-6533-58CA01B7DE72}"/>
          </ac:spMkLst>
        </pc:spChg>
      </pc:sldChg>
      <pc:sldChg chg="addSp delSp modSp mod">
        <pc:chgData name="Rosmin Elsa" userId="8f13a6be4da41318" providerId="LiveId" clId="{D2D10E91-B298-4998-AC5A-DC24ECFC07D2}" dt="2025-05-17T03:40:17.361" v="173" actId="120"/>
        <pc:sldMkLst>
          <pc:docMk/>
          <pc:sldMk cId="4116978726" sldId="1745"/>
        </pc:sldMkLst>
        <pc:spChg chg="add del mod">
          <ac:chgData name="Rosmin Elsa" userId="8f13a6be4da41318" providerId="LiveId" clId="{D2D10E91-B298-4998-AC5A-DC24ECFC07D2}" dt="2025-05-17T03:40:01.792" v="171" actId="478"/>
          <ac:spMkLst>
            <pc:docMk/>
            <pc:sldMk cId="4116978726" sldId="1745"/>
            <ac:spMk id="3" creationId="{2994CCAD-27A9-BB70-CD1A-0A60FF8F21F0}"/>
          </ac:spMkLst>
        </pc:spChg>
        <pc:spChg chg="del">
          <ac:chgData name="Rosmin Elsa" userId="8f13a6be4da41318" providerId="LiveId" clId="{D2D10E91-B298-4998-AC5A-DC24ECFC07D2}" dt="2025-05-17T03:37:52.480" v="151" actId="478"/>
          <ac:spMkLst>
            <pc:docMk/>
            <pc:sldMk cId="4116978726" sldId="1745"/>
            <ac:spMk id="6" creationId="{EAB559F0-1F27-67A1-543D-41CA2ADE8196}"/>
          </ac:spMkLst>
        </pc:spChg>
        <pc:spChg chg="add mod">
          <ac:chgData name="Rosmin Elsa" userId="8f13a6be4da41318" providerId="LiveId" clId="{D2D10E91-B298-4998-AC5A-DC24ECFC07D2}" dt="2025-05-17T03:40:17.361" v="173" actId="120"/>
          <ac:spMkLst>
            <pc:docMk/>
            <pc:sldMk cId="4116978726" sldId="1745"/>
            <ac:spMk id="7" creationId="{76388076-C768-F941-8D9E-965382E7F61D}"/>
          </ac:spMkLst>
        </pc:spChg>
      </pc:sldChg>
    </pc:docChg>
  </pc:docChgLst>
  <pc:docChgLst>
    <pc:chgData name="Rosmin Elsa" userId="8f13a6be4da41318" providerId="Windows Live" clId="Web-{1845B62E-0B9B-D2A8-82F3-ECF10D3A40DD}"/>
    <pc:docChg chg="modSld">
      <pc:chgData name="Rosmin Elsa" userId="8f13a6be4da41318" providerId="Windows Live" clId="Web-{1845B62E-0B9B-D2A8-82F3-ECF10D3A40DD}" dt="2025-05-17T04:33:41.690" v="62"/>
      <pc:docMkLst>
        <pc:docMk/>
      </pc:docMkLst>
      <pc:sldChg chg="addSp modSp">
        <pc:chgData name="Rosmin Elsa" userId="8f13a6be4da41318" providerId="Windows Live" clId="Web-{1845B62E-0B9B-D2A8-82F3-ECF10D3A40DD}" dt="2025-05-17T04:01:56.982" v="57" actId="20577"/>
        <pc:sldMkLst>
          <pc:docMk/>
          <pc:sldMk cId="2716954731" sldId="1390"/>
        </pc:sldMkLst>
        <pc:spChg chg="add mod">
          <ac:chgData name="Rosmin Elsa" userId="8f13a6be4da41318" providerId="Windows Live" clId="Web-{1845B62E-0B9B-D2A8-82F3-ECF10D3A40DD}" dt="2025-05-17T04:01:56.982" v="57" actId="20577"/>
          <ac:spMkLst>
            <pc:docMk/>
            <pc:sldMk cId="2716954731" sldId="1390"/>
            <ac:spMk id="3" creationId="{1D29352E-F359-69BA-DBE5-D3A9AAA362A7}"/>
          </ac:spMkLst>
        </pc:spChg>
        <pc:spChg chg="mod">
          <ac:chgData name="Rosmin Elsa" userId="8f13a6be4da41318" providerId="Windows Live" clId="Web-{1845B62E-0B9B-D2A8-82F3-ECF10D3A40DD}" dt="2025-05-17T03:58:07.291" v="25" actId="20577"/>
          <ac:spMkLst>
            <pc:docMk/>
            <pc:sldMk cId="2716954731" sldId="1390"/>
            <ac:spMk id="7" creationId="{094E9A69-B612-35E4-DEEF-5092DA0A0A97}"/>
          </ac:spMkLst>
        </pc:spChg>
      </pc:sldChg>
      <pc:sldChg chg="addSp delSp modSp">
        <pc:chgData name="Rosmin Elsa" userId="8f13a6be4da41318" providerId="Windows Live" clId="Web-{1845B62E-0B9B-D2A8-82F3-ECF10D3A40DD}" dt="2025-05-17T04:01:56.904" v="56" actId="20577"/>
        <pc:sldMkLst>
          <pc:docMk/>
          <pc:sldMk cId="969648354" sldId="1723"/>
        </pc:sldMkLst>
        <pc:spChg chg="add del">
          <ac:chgData name="Rosmin Elsa" userId="8f13a6be4da41318" providerId="Windows Live" clId="Web-{1845B62E-0B9B-D2A8-82F3-ECF10D3A40DD}" dt="2025-05-17T04:00:29.512" v="40"/>
          <ac:spMkLst>
            <pc:docMk/>
            <pc:sldMk cId="969648354" sldId="1723"/>
            <ac:spMk id="4" creationId="{34B16DD0-8D63-871E-1D2E-BAB742D14A75}"/>
          </ac:spMkLst>
        </pc:spChg>
        <pc:spChg chg="add mod">
          <ac:chgData name="Rosmin Elsa" userId="8f13a6be4da41318" providerId="Windows Live" clId="Web-{1845B62E-0B9B-D2A8-82F3-ECF10D3A40DD}" dt="2025-05-17T04:01:56.904" v="56" actId="20577"/>
          <ac:spMkLst>
            <pc:docMk/>
            <pc:sldMk cId="969648354" sldId="1723"/>
            <ac:spMk id="9" creationId="{DB5E54B3-19C9-B0AE-2B79-6D474EE489E2}"/>
          </ac:spMkLst>
        </pc:spChg>
      </pc:sldChg>
      <pc:sldChg chg="addSp modSp">
        <pc:chgData name="Rosmin Elsa" userId="8f13a6be4da41318" providerId="Windows Live" clId="Web-{1845B62E-0B9B-D2A8-82F3-ECF10D3A40DD}" dt="2025-05-17T04:01:29.029" v="51" actId="20577"/>
        <pc:sldMkLst>
          <pc:docMk/>
          <pc:sldMk cId="2823021585" sldId="1724"/>
        </pc:sldMkLst>
        <pc:spChg chg="add mod">
          <ac:chgData name="Rosmin Elsa" userId="8f13a6be4da41318" providerId="Windows Live" clId="Web-{1845B62E-0B9B-D2A8-82F3-ECF10D3A40DD}" dt="2025-05-17T04:01:29.029" v="51" actId="20577"/>
          <ac:spMkLst>
            <pc:docMk/>
            <pc:sldMk cId="2823021585" sldId="1724"/>
            <ac:spMk id="4" creationId="{EE64F371-F16F-07AC-00B1-F5CA4192A177}"/>
          </ac:spMkLst>
        </pc:spChg>
      </pc:sldChg>
      <pc:sldChg chg="addSp modSp">
        <pc:chgData name="Rosmin Elsa" userId="8f13a6be4da41318" providerId="Windows Live" clId="Web-{1845B62E-0B9B-D2A8-82F3-ECF10D3A40DD}" dt="2025-05-17T04:01:35.748" v="53" actId="20577"/>
        <pc:sldMkLst>
          <pc:docMk/>
          <pc:sldMk cId="403225044" sldId="1725"/>
        </pc:sldMkLst>
        <pc:spChg chg="add mod">
          <ac:chgData name="Rosmin Elsa" userId="8f13a6be4da41318" providerId="Windows Live" clId="Web-{1845B62E-0B9B-D2A8-82F3-ECF10D3A40DD}" dt="2025-05-17T04:01:35.748" v="53" actId="20577"/>
          <ac:spMkLst>
            <pc:docMk/>
            <pc:sldMk cId="403225044" sldId="1725"/>
            <ac:spMk id="4" creationId="{6BC7D41D-D388-A304-2D89-93102E6F6466}"/>
          </ac:spMkLst>
        </pc:spChg>
      </pc:sldChg>
      <pc:sldChg chg="addSp modSp">
        <pc:chgData name="Rosmin Elsa" userId="8f13a6be4da41318" providerId="Windows Live" clId="Web-{1845B62E-0B9B-D2A8-82F3-ECF10D3A40DD}" dt="2025-05-17T04:33:29.690" v="58"/>
        <pc:sldMkLst>
          <pc:docMk/>
          <pc:sldMk cId="20239705" sldId="1742"/>
        </pc:sldMkLst>
        <pc:spChg chg="add">
          <ac:chgData name="Rosmin Elsa" userId="8f13a6be4da41318" providerId="Windows Live" clId="Web-{1845B62E-0B9B-D2A8-82F3-ECF10D3A40DD}" dt="2025-05-17T04:33:29.690" v="58"/>
          <ac:spMkLst>
            <pc:docMk/>
            <pc:sldMk cId="20239705" sldId="1742"/>
            <ac:spMk id="4" creationId="{A00E93E1-E4C1-D810-0230-7CBF8C72CC5C}"/>
          </ac:spMkLst>
        </pc:spChg>
        <pc:spChg chg="mod">
          <ac:chgData name="Rosmin Elsa" userId="8f13a6be4da41318" providerId="Windows Live" clId="Web-{1845B62E-0B9B-D2A8-82F3-ECF10D3A40DD}" dt="2025-05-17T03:55:35.039" v="1" actId="20577"/>
          <ac:spMkLst>
            <pc:docMk/>
            <pc:sldMk cId="20239705" sldId="1742"/>
            <ac:spMk id="7" creationId="{8F9E7F25-BFED-310D-3A5F-9CDE3312838C}"/>
          </ac:spMkLst>
        </pc:spChg>
      </pc:sldChg>
      <pc:sldChg chg="addSp modSp">
        <pc:chgData name="Rosmin Elsa" userId="8f13a6be4da41318" providerId="Windows Live" clId="Web-{1845B62E-0B9B-D2A8-82F3-ECF10D3A40DD}" dt="2025-05-17T04:33:35.659" v="61" actId="20577"/>
        <pc:sldMkLst>
          <pc:docMk/>
          <pc:sldMk cId="171536301" sldId="1743"/>
        </pc:sldMkLst>
        <pc:spChg chg="add mod">
          <ac:chgData name="Rosmin Elsa" userId="8f13a6be4da41318" providerId="Windows Live" clId="Web-{1845B62E-0B9B-D2A8-82F3-ECF10D3A40DD}" dt="2025-05-17T04:33:35.659" v="61" actId="20577"/>
          <ac:spMkLst>
            <pc:docMk/>
            <pc:sldMk cId="171536301" sldId="1743"/>
            <ac:spMk id="4" creationId="{05626544-4537-75B8-6DCD-610971620596}"/>
          </ac:spMkLst>
        </pc:spChg>
      </pc:sldChg>
      <pc:sldChg chg="addSp modSp">
        <pc:chgData name="Rosmin Elsa" userId="8f13a6be4da41318" providerId="Windows Live" clId="Web-{1845B62E-0B9B-D2A8-82F3-ECF10D3A40DD}" dt="2025-05-17T04:33:41.690" v="62"/>
        <pc:sldMkLst>
          <pc:docMk/>
          <pc:sldMk cId="3839702970" sldId="1744"/>
        </pc:sldMkLst>
        <pc:spChg chg="add">
          <ac:chgData name="Rosmin Elsa" userId="8f13a6be4da41318" providerId="Windows Live" clId="Web-{1845B62E-0B9B-D2A8-82F3-ECF10D3A40DD}" dt="2025-05-17T04:33:41.690" v="62"/>
          <ac:spMkLst>
            <pc:docMk/>
            <pc:sldMk cId="3839702970" sldId="1744"/>
            <ac:spMk id="4" creationId="{583D94E2-9F83-D107-782F-1A9F72EA67DF}"/>
          </ac:spMkLst>
        </pc:spChg>
        <pc:spChg chg="mod">
          <ac:chgData name="Rosmin Elsa" userId="8f13a6be4da41318" providerId="Windows Live" clId="Web-{1845B62E-0B9B-D2A8-82F3-ECF10D3A40DD}" dt="2025-05-17T03:57:03.478" v="20" actId="20577"/>
          <ac:spMkLst>
            <pc:docMk/>
            <pc:sldMk cId="3839702970" sldId="1744"/>
            <ac:spMk id="7" creationId="{8947BBAA-B146-25CE-ED34-283D50E0035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09 Feb 2025,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18 May 2025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18 May 2025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784-FB20-9301-9A44-6A1B2133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F669AB-2DF7-61FD-29DC-4F5D5708F7EF}"/>
              </a:ext>
            </a:extLst>
          </p:cNvPr>
          <p:cNvSpPr txBox="1">
            <a:spLocks/>
          </p:cNvSpPr>
          <p:nvPr/>
        </p:nvSpPr>
        <p:spPr>
          <a:xfrm>
            <a:off x="1009567" y="1028892"/>
            <a:ext cx="7124865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Bringing in the Sheaves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11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587933" y="995380"/>
            <a:ext cx="5968133" cy="3152740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724464" y="1668219"/>
            <a:ext cx="5695070" cy="290434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  <a:latin typeface="Tenorite"/>
              </a:rPr>
              <a:t>Opening Hymn</a:t>
            </a:r>
          </a:p>
          <a:p>
            <a:r>
              <a:rPr lang="en-US" sz="4800" dirty="0">
                <a:solidFill>
                  <a:schemeClr val="bg1"/>
                </a:solidFill>
              </a:rPr>
              <a:t>Name Of </a:t>
            </a:r>
            <a:r>
              <a:rPr lang="en-US" dirty="0">
                <a:solidFill>
                  <a:schemeClr val="bg1"/>
                </a:solidFill>
              </a:rPr>
              <a:t>A</a:t>
            </a:r>
            <a:r>
              <a:rPr lang="en-US" sz="4800" dirty="0">
                <a:solidFill>
                  <a:schemeClr val="bg1"/>
                </a:solidFill>
              </a:rPr>
              <a:t>ll Majesty</a:t>
            </a:r>
            <a:endParaRPr lang="en-US" dirty="0">
              <a:solidFill>
                <a:schemeClr val="bg1"/>
              </a:solidFill>
              <a:latin typeface="Tenorite"/>
            </a:endParaRP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Opening Hymn: Name of All Majesty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2613010" y="802035"/>
            <a:ext cx="3917980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/>
              <a:t>Name of all majesty,</a:t>
            </a:r>
          </a:p>
          <a:p>
            <a:pPr algn="ctr"/>
            <a:r>
              <a:rPr lang="en-SG" sz="2800" dirty="0"/>
              <a:t>Fathomless mystery, </a:t>
            </a:r>
            <a:endParaRPr lang="en-SG" sz="2800" dirty="0">
              <a:cs typeface="Segoe UI"/>
            </a:endParaRPr>
          </a:p>
          <a:p>
            <a:pPr algn="ctr"/>
            <a:r>
              <a:rPr lang="en-SG" sz="2800" dirty="0"/>
              <a:t>King of the ages </a:t>
            </a:r>
            <a:endParaRPr lang="en-SG" sz="2800" dirty="0">
              <a:cs typeface="Segoe UI"/>
            </a:endParaRPr>
          </a:p>
          <a:p>
            <a:pPr algn="ctr"/>
            <a:r>
              <a:rPr lang="en-SG" sz="2800" dirty="0"/>
              <a:t>By angels adored; </a:t>
            </a:r>
            <a:endParaRPr lang="en-SG" sz="2800" dirty="0">
              <a:cs typeface="Segoe UI"/>
            </a:endParaRPr>
          </a:p>
          <a:p>
            <a:pPr algn="ctr"/>
            <a:r>
              <a:rPr lang="en-SG" sz="2800" dirty="0"/>
              <a:t>Power and authority, </a:t>
            </a:r>
            <a:endParaRPr lang="en-SG" sz="2800" dirty="0">
              <a:cs typeface="Segoe UI"/>
            </a:endParaRPr>
          </a:p>
          <a:p>
            <a:pPr algn="ctr"/>
            <a:r>
              <a:rPr lang="en-SG" sz="2800" dirty="0"/>
              <a:t>Splendour and dignity, </a:t>
            </a:r>
            <a:endParaRPr lang="en-SG" sz="2800" dirty="0">
              <a:cs typeface="Segoe UI"/>
            </a:endParaRPr>
          </a:p>
          <a:p>
            <a:pPr algn="ctr"/>
            <a:r>
              <a:rPr lang="en-SG" sz="2800" dirty="0"/>
              <a:t>Bow to his mastery, Jesus is Lord!</a:t>
            </a:r>
            <a:endParaRPr lang="en-US" sz="2800"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1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9352E-F359-69BA-DBE5-D3A9AAA362A7}"/>
              </a:ext>
            </a:extLst>
          </p:cNvPr>
          <p:cNvSpPr txBox="1"/>
          <p:nvPr/>
        </p:nvSpPr>
        <p:spPr>
          <a:xfrm>
            <a:off x="-2036" y="620193"/>
            <a:ext cx="1571367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000" dirty="0"/>
              <a:t>&lt;Unison&gt;</a:t>
            </a:r>
            <a:endParaRPr lang="en-US" sz="200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716954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559DD-E53E-0EFE-07E0-9CB3ABF23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364EC-E0C3-A557-5326-A9205B79B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Opening Hymn: Name of All Majesty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A6BAED2-7A1A-313E-E741-A8A102EA65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BE4FC3-6E9F-E106-03AD-73A0BB902D08}"/>
              </a:ext>
            </a:extLst>
          </p:cNvPr>
          <p:cNvSpPr txBox="1"/>
          <p:nvPr/>
        </p:nvSpPr>
        <p:spPr>
          <a:xfrm>
            <a:off x="2190495" y="802035"/>
            <a:ext cx="4763010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/>
              <a:t>Child of our destiny, </a:t>
            </a:r>
          </a:p>
          <a:p>
            <a:pPr algn="ctr"/>
            <a:r>
              <a:rPr lang="en-SG" sz="2800" dirty="0"/>
              <a:t>God from eternity, </a:t>
            </a:r>
          </a:p>
          <a:p>
            <a:pPr algn="ctr"/>
            <a:r>
              <a:rPr lang="en-SG" sz="2800" dirty="0"/>
              <a:t>Love of the Father </a:t>
            </a:r>
          </a:p>
          <a:p>
            <a:pPr algn="ctr"/>
            <a:r>
              <a:rPr lang="en-SG" sz="2800" dirty="0"/>
              <a:t>On sinners outpoured; </a:t>
            </a:r>
          </a:p>
          <a:p>
            <a:pPr algn="ctr"/>
            <a:r>
              <a:rPr lang="en-SG" sz="2800" dirty="0"/>
              <a:t>See now what God has done Sending his only Son, </a:t>
            </a:r>
          </a:p>
          <a:p>
            <a:pPr algn="ctr"/>
            <a:r>
              <a:rPr lang="en-SG" sz="2800" dirty="0"/>
              <a:t>Christ the beloved One, Jesus is Lord!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5F615D-65A7-3108-7D4B-12135EE36E3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2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5E54B3-19C9-B0AE-2B79-6D474EE489E2}"/>
              </a:ext>
            </a:extLst>
          </p:cNvPr>
          <p:cNvSpPr txBox="1"/>
          <p:nvPr/>
        </p:nvSpPr>
        <p:spPr>
          <a:xfrm>
            <a:off x="-2036" y="620193"/>
            <a:ext cx="1571367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000" dirty="0"/>
              <a:t>&lt;Women&gt;</a:t>
            </a:r>
            <a:endParaRPr lang="en-US" sz="200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969648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C8C06-286D-CC11-9D51-1223D1231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99FB7-F248-C0AF-F87F-23F7C0BB1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Opening Hymn: Name of All Majesty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1EF0B40-9B72-9042-900A-65BD8BC19AF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E9611A-4FA0-C6A2-87FA-FCA2748D43DC}"/>
              </a:ext>
            </a:extLst>
          </p:cNvPr>
          <p:cNvSpPr txBox="1"/>
          <p:nvPr/>
        </p:nvSpPr>
        <p:spPr>
          <a:xfrm>
            <a:off x="2351302" y="802035"/>
            <a:ext cx="4441395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/>
              <a:t>Saviour of Calvary, Costliest victory, </a:t>
            </a:r>
          </a:p>
          <a:p>
            <a:pPr algn="ctr"/>
            <a:r>
              <a:rPr lang="en-SG" sz="2800" dirty="0"/>
              <a:t>Darkness defeated</a:t>
            </a:r>
          </a:p>
          <a:p>
            <a:pPr algn="ctr"/>
            <a:r>
              <a:rPr lang="en-SG" sz="2800" dirty="0"/>
              <a:t>And Eden restored; </a:t>
            </a:r>
          </a:p>
          <a:p>
            <a:pPr algn="ctr"/>
            <a:r>
              <a:rPr lang="en-SG" sz="2800" dirty="0"/>
              <a:t>Born as a man to die, Nailed to a cross on high, </a:t>
            </a:r>
          </a:p>
          <a:p>
            <a:pPr algn="ctr"/>
            <a:r>
              <a:rPr lang="en-SG" sz="2800" dirty="0"/>
              <a:t>Cold in the grave to lie, Jesus is Lord!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F042E-260D-779D-6CBD-04EA359CAA6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3 of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64F371-F16F-07AC-00B1-F5CA4192A177}"/>
              </a:ext>
            </a:extLst>
          </p:cNvPr>
          <p:cNvSpPr txBox="1"/>
          <p:nvPr/>
        </p:nvSpPr>
        <p:spPr>
          <a:xfrm>
            <a:off x="-2036" y="620193"/>
            <a:ext cx="1571367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000" dirty="0"/>
              <a:t>&lt;Men&gt;</a:t>
            </a:r>
            <a:endParaRPr lang="en-US" sz="20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823021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7E21A-53E2-8671-18D7-D1DC0396D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7D54B-7DA7-E3FB-1DE5-E4788F1F7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Opening Hymn: Name of All Majesty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98E324C-4ADF-9DEE-5D68-B831AC00907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F6B2A2-7425-9534-DC58-4111B33006C2}"/>
              </a:ext>
            </a:extLst>
          </p:cNvPr>
          <p:cNvSpPr txBox="1"/>
          <p:nvPr/>
        </p:nvSpPr>
        <p:spPr>
          <a:xfrm>
            <a:off x="2234638" y="802035"/>
            <a:ext cx="467472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/>
              <a:t>Source of all sovereignty, Light, immortality, </a:t>
            </a:r>
          </a:p>
          <a:p>
            <a:pPr algn="ctr"/>
            <a:r>
              <a:rPr lang="en-SG" sz="2800" dirty="0"/>
              <a:t>Life everlasting </a:t>
            </a:r>
          </a:p>
          <a:p>
            <a:pPr algn="ctr"/>
            <a:r>
              <a:rPr lang="en-SG" sz="2800" dirty="0"/>
              <a:t>And heaven assured; </a:t>
            </a:r>
          </a:p>
          <a:p>
            <a:pPr algn="ctr"/>
            <a:r>
              <a:rPr lang="en-SG" sz="2800" dirty="0"/>
              <a:t>So with the ransomed, we Praise him eternally, </a:t>
            </a:r>
          </a:p>
          <a:p>
            <a:pPr algn="ctr"/>
            <a:r>
              <a:rPr lang="en-SG" sz="2800" dirty="0"/>
              <a:t>Christ in his majesty,</a:t>
            </a:r>
          </a:p>
          <a:p>
            <a:pPr algn="ctr"/>
            <a:r>
              <a:rPr lang="en-SG" sz="2800" dirty="0"/>
              <a:t>Jesus is Lord!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1B6565-5E8F-286A-CFD6-247D6802968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4 of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C7D41D-D388-A304-2D89-93102E6F6466}"/>
              </a:ext>
            </a:extLst>
          </p:cNvPr>
          <p:cNvSpPr txBox="1"/>
          <p:nvPr/>
        </p:nvSpPr>
        <p:spPr>
          <a:xfrm>
            <a:off x="-2036" y="620193"/>
            <a:ext cx="1571367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000" dirty="0"/>
              <a:t>&lt;Unison&gt;</a:t>
            </a:r>
            <a:endParaRPr lang="en-US" sz="20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03225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528709-983B-B99F-2E0F-36F5B23AD121}"/>
              </a:ext>
            </a:extLst>
          </p:cNvPr>
          <p:cNvSpPr txBox="1">
            <a:spLocks/>
          </p:cNvSpPr>
          <p:nvPr/>
        </p:nvSpPr>
        <p:spPr>
          <a:xfrm>
            <a:off x="1009567" y="1028892"/>
            <a:ext cx="7124865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Bringing in the Sheaves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7"/>
            <a:ext cx="6117328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7"/>
            <a:ext cx="6053864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Thanksgiving Prayers </a:t>
            </a:r>
          </a:p>
          <a:p>
            <a:r>
              <a:rPr lang="en-US" sz="4400" dirty="0">
                <a:solidFill>
                  <a:schemeClr val="bg1"/>
                </a:solidFill>
              </a:rPr>
              <a:t>Lavish Love, Abundant Beauty </a:t>
            </a:r>
            <a:r>
              <a:rPr lang="en-SG" sz="4400" i="1" dirty="0">
                <a:solidFill>
                  <a:schemeClr val="bg1"/>
                </a:solidFill>
                <a:latin typeface="Tenorite"/>
              </a:rPr>
              <a:t>v1 &amp; v2</a:t>
            </a: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Thanksgiving – Lavish Love, Abundant Beauty v1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091922" y="963346"/>
            <a:ext cx="6859356" cy="38164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/>
              <a:t>Lavish love, abundant beauty,</a:t>
            </a:r>
            <a:br>
              <a:rPr lang="en-SG" sz="2800" dirty="0"/>
            </a:br>
            <a:r>
              <a:rPr lang="en-SG" sz="2800" dirty="0"/>
              <a:t>Gracious gifts for heart and hand,</a:t>
            </a:r>
            <a:br>
              <a:rPr lang="en-SG" sz="2800" dirty="0"/>
            </a:br>
            <a:r>
              <a:rPr lang="en-SG" sz="2800" dirty="0"/>
              <a:t>Life that fills the soul and senses?</a:t>
            </a:r>
            <a:br>
              <a:rPr lang="en-SG" sz="2800" dirty="0"/>
            </a:br>
            <a:r>
              <a:rPr lang="en-SG" sz="2800" dirty="0"/>
              <a:t>All burst forth at Your command.</a:t>
            </a:r>
            <a:br>
              <a:rPr lang="en-SG" sz="2800" dirty="0"/>
            </a:br>
            <a:r>
              <a:rPr lang="en-SG" sz="2800" dirty="0"/>
              <a:t>Lord, our Lord, Eternal Father,</a:t>
            </a:r>
            <a:br>
              <a:rPr lang="en-SG" sz="2800" dirty="0"/>
            </a:br>
            <a:r>
              <a:rPr lang="en-SG" sz="2800" dirty="0"/>
              <a:t>Great Creator, God and Friend,</a:t>
            </a:r>
            <a:br>
              <a:rPr lang="en-SG" sz="2800" dirty="0"/>
            </a:br>
            <a:r>
              <a:rPr lang="en-SG" sz="2800" dirty="0"/>
              <a:t>Boundless power gave full expression</a:t>
            </a:r>
            <a:br>
              <a:rPr lang="en-SG" sz="2800" dirty="0"/>
            </a:br>
            <a:r>
              <a:rPr lang="en-SG" sz="2800" dirty="0"/>
              <a:t>To Your love which knows no end.</a:t>
            </a:r>
            <a:br>
              <a:rPr lang="en-SG" sz="2800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8F053-0E9C-DB49-DD90-65BDBB59D6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Thanksgiving: 1 of 2</a:t>
            </a: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D1829D5-D5A0-282C-59F3-5BA3CDF77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7D7D7-F19A-E5EA-5207-F77520B48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Thanksgiving – Lavish Love, </a:t>
            </a:r>
            <a:r>
              <a:rPr lang="en-SG" dirty="0"/>
              <a:t>Abundant Beauty v1 &amp; v2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4956E-57E3-ACFD-F911-54E387C74CF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D204E9-B6C2-D3FB-C536-CBF05EC9BF56}"/>
              </a:ext>
            </a:extLst>
          </p:cNvPr>
          <p:cNvSpPr txBox="1"/>
          <p:nvPr/>
        </p:nvSpPr>
        <p:spPr>
          <a:xfrm>
            <a:off x="1091922" y="963346"/>
            <a:ext cx="6859356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/>
              <a:t>Who am I that You should love me,</a:t>
            </a:r>
            <a:br>
              <a:rPr lang="en-SG" sz="2800" dirty="0"/>
            </a:br>
            <a:r>
              <a:rPr lang="en-SG" sz="2800" dirty="0"/>
              <a:t>Meet my every need from birth?</a:t>
            </a:r>
            <a:br>
              <a:rPr lang="en-SG" sz="2800" dirty="0"/>
            </a:br>
            <a:r>
              <a:rPr lang="en-SG" sz="2800" dirty="0"/>
              <a:t>Why invest Yourself so fully</a:t>
            </a:r>
            <a:br>
              <a:rPr lang="en-SG" sz="2800" dirty="0"/>
            </a:br>
            <a:r>
              <a:rPr lang="en-SG" sz="2800" dirty="0"/>
              <a:t>In a creature made of earth?</a:t>
            </a:r>
            <a:br>
              <a:rPr lang="en-SG" sz="2800" dirty="0"/>
            </a:br>
            <a:r>
              <a:rPr lang="en-SG" sz="2800" dirty="0"/>
              <a:t>In Your loving heart You planned me,</a:t>
            </a:r>
            <a:br>
              <a:rPr lang="en-SG" sz="2800" dirty="0"/>
            </a:br>
            <a:r>
              <a:rPr lang="en-SG" sz="2800" dirty="0"/>
              <a:t>Fashioned me with greatest care;</a:t>
            </a:r>
            <a:br>
              <a:rPr lang="en-SG" sz="2800" dirty="0"/>
            </a:br>
            <a:r>
              <a:rPr lang="en-SG" sz="2800" dirty="0"/>
              <a:t>Through my soul You breathed Your Spirit,</a:t>
            </a:r>
            <a:br>
              <a:rPr lang="en-SG" sz="2800" dirty="0"/>
            </a:br>
            <a:r>
              <a:rPr lang="en-SG" sz="2800" dirty="0"/>
              <a:t>Planted Your own image there.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773E16-7868-9D35-50E1-F62DC088ADF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Thanksgiving: 2 of 2</a:t>
            </a:r>
          </a:p>
        </p:txBody>
      </p:sp>
    </p:spTree>
    <p:extLst>
      <p:ext uri="{BB962C8B-B14F-4D97-AF65-F5344CB8AC3E}">
        <p14:creationId xmlns:p14="http://schemas.microsoft.com/office/powerpoint/2010/main" val="1252382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1906155" y="1344885"/>
            <a:ext cx="5331690" cy="2238948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06156" y="1278318"/>
            <a:ext cx="5331690" cy="237208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Offertory</a:t>
            </a:r>
          </a:p>
          <a:p>
            <a:pPr>
              <a:spcAft>
                <a:spcPts val="0"/>
              </a:spcAft>
            </a:pPr>
            <a:r>
              <a:rPr lang="en-US" sz="4400" dirty="0">
                <a:solidFill>
                  <a:schemeClr val="bg1"/>
                </a:solidFill>
              </a:rPr>
              <a:t>757 Bringing In The Sheaves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/>
                <a:cs typeface="Segoe UI"/>
              </a:rPr>
              <a:t>Offertory – 757 Bringing In The Sheaves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1 of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27C6D-3342-C831-3981-C5030CF3B941}"/>
              </a:ext>
            </a:extLst>
          </p:cNvPr>
          <p:cNvSpPr txBox="1"/>
          <p:nvPr/>
        </p:nvSpPr>
        <p:spPr>
          <a:xfrm>
            <a:off x="195610" y="930136"/>
            <a:ext cx="5964555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/>
              <a:t>Sowing in the morning, sowing seeds of kindness,</a:t>
            </a:r>
            <a:br>
              <a:rPr lang="en-SG" sz="2800" dirty="0"/>
            </a:br>
            <a:r>
              <a:rPr lang="en-SG" sz="2800" dirty="0"/>
              <a:t>Sowing in the noontide and the dewy eve;</a:t>
            </a:r>
            <a:br>
              <a:rPr lang="en-SG" sz="2800" dirty="0"/>
            </a:br>
            <a:r>
              <a:rPr lang="en-SG" sz="2800" dirty="0"/>
              <a:t>Waiting for the harvest, and the time of reaping,</a:t>
            </a:r>
            <a:br>
              <a:rPr lang="en-SG" sz="2800" dirty="0"/>
            </a:br>
            <a:r>
              <a:rPr lang="en-SG" sz="2800" dirty="0"/>
              <a:t>We shall come rejoicing, bringing in the sheaves.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DAB77CD-C930-CED9-AA7B-501A2E721A9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B2F24-947B-3DF0-22D3-B633E9D3E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ECD1F-9070-FE43-FF41-7E3587E26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Segoe UI"/>
              </a:rPr>
              <a:t>Offertory – 757 Bringing In The Sheaves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C6833BE-D3BA-8A1A-5D18-688A570B3F1C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0839A9-35CE-FCD5-A548-CCD619C9361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2 of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46ACA8-AA3A-9E32-8494-AEDFE08575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B7B8CF-8AC1-F27B-CE00-1266B0316E83}"/>
              </a:ext>
            </a:extLst>
          </p:cNvPr>
          <p:cNvSpPr txBox="1"/>
          <p:nvPr/>
        </p:nvSpPr>
        <p:spPr>
          <a:xfrm>
            <a:off x="195610" y="923174"/>
            <a:ext cx="5964555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i="1" dirty="0">
                <a:solidFill>
                  <a:srgbClr val="731A02"/>
                </a:solidFill>
              </a:rPr>
              <a:t>Bringing in the sheaves,</a:t>
            </a:r>
            <a:br>
              <a:rPr lang="en-SG" sz="2800" i="1"/>
            </a:br>
            <a:r>
              <a:rPr lang="en-SG" sz="2800" i="1" dirty="0">
                <a:solidFill>
                  <a:srgbClr val="731A02"/>
                </a:solidFill>
              </a:rPr>
              <a:t>Bringing in the sheaves,</a:t>
            </a:r>
            <a:br>
              <a:rPr lang="en-SG" sz="2800" i="1"/>
            </a:br>
            <a:r>
              <a:rPr lang="en-SG" sz="2800" i="1" dirty="0">
                <a:solidFill>
                  <a:srgbClr val="731A02"/>
                </a:solidFill>
              </a:rPr>
              <a:t>We shall come rejoicing, bringing in the sheaves;</a:t>
            </a:r>
            <a:br>
              <a:rPr lang="en-SG" sz="2800" i="1"/>
            </a:br>
            <a:r>
              <a:rPr lang="en-SG" sz="2800" i="1" dirty="0">
                <a:solidFill>
                  <a:srgbClr val="731A02"/>
                </a:solidFill>
              </a:rPr>
              <a:t>Bringing in the sheaves,</a:t>
            </a:r>
            <a:br>
              <a:rPr lang="en-SG" sz="2800" i="1"/>
            </a:br>
            <a:r>
              <a:rPr lang="en-SG" sz="2800" i="1" dirty="0">
                <a:solidFill>
                  <a:srgbClr val="731A02"/>
                </a:solidFill>
              </a:rPr>
              <a:t>Bringing in the sheaves,</a:t>
            </a:r>
            <a:br>
              <a:rPr lang="en-SG" sz="2800" i="1"/>
            </a:br>
            <a:r>
              <a:rPr lang="en-SG" sz="2800" i="1" dirty="0">
                <a:solidFill>
                  <a:srgbClr val="731A02"/>
                </a:solidFill>
              </a:rPr>
              <a:t>We shall come rejoicing, bringing in the sheaves.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3FFC0442-F146-4885-28B2-B1F06F588E2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331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55DF9-8425-9B15-1C9E-7021304D5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AA65C-39C4-AB5F-E996-62B4C83EE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Segoe UI"/>
              </a:rPr>
              <a:t>Offertory – 757 Bringing In The Sheaves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2A463A4-105D-A23C-6F5E-A5888C20AF9B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1E08E7-04B2-9013-E67F-7632A71C553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3 of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E13E55-8671-9F85-90D3-19396335EB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3DA6903-DECE-2AD7-3C4B-CA3063FF6690}"/>
              </a:ext>
            </a:extLst>
          </p:cNvPr>
          <p:cNvSpPr txBox="1"/>
          <p:nvPr/>
        </p:nvSpPr>
        <p:spPr>
          <a:xfrm>
            <a:off x="195610" y="923174"/>
            <a:ext cx="5964555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/>
              <a:t>Sowing in the sunshine, sowing in the shadows,</a:t>
            </a:r>
            <a:br>
              <a:rPr lang="en-SG" sz="2800" dirty="0"/>
            </a:br>
            <a:r>
              <a:rPr lang="en-SG" sz="2800" dirty="0"/>
              <a:t>Fearing neither clouds nor winter's chilling breeze;</a:t>
            </a:r>
            <a:br>
              <a:rPr lang="en-SG" sz="2800" dirty="0"/>
            </a:br>
            <a:r>
              <a:rPr lang="en-SG" sz="2800" dirty="0"/>
              <a:t>By and by the harvest, and the labour ended,</a:t>
            </a:r>
            <a:br>
              <a:rPr lang="en-SG" sz="2800" dirty="0"/>
            </a:br>
            <a:r>
              <a:rPr lang="en-SG" sz="2800" dirty="0"/>
              <a:t>We shall come rejoicing, bringing in the sheaves.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8FB34A5-5398-6CA6-34CE-F26B403EE08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160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B9DE5-F040-34EC-D5EC-C4299F9ED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48650-D0DB-B2CD-9FF9-110AA02E5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Segoe UI"/>
              </a:rPr>
              <a:t>Offertory – 757 Bringing In The Sheaves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83C5800-2B02-ED7D-1E94-D7E4408FA044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DC350C-12BD-B4DA-8F85-27ED8AD586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4 of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9857A1-643B-256B-0282-76300DF069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A789BC-2200-4A7D-107D-AB34174276A4}"/>
              </a:ext>
            </a:extLst>
          </p:cNvPr>
          <p:cNvSpPr txBox="1"/>
          <p:nvPr/>
        </p:nvSpPr>
        <p:spPr>
          <a:xfrm>
            <a:off x="195610" y="923174"/>
            <a:ext cx="5964555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i="1" dirty="0">
                <a:solidFill>
                  <a:srgbClr val="731A02"/>
                </a:solidFill>
              </a:rPr>
              <a:t>Bringing in the sheaves,</a:t>
            </a:r>
            <a:br>
              <a:rPr lang="en-SG" sz="2800" i="1"/>
            </a:br>
            <a:r>
              <a:rPr lang="en-SG" sz="2800" i="1" dirty="0">
                <a:solidFill>
                  <a:srgbClr val="731A02"/>
                </a:solidFill>
              </a:rPr>
              <a:t>Bringing in the sheaves,</a:t>
            </a:r>
            <a:br>
              <a:rPr lang="en-SG" sz="2800" i="1"/>
            </a:br>
            <a:r>
              <a:rPr lang="en-SG" sz="2800" i="1" dirty="0">
                <a:solidFill>
                  <a:srgbClr val="731A02"/>
                </a:solidFill>
              </a:rPr>
              <a:t>We shall come rejoicing, bringing in the sheaves;</a:t>
            </a:r>
            <a:br>
              <a:rPr lang="en-SG" sz="2800" i="1"/>
            </a:br>
            <a:r>
              <a:rPr lang="en-SG" sz="2800" i="1" dirty="0">
                <a:solidFill>
                  <a:srgbClr val="731A02"/>
                </a:solidFill>
              </a:rPr>
              <a:t>Bringing in the sheaves,</a:t>
            </a:r>
            <a:br>
              <a:rPr lang="en-SG" sz="2800" i="1"/>
            </a:br>
            <a:r>
              <a:rPr lang="en-SG" sz="2800" i="1" dirty="0">
                <a:solidFill>
                  <a:srgbClr val="731A02"/>
                </a:solidFill>
              </a:rPr>
              <a:t>Bringing in the sheaves,</a:t>
            </a:r>
            <a:br>
              <a:rPr lang="en-SG" sz="2800" i="1"/>
            </a:br>
            <a:r>
              <a:rPr lang="en-SG" sz="2800" i="1" dirty="0">
                <a:solidFill>
                  <a:srgbClr val="731A02"/>
                </a:solidFill>
              </a:rPr>
              <a:t>We shall come rejoicing, bringing in the sheaves.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2E3B559-EF04-7857-CF4E-806C1DD3162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998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BD6AC-8949-5ED0-9689-DBA2F30E0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4DD7C-43A8-4427-3914-75ACD0A28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Segoe UI"/>
              </a:rPr>
              <a:t>Offertory – 757 Bringing In The Sheaves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F0BEEF-6F2D-5F64-3D19-30F6C9750523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91647-0E42-82C1-A5C4-C4506F33E02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5 of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CEE92A-FD01-89D7-DF74-3A88495B90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DE70FD-85C1-A360-2882-2BF7CF326126}"/>
              </a:ext>
            </a:extLst>
          </p:cNvPr>
          <p:cNvSpPr txBox="1"/>
          <p:nvPr/>
        </p:nvSpPr>
        <p:spPr>
          <a:xfrm>
            <a:off x="195610" y="923174"/>
            <a:ext cx="5964555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/>
              <a:t>Going forth with weeping, sowing for the Master,</a:t>
            </a:r>
            <a:br>
              <a:rPr lang="en-SG" sz="2800" dirty="0"/>
            </a:br>
            <a:r>
              <a:rPr lang="en-SG" sz="2800" dirty="0"/>
              <a:t>Though the loss sustained our spirit often grieves;</a:t>
            </a:r>
            <a:br>
              <a:rPr lang="en-SG" sz="2800" dirty="0"/>
            </a:br>
            <a:r>
              <a:rPr lang="en-SG" sz="2800" dirty="0"/>
              <a:t>When our weeping's over, He will bid us welcome,</a:t>
            </a:r>
            <a:br>
              <a:rPr lang="en-SG" sz="2800" dirty="0"/>
            </a:br>
            <a:r>
              <a:rPr lang="en-SG" sz="2800" dirty="0"/>
              <a:t>We shall come rejoicing, bringing in the sheaves.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872C608D-F186-E98D-5ADD-4E758EF9CFE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816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ABB6C-C5A2-F80E-1486-EF0ACC558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7BEF9-AB34-8AEC-2AB1-4749D6236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Segoe UI"/>
              </a:rPr>
              <a:t>Offertory – 757 Bringing In The Sheaves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DD8D72-1ECA-E0E9-A0E2-211D36FF30EC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3C5DB5-012F-D61F-CFBA-AC52AC08505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6 of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EAA61-BCC7-974D-A85C-191B231E80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FAF04C-66A9-7761-81C8-88E7A93E891C}"/>
              </a:ext>
            </a:extLst>
          </p:cNvPr>
          <p:cNvSpPr txBox="1"/>
          <p:nvPr/>
        </p:nvSpPr>
        <p:spPr>
          <a:xfrm>
            <a:off x="195610" y="923174"/>
            <a:ext cx="5964555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i="1" dirty="0">
                <a:solidFill>
                  <a:srgbClr val="731A02"/>
                </a:solidFill>
              </a:rPr>
              <a:t>Bringing in the sheaves,</a:t>
            </a:r>
            <a:br>
              <a:rPr lang="en-SG" sz="2800" i="1"/>
            </a:br>
            <a:r>
              <a:rPr lang="en-SG" sz="2800" i="1" dirty="0">
                <a:solidFill>
                  <a:srgbClr val="731A02"/>
                </a:solidFill>
              </a:rPr>
              <a:t>Bringing in the sheaves,</a:t>
            </a:r>
            <a:br>
              <a:rPr lang="en-SG" sz="2800" i="1"/>
            </a:br>
            <a:r>
              <a:rPr lang="en-SG" sz="2800" i="1" dirty="0">
                <a:solidFill>
                  <a:srgbClr val="731A02"/>
                </a:solidFill>
              </a:rPr>
              <a:t>We shall come rejoicing, bringing in the sheaves;</a:t>
            </a:r>
            <a:br>
              <a:rPr lang="en-SG" sz="2800" i="1"/>
            </a:br>
            <a:r>
              <a:rPr lang="en-SG" sz="2800" i="1" dirty="0">
                <a:solidFill>
                  <a:srgbClr val="731A02"/>
                </a:solidFill>
              </a:rPr>
              <a:t>Bringing in the sheaves,</a:t>
            </a:r>
            <a:br>
              <a:rPr lang="en-SG" sz="2800" i="1"/>
            </a:br>
            <a:r>
              <a:rPr lang="en-SG" sz="2800" i="1" dirty="0">
                <a:solidFill>
                  <a:srgbClr val="731A02"/>
                </a:solidFill>
              </a:rPr>
              <a:t>Bringing in the sheaves,</a:t>
            </a:r>
            <a:br>
              <a:rPr lang="en-SG" sz="2800" i="1"/>
            </a:br>
            <a:r>
              <a:rPr lang="en-SG" sz="2800" i="1" dirty="0">
                <a:solidFill>
                  <a:srgbClr val="731A02"/>
                </a:solidFill>
              </a:rPr>
              <a:t>We shall come rejoicing, bringing in the sheaves.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E3A3A8D-5FD7-02FE-45F9-FD37241A35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075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Confession – 1165 Come To The </a:t>
            </a:r>
            <a:r>
              <a:rPr lang="en-US" sz="2400" dirty="0" err="1">
                <a:solidFill>
                  <a:schemeClr val="bg1"/>
                </a:solidFill>
              </a:rPr>
              <a:t>Saviour</a:t>
            </a:r>
            <a:r>
              <a:rPr lang="en-US" sz="2400" dirty="0">
                <a:solidFill>
                  <a:schemeClr val="bg1"/>
                </a:solidFill>
              </a:rPr>
              <a:t>, Make No Delay </a:t>
            </a:r>
            <a:endParaRPr lang="en-US" sz="2400" dirty="0">
              <a:latin typeface="Segoe UI"/>
              <a:cs typeface="Segoe UI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21013" y="742295"/>
            <a:ext cx="7301974" cy="440120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/>
              <a:t>Come to the Savior, make no delay;</a:t>
            </a:r>
            <a:br>
              <a:rPr lang="en-SG" sz="2800" dirty="0"/>
            </a:br>
            <a:r>
              <a:rPr lang="en-SG" sz="2800" dirty="0"/>
              <a:t>Here in His word He's shown us the way;</a:t>
            </a:r>
            <a:br>
              <a:rPr lang="en-SG" sz="2800" dirty="0"/>
            </a:br>
            <a:r>
              <a:rPr lang="en-SG" sz="2800" dirty="0"/>
              <a:t>Here in our midst He's standing today,</a:t>
            </a:r>
            <a:br>
              <a:rPr lang="en-SG" sz="2800" dirty="0"/>
            </a:br>
            <a:r>
              <a:rPr lang="en-SG" sz="2800" dirty="0"/>
              <a:t>Tenderly saying, "Come!"</a:t>
            </a:r>
            <a:br>
              <a:rPr lang="en-SG" sz="2800" dirty="0"/>
            </a:br>
            <a:br>
              <a:rPr lang="en-SG" sz="2800" dirty="0"/>
            </a:br>
            <a:r>
              <a:rPr lang="en-SG" sz="2800" i="1" dirty="0">
                <a:solidFill>
                  <a:srgbClr val="731A02"/>
                </a:solidFill>
              </a:rPr>
              <a:t>Joyful, joyful will the meeting be,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When from sin our hearts are pure and free;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And we shall gather, Savior, with Thee,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In our eternal home.</a:t>
            </a: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4522D-C491-AABE-1E91-6F8A0E94101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Confession : 1 of 1</a:t>
            </a: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20F5E-F4AF-7EF5-7562-4C903EE25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ED5DF-FA89-7837-0B24-ADB6FA730AD2}"/>
              </a:ext>
            </a:extLst>
          </p:cNvPr>
          <p:cNvSpPr txBox="1">
            <a:spLocks/>
          </p:cNvSpPr>
          <p:nvPr/>
        </p:nvSpPr>
        <p:spPr>
          <a:xfrm>
            <a:off x="1009567" y="1163680"/>
            <a:ext cx="7124865" cy="2816139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Bringing in the Sheaves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170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We See The Fruitful Harvest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cs typeface="Segoe UI"/>
              </a:rPr>
              <a:t>We See The Fruitful Harvest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14BAA-A1C4-D93D-26CE-AE47C64DB6A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1 of </a:t>
            </a:r>
            <a:r>
              <a:rPr lang="en-SG" sz="1400" dirty="0"/>
              <a:t>3</a:t>
            </a:r>
            <a:endParaRPr 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4042C2-B4E0-CA2C-4D84-9A8D229A26A8}"/>
              </a:ext>
            </a:extLst>
          </p:cNvPr>
          <p:cNvSpPr/>
          <p:nvPr/>
        </p:nvSpPr>
        <p:spPr>
          <a:xfrm>
            <a:off x="519535" y="861020"/>
            <a:ext cx="4783985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/>
              <a:t>We see the fruitful harvest</a:t>
            </a:r>
            <a:br>
              <a:rPr lang="en-SG" sz="2800" dirty="0"/>
            </a:br>
            <a:r>
              <a:rPr lang="en-SG" sz="2800" dirty="0"/>
              <a:t>Our gracious God provides,</a:t>
            </a:r>
            <a:br>
              <a:rPr lang="en-SG" sz="2800" dirty="0"/>
            </a:br>
            <a:r>
              <a:rPr lang="en-SG" sz="2800" dirty="0"/>
              <a:t>And how, in his abundance,</a:t>
            </a:r>
            <a:br>
              <a:rPr lang="en-SG" sz="2800" dirty="0"/>
            </a:br>
            <a:r>
              <a:rPr lang="en-SG" sz="2800" dirty="0"/>
              <a:t>Our needs are satisfied.</a:t>
            </a:r>
            <a:br>
              <a:rPr lang="en-SG" sz="2800" dirty="0"/>
            </a:br>
            <a:r>
              <a:rPr lang="en-SG" sz="2800" dirty="0"/>
              <a:t>He sends the yearly seasons,</a:t>
            </a:r>
            <a:br>
              <a:rPr lang="en-SG" sz="2800" dirty="0"/>
            </a:br>
            <a:r>
              <a:rPr lang="en-SG" sz="2800" dirty="0"/>
              <a:t>And feeds with joy and care;</a:t>
            </a:r>
            <a:br>
              <a:rPr lang="en-SG" sz="2800" dirty="0"/>
            </a:br>
            <a:r>
              <a:rPr lang="en-SG" sz="2800" dirty="0"/>
              <a:t>Pure light and living water</a:t>
            </a:r>
            <a:br>
              <a:rPr lang="en-SG" sz="2800" dirty="0"/>
            </a:br>
            <a:r>
              <a:rPr lang="en-SG" sz="2800" dirty="0"/>
              <a:t>Poured out for all to share.</a:t>
            </a:r>
            <a:endParaRPr lang="en-SG" sz="2800" i="1" dirty="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559088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B8706-63DB-B11C-69B7-77043189E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D550A-C1C4-03FD-AEC3-468DB0AF2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cs typeface="Segoe UI"/>
              </a:rPr>
              <a:t>We See The Fruitful Harvest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3BBADB2-ED54-ED42-A086-59882A89C69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0B5685-E9D6-6AD4-B967-936F95DA6EC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</a:t>
            </a:r>
            <a:r>
              <a:rPr lang="en-SG" sz="1400" dirty="0"/>
              <a:t>2</a:t>
            </a:r>
            <a:r>
              <a:rPr lang="en-US" sz="1400" dirty="0"/>
              <a:t> of </a:t>
            </a:r>
            <a:r>
              <a:rPr lang="en-SG" sz="1400" dirty="0"/>
              <a:t>3</a:t>
            </a:r>
            <a:endParaRPr 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50E190-A4CC-8092-A0A3-F4C5DAA10CB4}"/>
              </a:ext>
            </a:extLst>
          </p:cNvPr>
          <p:cNvSpPr/>
          <p:nvPr/>
        </p:nvSpPr>
        <p:spPr>
          <a:xfrm>
            <a:off x="519535" y="861020"/>
            <a:ext cx="5162357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/>
              <a:t>This world of revelation</a:t>
            </a:r>
            <a:br>
              <a:rPr lang="en-SG" sz="2800" dirty="0"/>
            </a:br>
            <a:r>
              <a:rPr lang="en-SG" sz="2800" dirty="0"/>
              <a:t>Unfolds before our eyes,</a:t>
            </a:r>
            <a:br>
              <a:rPr lang="en-SG" sz="2800" dirty="0"/>
            </a:br>
            <a:r>
              <a:rPr lang="en-SG" sz="2800" dirty="0"/>
              <a:t>The birds sing out God's glories</a:t>
            </a:r>
            <a:br>
              <a:rPr lang="en-SG" sz="2800" dirty="0"/>
            </a:br>
            <a:r>
              <a:rPr lang="en-SG" sz="2800" dirty="0"/>
              <a:t>His wisdom fills the skies.</a:t>
            </a:r>
            <a:br>
              <a:rPr lang="en-SG" sz="2800" dirty="0"/>
            </a:br>
            <a:r>
              <a:rPr lang="en-SG" sz="2800" dirty="0"/>
              <a:t>The seeds are sown to teach us</a:t>
            </a:r>
            <a:br>
              <a:rPr lang="en-SG" sz="2800" dirty="0"/>
            </a:br>
            <a:r>
              <a:rPr lang="en-SG" sz="2800" dirty="0"/>
              <a:t>Of death that leads to life.</a:t>
            </a:r>
            <a:br>
              <a:rPr lang="en-SG" sz="2800" dirty="0"/>
            </a:br>
            <a:r>
              <a:rPr lang="en-SG" sz="2800" dirty="0"/>
              <a:t>The fruitful trees remind us</a:t>
            </a:r>
            <a:br>
              <a:rPr lang="en-SG" sz="2800" dirty="0"/>
            </a:br>
            <a:r>
              <a:rPr lang="en-SG" sz="2800" dirty="0"/>
              <a:t>To live each day in Christ.</a:t>
            </a:r>
            <a:endParaRPr lang="en-SG" sz="2800" i="1" dirty="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6003336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4E83F-CFA4-E7D6-2D03-F4DCB8E31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56AE6-1A66-F183-8425-E84ED50A9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cs typeface="Segoe UI"/>
              </a:rPr>
              <a:t>We See The Fruitful Harvest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AA6609D-6F08-D321-9950-C9E34228164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DF0C7F-EB4A-7EA8-E98A-4A30DC1EA46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</a:t>
            </a:r>
            <a:r>
              <a:rPr lang="en-SG" sz="1400" dirty="0"/>
              <a:t>3</a:t>
            </a:r>
            <a:r>
              <a:rPr lang="en-US" sz="1400" dirty="0"/>
              <a:t> of </a:t>
            </a:r>
            <a:r>
              <a:rPr lang="en-SG" sz="1400" dirty="0"/>
              <a:t>3</a:t>
            </a:r>
            <a:endParaRPr 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C507F0-AC26-1563-44E5-84523651F90C}"/>
              </a:ext>
            </a:extLst>
          </p:cNvPr>
          <p:cNvSpPr/>
          <p:nvPr/>
        </p:nvSpPr>
        <p:spPr>
          <a:xfrm>
            <a:off x="519535" y="861020"/>
            <a:ext cx="5565955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/>
              <a:t>There is another harvest,</a:t>
            </a:r>
            <a:br>
              <a:rPr lang="en-SG" sz="2800" dirty="0"/>
            </a:br>
            <a:r>
              <a:rPr lang="en-SG" sz="2800" dirty="0"/>
              <a:t>The workers are so few.</a:t>
            </a:r>
            <a:br>
              <a:rPr lang="en-SG" sz="2800" dirty="0"/>
            </a:br>
            <a:r>
              <a:rPr lang="en-SG" sz="2800" dirty="0"/>
              <a:t>We'll tend the seeds he's planted</a:t>
            </a:r>
            <a:br>
              <a:rPr lang="en-SG" sz="2800" dirty="0"/>
            </a:br>
            <a:r>
              <a:rPr lang="en-SG" sz="2800" dirty="0"/>
              <a:t>And see his word bear fruit.</a:t>
            </a:r>
            <a:br>
              <a:rPr lang="en-SG" sz="2800" dirty="0"/>
            </a:br>
            <a:r>
              <a:rPr lang="en-SG" sz="2800" dirty="0"/>
              <a:t>Creation groans in longing</a:t>
            </a:r>
            <a:br>
              <a:rPr lang="en-SG" sz="2800" dirty="0"/>
            </a:br>
            <a:r>
              <a:rPr lang="en-SG" sz="2800" dirty="0"/>
              <a:t>For earth to be restored,</a:t>
            </a:r>
            <a:br>
              <a:rPr lang="en-SG" sz="2800" dirty="0"/>
            </a:br>
            <a:r>
              <a:rPr lang="en-SG" sz="2800" dirty="0"/>
              <a:t>That day of celebration:</a:t>
            </a:r>
            <a:br>
              <a:rPr lang="en-SG" sz="2800" dirty="0"/>
            </a:br>
            <a:r>
              <a:rPr lang="en-SG" sz="2800" dirty="0"/>
              <a:t>The harvest of the Lord.</a:t>
            </a:r>
            <a:endParaRPr lang="en-SG" sz="2800" i="1" dirty="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3145003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BB5FEE8-9166-609D-69D4-A0F256C0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8064F-8FEA-7732-AF60-04F2FE84B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</a:t>
            </a:r>
            <a:r>
              <a:rPr lang="en-US" dirty="0">
                <a:cs typeface="Segoe UI"/>
              </a:rPr>
              <a:t>We See The Fruitful Harvest</a:t>
            </a:r>
            <a:endParaRPr lang="en-US" sz="20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56D1E71-1BF5-F60F-4558-3B7E4E099F3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A06A5D-3B75-8DE6-0D59-53A9C570391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2 of 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569F9C-4B9A-ACAD-1B28-41FA1B1FE62F}"/>
              </a:ext>
            </a:extLst>
          </p:cNvPr>
          <p:cNvSpPr/>
          <p:nvPr/>
        </p:nvSpPr>
        <p:spPr>
          <a:xfrm>
            <a:off x="972506" y="701607"/>
            <a:ext cx="7417174" cy="10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9B8B1F-1B96-19B1-3E28-5688644317C4}"/>
              </a:ext>
            </a:extLst>
          </p:cNvPr>
          <p:cNvSpPr/>
          <p:nvPr/>
        </p:nvSpPr>
        <p:spPr>
          <a:xfrm>
            <a:off x="615585" y="1666038"/>
            <a:ext cx="7301974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</a:rPr>
              <a:t>Lord of all the harvest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Creation brings you praise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So we will join the joyful song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Of everything you've made</a:t>
            </a:r>
            <a:endParaRPr lang="en-SG" sz="2800" i="1" dirty="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865212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B19D1F9-DF6B-19BA-C070-7906537E1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1E346-7202-BDF6-AF28-2903DDE61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</a:t>
            </a:r>
            <a:r>
              <a:rPr lang="en-US" dirty="0">
                <a:cs typeface="Segoe UI"/>
              </a:rPr>
              <a:t>We See The Fruitful Harvest</a:t>
            </a:r>
            <a:endParaRPr lang="en-US" sz="20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236AF33-3310-9FA1-6E24-81028AB0B19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31926E-6E24-9F52-7FF0-44B0AB26C26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4 of 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116222-AECA-9252-B9C0-EE41E36E2043}"/>
              </a:ext>
            </a:extLst>
          </p:cNvPr>
          <p:cNvSpPr/>
          <p:nvPr/>
        </p:nvSpPr>
        <p:spPr>
          <a:xfrm>
            <a:off x="972506" y="701607"/>
            <a:ext cx="7417174" cy="10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29B99C-E956-6C92-7562-3EBC166C4FF2}"/>
              </a:ext>
            </a:extLst>
          </p:cNvPr>
          <p:cNvSpPr/>
          <p:nvPr/>
        </p:nvSpPr>
        <p:spPr>
          <a:xfrm>
            <a:off x="615585" y="1666038"/>
            <a:ext cx="7301974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</a:rPr>
              <a:t>Lord of all the harvest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Creation brings you praise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So we will join the joyful song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Of everything you've made</a:t>
            </a:r>
            <a:endParaRPr lang="en-SG" sz="2800" i="1" dirty="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536156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C307F55-874D-C7AE-6A6C-CEA2E278D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9BF08-A240-0A31-E5F3-F454E3581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</a:t>
            </a:r>
            <a:r>
              <a:rPr lang="en-US" dirty="0">
                <a:cs typeface="Segoe UI"/>
              </a:rPr>
              <a:t>We See The Fruitful Harvest</a:t>
            </a:r>
            <a:endParaRPr lang="en-US" sz="20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F1ADCFD-06C9-51F0-184F-FFD9669407F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794C88-726F-A65D-5A43-FE58BCE42AE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6 of 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C1CC08-DE02-384D-23F5-966C4CED6AD6}"/>
              </a:ext>
            </a:extLst>
          </p:cNvPr>
          <p:cNvSpPr/>
          <p:nvPr/>
        </p:nvSpPr>
        <p:spPr>
          <a:xfrm>
            <a:off x="972506" y="701607"/>
            <a:ext cx="7417174" cy="10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4F9581-F845-6B7E-FB1F-FD35EB34AA95}"/>
              </a:ext>
            </a:extLst>
          </p:cNvPr>
          <p:cNvSpPr/>
          <p:nvPr/>
        </p:nvSpPr>
        <p:spPr>
          <a:xfrm>
            <a:off x="615585" y="1666038"/>
            <a:ext cx="7301974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</a:rPr>
              <a:t>Lord of all the harvest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Creation brings you praise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So we will join the joyful song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Of everything you've made</a:t>
            </a:r>
            <a:endParaRPr lang="en-SG" sz="2800" i="1" dirty="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3903762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25BFD-03C3-4CF7-B5CE-B801F4CC7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63C6A-68B9-D5B5-FC17-961BF0258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Sing To The Lord Of Harvest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C961C-FAC0-1B00-C07D-5BF516583F7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5649431E-7F72-6BBF-EAC3-31F6FE97E8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961982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9600E-CD2F-E4D1-B70C-1A437204A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3E64F-D695-475E-C454-DD244BB12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</a:t>
            </a:r>
            <a:r>
              <a:rPr lang="en-US" dirty="0">
                <a:cs typeface="Segoe UI"/>
              </a:rPr>
              <a:t>Sing To The Lord Of Harvest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114476A-AB81-C034-90AA-C81375CC9BD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9E7F25-BFED-310D-3A5F-9CDE3312838C}"/>
              </a:ext>
            </a:extLst>
          </p:cNvPr>
          <p:cNvSpPr txBox="1"/>
          <p:nvPr/>
        </p:nvSpPr>
        <p:spPr>
          <a:xfrm>
            <a:off x="2097934" y="802035"/>
            <a:ext cx="4948132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/>
              <a:t>Sing to the Lord of harvest,</a:t>
            </a:r>
            <a:br>
              <a:rPr lang="en-SG" sz="2800" dirty="0"/>
            </a:br>
            <a:r>
              <a:rPr lang="en-SG" sz="2800" dirty="0"/>
              <a:t>Sing songs of love and praise;</a:t>
            </a:r>
            <a:br>
              <a:rPr lang="en-SG" sz="2800" dirty="0"/>
            </a:br>
            <a:r>
              <a:rPr lang="en-SG" sz="2800" dirty="0"/>
              <a:t>With joyful hearts and voices</a:t>
            </a:r>
            <a:br>
              <a:rPr lang="en-SG" sz="2800" dirty="0"/>
            </a:br>
            <a:r>
              <a:rPr lang="en-SG" sz="2800" dirty="0"/>
              <a:t>Your alleluias raise.</a:t>
            </a:r>
            <a:br>
              <a:rPr lang="en-SG" sz="2800" dirty="0"/>
            </a:br>
            <a:r>
              <a:rPr lang="en-SG" sz="2800" dirty="0"/>
              <a:t>By Him the rolling seasons</a:t>
            </a:r>
            <a:br>
              <a:rPr lang="en-SG" sz="2800" dirty="0"/>
            </a:br>
            <a:r>
              <a:rPr lang="en-SG" sz="2800" dirty="0"/>
              <a:t>In fruitful order move;</a:t>
            </a:r>
            <a:br>
              <a:rPr lang="en-SG" sz="2800" dirty="0"/>
            </a:br>
            <a:r>
              <a:rPr lang="en-SG" sz="2800" dirty="0"/>
              <a:t>Sing to the Lord of harvest</a:t>
            </a:r>
            <a:br>
              <a:rPr lang="en-SG" sz="2800" dirty="0"/>
            </a:br>
            <a:r>
              <a:rPr lang="en-SG" sz="2800" dirty="0"/>
              <a:t>A joyful song of love.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121B4-1C30-A27B-F90B-A411361893D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 : 1 of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0E93E1-E4C1-D810-0230-7CBF8C72CC5C}"/>
              </a:ext>
            </a:extLst>
          </p:cNvPr>
          <p:cNvSpPr txBox="1"/>
          <p:nvPr/>
        </p:nvSpPr>
        <p:spPr>
          <a:xfrm>
            <a:off x="-2036" y="620193"/>
            <a:ext cx="1571367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000" dirty="0"/>
              <a:t>&lt;Unison&gt;</a:t>
            </a:r>
            <a:endParaRPr lang="en-US" sz="20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2397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E7C2A-B5D9-55F9-C3B9-1ADFBF36E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BA5B-2B85-696A-E583-B515EB802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</a:t>
            </a:r>
            <a:r>
              <a:rPr lang="en-US" dirty="0">
                <a:cs typeface="Segoe UI"/>
              </a:rPr>
              <a:t>Sing To The Lord Of Harvest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5D6D05-257C-4F31-457B-95FA8B92F7C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4C6D86-E6AE-0893-6533-58CA01B7DE72}"/>
              </a:ext>
            </a:extLst>
          </p:cNvPr>
          <p:cNvSpPr txBox="1"/>
          <p:nvPr/>
        </p:nvSpPr>
        <p:spPr>
          <a:xfrm>
            <a:off x="1473567" y="802035"/>
            <a:ext cx="6196865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/>
              <a:t>God makes the clouds drop fatness,</a:t>
            </a:r>
            <a:br>
              <a:rPr lang="en-SG" sz="2800" dirty="0"/>
            </a:br>
            <a:r>
              <a:rPr lang="en-SG" sz="2800" dirty="0"/>
              <a:t>The deserts bloom and spring,</a:t>
            </a:r>
            <a:br>
              <a:rPr lang="en-SG" sz="2800" dirty="0"/>
            </a:br>
            <a:r>
              <a:rPr lang="en-SG" sz="2800" dirty="0"/>
              <a:t>The hills leap up in gladness,</a:t>
            </a:r>
            <a:br>
              <a:rPr lang="en-SG" sz="2800" dirty="0"/>
            </a:br>
            <a:r>
              <a:rPr lang="en-SG" sz="2800" dirty="0"/>
              <a:t>The valleys laugh and sing.</a:t>
            </a:r>
            <a:br>
              <a:rPr lang="en-SG" sz="2800" dirty="0"/>
            </a:br>
            <a:r>
              <a:rPr lang="en-SG" sz="2800" dirty="0"/>
              <a:t>He fills from His great fullness,</a:t>
            </a:r>
            <a:br>
              <a:rPr lang="en-SG" sz="2800" dirty="0"/>
            </a:br>
            <a:r>
              <a:rPr lang="en-SG" sz="2800" dirty="0"/>
              <a:t>All things with large increase;</a:t>
            </a:r>
            <a:br>
              <a:rPr lang="en-SG" sz="2800" dirty="0"/>
            </a:br>
            <a:r>
              <a:rPr lang="en-SG" sz="2800" dirty="0"/>
              <a:t>He crowns the year with goodness,</a:t>
            </a:r>
            <a:br>
              <a:rPr lang="en-SG" sz="2800" dirty="0"/>
            </a:br>
            <a:r>
              <a:rPr lang="en-SG" sz="2800" dirty="0"/>
              <a:t>With plenty, and with peace.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A6FF0A-1653-8DF1-3083-C2D67E7217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 : 2 of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626544-4537-75B8-6DCD-610971620596}"/>
              </a:ext>
            </a:extLst>
          </p:cNvPr>
          <p:cNvSpPr txBox="1"/>
          <p:nvPr/>
        </p:nvSpPr>
        <p:spPr>
          <a:xfrm>
            <a:off x="-2036" y="620193"/>
            <a:ext cx="1571367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000" dirty="0"/>
              <a:t>&lt;Women&gt;</a:t>
            </a:r>
            <a:endParaRPr lang="en-US" sz="20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715363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7CB54-363C-D6E4-6E37-0AF6E2021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0E8C8-8541-1ED5-910C-09AB0050D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</a:t>
            </a:r>
            <a:r>
              <a:rPr lang="en-US" dirty="0">
                <a:cs typeface="Segoe UI"/>
              </a:rPr>
              <a:t>Sing To The Lord Of Harvest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B80FAB1-1669-CF45-678D-49B2D47B59E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47BBAA-B146-25CE-ED34-283D50E00351}"/>
              </a:ext>
            </a:extLst>
          </p:cNvPr>
          <p:cNvSpPr txBox="1"/>
          <p:nvPr/>
        </p:nvSpPr>
        <p:spPr>
          <a:xfrm>
            <a:off x="1900304" y="802035"/>
            <a:ext cx="5343391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/>
              <a:t>Heap on the sacred altar</a:t>
            </a:r>
            <a:br>
              <a:rPr lang="en-SG" sz="2800" dirty="0"/>
            </a:br>
            <a:r>
              <a:rPr lang="en-SG" sz="2800" dirty="0"/>
              <a:t>The gifts His goodness gave,</a:t>
            </a:r>
            <a:br>
              <a:rPr lang="en-SG" sz="2800" dirty="0"/>
            </a:br>
            <a:r>
              <a:rPr lang="en-SG" sz="2800" dirty="0"/>
              <a:t>The golden sheaves of harvest,</a:t>
            </a:r>
            <a:br>
              <a:rPr lang="en-SG" sz="2800" dirty="0"/>
            </a:br>
            <a:r>
              <a:rPr lang="en-SG" sz="2800" dirty="0"/>
              <a:t>The souls Christ died to save.</a:t>
            </a:r>
            <a:br>
              <a:rPr lang="en-SG" sz="2800" dirty="0"/>
            </a:br>
            <a:r>
              <a:rPr lang="en-SG" sz="2800" dirty="0"/>
              <a:t>Your hearts lay down before Him</a:t>
            </a:r>
            <a:br>
              <a:rPr lang="en-SG" sz="2800" dirty="0"/>
            </a:br>
            <a:r>
              <a:rPr lang="en-SG" sz="2800" dirty="0"/>
              <a:t>When at His feet you fall,</a:t>
            </a:r>
            <a:br>
              <a:rPr lang="en-SG" sz="2800" dirty="0"/>
            </a:br>
            <a:r>
              <a:rPr lang="en-SG" sz="2800" dirty="0"/>
              <a:t>And with your lives adore Him</a:t>
            </a:r>
            <a:br>
              <a:rPr lang="en-SG" sz="2800" dirty="0"/>
            </a:br>
            <a:r>
              <a:rPr lang="en-SG" sz="2800" dirty="0"/>
              <a:t>Who gave His life for all.</a:t>
            </a:r>
            <a:endParaRPr lang="en-US" sz="2800" dirty="0"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61908C-1F92-F6BC-51DE-F3FE9FB2F83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 : 3 of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3D94E2-9F83-D107-782F-1A9F72EA67DF}"/>
              </a:ext>
            </a:extLst>
          </p:cNvPr>
          <p:cNvSpPr txBox="1"/>
          <p:nvPr/>
        </p:nvSpPr>
        <p:spPr>
          <a:xfrm>
            <a:off x="-2036" y="620193"/>
            <a:ext cx="1571367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000" dirty="0"/>
              <a:t>&lt;Unison&gt;</a:t>
            </a:r>
            <a:endParaRPr lang="en-US" sz="20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8397029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FCBAD-673B-EB18-FF47-199C96A60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6C97E-D088-823A-8D74-8B3FE4366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751 </a:t>
            </a:r>
            <a:r>
              <a:rPr lang="en-US" dirty="0">
                <a:latin typeface="Segoe UI"/>
                <a:cs typeface="Segoe UI"/>
              </a:rPr>
              <a:t>To The Work!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05162-5C65-41B5-E5B0-257EA751F21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45D09D94-75BC-573D-9E9A-51D04BD576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38427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ABBAD-BD50-0F90-9E40-4B1F98E36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90570-C7BB-88D9-9CF9-F1E2C001F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751 </a:t>
            </a:r>
            <a:r>
              <a:rPr lang="en-US" dirty="0">
                <a:cs typeface="Segoe UI"/>
              </a:rPr>
              <a:t>To The Work!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98EED27-A5C4-B31A-C73F-A57F0F85CFF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DC4A3A-E057-96AD-F3D7-4CD355656C7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1 of 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3CBF08-A96F-CB4F-FA9C-16CD6D796E8D}"/>
              </a:ext>
            </a:extLst>
          </p:cNvPr>
          <p:cNvSpPr/>
          <p:nvPr/>
        </p:nvSpPr>
        <p:spPr>
          <a:xfrm>
            <a:off x="519535" y="861020"/>
            <a:ext cx="4783985" cy="359072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/>
              <a:t>To the work! to the work! </a:t>
            </a:r>
          </a:p>
          <a:p>
            <a:pPr>
              <a:spcAft>
                <a:spcPts val="400"/>
              </a:spcAft>
            </a:pPr>
            <a:r>
              <a:rPr lang="en-SG" sz="2800" dirty="0"/>
              <a:t>We are servants of God,</a:t>
            </a:r>
            <a:br>
              <a:rPr lang="en-SG" sz="2800" dirty="0"/>
            </a:br>
            <a:r>
              <a:rPr lang="en-SG" sz="2800" dirty="0"/>
              <a:t>Let us follow the path that Our Master has trod;</a:t>
            </a:r>
            <a:br>
              <a:rPr lang="en-SG" sz="2800" dirty="0"/>
            </a:br>
            <a:r>
              <a:rPr lang="en-SG" sz="2800" dirty="0"/>
              <a:t>With the balm of His counsel Our strength to renew,</a:t>
            </a:r>
            <a:br>
              <a:rPr lang="en-SG" sz="2800" dirty="0"/>
            </a:br>
            <a:r>
              <a:rPr lang="en-SG" sz="2800" dirty="0"/>
              <a:t>Let us do with our might What our hands find to do.</a:t>
            </a:r>
            <a:endParaRPr lang="en-SG" sz="2800" i="1" dirty="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381839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27442-87EF-4F43-D6B1-49B56BDEC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67C0-142A-FA25-669E-329A27469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751 </a:t>
            </a:r>
            <a:r>
              <a:rPr lang="en-US" dirty="0">
                <a:cs typeface="Segoe UI"/>
              </a:rPr>
              <a:t>To The Work!</a:t>
            </a:r>
            <a:endParaRPr lang="en-US" sz="20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0B34746-5D7B-5FC0-6E68-9DCD6482531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A21DDC-5D90-0A42-5904-1AF706BA414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2 of 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B9D0FE-F8D8-F694-2090-8D9021423A47}"/>
              </a:ext>
            </a:extLst>
          </p:cNvPr>
          <p:cNvSpPr/>
          <p:nvPr/>
        </p:nvSpPr>
        <p:spPr>
          <a:xfrm>
            <a:off x="972506" y="701607"/>
            <a:ext cx="7417174" cy="10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390470-52EE-D796-87A7-CC887B9966C3}"/>
              </a:ext>
            </a:extLst>
          </p:cNvPr>
          <p:cNvSpPr/>
          <p:nvPr/>
        </p:nvSpPr>
        <p:spPr>
          <a:xfrm>
            <a:off x="615585" y="1666038"/>
            <a:ext cx="7301974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</a:rPr>
              <a:t>Toiling on, toiling on,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Toiling on, toiling on: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Let us hope, let us watch,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And labour till the Master comes.</a:t>
            </a:r>
            <a:endParaRPr lang="en-SG" sz="2800" i="1" dirty="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2679885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FC242-7DE9-AE0D-18EA-243AED923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A0929-BEE7-815E-2BB7-903C35743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751 </a:t>
            </a:r>
            <a:r>
              <a:rPr lang="en-US" dirty="0">
                <a:cs typeface="Segoe UI"/>
              </a:rPr>
              <a:t>To The Work!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410D857-D80E-3AA0-BE84-4E646B20A3B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FB171-E3CE-61AE-A7A4-63549A7B695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3 of 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4F26D0-093D-ECFF-BEEE-298A69600E1B}"/>
              </a:ext>
            </a:extLst>
          </p:cNvPr>
          <p:cNvSpPr/>
          <p:nvPr/>
        </p:nvSpPr>
        <p:spPr>
          <a:xfrm>
            <a:off x="519535" y="861020"/>
            <a:ext cx="4783985" cy="359072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/>
              <a:t>To the work! to the work! </a:t>
            </a:r>
          </a:p>
          <a:p>
            <a:pPr>
              <a:spcAft>
                <a:spcPts val="400"/>
              </a:spcAft>
            </a:pPr>
            <a:r>
              <a:rPr lang="en-SG" sz="2800" dirty="0"/>
              <a:t>Let the hungry be fed;</a:t>
            </a:r>
            <a:br>
              <a:rPr lang="en-SG" sz="2800" dirty="0"/>
            </a:br>
            <a:r>
              <a:rPr lang="en-SG" sz="2800" dirty="0"/>
              <a:t>To the fountain of life let the Weary be led;</a:t>
            </a:r>
            <a:br>
              <a:rPr lang="en-SG" sz="2800" dirty="0"/>
            </a:br>
            <a:r>
              <a:rPr lang="en-SG" sz="2800" dirty="0"/>
              <a:t>In the cross and its banner Our glory shall be,</a:t>
            </a:r>
            <a:br>
              <a:rPr lang="en-SG" sz="2800" dirty="0"/>
            </a:br>
            <a:r>
              <a:rPr lang="en-SG" sz="2800" dirty="0"/>
              <a:t>While we herald the tidings, "Salvation is free!"</a:t>
            </a:r>
            <a:endParaRPr lang="en-SG" sz="2800" i="1" dirty="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9517296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6F2FD-B14B-1117-A81B-8480CBCE3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2A24-AA3A-79A5-4312-2634A2133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751 </a:t>
            </a:r>
            <a:r>
              <a:rPr lang="en-US" dirty="0">
                <a:cs typeface="Segoe UI"/>
              </a:rPr>
              <a:t>To The Work!</a:t>
            </a:r>
            <a:endParaRPr lang="en-US" sz="20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6B84254-2498-19E6-E37F-40CD1A6AC78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55FB30-FF04-8031-1320-73A2D44848C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4 of 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4B340C-044B-954B-8624-59D60B7F0EA5}"/>
              </a:ext>
            </a:extLst>
          </p:cNvPr>
          <p:cNvSpPr/>
          <p:nvPr/>
        </p:nvSpPr>
        <p:spPr>
          <a:xfrm>
            <a:off x="972506" y="701607"/>
            <a:ext cx="7417174" cy="10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24CE02-3FCB-B8BA-A918-3237FBAE504D}"/>
              </a:ext>
            </a:extLst>
          </p:cNvPr>
          <p:cNvSpPr/>
          <p:nvPr/>
        </p:nvSpPr>
        <p:spPr>
          <a:xfrm>
            <a:off x="615585" y="1666038"/>
            <a:ext cx="7301974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</a:rPr>
              <a:t>Toiling on, toiling on,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Toiling on, toiling on: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Let us hope, let us watch,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And labour till the Master comes.</a:t>
            </a:r>
            <a:endParaRPr lang="en-SG" sz="2800" i="1" dirty="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1237752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78712-3236-1449-04D5-D3F1CA0AD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5D6DB-7A39-4D1E-C7CE-4E59AF55B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751 </a:t>
            </a:r>
            <a:r>
              <a:rPr lang="en-US" dirty="0">
                <a:cs typeface="Segoe UI"/>
              </a:rPr>
              <a:t>To The Work!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8A576AA-FD7F-C2F5-80BF-DDD348AC452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D3C083-C9E1-275D-3CA9-60D2FEB4523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5 of 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4C13AB-CB29-F10B-60EC-B67AF858B0C4}"/>
              </a:ext>
            </a:extLst>
          </p:cNvPr>
          <p:cNvSpPr/>
          <p:nvPr/>
        </p:nvSpPr>
        <p:spPr>
          <a:xfrm>
            <a:off x="519535" y="861020"/>
            <a:ext cx="4783985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/>
              <a:t>To the work! to the work! There is labour for all;</a:t>
            </a:r>
            <a:br>
              <a:rPr lang="en-SG" sz="2800" dirty="0"/>
            </a:br>
            <a:r>
              <a:rPr lang="en-SG" sz="2800" dirty="0"/>
              <a:t>For the kingdom of darkness And error shall fall;</a:t>
            </a:r>
            <a:br>
              <a:rPr lang="en-SG" sz="2800" dirty="0"/>
            </a:br>
            <a:r>
              <a:rPr lang="en-SG" sz="2800" dirty="0"/>
              <a:t>And the name of Jehovah Exalted shall be,</a:t>
            </a:r>
            <a:br>
              <a:rPr lang="en-SG" sz="2800" dirty="0"/>
            </a:br>
            <a:r>
              <a:rPr lang="en-SG" sz="2800" dirty="0"/>
              <a:t>In the loud-swelling chorus, "Salvation is free!"</a:t>
            </a:r>
            <a:endParaRPr lang="en-SG" sz="2800" i="1" dirty="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8485805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2732C-7D23-F986-66F7-CBC1C133C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8EEDF-84AB-04C2-01A4-725397FE8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751 </a:t>
            </a:r>
            <a:r>
              <a:rPr lang="en-US" dirty="0">
                <a:cs typeface="Segoe UI"/>
              </a:rPr>
              <a:t>To The Work!</a:t>
            </a:r>
            <a:endParaRPr lang="en-US" sz="20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224E358-16AF-DC93-8480-F0C1550A1CB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F67C25-AB6D-5F40-F152-51AD66E2671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6 of 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8EBD3B-7A57-8095-4E90-468E420B5567}"/>
              </a:ext>
            </a:extLst>
          </p:cNvPr>
          <p:cNvSpPr/>
          <p:nvPr/>
        </p:nvSpPr>
        <p:spPr>
          <a:xfrm>
            <a:off x="972506" y="701607"/>
            <a:ext cx="7417174" cy="10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2C2AC9-8116-2A24-5458-49FC622CB690}"/>
              </a:ext>
            </a:extLst>
          </p:cNvPr>
          <p:cNvSpPr/>
          <p:nvPr/>
        </p:nvSpPr>
        <p:spPr>
          <a:xfrm>
            <a:off x="615585" y="1666038"/>
            <a:ext cx="7301974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</a:rPr>
              <a:t>Toiling on, toiling on,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Toiling on, toiling on: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Let us hope, let us watch,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And labour till the Master comes.</a:t>
            </a:r>
            <a:endParaRPr lang="en-SG" sz="2800" i="1" dirty="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7820137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B8FF7-65AF-00CB-EF55-1E132CA3A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84001-407C-EEFC-AC38-49CFAEB81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751 </a:t>
            </a:r>
            <a:r>
              <a:rPr lang="en-US" dirty="0">
                <a:cs typeface="Segoe UI"/>
              </a:rPr>
              <a:t>To The Work!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2C894EA-7F8D-6687-81C4-A84A5EA7088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0F607D-2B02-F56A-07FB-B6808F58363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7 of 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F60722-A846-DE53-74AB-37D4BE44B597}"/>
              </a:ext>
            </a:extLst>
          </p:cNvPr>
          <p:cNvSpPr/>
          <p:nvPr/>
        </p:nvSpPr>
        <p:spPr>
          <a:xfrm>
            <a:off x="519535" y="861020"/>
            <a:ext cx="4865966" cy="359072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/>
              <a:t>To the work! to the work! </a:t>
            </a:r>
          </a:p>
          <a:p>
            <a:pPr>
              <a:spcAft>
                <a:spcPts val="400"/>
              </a:spcAft>
            </a:pPr>
            <a:r>
              <a:rPr lang="en-SG" sz="2800" dirty="0"/>
              <a:t>In the strength of the Lord,</a:t>
            </a:r>
            <a:br>
              <a:rPr lang="en-SG" sz="2800" dirty="0"/>
            </a:br>
            <a:r>
              <a:rPr lang="en-SG" sz="2800" dirty="0"/>
              <a:t>And a robe and a crown shall Our labour reward;</a:t>
            </a:r>
            <a:br>
              <a:rPr lang="en-SG" sz="2800" dirty="0"/>
            </a:br>
            <a:r>
              <a:rPr lang="en-SG" sz="2800" dirty="0"/>
              <a:t>When the home of the Faithful our dwelling shall be,</a:t>
            </a:r>
            <a:br>
              <a:rPr lang="en-SG" sz="2800" dirty="0"/>
            </a:br>
            <a:r>
              <a:rPr lang="en-SG" sz="2800" dirty="0"/>
              <a:t>And we shout with the Ransomed, "Salvation is free!"</a:t>
            </a:r>
            <a:endParaRPr lang="en-SG" sz="2800" i="1" dirty="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2680408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CEA62-0BF6-E6C7-8481-0B1383D4C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86793-4DFF-20A0-2671-23420035F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751 </a:t>
            </a:r>
            <a:r>
              <a:rPr lang="en-US" dirty="0">
                <a:cs typeface="Segoe UI"/>
              </a:rPr>
              <a:t>To The Work!</a:t>
            </a:r>
            <a:endParaRPr lang="en-US" sz="20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EE08952-AB94-FC23-B617-9A59540166F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7FE33-ADAE-BCA9-B97C-50D77FD37A3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8 of 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43ECB0-CC82-BA38-FC82-74D379CA0F73}"/>
              </a:ext>
            </a:extLst>
          </p:cNvPr>
          <p:cNvSpPr/>
          <p:nvPr/>
        </p:nvSpPr>
        <p:spPr>
          <a:xfrm>
            <a:off x="972506" y="701607"/>
            <a:ext cx="7417174" cy="10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E8380D-F6D1-1E5B-95C5-7DC70F4C7158}"/>
              </a:ext>
            </a:extLst>
          </p:cNvPr>
          <p:cNvSpPr/>
          <p:nvPr/>
        </p:nvSpPr>
        <p:spPr>
          <a:xfrm>
            <a:off x="615585" y="1666038"/>
            <a:ext cx="7301974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</a:rPr>
              <a:t>Toiling on, toiling on,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Toiling on, toiling on: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Let us hope, let us watch,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And labour till the Master comes.</a:t>
            </a:r>
            <a:endParaRPr lang="en-SG" sz="2800" i="1" dirty="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9703655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745 Count Your Blessings</a:t>
            </a:r>
            <a:endParaRPr lang="en-US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745 Count Your Blessings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1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621223" y="900211"/>
            <a:ext cx="4638154" cy="381642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/>
              <a:t>When upon life's billows You are tempest tossed,</a:t>
            </a:r>
            <a:br>
              <a:rPr lang="en-SG" sz="2800" dirty="0"/>
            </a:br>
            <a:r>
              <a:rPr lang="en-SG" sz="2800" dirty="0"/>
              <a:t>When you are discouraged, Thinking all is lost,</a:t>
            </a:r>
            <a:br>
              <a:rPr lang="en-SG" sz="2800" dirty="0"/>
            </a:br>
            <a:r>
              <a:rPr lang="en-SG" sz="2800" dirty="0"/>
              <a:t>Count your many blessings, Name them one by one,</a:t>
            </a:r>
            <a:br>
              <a:rPr lang="en-SG" sz="2800" dirty="0"/>
            </a:br>
            <a:r>
              <a:rPr lang="en-SG" sz="2800" dirty="0"/>
              <a:t>And it will surprise you what The Lord hath done.</a:t>
            </a:r>
            <a:br>
              <a:rPr lang="en-SG" sz="2800" dirty="0">
                <a:latin typeface="Segoe UI"/>
                <a:cs typeface="Segoe UI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774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63482-863C-67DA-CD42-A79A018D5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9733-FC3E-0FF0-CEFA-1C8274010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745 Count Your Blessings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F098E-92C0-9CF9-D393-2A240CD93E1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5584EB-F7E4-4C12-E7EA-1A9A33CBD7A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2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E38D86-5B47-61F9-0C3D-3376BFACA96F}"/>
              </a:ext>
            </a:extLst>
          </p:cNvPr>
          <p:cNvSpPr/>
          <p:nvPr/>
        </p:nvSpPr>
        <p:spPr>
          <a:xfrm>
            <a:off x="624439" y="969578"/>
            <a:ext cx="7718720" cy="310854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731A02"/>
                </a:solidFill>
              </a:rPr>
              <a:t>Count your blessings, 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name them One by one;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Count your blessings, 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see what God hath done;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Count your blessings, 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name them One by one;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And it will surprise you what the Lord hath done</a:t>
            </a:r>
            <a:endParaRPr lang="en-SG" sz="2800" b="0" i="0">
              <a:solidFill>
                <a:srgbClr val="000000"/>
              </a:solidFill>
              <a:effectLst/>
              <a:latin typeface="Segoe UI" panose="020B0502040204020203" pitchFamily="34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77586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297D8-6DC3-B649-CF9F-A70F09EDA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0857A-96CF-1B30-9B05-3B5EB414E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745 Count Your Blessings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DBD6B-101C-5269-0E43-EB6DB52701C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88DC14-59F8-6955-3DB2-ADC0372A665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3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A94CC6-7BC8-9A66-CB5E-FB91DA51109A}"/>
              </a:ext>
            </a:extLst>
          </p:cNvPr>
          <p:cNvSpPr/>
          <p:nvPr/>
        </p:nvSpPr>
        <p:spPr>
          <a:xfrm>
            <a:off x="621223" y="900211"/>
            <a:ext cx="4638154" cy="381642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/>
              <a:t>Are you ever burdened with A load of care?</a:t>
            </a:r>
            <a:br>
              <a:rPr lang="en-SG" sz="2800" dirty="0"/>
            </a:br>
            <a:r>
              <a:rPr lang="en-SG" sz="2800" dirty="0"/>
              <a:t>Does the cross seem heavy You are called to bear?</a:t>
            </a:r>
            <a:br>
              <a:rPr lang="en-SG" sz="2800" dirty="0"/>
            </a:br>
            <a:r>
              <a:rPr lang="en-SG" sz="2800" dirty="0"/>
              <a:t>Count your many blessings, </a:t>
            </a:r>
            <a:r>
              <a:rPr lang="en-SG" sz="2800" dirty="0" err="1"/>
              <a:t>Ev'ry</a:t>
            </a:r>
            <a:r>
              <a:rPr lang="en-SG" sz="2800" dirty="0"/>
              <a:t> doubt will fly,</a:t>
            </a:r>
            <a:br>
              <a:rPr lang="en-SG" sz="2800" dirty="0"/>
            </a:br>
            <a:r>
              <a:rPr lang="en-SG" sz="2800" dirty="0"/>
              <a:t>And you will be singing as The days go by.</a:t>
            </a:r>
            <a:br>
              <a:rPr lang="en-SG" sz="2800" dirty="0">
                <a:latin typeface="Segoe UI"/>
                <a:cs typeface="Segoe UI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0660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57A62-4A72-BE9D-88A4-6D88E18F9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F96E2-4F12-93BB-4D46-EA1615D4C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745 Count Your Blessings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DDC6D-7B79-817D-2886-439BDFD62EA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A44C74-89F2-BE3B-5535-DEC6AFD16CA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4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01BDE6-C04B-73D7-2656-378BAD2F624C}"/>
              </a:ext>
            </a:extLst>
          </p:cNvPr>
          <p:cNvSpPr/>
          <p:nvPr/>
        </p:nvSpPr>
        <p:spPr>
          <a:xfrm>
            <a:off x="624439" y="969578"/>
            <a:ext cx="7718720" cy="310854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731A02"/>
                </a:solidFill>
              </a:rPr>
              <a:t>Count your blessings, 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name them One by one;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Count your blessings, 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see what God hath done;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Count your blessings, 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name them One by one;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And it will surprise you what the Lord hath done</a:t>
            </a:r>
            <a:endParaRPr lang="en-SG" sz="2800" b="0" i="0">
              <a:solidFill>
                <a:srgbClr val="000000"/>
              </a:solidFill>
              <a:effectLst/>
              <a:latin typeface="Segoe UI" panose="020B0502040204020203" pitchFamily="34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528660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F1CCE-AA65-A19F-339D-2319A585A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96C28-D515-3B14-6685-9C6F7F3B1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745 Count Your Blessings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D2ED4-C1D4-DCA0-2E92-5E14CA7E4D4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5ED1B5-AD0D-E1D0-E5AA-B923674823B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5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D72B69-593F-30F7-42A6-FC04531F6DF2}"/>
              </a:ext>
            </a:extLst>
          </p:cNvPr>
          <p:cNvSpPr/>
          <p:nvPr/>
        </p:nvSpPr>
        <p:spPr>
          <a:xfrm>
            <a:off x="621223" y="900211"/>
            <a:ext cx="5073282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/>
              <a:t>When you look at others With their lands and gold,</a:t>
            </a:r>
            <a:br>
              <a:rPr lang="en-SG" sz="2800" dirty="0"/>
            </a:br>
            <a:r>
              <a:rPr lang="en-SG" sz="2800" dirty="0"/>
              <a:t>Think that Christ has Promised You His wealth untold;</a:t>
            </a:r>
            <a:br>
              <a:rPr lang="en-SG" sz="2800" dirty="0"/>
            </a:br>
            <a:r>
              <a:rPr lang="en-SG" sz="2800" dirty="0"/>
              <a:t>Count your many blessings, Money cannot buy</a:t>
            </a:r>
            <a:br>
              <a:rPr lang="en-SG" sz="2800" dirty="0"/>
            </a:br>
            <a:r>
              <a:rPr lang="en-SG" sz="2800" dirty="0"/>
              <a:t>Your reward in heaven, nor Your home on high.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711124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7112B-16BE-056F-3033-0B795F0AF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BD8CF-8A14-510C-D73B-46BE939B5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745 Count Your Blessings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1854F-B38D-0041-75D6-2F002E37973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6F319A-DB75-B673-8422-B2BB5FB1757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6 of 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9E10C4-EBF7-3E16-02D5-D27BC178BB51}"/>
              </a:ext>
            </a:extLst>
          </p:cNvPr>
          <p:cNvSpPr/>
          <p:nvPr/>
        </p:nvSpPr>
        <p:spPr>
          <a:xfrm>
            <a:off x="624439" y="969578"/>
            <a:ext cx="7718720" cy="310854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731A02"/>
                </a:solidFill>
              </a:rPr>
              <a:t>Count your blessings, 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name them One by one;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Count your blessings, 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see what God hath done;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Count your blessings, 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name them One by one;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And it will surprise you what the Lord hath done</a:t>
            </a:r>
            <a:endParaRPr lang="en-SG" sz="2800" b="0" i="0">
              <a:solidFill>
                <a:srgbClr val="000000"/>
              </a:solidFill>
              <a:effectLst/>
              <a:latin typeface="Segoe UI" panose="020B0502040204020203" pitchFamily="34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19642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20205-BEB3-E2C4-6989-64B88C55F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FB21B-B35C-FA61-89FB-D1189B5F2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745 Count Your Blessings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5DC1E-1CFB-AA04-AD50-52F2D470AEE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1F9DE5-017D-A830-73BF-A4F75981234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7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9DB60E-F88F-51BD-723D-66326D4EC377}"/>
              </a:ext>
            </a:extLst>
          </p:cNvPr>
          <p:cNvSpPr/>
          <p:nvPr/>
        </p:nvSpPr>
        <p:spPr>
          <a:xfrm>
            <a:off x="621223" y="900211"/>
            <a:ext cx="5073282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/>
              <a:t>So, amid the conflict, whether Great or small,</a:t>
            </a:r>
            <a:br>
              <a:rPr lang="en-SG" sz="2800" dirty="0"/>
            </a:br>
            <a:r>
              <a:rPr lang="en-SG" sz="2800" dirty="0"/>
              <a:t>Do not be discouraged, God is Over all;</a:t>
            </a:r>
            <a:br>
              <a:rPr lang="en-SG" sz="2800" dirty="0"/>
            </a:br>
            <a:r>
              <a:rPr lang="en-SG" sz="2800" dirty="0"/>
              <a:t>Count your many blessings, Angels will attend,</a:t>
            </a:r>
            <a:br>
              <a:rPr lang="en-SG" sz="2800" dirty="0"/>
            </a:br>
            <a:r>
              <a:rPr lang="en-SG" sz="2800" dirty="0"/>
              <a:t>Help and comfort give you to Your journey's end.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416857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FBCB5-BB9D-78A3-8288-5483E2CBD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3FFCC-EBB5-37EC-2BDF-A95E1E17D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745 Count Your Blessings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3695D-9C45-F801-6BE8-3B1FCF4C6C2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DC7509-880A-A011-2B7D-16F818E04E9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8 of 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388076-C768-F941-8D9E-965382E7F61D}"/>
              </a:ext>
            </a:extLst>
          </p:cNvPr>
          <p:cNvSpPr/>
          <p:nvPr/>
        </p:nvSpPr>
        <p:spPr>
          <a:xfrm>
            <a:off x="624439" y="969578"/>
            <a:ext cx="7718720" cy="310854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731A02"/>
                </a:solidFill>
              </a:rPr>
              <a:t>Count your blessings, 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name them One by one;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Count your blessings, 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see what God hath done;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Count your blessings, 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name them One by one;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And it will surprise you what the Lord hath done</a:t>
            </a:r>
            <a:endParaRPr lang="en-SG" sz="2800" b="0" i="0">
              <a:solidFill>
                <a:srgbClr val="000000"/>
              </a:solidFill>
              <a:effectLst/>
              <a:latin typeface="Segoe UI" panose="020B0502040204020203" pitchFamily="34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1169787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US" sz="2400" dirty="0">
                <a:solidFill>
                  <a:prstClr val="white"/>
                </a:solidFill>
                <a:latin typeface="Segoe UI"/>
                <a:cs typeface="Segoe UI"/>
              </a:rPr>
              <a:t>Holy Communion – 902 My Hope Is Built On Nothing Less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19946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solidFill>
                  <a:prstClr val="white"/>
                </a:solidFill>
                <a:cs typeface="Segoe UI"/>
              </a:rPr>
              <a:t>Holy Communion – 902 My Hope Is Built On Nothing Less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320833" y="878840"/>
            <a:ext cx="6180866" cy="364202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/>
              <a:t>My hope is built on nothing less</a:t>
            </a:r>
            <a:br>
              <a:rPr lang="en-SG" sz="2800" dirty="0"/>
            </a:br>
            <a:r>
              <a:rPr lang="en-SG" sz="2800" dirty="0"/>
              <a:t>Than Jesus' blood and righteousness;</a:t>
            </a:r>
            <a:br>
              <a:rPr lang="en-SG" sz="2800" dirty="0"/>
            </a:br>
            <a:r>
              <a:rPr lang="en-SG" sz="2800" dirty="0"/>
              <a:t>I dare not trust the sweetest frame,</a:t>
            </a:r>
            <a:br>
              <a:rPr lang="en-SG" sz="2800" dirty="0"/>
            </a:br>
            <a:r>
              <a:rPr lang="en-SG" sz="2800" dirty="0"/>
              <a:t>But wholly lean on Jesus' name.</a:t>
            </a:r>
          </a:p>
          <a:p>
            <a:pPr>
              <a:spcAft>
                <a:spcPts val="400"/>
              </a:spcAft>
            </a:pPr>
            <a:endParaRPr lang="en-SG" sz="2800" dirty="0">
              <a:solidFill>
                <a:srgbClr val="731A02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</a:rPr>
              <a:t>On Christ, the solid Rock, I stand: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All other ground is sinking sand;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All other ground is sinking sand.</a:t>
            </a:r>
            <a:endParaRPr lang="en-SG" sz="2800" i="1" dirty="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321983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95361-CF9C-475B-614E-15CC9FD96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8976-312D-A1F6-06D1-65CD8F5CB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solidFill>
                  <a:prstClr val="white"/>
                </a:solidFill>
                <a:cs typeface="Segoe UI"/>
              </a:rPr>
              <a:t>Holy Communion – 902 My Hope Is Built On Nothing Less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11442-3C2C-5C72-59A7-8FC27360099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03E22E-B703-97BC-1B3B-C3DE7806749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FE97FC-9AE7-43EF-AF6B-91513CF17463}"/>
              </a:ext>
            </a:extLst>
          </p:cNvPr>
          <p:cNvSpPr/>
          <p:nvPr/>
        </p:nvSpPr>
        <p:spPr>
          <a:xfrm>
            <a:off x="320833" y="878840"/>
            <a:ext cx="6180866" cy="364202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/>
              <a:t>When darkness veils his lovely face,</a:t>
            </a:r>
            <a:br>
              <a:rPr lang="en-SG" sz="2800" dirty="0"/>
            </a:br>
            <a:r>
              <a:rPr lang="en-SG" sz="2800" dirty="0"/>
              <a:t>I rest on his unchanging grace;</a:t>
            </a:r>
            <a:br>
              <a:rPr lang="en-SG" sz="2800" dirty="0"/>
            </a:br>
            <a:r>
              <a:rPr lang="en-SG" sz="2800" dirty="0"/>
              <a:t>In every high and stormy gale,</a:t>
            </a:r>
            <a:br>
              <a:rPr lang="en-SG" sz="2800" dirty="0"/>
            </a:br>
            <a:r>
              <a:rPr lang="en-SG" sz="2800" dirty="0"/>
              <a:t>My anchor holds within the veil.</a:t>
            </a:r>
          </a:p>
          <a:p>
            <a:pPr>
              <a:spcAft>
                <a:spcPts val="400"/>
              </a:spcAft>
            </a:pPr>
            <a:endParaRPr lang="en-SG" sz="2800" dirty="0">
              <a:solidFill>
                <a:srgbClr val="731A02"/>
              </a:solidFill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</a:rPr>
              <a:t>On Christ, the solid Rock, I stand: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All other ground is sinking sand;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All other ground is sinking sand.</a:t>
            </a:r>
            <a:endParaRPr lang="en-SG" sz="2800" i="1" dirty="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8553112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4CE1B-3C87-D644-CB7B-DFCB724A9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5F757-1EF2-A092-60D7-7E8B23E23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solidFill>
                  <a:prstClr val="white"/>
                </a:solidFill>
                <a:cs typeface="Segoe UI"/>
              </a:rPr>
              <a:t>Holy Communion – 902 My Hope Is Built On Nothing Less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6F35C-6DB4-779F-E77C-7E588C06A56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C72DD9-108A-1B44-C1A5-F5108595764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6ED8E9-EFC5-B078-31CE-C33EEFB86088}"/>
              </a:ext>
            </a:extLst>
          </p:cNvPr>
          <p:cNvSpPr/>
          <p:nvPr/>
        </p:nvSpPr>
        <p:spPr>
          <a:xfrm>
            <a:off x="320833" y="878840"/>
            <a:ext cx="6180866" cy="364202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/>
              <a:t>His oath, his covenant, his blood,</a:t>
            </a:r>
            <a:br>
              <a:rPr lang="en-SG" sz="2800" dirty="0"/>
            </a:br>
            <a:r>
              <a:rPr lang="en-SG" sz="2800" dirty="0"/>
              <a:t>Support me in the whelming flood;</a:t>
            </a:r>
            <a:br>
              <a:rPr lang="en-SG" sz="2800" dirty="0"/>
            </a:br>
            <a:r>
              <a:rPr lang="en-SG" sz="2800" dirty="0"/>
              <a:t>When all around my soul gives way,</a:t>
            </a:r>
            <a:br>
              <a:rPr lang="en-SG" sz="2800" dirty="0"/>
            </a:br>
            <a:r>
              <a:rPr lang="en-SG" sz="2800" dirty="0"/>
              <a:t>He then is all my hope and stay.</a:t>
            </a:r>
          </a:p>
          <a:p>
            <a:pPr>
              <a:spcAft>
                <a:spcPts val="400"/>
              </a:spcAft>
            </a:pPr>
            <a:endParaRPr lang="en-SG" sz="2800" dirty="0">
              <a:solidFill>
                <a:srgbClr val="731A02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</a:rPr>
              <a:t>On Christ, the solid Rock, I stand: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All other ground is sinking sand;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All other ground is sinking sand.</a:t>
            </a:r>
            <a:endParaRPr lang="en-SG" sz="2800" i="1" dirty="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6231901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0F37A-7808-A9F8-880E-49713CA8F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BFC22-BA9D-5CA6-E316-2981B59D3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solidFill>
                  <a:prstClr val="white"/>
                </a:solidFill>
                <a:cs typeface="Segoe UI"/>
              </a:rPr>
              <a:t>Holy Communion – 902 My Hope Is Built On Nothing Less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0957C-F9B3-5D17-2DA3-5AD421B9A7A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529ECB-DFA1-CA8D-708D-39A3B158CF3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5D3D9E-0E26-5507-8100-27F62BB70B46}"/>
              </a:ext>
            </a:extLst>
          </p:cNvPr>
          <p:cNvSpPr/>
          <p:nvPr/>
        </p:nvSpPr>
        <p:spPr>
          <a:xfrm>
            <a:off x="320832" y="878840"/>
            <a:ext cx="6811487" cy="364202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/>
              <a:t>When he shall come with trumpet sound,</a:t>
            </a:r>
            <a:br>
              <a:rPr lang="en-SG" sz="2800" dirty="0"/>
            </a:br>
            <a:r>
              <a:rPr lang="en-SG" sz="2800" dirty="0"/>
              <a:t>O may I then in him be found:</a:t>
            </a:r>
            <a:br>
              <a:rPr lang="en-SG" sz="2800" dirty="0"/>
            </a:br>
            <a:r>
              <a:rPr lang="en-SG" sz="2800" dirty="0"/>
              <a:t>Dressed in his righteousness alone,</a:t>
            </a:r>
            <a:br>
              <a:rPr lang="en-SG" sz="2800" dirty="0"/>
            </a:br>
            <a:r>
              <a:rPr lang="en-SG" sz="2800" dirty="0"/>
              <a:t>Faultless to stand before the throne.</a:t>
            </a:r>
          </a:p>
          <a:p>
            <a:pPr>
              <a:spcAft>
                <a:spcPts val="400"/>
              </a:spcAft>
            </a:pPr>
            <a:endParaRPr lang="en-SG" sz="2800" dirty="0">
              <a:solidFill>
                <a:srgbClr val="731A02"/>
              </a:solidFill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</a:rPr>
              <a:t>On Christ, the solid Rock, I stand: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All other ground is sinking sand;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All other ground is sinking sand.</a:t>
            </a:r>
            <a:endParaRPr lang="en-SG" sz="2800" i="1" dirty="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8348670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396 Jesus Is Calling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47401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396 Jesus Is Calling</a:t>
            </a:r>
            <a:endParaRPr lang="en-US" dirty="0">
              <a:solidFill>
                <a:prstClr val="white"/>
              </a:solidFill>
              <a:latin typeface="Segoe UI"/>
              <a:cs typeface="Segoe UI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88907" y="691499"/>
            <a:ext cx="8425493" cy="40729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/>
              <a:t>Jesus is tenderly calling thee home-</a:t>
            </a:r>
            <a:br>
              <a:rPr lang="en-SG" sz="2800" dirty="0"/>
            </a:br>
            <a:r>
              <a:rPr lang="en-SG" sz="2800" dirty="0"/>
              <a:t>Calling today, calling today;</a:t>
            </a:r>
            <a:br>
              <a:rPr lang="en-SG" sz="2800" dirty="0"/>
            </a:br>
            <a:r>
              <a:rPr lang="en-SG" sz="2800" dirty="0"/>
              <a:t>Why from the sunshine of love wilt thou roam</a:t>
            </a:r>
            <a:br>
              <a:rPr lang="en-SG" sz="2800" dirty="0"/>
            </a:br>
            <a:r>
              <a:rPr lang="en-SG" sz="2800" dirty="0"/>
              <a:t>Farther and farther away?</a:t>
            </a:r>
          </a:p>
          <a:p>
            <a:pPr>
              <a:spcAft>
                <a:spcPts val="400"/>
              </a:spcAft>
            </a:pPr>
            <a:endParaRPr lang="en-SG" sz="2800" i="1" dirty="0">
              <a:solidFill>
                <a:srgbClr val="731A02"/>
              </a:solidFill>
            </a:endParaRPr>
          </a:p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</a:rPr>
              <a:t>Calling today,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Calling today,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Jesus is calling,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Is tenderly calling today.</a:t>
            </a:r>
            <a:endParaRPr lang="en-US" sz="2800" i="1" dirty="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5848920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A595C-3CDC-4E49-CECB-C0C37106E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17699-A383-9387-E585-99084A6A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396 Jesus Is Calling</a:t>
            </a:r>
            <a:endParaRPr lang="en-US" dirty="0">
              <a:solidFill>
                <a:prstClr val="white"/>
              </a:solidFill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A4A4F-7BE6-F2D4-D434-DF439769ECB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C872B6-CDC9-4DC1-1A5F-B4129D5CCF0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152DEF-C44D-F3DE-EBA3-26946146F649}"/>
              </a:ext>
            </a:extLst>
          </p:cNvPr>
          <p:cNvSpPr/>
          <p:nvPr/>
        </p:nvSpPr>
        <p:spPr>
          <a:xfrm>
            <a:off x="588907" y="691499"/>
            <a:ext cx="8425493" cy="40729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/>
              <a:t>Jesus is calling the weary to rest-</a:t>
            </a:r>
            <a:br>
              <a:rPr lang="en-SG" sz="2800" dirty="0"/>
            </a:br>
            <a:r>
              <a:rPr lang="en-SG" sz="2800" dirty="0"/>
              <a:t>Calling today, calling today;</a:t>
            </a:r>
            <a:br>
              <a:rPr lang="en-SG" sz="2800" dirty="0"/>
            </a:br>
            <a:r>
              <a:rPr lang="en-SG" sz="2800" dirty="0"/>
              <a:t>Bring Him thy burden and thou shalt be blest-</a:t>
            </a:r>
            <a:br>
              <a:rPr lang="en-SG" sz="2800" dirty="0"/>
            </a:br>
            <a:r>
              <a:rPr lang="en-SG" sz="2800" dirty="0"/>
              <a:t>He will not turn thee away.</a:t>
            </a:r>
          </a:p>
          <a:p>
            <a:pPr>
              <a:spcAft>
                <a:spcPts val="400"/>
              </a:spcAft>
            </a:pPr>
            <a:endParaRPr lang="en-SG" sz="2800" i="1" dirty="0">
              <a:solidFill>
                <a:srgbClr val="731A02"/>
              </a:solidFill>
            </a:endParaRPr>
          </a:p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</a:rPr>
              <a:t>Calling today,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Calling today,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Jesus is calling,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Is tenderly calling today.</a:t>
            </a:r>
            <a:endParaRPr lang="en-US" sz="2800" i="1" dirty="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642109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AF03E-6414-E6EA-DA20-6501F5EF0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36255-CF28-4E82-F8B6-5E20C7FDF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396 Jesus Is Calling</a:t>
            </a:r>
            <a:endParaRPr lang="en-US" dirty="0">
              <a:solidFill>
                <a:prstClr val="white"/>
              </a:solidFill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D5D7B-6756-CD79-DE18-A5038E39ABD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940791-8B2A-92D4-DB57-DB342B61E5F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225AA2-F9EF-3F49-45FF-C5AFBF4CAC06}"/>
              </a:ext>
            </a:extLst>
          </p:cNvPr>
          <p:cNvSpPr/>
          <p:nvPr/>
        </p:nvSpPr>
        <p:spPr>
          <a:xfrm>
            <a:off x="588907" y="691499"/>
            <a:ext cx="8425493" cy="40729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/>
              <a:t>Jesus is waiting; O come to Him now-</a:t>
            </a:r>
            <a:br>
              <a:rPr lang="en-SG" sz="2800" dirty="0"/>
            </a:br>
            <a:r>
              <a:rPr lang="en-SG" sz="2800" dirty="0"/>
              <a:t>Waiting today, waiting today;</a:t>
            </a:r>
            <a:br>
              <a:rPr lang="en-SG" sz="2800" dirty="0"/>
            </a:br>
            <a:r>
              <a:rPr lang="en-SG" sz="2800" dirty="0"/>
              <a:t>Come with thy sins, at His feet lowly bow-</a:t>
            </a:r>
            <a:br>
              <a:rPr lang="en-SG" sz="2800" dirty="0"/>
            </a:br>
            <a:r>
              <a:rPr lang="en-SG" sz="2800" dirty="0"/>
              <a:t>Come, and no longer delay.</a:t>
            </a:r>
          </a:p>
          <a:p>
            <a:pPr>
              <a:spcAft>
                <a:spcPts val="400"/>
              </a:spcAft>
            </a:pPr>
            <a:endParaRPr lang="en-SG" sz="2800" i="1" dirty="0">
              <a:solidFill>
                <a:srgbClr val="731A02"/>
              </a:solidFill>
            </a:endParaRPr>
          </a:p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</a:rPr>
              <a:t>Calling today,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Calling today,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Jesus is calling,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Is tenderly calling today.</a:t>
            </a:r>
            <a:endParaRPr lang="en-US" sz="2800" i="1" dirty="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671425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7C866-9B92-0AD6-8BA7-CD5679424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C7068-BC57-B090-80C7-EC0A5C04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396 Jesus Is Calling</a:t>
            </a:r>
            <a:endParaRPr lang="en-US" dirty="0">
              <a:solidFill>
                <a:prstClr val="white"/>
              </a:solidFill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D89DF-971B-217F-BCBC-FAA4AED17EB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1A8BCD-EB41-84D3-6D40-212260A436B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768314-C57B-7DD3-F385-4E0B9AC3B959}"/>
              </a:ext>
            </a:extLst>
          </p:cNvPr>
          <p:cNvSpPr/>
          <p:nvPr/>
        </p:nvSpPr>
        <p:spPr>
          <a:xfrm>
            <a:off x="588907" y="691499"/>
            <a:ext cx="8425493" cy="40729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/>
              <a:t>Jesus is pleading; O list to His voice-</a:t>
            </a:r>
            <a:br>
              <a:rPr lang="en-SG" sz="2800" dirty="0"/>
            </a:br>
            <a:r>
              <a:rPr lang="en-SG" sz="2800" dirty="0"/>
              <a:t>Hear Him today, hear Him today;</a:t>
            </a:r>
            <a:br>
              <a:rPr lang="en-SG" sz="2800" dirty="0"/>
            </a:br>
            <a:r>
              <a:rPr lang="en-SG" sz="2800" dirty="0"/>
              <a:t>They who believe on His name shall rejoice-</a:t>
            </a:r>
            <a:br>
              <a:rPr lang="en-SG" sz="2800" dirty="0"/>
            </a:br>
            <a:r>
              <a:rPr lang="en-SG" sz="2800" dirty="0"/>
              <a:t>Quickly arise and away.</a:t>
            </a:r>
          </a:p>
          <a:p>
            <a:pPr>
              <a:spcAft>
                <a:spcPts val="400"/>
              </a:spcAft>
            </a:pPr>
            <a:endParaRPr lang="en-SG" sz="2800" i="1" dirty="0">
              <a:solidFill>
                <a:srgbClr val="731A02"/>
              </a:solidFill>
            </a:endParaRPr>
          </a:p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</a:rPr>
              <a:t>Calling today,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Calling today,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Jesus is calling,</a:t>
            </a:r>
            <a:br>
              <a:rPr lang="en-SG" sz="2800" i="1" dirty="0">
                <a:solidFill>
                  <a:srgbClr val="731A02"/>
                </a:solidFill>
              </a:rPr>
            </a:br>
            <a:r>
              <a:rPr lang="en-SG" sz="2800" i="1" dirty="0">
                <a:solidFill>
                  <a:srgbClr val="731A02"/>
                </a:solidFill>
              </a:rPr>
              <a:t>Is tenderly calling today.</a:t>
            </a:r>
            <a:endParaRPr lang="en-US" sz="2800" i="1" dirty="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3525880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70F5C-01B1-E555-35C9-BAC7C64D0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F6AE0-9447-4772-F246-6BC5C9A69E1F}"/>
              </a:ext>
            </a:extLst>
          </p:cNvPr>
          <p:cNvSpPr txBox="1">
            <a:spLocks/>
          </p:cNvSpPr>
          <p:nvPr/>
        </p:nvSpPr>
        <p:spPr>
          <a:xfrm>
            <a:off x="1009567" y="1163680"/>
            <a:ext cx="7124865" cy="2816139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Bringing in the Sheaves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8311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2360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127376" y="1742945"/>
            <a:ext cx="6910801" cy="2284511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  <a:latin typeface="Tenorite"/>
              </a:rPr>
              <a:t>Closing Hymn</a:t>
            </a:r>
          </a:p>
          <a:p>
            <a:r>
              <a:rPr lang="en-GB" i="1" dirty="0">
                <a:solidFill>
                  <a:schemeClr val="bg1"/>
                </a:solidFill>
                <a:latin typeface="Tenorite"/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Doxology : Praise God From Whom All Blessings Flow</a:t>
            </a:r>
          </a:p>
          <a:p>
            <a:endParaRPr lang="en-US" sz="36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1A977-306D-A1A0-1430-C6484934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B4FD-F767-72BB-F1E7-36E7D681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sz="2400" dirty="0">
                <a:effectLst/>
                <a:latin typeface="Segoe UI"/>
                <a:ea typeface="Calibri"/>
                <a:cs typeface="Segoe UI"/>
              </a:rPr>
              <a:t>Closing Hymn – </a:t>
            </a:r>
            <a:r>
              <a:rPr lang="en-GB" sz="2400" dirty="0">
                <a:effectLst/>
                <a:latin typeface="Segoe UI"/>
                <a:ea typeface="Calibri"/>
                <a:cs typeface="Segoe UI"/>
              </a:rPr>
              <a:t> </a:t>
            </a:r>
            <a:r>
              <a:rPr lang="en-GB" sz="2400" dirty="0">
                <a:latin typeface="Segoe UI"/>
                <a:ea typeface="Calibri"/>
                <a:cs typeface="Segoe UI"/>
              </a:rPr>
              <a:t>Praise God From Whom All Blessings Flow</a:t>
            </a:r>
            <a:endParaRPr lang="en-US" sz="24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701C8-2DFC-AC1B-DB61-237A8B2847B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D9EF5-2286-3DE3-F2A3-0055009A2470}"/>
              </a:ext>
            </a:extLst>
          </p:cNvPr>
          <p:cNvSpPr/>
          <p:nvPr/>
        </p:nvSpPr>
        <p:spPr>
          <a:xfrm>
            <a:off x="1130692" y="1448365"/>
            <a:ext cx="6882615" cy="224676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SG" sz="2800" dirty="0"/>
              <a:t>Praise God, from whom all blessings flow;</a:t>
            </a:r>
            <a:br>
              <a:rPr lang="en-SG" sz="2800" dirty="0"/>
            </a:br>
            <a:r>
              <a:rPr lang="en-SG" sz="2800" dirty="0"/>
              <a:t>Praise Him, all creatures here below;</a:t>
            </a:r>
            <a:br>
              <a:rPr lang="en-SG" sz="2800" dirty="0"/>
            </a:br>
            <a:r>
              <a:rPr lang="en-SG" sz="2800" dirty="0"/>
              <a:t>Praise Him above, ye heav'nly host;</a:t>
            </a:r>
            <a:br>
              <a:rPr lang="en-SG" sz="2800" dirty="0"/>
            </a:br>
            <a:r>
              <a:rPr lang="en-SG" sz="2800" dirty="0"/>
              <a:t>Praise Father, Son, and Holy Ghost.</a:t>
            </a:r>
            <a:br>
              <a:rPr lang="en-SG" sz="2800" dirty="0"/>
            </a:br>
            <a:r>
              <a:rPr lang="en-SG" sz="2800" dirty="0"/>
              <a:t>Amen.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7CA167-15CB-A699-20A6-1A67EAD5EF7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Closing Hymn : 1 of 1</a:t>
            </a:r>
          </a:p>
        </p:txBody>
      </p:sp>
    </p:spTree>
    <p:extLst>
      <p:ext uri="{BB962C8B-B14F-4D97-AF65-F5344CB8AC3E}">
        <p14:creationId xmlns:p14="http://schemas.microsoft.com/office/powerpoint/2010/main" val="21708257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05027-9F67-0CC7-D25E-2C11E34F0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58E9C-C22B-84C0-FA8A-A33227064885}"/>
              </a:ext>
            </a:extLst>
          </p:cNvPr>
          <p:cNvSpPr txBox="1">
            <a:spLocks/>
          </p:cNvSpPr>
          <p:nvPr/>
        </p:nvSpPr>
        <p:spPr>
          <a:xfrm>
            <a:off x="1009567" y="1163680"/>
            <a:ext cx="7124865" cy="2816139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Bringing in the Sheaves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267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221</TotalTime>
  <Words>3002</Words>
  <Application>Microsoft Office PowerPoint</Application>
  <PresentationFormat>On-screen Show (16:9)</PresentationFormat>
  <Paragraphs>261</Paragraphs>
  <Slides>66</Slides>
  <Notes>0</Notes>
  <HiddenSlides>4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66</vt:i4>
      </vt:variant>
    </vt:vector>
  </HeadingPairs>
  <TitlesOfParts>
    <vt:vector size="72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Opening Hymn: Name of All Majesty</vt:lpstr>
      <vt:lpstr>Opening Hymn: Name of All Majesty</vt:lpstr>
      <vt:lpstr>Opening Hymn: Name of All Majesty</vt:lpstr>
      <vt:lpstr>Opening Hymn: Name of All Majesty</vt:lpstr>
      <vt:lpstr>PowerPoint Presentation</vt:lpstr>
      <vt:lpstr>PowerPoint Presentation</vt:lpstr>
      <vt:lpstr>Thanksgiving – Lavish Love, Abundant Beauty v1</vt:lpstr>
      <vt:lpstr>Thanksgiving – Lavish Love, Abundant Beauty v1 &amp; v2 </vt:lpstr>
      <vt:lpstr>PowerPoint Presentation</vt:lpstr>
      <vt:lpstr>Offertory – 757 Bringing In The Sheaves</vt:lpstr>
      <vt:lpstr>Offertory – 757 Bringing In The Sheaves</vt:lpstr>
      <vt:lpstr>Offertory – 757 Bringing In The Sheaves</vt:lpstr>
      <vt:lpstr>Offertory – 757 Bringing In The Sheaves</vt:lpstr>
      <vt:lpstr>Offertory – 757 Bringing In The Sheaves</vt:lpstr>
      <vt:lpstr>Offertory – 757 Bringing In The Sheaves</vt:lpstr>
      <vt:lpstr>PowerPoint Presentation</vt:lpstr>
      <vt:lpstr>PowerPoint Presentation</vt:lpstr>
      <vt:lpstr>PowerPoint Presentation</vt:lpstr>
      <vt:lpstr>Confession – 1165 Come To The Saviour, Make No Delay </vt:lpstr>
      <vt:lpstr>PowerPoint Presentation</vt:lpstr>
      <vt:lpstr>Holy Communion – We See The Fruitful Harvest</vt:lpstr>
      <vt:lpstr>Holy Communion – We See The Fruitful Harvest</vt:lpstr>
      <vt:lpstr>Holy Communion – We See The Fruitful Harvest</vt:lpstr>
      <vt:lpstr>Holy Communion – We See The Fruitful Harvest</vt:lpstr>
      <vt:lpstr>Holy Communion – We See The Fruitful Harvest</vt:lpstr>
      <vt:lpstr>Holy Communion – We See The Fruitful Harvest</vt:lpstr>
      <vt:lpstr>Holy Communion – We See The Fruitful Harvest</vt:lpstr>
      <vt:lpstr>Holy Communion – Sing To The Lord Of Harvest</vt:lpstr>
      <vt:lpstr>Holy Communion – Sing To The Lord Of Harvest</vt:lpstr>
      <vt:lpstr>Holy Communion – Sing To The Lord Of Harvest</vt:lpstr>
      <vt:lpstr>Holy Communion – Sing To The Lord Of Harvest</vt:lpstr>
      <vt:lpstr>Holy Communion – 751 To The Work!</vt:lpstr>
      <vt:lpstr>Holy Communion – 751 To The Work!</vt:lpstr>
      <vt:lpstr>Holy Communion – 751 To The Work!</vt:lpstr>
      <vt:lpstr>Holy Communion – 751 To The Work!</vt:lpstr>
      <vt:lpstr>Holy Communion – 751 To The Work!</vt:lpstr>
      <vt:lpstr>Holy Communion – 751 To The Work!</vt:lpstr>
      <vt:lpstr>Holy Communion – 751 To The Work!</vt:lpstr>
      <vt:lpstr>Holy Communion – 751 To The Work!</vt:lpstr>
      <vt:lpstr>Holy Communion – 751 To The Work!</vt:lpstr>
      <vt:lpstr>Holy Communion – 745 Count Your Blessings</vt:lpstr>
      <vt:lpstr>Holy Communion – 745 Count Your Blessings</vt:lpstr>
      <vt:lpstr>Holy Communion – 745 Count Your Blessings</vt:lpstr>
      <vt:lpstr>Holy Communion – 745 Count Your Blessings</vt:lpstr>
      <vt:lpstr>Holy Communion – 745 Count Your Blessings</vt:lpstr>
      <vt:lpstr>Holy Communion – 745 Count Your Blessings</vt:lpstr>
      <vt:lpstr>Holy Communion – 745 Count Your Blessings</vt:lpstr>
      <vt:lpstr>Holy Communion – 745 Count Your Blessings</vt:lpstr>
      <vt:lpstr>Holy Communion – 745 Count Your Blessings</vt:lpstr>
      <vt:lpstr>Holy Communion – 902 My Hope Is Built On Nothing Less</vt:lpstr>
      <vt:lpstr>Holy Communion – 902 My Hope Is Built On Nothing Less</vt:lpstr>
      <vt:lpstr>Holy Communion – 902 My Hope Is Built On Nothing Less</vt:lpstr>
      <vt:lpstr>Holy Communion – 902 My Hope Is Built On Nothing Less</vt:lpstr>
      <vt:lpstr>Holy Communion – 902 My Hope Is Built On Nothing Less</vt:lpstr>
      <vt:lpstr>Holy Communion – 396 Jesus Is Calling</vt:lpstr>
      <vt:lpstr>Holy Communion – 396 Jesus Is Calling</vt:lpstr>
      <vt:lpstr>Holy Communion – 396 Jesus Is Calling</vt:lpstr>
      <vt:lpstr>Holy Communion – 396 Jesus Is Calling</vt:lpstr>
      <vt:lpstr>Holy Communion – 396 Jesus Is Calling</vt:lpstr>
      <vt:lpstr>PowerPoint Presentation</vt:lpstr>
      <vt:lpstr>PowerPoint Presentation</vt:lpstr>
      <vt:lpstr>PowerPoint Presentation</vt:lpstr>
      <vt:lpstr>Closing Hymn –  Praise God From Whom All Blessings Flow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Rosmin Elsa</cp:lastModifiedBy>
  <cp:revision>9</cp:revision>
  <dcterms:created xsi:type="dcterms:W3CDTF">2020-09-02T02:55:07Z</dcterms:created>
  <dcterms:modified xsi:type="dcterms:W3CDTF">2025-05-17T15:38:25Z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