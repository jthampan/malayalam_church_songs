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0"/>
  </p:notesMasterIdLst>
  <p:handoutMasterIdLst>
    <p:handoutMasterId r:id="rId61"/>
  </p:handoutMasterIdLst>
  <p:sldIdLst>
    <p:sldId id="1727" r:id="rId7"/>
    <p:sldId id="2007" r:id="rId8"/>
    <p:sldId id="813" r:id="rId9"/>
    <p:sldId id="1915" r:id="rId10"/>
    <p:sldId id="2008" r:id="rId11"/>
    <p:sldId id="2009" r:id="rId12"/>
    <p:sldId id="2010" r:id="rId13"/>
    <p:sldId id="821" r:id="rId14"/>
    <p:sldId id="851" r:id="rId15"/>
    <p:sldId id="2021" r:id="rId16"/>
    <p:sldId id="822" r:id="rId17"/>
    <p:sldId id="1996" r:id="rId18"/>
    <p:sldId id="2000" r:id="rId19"/>
    <p:sldId id="1997" r:id="rId20"/>
    <p:sldId id="2001" r:id="rId21"/>
    <p:sldId id="1998" r:id="rId22"/>
    <p:sldId id="2002" r:id="rId23"/>
    <p:sldId id="1999" r:id="rId24"/>
    <p:sldId id="2003" r:id="rId25"/>
    <p:sldId id="823" r:id="rId26"/>
    <p:sldId id="824" r:id="rId27"/>
    <p:sldId id="1989" r:id="rId28"/>
    <p:sldId id="1388" r:id="rId29"/>
    <p:sldId id="1990" r:id="rId30"/>
    <p:sldId id="2011" r:id="rId31"/>
    <p:sldId id="2012" r:id="rId32"/>
    <p:sldId id="2013" r:id="rId33"/>
    <p:sldId id="1829" r:id="rId34"/>
    <p:sldId id="1992" r:id="rId35"/>
    <p:sldId id="2018" r:id="rId36"/>
    <p:sldId id="2020" r:id="rId37"/>
    <p:sldId id="2016" r:id="rId38"/>
    <p:sldId id="2017" r:id="rId39"/>
    <p:sldId id="1993" r:id="rId40"/>
    <p:sldId id="2014" r:id="rId41"/>
    <p:sldId id="2015" r:id="rId42"/>
    <p:sldId id="1826" r:id="rId43"/>
    <p:sldId id="1827" r:id="rId44"/>
    <p:sldId id="1980" r:id="rId45"/>
    <p:sldId id="1994" r:id="rId46"/>
    <p:sldId id="1856" r:id="rId47"/>
    <p:sldId id="1981" r:id="rId48"/>
    <p:sldId id="1951" r:id="rId49"/>
    <p:sldId id="2004" r:id="rId50"/>
    <p:sldId id="1995" r:id="rId51"/>
    <p:sldId id="1900" r:id="rId52"/>
    <p:sldId id="1762" r:id="rId53"/>
    <p:sldId id="1766" r:id="rId54"/>
    <p:sldId id="1764" r:id="rId55"/>
    <p:sldId id="1763" r:id="rId56"/>
    <p:sldId id="1765" r:id="rId57"/>
    <p:sldId id="820" r:id="rId58"/>
    <p:sldId id="2005" r:id="rId5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CCE8E-D5A9-4484-A8F2-9AC7570C27C4}" v="144" dt="2025-11-15T17:31:39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0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viewProps" Target="viewProps.xml"/><Relationship Id="rId69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microsoft.com/office/2016/11/relationships/changesInfo" Target="changesInfos/changesInfo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7D96B8E8-53B8-4F8A-90C8-660451CFC2E3}"/>
    <pc:docChg chg="undo custSel modSld">
      <pc:chgData name="Rosmin Elsa" userId="8f13a6be4da41318" providerId="LiveId" clId="{7D96B8E8-53B8-4F8A-90C8-660451CFC2E3}" dt="2025-11-12T08:52:28.008" v="40" actId="2711"/>
      <pc:docMkLst>
        <pc:docMk/>
      </pc:docMkLst>
      <pc:sldChg chg="modSp mod">
        <pc:chgData name="Rosmin Elsa" userId="8f13a6be4da41318" providerId="LiveId" clId="{7D96B8E8-53B8-4F8A-90C8-660451CFC2E3}" dt="2025-11-12T08:41:14.546" v="2" actId="122"/>
        <pc:sldMkLst>
          <pc:docMk/>
          <pc:sldMk cId="3366721836" sldId="1915"/>
        </pc:sldMkLst>
        <pc:spChg chg="mod">
          <ac:chgData name="Rosmin Elsa" userId="8f13a6be4da41318" providerId="LiveId" clId="{7D96B8E8-53B8-4F8A-90C8-660451CFC2E3}" dt="2025-11-12T08:41:14.546" v="2" actId="122"/>
          <ac:spMkLst>
            <pc:docMk/>
            <pc:sldMk cId="3366721836" sldId="1915"/>
            <ac:spMk id="4" creationId="{EEAA6A71-2919-6F92-C2BF-2A5CEE44FF51}"/>
          </ac:spMkLst>
        </pc:spChg>
      </pc:sldChg>
      <pc:sldChg chg="modSp mod">
        <pc:chgData name="Rosmin Elsa" userId="8f13a6be4da41318" providerId="LiveId" clId="{7D96B8E8-53B8-4F8A-90C8-660451CFC2E3}" dt="2025-11-12T08:46:31.188" v="11" actId="6549"/>
        <pc:sldMkLst>
          <pc:docMk/>
          <pc:sldMk cId="4050471080" sldId="1989"/>
        </pc:sldMkLst>
        <pc:spChg chg="mod">
          <ac:chgData name="Rosmin Elsa" userId="8f13a6be4da41318" providerId="LiveId" clId="{7D96B8E8-53B8-4F8A-90C8-660451CFC2E3}" dt="2025-11-12T08:46:31.188" v="11" actId="6549"/>
          <ac:spMkLst>
            <pc:docMk/>
            <pc:sldMk cId="4050471080" sldId="1989"/>
            <ac:spMk id="6" creationId="{4AC751B8-1522-B4B4-3170-CBBEEEDF2680}"/>
          </ac:spMkLst>
        </pc:spChg>
      </pc:sldChg>
      <pc:sldChg chg="modSp mod">
        <pc:chgData name="Rosmin Elsa" userId="8f13a6be4da41318" providerId="LiveId" clId="{7D96B8E8-53B8-4F8A-90C8-660451CFC2E3}" dt="2025-11-12T08:49:04.536" v="26" actId="20577"/>
        <pc:sldMkLst>
          <pc:docMk/>
          <pc:sldMk cId="4145407740" sldId="1990"/>
        </pc:sldMkLst>
        <pc:spChg chg="mod">
          <ac:chgData name="Rosmin Elsa" userId="8f13a6be4da41318" providerId="LiveId" clId="{7D96B8E8-53B8-4F8A-90C8-660451CFC2E3}" dt="2025-11-12T08:49:04.536" v="26" actId="20577"/>
          <ac:spMkLst>
            <pc:docMk/>
            <pc:sldMk cId="4145407740" sldId="1990"/>
            <ac:spMk id="3" creationId="{89BC6042-D3CB-EFE4-1634-DFABC58E575F}"/>
          </ac:spMkLst>
        </pc:spChg>
      </pc:sldChg>
      <pc:sldChg chg="modSp mod">
        <pc:chgData name="Rosmin Elsa" userId="8f13a6be4da41318" providerId="LiveId" clId="{7D96B8E8-53B8-4F8A-90C8-660451CFC2E3}" dt="2025-11-12T08:51:08.313" v="35" actId="2711"/>
        <pc:sldMkLst>
          <pc:docMk/>
          <pc:sldMk cId="2783341204" sldId="1992"/>
        </pc:sldMkLst>
        <pc:spChg chg="mod">
          <ac:chgData name="Rosmin Elsa" userId="8f13a6be4da41318" providerId="LiveId" clId="{7D96B8E8-53B8-4F8A-90C8-660451CFC2E3}" dt="2025-11-12T08:51:08.313" v="35" actId="2711"/>
          <ac:spMkLst>
            <pc:docMk/>
            <pc:sldMk cId="2783341204" sldId="1992"/>
            <ac:spMk id="9" creationId="{FDE1DB4F-C217-2890-DB3F-D9D8888A471B}"/>
          </ac:spMkLst>
        </pc:spChg>
      </pc:sldChg>
      <pc:sldChg chg="modSp mod">
        <pc:chgData name="Rosmin Elsa" userId="8f13a6be4da41318" providerId="LiveId" clId="{7D96B8E8-53B8-4F8A-90C8-660451CFC2E3}" dt="2025-11-12T08:45:53" v="10" actId="6549"/>
        <pc:sldMkLst>
          <pc:docMk/>
          <pc:sldMk cId="1507112520" sldId="1998"/>
        </pc:sldMkLst>
        <pc:spChg chg="mod">
          <ac:chgData name="Rosmin Elsa" userId="8f13a6be4da41318" providerId="LiveId" clId="{7D96B8E8-53B8-4F8A-90C8-660451CFC2E3}" dt="2025-11-12T08:45:53" v="10" actId="6549"/>
          <ac:spMkLst>
            <pc:docMk/>
            <pc:sldMk cId="1507112520" sldId="1998"/>
            <ac:spMk id="10" creationId="{E241E3DC-368B-904F-D082-4CF788001629}"/>
          </ac:spMkLst>
        </pc:spChg>
      </pc:sldChg>
      <pc:sldChg chg="modSp mod">
        <pc:chgData name="Rosmin Elsa" userId="8f13a6be4da41318" providerId="LiveId" clId="{7D96B8E8-53B8-4F8A-90C8-660451CFC2E3}" dt="2025-11-12T08:41:34.088" v="7" actId="20577"/>
        <pc:sldMkLst>
          <pc:docMk/>
          <pc:sldMk cId="950571429" sldId="2008"/>
        </pc:sldMkLst>
        <pc:spChg chg="mod">
          <ac:chgData name="Rosmin Elsa" userId="8f13a6be4da41318" providerId="LiveId" clId="{7D96B8E8-53B8-4F8A-90C8-660451CFC2E3}" dt="2025-11-12T08:41:34.088" v="7" actId="20577"/>
          <ac:spMkLst>
            <pc:docMk/>
            <pc:sldMk cId="950571429" sldId="2008"/>
            <ac:spMk id="4" creationId="{21E0E53F-47B2-39A4-CE16-586A0196A0AE}"/>
          </ac:spMkLst>
        </pc:spChg>
      </pc:sldChg>
      <pc:sldChg chg="modSp mod">
        <pc:chgData name="Rosmin Elsa" userId="8f13a6be4da41318" providerId="LiveId" clId="{7D96B8E8-53B8-4F8A-90C8-660451CFC2E3}" dt="2025-11-12T08:41:49.331" v="8" actId="20577"/>
        <pc:sldMkLst>
          <pc:docMk/>
          <pc:sldMk cId="1817643822" sldId="2009"/>
        </pc:sldMkLst>
        <pc:spChg chg="mod">
          <ac:chgData name="Rosmin Elsa" userId="8f13a6be4da41318" providerId="LiveId" clId="{7D96B8E8-53B8-4F8A-90C8-660451CFC2E3}" dt="2025-11-12T08:41:49.331" v="8" actId="20577"/>
          <ac:spMkLst>
            <pc:docMk/>
            <pc:sldMk cId="1817643822" sldId="2009"/>
            <ac:spMk id="4" creationId="{B22C263C-0C00-43E9-D74B-3CB4DD4D7633}"/>
          </ac:spMkLst>
        </pc:spChg>
      </pc:sldChg>
      <pc:sldChg chg="modSp mod">
        <pc:chgData name="Rosmin Elsa" userId="8f13a6be4da41318" providerId="LiveId" clId="{7D96B8E8-53B8-4F8A-90C8-660451CFC2E3}" dt="2025-11-12T08:41:25.998" v="5" actId="122"/>
        <pc:sldMkLst>
          <pc:docMk/>
          <pc:sldMk cId="2256296406" sldId="2010"/>
        </pc:sldMkLst>
        <pc:spChg chg="mod">
          <ac:chgData name="Rosmin Elsa" userId="8f13a6be4da41318" providerId="LiveId" clId="{7D96B8E8-53B8-4F8A-90C8-660451CFC2E3}" dt="2025-11-12T08:41:25.998" v="5" actId="122"/>
          <ac:spMkLst>
            <pc:docMk/>
            <pc:sldMk cId="2256296406" sldId="2010"/>
            <ac:spMk id="4" creationId="{763B4DDC-B1C2-5E28-A281-1CA528164B80}"/>
          </ac:spMkLst>
        </pc:spChg>
      </pc:sldChg>
      <pc:sldChg chg="modSp mod">
        <pc:chgData name="Rosmin Elsa" userId="8f13a6be4da41318" providerId="LiveId" clId="{7D96B8E8-53B8-4F8A-90C8-660451CFC2E3}" dt="2025-11-12T08:49:00.500" v="25" actId="20577"/>
        <pc:sldMkLst>
          <pc:docMk/>
          <pc:sldMk cId="1611560911" sldId="2011"/>
        </pc:sldMkLst>
        <pc:spChg chg="mod">
          <ac:chgData name="Rosmin Elsa" userId="8f13a6be4da41318" providerId="LiveId" clId="{7D96B8E8-53B8-4F8A-90C8-660451CFC2E3}" dt="2025-11-12T08:49:00.500" v="25" actId="20577"/>
          <ac:spMkLst>
            <pc:docMk/>
            <pc:sldMk cId="1611560911" sldId="2011"/>
            <ac:spMk id="3" creationId="{5410F657-737F-2096-D5CB-9299208C1BC2}"/>
          </ac:spMkLst>
        </pc:spChg>
      </pc:sldChg>
      <pc:sldChg chg="modSp mod">
        <pc:chgData name="Rosmin Elsa" userId="8f13a6be4da41318" providerId="LiveId" clId="{7D96B8E8-53B8-4F8A-90C8-660451CFC2E3}" dt="2025-11-12T08:49:30.920" v="31" actId="20577"/>
        <pc:sldMkLst>
          <pc:docMk/>
          <pc:sldMk cId="2470568513" sldId="2012"/>
        </pc:sldMkLst>
        <pc:spChg chg="mod">
          <ac:chgData name="Rosmin Elsa" userId="8f13a6be4da41318" providerId="LiveId" clId="{7D96B8E8-53B8-4F8A-90C8-660451CFC2E3}" dt="2025-11-12T08:49:30.920" v="31" actId="20577"/>
          <ac:spMkLst>
            <pc:docMk/>
            <pc:sldMk cId="2470568513" sldId="2012"/>
            <ac:spMk id="3" creationId="{D59F44D2-DC54-769B-66B6-E3DAC26DB99E}"/>
          </ac:spMkLst>
        </pc:spChg>
      </pc:sldChg>
      <pc:sldChg chg="modSp mod">
        <pc:chgData name="Rosmin Elsa" userId="8f13a6be4da41318" providerId="LiveId" clId="{7D96B8E8-53B8-4F8A-90C8-660451CFC2E3}" dt="2025-11-12T08:49:57.094" v="33" actId="20577"/>
        <pc:sldMkLst>
          <pc:docMk/>
          <pc:sldMk cId="1217241719" sldId="2013"/>
        </pc:sldMkLst>
        <pc:spChg chg="mod">
          <ac:chgData name="Rosmin Elsa" userId="8f13a6be4da41318" providerId="LiveId" clId="{7D96B8E8-53B8-4F8A-90C8-660451CFC2E3}" dt="2025-11-12T08:49:57.094" v="33" actId="20577"/>
          <ac:spMkLst>
            <pc:docMk/>
            <pc:sldMk cId="1217241719" sldId="2013"/>
            <ac:spMk id="3" creationId="{4FEC9FB9-855B-A6D7-FC17-FE1A22872ECD}"/>
          </ac:spMkLst>
        </pc:spChg>
      </pc:sldChg>
      <pc:sldChg chg="modSp mod">
        <pc:chgData name="Rosmin Elsa" userId="8f13a6be4da41318" providerId="LiveId" clId="{7D96B8E8-53B8-4F8A-90C8-660451CFC2E3}" dt="2025-11-12T08:52:28.008" v="40" actId="2711"/>
        <pc:sldMkLst>
          <pc:docMk/>
          <pc:sldMk cId="3490574658" sldId="2017"/>
        </pc:sldMkLst>
        <pc:spChg chg="mod">
          <ac:chgData name="Rosmin Elsa" userId="8f13a6be4da41318" providerId="LiveId" clId="{7D96B8E8-53B8-4F8A-90C8-660451CFC2E3}" dt="2025-11-12T08:52:28.008" v="40" actId="2711"/>
          <ac:spMkLst>
            <pc:docMk/>
            <pc:sldMk cId="3490574658" sldId="2017"/>
            <ac:spMk id="9" creationId="{25D4BBBF-5ABA-E6A0-B7E0-37C92FABA217}"/>
          </ac:spMkLst>
        </pc:spChg>
      </pc:sldChg>
      <pc:sldChg chg="modSp mod">
        <pc:chgData name="Rosmin Elsa" userId="8f13a6be4da41318" providerId="LiveId" clId="{7D96B8E8-53B8-4F8A-90C8-660451CFC2E3}" dt="2025-11-12T08:51:12.864" v="36" actId="2711"/>
        <pc:sldMkLst>
          <pc:docMk/>
          <pc:sldMk cId="1168595227" sldId="2018"/>
        </pc:sldMkLst>
        <pc:spChg chg="mod">
          <ac:chgData name="Rosmin Elsa" userId="8f13a6be4da41318" providerId="LiveId" clId="{7D96B8E8-53B8-4F8A-90C8-660451CFC2E3}" dt="2025-11-12T08:51:12.864" v="36" actId="2711"/>
          <ac:spMkLst>
            <pc:docMk/>
            <pc:sldMk cId="1168595227" sldId="2018"/>
            <ac:spMk id="9" creationId="{6264752B-999C-4ED7-A66F-6ABC7A4E679E}"/>
          </ac:spMkLst>
        </pc:spChg>
      </pc:sldChg>
      <pc:sldChg chg="modSp mod">
        <pc:chgData name="Rosmin Elsa" userId="8f13a6be4da41318" providerId="LiveId" clId="{7D96B8E8-53B8-4F8A-90C8-660451CFC2E3}" dt="2025-11-12T08:51:26.713" v="38" actId="2711"/>
        <pc:sldMkLst>
          <pc:docMk/>
          <pc:sldMk cId="989436005" sldId="2020"/>
        </pc:sldMkLst>
        <pc:spChg chg="mod">
          <ac:chgData name="Rosmin Elsa" userId="8f13a6be4da41318" providerId="LiveId" clId="{7D96B8E8-53B8-4F8A-90C8-660451CFC2E3}" dt="2025-11-12T08:51:26.713" v="38" actId="2711"/>
          <ac:spMkLst>
            <pc:docMk/>
            <pc:sldMk cId="989436005" sldId="2020"/>
            <ac:spMk id="9" creationId="{3B361D7E-A086-9878-1FB3-C23B4D58212B}"/>
          </ac:spMkLst>
        </pc:spChg>
      </pc:sldChg>
    </pc:docChg>
  </pc:docChgLst>
  <pc:docChgLst>
    <pc:chgData name="Sini Mathew" userId="3875fe58a975fc01" providerId="LiveId" clId="{01228244-6B25-4D01-85AC-4B8EA41E8750}"/>
    <pc:docChg chg="undo custSel addSld delSld modSld">
      <pc:chgData name="Sini Mathew" userId="3875fe58a975fc01" providerId="LiveId" clId="{01228244-6B25-4D01-85AC-4B8EA41E8750}" dt="2025-11-09T12:47:31.194" v="1501" actId="20577"/>
      <pc:docMkLst>
        <pc:docMk/>
      </pc:docMkLst>
      <pc:sldChg chg="modSp mod">
        <pc:chgData name="Sini Mathew" userId="3875fe58a975fc01" providerId="LiveId" clId="{01228244-6B25-4D01-85AC-4B8EA41E8750}" dt="2025-11-09T12:01:37.440" v="114" actId="20577"/>
        <pc:sldMkLst>
          <pc:docMk/>
          <pc:sldMk cId="717388547" sldId="813"/>
        </pc:sldMkLst>
        <pc:spChg chg="mod">
          <ac:chgData name="Sini Mathew" userId="3875fe58a975fc01" providerId="LiveId" clId="{01228244-6B25-4D01-85AC-4B8EA41E8750}" dt="2025-11-09T12:01:37.440" v="114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01228244-6B25-4D01-85AC-4B8EA41E8750}" dt="2025-11-09T12:40:25.963" v="1090" actId="20577"/>
        <pc:sldMkLst>
          <pc:docMk/>
          <pc:sldMk cId="4765592" sldId="1388"/>
        </pc:sldMkLst>
        <pc:spChg chg="mod">
          <ac:chgData name="Sini Mathew" userId="3875fe58a975fc01" providerId="LiveId" clId="{01228244-6B25-4D01-85AC-4B8EA41E8750}" dt="2025-11-09T12:40:25.963" v="1090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mod">
        <pc:chgData name="Sini Mathew" userId="3875fe58a975fc01" providerId="LiveId" clId="{01228244-6B25-4D01-85AC-4B8EA41E8750}" dt="2025-11-09T12:21:04.518" v="477" actId="20577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5-11-09T12:01:49.657" v="129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Sini Mathew" userId="3875fe58a975fc01" providerId="LiveId" clId="{01228244-6B25-4D01-85AC-4B8EA41E8750}" dt="2025-11-09T12:03:01.604" v="306" actId="20577"/>
          <ac:spMkLst>
            <pc:docMk/>
            <pc:sldMk cId="3366721836" sldId="1915"/>
            <ac:spMk id="4" creationId="{EEAA6A71-2919-6F92-C2BF-2A5CEE44FF51}"/>
          </ac:spMkLst>
        </pc:spChg>
        <pc:spChg chg="mod">
          <ac:chgData name="Sini Mathew" userId="3875fe58a975fc01" providerId="LiveId" clId="{01228244-6B25-4D01-85AC-4B8EA41E8750}" dt="2025-11-09T12:21:04.518" v="477" actId="20577"/>
          <ac:spMkLst>
            <pc:docMk/>
            <pc:sldMk cId="3366721836" sldId="1915"/>
            <ac:spMk id="5" creationId="{A580248D-7344-851E-94DE-44524E9F4FC9}"/>
          </ac:spMkLst>
        </pc:spChg>
      </pc:sldChg>
      <pc:sldChg chg="modSp mod">
        <pc:chgData name="Sini Mathew" userId="3875fe58a975fc01" providerId="LiveId" clId="{01228244-6B25-4D01-85AC-4B8EA41E8750}" dt="2025-11-09T12:37:12.597" v="1079" actId="20577"/>
        <pc:sldMkLst>
          <pc:docMk/>
          <pc:sldMk cId="4050471080" sldId="1989"/>
        </pc:sldMkLst>
        <pc:spChg chg="mod">
          <ac:chgData name="Sini Mathew" userId="3875fe58a975fc01" providerId="LiveId" clId="{01228244-6B25-4D01-85AC-4B8EA41E8750}" dt="2025-11-09T12:33:57.738" v="819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Sini Mathew" userId="3875fe58a975fc01" providerId="LiveId" clId="{01228244-6B25-4D01-85AC-4B8EA41E8750}" dt="2025-11-09T12:37:12.597" v="1079" actId="20577"/>
          <ac:spMkLst>
            <pc:docMk/>
            <pc:sldMk cId="4050471080" sldId="1989"/>
            <ac:spMk id="6" creationId="{4AC751B8-1522-B4B4-3170-CBBEEEDF2680}"/>
          </ac:spMkLst>
        </pc:spChg>
      </pc:sldChg>
      <pc:sldChg chg="addSp delSp modSp mod">
        <pc:chgData name="Sini Mathew" userId="3875fe58a975fc01" providerId="LiveId" clId="{01228244-6B25-4D01-85AC-4B8EA41E8750}" dt="2025-11-09T12:42:54.389" v="1217" actId="20577"/>
        <pc:sldMkLst>
          <pc:docMk/>
          <pc:sldMk cId="4145407740" sldId="1990"/>
        </pc:sldMkLst>
        <pc:spChg chg="add mod">
          <ac:chgData name="Sini Mathew" userId="3875fe58a975fc01" providerId="LiveId" clId="{01228244-6B25-4D01-85AC-4B8EA41E8750}" dt="2025-11-09T12:40:36.676" v="1092"/>
          <ac:spMkLst>
            <pc:docMk/>
            <pc:sldMk cId="4145407740" sldId="1990"/>
            <ac:spMk id="3" creationId="{89BC6042-D3CB-EFE4-1634-DFABC58E575F}"/>
          </ac:spMkLst>
        </pc:spChg>
        <pc:spChg chg="mod">
          <ac:chgData name="Sini Mathew" userId="3875fe58a975fc01" providerId="LiveId" clId="{01228244-6B25-4D01-85AC-4B8EA41E8750}" dt="2025-11-09T12:42:54.389" v="1217" actId="20577"/>
          <ac:spMkLst>
            <pc:docMk/>
            <pc:sldMk cId="4145407740" sldId="1990"/>
            <ac:spMk id="4" creationId="{108826D6-D5E7-8E29-8447-D3F82C0FBEBF}"/>
          </ac:spMkLst>
        </pc:spChg>
      </pc:sldChg>
      <pc:sldChg chg="addSp modSp new mod">
        <pc:chgData name="Sini Mathew" userId="3875fe58a975fc01" providerId="LiveId" clId="{01228244-6B25-4D01-85AC-4B8EA41E8750}" dt="2025-11-09T11:54:23.018" v="97" actId="1076"/>
        <pc:sldMkLst>
          <pc:docMk/>
          <pc:sldMk cId="1867889497" sldId="2007"/>
        </pc:sldMkLst>
        <pc:spChg chg="add mod">
          <ac:chgData name="Sini Mathew" userId="3875fe58a975fc01" providerId="LiveId" clId="{01228244-6B25-4D01-85AC-4B8EA41E8750}" dt="2025-11-09T11:54:23.018" v="97" actId="1076"/>
          <ac:spMkLst>
            <pc:docMk/>
            <pc:sldMk cId="1867889497" sldId="2007"/>
            <ac:spMk id="3" creationId="{20720034-B29D-8742-49A0-D1D3BA8DB577}"/>
          </ac:spMkLst>
        </pc:spChg>
      </pc:sldChg>
      <pc:sldChg chg="modSp add mod">
        <pc:chgData name="Sini Mathew" userId="3875fe58a975fc01" providerId="LiveId" clId="{01228244-6B25-4D01-85AC-4B8EA41E8750}" dt="2025-11-09T12:21:16.477" v="481" actId="20577"/>
        <pc:sldMkLst>
          <pc:docMk/>
          <pc:sldMk cId="950571429" sldId="2008"/>
        </pc:sldMkLst>
        <pc:spChg chg="mod">
          <ac:chgData name="Sini Mathew" userId="3875fe58a975fc01" providerId="LiveId" clId="{01228244-6B25-4D01-85AC-4B8EA41E8750}" dt="2025-11-09T12:20:56.740" v="475" actId="20577"/>
          <ac:spMkLst>
            <pc:docMk/>
            <pc:sldMk cId="950571429" sldId="2008"/>
            <ac:spMk id="4" creationId="{21E0E53F-47B2-39A4-CE16-586A0196A0AE}"/>
          </ac:spMkLst>
        </pc:spChg>
        <pc:spChg chg="mod">
          <ac:chgData name="Sini Mathew" userId="3875fe58a975fc01" providerId="LiveId" clId="{01228244-6B25-4D01-85AC-4B8EA41E8750}" dt="2025-11-09T12:21:16.477" v="481" actId="20577"/>
          <ac:spMkLst>
            <pc:docMk/>
            <pc:sldMk cId="950571429" sldId="2008"/>
            <ac:spMk id="5" creationId="{2CB36545-CB46-40BB-7818-F85907EFF281}"/>
          </ac:spMkLst>
        </pc:spChg>
      </pc:sldChg>
      <pc:sldChg chg="modSp add mod">
        <pc:chgData name="Sini Mathew" userId="3875fe58a975fc01" providerId="LiveId" clId="{01228244-6B25-4D01-85AC-4B8EA41E8750}" dt="2025-11-09T12:24:38.589" v="808" actId="20577"/>
        <pc:sldMkLst>
          <pc:docMk/>
          <pc:sldMk cId="1817643822" sldId="2009"/>
        </pc:sldMkLst>
        <pc:spChg chg="mod">
          <ac:chgData name="Sini Mathew" userId="3875fe58a975fc01" providerId="LiveId" clId="{01228244-6B25-4D01-85AC-4B8EA41E8750}" dt="2025-11-09T12:22:43.526" v="646" actId="20577"/>
          <ac:spMkLst>
            <pc:docMk/>
            <pc:sldMk cId="1817643822" sldId="2009"/>
            <ac:spMk id="4" creationId="{B22C263C-0C00-43E9-D74B-3CB4DD4D7633}"/>
          </ac:spMkLst>
        </pc:spChg>
        <pc:spChg chg="mod">
          <ac:chgData name="Sini Mathew" userId="3875fe58a975fc01" providerId="LiveId" clId="{01228244-6B25-4D01-85AC-4B8EA41E8750}" dt="2025-11-09T12:24:38.589" v="808" actId="20577"/>
          <ac:spMkLst>
            <pc:docMk/>
            <pc:sldMk cId="1817643822" sldId="2009"/>
            <ac:spMk id="5" creationId="{50A8512E-F0D6-D378-FB0B-245764BAD3BB}"/>
          </ac:spMkLst>
        </pc:spChg>
      </pc:sldChg>
      <pc:sldChg chg="modSp add mod">
        <pc:chgData name="Sini Mathew" userId="3875fe58a975fc01" providerId="LiveId" clId="{01228244-6B25-4D01-85AC-4B8EA41E8750}" dt="2025-11-09T12:24:30.185" v="804" actId="20577"/>
        <pc:sldMkLst>
          <pc:docMk/>
          <pc:sldMk cId="2256296406" sldId="2010"/>
        </pc:sldMkLst>
        <pc:spChg chg="mod">
          <ac:chgData name="Sini Mathew" userId="3875fe58a975fc01" providerId="LiveId" clId="{01228244-6B25-4D01-85AC-4B8EA41E8750}" dt="2025-11-09T12:24:12.916" v="802" actId="20577"/>
          <ac:spMkLst>
            <pc:docMk/>
            <pc:sldMk cId="2256296406" sldId="2010"/>
            <ac:spMk id="4" creationId="{763B4DDC-B1C2-5E28-A281-1CA528164B80}"/>
          </ac:spMkLst>
        </pc:spChg>
        <pc:spChg chg="mod">
          <ac:chgData name="Sini Mathew" userId="3875fe58a975fc01" providerId="LiveId" clId="{01228244-6B25-4D01-85AC-4B8EA41E8750}" dt="2025-11-09T12:24:30.185" v="804" actId="20577"/>
          <ac:spMkLst>
            <pc:docMk/>
            <pc:sldMk cId="2256296406" sldId="2010"/>
            <ac:spMk id="5" creationId="{A11E8205-6C5B-CA77-4F86-88B982BF49AA}"/>
          </ac:spMkLst>
        </pc:spChg>
      </pc:sldChg>
      <pc:sldChg chg="modSp add mod">
        <pc:chgData name="Sini Mathew" userId="3875fe58a975fc01" providerId="LiveId" clId="{01228244-6B25-4D01-85AC-4B8EA41E8750}" dt="2025-11-09T12:43:04.718" v="1221" actId="20577"/>
        <pc:sldMkLst>
          <pc:docMk/>
          <pc:sldMk cId="1611560911" sldId="2011"/>
        </pc:sldMkLst>
        <pc:spChg chg="mod">
          <ac:chgData name="Sini Mathew" userId="3875fe58a975fc01" providerId="LiveId" clId="{01228244-6B25-4D01-85AC-4B8EA41E8750}" dt="2025-11-09T12:42:24.074" v="1215" actId="20577"/>
          <ac:spMkLst>
            <pc:docMk/>
            <pc:sldMk cId="1611560911" sldId="2011"/>
            <ac:spMk id="3" creationId="{5410F657-737F-2096-D5CB-9299208C1BC2}"/>
          </ac:spMkLst>
        </pc:spChg>
        <pc:spChg chg="mod">
          <ac:chgData name="Sini Mathew" userId="3875fe58a975fc01" providerId="LiveId" clId="{01228244-6B25-4D01-85AC-4B8EA41E8750}" dt="2025-11-09T12:43:04.718" v="1221" actId="20577"/>
          <ac:spMkLst>
            <pc:docMk/>
            <pc:sldMk cId="1611560911" sldId="2011"/>
            <ac:spMk id="4" creationId="{1F838ACE-59FC-13F6-35BB-C34A3F452A04}"/>
          </ac:spMkLst>
        </pc:spChg>
      </pc:sldChg>
      <pc:sldChg chg="modSp add mod">
        <pc:chgData name="Sini Mathew" userId="3875fe58a975fc01" providerId="LiveId" clId="{01228244-6B25-4D01-85AC-4B8EA41E8750}" dt="2025-11-09T12:44:50.348" v="1345" actId="20577"/>
        <pc:sldMkLst>
          <pc:docMk/>
          <pc:sldMk cId="2470568513" sldId="2012"/>
        </pc:sldMkLst>
        <pc:spChg chg="mod">
          <ac:chgData name="Sini Mathew" userId="3875fe58a975fc01" providerId="LiveId" clId="{01228244-6B25-4D01-85AC-4B8EA41E8750}" dt="2025-11-09T12:44:44.223" v="1343" actId="20577"/>
          <ac:spMkLst>
            <pc:docMk/>
            <pc:sldMk cId="2470568513" sldId="2012"/>
            <ac:spMk id="3" creationId="{D59F44D2-DC54-769B-66B6-E3DAC26DB99E}"/>
          </ac:spMkLst>
        </pc:spChg>
        <pc:spChg chg="mod">
          <ac:chgData name="Sini Mathew" userId="3875fe58a975fc01" providerId="LiveId" clId="{01228244-6B25-4D01-85AC-4B8EA41E8750}" dt="2025-11-09T12:44:50.348" v="1345" actId="20577"/>
          <ac:spMkLst>
            <pc:docMk/>
            <pc:sldMk cId="2470568513" sldId="2012"/>
            <ac:spMk id="4" creationId="{3F3B8359-A18B-C54A-2486-4E080B162A0A}"/>
          </ac:spMkLst>
        </pc:spChg>
      </pc:sldChg>
      <pc:sldChg chg="modSp add mod">
        <pc:chgData name="Sini Mathew" userId="3875fe58a975fc01" providerId="LiveId" clId="{01228244-6B25-4D01-85AC-4B8EA41E8750}" dt="2025-11-09T12:47:31.194" v="1501" actId="20577"/>
        <pc:sldMkLst>
          <pc:docMk/>
          <pc:sldMk cId="1217241719" sldId="2013"/>
        </pc:sldMkLst>
        <pc:spChg chg="mod">
          <ac:chgData name="Sini Mathew" userId="3875fe58a975fc01" providerId="LiveId" clId="{01228244-6B25-4D01-85AC-4B8EA41E8750}" dt="2025-11-09T12:47:31.194" v="1501" actId="20577"/>
          <ac:spMkLst>
            <pc:docMk/>
            <pc:sldMk cId="1217241719" sldId="2013"/>
            <ac:spMk id="3" creationId="{4FEC9FB9-855B-A6D7-FC17-FE1A22872ECD}"/>
          </ac:spMkLst>
        </pc:spChg>
        <pc:spChg chg="mod">
          <ac:chgData name="Sini Mathew" userId="3875fe58a975fc01" providerId="LiveId" clId="{01228244-6B25-4D01-85AC-4B8EA41E8750}" dt="2025-11-09T12:44:59.950" v="1348" actId="20577"/>
          <ac:spMkLst>
            <pc:docMk/>
            <pc:sldMk cId="1217241719" sldId="2013"/>
            <ac:spMk id="4" creationId="{7A5E5633-281B-FBAE-2BA5-600932215CBC}"/>
          </ac:spMkLst>
        </pc:spChg>
      </pc:sldChg>
    </pc:docChg>
  </pc:docChgLst>
  <pc:docChgLst>
    <pc:chgData name="Alisa Mary Philips" userId="9f0ebcf3ad3d189e" providerId="Windows Live" clId="Web-{FB5E509C-BCC2-4463-9941-53831CB74662}"/>
    <pc:docChg chg="modSld">
      <pc:chgData name="Alisa Mary Philips" userId="9f0ebcf3ad3d189e" providerId="Windows Live" clId="Web-{FB5E509C-BCC2-4463-9941-53831CB74662}" dt="2025-11-12T10:12:13.573" v="88" actId="20577"/>
      <pc:docMkLst>
        <pc:docMk/>
      </pc:docMkLst>
      <pc:sldChg chg="modSp">
        <pc:chgData name="Alisa Mary Philips" userId="9f0ebcf3ad3d189e" providerId="Windows Live" clId="Web-{FB5E509C-BCC2-4463-9941-53831CB74662}" dt="2025-11-12T10:11:01.164" v="82" actId="20577"/>
        <pc:sldMkLst>
          <pc:docMk/>
          <pc:sldMk cId="2993599896" sldId="1762"/>
        </pc:sldMkLst>
        <pc:spChg chg="mod">
          <ac:chgData name="Alisa Mary Philips" userId="9f0ebcf3ad3d189e" providerId="Windows Live" clId="Web-{FB5E509C-BCC2-4463-9941-53831CB74662}" dt="2025-11-12T10:07:33.187" v="52"/>
          <ac:spMkLst>
            <pc:docMk/>
            <pc:sldMk cId="2993599896" sldId="1762"/>
            <ac:spMk id="6" creationId="{0632A20B-9189-A3AD-4798-56BB954158CE}"/>
          </ac:spMkLst>
        </pc:spChg>
        <pc:spChg chg="mod">
          <ac:chgData name="Alisa Mary Philips" userId="9f0ebcf3ad3d189e" providerId="Windows Live" clId="Web-{FB5E509C-BCC2-4463-9941-53831CB74662}" dt="2025-11-12T10:11:01.164" v="82" actId="20577"/>
          <ac:spMkLst>
            <pc:docMk/>
            <pc:sldMk cId="2993599896" sldId="1762"/>
            <ac:spMk id="7" creationId="{91510B0F-7B9A-78D5-69F6-86D5C095B660}"/>
          </ac:spMkLst>
        </pc:spChg>
      </pc:sldChg>
      <pc:sldChg chg="modSp">
        <pc:chgData name="Alisa Mary Philips" userId="9f0ebcf3ad3d189e" providerId="Windows Live" clId="Web-{FB5E509C-BCC2-4463-9941-53831CB74662}" dt="2025-11-12T10:11:45.587" v="86" actId="20577"/>
        <pc:sldMkLst>
          <pc:docMk/>
          <pc:sldMk cId="3066792844" sldId="1763"/>
        </pc:sldMkLst>
        <pc:spChg chg="mod">
          <ac:chgData name="Alisa Mary Philips" userId="9f0ebcf3ad3d189e" providerId="Windows Live" clId="Web-{FB5E509C-BCC2-4463-9941-53831CB74662}" dt="2025-11-12T10:08:43.034" v="65"/>
          <ac:spMkLst>
            <pc:docMk/>
            <pc:sldMk cId="3066792844" sldId="1763"/>
            <ac:spMk id="9" creationId="{7407AD62-4A80-0DFE-7B0B-ABFB561CA922}"/>
          </ac:spMkLst>
        </pc:spChg>
        <pc:spChg chg="mod">
          <ac:chgData name="Alisa Mary Philips" userId="9f0ebcf3ad3d189e" providerId="Windows Live" clId="Web-{FB5E509C-BCC2-4463-9941-53831CB74662}" dt="2025-11-12T10:11:45.587" v="86" actId="20577"/>
          <ac:spMkLst>
            <pc:docMk/>
            <pc:sldMk cId="3066792844" sldId="1763"/>
            <ac:spMk id="11" creationId="{82E5A9B8-883A-D9D0-3499-9020758F11D0}"/>
          </ac:spMkLst>
        </pc:spChg>
      </pc:sldChg>
      <pc:sldChg chg="modSp">
        <pc:chgData name="Alisa Mary Philips" userId="9f0ebcf3ad3d189e" providerId="Windows Live" clId="Web-{FB5E509C-BCC2-4463-9941-53831CB74662}" dt="2025-11-12T10:11:35.228" v="85" actId="20577"/>
        <pc:sldMkLst>
          <pc:docMk/>
          <pc:sldMk cId="1963966871" sldId="1764"/>
        </pc:sldMkLst>
        <pc:spChg chg="mod">
          <ac:chgData name="Alisa Mary Philips" userId="9f0ebcf3ad3d189e" providerId="Windows Live" clId="Web-{FB5E509C-BCC2-4463-9941-53831CB74662}" dt="2025-11-12T10:08:24.002" v="60"/>
          <ac:spMkLst>
            <pc:docMk/>
            <pc:sldMk cId="1963966871" sldId="1764"/>
            <ac:spMk id="9" creationId="{F278F714-9EFB-255B-C613-05DC0A4B0055}"/>
          </ac:spMkLst>
        </pc:spChg>
        <pc:spChg chg="mod">
          <ac:chgData name="Alisa Mary Philips" userId="9f0ebcf3ad3d189e" providerId="Windows Live" clId="Web-{FB5E509C-BCC2-4463-9941-53831CB74662}" dt="2025-11-12T10:11:35.228" v="85" actId="20577"/>
          <ac:spMkLst>
            <pc:docMk/>
            <pc:sldMk cId="1963966871" sldId="1764"/>
            <ac:spMk id="11" creationId="{74349F7F-BA14-77D2-B1D1-0407D065263A}"/>
          </ac:spMkLst>
        </pc:spChg>
      </pc:sldChg>
      <pc:sldChg chg="modSp">
        <pc:chgData name="Alisa Mary Philips" userId="9f0ebcf3ad3d189e" providerId="Windows Live" clId="Web-{FB5E509C-BCC2-4463-9941-53831CB74662}" dt="2025-11-12T10:11:56.181" v="87" actId="20577"/>
        <pc:sldMkLst>
          <pc:docMk/>
          <pc:sldMk cId="3458437429" sldId="1765"/>
        </pc:sldMkLst>
        <pc:spChg chg="mod">
          <ac:chgData name="Alisa Mary Philips" userId="9f0ebcf3ad3d189e" providerId="Windows Live" clId="Web-{FB5E509C-BCC2-4463-9941-53831CB74662}" dt="2025-11-12T10:09:20.911" v="71"/>
          <ac:spMkLst>
            <pc:docMk/>
            <pc:sldMk cId="3458437429" sldId="1765"/>
            <ac:spMk id="9" creationId="{CA950DD3-1104-79C9-F0CC-A91B977996AF}"/>
          </ac:spMkLst>
        </pc:spChg>
        <pc:spChg chg="mod">
          <ac:chgData name="Alisa Mary Philips" userId="9f0ebcf3ad3d189e" providerId="Windows Live" clId="Web-{FB5E509C-BCC2-4463-9941-53831CB74662}" dt="2025-11-12T10:11:56.181" v="87" actId="20577"/>
          <ac:spMkLst>
            <pc:docMk/>
            <pc:sldMk cId="3458437429" sldId="1765"/>
            <ac:spMk id="11" creationId="{E8AB7A76-71E5-6A98-9CBF-D9894D8A21AD}"/>
          </ac:spMkLst>
        </pc:spChg>
      </pc:sldChg>
      <pc:sldChg chg="modSp">
        <pc:chgData name="Alisa Mary Philips" userId="9f0ebcf3ad3d189e" providerId="Windows Live" clId="Web-{FB5E509C-BCC2-4463-9941-53831CB74662}" dt="2025-11-12T10:11:07.586" v="83" actId="20577"/>
        <pc:sldMkLst>
          <pc:docMk/>
          <pc:sldMk cId="1889716058" sldId="1766"/>
        </pc:sldMkLst>
        <pc:spChg chg="mod">
          <ac:chgData name="Alisa Mary Philips" userId="9f0ebcf3ad3d189e" providerId="Windows Live" clId="Web-{FB5E509C-BCC2-4463-9941-53831CB74662}" dt="2025-11-12T10:08:11.986" v="58"/>
          <ac:spMkLst>
            <pc:docMk/>
            <pc:sldMk cId="1889716058" sldId="1766"/>
            <ac:spMk id="9" creationId="{61A76FFF-3E21-FE54-F4F3-575F4345C9C5}"/>
          </ac:spMkLst>
        </pc:spChg>
        <pc:spChg chg="mod">
          <ac:chgData name="Alisa Mary Philips" userId="9f0ebcf3ad3d189e" providerId="Windows Live" clId="Web-{FB5E509C-BCC2-4463-9941-53831CB74662}" dt="2025-11-12T10:11:07.586" v="83" actId="20577"/>
          <ac:spMkLst>
            <pc:docMk/>
            <pc:sldMk cId="1889716058" sldId="1766"/>
            <ac:spMk id="11" creationId="{7857F2F8-FA08-4AA9-69C7-53299BC5BA19}"/>
          </ac:spMkLst>
        </pc:spChg>
      </pc:sldChg>
      <pc:sldChg chg="modSp">
        <pc:chgData name="Alisa Mary Philips" userId="9f0ebcf3ad3d189e" providerId="Windows Live" clId="Web-{FB5E509C-BCC2-4463-9941-53831CB74662}" dt="2025-11-12T10:04:47.847" v="31" actId="1076"/>
        <pc:sldMkLst>
          <pc:docMk/>
          <pc:sldMk cId="3359142403" sldId="1827"/>
        </pc:sldMkLst>
        <pc:spChg chg="mod">
          <ac:chgData name="Alisa Mary Philips" userId="9f0ebcf3ad3d189e" providerId="Windows Live" clId="Web-{FB5E509C-BCC2-4463-9941-53831CB74662}" dt="2025-11-12T10:04:47.847" v="31" actId="1076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Alisa Mary Philips" userId="9f0ebcf3ad3d189e" providerId="Windows Live" clId="Web-{FB5E509C-BCC2-4463-9941-53831CB74662}" dt="2025-11-12T10:10:43.445" v="79" actId="20577"/>
        <pc:sldMkLst>
          <pc:docMk/>
          <pc:sldMk cId="457554906" sldId="1951"/>
        </pc:sldMkLst>
        <pc:spChg chg="mod">
          <ac:chgData name="Alisa Mary Philips" userId="9f0ebcf3ad3d189e" providerId="Windows Live" clId="Web-{FB5E509C-BCC2-4463-9941-53831CB74662}" dt="2025-11-12T10:06:56.544" v="44"/>
          <ac:spMkLst>
            <pc:docMk/>
            <pc:sldMk cId="457554906" sldId="1951"/>
            <ac:spMk id="3" creationId="{978505A0-76DF-10B9-5D22-48A296EB56C9}"/>
          </ac:spMkLst>
        </pc:spChg>
        <pc:spChg chg="mod">
          <ac:chgData name="Alisa Mary Philips" userId="9f0ebcf3ad3d189e" providerId="Windows Live" clId="Web-{FB5E509C-BCC2-4463-9941-53831CB74662}" dt="2025-11-12T10:10:43.445" v="79" actId="20577"/>
          <ac:spMkLst>
            <pc:docMk/>
            <pc:sldMk cId="457554906" sldId="1951"/>
            <ac:spMk id="6" creationId="{F3CFA46D-D74F-54B2-F505-A171B18D75AE}"/>
          </ac:spMkLst>
        </pc:spChg>
      </pc:sldChg>
      <pc:sldChg chg="modSp">
        <pc:chgData name="Alisa Mary Philips" userId="9f0ebcf3ad3d189e" providerId="Windows Live" clId="Web-{FB5E509C-BCC2-4463-9941-53831CB74662}" dt="2025-11-12T10:04:21.063" v="28" actId="1076"/>
        <pc:sldMkLst>
          <pc:docMk/>
          <pc:sldMk cId="2020830256" sldId="1980"/>
        </pc:sldMkLst>
        <pc:spChg chg="mod">
          <ac:chgData name="Alisa Mary Philips" userId="9f0ebcf3ad3d189e" providerId="Windows Live" clId="Web-{FB5E509C-BCC2-4463-9941-53831CB74662}" dt="2025-11-12T10:04:21.063" v="28" actId="1076"/>
          <ac:spMkLst>
            <pc:docMk/>
            <pc:sldMk cId="2020830256" sldId="1980"/>
            <ac:spMk id="6" creationId="{1DB8CD47-125C-DFC4-3409-3D053915A710}"/>
          </ac:spMkLst>
        </pc:spChg>
      </pc:sldChg>
      <pc:sldChg chg="modSp">
        <pc:chgData name="Alisa Mary Philips" userId="9f0ebcf3ad3d189e" providerId="Windows Live" clId="Web-{FB5E509C-BCC2-4463-9941-53831CB74662}" dt="2025-11-12T10:10:37.288" v="78" actId="20577"/>
        <pc:sldMkLst>
          <pc:docMk/>
          <pc:sldMk cId="3589558540" sldId="1981"/>
        </pc:sldMkLst>
        <pc:spChg chg="mod">
          <ac:chgData name="Alisa Mary Philips" userId="9f0ebcf3ad3d189e" providerId="Windows Live" clId="Web-{FB5E509C-BCC2-4463-9941-53831CB74662}" dt="2025-11-12T10:06:44.918" v="42"/>
          <ac:spMkLst>
            <pc:docMk/>
            <pc:sldMk cId="3589558540" sldId="1981"/>
            <ac:spMk id="3" creationId="{E10C79F8-5379-E644-6BEE-5C89383BB88B}"/>
          </ac:spMkLst>
        </pc:spChg>
        <pc:spChg chg="mod">
          <ac:chgData name="Alisa Mary Philips" userId="9f0ebcf3ad3d189e" providerId="Windows Live" clId="Web-{FB5E509C-BCC2-4463-9941-53831CB74662}" dt="2025-11-12T10:10:37.288" v="78" actId="20577"/>
          <ac:spMkLst>
            <pc:docMk/>
            <pc:sldMk cId="3589558540" sldId="1981"/>
            <ac:spMk id="6" creationId="{1DC2E020-E2B0-9E9F-7FE5-9175374668A9}"/>
          </ac:spMkLst>
        </pc:spChg>
      </pc:sldChg>
      <pc:sldChg chg="modSp">
        <pc:chgData name="Alisa Mary Philips" userId="9f0ebcf3ad3d189e" providerId="Windows Live" clId="Web-{FB5E509C-BCC2-4463-9941-53831CB74662}" dt="2025-11-12T09:57:33.508" v="0" actId="20577"/>
        <pc:sldMkLst>
          <pc:docMk/>
          <pc:sldMk cId="4145407740" sldId="1990"/>
        </pc:sldMkLst>
        <pc:spChg chg="mod">
          <ac:chgData name="Alisa Mary Philips" userId="9f0ebcf3ad3d189e" providerId="Windows Live" clId="Web-{FB5E509C-BCC2-4463-9941-53831CB74662}" dt="2025-11-12T09:57:33.508" v="0" actId="20577"/>
          <ac:spMkLst>
            <pc:docMk/>
            <pc:sldMk cId="4145407740" sldId="1990"/>
            <ac:spMk id="3" creationId="{89BC6042-D3CB-EFE4-1634-DFABC58E575F}"/>
          </ac:spMkLst>
        </pc:spChg>
      </pc:sldChg>
      <pc:sldChg chg="modSp">
        <pc:chgData name="Alisa Mary Philips" userId="9f0ebcf3ad3d189e" providerId="Windows Live" clId="Web-{FB5E509C-BCC2-4463-9941-53831CB74662}" dt="2025-11-12T09:59:55.166" v="10" actId="20577"/>
        <pc:sldMkLst>
          <pc:docMk/>
          <pc:sldMk cId="3776026696" sldId="1993"/>
        </pc:sldMkLst>
        <pc:spChg chg="mod">
          <ac:chgData name="Alisa Mary Philips" userId="9f0ebcf3ad3d189e" providerId="Windows Live" clId="Web-{FB5E509C-BCC2-4463-9941-53831CB74662}" dt="2025-11-12T09:59:55.166" v="10" actId="20577"/>
          <ac:spMkLst>
            <pc:docMk/>
            <pc:sldMk cId="3776026696" sldId="1993"/>
            <ac:spMk id="5" creationId="{AC232EDD-7B87-EA1C-3D4F-FB699B96415A}"/>
          </ac:spMkLst>
        </pc:spChg>
      </pc:sldChg>
      <pc:sldChg chg="modSp">
        <pc:chgData name="Alisa Mary Philips" userId="9f0ebcf3ad3d189e" providerId="Windows Live" clId="Web-{FB5E509C-BCC2-4463-9941-53831CB74662}" dt="2025-11-12T10:05:09.443" v="33" actId="1076"/>
        <pc:sldMkLst>
          <pc:docMk/>
          <pc:sldMk cId="307999656" sldId="1994"/>
        </pc:sldMkLst>
        <pc:spChg chg="mod">
          <ac:chgData name="Alisa Mary Philips" userId="9f0ebcf3ad3d189e" providerId="Windows Live" clId="Web-{FB5E509C-BCC2-4463-9941-53831CB74662}" dt="2025-11-12T10:05:09.443" v="33" actId="1076"/>
          <ac:spMkLst>
            <pc:docMk/>
            <pc:sldMk cId="307999656" sldId="1994"/>
            <ac:spMk id="9" creationId="{A7AF72BB-021A-3394-7719-374EB85FE164}"/>
          </ac:spMkLst>
        </pc:spChg>
      </pc:sldChg>
      <pc:sldChg chg="modSp">
        <pc:chgData name="Alisa Mary Philips" userId="9f0ebcf3ad3d189e" providerId="Windows Live" clId="Web-{FB5E509C-BCC2-4463-9941-53831CB74662}" dt="2025-11-12T10:10:54.586" v="81" actId="20577"/>
        <pc:sldMkLst>
          <pc:docMk/>
          <pc:sldMk cId="1547265722" sldId="1995"/>
        </pc:sldMkLst>
        <pc:spChg chg="mod">
          <ac:chgData name="Alisa Mary Philips" userId="9f0ebcf3ad3d189e" providerId="Windows Live" clId="Web-{FB5E509C-BCC2-4463-9941-53831CB74662}" dt="2025-11-12T10:07:15.764" v="48"/>
          <ac:spMkLst>
            <pc:docMk/>
            <pc:sldMk cId="1547265722" sldId="1995"/>
            <ac:spMk id="3" creationId="{6287671D-D35B-2ADC-0C1F-A1CA0006A0AB}"/>
          </ac:spMkLst>
        </pc:spChg>
        <pc:spChg chg="mod">
          <ac:chgData name="Alisa Mary Philips" userId="9f0ebcf3ad3d189e" providerId="Windows Live" clId="Web-{FB5E509C-BCC2-4463-9941-53831CB74662}" dt="2025-11-12T10:10:54.586" v="81" actId="20577"/>
          <ac:spMkLst>
            <pc:docMk/>
            <pc:sldMk cId="1547265722" sldId="1995"/>
            <ac:spMk id="6" creationId="{24955DE6-E13D-76F4-7FBB-FC834946CF9B}"/>
          </ac:spMkLst>
        </pc:spChg>
      </pc:sldChg>
      <pc:sldChg chg="modSp">
        <pc:chgData name="Alisa Mary Philips" userId="9f0ebcf3ad3d189e" providerId="Windows Live" clId="Web-{FB5E509C-BCC2-4463-9941-53831CB74662}" dt="2025-11-12T10:10:49.383" v="80" actId="20577"/>
        <pc:sldMkLst>
          <pc:docMk/>
          <pc:sldMk cId="1841272568" sldId="2004"/>
        </pc:sldMkLst>
        <pc:spChg chg="mod">
          <ac:chgData name="Alisa Mary Philips" userId="9f0ebcf3ad3d189e" providerId="Windows Live" clId="Web-{FB5E509C-BCC2-4463-9941-53831CB74662}" dt="2025-11-12T10:07:06.982" v="46"/>
          <ac:spMkLst>
            <pc:docMk/>
            <pc:sldMk cId="1841272568" sldId="2004"/>
            <ac:spMk id="3" creationId="{C09AD761-8F8E-435E-AAAE-D2EAEB817F86}"/>
          </ac:spMkLst>
        </pc:spChg>
        <pc:spChg chg="mod">
          <ac:chgData name="Alisa Mary Philips" userId="9f0ebcf3ad3d189e" providerId="Windows Live" clId="Web-{FB5E509C-BCC2-4463-9941-53831CB74662}" dt="2025-11-12T10:10:49.383" v="80" actId="20577"/>
          <ac:spMkLst>
            <pc:docMk/>
            <pc:sldMk cId="1841272568" sldId="2004"/>
            <ac:spMk id="6" creationId="{EA42C195-484C-7643-3E4C-E12F0E6B446F}"/>
          </ac:spMkLst>
        </pc:spChg>
      </pc:sldChg>
      <pc:sldChg chg="modSp">
        <pc:chgData name="Alisa Mary Philips" userId="9f0ebcf3ad3d189e" providerId="Windows Live" clId="Web-{FB5E509C-BCC2-4463-9941-53831CB74662}" dt="2025-11-12T10:12:13.573" v="88" actId="20577"/>
        <pc:sldMkLst>
          <pc:docMk/>
          <pc:sldMk cId="3639209428" sldId="2005"/>
        </pc:sldMkLst>
        <pc:spChg chg="mod">
          <ac:chgData name="Alisa Mary Philips" userId="9f0ebcf3ad3d189e" providerId="Windows Live" clId="Web-{FB5E509C-BCC2-4463-9941-53831CB74662}" dt="2025-11-12T10:09:53.678" v="76"/>
          <ac:spMkLst>
            <pc:docMk/>
            <pc:sldMk cId="3639209428" sldId="2005"/>
            <ac:spMk id="9" creationId="{3F629FDC-8371-74A8-75C5-8C1DA7BF9005}"/>
          </ac:spMkLst>
        </pc:spChg>
        <pc:spChg chg="mod">
          <ac:chgData name="Alisa Mary Philips" userId="9f0ebcf3ad3d189e" providerId="Windows Live" clId="Web-{FB5E509C-BCC2-4463-9941-53831CB74662}" dt="2025-11-12T10:12:13.573" v="88" actId="20577"/>
          <ac:spMkLst>
            <pc:docMk/>
            <pc:sldMk cId="3639209428" sldId="2005"/>
            <ac:spMk id="11" creationId="{7735D420-1DAE-7AF6-E772-2B1B1D5C5CF7}"/>
          </ac:spMkLst>
        </pc:spChg>
      </pc:sldChg>
      <pc:sldChg chg="modSp">
        <pc:chgData name="Alisa Mary Philips" userId="9f0ebcf3ad3d189e" providerId="Windows Live" clId="Web-{FB5E509C-BCC2-4463-9941-53831CB74662}" dt="2025-11-12T09:57:45.696" v="1" actId="20577"/>
        <pc:sldMkLst>
          <pc:docMk/>
          <pc:sldMk cId="1611560911" sldId="2011"/>
        </pc:sldMkLst>
        <pc:spChg chg="mod">
          <ac:chgData name="Alisa Mary Philips" userId="9f0ebcf3ad3d189e" providerId="Windows Live" clId="Web-{FB5E509C-BCC2-4463-9941-53831CB74662}" dt="2025-11-12T09:57:45.696" v="1" actId="20577"/>
          <ac:spMkLst>
            <pc:docMk/>
            <pc:sldMk cId="1611560911" sldId="2011"/>
            <ac:spMk id="3" creationId="{5410F657-737F-2096-D5CB-9299208C1BC2}"/>
          </ac:spMkLst>
        </pc:spChg>
      </pc:sldChg>
      <pc:sldChg chg="modSp">
        <pc:chgData name="Alisa Mary Philips" userId="9f0ebcf3ad3d189e" providerId="Windows Live" clId="Web-{FB5E509C-BCC2-4463-9941-53831CB74662}" dt="2025-11-12T09:57:54.149" v="2" actId="20577"/>
        <pc:sldMkLst>
          <pc:docMk/>
          <pc:sldMk cId="2470568513" sldId="2012"/>
        </pc:sldMkLst>
        <pc:spChg chg="mod">
          <ac:chgData name="Alisa Mary Philips" userId="9f0ebcf3ad3d189e" providerId="Windows Live" clId="Web-{FB5E509C-BCC2-4463-9941-53831CB74662}" dt="2025-11-12T09:57:54.149" v="2" actId="20577"/>
          <ac:spMkLst>
            <pc:docMk/>
            <pc:sldMk cId="2470568513" sldId="2012"/>
            <ac:spMk id="3" creationId="{D59F44D2-DC54-769B-66B6-E3DAC26DB99E}"/>
          </ac:spMkLst>
        </pc:spChg>
      </pc:sldChg>
      <pc:sldChg chg="modSp">
        <pc:chgData name="Alisa Mary Philips" userId="9f0ebcf3ad3d189e" providerId="Windows Live" clId="Web-{FB5E509C-BCC2-4463-9941-53831CB74662}" dt="2025-11-12T09:58:02.446" v="3" actId="20577"/>
        <pc:sldMkLst>
          <pc:docMk/>
          <pc:sldMk cId="1217241719" sldId="2013"/>
        </pc:sldMkLst>
        <pc:spChg chg="mod">
          <ac:chgData name="Alisa Mary Philips" userId="9f0ebcf3ad3d189e" providerId="Windows Live" clId="Web-{FB5E509C-BCC2-4463-9941-53831CB74662}" dt="2025-11-12T09:58:02.446" v="3" actId="20577"/>
          <ac:spMkLst>
            <pc:docMk/>
            <pc:sldMk cId="1217241719" sldId="2013"/>
            <ac:spMk id="3" creationId="{4FEC9FB9-855B-A6D7-FC17-FE1A22872ECD}"/>
          </ac:spMkLst>
        </pc:spChg>
      </pc:sldChg>
      <pc:sldChg chg="modSp">
        <pc:chgData name="Alisa Mary Philips" userId="9f0ebcf3ad3d189e" providerId="Windows Live" clId="Web-{FB5E509C-BCC2-4463-9941-53831CB74662}" dt="2025-11-12T10:00:22.667" v="19" actId="20577"/>
        <pc:sldMkLst>
          <pc:docMk/>
          <pc:sldMk cId="751839003" sldId="2014"/>
        </pc:sldMkLst>
        <pc:spChg chg="mod">
          <ac:chgData name="Alisa Mary Philips" userId="9f0ebcf3ad3d189e" providerId="Windows Live" clId="Web-{FB5E509C-BCC2-4463-9941-53831CB74662}" dt="2025-11-12T10:00:22.667" v="19" actId="20577"/>
          <ac:spMkLst>
            <pc:docMk/>
            <pc:sldMk cId="751839003" sldId="2014"/>
            <ac:spMk id="5" creationId="{958455A1-FF8B-4C37-53AC-B95447AE5820}"/>
          </ac:spMkLst>
        </pc:spChg>
      </pc:sldChg>
      <pc:sldChg chg="modSp">
        <pc:chgData name="Alisa Mary Philips" userId="9f0ebcf3ad3d189e" providerId="Windows Live" clId="Web-{FB5E509C-BCC2-4463-9941-53831CB74662}" dt="2025-11-12T10:00:52.433" v="22" actId="20577"/>
        <pc:sldMkLst>
          <pc:docMk/>
          <pc:sldMk cId="3301768930" sldId="2015"/>
        </pc:sldMkLst>
        <pc:spChg chg="mod">
          <ac:chgData name="Alisa Mary Philips" userId="9f0ebcf3ad3d189e" providerId="Windows Live" clId="Web-{FB5E509C-BCC2-4463-9941-53831CB74662}" dt="2025-11-12T10:00:52.433" v="22" actId="20577"/>
          <ac:spMkLst>
            <pc:docMk/>
            <pc:sldMk cId="3301768930" sldId="2015"/>
            <ac:spMk id="5" creationId="{0DC31A46-5812-32F1-7A4F-EEBBEB20D71D}"/>
          </ac:spMkLst>
        </pc:spChg>
      </pc:sldChg>
      <pc:sldChg chg="modSp">
        <pc:chgData name="Alisa Mary Philips" userId="9f0ebcf3ad3d189e" providerId="Windows Live" clId="Web-{FB5E509C-BCC2-4463-9941-53831CB74662}" dt="2025-11-12T09:59:20.494" v="5" actId="20577"/>
        <pc:sldMkLst>
          <pc:docMk/>
          <pc:sldMk cId="3490574658" sldId="2017"/>
        </pc:sldMkLst>
        <pc:spChg chg="mod">
          <ac:chgData name="Alisa Mary Philips" userId="9f0ebcf3ad3d189e" providerId="Windows Live" clId="Web-{FB5E509C-BCC2-4463-9941-53831CB74662}" dt="2025-11-12T09:59:20.494" v="5" actId="20577"/>
          <ac:spMkLst>
            <pc:docMk/>
            <pc:sldMk cId="3490574658" sldId="2017"/>
            <ac:spMk id="9" creationId="{25D4BBBF-5ABA-E6A0-B7E0-37C92FABA217}"/>
          </ac:spMkLst>
        </pc:spChg>
      </pc:sldChg>
      <pc:sldChg chg="modSp">
        <pc:chgData name="Alisa Mary Philips" userId="9f0ebcf3ad3d189e" providerId="Windows Live" clId="Web-{FB5E509C-BCC2-4463-9941-53831CB74662}" dt="2025-11-12T09:58:31.993" v="4" actId="20577"/>
        <pc:sldMkLst>
          <pc:docMk/>
          <pc:sldMk cId="1168595227" sldId="2018"/>
        </pc:sldMkLst>
        <pc:spChg chg="mod">
          <ac:chgData name="Alisa Mary Philips" userId="9f0ebcf3ad3d189e" providerId="Windows Live" clId="Web-{FB5E509C-BCC2-4463-9941-53831CB74662}" dt="2025-11-12T09:58:31.993" v="4" actId="20577"/>
          <ac:spMkLst>
            <pc:docMk/>
            <pc:sldMk cId="1168595227" sldId="2018"/>
            <ac:spMk id="9" creationId="{6264752B-999C-4ED7-A66F-6ABC7A4E679E}"/>
          </ac:spMkLst>
        </pc:spChg>
      </pc:sldChg>
    </pc:docChg>
  </pc:docChgLst>
  <pc:docChgLst>
    <pc:chgData name="Guest User" providerId="Windows Live" clId="Web-{5B908789-87DB-48B6-867B-1292F4D18388}"/>
    <pc:docChg chg="addSld delSld modSld sldOrd">
      <pc:chgData name="Guest User" userId="" providerId="Windows Live" clId="Web-{5B908789-87DB-48B6-867B-1292F4D18388}" dt="2025-11-09T16:44:42.564" v="2621" actId="1076"/>
      <pc:docMkLst>
        <pc:docMk/>
      </pc:docMkLst>
      <pc:sldChg chg="modSp">
        <pc:chgData name="Guest User" userId="" providerId="Windows Live" clId="Web-{5B908789-87DB-48B6-867B-1292F4D18388}" dt="2025-11-09T16:43:25.859" v="2581" actId="20577"/>
        <pc:sldMkLst>
          <pc:docMk/>
          <pc:sldMk cId="717388547" sldId="813"/>
        </pc:sldMkLst>
        <pc:spChg chg="mod">
          <ac:chgData name="Guest User" userId="" providerId="Windows Live" clId="Web-{5B908789-87DB-48B6-867B-1292F4D18388}" dt="2025-11-09T16:43:25.859" v="258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Guest User" userId="" providerId="Windows Live" clId="Web-{5B908789-87DB-48B6-867B-1292F4D18388}" dt="2025-11-09T14:35:16.065" v="5" actId="20577"/>
        <pc:sldMkLst>
          <pc:docMk/>
          <pc:sldMk cId="3717493800" sldId="821"/>
        </pc:sldMkLst>
        <pc:spChg chg="mod">
          <ac:chgData name="Guest User" userId="" providerId="Windows Live" clId="Web-{5B908789-87DB-48B6-867B-1292F4D18388}" dt="2025-11-09T14:35:16.065" v="5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delSp modSp">
        <pc:chgData name="Guest User" userId="" providerId="Windows Live" clId="Web-{5B908789-87DB-48B6-867B-1292F4D18388}" dt="2025-11-09T14:48:55.376" v="194" actId="20577"/>
        <pc:sldMkLst>
          <pc:docMk/>
          <pc:sldMk cId="140346443" sldId="822"/>
        </pc:sldMkLst>
        <pc:spChg chg="mod">
          <ac:chgData name="Guest User" userId="" providerId="Windows Live" clId="Web-{5B908789-87DB-48B6-867B-1292F4D18388}" dt="2025-11-09T14:45:26.469" v="140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Guest User" userId="" providerId="Windows Live" clId="Web-{5B908789-87DB-48B6-867B-1292F4D18388}" dt="2025-11-09T14:48:55.376" v="194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Guest User" userId="" providerId="Windows Live" clId="Web-{5B908789-87DB-48B6-867B-1292F4D18388}" dt="2025-11-09T14:52:00.424" v="216" actId="1076"/>
        <pc:sldMkLst>
          <pc:docMk/>
          <pc:sldMk cId="2771250690" sldId="851"/>
        </pc:sldMkLst>
        <pc:spChg chg="mod">
          <ac:chgData name="Guest User" userId="" providerId="Windows Live" clId="Web-{5B908789-87DB-48B6-867B-1292F4D18388}" dt="2025-11-09T14:35:34.878" v="17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Guest User" userId="" providerId="Windows Live" clId="Web-{5B908789-87DB-48B6-867B-1292F4D18388}" dt="2025-11-09T14:52:00.424" v="216" actId="1076"/>
          <ac:spMkLst>
            <pc:docMk/>
            <pc:sldMk cId="2771250690" sldId="851"/>
            <ac:spMk id="8" creationId="{9BADF726-2AAD-85FD-9A5C-793E45C4B3F2}"/>
          </ac:spMkLst>
        </pc:spChg>
      </pc:sldChg>
      <pc:sldChg chg="addSp delSp modSp">
        <pc:chgData name="Guest User" userId="" providerId="Windows Live" clId="Web-{5B908789-87DB-48B6-867B-1292F4D18388}" dt="2025-11-09T16:41:32.810" v="2561" actId="20577"/>
        <pc:sldMkLst>
          <pc:docMk/>
          <pc:sldMk cId="2993599896" sldId="1762"/>
        </pc:sldMkLst>
        <pc:spChg chg="mod">
          <ac:chgData name="Guest User" userId="" providerId="Windows Live" clId="Web-{5B908789-87DB-48B6-867B-1292F4D18388}" dt="2025-11-09T15:43:02.110" v="1006" actId="20577"/>
          <ac:spMkLst>
            <pc:docMk/>
            <pc:sldMk cId="2993599896" sldId="1762"/>
            <ac:spMk id="2" creationId="{C3D0ED30-ACAA-F7C6-8874-283582DD67E8}"/>
          </ac:spMkLst>
        </pc:spChg>
        <pc:spChg chg="mod">
          <ac:chgData name="Guest User" userId="" providerId="Windows Live" clId="Web-{5B908789-87DB-48B6-867B-1292F4D18388}" dt="2025-11-09T16:41:32.810" v="2561" actId="20577"/>
          <ac:spMkLst>
            <pc:docMk/>
            <pc:sldMk cId="2993599896" sldId="1762"/>
            <ac:spMk id="4" creationId="{9BB68FE4-8555-F217-D48B-C7E38BAA9091}"/>
          </ac:spMkLst>
        </pc:spChg>
        <pc:spChg chg="mod">
          <ac:chgData name="Guest User" userId="" providerId="Windows Live" clId="Web-{5B908789-87DB-48B6-867B-1292F4D18388}" dt="2025-11-09T16:41:27.779" v="2560" actId="20577"/>
          <ac:spMkLst>
            <pc:docMk/>
            <pc:sldMk cId="2993599896" sldId="1762"/>
            <ac:spMk id="5" creationId="{F175089D-D533-451E-8F83-FB61E90F27AD}"/>
          </ac:spMkLst>
        </pc:spChg>
        <pc:spChg chg="add mod">
          <ac:chgData name="Guest User" userId="" providerId="Windows Live" clId="Web-{5B908789-87DB-48B6-867B-1292F4D18388}" dt="2025-11-09T15:55:28.740" v="1120" actId="20577"/>
          <ac:spMkLst>
            <pc:docMk/>
            <pc:sldMk cId="2993599896" sldId="1762"/>
            <ac:spMk id="6" creationId="{0632A20B-9189-A3AD-4798-56BB954158CE}"/>
          </ac:spMkLst>
        </pc:spChg>
        <pc:spChg chg="add mod">
          <ac:chgData name="Guest User" userId="" providerId="Windows Live" clId="Web-{5B908789-87DB-48B6-867B-1292F4D18388}" dt="2025-11-09T15:56:27.679" v="1154" actId="20577"/>
          <ac:spMkLst>
            <pc:docMk/>
            <pc:sldMk cId="2993599896" sldId="1762"/>
            <ac:spMk id="7" creationId="{91510B0F-7B9A-78D5-69F6-86D5C095B660}"/>
          </ac:spMkLst>
        </pc:spChg>
      </pc:sldChg>
      <pc:sldChg chg="addSp delSp modSp">
        <pc:chgData name="Guest User" userId="" providerId="Windows Live" clId="Web-{5B908789-87DB-48B6-867B-1292F4D18388}" dt="2025-11-09T16:42:05.686" v="2573" actId="20577"/>
        <pc:sldMkLst>
          <pc:docMk/>
          <pc:sldMk cId="3066792844" sldId="1763"/>
        </pc:sldMkLst>
        <pc:spChg chg="mod">
          <ac:chgData name="Guest User" userId="" providerId="Windows Live" clId="Web-{5B908789-87DB-48B6-867B-1292F4D18388}" dt="2025-11-09T15:43:20.345" v="1009" actId="20577"/>
          <ac:spMkLst>
            <pc:docMk/>
            <pc:sldMk cId="3066792844" sldId="1763"/>
            <ac:spMk id="2" creationId="{C09F0551-CBF6-13A7-6F18-D6DB2CDD945A}"/>
          </ac:spMkLst>
        </pc:spChg>
        <pc:spChg chg="mod">
          <ac:chgData name="Guest User" userId="" providerId="Windows Live" clId="Web-{5B908789-87DB-48B6-867B-1292F4D18388}" dt="2025-11-09T16:42:01.608" v="2572" actId="20577"/>
          <ac:spMkLst>
            <pc:docMk/>
            <pc:sldMk cId="3066792844" sldId="1763"/>
            <ac:spMk id="4" creationId="{194F0158-40E1-F558-D01D-9F86F5AD3609}"/>
          </ac:spMkLst>
        </pc:spChg>
        <pc:spChg chg="mod">
          <ac:chgData name="Guest User" userId="" providerId="Windows Live" clId="Web-{5B908789-87DB-48B6-867B-1292F4D18388}" dt="2025-11-09T16:42:05.686" v="2573" actId="20577"/>
          <ac:spMkLst>
            <pc:docMk/>
            <pc:sldMk cId="3066792844" sldId="1763"/>
            <ac:spMk id="5" creationId="{D9982E29-81A9-E49E-FCA4-54E210B11B64}"/>
          </ac:spMkLst>
        </pc:spChg>
        <pc:spChg chg="add del mod">
          <ac:chgData name="Guest User" userId="" providerId="Windows Live" clId="Web-{5B908789-87DB-48B6-867B-1292F4D18388}" dt="2025-11-09T16:09:20.618" v="1545"/>
          <ac:spMkLst>
            <pc:docMk/>
            <pc:sldMk cId="3066792844" sldId="1763"/>
            <ac:spMk id="9" creationId="{7407AD62-4A80-0DFE-7B0B-ABFB561CA922}"/>
          </ac:spMkLst>
        </pc:spChg>
        <pc:spChg chg="add">
          <ac:chgData name="Guest User" userId="" providerId="Windows Live" clId="Web-{5B908789-87DB-48B6-867B-1292F4D18388}" dt="2025-11-09T16:02:52.576" v="1339"/>
          <ac:spMkLst>
            <pc:docMk/>
            <pc:sldMk cId="3066792844" sldId="1763"/>
            <ac:spMk id="11" creationId="{82E5A9B8-883A-D9D0-3499-9020758F11D0}"/>
          </ac:spMkLst>
        </pc:spChg>
      </pc:sldChg>
      <pc:sldChg chg="addSp delSp modSp">
        <pc:chgData name="Guest User" userId="" providerId="Windows Live" clId="Web-{5B908789-87DB-48B6-867B-1292F4D18388}" dt="2025-11-09T16:41:54.686" v="2569" actId="20577"/>
        <pc:sldMkLst>
          <pc:docMk/>
          <pc:sldMk cId="1963966871" sldId="1764"/>
        </pc:sldMkLst>
        <pc:spChg chg="mod">
          <ac:chgData name="Guest User" userId="" providerId="Windows Live" clId="Web-{5B908789-87DB-48B6-867B-1292F4D18388}" dt="2025-11-09T15:43:14.908" v="1008" actId="20577"/>
          <ac:spMkLst>
            <pc:docMk/>
            <pc:sldMk cId="1963966871" sldId="1764"/>
            <ac:spMk id="2" creationId="{94AC5E2C-0656-A15E-1CD7-FFC829E34538}"/>
          </ac:spMkLst>
        </pc:spChg>
        <pc:spChg chg="mod">
          <ac:chgData name="Guest User" userId="" providerId="Windows Live" clId="Web-{5B908789-87DB-48B6-867B-1292F4D18388}" dt="2025-11-09T16:41:54.686" v="2569" actId="20577"/>
          <ac:spMkLst>
            <pc:docMk/>
            <pc:sldMk cId="1963966871" sldId="1764"/>
            <ac:spMk id="4" creationId="{B72DF4B4-2646-E1C3-BA15-C8CFE8BC6AF5}"/>
          </ac:spMkLst>
        </pc:spChg>
        <pc:spChg chg="mod">
          <ac:chgData name="Guest User" userId="" providerId="Windows Live" clId="Web-{5B908789-87DB-48B6-867B-1292F4D18388}" dt="2025-11-09T16:41:51.811" v="2565" actId="20577"/>
          <ac:spMkLst>
            <pc:docMk/>
            <pc:sldMk cId="1963966871" sldId="1764"/>
            <ac:spMk id="5" creationId="{5F2A1D76-D064-FE31-62CC-ECA20AABFA4A}"/>
          </ac:spMkLst>
        </pc:spChg>
        <pc:spChg chg="add mod">
          <ac:chgData name="Guest User" userId="" providerId="Windows Live" clId="Web-{5B908789-87DB-48B6-867B-1292F4D18388}" dt="2025-11-09T16:02:47.029" v="1335" actId="20577"/>
          <ac:spMkLst>
            <pc:docMk/>
            <pc:sldMk cId="1963966871" sldId="1764"/>
            <ac:spMk id="9" creationId="{F278F714-9EFB-255B-C613-05DC0A4B0055}"/>
          </ac:spMkLst>
        </pc:spChg>
        <pc:spChg chg="add">
          <ac:chgData name="Guest User" userId="" providerId="Windows Live" clId="Web-{5B908789-87DB-48B6-867B-1292F4D18388}" dt="2025-11-09T15:59:37.002" v="1242"/>
          <ac:spMkLst>
            <pc:docMk/>
            <pc:sldMk cId="1963966871" sldId="1764"/>
            <ac:spMk id="11" creationId="{74349F7F-BA14-77D2-B1D1-0407D065263A}"/>
          </ac:spMkLst>
        </pc:spChg>
      </pc:sldChg>
      <pc:sldChg chg="addSp delSp modSp">
        <pc:chgData name="Guest User" userId="" providerId="Windows Live" clId="Web-{5B908789-87DB-48B6-867B-1292F4D18388}" dt="2025-11-09T16:42:19.639" v="2576" actId="20577"/>
        <pc:sldMkLst>
          <pc:docMk/>
          <pc:sldMk cId="3458437429" sldId="1765"/>
        </pc:sldMkLst>
        <pc:spChg chg="mod">
          <ac:chgData name="Guest User" userId="" providerId="Windows Live" clId="Web-{5B908789-87DB-48B6-867B-1292F4D18388}" dt="2025-11-09T15:43:28.033" v="1011" actId="20577"/>
          <ac:spMkLst>
            <pc:docMk/>
            <pc:sldMk cId="3458437429" sldId="1765"/>
            <ac:spMk id="2" creationId="{B86A3ADB-165A-7635-C8B1-482DA562DA30}"/>
          </ac:spMkLst>
        </pc:spChg>
        <pc:spChg chg="mod">
          <ac:chgData name="Guest User" userId="" providerId="Windows Live" clId="Web-{5B908789-87DB-48B6-867B-1292F4D18388}" dt="2025-11-09T16:42:19.639" v="2576" actId="20577"/>
          <ac:spMkLst>
            <pc:docMk/>
            <pc:sldMk cId="3458437429" sldId="1765"/>
            <ac:spMk id="4" creationId="{132057DE-DFF9-1FB0-7887-F9EACD62DA2E}"/>
          </ac:spMkLst>
        </pc:spChg>
        <pc:spChg chg="mod">
          <ac:chgData name="Guest User" userId="" providerId="Windows Live" clId="Web-{5B908789-87DB-48B6-867B-1292F4D18388}" dt="2025-11-09T16:42:13.374" v="2575" actId="20577"/>
          <ac:spMkLst>
            <pc:docMk/>
            <pc:sldMk cId="3458437429" sldId="1765"/>
            <ac:spMk id="5" creationId="{8B8CA4A5-33E4-9E5D-F102-02A0941BB595}"/>
          </ac:spMkLst>
        </pc:spChg>
        <pc:spChg chg="add mod">
          <ac:chgData name="Guest User" userId="" providerId="Windows Live" clId="Web-{5B908789-87DB-48B6-867B-1292F4D18388}" dt="2025-11-09T16:06:37.740" v="1516" actId="20577"/>
          <ac:spMkLst>
            <pc:docMk/>
            <pc:sldMk cId="3458437429" sldId="1765"/>
            <ac:spMk id="9" creationId="{CA950DD3-1104-79C9-F0CC-A91B977996AF}"/>
          </ac:spMkLst>
        </pc:spChg>
        <pc:spChg chg="add">
          <ac:chgData name="Guest User" userId="" providerId="Windows Live" clId="Web-{5B908789-87DB-48B6-867B-1292F4D18388}" dt="2025-11-09T16:04:43.143" v="1429"/>
          <ac:spMkLst>
            <pc:docMk/>
            <pc:sldMk cId="3458437429" sldId="1765"/>
            <ac:spMk id="11" creationId="{E8AB7A76-71E5-6A98-9CBF-D9894D8A21AD}"/>
          </ac:spMkLst>
        </pc:spChg>
      </pc:sldChg>
      <pc:sldChg chg="addSp delSp modSp">
        <pc:chgData name="Guest User" userId="" providerId="Windows Live" clId="Web-{5B908789-87DB-48B6-867B-1292F4D18388}" dt="2025-11-09T16:41:44.123" v="2563" actId="20577"/>
        <pc:sldMkLst>
          <pc:docMk/>
          <pc:sldMk cId="1889716058" sldId="1766"/>
        </pc:sldMkLst>
        <pc:spChg chg="mod">
          <ac:chgData name="Guest User" userId="" providerId="Windows Live" clId="Web-{5B908789-87DB-48B6-867B-1292F4D18388}" dt="2025-11-09T15:43:08.860" v="1007" actId="20577"/>
          <ac:spMkLst>
            <pc:docMk/>
            <pc:sldMk cId="1889716058" sldId="1766"/>
            <ac:spMk id="2" creationId="{A0EC4772-4302-7339-6580-CF6B552B0922}"/>
          </ac:spMkLst>
        </pc:spChg>
        <pc:spChg chg="mod">
          <ac:chgData name="Guest User" userId="" providerId="Windows Live" clId="Web-{5B908789-87DB-48B6-867B-1292F4D18388}" dt="2025-11-09T15:56:51.366" v="1155" actId="20577"/>
          <ac:spMkLst>
            <pc:docMk/>
            <pc:sldMk cId="1889716058" sldId="1766"/>
            <ac:spMk id="3" creationId="{8242B303-AFA4-94F4-F871-5A8EC581D16A}"/>
          </ac:spMkLst>
        </pc:spChg>
        <pc:spChg chg="mod">
          <ac:chgData name="Guest User" userId="" providerId="Windows Live" clId="Web-{5B908789-87DB-48B6-867B-1292F4D18388}" dt="2025-11-09T16:41:36.857" v="2562" actId="20577"/>
          <ac:spMkLst>
            <pc:docMk/>
            <pc:sldMk cId="1889716058" sldId="1766"/>
            <ac:spMk id="4" creationId="{07305701-78C9-9F48-BCC6-0DF7984A034E}"/>
          </ac:spMkLst>
        </pc:spChg>
        <pc:spChg chg="mod">
          <ac:chgData name="Guest User" userId="" providerId="Windows Live" clId="Web-{5B908789-87DB-48B6-867B-1292F4D18388}" dt="2025-11-09T16:41:44.123" v="2563" actId="20577"/>
          <ac:spMkLst>
            <pc:docMk/>
            <pc:sldMk cId="1889716058" sldId="1766"/>
            <ac:spMk id="5" creationId="{416D2EA0-16C6-3069-3F70-FCDF667B5B51}"/>
          </ac:spMkLst>
        </pc:spChg>
        <pc:spChg chg="add mod">
          <ac:chgData name="Guest User" userId="" providerId="Windows Live" clId="Web-{5B908789-87DB-48B6-867B-1292F4D18388}" dt="2025-11-09T15:59:32.455" v="1238" actId="20577"/>
          <ac:spMkLst>
            <pc:docMk/>
            <pc:sldMk cId="1889716058" sldId="1766"/>
            <ac:spMk id="9" creationId="{61A76FFF-3E21-FE54-F4F3-575F4345C9C5}"/>
          </ac:spMkLst>
        </pc:spChg>
        <pc:spChg chg="add">
          <ac:chgData name="Guest User" userId="" providerId="Windows Live" clId="Web-{5B908789-87DB-48B6-867B-1292F4D18388}" dt="2025-11-09T15:56:51.991" v="1158"/>
          <ac:spMkLst>
            <pc:docMk/>
            <pc:sldMk cId="1889716058" sldId="1766"/>
            <ac:spMk id="11" creationId="{7857F2F8-FA08-4AA9-69C7-53299BC5BA19}"/>
          </ac:spMkLst>
        </pc:spChg>
      </pc:sldChg>
      <pc:sldChg chg="modSp">
        <pc:chgData name="Guest User" userId="" providerId="Windows Live" clId="Web-{5B908789-87DB-48B6-867B-1292F4D18388}" dt="2025-11-09T15:23:50.360" v="524" actId="20577"/>
        <pc:sldMkLst>
          <pc:docMk/>
          <pc:sldMk cId="2406581127" sldId="1826"/>
        </pc:sldMkLst>
        <pc:spChg chg="mod">
          <ac:chgData name="Guest User" userId="" providerId="Windows Live" clId="Web-{5B908789-87DB-48B6-867B-1292F4D18388}" dt="2025-11-09T15:23:50.360" v="524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">
        <pc:chgData name="Guest User" userId="" providerId="Windows Live" clId="Web-{5B908789-87DB-48B6-867B-1292F4D18388}" dt="2025-11-09T16:39:29.542" v="2537" actId="20577"/>
        <pc:sldMkLst>
          <pc:docMk/>
          <pc:sldMk cId="3359142403" sldId="1827"/>
        </pc:sldMkLst>
        <pc:spChg chg="mod">
          <ac:chgData name="Guest User" userId="" providerId="Windows Live" clId="Web-{5B908789-87DB-48B6-867B-1292F4D18388}" dt="2025-11-09T15:30:07.603" v="694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Guest User" userId="" providerId="Windows Live" clId="Web-{5B908789-87DB-48B6-867B-1292F4D18388}" dt="2025-11-09T16:39:29.542" v="2537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Guest User" userId="" providerId="Windows Live" clId="Web-{5B908789-87DB-48B6-867B-1292F4D18388}" dt="2025-11-09T16:39:25.495" v="2536" actId="20577"/>
          <ac:spMkLst>
            <pc:docMk/>
            <pc:sldMk cId="3359142403" sldId="1827"/>
            <ac:spMk id="5" creationId="{403F8333-98D8-DE76-4A7B-5CFDB90B4C53}"/>
          </ac:spMkLst>
        </pc:spChg>
        <pc:spChg chg="mod">
          <ac:chgData name="Guest User" userId="" providerId="Windows Live" clId="Web-{5B908789-87DB-48B6-867B-1292F4D18388}" dt="2025-11-09T15:35:50.516" v="876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Guest User" userId="" providerId="Windows Live" clId="Web-{5B908789-87DB-48B6-867B-1292F4D18388}" dt="2025-11-09T16:19:57.612" v="1757" actId="20577"/>
        <pc:sldMkLst>
          <pc:docMk/>
          <pc:sldMk cId="2684712631" sldId="1829"/>
        </pc:sldMkLst>
        <pc:spChg chg="mod">
          <ac:chgData name="Guest User" userId="" providerId="Windows Live" clId="Web-{5B908789-87DB-48B6-867B-1292F4D18388}" dt="2025-11-09T16:19:57.612" v="1757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">
        <pc:chgData name="Guest User" userId="" providerId="Windows Live" clId="Web-{5B908789-87DB-48B6-867B-1292F4D18388}" dt="2025-11-09T15:38:59.268" v="972" actId="20577"/>
        <pc:sldMkLst>
          <pc:docMk/>
          <pc:sldMk cId="1147338714" sldId="1856"/>
        </pc:sldMkLst>
        <pc:spChg chg="mod">
          <ac:chgData name="Guest User" userId="" providerId="Windows Live" clId="Web-{5B908789-87DB-48B6-867B-1292F4D18388}" dt="2025-11-09T15:38:59.268" v="972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">
        <pc:chgData name="Guest User" userId="" providerId="Windows Live" clId="Web-{5B908789-87DB-48B6-867B-1292F4D18388}" dt="2025-11-09T15:42:55.234" v="1005" actId="20577"/>
        <pc:sldMkLst>
          <pc:docMk/>
          <pc:sldMk cId="3482069950" sldId="1900"/>
        </pc:sldMkLst>
        <pc:spChg chg="mod">
          <ac:chgData name="Guest User" userId="" providerId="Windows Live" clId="Web-{5B908789-87DB-48B6-867B-1292F4D18388}" dt="2025-11-09T15:42:55.234" v="1005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addSp delSp modSp">
        <pc:chgData name="Guest User" userId="" providerId="Windows Live" clId="Web-{5B908789-87DB-48B6-867B-1292F4D18388}" dt="2025-11-09T16:41:01.700" v="2555" actId="20577"/>
        <pc:sldMkLst>
          <pc:docMk/>
          <pc:sldMk cId="457554906" sldId="1951"/>
        </pc:sldMkLst>
        <pc:spChg chg="mod">
          <ac:chgData name="Guest User" userId="" providerId="Windows Live" clId="Web-{5B908789-87DB-48B6-867B-1292F4D18388}" dt="2025-11-09T15:39:55.785" v="978" actId="20577"/>
          <ac:spMkLst>
            <pc:docMk/>
            <pc:sldMk cId="457554906" sldId="1951"/>
            <ac:spMk id="2" creationId="{E3EB016E-DBD6-1D76-25B7-ACF4641750D7}"/>
          </ac:spMkLst>
        </pc:spChg>
        <pc:spChg chg="add">
          <ac:chgData name="Guest User" userId="" providerId="Windows Live" clId="Web-{5B908789-87DB-48B6-867B-1292F4D18388}" dt="2025-11-09T15:41:40.119" v="995"/>
          <ac:spMkLst>
            <pc:docMk/>
            <pc:sldMk cId="457554906" sldId="1951"/>
            <ac:spMk id="3" creationId="{978505A0-76DF-10B9-5D22-48A296EB56C9}"/>
          </ac:spMkLst>
        </pc:spChg>
        <pc:spChg chg="mod">
          <ac:chgData name="Guest User" userId="" providerId="Windows Live" clId="Web-{5B908789-87DB-48B6-867B-1292F4D18388}" dt="2025-11-09T16:41:01.700" v="2555" actId="20577"/>
          <ac:spMkLst>
            <pc:docMk/>
            <pc:sldMk cId="457554906" sldId="1951"/>
            <ac:spMk id="4" creationId="{2D7A88EC-A7CD-CCF1-77FE-786B656A6D5B}"/>
          </ac:spMkLst>
        </pc:spChg>
        <pc:spChg chg="mod">
          <ac:chgData name="Guest User" userId="" providerId="Windows Live" clId="Web-{5B908789-87DB-48B6-867B-1292F4D18388}" dt="2025-11-09T16:40:56.153" v="2554" actId="20577"/>
          <ac:spMkLst>
            <pc:docMk/>
            <pc:sldMk cId="457554906" sldId="1951"/>
            <ac:spMk id="5" creationId="{6AA18A2D-B6CC-BF39-EBB3-14E0A43FCB63}"/>
          </ac:spMkLst>
        </pc:spChg>
        <pc:spChg chg="add">
          <ac:chgData name="Guest User" userId="" providerId="Windows Live" clId="Web-{5B908789-87DB-48B6-867B-1292F4D18388}" dt="2025-11-09T15:41:40.119" v="995"/>
          <ac:spMkLst>
            <pc:docMk/>
            <pc:sldMk cId="457554906" sldId="1951"/>
            <ac:spMk id="6" creationId="{F3CFA46D-D74F-54B2-F505-A171B18D75AE}"/>
          </ac:spMkLst>
        </pc:spChg>
      </pc:sldChg>
      <pc:sldChg chg="modSp">
        <pc:chgData name="Guest User" userId="" providerId="Windows Live" clId="Web-{5B908789-87DB-48B6-867B-1292F4D18388}" dt="2025-11-09T16:39:52.183" v="2542" actId="20577"/>
        <pc:sldMkLst>
          <pc:docMk/>
          <pc:sldMk cId="2020830256" sldId="1980"/>
        </pc:sldMkLst>
        <pc:spChg chg="mod">
          <ac:chgData name="Guest User" userId="" providerId="Windows Live" clId="Web-{5B908789-87DB-48B6-867B-1292F4D18388}" dt="2025-11-09T15:30:26.275" v="696" actId="20577"/>
          <ac:spMkLst>
            <pc:docMk/>
            <pc:sldMk cId="2020830256" sldId="1980"/>
            <ac:spMk id="2" creationId="{7B503F90-9FC7-E0D5-647F-2B99F591BE89}"/>
          </ac:spMkLst>
        </pc:spChg>
        <pc:spChg chg="mod">
          <ac:chgData name="Guest User" userId="" providerId="Windows Live" clId="Web-{5B908789-87DB-48B6-867B-1292F4D18388}" dt="2025-11-09T16:39:52.183" v="2542" actId="20577"/>
          <ac:spMkLst>
            <pc:docMk/>
            <pc:sldMk cId="2020830256" sldId="1980"/>
            <ac:spMk id="4" creationId="{2F3BADD7-5F47-DD22-8E3A-B76DD11E5431}"/>
          </ac:spMkLst>
        </pc:spChg>
        <pc:spChg chg="mod">
          <ac:chgData name="Guest User" userId="" providerId="Windows Live" clId="Web-{5B908789-87DB-48B6-867B-1292F4D18388}" dt="2025-11-09T16:39:37.480" v="2539" actId="20577"/>
          <ac:spMkLst>
            <pc:docMk/>
            <pc:sldMk cId="2020830256" sldId="1980"/>
            <ac:spMk id="5" creationId="{1B3CB589-E976-68B7-A9A1-EA3079BF7E58}"/>
          </ac:spMkLst>
        </pc:spChg>
        <pc:spChg chg="mod">
          <ac:chgData name="Guest User" userId="" providerId="Windows Live" clId="Web-{5B908789-87DB-48B6-867B-1292F4D18388}" dt="2025-11-09T15:34:11.843" v="840" actId="20577"/>
          <ac:spMkLst>
            <pc:docMk/>
            <pc:sldMk cId="2020830256" sldId="1980"/>
            <ac:spMk id="6" creationId="{1DB8CD47-125C-DFC4-3409-3D053915A710}"/>
          </ac:spMkLst>
        </pc:spChg>
      </pc:sldChg>
      <pc:sldChg chg="addSp delSp modSp">
        <pc:chgData name="Guest User" userId="" providerId="Windows Live" clId="Web-{5B908789-87DB-48B6-867B-1292F4D18388}" dt="2025-11-09T16:40:50.185" v="2550" actId="20577"/>
        <pc:sldMkLst>
          <pc:docMk/>
          <pc:sldMk cId="3589558540" sldId="1981"/>
        </pc:sldMkLst>
        <pc:spChg chg="mod">
          <ac:chgData name="Guest User" userId="" providerId="Windows Live" clId="Web-{5B908789-87DB-48B6-867B-1292F4D18388}" dt="2025-11-09T15:39:06.003" v="975" actId="20577"/>
          <ac:spMkLst>
            <pc:docMk/>
            <pc:sldMk cId="3589558540" sldId="1981"/>
            <ac:spMk id="2" creationId="{39C3612B-A594-12F8-D0DE-02BAD7B78B67}"/>
          </ac:spMkLst>
        </pc:spChg>
        <pc:spChg chg="add">
          <ac:chgData name="Guest User" userId="" providerId="Windows Live" clId="Web-{5B908789-87DB-48B6-867B-1292F4D18388}" dt="2025-11-09T15:40:57.693" v="991"/>
          <ac:spMkLst>
            <pc:docMk/>
            <pc:sldMk cId="3589558540" sldId="1981"/>
            <ac:spMk id="3" creationId="{E10C79F8-5379-E644-6BEE-5C89383BB88B}"/>
          </ac:spMkLst>
        </pc:spChg>
        <pc:spChg chg="mod">
          <ac:chgData name="Guest User" userId="" providerId="Windows Live" clId="Web-{5B908789-87DB-48B6-867B-1292F4D18388}" dt="2025-11-09T16:40:44.716" v="2549" actId="20577"/>
          <ac:spMkLst>
            <pc:docMk/>
            <pc:sldMk cId="3589558540" sldId="1981"/>
            <ac:spMk id="4" creationId="{729CA52F-E805-177A-10C6-B25370B5B58C}"/>
          </ac:spMkLst>
        </pc:spChg>
        <pc:spChg chg="mod">
          <ac:chgData name="Guest User" userId="" providerId="Windows Live" clId="Web-{5B908789-87DB-48B6-867B-1292F4D18388}" dt="2025-11-09T16:40:50.185" v="2550" actId="20577"/>
          <ac:spMkLst>
            <pc:docMk/>
            <pc:sldMk cId="3589558540" sldId="1981"/>
            <ac:spMk id="5" creationId="{37C4C4A2-538B-C72C-322C-0EB070801284}"/>
          </ac:spMkLst>
        </pc:spChg>
        <pc:spChg chg="add">
          <ac:chgData name="Guest User" userId="" providerId="Windows Live" clId="Web-{5B908789-87DB-48B6-867B-1292F4D18388}" dt="2025-11-09T15:40:57.693" v="991"/>
          <ac:spMkLst>
            <pc:docMk/>
            <pc:sldMk cId="3589558540" sldId="1981"/>
            <ac:spMk id="6" creationId="{1DC2E020-E2B0-9E9F-7FE5-9175374668A9}"/>
          </ac:spMkLst>
        </pc:spChg>
      </pc:sldChg>
      <pc:sldChg chg="modSp">
        <pc:chgData name="Guest User" userId="" providerId="Windows Live" clId="Web-{5B908789-87DB-48B6-867B-1292F4D18388}" dt="2025-11-09T15:24:09.065" v="525" actId="20577"/>
        <pc:sldMkLst>
          <pc:docMk/>
          <pc:sldMk cId="4145407740" sldId="1990"/>
        </pc:sldMkLst>
        <pc:spChg chg="mod">
          <ac:chgData name="Guest User" userId="" providerId="Windows Live" clId="Web-{5B908789-87DB-48B6-867B-1292F4D18388}" dt="2025-11-09T15:24:09.065" v="525" actId="20577"/>
          <ac:spMkLst>
            <pc:docMk/>
            <pc:sldMk cId="4145407740" sldId="1990"/>
            <ac:spMk id="2" creationId="{19B9627D-C9E5-7A27-D868-BB4004190B76}"/>
          </ac:spMkLst>
        </pc:spChg>
        <pc:spChg chg="mod">
          <ac:chgData name="Guest User" userId="" providerId="Windows Live" clId="Web-{5B908789-87DB-48B6-867B-1292F4D18388}" dt="2025-11-09T15:06:40.200" v="387" actId="20577"/>
          <ac:spMkLst>
            <pc:docMk/>
            <pc:sldMk cId="4145407740" sldId="1990"/>
            <ac:spMk id="3" creationId="{89BC6042-D3CB-EFE4-1634-DFABC58E575F}"/>
          </ac:spMkLst>
        </pc:spChg>
      </pc:sldChg>
      <pc:sldChg chg="addSp delSp modSp ord">
        <pc:chgData name="Guest User" userId="" providerId="Windows Live" clId="Web-{5B908789-87DB-48B6-867B-1292F4D18388}" dt="2025-11-09T16:27:16.794" v="1982" actId="20577"/>
        <pc:sldMkLst>
          <pc:docMk/>
          <pc:sldMk cId="2783341204" sldId="1992"/>
        </pc:sldMkLst>
        <pc:spChg chg="mod">
          <ac:chgData name="Guest User" userId="" providerId="Windows Live" clId="Web-{5B908789-87DB-48B6-867B-1292F4D18388}" dt="2025-11-09T16:27:16.794" v="1982" actId="20577"/>
          <ac:spMkLst>
            <pc:docMk/>
            <pc:sldMk cId="2783341204" sldId="1992"/>
            <ac:spMk id="2" creationId="{A9F8AD01-0F67-C3AF-1AAF-11248472D921}"/>
          </ac:spMkLst>
        </pc:spChg>
        <pc:spChg chg="add del mod">
          <ac:chgData name="Guest User" userId="" providerId="Windows Live" clId="Web-{5B908789-87DB-48B6-867B-1292F4D18388}" dt="2025-11-09T15:19:47.357" v="499" actId="1076"/>
          <ac:spMkLst>
            <pc:docMk/>
            <pc:sldMk cId="2783341204" sldId="1992"/>
            <ac:spMk id="4" creationId="{36687E6C-ACB6-46BC-999B-EC799FF242DE}"/>
          </ac:spMkLst>
        </pc:spChg>
        <pc:spChg chg="mod">
          <ac:chgData name="Guest User" userId="" providerId="Windows Live" clId="Web-{5B908789-87DB-48B6-867B-1292F4D18388}" dt="2025-11-09T16:26:21.559" v="1946" actId="20577"/>
          <ac:spMkLst>
            <pc:docMk/>
            <pc:sldMk cId="2783341204" sldId="1992"/>
            <ac:spMk id="9" creationId="{FDE1DB4F-C217-2890-DB3F-D9D8888A471B}"/>
          </ac:spMkLst>
        </pc:spChg>
      </pc:sldChg>
      <pc:sldChg chg="addSp modSp">
        <pc:chgData name="Guest User" userId="" providerId="Windows Live" clId="Web-{5B908789-87DB-48B6-867B-1292F4D18388}" dt="2025-11-09T16:38:52.150" v="2526" actId="20577"/>
        <pc:sldMkLst>
          <pc:docMk/>
          <pc:sldMk cId="3776026696" sldId="1993"/>
        </pc:sldMkLst>
        <pc:spChg chg="mod">
          <ac:chgData name="Guest User" userId="" providerId="Windows Live" clId="Web-{5B908789-87DB-48B6-867B-1292F4D18388}" dt="2025-11-09T15:17:05.308" v="480" actId="20577"/>
          <ac:spMkLst>
            <pc:docMk/>
            <pc:sldMk cId="3776026696" sldId="1993"/>
            <ac:spMk id="2" creationId="{823BB8FB-33CC-192C-0E3F-B44D08D1B718}"/>
          </ac:spMkLst>
        </pc:spChg>
        <pc:spChg chg="mod">
          <ac:chgData name="Guest User" userId="" providerId="Windows Live" clId="Web-{5B908789-87DB-48B6-867B-1292F4D18388}" dt="2025-11-09T16:38:52.150" v="2526" actId="20577"/>
          <ac:spMkLst>
            <pc:docMk/>
            <pc:sldMk cId="3776026696" sldId="1993"/>
            <ac:spMk id="3" creationId="{3CA468C7-C896-1A70-8CCB-F4D018686B46}"/>
          </ac:spMkLst>
        </pc:spChg>
        <pc:spChg chg="mod">
          <ac:chgData name="Guest User" userId="" providerId="Windows Live" clId="Web-{5B908789-87DB-48B6-867B-1292F4D18388}" dt="2025-11-09T16:38:44.556" v="2522" actId="20577"/>
          <ac:spMkLst>
            <pc:docMk/>
            <pc:sldMk cId="3776026696" sldId="1993"/>
            <ac:spMk id="4" creationId="{FF65B0F4-A96F-FD69-7F62-3D2793B3EA39}"/>
          </ac:spMkLst>
        </pc:spChg>
        <pc:spChg chg="add">
          <ac:chgData name="Guest User" userId="" providerId="Windows Live" clId="Web-{5B908789-87DB-48B6-867B-1292F4D18388}" dt="2025-11-09T15:13:31.475" v="454"/>
          <ac:spMkLst>
            <pc:docMk/>
            <pc:sldMk cId="3776026696" sldId="1993"/>
            <ac:spMk id="5" creationId="{AC232EDD-7B87-EA1C-3D4F-FB699B96415A}"/>
          </ac:spMkLst>
        </pc:spChg>
        <pc:spChg chg="mod">
          <ac:chgData name="Guest User" userId="" providerId="Windows Live" clId="Web-{5B908789-87DB-48B6-867B-1292F4D18388}" dt="2025-11-09T15:13:30.928" v="453" actId="20577"/>
          <ac:spMkLst>
            <pc:docMk/>
            <pc:sldMk cId="3776026696" sldId="1993"/>
            <ac:spMk id="9" creationId="{BDA23F9C-1A18-B8E3-DB18-2B075ECA628F}"/>
          </ac:spMkLst>
        </pc:spChg>
      </pc:sldChg>
      <pc:sldChg chg="modSp">
        <pc:chgData name="Guest User" userId="" providerId="Windows Live" clId="Web-{5B908789-87DB-48B6-867B-1292F4D18388}" dt="2025-11-09T16:40:26.903" v="2548" actId="20577"/>
        <pc:sldMkLst>
          <pc:docMk/>
          <pc:sldMk cId="307999656" sldId="1994"/>
        </pc:sldMkLst>
        <pc:spChg chg="mod">
          <ac:chgData name="Guest User" userId="" providerId="Windows Live" clId="Web-{5B908789-87DB-48B6-867B-1292F4D18388}" dt="2025-11-09T15:34:20.937" v="842" actId="20577"/>
          <ac:spMkLst>
            <pc:docMk/>
            <pc:sldMk cId="307999656" sldId="1994"/>
            <ac:spMk id="2" creationId="{464249AF-8E44-DF0F-796D-36A172E37D5D}"/>
          </ac:spMkLst>
        </pc:spChg>
        <pc:spChg chg="mod">
          <ac:chgData name="Guest User" userId="" providerId="Windows Live" clId="Web-{5B908789-87DB-48B6-867B-1292F4D18388}" dt="2025-11-09T16:40:13.824" v="2544" actId="20577"/>
          <ac:spMkLst>
            <pc:docMk/>
            <pc:sldMk cId="307999656" sldId="1994"/>
            <ac:spMk id="4" creationId="{145B6664-90F4-5F19-2D82-393D336819F8}"/>
          </ac:spMkLst>
        </pc:spChg>
        <pc:spChg chg="mod">
          <ac:chgData name="Guest User" userId="" providerId="Windows Live" clId="Web-{5B908789-87DB-48B6-867B-1292F4D18388}" dt="2025-11-09T16:39:44.355" v="2541" actId="20577"/>
          <ac:spMkLst>
            <pc:docMk/>
            <pc:sldMk cId="307999656" sldId="1994"/>
            <ac:spMk id="5" creationId="{B2F9C4E0-5FF5-E20B-7B09-738C065790C2}"/>
          </ac:spMkLst>
        </pc:spChg>
        <pc:spChg chg="mod">
          <ac:chgData name="Guest User" userId="" providerId="Windows Live" clId="Web-{5B908789-87DB-48B6-867B-1292F4D18388}" dt="2025-11-09T16:40:26.903" v="2548" actId="20577"/>
          <ac:spMkLst>
            <pc:docMk/>
            <pc:sldMk cId="307999656" sldId="1994"/>
            <ac:spMk id="9" creationId="{A7AF72BB-021A-3394-7719-374EB85FE164}"/>
          </ac:spMkLst>
        </pc:spChg>
      </pc:sldChg>
      <pc:sldChg chg="addSp delSp modSp">
        <pc:chgData name="Guest User" userId="" providerId="Windows Live" clId="Web-{5B908789-87DB-48B6-867B-1292F4D18388}" dt="2025-11-09T16:41:20.420" v="2559" actId="20577"/>
        <pc:sldMkLst>
          <pc:docMk/>
          <pc:sldMk cId="1547265722" sldId="1995"/>
        </pc:sldMkLst>
        <pc:spChg chg="mod">
          <ac:chgData name="Guest User" userId="" providerId="Windows Live" clId="Web-{5B908789-87DB-48B6-867B-1292F4D18388}" dt="2025-11-09T15:40:07.457" v="980" actId="20577"/>
          <ac:spMkLst>
            <pc:docMk/>
            <pc:sldMk cId="1547265722" sldId="1995"/>
            <ac:spMk id="2" creationId="{A2AF6A9C-7C06-7038-23DC-ED0906DAC5CF}"/>
          </ac:spMkLst>
        </pc:spChg>
        <pc:spChg chg="add">
          <ac:chgData name="Guest User" userId="" providerId="Windows Live" clId="Web-{5B908789-87DB-48B6-867B-1292F4D18388}" dt="2025-11-09T15:42:17.341" v="1003"/>
          <ac:spMkLst>
            <pc:docMk/>
            <pc:sldMk cId="1547265722" sldId="1995"/>
            <ac:spMk id="3" creationId="{6287671D-D35B-2ADC-0C1F-A1CA0006A0AB}"/>
          </ac:spMkLst>
        </pc:spChg>
        <pc:spChg chg="mod">
          <ac:chgData name="Guest User" userId="" providerId="Windows Live" clId="Web-{5B908789-87DB-48B6-867B-1292F4D18388}" dt="2025-11-09T16:41:20.420" v="2559" actId="20577"/>
          <ac:spMkLst>
            <pc:docMk/>
            <pc:sldMk cId="1547265722" sldId="1995"/>
            <ac:spMk id="4" creationId="{F9865711-1FA9-2EF0-0B25-6677593210DC}"/>
          </ac:spMkLst>
        </pc:spChg>
        <pc:spChg chg="mod">
          <ac:chgData name="Guest User" userId="" providerId="Windows Live" clId="Web-{5B908789-87DB-48B6-867B-1292F4D18388}" dt="2025-11-09T16:41:17.279" v="2558" actId="20577"/>
          <ac:spMkLst>
            <pc:docMk/>
            <pc:sldMk cId="1547265722" sldId="1995"/>
            <ac:spMk id="5" creationId="{CFA09B5B-ABA8-F074-1597-A68FEA24FBEB}"/>
          </ac:spMkLst>
        </pc:spChg>
        <pc:spChg chg="add">
          <ac:chgData name="Guest User" userId="" providerId="Windows Live" clId="Web-{5B908789-87DB-48B6-867B-1292F4D18388}" dt="2025-11-09T15:42:17.341" v="1003"/>
          <ac:spMkLst>
            <pc:docMk/>
            <pc:sldMk cId="1547265722" sldId="1995"/>
            <ac:spMk id="6" creationId="{24955DE6-E13D-76F4-7FBB-FC834946CF9B}"/>
          </ac:spMkLst>
        </pc:spChg>
      </pc:sldChg>
      <pc:sldChg chg="delSp modSp">
        <pc:chgData name="Guest User" userId="" providerId="Windows Live" clId="Web-{5B908789-87DB-48B6-867B-1292F4D18388}" dt="2025-11-09T14:48:00.251" v="188" actId="1076"/>
        <pc:sldMkLst>
          <pc:docMk/>
          <pc:sldMk cId="1647799451" sldId="1996"/>
        </pc:sldMkLst>
        <pc:spChg chg="mod">
          <ac:chgData name="Guest User" userId="" providerId="Windows Live" clId="Web-{5B908789-87DB-48B6-867B-1292F4D18388}" dt="2025-11-09T14:47:30.016" v="176" actId="20577"/>
          <ac:spMkLst>
            <pc:docMk/>
            <pc:sldMk cId="1647799451" sldId="1996"/>
            <ac:spMk id="2" creationId="{B964A139-C456-EEF1-9DBE-65BF363692A7}"/>
          </ac:spMkLst>
        </pc:spChg>
        <pc:spChg chg="mod">
          <ac:chgData name="Guest User" userId="" providerId="Windows Live" clId="Web-{5B908789-87DB-48B6-867B-1292F4D18388}" dt="2025-11-09T14:48:00.251" v="188" actId="1076"/>
          <ac:spMkLst>
            <pc:docMk/>
            <pc:sldMk cId="1647799451" sldId="1996"/>
            <ac:spMk id="10" creationId="{92D9D958-6575-30C7-52E8-209974FA6296}"/>
          </ac:spMkLst>
        </pc:spChg>
      </pc:sldChg>
      <pc:sldChg chg="delSp modSp">
        <pc:chgData name="Guest User" userId="" providerId="Windows Live" clId="Web-{5B908789-87DB-48B6-867B-1292F4D18388}" dt="2025-11-09T14:50:52.105" v="214" actId="1076"/>
        <pc:sldMkLst>
          <pc:docMk/>
          <pc:sldMk cId="2956648141" sldId="1997"/>
        </pc:sldMkLst>
        <pc:spChg chg="mod">
          <ac:chgData name="Guest User" userId="" providerId="Windows Live" clId="Web-{5B908789-87DB-48B6-867B-1292F4D18388}" dt="2025-11-09T14:50:34.197" v="210" actId="20577"/>
          <ac:spMkLst>
            <pc:docMk/>
            <pc:sldMk cId="2956648141" sldId="1997"/>
            <ac:spMk id="2" creationId="{A3375CF4-BE58-D1EF-3145-5891FF4AA84F}"/>
          </ac:spMkLst>
        </pc:spChg>
        <pc:spChg chg="mod">
          <ac:chgData name="Guest User" userId="" providerId="Windows Live" clId="Web-{5B908789-87DB-48B6-867B-1292F4D18388}" dt="2025-11-09T14:50:52.105" v="214" actId="1076"/>
          <ac:spMkLst>
            <pc:docMk/>
            <pc:sldMk cId="2956648141" sldId="1997"/>
            <ac:spMk id="10" creationId="{EC0B3873-AE9B-AB54-C674-3B4C6E0A8040}"/>
          </ac:spMkLst>
        </pc:spChg>
      </pc:sldChg>
      <pc:sldChg chg="delSp modSp">
        <pc:chgData name="Guest User" userId="" providerId="Windows Live" clId="Web-{5B908789-87DB-48B6-867B-1292F4D18388}" dt="2025-11-09T14:54:57.982" v="253" actId="20577"/>
        <pc:sldMkLst>
          <pc:docMk/>
          <pc:sldMk cId="1507112520" sldId="1998"/>
        </pc:sldMkLst>
        <pc:spChg chg="mod">
          <ac:chgData name="Guest User" userId="" providerId="Windows Live" clId="Web-{5B908789-87DB-48B6-867B-1292F4D18388}" dt="2025-11-09T14:54:57.982" v="253" actId="20577"/>
          <ac:spMkLst>
            <pc:docMk/>
            <pc:sldMk cId="1507112520" sldId="1998"/>
            <ac:spMk id="2" creationId="{B184106A-9CF0-C9CE-977E-88D9CDA0E96B}"/>
          </ac:spMkLst>
        </pc:spChg>
        <pc:spChg chg="mod">
          <ac:chgData name="Guest User" userId="" providerId="Windows Live" clId="Web-{5B908789-87DB-48B6-867B-1292F4D18388}" dt="2025-11-09T14:54:32.793" v="244" actId="1076"/>
          <ac:spMkLst>
            <pc:docMk/>
            <pc:sldMk cId="1507112520" sldId="1998"/>
            <ac:spMk id="10" creationId="{E241E3DC-368B-904F-D082-4CF788001629}"/>
          </ac:spMkLst>
        </pc:spChg>
      </pc:sldChg>
      <pc:sldChg chg="delSp modSp">
        <pc:chgData name="Guest User" userId="" providerId="Windows Live" clId="Web-{5B908789-87DB-48B6-867B-1292F4D18388}" dt="2025-11-09T14:56:34.548" v="283" actId="20577"/>
        <pc:sldMkLst>
          <pc:docMk/>
          <pc:sldMk cId="554574477" sldId="1999"/>
        </pc:sldMkLst>
        <pc:spChg chg="mod">
          <ac:chgData name="Guest User" userId="" providerId="Windows Live" clId="Web-{5B908789-87DB-48B6-867B-1292F4D18388}" dt="2025-11-09T14:56:34.548" v="283" actId="20577"/>
          <ac:spMkLst>
            <pc:docMk/>
            <pc:sldMk cId="554574477" sldId="1999"/>
            <ac:spMk id="2" creationId="{0F20C6A2-F32E-98EC-2440-D0CB685D0049}"/>
          </ac:spMkLst>
        </pc:spChg>
        <pc:spChg chg="mod">
          <ac:chgData name="Guest User" userId="" providerId="Windows Live" clId="Web-{5B908789-87DB-48B6-867B-1292F4D18388}" dt="2025-11-09T14:56:25.845" v="282" actId="1076"/>
          <ac:spMkLst>
            <pc:docMk/>
            <pc:sldMk cId="554574477" sldId="1999"/>
            <ac:spMk id="10" creationId="{61B2B3EC-6CA3-3462-941D-379465F8B1F5}"/>
          </ac:spMkLst>
        </pc:spChg>
      </pc:sldChg>
      <pc:sldChg chg="delSp modSp">
        <pc:chgData name="Guest User" userId="" providerId="Windows Live" clId="Web-{5B908789-87DB-48B6-867B-1292F4D18388}" dt="2025-11-09T14:50:01.802" v="199" actId="1076"/>
        <pc:sldMkLst>
          <pc:docMk/>
          <pc:sldMk cId="2645672475" sldId="2000"/>
        </pc:sldMkLst>
        <pc:spChg chg="mod">
          <ac:chgData name="Guest User" userId="" providerId="Windows Live" clId="Web-{5B908789-87DB-48B6-867B-1292F4D18388}" dt="2025-11-09T14:47:45.595" v="186" actId="20577"/>
          <ac:spMkLst>
            <pc:docMk/>
            <pc:sldMk cId="2645672475" sldId="2000"/>
            <ac:spMk id="2" creationId="{2BA72C39-FD83-1656-5632-53134955B9F2}"/>
          </ac:spMkLst>
        </pc:spChg>
        <pc:spChg chg="mod">
          <ac:chgData name="Guest User" userId="" providerId="Windows Live" clId="Web-{5B908789-87DB-48B6-867B-1292F4D18388}" dt="2025-11-09T14:50:01.802" v="199" actId="1076"/>
          <ac:spMkLst>
            <pc:docMk/>
            <pc:sldMk cId="2645672475" sldId="2000"/>
            <ac:spMk id="10" creationId="{3D83E271-F7BB-2262-2D3F-4B151D61AE3F}"/>
          </ac:spMkLst>
        </pc:spChg>
      </pc:sldChg>
      <pc:sldChg chg="delSp modSp">
        <pc:chgData name="Guest User" userId="" providerId="Windows Live" clId="Web-{5B908789-87DB-48B6-867B-1292F4D18388}" dt="2025-11-09T14:53:24.321" v="230" actId="20577"/>
        <pc:sldMkLst>
          <pc:docMk/>
          <pc:sldMk cId="2033988859" sldId="2001"/>
        </pc:sldMkLst>
        <pc:spChg chg="mod">
          <ac:chgData name="Guest User" userId="" providerId="Windows Live" clId="Web-{5B908789-87DB-48B6-867B-1292F4D18388}" dt="2025-11-09T14:53:24.321" v="230" actId="20577"/>
          <ac:spMkLst>
            <pc:docMk/>
            <pc:sldMk cId="2033988859" sldId="2001"/>
            <ac:spMk id="2" creationId="{63A850B7-62FA-ACDC-4755-89CE78B0A347}"/>
          </ac:spMkLst>
        </pc:spChg>
        <pc:spChg chg="mod">
          <ac:chgData name="Guest User" userId="" providerId="Windows Live" clId="Web-{5B908789-87DB-48B6-867B-1292F4D18388}" dt="2025-11-09T14:53:09.070" v="223" actId="1076"/>
          <ac:spMkLst>
            <pc:docMk/>
            <pc:sldMk cId="2033988859" sldId="2001"/>
            <ac:spMk id="10" creationId="{CF5CB86C-10DD-FA55-3228-FD8EBEA9CB6E}"/>
          </ac:spMkLst>
        </pc:spChg>
      </pc:sldChg>
      <pc:sldChg chg="delSp modSp">
        <pc:chgData name="Guest User" userId="" providerId="Windows Live" clId="Web-{5B908789-87DB-48B6-867B-1292F4D18388}" dt="2025-11-09T14:55:51.031" v="269" actId="1076"/>
        <pc:sldMkLst>
          <pc:docMk/>
          <pc:sldMk cId="3960294722" sldId="2002"/>
        </pc:sldMkLst>
        <pc:spChg chg="mod">
          <ac:chgData name="Guest User" userId="" providerId="Windows Live" clId="Web-{5B908789-87DB-48B6-867B-1292F4D18388}" dt="2025-11-09T14:55:12.795" v="263" actId="20577"/>
          <ac:spMkLst>
            <pc:docMk/>
            <pc:sldMk cId="3960294722" sldId="2002"/>
            <ac:spMk id="2" creationId="{C9BD1876-6DCA-7D35-64BF-2CF14FFC3549}"/>
          </ac:spMkLst>
        </pc:spChg>
        <pc:spChg chg="mod">
          <ac:chgData name="Guest User" userId="" providerId="Windows Live" clId="Web-{5B908789-87DB-48B6-867B-1292F4D18388}" dt="2025-11-09T14:55:51.031" v="269" actId="1076"/>
          <ac:spMkLst>
            <pc:docMk/>
            <pc:sldMk cId="3960294722" sldId="2002"/>
            <ac:spMk id="10" creationId="{8471E6E8-6B39-4C08-FAB1-16824F7237CE}"/>
          </ac:spMkLst>
        </pc:spChg>
      </pc:sldChg>
      <pc:sldChg chg="delSp modSp">
        <pc:chgData name="Guest User" userId="" providerId="Windows Live" clId="Web-{5B908789-87DB-48B6-867B-1292F4D18388}" dt="2025-11-09T14:57:22.144" v="296" actId="1076"/>
        <pc:sldMkLst>
          <pc:docMk/>
          <pc:sldMk cId="3440285717" sldId="2003"/>
        </pc:sldMkLst>
        <pc:spChg chg="mod">
          <ac:chgData name="Guest User" userId="" providerId="Windows Live" clId="Web-{5B908789-87DB-48B6-867B-1292F4D18388}" dt="2025-11-09T14:56:47.533" v="287" actId="20577"/>
          <ac:spMkLst>
            <pc:docMk/>
            <pc:sldMk cId="3440285717" sldId="2003"/>
            <ac:spMk id="2" creationId="{9A63F14C-A4D3-93F0-05E4-AEBA5AA4FD0B}"/>
          </ac:spMkLst>
        </pc:spChg>
        <pc:spChg chg="mod">
          <ac:chgData name="Guest User" userId="" providerId="Windows Live" clId="Web-{5B908789-87DB-48B6-867B-1292F4D18388}" dt="2025-11-09T14:57:22.144" v="296" actId="1076"/>
          <ac:spMkLst>
            <pc:docMk/>
            <pc:sldMk cId="3440285717" sldId="2003"/>
            <ac:spMk id="10" creationId="{46332A95-CA3D-5219-825E-64E21A653FD1}"/>
          </ac:spMkLst>
        </pc:spChg>
      </pc:sldChg>
      <pc:sldChg chg="addSp delSp modSp">
        <pc:chgData name="Guest User" userId="" providerId="Windows Live" clId="Web-{5B908789-87DB-48B6-867B-1292F4D18388}" dt="2025-11-09T16:41:11.998" v="2557" actId="20577"/>
        <pc:sldMkLst>
          <pc:docMk/>
          <pc:sldMk cId="1841272568" sldId="2004"/>
        </pc:sldMkLst>
        <pc:spChg chg="mod">
          <ac:chgData name="Guest User" userId="" providerId="Windows Live" clId="Web-{5B908789-87DB-48B6-867B-1292F4D18388}" dt="2025-11-09T15:40:00.644" v="979" actId="20577"/>
          <ac:spMkLst>
            <pc:docMk/>
            <pc:sldMk cId="1841272568" sldId="2004"/>
            <ac:spMk id="2" creationId="{6E4F4BB8-80B2-506F-B724-A6A7C24E667D}"/>
          </ac:spMkLst>
        </pc:spChg>
        <pc:spChg chg="add">
          <ac:chgData name="Guest User" userId="" providerId="Windows Live" clId="Web-{5B908789-87DB-48B6-867B-1292F4D18388}" dt="2025-11-09T15:42:01.855" v="999"/>
          <ac:spMkLst>
            <pc:docMk/>
            <pc:sldMk cId="1841272568" sldId="2004"/>
            <ac:spMk id="3" creationId="{C09AD761-8F8E-435E-AAAE-D2EAEB817F86}"/>
          </ac:spMkLst>
        </pc:spChg>
        <pc:spChg chg="mod">
          <ac:chgData name="Guest User" userId="" providerId="Windows Live" clId="Web-{5B908789-87DB-48B6-867B-1292F4D18388}" dt="2025-11-09T16:41:07.076" v="2556" actId="20577"/>
          <ac:spMkLst>
            <pc:docMk/>
            <pc:sldMk cId="1841272568" sldId="2004"/>
            <ac:spMk id="4" creationId="{DB29B0AA-934F-5A0E-437E-B2B4EF2C6882}"/>
          </ac:spMkLst>
        </pc:spChg>
        <pc:spChg chg="mod">
          <ac:chgData name="Guest User" userId="" providerId="Windows Live" clId="Web-{5B908789-87DB-48B6-867B-1292F4D18388}" dt="2025-11-09T16:41:11.998" v="2557" actId="20577"/>
          <ac:spMkLst>
            <pc:docMk/>
            <pc:sldMk cId="1841272568" sldId="2004"/>
            <ac:spMk id="5" creationId="{07ECCE30-D1B1-B684-62A3-1F24DF365FCE}"/>
          </ac:spMkLst>
        </pc:spChg>
        <pc:spChg chg="add">
          <ac:chgData name="Guest User" userId="" providerId="Windows Live" clId="Web-{5B908789-87DB-48B6-867B-1292F4D18388}" dt="2025-11-09T15:42:01.855" v="999"/>
          <ac:spMkLst>
            <pc:docMk/>
            <pc:sldMk cId="1841272568" sldId="2004"/>
            <ac:spMk id="6" creationId="{EA42C195-484C-7643-3E4C-E12F0E6B446F}"/>
          </ac:spMkLst>
        </pc:spChg>
      </pc:sldChg>
      <pc:sldChg chg="addSp delSp modSp">
        <pc:chgData name="Guest User" userId="" providerId="Windows Live" clId="Web-{5B908789-87DB-48B6-867B-1292F4D18388}" dt="2025-11-09T16:42:29.827" v="2578" actId="20577"/>
        <pc:sldMkLst>
          <pc:docMk/>
          <pc:sldMk cId="3639209428" sldId="2005"/>
        </pc:sldMkLst>
        <pc:spChg chg="mod">
          <ac:chgData name="Guest User" userId="" providerId="Windows Live" clId="Web-{5B908789-87DB-48B6-867B-1292F4D18388}" dt="2025-11-09T16:16:34.490" v="1735" actId="20577"/>
          <ac:spMkLst>
            <pc:docMk/>
            <pc:sldMk cId="3639209428" sldId="2005"/>
            <ac:spMk id="2" creationId="{3B46452E-6C64-618B-4ABC-4A72E8CA0765}"/>
          </ac:spMkLst>
        </pc:spChg>
        <pc:spChg chg="mod">
          <ac:chgData name="Guest User" userId="" providerId="Windows Live" clId="Web-{5B908789-87DB-48B6-867B-1292F4D18388}" dt="2025-11-09T16:16:44.304" v="1737" actId="20577"/>
          <ac:spMkLst>
            <pc:docMk/>
            <pc:sldMk cId="3639209428" sldId="2005"/>
            <ac:spMk id="4" creationId="{7739CFBF-A8BE-0101-62C0-E6E9DB1F63E8}"/>
          </ac:spMkLst>
        </pc:spChg>
        <pc:spChg chg="mod">
          <ac:chgData name="Guest User" userId="" providerId="Windows Live" clId="Web-{5B908789-87DB-48B6-867B-1292F4D18388}" dt="2025-11-09T16:42:29.827" v="2578" actId="20577"/>
          <ac:spMkLst>
            <pc:docMk/>
            <pc:sldMk cId="3639209428" sldId="2005"/>
            <ac:spMk id="5" creationId="{2A5CB266-B211-C26F-C9FD-14970C15979F}"/>
          </ac:spMkLst>
        </pc:spChg>
        <pc:spChg chg="add mod">
          <ac:chgData name="Guest User" userId="" providerId="Windows Live" clId="Web-{5B908789-87DB-48B6-867B-1292F4D18388}" dt="2025-11-09T16:14:23.699" v="1664" actId="20577"/>
          <ac:spMkLst>
            <pc:docMk/>
            <pc:sldMk cId="3639209428" sldId="2005"/>
            <ac:spMk id="9" creationId="{3F629FDC-8371-74A8-75C5-8C1DA7BF9005}"/>
          </ac:spMkLst>
        </pc:spChg>
        <pc:spChg chg="add mod">
          <ac:chgData name="Guest User" userId="" providerId="Windows Live" clId="Web-{5B908789-87DB-48B6-867B-1292F4D18388}" dt="2025-11-09T16:16:00.628" v="1732" actId="20577"/>
          <ac:spMkLst>
            <pc:docMk/>
            <pc:sldMk cId="3639209428" sldId="2005"/>
            <ac:spMk id="11" creationId="{7735D420-1DAE-7AF6-E772-2B1B1D5C5CF7}"/>
          </ac:spMkLst>
        </pc:spChg>
      </pc:sldChg>
      <pc:sldChg chg="modSp">
        <pc:chgData name="Guest User" userId="" providerId="Windows Live" clId="Web-{5B908789-87DB-48B6-867B-1292F4D18388}" dt="2025-11-09T15:24:17.957" v="528" actId="20577"/>
        <pc:sldMkLst>
          <pc:docMk/>
          <pc:sldMk cId="1611560911" sldId="2011"/>
        </pc:sldMkLst>
        <pc:spChg chg="mod">
          <ac:chgData name="Guest User" userId="" providerId="Windows Live" clId="Web-{5B908789-87DB-48B6-867B-1292F4D18388}" dt="2025-11-09T15:24:17.957" v="528" actId="20577"/>
          <ac:spMkLst>
            <pc:docMk/>
            <pc:sldMk cId="1611560911" sldId="2011"/>
            <ac:spMk id="2" creationId="{DDDB0BAD-E33E-D766-1D8E-281C0D06F0D6}"/>
          </ac:spMkLst>
        </pc:spChg>
        <pc:spChg chg="mod">
          <ac:chgData name="Guest User" userId="" providerId="Windows Live" clId="Web-{5B908789-87DB-48B6-867B-1292F4D18388}" dt="2025-11-09T15:06:48.419" v="388" actId="20577"/>
          <ac:spMkLst>
            <pc:docMk/>
            <pc:sldMk cId="1611560911" sldId="2011"/>
            <ac:spMk id="3" creationId="{5410F657-737F-2096-D5CB-9299208C1BC2}"/>
          </ac:spMkLst>
        </pc:spChg>
      </pc:sldChg>
      <pc:sldChg chg="modSp">
        <pc:chgData name="Guest User" userId="" providerId="Windows Live" clId="Web-{5B908789-87DB-48B6-867B-1292F4D18388}" dt="2025-11-09T15:24:24.270" v="529" actId="20577"/>
        <pc:sldMkLst>
          <pc:docMk/>
          <pc:sldMk cId="2470568513" sldId="2012"/>
        </pc:sldMkLst>
        <pc:spChg chg="mod">
          <ac:chgData name="Guest User" userId="" providerId="Windows Live" clId="Web-{5B908789-87DB-48B6-867B-1292F4D18388}" dt="2025-11-09T15:24:24.270" v="529" actId="20577"/>
          <ac:spMkLst>
            <pc:docMk/>
            <pc:sldMk cId="2470568513" sldId="2012"/>
            <ac:spMk id="2" creationId="{7645C3E9-BDC1-F002-624D-FAC9FA258C59}"/>
          </ac:spMkLst>
        </pc:spChg>
        <pc:spChg chg="mod">
          <ac:chgData name="Guest User" userId="" providerId="Windows Live" clId="Web-{5B908789-87DB-48B6-867B-1292F4D18388}" dt="2025-11-09T15:07:03.280" v="389" actId="20577"/>
          <ac:spMkLst>
            <pc:docMk/>
            <pc:sldMk cId="2470568513" sldId="2012"/>
            <ac:spMk id="3" creationId="{D59F44D2-DC54-769B-66B6-E3DAC26DB99E}"/>
          </ac:spMkLst>
        </pc:spChg>
      </pc:sldChg>
      <pc:sldChg chg="modSp">
        <pc:chgData name="Guest User" userId="" providerId="Windows Live" clId="Web-{5B908789-87DB-48B6-867B-1292F4D18388}" dt="2025-11-09T15:24:31.661" v="530" actId="20577"/>
        <pc:sldMkLst>
          <pc:docMk/>
          <pc:sldMk cId="1217241719" sldId="2013"/>
        </pc:sldMkLst>
        <pc:spChg chg="mod">
          <ac:chgData name="Guest User" userId="" providerId="Windows Live" clId="Web-{5B908789-87DB-48B6-867B-1292F4D18388}" dt="2025-11-09T15:24:31.661" v="530" actId="20577"/>
          <ac:spMkLst>
            <pc:docMk/>
            <pc:sldMk cId="1217241719" sldId="2013"/>
            <ac:spMk id="2" creationId="{5ACDDCF8-224B-D188-8A0C-72289980D79A}"/>
          </ac:spMkLst>
        </pc:spChg>
        <pc:spChg chg="mod">
          <ac:chgData name="Guest User" userId="" providerId="Windows Live" clId="Web-{5B908789-87DB-48B6-867B-1292F4D18388}" dt="2025-11-09T15:07:11.078" v="390" actId="20577"/>
          <ac:spMkLst>
            <pc:docMk/>
            <pc:sldMk cId="1217241719" sldId="2013"/>
            <ac:spMk id="3" creationId="{4FEC9FB9-855B-A6D7-FC17-FE1A22872ECD}"/>
          </ac:spMkLst>
        </pc:spChg>
      </pc:sldChg>
      <pc:sldChg chg="modSp add replId">
        <pc:chgData name="Guest User" userId="" providerId="Windows Live" clId="Web-{5B908789-87DB-48B6-867B-1292F4D18388}" dt="2025-11-09T16:39:04.463" v="2529" actId="20577"/>
        <pc:sldMkLst>
          <pc:docMk/>
          <pc:sldMk cId="751839003" sldId="2014"/>
        </pc:sldMkLst>
        <pc:spChg chg="mod">
          <ac:chgData name="Guest User" userId="" providerId="Windows Live" clId="Web-{5B908789-87DB-48B6-867B-1292F4D18388}" dt="2025-11-09T15:17:16.120" v="482" actId="20577"/>
          <ac:spMkLst>
            <pc:docMk/>
            <pc:sldMk cId="751839003" sldId="2014"/>
            <ac:spMk id="2" creationId="{AD33FD60-78F3-A842-FEAA-29DAAF7BC36A}"/>
          </ac:spMkLst>
        </pc:spChg>
        <pc:spChg chg="mod">
          <ac:chgData name="Guest User" userId="" providerId="Windows Live" clId="Web-{5B908789-87DB-48B6-867B-1292F4D18388}" dt="2025-11-09T16:39:00.588" v="2528" actId="20577"/>
          <ac:spMkLst>
            <pc:docMk/>
            <pc:sldMk cId="751839003" sldId="2014"/>
            <ac:spMk id="3" creationId="{4E22352E-3B46-6B6E-1359-C54967BA8F2A}"/>
          </ac:spMkLst>
        </pc:spChg>
        <pc:spChg chg="mod">
          <ac:chgData name="Guest User" userId="" providerId="Windows Live" clId="Web-{5B908789-87DB-48B6-867B-1292F4D18388}" dt="2025-11-09T16:39:04.463" v="2529" actId="20577"/>
          <ac:spMkLst>
            <pc:docMk/>
            <pc:sldMk cId="751839003" sldId="2014"/>
            <ac:spMk id="4" creationId="{2135032C-744D-6241-6CC3-DC01D8899018}"/>
          </ac:spMkLst>
        </pc:spChg>
        <pc:spChg chg="mod">
          <ac:chgData name="Guest User" userId="" providerId="Windows Live" clId="Web-{5B908789-87DB-48B6-867B-1292F4D18388}" dt="2025-11-09T15:20:16.092" v="501" actId="20577"/>
          <ac:spMkLst>
            <pc:docMk/>
            <pc:sldMk cId="751839003" sldId="2014"/>
            <ac:spMk id="5" creationId="{958455A1-FF8B-4C37-53AC-B95447AE5820}"/>
          </ac:spMkLst>
        </pc:spChg>
      </pc:sldChg>
      <pc:sldChg chg="modSp add replId">
        <pc:chgData name="Guest User" userId="" providerId="Windows Live" clId="Web-{5B908789-87DB-48B6-867B-1292F4D18388}" dt="2025-11-09T16:39:15.151" v="2533" actId="20577"/>
        <pc:sldMkLst>
          <pc:docMk/>
          <pc:sldMk cId="3301768930" sldId="2015"/>
        </pc:sldMkLst>
        <pc:spChg chg="mod">
          <ac:chgData name="Guest User" userId="" providerId="Windows Live" clId="Web-{5B908789-87DB-48B6-867B-1292F4D18388}" dt="2025-11-09T15:17:24.339" v="484" actId="20577"/>
          <ac:spMkLst>
            <pc:docMk/>
            <pc:sldMk cId="3301768930" sldId="2015"/>
            <ac:spMk id="2" creationId="{D245321B-AFE6-DCBB-165F-F2FAB8D1662C}"/>
          </ac:spMkLst>
        </pc:spChg>
        <pc:spChg chg="mod">
          <ac:chgData name="Guest User" userId="" providerId="Windows Live" clId="Web-{5B908789-87DB-48B6-867B-1292F4D18388}" dt="2025-11-09T16:39:11.401" v="2531" actId="20577"/>
          <ac:spMkLst>
            <pc:docMk/>
            <pc:sldMk cId="3301768930" sldId="2015"/>
            <ac:spMk id="3" creationId="{2379A681-2648-CF7D-5C7A-B1CA6E0F33C5}"/>
          </ac:spMkLst>
        </pc:spChg>
        <pc:spChg chg="mod">
          <ac:chgData name="Guest User" userId="" providerId="Windows Live" clId="Web-{5B908789-87DB-48B6-867B-1292F4D18388}" dt="2025-11-09T16:39:15.151" v="2533" actId="20577"/>
          <ac:spMkLst>
            <pc:docMk/>
            <pc:sldMk cId="3301768930" sldId="2015"/>
            <ac:spMk id="4" creationId="{1019F426-632F-EBCE-D19B-80DAE0CE3781}"/>
          </ac:spMkLst>
        </pc:spChg>
        <pc:spChg chg="mod">
          <ac:chgData name="Guest User" userId="" providerId="Windows Live" clId="Web-{5B908789-87DB-48B6-867B-1292F4D18388}" dt="2025-11-09T15:20:57.030" v="510" actId="20577"/>
          <ac:spMkLst>
            <pc:docMk/>
            <pc:sldMk cId="3301768930" sldId="2015"/>
            <ac:spMk id="5" creationId="{0DC31A46-5812-32F1-7A4F-EEBBEB20D71D}"/>
          </ac:spMkLst>
        </pc:spChg>
      </pc:sldChg>
      <pc:sldChg chg="add replId">
        <pc:chgData name="Guest User" userId="" providerId="Windows Live" clId="Web-{5B908789-87DB-48B6-867B-1292F4D18388}" dt="2025-11-09T16:19:41.814" v="1741"/>
        <pc:sldMkLst>
          <pc:docMk/>
          <pc:sldMk cId="1437468126" sldId="2016"/>
        </pc:sldMkLst>
      </pc:sldChg>
      <pc:sldChg chg="modSp add replId">
        <pc:chgData name="Guest User" userId="" providerId="Windows Live" clId="Web-{5B908789-87DB-48B6-867B-1292F4D18388}" dt="2025-11-09T16:38:40.478" v="2521" actId="20577"/>
        <pc:sldMkLst>
          <pc:docMk/>
          <pc:sldMk cId="3490574658" sldId="2017"/>
        </pc:sldMkLst>
        <pc:spChg chg="mod">
          <ac:chgData name="Guest User" userId="" providerId="Windows Live" clId="Web-{5B908789-87DB-48B6-867B-1292F4D18388}" dt="2025-11-09T16:38:40.478" v="2521" actId="20577"/>
          <ac:spMkLst>
            <pc:docMk/>
            <pc:sldMk cId="3490574658" sldId="2017"/>
            <ac:spMk id="3" creationId="{D6568B3B-EC6B-7DEA-9254-1EC1BF820AB5}"/>
          </ac:spMkLst>
        </pc:spChg>
        <pc:spChg chg="mod">
          <ac:chgData name="Guest User" userId="" providerId="Windows Live" clId="Web-{5B908789-87DB-48B6-867B-1292F4D18388}" dt="2025-11-09T16:38:12.165" v="2518" actId="20577"/>
          <ac:spMkLst>
            <pc:docMk/>
            <pc:sldMk cId="3490574658" sldId="2017"/>
            <ac:spMk id="4" creationId="{92B35A23-AC28-2BF5-587D-62D45A75B75A}"/>
          </ac:spMkLst>
        </pc:spChg>
        <pc:spChg chg="mod">
          <ac:chgData name="Guest User" userId="" providerId="Windows Live" clId="Web-{5B908789-87DB-48B6-867B-1292F4D18388}" dt="2025-11-09T16:38:07.055" v="2516" actId="20577"/>
          <ac:spMkLst>
            <pc:docMk/>
            <pc:sldMk cId="3490574658" sldId="2017"/>
            <ac:spMk id="9" creationId="{25D4BBBF-5ABA-E6A0-B7E0-37C92FABA217}"/>
          </ac:spMkLst>
        </pc:spChg>
      </pc:sldChg>
      <pc:sldChg chg="modSp add replId">
        <pc:chgData name="Guest User" userId="" providerId="Windows Live" clId="Web-{5B908789-87DB-48B6-867B-1292F4D18388}" dt="2025-11-09T16:30:45.297" v="2153" actId="20577"/>
        <pc:sldMkLst>
          <pc:docMk/>
          <pc:sldMk cId="1168595227" sldId="2018"/>
        </pc:sldMkLst>
        <pc:spChg chg="mod">
          <ac:chgData name="Guest User" userId="" providerId="Windows Live" clId="Web-{5B908789-87DB-48B6-867B-1292F4D18388}" dt="2025-11-09T16:27:26.919" v="1994" actId="20577"/>
          <ac:spMkLst>
            <pc:docMk/>
            <pc:sldMk cId="1168595227" sldId="2018"/>
            <ac:spMk id="2" creationId="{3F412840-8671-64B0-88F6-F79A7E74D481}"/>
          </ac:spMkLst>
        </pc:spChg>
        <pc:spChg chg="mod">
          <ac:chgData name="Guest User" userId="" providerId="Windows Live" clId="Web-{5B908789-87DB-48B6-867B-1292F4D18388}" dt="2025-11-09T16:26:37.184" v="1949" actId="20577"/>
          <ac:spMkLst>
            <pc:docMk/>
            <pc:sldMk cId="1168595227" sldId="2018"/>
            <ac:spMk id="4" creationId="{EC175F62-455D-BD09-03DA-9E5C3AACE70D}"/>
          </ac:spMkLst>
        </pc:spChg>
        <pc:spChg chg="mod">
          <ac:chgData name="Guest User" userId="" providerId="Windows Live" clId="Web-{5B908789-87DB-48B6-867B-1292F4D18388}" dt="2025-11-09T16:30:45.297" v="2153" actId="20577"/>
          <ac:spMkLst>
            <pc:docMk/>
            <pc:sldMk cId="1168595227" sldId="2018"/>
            <ac:spMk id="9" creationId="{6264752B-999C-4ED7-A66F-6ABC7A4E679E}"/>
          </ac:spMkLst>
        </pc:spChg>
      </pc:sldChg>
      <pc:sldChg chg="modSp add replId">
        <pc:chgData name="Guest User" userId="" providerId="Windows Live" clId="Web-{5B908789-87DB-48B6-867B-1292F4D18388}" dt="2025-11-09T16:37:55.461" v="2514" actId="20577"/>
        <pc:sldMkLst>
          <pc:docMk/>
          <pc:sldMk cId="989436005" sldId="2020"/>
        </pc:sldMkLst>
        <pc:spChg chg="mod">
          <ac:chgData name="Guest User" userId="" providerId="Windows Live" clId="Web-{5B908789-87DB-48B6-867B-1292F4D18388}" dt="2025-11-09T16:37:55.461" v="2514" actId="20577"/>
          <ac:spMkLst>
            <pc:docMk/>
            <pc:sldMk cId="989436005" sldId="2020"/>
            <ac:spMk id="9" creationId="{3B361D7E-A086-9878-1FB3-C23B4D58212B}"/>
          </ac:spMkLst>
        </pc:spChg>
      </pc:sldChg>
      <pc:sldChg chg="modSp add replId">
        <pc:chgData name="Guest User" userId="" providerId="Windows Live" clId="Web-{5B908789-87DB-48B6-867B-1292F4D18388}" dt="2025-11-09T16:44:42.564" v="2621" actId="1076"/>
        <pc:sldMkLst>
          <pc:docMk/>
          <pc:sldMk cId="2858801894" sldId="2021"/>
        </pc:sldMkLst>
        <pc:spChg chg="mod">
          <ac:chgData name="Guest User" userId="" providerId="Windows Live" clId="Web-{5B908789-87DB-48B6-867B-1292F4D18388}" dt="2025-11-09T16:44:42.564" v="2621" actId="1076"/>
          <ac:spMkLst>
            <pc:docMk/>
            <pc:sldMk cId="2858801894" sldId="2021"/>
            <ac:spMk id="3" creationId="{A6CE1BC1-7D83-5120-9C07-D5EA74BE90F4}"/>
          </ac:spMkLst>
        </pc:spChg>
      </pc:sldChg>
    </pc:docChg>
  </pc:docChgLst>
  <pc:docChgLst>
    <pc:chgData name="Rosmin Elsa" userId="8f13a6be4da41318" providerId="LiveId" clId="{802B67CD-7E90-42C5-9F2D-216BCCF6E9CB}"/>
    <pc:docChg chg="modSld">
      <pc:chgData name="Rosmin Elsa" userId="8f13a6be4da41318" providerId="LiveId" clId="{802B67CD-7E90-42C5-9F2D-216BCCF6E9CB}" dt="2025-11-13T11:57:03.645" v="1" actId="20577"/>
      <pc:docMkLst>
        <pc:docMk/>
      </pc:docMkLst>
      <pc:sldChg chg="modSp mod">
        <pc:chgData name="Rosmin Elsa" userId="8f13a6be4da41318" providerId="LiveId" clId="{802B67CD-7E90-42C5-9F2D-216BCCF6E9CB}" dt="2025-11-13T11:57:03.645" v="1" actId="20577"/>
        <pc:sldMkLst>
          <pc:docMk/>
          <pc:sldMk cId="1217241719" sldId="2013"/>
        </pc:sldMkLst>
        <pc:spChg chg="mod">
          <ac:chgData name="Rosmin Elsa" userId="8f13a6be4da41318" providerId="LiveId" clId="{802B67CD-7E90-42C5-9F2D-216BCCF6E9CB}" dt="2025-11-13T11:57:03.645" v="1" actId="20577"/>
          <ac:spMkLst>
            <pc:docMk/>
            <pc:sldMk cId="1217241719" sldId="2013"/>
            <ac:spMk id="3" creationId="{4FEC9FB9-855B-A6D7-FC17-FE1A22872ECD}"/>
          </ac:spMkLst>
        </pc:spChg>
      </pc:sldChg>
    </pc:docChg>
  </pc:docChgLst>
  <pc:docChgLst>
    <pc:chgData name="Alisa Mary Philips" userId="9f0ebcf3ad3d189e" providerId="Windows Live" clId="Web-{E16CCE8E-D5A9-4484-A8F2-9AC7570C27C4}"/>
    <pc:docChg chg="delSld modSld">
      <pc:chgData name="Alisa Mary Philips" userId="9f0ebcf3ad3d189e" providerId="Windows Live" clId="Web-{E16CCE8E-D5A9-4484-A8F2-9AC7570C27C4}" dt="2025-11-15T17:31:35.349" v="73" actId="20577"/>
      <pc:docMkLst>
        <pc:docMk/>
      </pc:docMkLst>
      <pc:sldChg chg="modSp">
        <pc:chgData name="Alisa Mary Philips" userId="9f0ebcf3ad3d189e" providerId="Windows Live" clId="Web-{E16CCE8E-D5A9-4484-A8F2-9AC7570C27C4}" dt="2025-11-15T17:31:03.598" v="66" actId="20577"/>
        <pc:sldMkLst>
          <pc:docMk/>
          <pc:sldMk cId="2993599896" sldId="1762"/>
        </pc:sldMkLst>
        <pc:spChg chg="mod">
          <ac:chgData name="Alisa Mary Philips" userId="9f0ebcf3ad3d189e" providerId="Windows Live" clId="Web-{E16CCE8E-D5A9-4484-A8F2-9AC7570C27C4}" dt="2025-11-15T17:31:03.598" v="66" actId="20577"/>
          <ac:spMkLst>
            <pc:docMk/>
            <pc:sldMk cId="2993599896" sldId="1762"/>
            <ac:spMk id="4" creationId="{9BB68FE4-8555-F217-D48B-C7E38BAA9091}"/>
          </ac:spMkLst>
        </pc:spChg>
      </pc:sldChg>
      <pc:sldChg chg="modSp">
        <pc:chgData name="Alisa Mary Philips" userId="9f0ebcf3ad3d189e" providerId="Windows Live" clId="Web-{E16CCE8E-D5A9-4484-A8F2-9AC7570C27C4}" dt="2025-11-15T17:31:24.349" v="71" actId="20577"/>
        <pc:sldMkLst>
          <pc:docMk/>
          <pc:sldMk cId="3066792844" sldId="1763"/>
        </pc:sldMkLst>
        <pc:spChg chg="mod">
          <ac:chgData name="Alisa Mary Philips" userId="9f0ebcf3ad3d189e" providerId="Windows Live" clId="Web-{E16CCE8E-D5A9-4484-A8F2-9AC7570C27C4}" dt="2025-11-15T17:31:24.349" v="71" actId="20577"/>
          <ac:spMkLst>
            <pc:docMk/>
            <pc:sldMk cId="3066792844" sldId="1763"/>
            <ac:spMk id="4" creationId="{194F0158-40E1-F558-D01D-9F86F5AD3609}"/>
          </ac:spMkLst>
        </pc:spChg>
      </pc:sldChg>
      <pc:sldChg chg="modSp">
        <pc:chgData name="Alisa Mary Philips" userId="9f0ebcf3ad3d189e" providerId="Windows Live" clId="Web-{E16CCE8E-D5A9-4484-A8F2-9AC7570C27C4}" dt="2025-11-15T17:31:18.411" v="70" actId="20577"/>
        <pc:sldMkLst>
          <pc:docMk/>
          <pc:sldMk cId="1963966871" sldId="1764"/>
        </pc:sldMkLst>
        <pc:spChg chg="mod">
          <ac:chgData name="Alisa Mary Philips" userId="9f0ebcf3ad3d189e" providerId="Windows Live" clId="Web-{E16CCE8E-D5A9-4484-A8F2-9AC7570C27C4}" dt="2025-11-15T17:31:18.411" v="70" actId="20577"/>
          <ac:spMkLst>
            <pc:docMk/>
            <pc:sldMk cId="1963966871" sldId="1764"/>
            <ac:spMk id="4" creationId="{B72DF4B4-2646-E1C3-BA15-C8CFE8BC6AF5}"/>
          </ac:spMkLst>
        </pc:spChg>
      </pc:sldChg>
      <pc:sldChg chg="modSp">
        <pc:chgData name="Alisa Mary Philips" userId="9f0ebcf3ad3d189e" providerId="Windows Live" clId="Web-{E16CCE8E-D5A9-4484-A8F2-9AC7570C27C4}" dt="2025-11-15T17:31:28.895" v="72" actId="20577"/>
        <pc:sldMkLst>
          <pc:docMk/>
          <pc:sldMk cId="3458437429" sldId="1765"/>
        </pc:sldMkLst>
        <pc:spChg chg="mod">
          <ac:chgData name="Alisa Mary Philips" userId="9f0ebcf3ad3d189e" providerId="Windows Live" clId="Web-{E16CCE8E-D5A9-4484-A8F2-9AC7570C27C4}" dt="2025-11-15T17:31:28.895" v="72" actId="20577"/>
          <ac:spMkLst>
            <pc:docMk/>
            <pc:sldMk cId="3458437429" sldId="1765"/>
            <ac:spMk id="4" creationId="{132057DE-DFF9-1FB0-7887-F9EACD62DA2E}"/>
          </ac:spMkLst>
        </pc:spChg>
      </pc:sldChg>
      <pc:sldChg chg="modSp">
        <pc:chgData name="Alisa Mary Philips" userId="9f0ebcf3ad3d189e" providerId="Windows Live" clId="Web-{E16CCE8E-D5A9-4484-A8F2-9AC7570C27C4}" dt="2025-11-15T17:31:09.833" v="68" actId="20577"/>
        <pc:sldMkLst>
          <pc:docMk/>
          <pc:sldMk cId="1889716058" sldId="1766"/>
        </pc:sldMkLst>
        <pc:spChg chg="mod">
          <ac:chgData name="Alisa Mary Philips" userId="9f0ebcf3ad3d189e" providerId="Windows Live" clId="Web-{E16CCE8E-D5A9-4484-A8F2-9AC7570C27C4}" dt="2025-11-15T17:31:09.833" v="68" actId="20577"/>
          <ac:spMkLst>
            <pc:docMk/>
            <pc:sldMk cId="1889716058" sldId="1766"/>
            <ac:spMk id="4" creationId="{07305701-78C9-9F48-BCC6-0DF7984A034E}"/>
          </ac:spMkLst>
        </pc:spChg>
      </pc:sldChg>
      <pc:sldChg chg="modSp">
        <pc:chgData name="Alisa Mary Philips" userId="9f0ebcf3ad3d189e" providerId="Windows Live" clId="Web-{E16CCE8E-D5A9-4484-A8F2-9AC7570C27C4}" dt="2025-11-15T17:30:14.567" v="57" actId="20577"/>
        <pc:sldMkLst>
          <pc:docMk/>
          <pc:sldMk cId="3359142403" sldId="1827"/>
        </pc:sldMkLst>
        <pc:spChg chg="mod">
          <ac:chgData name="Alisa Mary Philips" userId="9f0ebcf3ad3d189e" providerId="Windows Live" clId="Web-{E16CCE8E-D5A9-4484-A8F2-9AC7570C27C4}" dt="2025-11-15T17:30:14.567" v="57" actId="20577"/>
          <ac:spMkLst>
            <pc:docMk/>
            <pc:sldMk cId="3359142403" sldId="1827"/>
            <ac:spMk id="5" creationId="{403F8333-98D8-DE76-4A7B-5CFDB90B4C53}"/>
          </ac:spMkLst>
        </pc:spChg>
      </pc:sldChg>
      <pc:sldChg chg="modSp">
        <pc:chgData name="Alisa Mary Philips" userId="9f0ebcf3ad3d189e" providerId="Windows Live" clId="Web-{E16CCE8E-D5A9-4484-A8F2-9AC7570C27C4}" dt="2025-11-15T17:30:42.895" v="63" actId="20577"/>
        <pc:sldMkLst>
          <pc:docMk/>
          <pc:sldMk cId="457554906" sldId="1951"/>
        </pc:sldMkLst>
        <pc:spChg chg="mod">
          <ac:chgData name="Alisa Mary Philips" userId="9f0ebcf3ad3d189e" providerId="Windows Live" clId="Web-{E16CCE8E-D5A9-4484-A8F2-9AC7570C27C4}" dt="2025-11-15T17:30:42.895" v="63" actId="20577"/>
          <ac:spMkLst>
            <pc:docMk/>
            <pc:sldMk cId="457554906" sldId="1951"/>
            <ac:spMk id="5" creationId="{6AA18A2D-B6CC-BF39-EBB3-14E0A43FCB63}"/>
          </ac:spMkLst>
        </pc:spChg>
      </pc:sldChg>
      <pc:sldChg chg="modSp">
        <pc:chgData name="Alisa Mary Philips" userId="9f0ebcf3ad3d189e" providerId="Windows Live" clId="Web-{E16CCE8E-D5A9-4484-A8F2-9AC7570C27C4}" dt="2025-11-15T17:30:21.004" v="60" actId="20577"/>
        <pc:sldMkLst>
          <pc:docMk/>
          <pc:sldMk cId="2020830256" sldId="1980"/>
        </pc:sldMkLst>
        <pc:spChg chg="mod">
          <ac:chgData name="Alisa Mary Philips" userId="9f0ebcf3ad3d189e" providerId="Windows Live" clId="Web-{E16CCE8E-D5A9-4484-A8F2-9AC7570C27C4}" dt="2025-11-15T17:30:21.004" v="60" actId="20577"/>
          <ac:spMkLst>
            <pc:docMk/>
            <pc:sldMk cId="2020830256" sldId="1980"/>
            <ac:spMk id="5" creationId="{1B3CB589-E976-68B7-A9A1-EA3079BF7E58}"/>
          </ac:spMkLst>
        </pc:spChg>
      </pc:sldChg>
      <pc:sldChg chg="modSp">
        <pc:chgData name="Alisa Mary Philips" userId="9f0ebcf3ad3d189e" providerId="Windows Live" clId="Web-{E16CCE8E-D5A9-4484-A8F2-9AC7570C27C4}" dt="2025-11-15T17:30:36.380" v="62" actId="20577"/>
        <pc:sldMkLst>
          <pc:docMk/>
          <pc:sldMk cId="3589558540" sldId="1981"/>
        </pc:sldMkLst>
        <pc:spChg chg="mod">
          <ac:chgData name="Alisa Mary Philips" userId="9f0ebcf3ad3d189e" providerId="Windows Live" clId="Web-{E16CCE8E-D5A9-4484-A8F2-9AC7570C27C4}" dt="2025-11-15T17:30:36.380" v="62" actId="20577"/>
          <ac:spMkLst>
            <pc:docMk/>
            <pc:sldMk cId="3589558540" sldId="1981"/>
            <ac:spMk id="5" creationId="{37C4C4A2-538B-C72C-322C-0EB070801284}"/>
          </ac:spMkLst>
        </pc:spChg>
      </pc:sldChg>
      <pc:sldChg chg="modSp">
        <pc:chgData name="Alisa Mary Philips" userId="9f0ebcf3ad3d189e" providerId="Windows Live" clId="Web-{E16CCE8E-D5A9-4484-A8F2-9AC7570C27C4}" dt="2025-11-15T17:27:36.081" v="44" actId="20577"/>
        <pc:sldMkLst>
          <pc:docMk/>
          <pc:sldMk cId="2783341204" sldId="1992"/>
        </pc:sldMkLst>
        <pc:spChg chg="mod">
          <ac:chgData name="Alisa Mary Philips" userId="9f0ebcf3ad3d189e" providerId="Windows Live" clId="Web-{E16CCE8E-D5A9-4484-A8F2-9AC7570C27C4}" dt="2025-11-15T17:27:36.081" v="44" actId="20577"/>
          <ac:spMkLst>
            <pc:docMk/>
            <pc:sldMk cId="2783341204" sldId="1992"/>
            <ac:spMk id="4" creationId="{36687E6C-ACB6-46BC-999B-EC799FF242DE}"/>
          </ac:spMkLst>
        </pc:spChg>
      </pc:sldChg>
      <pc:sldChg chg="modSp">
        <pc:chgData name="Alisa Mary Philips" userId="9f0ebcf3ad3d189e" providerId="Windows Live" clId="Web-{E16CCE8E-D5A9-4484-A8F2-9AC7570C27C4}" dt="2025-11-15T17:29:54.723" v="54" actId="20577"/>
        <pc:sldMkLst>
          <pc:docMk/>
          <pc:sldMk cId="3776026696" sldId="1993"/>
        </pc:sldMkLst>
        <pc:spChg chg="mod">
          <ac:chgData name="Alisa Mary Philips" userId="9f0ebcf3ad3d189e" providerId="Windows Live" clId="Web-{E16CCE8E-D5A9-4484-A8F2-9AC7570C27C4}" dt="2025-11-15T17:29:54.723" v="54" actId="20577"/>
          <ac:spMkLst>
            <pc:docMk/>
            <pc:sldMk cId="3776026696" sldId="1993"/>
            <ac:spMk id="3" creationId="{3CA468C7-C896-1A70-8CCB-F4D018686B46}"/>
          </ac:spMkLst>
        </pc:spChg>
      </pc:sldChg>
      <pc:sldChg chg="modSp">
        <pc:chgData name="Alisa Mary Philips" userId="9f0ebcf3ad3d189e" providerId="Windows Live" clId="Web-{E16CCE8E-D5A9-4484-A8F2-9AC7570C27C4}" dt="2025-11-15T17:30:28.848" v="61" actId="20577"/>
        <pc:sldMkLst>
          <pc:docMk/>
          <pc:sldMk cId="307999656" sldId="1994"/>
        </pc:sldMkLst>
        <pc:spChg chg="mod">
          <ac:chgData name="Alisa Mary Philips" userId="9f0ebcf3ad3d189e" providerId="Windows Live" clId="Web-{E16CCE8E-D5A9-4484-A8F2-9AC7570C27C4}" dt="2025-11-15T17:30:28.848" v="61" actId="20577"/>
          <ac:spMkLst>
            <pc:docMk/>
            <pc:sldMk cId="307999656" sldId="1994"/>
            <ac:spMk id="5" creationId="{B2F9C4E0-5FF5-E20B-7B09-738C065790C2}"/>
          </ac:spMkLst>
        </pc:spChg>
      </pc:sldChg>
      <pc:sldChg chg="modSp">
        <pc:chgData name="Alisa Mary Philips" userId="9f0ebcf3ad3d189e" providerId="Windows Live" clId="Web-{E16CCE8E-D5A9-4484-A8F2-9AC7570C27C4}" dt="2025-11-15T17:30:54.161" v="65" actId="20577"/>
        <pc:sldMkLst>
          <pc:docMk/>
          <pc:sldMk cId="1547265722" sldId="1995"/>
        </pc:sldMkLst>
        <pc:spChg chg="mod">
          <ac:chgData name="Alisa Mary Philips" userId="9f0ebcf3ad3d189e" providerId="Windows Live" clId="Web-{E16CCE8E-D5A9-4484-A8F2-9AC7570C27C4}" dt="2025-11-15T17:30:54.161" v="65" actId="20577"/>
          <ac:spMkLst>
            <pc:docMk/>
            <pc:sldMk cId="1547265722" sldId="1995"/>
            <ac:spMk id="5" creationId="{CFA09B5B-ABA8-F074-1597-A68FEA24FBEB}"/>
          </ac:spMkLst>
        </pc:spChg>
      </pc:sldChg>
      <pc:sldChg chg="modSp">
        <pc:chgData name="Alisa Mary Philips" userId="9f0ebcf3ad3d189e" providerId="Windows Live" clId="Web-{E16CCE8E-D5A9-4484-A8F2-9AC7570C27C4}" dt="2025-11-15T17:30:48.270" v="64" actId="20577"/>
        <pc:sldMkLst>
          <pc:docMk/>
          <pc:sldMk cId="1841272568" sldId="2004"/>
        </pc:sldMkLst>
        <pc:spChg chg="mod">
          <ac:chgData name="Alisa Mary Philips" userId="9f0ebcf3ad3d189e" providerId="Windows Live" clId="Web-{E16CCE8E-D5A9-4484-A8F2-9AC7570C27C4}" dt="2025-11-15T17:30:48.270" v="64" actId="20577"/>
          <ac:spMkLst>
            <pc:docMk/>
            <pc:sldMk cId="1841272568" sldId="2004"/>
            <ac:spMk id="5" creationId="{07ECCE30-D1B1-B684-62A3-1F24DF365FCE}"/>
          </ac:spMkLst>
        </pc:spChg>
      </pc:sldChg>
      <pc:sldChg chg="modSp">
        <pc:chgData name="Alisa Mary Philips" userId="9f0ebcf3ad3d189e" providerId="Windows Live" clId="Web-{E16CCE8E-D5A9-4484-A8F2-9AC7570C27C4}" dt="2025-11-15T17:31:35.349" v="73" actId="20577"/>
        <pc:sldMkLst>
          <pc:docMk/>
          <pc:sldMk cId="3639209428" sldId="2005"/>
        </pc:sldMkLst>
        <pc:spChg chg="mod">
          <ac:chgData name="Alisa Mary Philips" userId="9f0ebcf3ad3d189e" providerId="Windows Live" clId="Web-{E16CCE8E-D5A9-4484-A8F2-9AC7570C27C4}" dt="2025-11-15T17:31:35.349" v="73" actId="20577"/>
          <ac:spMkLst>
            <pc:docMk/>
            <pc:sldMk cId="3639209428" sldId="2005"/>
            <ac:spMk id="5" creationId="{2A5CB266-B211-C26F-C9FD-14970C15979F}"/>
          </ac:spMkLst>
        </pc:spChg>
      </pc:sldChg>
      <pc:sldChg chg="modSp">
        <pc:chgData name="Alisa Mary Philips" userId="9f0ebcf3ad3d189e" providerId="Windows Live" clId="Web-{E16CCE8E-D5A9-4484-A8F2-9AC7570C27C4}" dt="2025-11-15T17:30:00.770" v="55" actId="20577"/>
        <pc:sldMkLst>
          <pc:docMk/>
          <pc:sldMk cId="751839003" sldId="2014"/>
        </pc:sldMkLst>
        <pc:spChg chg="mod">
          <ac:chgData name="Alisa Mary Philips" userId="9f0ebcf3ad3d189e" providerId="Windows Live" clId="Web-{E16CCE8E-D5A9-4484-A8F2-9AC7570C27C4}" dt="2025-11-15T17:30:00.770" v="55" actId="20577"/>
          <ac:spMkLst>
            <pc:docMk/>
            <pc:sldMk cId="751839003" sldId="2014"/>
            <ac:spMk id="3" creationId="{4E22352E-3B46-6B6E-1359-C54967BA8F2A}"/>
          </ac:spMkLst>
        </pc:spChg>
      </pc:sldChg>
      <pc:sldChg chg="modSp">
        <pc:chgData name="Alisa Mary Philips" userId="9f0ebcf3ad3d189e" providerId="Windows Live" clId="Web-{E16CCE8E-D5A9-4484-A8F2-9AC7570C27C4}" dt="2025-11-15T17:30:06.598" v="56" actId="20577"/>
        <pc:sldMkLst>
          <pc:docMk/>
          <pc:sldMk cId="3301768930" sldId="2015"/>
        </pc:sldMkLst>
        <pc:spChg chg="mod">
          <ac:chgData name="Alisa Mary Philips" userId="9f0ebcf3ad3d189e" providerId="Windows Live" clId="Web-{E16CCE8E-D5A9-4484-A8F2-9AC7570C27C4}" dt="2025-11-15T17:30:06.598" v="56" actId="20577"/>
          <ac:spMkLst>
            <pc:docMk/>
            <pc:sldMk cId="3301768930" sldId="2015"/>
            <ac:spMk id="3" creationId="{2379A681-2648-CF7D-5C7A-B1CA6E0F33C5}"/>
          </ac:spMkLst>
        </pc:spChg>
      </pc:sldChg>
      <pc:sldChg chg="modSp">
        <pc:chgData name="Alisa Mary Philips" userId="9f0ebcf3ad3d189e" providerId="Windows Live" clId="Web-{E16CCE8E-D5A9-4484-A8F2-9AC7570C27C4}" dt="2025-11-15T17:29:51.723" v="53" actId="20577"/>
        <pc:sldMkLst>
          <pc:docMk/>
          <pc:sldMk cId="3490574658" sldId="2017"/>
        </pc:sldMkLst>
        <pc:spChg chg="mod">
          <ac:chgData name="Alisa Mary Philips" userId="9f0ebcf3ad3d189e" providerId="Windows Live" clId="Web-{E16CCE8E-D5A9-4484-A8F2-9AC7570C27C4}" dt="2025-11-15T17:29:51.723" v="53" actId="20577"/>
          <ac:spMkLst>
            <pc:docMk/>
            <pc:sldMk cId="3490574658" sldId="2017"/>
            <ac:spMk id="3" creationId="{D6568B3B-EC6B-7DEA-9254-1EC1BF820AB5}"/>
          </ac:spMkLst>
        </pc:spChg>
      </pc:sldChg>
      <pc:sldChg chg="modSp">
        <pc:chgData name="Alisa Mary Philips" userId="9f0ebcf3ad3d189e" providerId="Windows Live" clId="Web-{E16CCE8E-D5A9-4484-A8F2-9AC7570C27C4}" dt="2025-11-15T17:27:42.503" v="45" actId="20577"/>
        <pc:sldMkLst>
          <pc:docMk/>
          <pc:sldMk cId="1168595227" sldId="2018"/>
        </pc:sldMkLst>
        <pc:spChg chg="mod">
          <ac:chgData name="Alisa Mary Philips" userId="9f0ebcf3ad3d189e" providerId="Windows Live" clId="Web-{E16CCE8E-D5A9-4484-A8F2-9AC7570C27C4}" dt="2025-11-15T17:27:42.503" v="45" actId="20577"/>
          <ac:spMkLst>
            <pc:docMk/>
            <pc:sldMk cId="1168595227" sldId="2018"/>
            <ac:spMk id="4" creationId="{EC175F62-455D-BD09-03DA-9E5C3AACE70D}"/>
          </ac:spMkLst>
        </pc:spChg>
        <pc:spChg chg="mod">
          <ac:chgData name="Alisa Mary Philips" userId="9f0ebcf3ad3d189e" providerId="Windows Live" clId="Web-{E16CCE8E-D5A9-4484-A8F2-9AC7570C27C4}" dt="2025-11-15T17:24:59.877" v="6" actId="20577"/>
          <ac:spMkLst>
            <pc:docMk/>
            <pc:sldMk cId="1168595227" sldId="2018"/>
            <ac:spMk id="9" creationId="{6264752B-999C-4ED7-A66F-6ABC7A4E679E}"/>
          </ac:spMkLst>
        </pc:spChg>
      </pc:sldChg>
      <pc:sldChg chg="del">
        <pc:chgData name="Alisa Mary Philips" userId="9f0ebcf3ad3d189e" providerId="Windows Live" clId="Web-{E16CCE8E-D5A9-4484-A8F2-9AC7570C27C4}" dt="2025-11-15T17:25:04.361" v="7"/>
        <pc:sldMkLst>
          <pc:docMk/>
          <pc:sldMk cId="1081246648" sldId="2019"/>
        </pc:sldMkLst>
      </pc:sldChg>
      <pc:sldChg chg="modSp">
        <pc:chgData name="Alisa Mary Philips" userId="9f0ebcf3ad3d189e" providerId="Windows Live" clId="Web-{E16CCE8E-D5A9-4484-A8F2-9AC7570C27C4}" dt="2025-11-15T17:27:58.738" v="49" actId="20577"/>
        <pc:sldMkLst>
          <pc:docMk/>
          <pc:sldMk cId="989436005" sldId="2020"/>
        </pc:sldMkLst>
        <pc:spChg chg="mod">
          <ac:chgData name="Alisa Mary Philips" userId="9f0ebcf3ad3d189e" providerId="Windows Live" clId="Web-{E16CCE8E-D5A9-4484-A8F2-9AC7570C27C4}" dt="2025-11-15T17:27:58.738" v="49" actId="20577"/>
          <ac:spMkLst>
            <pc:docMk/>
            <pc:sldMk cId="989436005" sldId="2020"/>
            <ac:spMk id="3" creationId="{4351305B-3778-89C4-6657-DBAE9A234B39}"/>
          </ac:spMkLst>
        </pc:spChg>
        <pc:spChg chg="mod">
          <ac:chgData name="Alisa Mary Philips" userId="9f0ebcf3ad3d189e" providerId="Windows Live" clId="Web-{E16CCE8E-D5A9-4484-A8F2-9AC7570C27C4}" dt="2025-11-15T17:27:50.300" v="47" actId="20577"/>
          <ac:spMkLst>
            <pc:docMk/>
            <pc:sldMk cId="989436005" sldId="2020"/>
            <ac:spMk id="4" creationId="{859815EE-FDEB-D252-B68E-1090822E4D63}"/>
          </ac:spMkLst>
        </pc:spChg>
        <pc:spChg chg="mod">
          <ac:chgData name="Alisa Mary Philips" userId="9f0ebcf3ad3d189e" providerId="Windows Live" clId="Web-{E16CCE8E-D5A9-4484-A8F2-9AC7570C27C4}" dt="2025-11-15T17:27:29.613" v="43" actId="20577"/>
          <ac:spMkLst>
            <pc:docMk/>
            <pc:sldMk cId="989436005" sldId="2020"/>
            <ac:spMk id="9" creationId="{3B361D7E-A086-9878-1FB3-C23B4D58212B}"/>
          </ac:spMkLst>
        </pc:spChg>
      </pc:sldChg>
    </pc:docChg>
  </pc:docChgLst>
  <pc:docChgLst>
    <pc:chgData name="Alisa Mary Philips" userId="9f0ebcf3ad3d189e" providerId="Windows Live" clId="Web-{2FAB3B5C-C866-4E50-9057-EAAF60649F8A}"/>
    <pc:docChg chg="modSld">
      <pc:chgData name="Alisa Mary Philips" userId="9f0ebcf3ad3d189e" providerId="Windows Live" clId="Web-{2FAB3B5C-C866-4E50-9057-EAAF60649F8A}" dt="2025-11-09T17:01:20.970" v="12" actId="20577"/>
      <pc:docMkLst>
        <pc:docMk/>
      </pc:docMkLst>
      <pc:sldChg chg="modSp">
        <pc:chgData name="Alisa Mary Philips" userId="9f0ebcf3ad3d189e" providerId="Windows Live" clId="Web-{2FAB3B5C-C866-4E50-9057-EAAF60649F8A}" dt="2025-11-09T17:01:20.970" v="12" actId="20577"/>
        <pc:sldMkLst>
          <pc:docMk/>
          <pc:sldMk cId="53611107" sldId="1727"/>
        </pc:sldMkLst>
        <pc:spChg chg="mod">
          <ac:chgData name="Alisa Mary Philips" userId="9f0ebcf3ad3d189e" providerId="Windows Live" clId="Web-{2FAB3B5C-C866-4E50-9057-EAAF60649F8A}" dt="2025-11-09T17:01:20.970" v="12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addSp">
        <pc:chgData name="Alisa Mary Philips" userId="9f0ebcf3ad3d189e" providerId="Windows Live" clId="Web-{2FAB3B5C-C866-4E50-9057-EAAF60649F8A}" dt="2025-11-09T16:58:07.463" v="7"/>
        <pc:sldMkLst>
          <pc:docMk/>
          <pc:sldMk cId="1507112520" sldId="1998"/>
        </pc:sldMkLst>
        <pc:spChg chg="add">
          <ac:chgData name="Alisa Mary Philips" userId="9f0ebcf3ad3d189e" providerId="Windows Live" clId="Web-{2FAB3B5C-C866-4E50-9057-EAAF60649F8A}" dt="2025-11-09T16:58:07.463" v="7"/>
          <ac:spMkLst>
            <pc:docMk/>
            <pc:sldMk cId="1507112520" sldId="1998"/>
            <ac:spMk id="4" creationId="{B1E98E02-7038-6536-E5EE-49BD87357A4B}"/>
          </ac:spMkLst>
        </pc:spChg>
      </pc:sldChg>
      <pc:sldChg chg="modSp">
        <pc:chgData name="Alisa Mary Philips" userId="9f0ebcf3ad3d189e" providerId="Windows Live" clId="Web-{2FAB3B5C-C866-4E50-9057-EAAF60649F8A}" dt="2025-11-09T16:53:13.330" v="1" actId="20577"/>
        <pc:sldMkLst>
          <pc:docMk/>
          <pc:sldMk cId="3301768930" sldId="2015"/>
        </pc:sldMkLst>
        <pc:spChg chg="mod">
          <ac:chgData name="Alisa Mary Philips" userId="9f0ebcf3ad3d189e" providerId="Windows Live" clId="Web-{2FAB3B5C-C866-4E50-9057-EAAF60649F8A}" dt="2025-11-09T16:53:13.330" v="1" actId="20577"/>
          <ac:spMkLst>
            <pc:docMk/>
            <pc:sldMk cId="3301768930" sldId="2015"/>
            <ac:spMk id="5" creationId="{0DC31A46-5812-32F1-7A4F-EEBBEB20D71D}"/>
          </ac:spMkLst>
        </pc:spChg>
      </pc:sldChg>
      <pc:sldChg chg="modSp">
        <pc:chgData name="Alisa Mary Philips" userId="9f0ebcf3ad3d189e" providerId="Windows Live" clId="Web-{2FAB3B5C-C866-4E50-9057-EAAF60649F8A}" dt="2025-11-09T16:53:31.801" v="6" actId="20577"/>
        <pc:sldMkLst>
          <pc:docMk/>
          <pc:sldMk cId="3490574658" sldId="2017"/>
        </pc:sldMkLst>
        <pc:spChg chg="mod">
          <ac:chgData name="Alisa Mary Philips" userId="9f0ebcf3ad3d189e" providerId="Windows Live" clId="Web-{2FAB3B5C-C866-4E50-9057-EAAF60649F8A}" dt="2025-11-09T16:53:31.801" v="6" actId="20577"/>
          <ac:spMkLst>
            <pc:docMk/>
            <pc:sldMk cId="3490574658" sldId="2017"/>
            <ac:spMk id="9" creationId="{25D4BBBF-5ABA-E6A0-B7E0-37C92FABA2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050A-7922-F87E-C151-FA56EB79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9136B-1BC7-DF7F-4CEB-BF26CAD50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6083F-1D52-E418-6558-5725EFF20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1A0AA-DDD9-0777-A2F3-564F621CE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490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0EDFA-2659-985A-2D26-0DB06A43E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1D111-CAF2-78D7-3239-0D125745E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C4602-8EAB-F9B5-11E8-2727C2F7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1FF3A-0F60-0056-15BC-A0185F470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8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DF22-7884-C102-8729-C0888DE5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40EBC-58E9-BCEE-458A-BA79F24FA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AF993-D335-E2D7-E9FB-81F07B821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A3D23-04F6-1C45-2F99-58FFF783A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432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722-42D9-06CD-141D-20CABA0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449A6-7763-2EAE-CCC4-AB46C3D8E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F97F2-89D3-9551-6BD8-BF235606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C6E2-756C-7B9F-AB23-A4497F72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0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708E-B72A-677A-DC69-05E73592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F94FF-D463-164A-2417-1D11AF827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A90F0-F047-E40E-E6D9-5B1DF147F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901FD-B733-8F61-984C-E9D474C4D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914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A87F-D238-617E-DDFC-460045CB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3C99C-9E01-7432-DA36-B0B3AB556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4CD45-5276-EA32-5460-B75290821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282FF-536C-B83E-A551-75D0191B6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850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D760-B0B7-C139-31CC-3F4486AE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6FF1C-24BB-765D-A250-7A83C933B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589C6-722B-167B-BB18-3B902E420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5C7E3-9D83-12CC-6C55-2CF8A3BFA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644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87D9B-2F56-EA58-412E-C50B23A6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93FA4-207C-0FEB-A0B1-561F7A31D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F2FBE-A29C-092D-6702-B2175D35E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1E6ED-8D82-EE4D-26C3-BED13F9F8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042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4A2EF-8C7F-757C-78ED-16F40BED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C1BB9-3B2C-EBAB-FD1D-6099C20F3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C64DC-9165-1CB9-DFA2-09668C5D3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6B97F-8AC2-5972-7768-8E913D9E9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099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1890-B4DB-7600-61C1-803A1CA8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B8552-CF54-4E27-7547-A1741229C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CB9F0-55D1-CC7D-7988-3FEEF4526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21A2D-2BFD-7591-575E-2DA3D6F90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847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5EC8A-7008-D4C3-9911-2ADC2924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94453-5125-2556-F4B9-C8A45BD3D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9E36F-3CEE-2BBC-EE38-B48DCD99A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C8C1B-2A5B-0FE9-7AE0-5605A6EBB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233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D6BB-F81D-7796-742D-3374D4F0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D64CC-8DE7-29F4-CDBC-99AF14B1F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7ECE8-40B6-59CB-8222-41BB3AEDD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27E50-DB5D-EB1C-FCC6-57E089ADF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057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47FE-741F-914C-62BD-A2FFAF5F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06225-3E26-0950-2C53-AA4E70321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B7353-4078-D2D4-8A7D-FA058E295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B9A08-3473-7138-B5AA-82B9C2678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991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8F1F-7B67-1F8A-7168-CEBD26F9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06475-E99A-A2A4-DBAD-B45659164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58FDE-B962-EF4B-73AE-047EEAA27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6C8F-D92A-EF8D-64EA-93B3F9851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262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78682-7C25-33AF-338B-BC54BD89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01CB5-AB73-F1B3-315C-23D91583E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137B5-FC48-E9A4-3115-5F51F8857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E5F73-954F-0B54-352D-A7522FA71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153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0F8E-275F-052F-7DB9-56AD94C2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4D0D7-2362-AF99-E510-B23BCF5AB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55AF3-7586-23FE-565E-08B469EDC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00F03-CC8D-09F3-10BA-6AD5B943B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408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1E10-850A-30B6-23AA-DAF02AB4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AA6BD-B369-7C76-5964-4001593F3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73F67-7DA3-1DFD-823B-385FD361F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6D0E1-DE8A-66F4-7DA4-51D3C8740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266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October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9-lPHFGb-eU?si=ymV2ASN7rPowHhrZ" TargetMode="External"/><Relationship Id="rId2" Type="http://schemas.openxmlformats.org/officeDocument/2006/relationships/hyperlink" Target="https://youtu.be/b2MUEs6g4bM?si=qmewDyeggBKYymiu" TargetMode="Externa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youtu.be/OkSCTxKNG5Q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Nov 16, 2025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20034-B29D-8742-49A0-D1D3BA8DB577}"/>
              </a:ext>
            </a:extLst>
          </p:cNvPr>
          <p:cNvSpPr txBox="1"/>
          <p:nvPr/>
        </p:nvSpPr>
        <p:spPr>
          <a:xfrm>
            <a:off x="234462" y="517718"/>
            <a:ext cx="890953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Opening6 Come Thou Almighty King</a:t>
            </a:r>
          </a:p>
          <a:p>
            <a:r>
              <a:rPr lang="en-SG" sz="2000" dirty="0"/>
              <a:t>B/</a:t>
            </a:r>
            <a:r>
              <a:rPr lang="en-SG" sz="2000" dirty="0" err="1"/>
              <a:t>ALord,for</a:t>
            </a:r>
            <a:r>
              <a:rPr lang="en-SG" sz="2000" dirty="0"/>
              <a:t> the years v1https://youtu.be/Cd14v0e1RWU?si=Rk5-_Grmt4lsG2cu</a:t>
            </a:r>
          </a:p>
          <a:p>
            <a:r>
              <a:rPr lang="en-SG" sz="2000" dirty="0"/>
              <a:t>Offertory :Nothing is impossible </a:t>
            </a:r>
            <a:r>
              <a:rPr lang="en-SG" sz="20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https://youtu.be/b2MUEs6g4bM?si=</a:t>
            </a:r>
            <a:r>
              <a:rPr lang="en-SG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qmewDyeggBKYymiu</a:t>
            </a:r>
            <a:endParaRPr lang="en-SG" sz="2000" dirty="0"/>
          </a:p>
          <a:p>
            <a:r>
              <a:rPr lang="en-SG" sz="2000" dirty="0"/>
              <a:t>Confession396 Jesus is tenderly calling v1&amp;ch </a:t>
            </a:r>
            <a:r>
              <a:rPr lang="en-SG" sz="200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https://youtu.be/9-lPHFGb-eU?si=</a:t>
            </a:r>
            <a:r>
              <a:rPr lang="en-SG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ymV2ASN7rPowHhrZ</a:t>
            </a:r>
            <a:endParaRPr lang="en-SG" sz="2000" dirty="0"/>
          </a:p>
          <a:p>
            <a:endParaRPr lang="en-SG" sz="2000" dirty="0"/>
          </a:p>
          <a:p>
            <a:r>
              <a:rPr lang="en-SG" sz="2000" dirty="0"/>
              <a:t>Communion396 Jesus is tenderly calling </a:t>
            </a:r>
          </a:p>
          <a:p>
            <a:r>
              <a:rPr lang="en-SG" sz="2000" dirty="0"/>
              <a:t>Here is love vast as the ocean </a:t>
            </a:r>
            <a:r>
              <a:rPr lang="en-SG" sz="2000" dirty="0">
                <a:hlinkClick r:id="rId4"/>
              </a:rPr>
              <a:t>https://youtu.be/OkSCTxKNG5Q</a:t>
            </a:r>
            <a:endParaRPr lang="en-SG" sz="2000" dirty="0"/>
          </a:p>
          <a:p>
            <a:endParaRPr lang="en-SG" sz="2000" dirty="0"/>
          </a:p>
          <a:p>
            <a:r>
              <a:rPr lang="en-SG" sz="2000" dirty="0"/>
              <a:t>(42)And can it be</a:t>
            </a:r>
          </a:p>
          <a:p>
            <a:r>
              <a:rPr lang="en-SG" sz="2000" dirty="0"/>
              <a:t>(47)O the deep </a:t>
            </a:r>
            <a:r>
              <a:rPr lang="en-SG" sz="2000" dirty="0" err="1"/>
              <a:t>deep</a:t>
            </a:r>
            <a:r>
              <a:rPr lang="en-SG" sz="2000" dirty="0"/>
              <a:t> love of Jesus</a:t>
            </a:r>
          </a:p>
          <a:p>
            <a:r>
              <a:rPr lang="en-SG" sz="2000" dirty="0"/>
              <a:t>978 Saved by grace</a:t>
            </a:r>
          </a:p>
          <a:p>
            <a:r>
              <a:rPr lang="en-SG" sz="2000" dirty="0"/>
              <a:t>901 When peace like a river </a:t>
            </a:r>
          </a:p>
          <a:p>
            <a:r>
              <a:rPr lang="en-SG" sz="2000" dirty="0"/>
              <a:t>Closing877 Standing on the promises v1&amp;ch </a:t>
            </a:r>
          </a:p>
        </p:txBody>
      </p:sp>
    </p:spTree>
    <p:extLst>
      <p:ext uri="{BB962C8B-B14F-4D97-AF65-F5344CB8AC3E}">
        <p14:creationId xmlns:p14="http://schemas.microsoft.com/office/powerpoint/2010/main" val="186788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Hymn No 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Hymn No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4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172027" y="919018"/>
            <a:ext cx="846859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Come, Thou Almighty King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Help us Thy name to Sing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Help us to praise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Father all glorious,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O’er all victorious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Come, and reign over us,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Ancient of Days!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060CB-62E9-52EC-BA9F-8EB248BA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928F-CDA5-FBB9-ECE1-165395BF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Hymn No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1868C8F-7067-D04A-7806-C573ED8D310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36545-CB46-40BB-7818-F85907EFF28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4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0E53F-47B2-39A4-CE16-586A0196A0AE}"/>
              </a:ext>
            </a:extLst>
          </p:cNvPr>
          <p:cNvSpPr txBox="1"/>
          <p:nvPr/>
        </p:nvSpPr>
        <p:spPr>
          <a:xfrm>
            <a:off x="172027" y="919018"/>
            <a:ext cx="846859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Come, Thou Incarnate word,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Gird on Thy mighty sword;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Our prayer attend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Come, And Thy people bless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And give Thy word success;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Spirit of holiness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On us descend!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057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67B4-6450-9694-1443-51C02AF0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AB7F-5539-1EE9-2865-0ADA05D0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Hymn No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485ECED-B219-95CF-2E52-35AA2F2D54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8512E-F0D6-D378-FB0B-245764BAD3B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4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C263C-0C00-43E9-D74B-3CB4DD4D7633}"/>
              </a:ext>
            </a:extLst>
          </p:cNvPr>
          <p:cNvSpPr txBox="1"/>
          <p:nvPr/>
        </p:nvSpPr>
        <p:spPr>
          <a:xfrm>
            <a:off x="172027" y="919018"/>
            <a:ext cx="846859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Come, Holy Comforter;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Thy sacred witness bear,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In this glad hour;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Thou, who almighty art,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Now rule in every heart,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And ne’er from us depart,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Spirit of power!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764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E92B-12E3-688C-1DDC-2CA9A761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1EDC-B15C-8511-3755-212E48BC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Hymn No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E718A48-CFC8-CFCF-C1E7-0B6EA3736F4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E8205-6C5B-CA77-4F86-88B982BF49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 4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B4DDC-B1C2-5E28-A281-1CA528164B80}"/>
              </a:ext>
            </a:extLst>
          </p:cNvPr>
          <p:cNvSpPr txBox="1"/>
          <p:nvPr/>
        </p:nvSpPr>
        <p:spPr>
          <a:xfrm>
            <a:off x="172027" y="919018"/>
            <a:ext cx="846859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>
                <a:ea typeface="+mn-lt"/>
                <a:cs typeface="+mn-lt"/>
              </a:rPr>
              <a:t>To the great One in Three,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The highest praises be,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Hence evermore!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His sovereign majesty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May we in glory see,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And to eternity, </a:t>
            </a:r>
          </a:p>
          <a:p>
            <a:pPr algn="ctr"/>
            <a:r>
              <a:rPr lang="en-SG" sz="2800" dirty="0">
                <a:ea typeface="+mn-lt"/>
                <a:cs typeface="+mn-lt"/>
              </a:rPr>
              <a:t>Love and adore.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5629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 dirty="0">
                <a:solidFill>
                  <a:schemeClr val="bg1"/>
                </a:solidFill>
                <a:latin typeface="Tenorite"/>
              </a:rPr>
              <a:t>Lord, for the years v1</a:t>
            </a:r>
            <a:r>
              <a:rPr lang="en-SG" sz="2800" b="0" dirty="0">
                <a:solidFill>
                  <a:schemeClr val="bg1"/>
                </a:solidFill>
                <a:latin typeface="Tenorite"/>
                <a:cs typeface="Segoe UI"/>
              </a:rPr>
              <a:t> </a:t>
            </a:r>
          </a:p>
          <a:p>
            <a:endParaRPr lang="en-SG" sz="3600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 – Lord, for the years v1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-149395" y="966764"/>
            <a:ext cx="8689896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solidFill>
                  <a:srgbClr val="000000"/>
                </a:solidFill>
                <a:ea typeface="+mn-lt"/>
                <a:cs typeface="+mn-lt"/>
              </a:rPr>
              <a:t>Lord, for the years </a:t>
            </a:r>
            <a:endParaRPr lang="en-US" dirty="0">
              <a:cs typeface="Segoe UI"/>
            </a:endParaRPr>
          </a:p>
          <a:p>
            <a:pPr lvl="1"/>
            <a:r>
              <a:rPr lang="en-SG" sz="2800" dirty="0">
                <a:solidFill>
                  <a:srgbClr val="000000"/>
                </a:solidFill>
                <a:ea typeface="+mn-lt"/>
                <a:cs typeface="+mn-lt"/>
              </a:rPr>
              <a:t>Your love has kept and guided, </a:t>
            </a:r>
            <a:endParaRPr lang="en-SG" dirty="0">
              <a:cs typeface="Segoe UI"/>
            </a:endParaRPr>
          </a:p>
          <a:p>
            <a:pPr lvl="1"/>
            <a:r>
              <a:rPr lang="en-SG" sz="2800" dirty="0">
                <a:cs typeface="Segoe UI"/>
              </a:rPr>
              <a:t>Urged and inspired us,</a:t>
            </a:r>
          </a:p>
          <a:p>
            <a:pPr lvl="1"/>
            <a:r>
              <a:rPr lang="en-SG" sz="2800" dirty="0">
                <a:cs typeface="Segoe UI"/>
              </a:rPr>
              <a:t>Cheered us on our way,</a:t>
            </a:r>
            <a:endParaRPr lang="en-SG" dirty="0"/>
          </a:p>
          <a:p>
            <a:pPr lvl="1"/>
            <a:r>
              <a:rPr lang="en-SG" sz="2800" dirty="0">
                <a:cs typeface="Segoe UI"/>
              </a:rPr>
              <a:t>Sought us and saved us, </a:t>
            </a:r>
          </a:p>
          <a:p>
            <a:pPr lvl="1"/>
            <a:r>
              <a:rPr lang="en-SG" sz="2800" dirty="0">
                <a:cs typeface="Segoe UI"/>
              </a:rPr>
              <a:t>Pardoned and provided,</a:t>
            </a:r>
          </a:p>
          <a:p>
            <a:pPr lvl="1"/>
            <a:r>
              <a:rPr lang="en-SG" sz="2800" dirty="0">
                <a:cs typeface="Segoe UI"/>
              </a:rPr>
              <a:t>Lord of the years, </a:t>
            </a:r>
          </a:p>
          <a:p>
            <a:pPr lvl="1"/>
            <a:r>
              <a:rPr lang="en-SG" sz="2800" dirty="0">
                <a:cs typeface="Segoe UI"/>
              </a:rPr>
              <a:t>We bring our thanks today.</a:t>
            </a:r>
          </a:p>
          <a:p>
            <a:pPr lvl="1" algn="ctr"/>
            <a:endParaRPr lang="en-SG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SG" sz="3600" dirty="0">
                <a:solidFill>
                  <a:schemeClr val="bg1"/>
                </a:solidFill>
                <a:latin typeface="Tenorite"/>
              </a:rPr>
              <a:t>Nothing is impossible</a:t>
            </a:r>
            <a:endParaRPr lang="en-SG" sz="2800" b="0" dirty="0">
              <a:solidFill>
                <a:schemeClr val="bg1"/>
              </a:solidFill>
              <a:latin typeface="Tenorite"/>
              <a:cs typeface="Segoe UI"/>
            </a:endParaRPr>
          </a:p>
          <a:p>
            <a:endParaRPr lang="en-SG" sz="3600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9" y="729158"/>
            <a:ext cx="5898748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 put your trust in God,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you’re trusting in his word;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Hearken to the voice of God to thee,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“Is there anything too hard to me?”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Then put your trust in God alone and rest upon his word,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For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, O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!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Yes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 is possible with God!</a:t>
            </a:r>
            <a:endParaRPr lang="en-US" dirty="0">
              <a:solidFill>
                <a:srgbClr val="C00000"/>
              </a:solidFill>
            </a:endParaRPr>
          </a:p>
          <a:p>
            <a:endParaRPr lang="en-SG" sz="2800" dirty="0">
              <a:ea typeface="Calibri"/>
              <a:cs typeface="Calibr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2876-2F7A-45B5-EB42-4D1D49C0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A139-C456-EEF1-9DBE-65BF36369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058239-4166-5B9B-38AA-FAE752E9D447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61BC5-1B4A-88DD-A6E6-C7CCA462385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5988F-19C0-DD77-670C-EA01EC91A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D9D958-6575-30C7-52E8-209974FA6296}"/>
              </a:ext>
            </a:extLst>
          </p:cNvPr>
          <p:cNvSpPr txBox="1"/>
          <p:nvPr/>
        </p:nvSpPr>
        <p:spPr>
          <a:xfrm>
            <a:off x="103889" y="1089643"/>
            <a:ext cx="5898748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Segoe UI"/>
              </a:rPr>
              <a:t>I read in the Bible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the promise of God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That nothing for him is too hard;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Impossible things he has promised to do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If we faithfully trust in his word.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359C0D5-DEA8-0E85-A7EE-714A97DAAFF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79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74D5A-F2A8-5FB4-F3ED-CE140301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2C39-FD83-1656-5632-53134955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9083C8-6D63-2F30-9B85-04A5301F4419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54551-8DA1-5A8B-2037-CC9A51F6C9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FE8B1-9E29-F825-2544-9926BB0E2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83E271-F7BB-2262-2D3F-4B151D61AE3F}"/>
              </a:ext>
            </a:extLst>
          </p:cNvPr>
          <p:cNvSpPr txBox="1"/>
          <p:nvPr/>
        </p:nvSpPr>
        <p:spPr>
          <a:xfrm>
            <a:off x="103889" y="737952"/>
            <a:ext cx="5898748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 put your trust in God,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you’re trusting in his word;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Hearken to the voice of God to thee,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“Is there anything too hard to me?”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Then put your trust in God alone and rest upon his word,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For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, O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!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Yes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 is possible with God!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EEF0FEC-FE07-D9AA-EA34-3A6732F2F00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672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2A2C8-D73A-3813-BBBE-1F722188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5CF4-BE58-D1EF-3145-5891FF4A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ECA2F7-BEF3-0C83-88C6-E889F4B2256A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01EB3-2367-90C9-0DDF-0F730B37DE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4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79194-2533-2333-1542-B88146C3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0B3873-AE9B-AB54-C674-3B4C6E0A8040}"/>
              </a:ext>
            </a:extLst>
          </p:cNvPr>
          <p:cNvSpPr txBox="1"/>
          <p:nvPr/>
        </p:nvSpPr>
        <p:spPr>
          <a:xfrm>
            <a:off x="103889" y="1010512"/>
            <a:ext cx="5898748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Segoe UI"/>
              </a:rPr>
              <a:t>The word of the Lord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is an anchor secure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When winds of uncertainty blow;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Tho’ man in his weakness may falter and fail,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His word will not fail us we know.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74E5CF-0075-9AB6-FA18-D0F4853232E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648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30EF-247D-9B94-0072-A1071EF8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50B7-62FA-ACDC-4755-89CE78B0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6D322F-7DC7-790D-45FC-D60C81BFC784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B488E-5988-8CBE-3166-36327E0EF69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5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2172F-1623-7734-E084-401B141410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5CB86C-10DD-FA55-3228-FD8EBEA9CB6E}"/>
              </a:ext>
            </a:extLst>
          </p:cNvPr>
          <p:cNvSpPr txBox="1"/>
          <p:nvPr/>
        </p:nvSpPr>
        <p:spPr>
          <a:xfrm>
            <a:off x="103889" y="711573"/>
            <a:ext cx="5898748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 put your trust in God,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you’re trusting in his word;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Hearken to the voice of God to thee,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“Is there anything too hard to me?”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Then put your trust in God alone and rest upon his word,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For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, O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!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Yes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 is possible with God!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A97E441-CFD7-8E41-6766-CA90053B21D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88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2F85F-6355-AA08-6ACF-3CA51EE8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106A-9CF0-C9CE-977E-88D9CDA0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842EA-1D87-D693-65C2-286477898DE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6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29948-C0B5-E8F8-88D4-C391DB49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41E3DC-368B-904F-D082-4CF788001629}"/>
              </a:ext>
            </a:extLst>
          </p:cNvPr>
          <p:cNvSpPr txBox="1"/>
          <p:nvPr/>
        </p:nvSpPr>
        <p:spPr>
          <a:xfrm>
            <a:off x="156643" y="1010512"/>
            <a:ext cx="5898748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Segoe UI"/>
              </a:rPr>
              <a:t>All things are possible,’ 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this is His word.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Receive it, ’tis written for you: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Believe in his promises, God cannot fail,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For what he has said, he will do.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965A01E-8329-DAC0-E40E-F2F2BE9EAA6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E98E02-7038-6536-E5EE-49BD87357A4B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</p:spTree>
    <p:extLst>
      <p:ext uri="{BB962C8B-B14F-4D97-AF65-F5344CB8AC3E}">
        <p14:creationId xmlns:p14="http://schemas.microsoft.com/office/powerpoint/2010/main" val="1507112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E9EB-49C8-F461-D68C-B45EE7E6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1876-6DCA-7D35-64BF-2CF14FFC3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78AD78-D488-D0B3-465C-238AC9C48FEA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96A62-4F41-6865-2A85-BD07D8F6F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7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E8577-1832-979F-CBD8-F65EC0A9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71E6E8-6B39-4C08-FAB1-16824F7237CE}"/>
              </a:ext>
            </a:extLst>
          </p:cNvPr>
          <p:cNvSpPr txBox="1"/>
          <p:nvPr/>
        </p:nvSpPr>
        <p:spPr>
          <a:xfrm>
            <a:off x="103889" y="693989"/>
            <a:ext cx="5898748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 put your trust in God,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you’re trusting in his word;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Hearken to the voice of God to thee,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“Is there anything too hard to me?”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Then put your trust in God alone and rest upon his word,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For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, O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!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Yes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 is possible with God!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6112F00-9188-CB37-11B7-B928EEB3E1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294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3462-D9D4-17FC-1973-D1CD6D43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C6A2-F32E-98EC-2440-D0CB685D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187226-7424-04D5-A897-5244E7D451AE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2790F-1F65-70FE-7CC7-4BE9186008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8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90291-F530-F323-1F8E-349CE770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B2B3EC-6CA3-3462-941D-379465F8B1F5}"/>
              </a:ext>
            </a:extLst>
          </p:cNvPr>
          <p:cNvSpPr txBox="1"/>
          <p:nvPr/>
        </p:nvSpPr>
        <p:spPr>
          <a:xfrm>
            <a:off x="103889" y="931381"/>
            <a:ext cx="5898748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Segoe UI"/>
              </a:rPr>
              <a:t>Creator of all things, 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with infinite </a:t>
            </a:r>
            <a:r>
              <a:rPr lang="en-SG" sz="2800" dirty="0" err="1">
                <a:ea typeface="Calibri"/>
                <a:cs typeface="Segoe UI"/>
              </a:rPr>
              <a:t>pow’r</a:t>
            </a:r>
            <a:r>
              <a:rPr lang="en-SG" sz="2800" dirty="0">
                <a:ea typeface="Calibri"/>
                <a:cs typeface="Segoe UI"/>
              </a:rPr>
              <a:t>.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He spoke! They appeared by his mouth;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Impossible things are not known unto him,</a:t>
            </a:r>
            <a:br>
              <a:rPr lang="en-SG" sz="2800" dirty="0">
                <a:ea typeface="Calibri"/>
                <a:cs typeface="Segoe UI"/>
              </a:rPr>
            </a:br>
            <a:r>
              <a:rPr lang="en-SG" sz="2800" dirty="0">
                <a:ea typeface="Calibri"/>
                <a:cs typeface="Segoe UI"/>
              </a:rPr>
              <a:t>He made us, he </a:t>
            </a:r>
            <a:r>
              <a:rPr lang="en-SG" sz="2800" dirty="0" err="1">
                <a:ea typeface="Calibri"/>
                <a:cs typeface="Segoe UI"/>
              </a:rPr>
              <a:t>ruleth</a:t>
            </a:r>
            <a:r>
              <a:rPr lang="en-SG" sz="2800" dirty="0">
                <a:ea typeface="Calibri"/>
                <a:cs typeface="Segoe UI"/>
              </a:rPr>
              <a:t> the earth.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8866CEE-333E-5D6C-BFB9-C39380F8A0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57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75EDF-2635-9BAB-96B3-BE5124FE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3F14C-A4D3-93F0-05E4-AEBA5AA4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 Nothing is impossible</a:t>
            </a:r>
            <a:endParaRPr lang="en-US" sz="2800" dirty="0"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AE1C6-F5AC-7598-CF78-DA7A35F2D5E3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BD20F-631C-BD75-D751-7B3948BE2F3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9 of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F70CF-0056-B57F-EFA8-A81A30B4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332A95-CA3D-5219-825E-64E21A653FD1}"/>
              </a:ext>
            </a:extLst>
          </p:cNvPr>
          <p:cNvSpPr txBox="1"/>
          <p:nvPr/>
        </p:nvSpPr>
        <p:spPr>
          <a:xfrm>
            <a:off x="103889" y="711574"/>
            <a:ext cx="5898748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 put your trust in God,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Nothing is impossible when you’re trusting in his word;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Hearken to the voice of God to thee,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“Is there anything too hard to me?”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Then put your trust in God alone and rest upon his word,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For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, O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!</a:t>
            </a:r>
            <a:b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</a:b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Yes </a:t>
            </a:r>
            <a:r>
              <a:rPr lang="en-SG" sz="2600" dirty="0" err="1">
                <a:solidFill>
                  <a:srgbClr val="C00000"/>
                </a:solidFill>
                <a:ea typeface="Calibri"/>
                <a:cs typeface="Segoe UI"/>
              </a:rPr>
              <a:t>ev’rything</a:t>
            </a:r>
            <a:r>
              <a:rPr lang="en-SG" sz="2600" dirty="0">
                <a:solidFill>
                  <a:srgbClr val="C00000"/>
                </a:solidFill>
                <a:ea typeface="Calibri"/>
                <a:cs typeface="Segoe UI"/>
              </a:rPr>
              <a:t> is possible with God!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36CC8F4-79BB-A1A2-2640-5E705626032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285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Confession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r>
              <a:rPr lang="en-US" sz="2800" dirty="0">
                <a:latin typeface="Segoe UI"/>
                <a:cs typeface="Segoe UI"/>
              </a:rPr>
              <a:t>Hymn No 396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751B8-1522-B4B4-3170-CBBEEEDF2680}"/>
              </a:ext>
            </a:extLst>
          </p:cNvPr>
          <p:cNvSpPr txBox="1"/>
          <p:nvPr/>
        </p:nvSpPr>
        <p:spPr>
          <a:xfrm>
            <a:off x="-4187" y="1017478"/>
            <a:ext cx="8952685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SG" sz="2800" dirty="0">
                <a:latin typeface="Segoe UI"/>
                <a:cs typeface="Calibri"/>
              </a:rPr>
              <a:t>Jesus is tenderly calling thee home; </a:t>
            </a:r>
          </a:p>
          <a:p>
            <a:pPr lvl="1" algn="ctr"/>
            <a:r>
              <a:rPr lang="en-SG" sz="2800" dirty="0">
                <a:latin typeface="Segoe UI"/>
                <a:cs typeface="Calibri"/>
              </a:rPr>
              <a:t>calling today , calling today! </a:t>
            </a:r>
          </a:p>
          <a:p>
            <a:pPr lvl="1" algn="ctr"/>
            <a:r>
              <a:rPr lang="en-SG" sz="2800" dirty="0">
                <a:latin typeface="Segoe UI"/>
                <a:cs typeface="Calibri"/>
              </a:rPr>
              <a:t>Why from the sunshine of love thou wilt roam, Farther and farther away</a:t>
            </a:r>
          </a:p>
          <a:p>
            <a:pPr lvl="1" algn="ctr"/>
            <a:endParaRPr lang="en-SG" sz="2800" dirty="0">
              <a:latin typeface="Segoe UI"/>
              <a:cs typeface="Calibri"/>
            </a:endParaRPr>
          </a:p>
          <a:p>
            <a:pPr lvl="1" algn="ctr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Calling today, calling today </a:t>
            </a:r>
          </a:p>
          <a:p>
            <a:pPr lvl="1" algn="ctr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Jesus is calling, is tenderly calling today</a:t>
            </a:r>
            <a:endParaRPr lang="en-US" sz="2800" dirty="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0471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396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396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C6042-D3CB-EFE4-1634-DFABC58E575F}"/>
              </a:ext>
            </a:extLst>
          </p:cNvPr>
          <p:cNvSpPr txBox="1"/>
          <p:nvPr/>
        </p:nvSpPr>
        <p:spPr>
          <a:xfrm>
            <a:off x="-4187" y="1017478"/>
            <a:ext cx="8952685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Calibri"/>
              </a:rPr>
              <a:t>Jesus is tenderly calling thee home; </a:t>
            </a:r>
            <a:endParaRPr lang="en-US" sz="2800">
              <a:cs typeface="Segoe U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calling today , calling today! </a:t>
            </a:r>
            <a:endParaRPr lang="en-SG" sz="2800">
              <a:latin typeface="Segoe UI"/>
              <a:cs typeface="Calibr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Why from the sunshine of love thou wilt roam, Farther and farther away</a:t>
            </a:r>
            <a:endParaRPr lang="en-SG" sz="2800">
              <a:latin typeface="Segoe UI"/>
              <a:cs typeface="Calibri"/>
            </a:endParaRPr>
          </a:p>
          <a:p>
            <a:pPr lvl="1" algn="ctr"/>
            <a:endParaRPr lang="en-SG" sz="2800" dirty="0">
              <a:latin typeface="Segoe UI"/>
              <a:cs typeface="Calibri"/>
            </a:endParaRPr>
          </a:p>
          <a:p>
            <a:pPr lvl="1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Calling today, calling today </a:t>
            </a:r>
            <a:endParaRPr lang="en-SG" sz="280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  <a:p>
            <a:pPr lvl="1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Jesus is calling, is tenderly calling today!</a:t>
            </a:r>
            <a:endParaRPr lang="en-US" sz="2800" dirty="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5407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FB30-257A-E668-DF1D-CE875857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0BAD-E33E-D766-1D8E-281C0D06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396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26EC6A-5813-E612-24C9-9DCD7BB35F6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38ACE-59FC-13F6-35BB-C34A3F452A0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0F657-737F-2096-D5CB-9299208C1BC2}"/>
              </a:ext>
            </a:extLst>
          </p:cNvPr>
          <p:cNvSpPr txBox="1"/>
          <p:nvPr/>
        </p:nvSpPr>
        <p:spPr>
          <a:xfrm>
            <a:off x="-4187" y="1017478"/>
            <a:ext cx="8952685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Calibri"/>
              </a:rPr>
              <a:t>Jesus is calling the weary to rest</a:t>
            </a:r>
            <a:endParaRPr lang="en-US" sz="2800">
              <a:cs typeface="Segoe U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Calling today , Calling today! </a:t>
            </a:r>
            <a:endParaRPr lang="en-SG" sz="2800">
              <a:latin typeface="Segoe UI"/>
              <a:cs typeface="Calibr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Bring Him Thy burden, and thou shalt be blest:</a:t>
            </a:r>
            <a:endParaRPr lang="en-SG" sz="2800">
              <a:latin typeface="Segoe UI"/>
              <a:cs typeface="Calibr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He will not turn thee away.</a:t>
            </a:r>
            <a:endParaRPr lang="en-SG" sz="2800">
              <a:latin typeface="Segoe UI"/>
              <a:cs typeface="Calibri"/>
            </a:endParaRPr>
          </a:p>
          <a:p>
            <a:pPr lvl="1"/>
            <a:endParaRPr lang="en-SG" sz="2800" dirty="0">
              <a:latin typeface="Segoe UI"/>
              <a:cs typeface="Calibri"/>
            </a:endParaRPr>
          </a:p>
          <a:p>
            <a:pPr lvl="1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Calling today, calling today </a:t>
            </a:r>
            <a:endParaRPr lang="en-SG" sz="280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  <a:p>
            <a:pPr lvl="1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Jesus is calling, is tenderly calling today!</a:t>
            </a:r>
            <a:endParaRPr lang="en-US" sz="2800" dirty="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1560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2F572-6B81-D778-8651-94507BF6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C3E9-BDC1-F002-624D-FAC9FA25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396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93B6711-2F09-4075-A4A8-EA60EE5EBE3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3B8359-A18B-C54A-2486-4E080B162A0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F44D2-DC54-769B-66B6-E3DAC26DB99E}"/>
              </a:ext>
            </a:extLst>
          </p:cNvPr>
          <p:cNvSpPr txBox="1"/>
          <p:nvPr/>
        </p:nvSpPr>
        <p:spPr>
          <a:xfrm>
            <a:off x="-4187" y="1017478"/>
            <a:ext cx="8952685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Calibri"/>
              </a:rPr>
              <a:t>Jesus is waiting, oh come to Him now, </a:t>
            </a:r>
            <a:endParaRPr lang="en-US" sz="2800">
              <a:cs typeface="Segoe U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Waiting today , Waiting today! </a:t>
            </a:r>
            <a:endParaRPr lang="en-SG" sz="2800">
              <a:latin typeface="Segoe UI"/>
              <a:cs typeface="Calibr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Come with thy sins, at His feet lowly bow</a:t>
            </a:r>
            <a:endParaRPr lang="en-SG" sz="2800">
              <a:latin typeface="Segoe UI"/>
              <a:cs typeface="Calibr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Come and no longer delay!</a:t>
            </a:r>
            <a:endParaRPr lang="en-SG" sz="2800">
              <a:latin typeface="Segoe UI"/>
              <a:cs typeface="Calibri"/>
            </a:endParaRPr>
          </a:p>
          <a:p>
            <a:pPr lvl="1"/>
            <a:endParaRPr lang="en-SG" sz="2800" dirty="0">
              <a:latin typeface="Segoe UI"/>
              <a:cs typeface="Calibri"/>
            </a:endParaRPr>
          </a:p>
          <a:p>
            <a:pPr lvl="1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Calling today, calling today </a:t>
            </a:r>
            <a:endParaRPr lang="en-SG" sz="280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  <a:p>
            <a:pPr lvl="1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Jesus is calling, is tenderly calling today!</a:t>
            </a:r>
            <a:endParaRPr lang="en-US" sz="2800" dirty="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0568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3CE57-31CB-DB59-F429-BC01232B5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DCF8-224B-D188-8A0C-72289980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396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5A46D23-29C4-0276-9382-CF2358BDED3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E5633-281B-FBAE-2BA5-600932215CB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C9FB9-855B-A6D7-FC17-FE1A22872ECD}"/>
              </a:ext>
            </a:extLst>
          </p:cNvPr>
          <p:cNvSpPr txBox="1"/>
          <p:nvPr/>
        </p:nvSpPr>
        <p:spPr>
          <a:xfrm>
            <a:off x="-4187" y="1017478"/>
            <a:ext cx="8952685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Calibri"/>
              </a:rPr>
              <a:t>Jesus is pleading: oh list to His voice </a:t>
            </a:r>
            <a:endParaRPr lang="en-US" sz="2800" dirty="0">
              <a:cs typeface="Segoe UI"/>
            </a:endParaRPr>
          </a:p>
          <a:p>
            <a:pPr lvl="1"/>
            <a:r>
              <a:rPr lang="en-SG" sz="2800" dirty="0">
                <a:latin typeface="Segoe UI"/>
                <a:cs typeface="Calibri"/>
              </a:rPr>
              <a:t>Hear him today! Hear Him today! </a:t>
            </a:r>
          </a:p>
          <a:p>
            <a:pPr lvl="1"/>
            <a:r>
              <a:rPr lang="en-SG" sz="2800" dirty="0">
                <a:latin typeface="Segoe UI"/>
                <a:cs typeface="Calibri"/>
              </a:rPr>
              <a:t>Those who believe on His name shall rejoice</a:t>
            </a:r>
          </a:p>
          <a:p>
            <a:pPr lvl="1"/>
            <a:r>
              <a:rPr lang="en-SG" sz="2800" dirty="0">
                <a:latin typeface="Segoe UI"/>
                <a:cs typeface="Calibri"/>
              </a:rPr>
              <a:t>Quickly arise and away!</a:t>
            </a:r>
          </a:p>
          <a:p>
            <a:pPr lvl="1"/>
            <a:endParaRPr lang="en-SG" sz="2800" dirty="0">
              <a:latin typeface="Segoe UI"/>
              <a:cs typeface="Calibri"/>
            </a:endParaRPr>
          </a:p>
          <a:p>
            <a:pPr lvl="1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Calling today, calling today </a:t>
            </a:r>
          </a:p>
          <a:p>
            <a:pPr lvl="1"/>
            <a:r>
              <a:rPr lang="en-SG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Jesus is calling, is tenderly calling today!</a:t>
            </a:r>
            <a:endParaRPr lang="en-US" sz="2800" dirty="0">
              <a:solidFill>
                <a:srgbClr val="C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7241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Here is love vast as the ocean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35EF-0DB9-3E17-08E3-C1945BA5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AD01-0F67-C3AF-1AAF-11248472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Here is love vast as the ocean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7E6C-ACB6-46BC-999B-EC799FF242D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DB4F-C217-2890-DB3F-D9D8888A471B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Here</a:t>
            </a:r>
            <a:r>
              <a:rPr lang="en-US" sz="2800" dirty="0">
                <a:ea typeface="Calibri"/>
                <a:cs typeface="Calibri"/>
              </a:rPr>
              <a:t> is love, vast as the ocean,</a:t>
            </a:r>
          </a:p>
          <a:p>
            <a:r>
              <a:rPr lang="en-US" sz="2800" dirty="0">
                <a:ea typeface="Calibri"/>
                <a:cs typeface="Calibri"/>
              </a:rPr>
              <a:t>Loving-kindness as the flood;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When the Prince of Life, our ransom,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Shed for us His precious blood.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Who His love will not remember?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Who can cease to sing His praise?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He can never be forgotten,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Throughout Heav'n's eternal days.</a:t>
            </a:r>
          </a:p>
          <a:p>
            <a:endParaRPr lang="en-SG" sz="2800" dirty="0">
              <a:solidFill>
                <a:srgbClr val="000000"/>
              </a:solidFill>
              <a:ea typeface="Calibri"/>
              <a:cs typeface="Segoe U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FE5602B-6E2D-A173-4DF8-9982BC2DDA0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341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119ED-D753-213B-89E4-16A6AD48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2840-8671-64B0-88F6-F79A7E74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Here is love vast as the ocean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75F62-455D-BD09-03DA-9E5C3AACE70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4752B-999C-4ED7-A66F-6ABC7A4E679E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On the mount of crucifixion,</a:t>
            </a:r>
            <a:endParaRPr lang="en-US" sz="2800">
              <a:cs typeface="Segoe UI"/>
            </a:endParaRP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Fountains opened deep and wide, </a:t>
            </a:r>
            <a:endParaRPr lang="en-US" sz="28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Through the flood-gates of God's mercy</a:t>
            </a:r>
            <a:endParaRPr lang="en-US" sz="28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Flowed a vast and gracious tide.</a:t>
            </a:r>
            <a:endParaRPr lang="en-US" sz="28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Grace and love, like mighty rivers,</a:t>
            </a:r>
            <a:endParaRPr lang="en-US" sz="28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Poured incessant from above, </a:t>
            </a:r>
            <a:endParaRPr lang="en-US" sz="28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And Heav'n's peace and perfect justice</a:t>
            </a:r>
          </a:p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Kissed a guilty world in love.</a:t>
            </a:r>
          </a:p>
          <a:p>
            <a:endParaRPr lang="en-SG" sz="2800" dirty="0">
              <a:solidFill>
                <a:srgbClr val="000000"/>
              </a:solidFill>
              <a:ea typeface="Calibri"/>
              <a:cs typeface="Segoe U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A2621D6-9B0D-1203-59B7-B089A379015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595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C6EB9-1022-76E4-730C-DA5C33C02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46CB-6769-F905-8C92-664EEA4F6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Here is love vast as the ocean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815EE-FDEB-D252-B68E-1090822E4D6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61D7E-A086-9878-1FB3-C23B4D58212B}"/>
              </a:ext>
            </a:extLst>
          </p:cNvPr>
          <p:cNvSpPr txBox="1"/>
          <p:nvPr/>
        </p:nvSpPr>
        <p:spPr>
          <a:xfrm>
            <a:off x="209077" y="814113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In Thy truth Thou dost direct me</a:t>
            </a:r>
          </a:p>
          <a:p>
            <a:r>
              <a:rPr lang="en-US" sz="2800" dirty="0">
                <a:ea typeface="Calibri"/>
                <a:cs typeface="Calibri"/>
              </a:rPr>
              <a:t>By Thy Spirit through Thy Word;</a:t>
            </a:r>
          </a:p>
          <a:p>
            <a:r>
              <a:rPr lang="en-US" sz="2800" dirty="0">
                <a:ea typeface="Calibri"/>
                <a:cs typeface="Calibri"/>
              </a:rPr>
              <a:t>And Thy grace my need is meeting,</a:t>
            </a:r>
          </a:p>
          <a:p>
            <a:r>
              <a:rPr lang="en-US" sz="2800" dirty="0">
                <a:ea typeface="Calibri"/>
                <a:cs typeface="Calibri"/>
              </a:rPr>
              <a:t>As I trust in Thee, my Lord.</a:t>
            </a:r>
          </a:p>
          <a:p>
            <a:r>
              <a:rPr lang="en-US" sz="2800" dirty="0">
                <a:ea typeface="Calibri"/>
                <a:cs typeface="Calibri"/>
              </a:rPr>
              <a:t>Of Thy fullness Thou art pouring</a:t>
            </a:r>
          </a:p>
          <a:p>
            <a:r>
              <a:rPr lang="en-US" sz="2800" dirty="0">
                <a:ea typeface="Calibri"/>
                <a:cs typeface="Calibri"/>
              </a:rPr>
              <a:t>Thy great love and pow'r on me,</a:t>
            </a:r>
          </a:p>
          <a:p>
            <a:r>
              <a:rPr lang="en-US" sz="2800" dirty="0">
                <a:ea typeface="Calibri"/>
                <a:cs typeface="Calibri"/>
              </a:rPr>
              <a:t>Without measure, full and boundless,</a:t>
            </a:r>
          </a:p>
          <a:p>
            <a:r>
              <a:rPr lang="en-US" sz="2800" dirty="0">
                <a:ea typeface="Calibri"/>
                <a:cs typeface="Calibri"/>
              </a:rPr>
              <a:t>Drawing out my heart to Thee.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351305B-3778-89C4-6657-DBAE9A234B3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89436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(42)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9236-9852-6C7B-05A6-7A022EB6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73B0-DDAA-F443-75D4-17503BF5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And Can It Be (42)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35A23-AC28-2BF5-587D-62D45A75B75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4BBBF-5ABA-E6A0-B7E0-37C92FABA217}"/>
              </a:ext>
            </a:extLst>
          </p:cNvPr>
          <p:cNvSpPr txBox="1"/>
          <p:nvPr/>
        </p:nvSpPr>
        <p:spPr>
          <a:xfrm>
            <a:off x="209077" y="814113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  <a:t>And can it be that I should gain</a:t>
            </a:r>
            <a:br>
              <a:rPr lang="en-US" sz="2800" dirty="0">
                <a:solidFill>
                  <a:srgbClr val="000000"/>
                </a:solidFill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An </a:t>
            </a:r>
            <a:r>
              <a:rPr lang="en-US" sz="2800" dirty="0" err="1">
                <a:ea typeface="Calibri"/>
                <a:cs typeface="Calibri"/>
              </a:rPr>
              <a:t>int'rest</a:t>
            </a:r>
            <a:r>
              <a:rPr lang="en-US" sz="2800" dirty="0">
                <a:ea typeface="Calibri"/>
                <a:cs typeface="Calibri"/>
              </a:rPr>
              <a:t> in the Savior's blood?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Died He for me, who caused His pain?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For me, who Him to death </a:t>
            </a:r>
            <a:r>
              <a:rPr lang="en-US" sz="2800" dirty="0" err="1">
                <a:ea typeface="Calibri"/>
                <a:cs typeface="Calibri"/>
              </a:rPr>
              <a:t>pur</a:t>
            </a:r>
            <a:r>
              <a:rPr lang="en-US" sz="2800" dirty="0">
                <a:ea typeface="Calibri"/>
                <a:cs typeface="Calibri"/>
              </a:rPr>
              <a:t>-sued?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A-</a:t>
            </a:r>
            <a:r>
              <a:rPr lang="en-US" sz="2800" dirty="0" err="1">
                <a:ea typeface="Calibri"/>
                <a:cs typeface="Calibri"/>
              </a:rPr>
              <a:t>mazing</a:t>
            </a:r>
            <a:r>
              <a:rPr lang="en-US" sz="2800" dirty="0">
                <a:ea typeface="Calibri"/>
                <a:cs typeface="Calibri"/>
              </a:rPr>
              <a:t> love! how can it be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That Thou, my God, shouldst die for me?</a:t>
            </a:r>
          </a:p>
          <a:p>
            <a:endParaRPr lang="en-US" sz="2800" i="1" dirty="0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C00000"/>
                </a:solidFill>
                <a:ea typeface="Calibri"/>
                <a:cs typeface="Calibri"/>
              </a:rPr>
              <a:t>A-</a:t>
            </a:r>
            <a:r>
              <a:rPr lang="en-US" sz="2800" dirty="0" err="1">
                <a:solidFill>
                  <a:srgbClr val="C00000"/>
                </a:solidFill>
                <a:ea typeface="Calibri"/>
                <a:cs typeface="Calibri"/>
              </a:rPr>
              <a:t>maz</a:t>
            </a:r>
            <a:r>
              <a:rPr lang="en-US" sz="2800" dirty="0">
                <a:solidFill>
                  <a:srgbClr val="C00000"/>
                </a:solidFill>
                <a:ea typeface="Calibri"/>
                <a:cs typeface="Calibri"/>
              </a:rPr>
              <a:t>-</a:t>
            </a:r>
            <a:r>
              <a:rPr lang="en-US" sz="2800" dirty="0" err="1">
                <a:solidFill>
                  <a:srgbClr val="C00000"/>
                </a:solidFill>
                <a:ea typeface="Calibri"/>
                <a:cs typeface="Calibri"/>
              </a:rPr>
              <a:t>ing</a:t>
            </a:r>
            <a:r>
              <a:rPr lang="en-US" sz="2800" dirty="0">
                <a:solidFill>
                  <a:srgbClr val="C00000"/>
                </a:solidFill>
                <a:ea typeface="Calibri"/>
                <a:cs typeface="Calibri"/>
              </a:rPr>
              <a:t> love! how can it be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solidFill>
                  <a:srgbClr val="C00000"/>
                </a:solidFill>
                <a:ea typeface="Calibri"/>
                <a:cs typeface="Calibri"/>
              </a:rPr>
              <a:t>That Thou, my God, shouldst die for me!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6568B3B-EC6B-7DEA-9254-1EC1BF820A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574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6C90-4FB5-DA03-BAED-642E0F4A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B8FB-33CC-192C-0E3F-B44D08D1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And Can It Be (42)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5B0F4-A96F-FD69-7F62-3D2793B3EA39}"/>
              </a:ext>
            </a:extLst>
          </p:cNvPr>
          <p:cNvSpPr txBox="1"/>
          <p:nvPr/>
        </p:nvSpPr>
        <p:spPr>
          <a:xfrm>
            <a:off x="7023370" y="4777216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23F9C-1A18-B8E3-DB18-2B075ECA628F}"/>
              </a:ext>
            </a:extLst>
          </p:cNvPr>
          <p:cNvSpPr txBox="1"/>
          <p:nvPr/>
        </p:nvSpPr>
        <p:spPr>
          <a:xfrm>
            <a:off x="209077" y="814113"/>
            <a:ext cx="904030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800" dirty="0">
              <a:cs typeface="Segoe U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CA468C7-C896-1A70-8CCB-F4D018686B4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34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C232EDD-7B87-EA1C-3D4F-FB699B96415A}"/>
              </a:ext>
            </a:extLst>
          </p:cNvPr>
          <p:cNvSpPr txBox="1"/>
          <p:nvPr/>
        </p:nvSpPr>
        <p:spPr>
          <a:xfrm>
            <a:off x="222165" y="866465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/>
                <a:ea typeface="Verdana"/>
                <a:cs typeface="Calibri"/>
              </a:rPr>
              <a:t>He left His Father's throne a-</a:t>
            </a:r>
            <a:r>
              <a:rPr lang="en-US" sz="2800" dirty="0" err="1">
                <a:latin typeface="Segoe UI"/>
                <a:ea typeface="Verdana"/>
                <a:cs typeface="Calibri"/>
              </a:rPr>
              <a:t>bove</a:t>
            </a:r>
            <a:r>
              <a:rPr lang="en-US" sz="2800" dirty="0">
                <a:latin typeface="Segoe UI"/>
                <a:ea typeface="Verdana"/>
                <a:cs typeface="Calibri"/>
              </a:rPr>
              <a:t>,</a:t>
            </a:r>
            <a:endParaRPr lang="en-US" sz="2800">
              <a:latin typeface="Segoe UI"/>
              <a:ea typeface="Calibri"/>
              <a:cs typeface="Calibri"/>
            </a:endParaRPr>
          </a:p>
          <a:p>
            <a:r>
              <a:rPr lang="en-US" sz="2800" dirty="0">
                <a:latin typeface="Segoe UI"/>
                <a:ea typeface="Verdana"/>
                <a:cs typeface="Calibri"/>
              </a:rPr>
              <a:t>So free, so infinite His grace!</a:t>
            </a:r>
            <a:br>
              <a:rPr lang="en-US" sz="2800" dirty="0">
                <a:latin typeface="Segoe UI"/>
                <a:ea typeface="Verdana"/>
                <a:cs typeface="Calibri"/>
              </a:rPr>
            </a:br>
            <a:r>
              <a:rPr lang="en-US" sz="2800" dirty="0">
                <a:latin typeface="Segoe UI"/>
                <a:ea typeface="Verdana"/>
                <a:cs typeface="Calibri"/>
              </a:rPr>
              <a:t>Emptied Himself of all but love,</a:t>
            </a:r>
            <a:br>
              <a:rPr lang="en-US" sz="2800" dirty="0">
                <a:latin typeface="Segoe UI"/>
                <a:ea typeface="Verdana"/>
                <a:cs typeface="Calibri"/>
              </a:rPr>
            </a:br>
            <a:r>
              <a:rPr lang="en-US" sz="2800" dirty="0">
                <a:latin typeface="Segoe UI"/>
                <a:ea typeface="Verdana"/>
                <a:cs typeface="Calibri"/>
              </a:rPr>
              <a:t>And bled for Adam's helpless race!</a:t>
            </a:r>
            <a:br>
              <a:rPr lang="en-US" sz="2800" dirty="0">
                <a:latin typeface="Segoe UI"/>
                <a:ea typeface="Verdana"/>
                <a:cs typeface="Calibri"/>
              </a:rPr>
            </a:br>
            <a:r>
              <a:rPr lang="en-US" sz="2800" dirty="0">
                <a:latin typeface="Segoe UI"/>
                <a:ea typeface="Verdana"/>
                <a:cs typeface="Calibri"/>
              </a:rPr>
              <a:t>'Tis mercy all, immense and free;</a:t>
            </a:r>
            <a:br>
              <a:rPr lang="en-US" sz="2800" dirty="0">
                <a:latin typeface="Segoe UI"/>
                <a:ea typeface="Verdana"/>
                <a:cs typeface="Calibri"/>
              </a:rPr>
            </a:br>
            <a:r>
              <a:rPr lang="en-US" sz="2800" dirty="0">
                <a:latin typeface="Segoe UI"/>
                <a:ea typeface="Verdana"/>
                <a:cs typeface="Calibri"/>
              </a:rPr>
              <a:t>For, O my God, it found out me.</a:t>
            </a:r>
            <a:endParaRPr lang="en-US" sz="2800">
              <a:latin typeface="Segoe UI"/>
              <a:ea typeface="Calibri"/>
              <a:cs typeface="Calibri"/>
            </a:endParaRPr>
          </a:p>
          <a:p>
            <a:endParaRPr lang="en-US" sz="2800" dirty="0">
              <a:cs typeface="Segoe UI"/>
            </a:endParaRPr>
          </a:p>
          <a:p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A-</a:t>
            </a:r>
            <a:r>
              <a:rPr lang="en-US" sz="2800" err="1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maz</a:t>
            </a: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-</a:t>
            </a:r>
            <a:r>
              <a:rPr lang="en-US" sz="2800" err="1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ing</a:t>
            </a: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 love! how can it be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That Thou, my God, shouldst die for me!</a:t>
            </a:r>
            <a:endParaRPr lang="en-US" dirty="0">
              <a:latin typeface="Segoe U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6026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37CD-97FC-6040-AA55-AF78A591F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FD60-78F3-A842-FEAA-29DAAF7BC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And Can It Be (42)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5032C-744D-6241-6CC3-DC01D88990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3 of 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8253F-A70A-B781-85EC-CAB44E7164EA}"/>
              </a:ext>
            </a:extLst>
          </p:cNvPr>
          <p:cNvSpPr txBox="1"/>
          <p:nvPr/>
        </p:nvSpPr>
        <p:spPr>
          <a:xfrm>
            <a:off x="209077" y="814113"/>
            <a:ext cx="904030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800" dirty="0">
              <a:cs typeface="Segoe U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E22352E-3B46-6B6E-1359-C54967BA8F2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35</a:t>
            </a:r>
            <a:endParaRPr lang="en-US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958455A1-FF8B-4C37-53AC-B95447AE5820}"/>
              </a:ext>
            </a:extLst>
          </p:cNvPr>
          <p:cNvSpPr txBox="1"/>
          <p:nvPr/>
        </p:nvSpPr>
        <p:spPr>
          <a:xfrm>
            <a:off x="222165" y="866465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/>
                <a:ea typeface="Calibri"/>
                <a:cs typeface="Calibri"/>
              </a:rPr>
              <a:t>Long my imprisoned spirit lay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Fast bound in sin and nature's night.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Thine eye diffused a </a:t>
            </a:r>
            <a:r>
              <a:rPr lang="en-US" sz="2800" dirty="0" err="1">
                <a:latin typeface="Segoe UI"/>
                <a:ea typeface="Calibri"/>
                <a:cs typeface="Calibri"/>
              </a:rPr>
              <a:t>quick'ning</a:t>
            </a:r>
            <a:r>
              <a:rPr lang="en-US" sz="2800" dirty="0">
                <a:latin typeface="Segoe UI"/>
                <a:ea typeface="Calibri"/>
                <a:cs typeface="Calibri"/>
              </a:rPr>
              <a:t> ray: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I woke, the dungeon flamed with light!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My chains fell off, my heart was free;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I rose, went forth and followed Thee.</a:t>
            </a:r>
          </a:p>
          <a:p>
            <a:endParaRPr lang="en-US" sz="2800" dirty="0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A-</a:t>
            </a:r>
            <a:r>
              <a:rPr lang="en-US" sz="2800" err="1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maz</a:t>
            </a: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-</a:t>
            </a:r>
            <a:r>
              <a:rPr lang="en-US" sz="2800" err="1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ing</a:t>
            </a: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 love! how can it be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That Thou, my God, shouldst die for me!</a:t>
            </a:r>
            <a:endParaRPr lang="en-US" sz="2800" dirty="0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18390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79FA-4A7E-E9B0-AB48-AF11C169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321B-AFE6-DCBB-165F-F2FAB8D1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And Can It Be (42)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9F426-632F-EBCE-D19B-80DAE0CE378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2E34B-091D-D6BF-8D26-F2F96A173CDF}"/>
              </a:ext>
            </a:extLst>
          </p:cNvPr>
          <p:cNvSpPr txBox="1"/>
          <p:nvPr/>
        </p:nvSpPr>
        <p:spPr>
          <a:xfrm>
            <a:off x="209077" y="814113"/>
            <a:ext cx="904030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800" dirty="0">
              <a:cs typeface="Segoe U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379A681-2648-CF7D-5C7A-B1CA6E0F33C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36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DC31A46-5812-32F1-7A4F-EEBBEB20D71D}"/>
              </a:ext>
            </a:extLst>
          </p:cNvPr>
          <p:cNvSpPr txBox="1"/>
          <p:nvPr/>
        </p:nvSpPr>
        <p:spPr>
          <a:xfrm>
            <a:off x="222165" y="866465"/>
            <a:ext cx="9040304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/>
                <a:ea typeface="Calibri"/>
                <a:cs typeface="Calibri"/>
              </a:rPr>
              <a:t>No condemnation now I dread: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Jesus, and all in Him is mine!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Alive in Him, my living Head,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And clothed in righteousness divine,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Bold I approach </a:t>
            </a:r>
            <a:r>
              <a:rPr lang="en-US" sz="2800" err="1">
                <a:latin typeface="Segoe UI"/>
                <a:ea typeface="Calibri"/>
                <a:cs typeface="Calibri"/>
              </a:rPr>
              <a:t>th'eternal</a:t>
            </a:r>
            <a:r>
              <a:rPr lang="en-US" sz="2800" dirty="0">
                <a:latin typeface="Segoe UI"/>
                <a:ea typeface="Calibri"/>
                <a:cs typeface="Calibri"/>
              </a:rPr>
              <a:t> throne,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latin typeface="Segoe UI"/>
                <a:ea typeface="Calibri"/>
                <a:cs typeface="Calibri"/>
              </a:rPr>
              <a:t>And claim the crown, thru Christ my own.</a:t>
            </a:r>
          </a:p>
          <a:p>
            <a:endParaRPr lang="en-US" sz="2800" dirty="0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A-</a:t>
            </a:r>
            <a:r>
              <a:rPr lang="en-US" sz="2800" err="1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maz</a:t>
            </a: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-</a:t>
            </a:r>
            <a:r>
              <a:rPr lang="en-US" sz="2800" err="1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ing</a:t>
            </a: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 love! how can it be</a:t>
            </a:r>
            <a:br>
              <a:rPr lang="en-US" sz="2800" dirty="0">
                <a:latin typeface="Segoe UI"/>
                <a:ea typeface="Calibri"/>
                <a:cs typeface="Calibr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  <a:ea typeface="Calibri"/>
                <a:cs typeface="Calibri"/>
              </a:rPr>
              <a:t>That Thou, my God, shouldst die for me!</a:t>
            </a:r>
            <a:endParaRPr lang="en-US" sz="2800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  <a:p>
            <a:endParaRPr lang="en-US"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1768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(47)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O the Deep, Deep Love of Jesus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-6823" y="929145"/>
            <a:ext cx="8867917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O the deep, deep love of Jesus,</a:t>
            </a:r>
          </a:p>
          <a:p>
            <a:pPr lvl="1"/>
            <a:r>
              <a:rPr lang="en-SG" sz="2800" dirty="0">
                <a:ea typeface="Calibri"/>
                <a:cs typeface="Poppins"/>
              </a:rPr>
              <a:t>Vast, unmeasured, boundless, free!</a:t>
            </a:r>
          </a:p>
          <a:p>
            <a:pPr lvl="1"/>
            <a:r>
              <a:rPr lang="en-SG" sz="2800" dirty="0">
                <a:ea typeface="Calibri"/>
                <a:cs typeface="Poppins"/>
              </a:rPr>
              <a:t>Rolling as a mighty ocean</a:t>
            </a:r>
          </a:p>
          <a:p>
            <a:pPr lvl="1"/>
            <a:r>
              <a:rPr lang="en-SG" sz="2800" dirty="0">
                <a:ea typeface="Calibri"/>
                <a:cs typeface="Poppins"/>
              </a:rPr>
              <a:t>In its fullness over me,</a:t>
            </a:r>
          </a:p>
          <a:p>
            <a:pPr lvl="1"/>
            <a:r>
              <a:rPr lang="en-SG" sz="2800" dirty="0">
                <a:ea typeface="Calibri"/>
                <a:cs typeface="Poppins"/>
              </a:rPr>
              <a:t>Underneath me, all around me,</a:t>
            </a:r>
          </a:p>
          <a:p>
            <a:pPr lvl="1"/>
            <a:r>
              <a:rPr lang="en-SG" sz="2800" dirty="0">
                <a:ea typeface="Calibri"/>
                <a:cs typeface="Poppins"/>
              </a:rPr>
              <a:t>Is the current of Thy love;</a:t>
            </a:r>
          </a:p>
          <a:p>
            <a:pPr lvl="1"/>
            <a:r>
              <a:rPr lang="en-SG" sz="2800" dirty="0">
                <a:ea typeface="Calibri"/>
                <a:cs typeface="Poppins"/>
              </a:rPr>
              <a:t>Leading onward, leading homeward</a:t>
            </a:r>
          </a:p>
          <a:p>
            <a:pPr lvl="1"/>
            <a:r>
              <a:rPr lang="en-SG" sz="2800" dirty="0">
                <a:ea typeface="Calibri"/>
                <a:cs typeface="Poppins"/>
              </a:rPr>
              <a:t>To my glorious rest above.</a:t>
            </a:r>
          </a:p>
          <a:p>
            <a:pPr lvl="1" algn="just"/>
            <a:endParaRPr lang="en-US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E0A1-FB9D-3DE7-0515-FF46D0D5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3F90-9FC7-E0D5-647F-2B99F591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O the Deep, Deep Love of Jesus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3CB589-E976-68B7-A9A1-EA3079BF7E5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39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BADD7-5F47-DD22-8E3A-B76DD11E543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8CD47-125C-DFC4-3409-3D053915A710}"/>
              </a:ext>
            </a:extLst>
          </p:cNvPr>
          <p:cNvSpPr txBox="1"/>
          <p:nvPr/>
        </p:nvSpPr>
        <p:spPr>
          <a:xfrm>
            <a:off x="3479" y="944166"/>
            <a:ext cx="8835721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O the deep, deep love of Jesus,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Spread His praise from shore to shore!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How He loveth, ever loveth,</a:t>
            </a:r>
          </a:p>
          <a:p>
            <a:pPr lvl="1"/>
            <a:r>
              <a:rPr lang="en-SG" sz="2800" dirty="0" err="1">
                <a:latin typeface="Segoe UI"/>
                <a:ea typeface="Calibri"/>
                <a:cs typeface="Poppins"/>
              </a:rPr>
              <a:t>Changeth</a:t>
            </a:r>
            <a:r>
              <a:rPr lang="en-SG" sz="2800" dirty="0">
                <a:latin typeface="Segoe UI"/>
                <a:ea typeface="Calibri"/>
                <a:cs typeface="Poppins"/>
              </a:rPr>
              <a:t> never, nevermore;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How He watches o'er His loved ones,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Died to call them all His own;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How for them He </a:t>
            </a:r>
            <a:r>
              <a:rPr lang="en-SG" sz="2800" dirty="0" err="1">
                <a:latin typeface="Segoe UI"/>
                <a:ea typeface="Calibri"/>
                <a:cs typeface="Poppins"/>
              </a:rPr>
              <a:t>intercedeth</a:t>
            </a:r>
            <a:r>
              <a:rPr lang="en-SG" sz="2800" dirty="0">
                <a:latin typeface="Segoe UI"/>
                <a:ea typeface="Calibri"/>
                <a:cs typeface="Poppins"/>
              </a:rPr>
              <a:t>,</a:t>
            </a:r>
          </a:p>
          <a:p>
            <a:pPr lvl="1"/>
            <a:r>
              <a:rPr lang="en-SG" sz="2800" dirty="0" err="1">
                <a:latin typeface="Segoe UI"/>
                <a:ea typeface="Calibri"/>
                <a:cs typeface="Poppins"/>
              </a:rPr>
              <a:t>Watcheth</a:t>
            </a:r>
            <a:r>
              <a:rPr lang="en-SG" sz="2800" dirty="0">
                <a:latin typeface="Segoe UI"/>
                <a:ea typeface="Calibri"/>
                <a:cs typeface="Poppins"/>
              </a:rPr>
              <a:t> o'er them from the throne.</a:t>
            </a:r>
          </a:p>
        </p:txBody>
      </p:sp>
    </p:spTree>
    <p:extLst>
      <p:ext uri="{BB962C8B-B14F-4D97-AF65-F5344CB8AC3E}">
        <p14:creationId xmlns:p14="http://schemas.microsoft.com/office/powerpoint/2010/main" val="20208302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6911-BA82-C2B4-0807-85839384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49AF-8E44-DF0F-796D-36A172E3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O the Deep, Deep Love of Jesus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2F9C4E0-5FF5-E20B-7B09-738C065790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40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B6664-90F4-5F19-2D82-393D336819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AF72BB-021A-3394-7719-374EB85FE164}"/>
              </a:ext>
            </a:extLst>
          </p:cNvPr>
          <p:cNvSpPr txBox="1"/>
          <p:nvPr/>
        </p:nvSpPr>
        <p:spPr>
          <a:xfrm>
            <a:off x="1969" y="946731"/>
            <a:ext cx="886791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O the deep, deep love of Jesus,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Love of every love the best;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'Tis an ocean vast of blessing,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'Tis a haven sweet of rest,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O the deep, deep love of Jesus,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'Tis a </a:t>
            </a:r>
            <a:r>
              <a:rPr lang="en-SG" sz="2800" dirty="0" err="1">
                <a:latin typeface="Segoe UI"/>
                <a:ea typeface="Calibri"/>
                <a:cs typeface="Poppins"/>
              </a:rPr>
              <a:t>heav'n</a:t>
            </a:r>
            <a:r>
              <a:rPr lang="en-SG" sz="2800" dirty="0">
                <a:latin typeface="Segoe UI"/>
                <a:ea typeface="Calibri"/>
                <a:cs typeface="Poppins"/>
              </a:rPr>
              <a:t> of </a:t>
            </a:r>
            <a:r>
              <a:rPr lang="en-SG" sz="2800" dirty="0" err="1">
                <a:latin typeface="Segoe UI"/>
                <a:ea typeface="Calibri"/>
                <a:cs typeface="Poppins"/>
              </a:rPr>
              <a:t>heav'ns</a:t>
            </a:r>
            <a:r>
              <a:rPr lang="en-SG" sz="2800" dirty="0">
                <a:latin typeface="Segoe UI"/>
                <a:ea typeface="Calibri"/>
                <a:cs typeface="Poppins"/>
              </a:rPr>
              <a:t> to me;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And it lifts me up to glory,</a:t>
            </a:r>
          </a:p>
          <a:p>
            <a:pPr lvl="1"/>
            <a:r>
              <a:rPr lang="en-SG" sz="2800" dirty="0">
                <a:latin typeface="Segoe UI"/>
                <a:ea typeface="Calibri"/>
                <a:cs typeface="Poppins"/>
              </a:rPr>
              <a:t>For it lifts me up to Thee.</a:t>
            </a:r>
          </a:p>
        </p:txBody>
      </p:sp>
    </p:spTree>
    <p:extLst>
      <p:ext uri="{BB962C8B-B14F-4D97-AF65-F5344CB8AC3E}">
        <p14:creationId xmlns:p14="http://schemas.microsoft.com/office/powerpoint/2010/main" val="3079996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978</a:t>
            </a: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6538-2193-203C-1006-1BFF110F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612B-A594-12F8-D0DE-02BAD7B7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978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7C4C4A2-538B-C72C-322C-0EB07080128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42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CA52F-E805-177A-10C6-B25370B5B58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1 of 4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E10C79F8-5379-E644-6BEE-5C89383BB88B}"/>
              </a:ext>
            </a:extLst>
          </p:cNvPr>
          <p:cNvSpPr txBox="1"/>
          <p:nvPr/>
        </p:nvSpPr>
        <p:spPr>
          <a:xfrm>
            <a:off x="133854" y="758096"/>
            <a:ext cx="8867917" cy="56938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Someday the silver cord will break,</a:t>
            </a:r>
            <a:endParaRPr lang="en-US" sz="2800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And I no more as now shall sing;</a:t>
            </a:r>
            <a:endParaRPr lang="en-GB" sz="2800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But oh, the joy when I shall wake</a:t>
            </a:r>
            <a:endParaRPr lang="en-GB" sz="2800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Within the palace of the King!</a:t>
            </a:r>
            <a:endParaRPr lang="en-GB" sz="2800" dirty="0">
              <a:latin typeface="Segoe U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1DC2E020-E2B0-9E9F-7FE5-9175374668A9}"/>
              </a:ext>
            </a:extLst>
          </p:cNvPr>
          <p:cNvSpPr txBox="1"/>
          <p:nvPr/>
        </p:nvSpPr>
        <p:spPr>
          <a:xfrm>
            <a:off x="133853" y="2903888"/>
            <a:ext cx="8867917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I shall see Him face to face,</a:t>
            </a:r>
            <a:endParaRPr lang="en-US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tell the story– Saved by grace;</a:t>
            </a:r>
            <a:endParaRPr lang="en-US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I shall see Him face to face,</a:t>
            </a:r>
            <a:endParaRPr lang="en-GB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tell the story– Saved by grace.</a:t>
            </a:r>
            <a:endParaRPr lang="en-GB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89558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3774-446A-10DB-1FE9-0D9A8CDE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016E-DBD6-1D76-25B7-ACF46417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978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A18A2D-B6CC-BF39-EBB3-14E0A43FCB6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cs typeface="Segoe UI"/>
              </a:rPr>
              <a:t>43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A88EC-A7CD-CCF1-77FE-786B656A6D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2 of 4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78505A0-76DF-10B9-5D22-48A296EB56C9}"/>
              </a:ext>
            </a:extLst>
          </p:cNvPr>
          <p:cNvSpPr txBox="1"/>
          <p:nvPr/>
        </p:nvSpPr>
        <p:spPr>
          <a:xfrm>
            <a:off x="133854" y="758096"/>
            <a:ext cx="8867917" cy="53860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Someday my earthly house will fall,</a:t>
            </a:r>
            <a:endParaRPr lang="en-US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I cannot tell how soon ’twill be;</a:t>
            </a:r>
            <a:endParaRPr lang="en-GB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But this I know– my All in All</a:t>
            </a:r>
            <a:endParaRPr lang="en-GB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Has now a place in </a:t>
            </a:r>
            <a:r>
              <a:rPr lang="en-GB" sz="2800" dirty="0" err="1">
                <a:latin typeface="Segoe UI"/>
                <a:ea typeface="Calibri"/>
                <a:cs typeface="Segoe UI"/>
              </a:rPr>
              <a:t>heav’n</a:t>
            </a:r>
            <a:r>
              <a:rPr lang="en-GB" sz="2800" dirty="0">
                <a:latin typeface="Segoe UI"/>
                <a:ea typeface="Calibri"/>
                <a:cs typeface="Segoe UI"/>
              </a:rPr>
              <a:t> for me.</a:t>
            </a:r>
            <a:endParaRPr lang="en-GB" dirty="0">
              <a:latin typeface="Segoe U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>
              <a:latin typeface="Segoe UI"/>
              <a:cs typeface="Segoe UI"/>
            </a:endParaRPr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3CFA46D-D74F-54B2-F505-A171B18D75AE}"/>
              </a:ext>
            </a:extLst>
          </p:cNvPr>
          <p:cNvSpPr txBox="1"/>
          <p:nvPr/>
        </p:nvSpPr>
        <p:spPr>
          <a:xfrm>
            <a:off x="133853" y="2903888"/>
            <a:ext cx="8867917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I shall see Him face to face,</a:t>
            </a:r>
            <a:endParaRPr lang="en-US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tell the story– Saved by grace;</a:t>
            </a:r>
            <a:endParaRPr lang="en-US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I shall see Him face to face,</a:t>
            </a:r>
            <a:endParaRPr lang="en-GB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tell the story– Saved by grace.</a:t>
            </a:r>
            <a:endParaRPr lang="en-GB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575549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0EF8D-8F34-C863-BDBF-4F6B63B7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F4BB8-80B2-506F-B724-A6A7C24E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978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ECCE30-D1B1-B684-62A3-1F24DF365FC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44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9B0AA-934F-5A0E-437E-B2B4EF2C68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3 of 4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C09AD761-8F8E-435E-AAAE-D2EAEB817F86}"/>
              </a:ext>
            </a:extLst>
          </p:cNvPr>
          <p:cNvSpPr txBox="1"/>
          <p:nvPr/>
        </p:nvSpPr>
        <p:spPr>
          <a:xfrm>
            <a:off x="133854" y="758096"/>
            <a:ext cx="8867917" cy="58169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Someday, when fades the golden sun</a:t>
            </a:r>
            <a:endParaRPr lang="en-US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Beneath the rosy-tinted west,</a:t>
            </a:r>
            <a:endParaRPr lang="en-US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My blessed Lord will say, “Well done!”</a:t>
            </a:r>
            <a:endParaRPr lang="en-GB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And I shall enter into rest.</a:t>
            </a:r>
            <a:endParaRPr lang="en-GB" dirty="0">
              <a:latin typeface="Segoe U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>
              <a:latin typeface="Segoe UI"/>
              <a:cs typeface="Segoe UI"/>
            </a:endParaRPr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EA42C195-484C-7643-3E4C-E12F0E6B446F}"/>
              </a:ext>
            </a:extLst>
          </p:cNvPr>
          <p:cNvSpPr txBox="1"/>
          <p:nvPr/>
        </p:nvSpPr>
        <p:spPr>
          <a:xfrm>
            <a:off x="133853" y="2903888"/>
            <a:ext cx="8867917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I shall see Him face to face,</a:t>
            </a:r>
            <a:endParaRPr lang="en-US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tell the story– Saved by grace;</a:t>
            </a:r>
            <a:endParaRPr lang="en-US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I shall see Him face to face,</a:t>
            </a:r>
            <a:endParaRPr lang="en-GB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tell the story– Saved by grace.</a:t>
            </a:r>
            <a:endParaRPr lang="en-GB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412725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48DB1-3818-138A-3987-B34F0ED6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6A9C-7C06-7038-23DC-ED0906DA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978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FA09B5B-ABA8-F074-1597-A68FEA24FBE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45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65711-1FA9-2EF0-0B25-6677593210D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4 of 4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6287671D-D35B-2ADC-0C1F-A1CA0006A0AB}"/>
              </a:ext>
            </a:extLst>
          </p:cNvPr>
          <p:cNvSpPr txBox="1"/>
          <p:nvPr/>
        </p:nvSpPr>
        <p:spPr>
          <a:xfrm>
            <a:off x="133854" y="758096"/>
            <a:ext cx="8867917" cy="62478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Someday; till then I’ll watch and wait,</a:t>
            </a:r>
            <a:endParaRPr lang="en-US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My lamp all trimmed and burning bright,</a:t>
            </a:r>
            <a:endParaRPr lang="en-GB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That when my Savior </a:t>
            </a:r>
            <a:r>
              <a:rPr lang="en-GB" sz="2800" dirty="0" err="1">
                <a:latin typeface="Segoe UI"/>
                <a:ea typeface="Calibri"/>
                <a:cs typeface="Segoe UI"/>
              </a:rPr>
              <a:t>opes</a:t>
            </a:r>
            <a:r>
              <a:rPr lang="en-GB" sz="2800" dirty="0">
                <a:latin typeface="Segoe UI"/>
                <a:ea typeface="Calibri"/>
                <a:cs typeface="Segoe UI"/>
              </a:rPr>
              <a:t> the gate,</a:t>
            </a:r>
            <a:endParaRPr lang="en-US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My soul to Him may take its flight.</a:t>
            </a:r>
            <a:endParaRPr lang="en-GB" dirty="0">
              <a:latin typeface="Segoe U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>
              <a:latin typeface="Segoe UI"/>
              <a:cs typeface="Segoe UI"/>
            </a:endParaRPr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24955DE6-E13D-76F4-7FBB-FC834946CF9B}"/>
              </a:ext>
            </a:extLst>
          </p:cNvPr>
          <p:cNvSpPr txBox="1"/>
          <p:nvPr/>
        </p:nvSpPr>
        <p:spPr>
          <a:xfrm>
            <a:off x="133853" y="2903888"/>
            <a:ext cx="8867917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I shall see Him face to face,</a:t>
            </a:r>
            <a:endParaRPr lang="en-US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tell the story– Saved by grace;</a:t>
            </a:r>
            <a:endParaRPr lang="en-US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I shall see Him face to face,</a:t>
            </a:r>
            <a:endParaRPr lang="en-GB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And tell the story– Saved by grace.</a:t>
            </a:r>
            <a:endParaRPr lang="en-GB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47265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576A-D2A0-70A5-3A2D-231C067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0A0C-E1B2-3785-248C-2073783901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30B16E4-B295-3651-0DA7-60F0F214E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7F290-1656-7542-9578-98FD23DC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901</a:t>
            </a:r>
          </a:p>
        </p:txBody>
      </p:sp>
    </p:spTree>
    <p:extLst>
      <p:ext uri="{BB962C8B-B14F-4D97-AF65-F5344CB8AC3E}">
        <p14:creationId xmlns:p14="http://schemas.microsoft.com/office/powerpoint/2010/main" val="3482069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2E80-3995-639C-80FF-1C63114B0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ED30-ACAA-F7C6-8874-283582DD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 dirty="0">
                <a:solidFill>
                  <a:srgbClr val="FFFFFF"/>
                </a:solidFill>
                <a:latin typeface="Segoe UI"/>
                <a:cs typeface="Segoe UI"/>
              </a:rPr>
              <a:t>Hymn 901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68FE4-8555-F217-D48B-C7E38BAA90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47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5089D-D533-451E-8F83-FB61E90F27AD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1 of 5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632A20B-9189-A3AD-4798-56BB954158CE}"/>
              </a:ext>
            </a:extLst>
          </p:cNvPr>
          <p:cNvSpPr txBox="1"/>
          <p:nvPr/>
        </p:nvSpPr>
        <p:spPr>
          <a:xfrm>
            <a:off x="133854" y="758096"/>
            <a:ext cx="8867917" cy="65556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When peace, like a river, </a:t>
            </a:r>
            <a:r>
              <a:rPr lang="en-GB" sz="2800" dirty="0" err="1">
                <a:latin typeface="Segoe UI"/>
                <a:ea typeface="Calibri"/>
                <a:cs typeface="Segoe UI"/>
              </a:rPr>
              <a:t>attendeth</a:t>
            </a:r>
            <a:r>
              <a:rPr lang="en-GB" sz="2800" dirty="0">
                <a:latin typeface="Segoe UI"/>
                <a:ea typeface="Calibri"/>
                <a:cs typeface="Segoe UI"/>
              </a:rPr>
              <a:t> my way, </a:t>
            </a:r>
            <a:endParaRPr lang="en-US" sz="2800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When sorrows, like sea billows, roll;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Whatever my lot, Thou hast taught me to know,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"It is well, it is well with my soul."</a:t>
            </a: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1510B0F-7B9A-78D5-69F6-86D5C095B660}"/>
              </a:ext>
            </a:extLst>
          </p:cNvPr>
          <p:cNvSpPr txBox="1"/>
          <p:nvPr/>
        </p:nvSpPr>
        <p:spPr>
          <a:xfrm>
            <a:off x="133853" y="2903888"/>
            <a:ext cx="8867917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well...., with my soul....,</a:t>
            </a:r>
            <a:endParaRPr lang="en-US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well, it is well with my soul.</a:t>
            </a: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935998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1818-2F6F-F756-E6C0-4C6B1ABC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4772-4302-7339-6580-CF6B552B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 dirty="0">
                <a:solidFill>
                  <a:srgbClr val="FFFFFF"/>
                </a:solidFill>
                <a:latin typeface="Segoe UI"/>
                <a:cs typeface="Segoe UI"/>
              </a:rPr>
              <a:t>Hymn 901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42B303-AFA4-94F4-F871-5A8EC581D16A}"/>
              </a:ext>
            </a:extLst>
          </p:cNvPr>
          <p:cNvSpPr txBox="1"/>
          <p:nvPr/>
        </p:nvSpPr>
        <p:spPr>
          <a:xfrm>
            <a:off x="738613" y="773496"/>
            <a:ext cx="7915835" cy="40453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 dirty="0"/>
            </a:br>
            <a:endParaRPr lang="en-US" sz="2800" i="1">
              <a:solidFill>
                <a:srgbClr val="FF0000"/>
              </a:solidFill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05701-78C9-9F48-BCC6-0DF7984A03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48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D2EA0-16C6-3069-3F70-FCDF667B5B51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2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A76FFF-3E21-FE54-F4F3-575F4345C9C5}"/>
              </a:ext>
            </a:extLst>
          </p:cNvPr>
          <p:cNvSpPr txBox="1"/>
          <p:nvPr/>
        </p:nvSpPr>
        <p:spPr>
          <a:xfrm>
            <a:off x="133854" y="758096"/>
            <a:ext cx="8867917" cy="65556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Tho' Satan should buffet, </a:t>
            </a:r>
            <a:r>
              <a:rPr lang="en-GB" sz="2800" dirty="0" err="1">
                <a:latin typeface="Segoe UI"/>
                <a:ea typeface="Calibri"/>
                <a:cs typeface="Segoe UI"/>
              </a:rPr>
              <a:t>tho</a:t>
            </a:r>
            <a:r>
              <a:rPr lang="en-GB" sz="2800" dirty="0">
                <a:latin typeface="Segoe UI"/>
                <a:ea typeface="Calibri"/>
                <a:cs typeface="Segoe UI"/>
              </a:rPr>
              <a:t>' trials should come, </a:t>
            </a:r>
            <a:endParaRPr lang="en-US" sz="2800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Let this blest assurance control, 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That Christ hath regarded my helpless estate,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And hath shed His own blood for my soul.</a:t>
            </a: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857F2F8-FA08-4AA9-69C7-53299BC5BA19}"/>
              </a:ext>
            </a:extLst>
          </p:cNvPr>
          <p:cNvSpPr txBox="1"/>
          <p:nvPr/>
        </p:nvSpPr>
        <p:spPr>
          <a:xfrm>
            <a:off x="133853" y="2903888"/>
            <a:ext cx="8867917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well...., with my soul....,</a:t>
            </a:r>
            <a:endParaRPr lang="en-US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well, it is well with my soul.</a:t>
            </a: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897160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5CEE-3E19-D80C-E67C-465A267F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5E2C-0656-A15E-1CD7-FFC829E3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 dirty="0">
                <a:solidFill>
                  <a:srgbClr val="FFFFFF"/>
                </a:solidFill>
                <a:latin typeface="Segoe UI"/>
                <a:cs typeface="Segoe UI"/>
              </a:rPr>
              <a:t>Hymn 901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DF4B4-2646-E1C3-BA15-C8CFE8BC6AF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cs typeface="Segoe UI"/>
              </a:rPr>
              <a:t>49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A1D76-D064-FE31-62CC-ECA20AABFA4A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3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8F714-9EFB-255B-C613-05DC0A4B0055}"/>
              </a:ext>
            </a:extLst>
          </p:cNvPr>
          <p:cNvSpPr txBox="1"/>
          <p:nvPr/>
        </p:nvSpPr>
        <p:spPr>
          <a:xfrm>
            <a:off x="133854" y="758096"/>
            <a:ext cx="8867917" cy="62478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My sin – oh, the bliss of this glorious thought!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My sin – not in part, but the whole,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Is nailed to His cross; and I bear it no more;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Praise the Lord, praise the Lord, O my soul!</a:t>
            </a: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4349F7F-BA14-77D2-B1D1-0407D065263A}"/>
              </a:ext>
            </a:extLst>
          </p:cNvPr>
          <p:cNvSpPr txBox="1"/>
          <p:nvPr/>
        </p:nvSpPr>
        <p:spPr>
          <a:xfrm>
            <a:off x="133853" y="2903888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well...., with my soul....,</a:t>
            </a:r>
            <a:endParaRPr lang="en-US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well, it is well with my soul.</a:t>
            </a:r>
          </a:p>
          <a:p>
            <a:pPr lvl="1"/>
            <a:endParaRPr lang="en-GB" sz="2800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639668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4C68-98D1-A8E2-0609-BD0940CF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0551-CBF6-13A7-6F18-D6DB2CDD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 dirty="0">
                <a:solidFill>
                  <a:srgbClr val="FFFFFF"/>
                </a:solidFill>
                <a:latin typeface="Segoe UI"/>
                <a:cs typeface="Segoe UI"/>
              </a:rPr>
              <a:t>Hymn 901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0158-40E1-F558-D01D-9F86F5AD360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cs typeface="Segoe UI"/>
              </a:rPr>
              <a:t>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82E29-81A9-E49E-FCA4-54E210B11B64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4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7AD62-4A80-0DFE-7B0B-ABFB561CA922}"/>
              </a:ext>
            </a:extLst>
          </p:cNvPr>
          <p:cNvSpPr txBox="1"/>
          <p:nvPr/>
        </p:nvSpPr>
        <p:spPr>
          <a:xfrm>
            <a:off x="133854" y="758096"/>
            <a:ext cx="8867917" cy="65556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For me, be it Christ, be it Christ hence to live!</a:t>
            </a:r>
            <a:endParaRPr lang="en-US" sz="280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If Jordan above me shall roll,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No pang shall be mine, for in death as in life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Thou wilt whisper Thy peace to my soul.</a:t>
            </a: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82E5A9B8-883A-D9D0-3499-9020758F11D0}"/>
              </a:ext>
            </a:extLst>
          </p:cNvPr>
          <p:cNvSpPr txBox="1"/>
          <p:nvPr/>
        </p:nvSpPr>
        <p:spPr>
          <a:xfrm>
            <a:off x="133853" y="2903888"/>
            <a:ext cx="8867917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well...., with my soul....,</a:t>
            </a:r>
            <a:endParaRPr lang="en-US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well, it is well with my soul.</a:t>
            </a: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667928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287AC-0677-EFAE-1BA0-CF4187B6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3ADB-165A-7635-C8B1-482DA562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FFFFFF"/>
                </a:solidFill>
                <a:effectLst/>
                <a:latin typeface="Segoe UI"/>
                <a:cs typeface="Segoe UI"/>
              </a:rPr>
              <a:t>Holy Communion – </a:t>
            </a:r>
            <a:r>
              <a:rPr lang="en-US" sz="2800" dirty="0">
                <a:solidFill>
                  <a:srgbClr val="FFFFFF"/>
                </a:solidFill>
                <a:latin typeface="Segoe UI"/>
                <a:cs typeface="Segoe UI"/>
              </a:rPr>
              <a:t>Hymn 901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057DE-DFF9-1FB0-7887-F9EACD62DA2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51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CA4A5-33E4-9E5D-F102-02A0941BB595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6: 5 of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50DD3-1104-79C9-F0CC-A91B977996AF}"/>
              </a:ext>
            </a:extLst>
          </p:cNvPr>
          <p:cNvSpPr txBox="1"/>
          <p:nvPr/>
        </p:nvSpPr>
        <p:spPr>
          <a:xfrm>
            <a:off x="133854" y="758096"/>
            <a:ext cx="8867917" cy="65556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But, Lord, 'tis for Thee, for Thy coming, we wait;</a:t>
            </a:r>
            <a:endParaRPr lang="en-US" sz="2800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The sky, not the grave, is our goal;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Oh, trump of the Angel! Oh, voice of the Lord!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Blessed hope! Blessed rest of my soul!</a:t>
            </a: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E8AB7A76-71E5-6A98-9CBF-D9894D8A21AD}"/>
              </a:ext>
            </a:extLst>
          </p:cNvPr>
          <p:cNvSpPr txBox="1"/>
          <p:nvPr/>
        </p:nvSpPr>
        <p:spPr>
          <a:xfrm>
            <a:off x="133853" y="2903888"/>
            <a:ext cx="8867917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well...., with my soul....,</a:t>
            </a:r>
            <a:endParaRPr lang="en-US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It is well, it is well with my soul.</a:t>
            </a:r>
          </a:p>
          <a:p>
            <a:pPr lvl="1"/>
            <a:endParaRPr lang="en-GB" sz="2800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584374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6DF2-9E5C-B0C0-AC01-11D60952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452E-6C64-618B-4ABC-4A72E8CA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Closing Hymn- Standing on the Promises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A5CB266-B211-C26F-C9FD-14970C15979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FFFF00"/>
                </a:solidFill>
                <a:latin typeface="Segoe UI"/>
                <a:cs typeface="Segoe UI"/>
              </a:rPr>
              <a:t>53</a:t>
            </a:r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9CFBF-A8BE-0101-62C0-E6E9DB1F63E8}"/>
              </a:ext>
            </a:extLst>
          </p:cNvPr>
          <p:cNvSpPr txBox="1"/>
          <p:nvPr/>
        </p:nvSpPr>
        <p:spPr>
          <a:xfrm>
            <a:off x="7023370" y="4786008"/>
            <a:ext cx="212063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Closing: 1 of 1</a:t>
            </a:r>
          </a:p>
          <a:p>
            <a:pPr algn="r"/>
            <a:endParaRPr lang="en-US" sz="140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29FDC-8371-74A8-75C5-8C1DA7BF9005}"/>
              </a:ext>
            </a:extLst>
          </p:cNvPr>
          <p:cNvSpPr txBox="1"/>
          <p:nvPr/>
        </p:nvSpPr>
        <p:spPr>
          <a:xfrm>
            <a:off x="133854" y="758096"/>
            <a:ext cx="8867917" cy="65556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Standing on the promises of Christ my King,</a:t>
            </a:r>
            <a:endParaRPr lang="en-US" sz="2800" dirty="0">
              <a:latin typeface="Segoe UI"/>
              <a:cs typeface="Segoe UI"/>
            </a:endParaRP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Thro' eternal ages let His praises ring;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Glory in the highest, I will shout and sing,</a:t>
            </a:r>
          </a:p>
          <a:p>
            <a:pPr lvl="1" algn="just"/>
            <a:r>
              <a:rPr lang="en-GB" sz="2800" dirty="0">
                <a:latin typeface="Segoe UI"/>
                <a:ea typeface="Calibri"/>
                <a:cs typeface="Segoe UI"/>
              </a:rPr>
              <a:t>Standing on the promises of God.</a:t>
            </a: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 algn="just"/>
            <a:endParaRPr lang="en-GB" sz="2800" dirty="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ea typeface="Calibri"/>
              <a:cs typeface="Segoe UI"/>
            </a:endParaRPr>
          </a:p>
          <a:p>
            <a:pPr lvl="1"/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735D420-1DAE-7AF6-E772-2B1B1D5C5CF7}"/>
              </a:ext>
            </a:extLst>
          </p:cNvPr>
          <p:cNvSpPr txBox="1"/>
          <p:nvPr/>
        </p:nvSpPr>
        <p:spPr>
          <a:xfrm>
            <a:off x="133853" y="2903888"/>
            <a:ext cx="8867917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Standing...., standing....,</a:t>
            </a:r>
            <a:endParaRPr lang="en-US" sz="2800">
              <a:solidFill>
                <a:srgbClr val="C00000"/>
              </a:solidFill>
              <a:latin typeface="Segoe UI"/>
              <a:cs typeface="Segoe UI"/>
            </a:endParaRP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Standing on the promises of God my Saviour;</a:t>
            </a: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Standing, Standing......,</a:t>
            </a:r>
          </a:p>
          <a:p>
            <a:pPr lvl="1"/>
            <a:r>
              <a:rPr lang="en-GB" sz="28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I'm standing on the promises of God.</a:t>
            </a: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GB" sz="2800" i="1" dirty="0">
              <a:solidFill>
                <a:srgbClr val="FF0000"/>
              </a:solidFill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3920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3008</Words>
  <Application>Microsoft Office PowerPoint</Application>
  <PresentationFormat>On-screen Show (16:9)</PresentationFormat>
  <Paragraphs>500</Paragraphs>
  <Slides>53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PowerPoint Presentation</vt:lpstr>
      <vt:lpstr>Opening Hymn – Hymn No 6</vt:lpstr>
      <vt:lpstr>Opening Hymn – Hymn No 6</vt:lpstr>
      <vt:lpstr>Opening Hymn – Hymn No 6</vt:lpstr>
      <vt:lpstr>Opening Hymn – Hymn No 6</vt:lpstr>
      <vt:lpstr>PowerPoint Presentation</vt:lpstr>
      <vt:lpstr>Thanksgiving – Lord, for the years v1 </vt:lpstr>
      <vt:lpstr>PowerPoint Presentation</vt:lpstr>
      <vt:lpstr>Offertory – Nothing is impossible</vt:lpstr>
      <vt:lpstr>Offertory –  Nothing is impossible</vt:lpstr>
      <vt:lpstr>Offertory –  Nothing is impossible</vt:lpstr>
      <vt:lpstr>Offertory –  Nothing is impossible</vt:lpstr>
      <vt:lpstr>Offertory –  Nothing is impossible</vt:lpstr>
      <vt:lpstr>Offertory –  Nothing is impossible</vt:lpstr>
      <vt:lpstr>Offertory –  Nothing is impossible</vt:lpstr>
      <vt:lpstr>Offertory –  Nothing is impossible</vt:lpstr>
      <vt:lpstr>Offertory –  Nothing is impossible</vt:lpstr>
      <vt:lpstr>PowerPoint Presentation</vt:lpstr>
      <vt:lpstr>PowerPoint Presentation</vt:lpstr>
      <vt:lpstr>Confession – Hymn No 396</vt:lpstr>
      <vt:lpstr>Holy Communion – Hymn No 396</vt:lpstr>
      <vt:lpstr>Holy Communion – Hymn No 396</vt:lpstr>
      <vt:lpstr>Holy Communion – Hymn No 396</vt:lpstr>
      <vt:lpstr>Holy Communion – Hymn No 396</vt:lpstr>
      <vt:lpstr>Holy Communion – Hymn No 396</vt:lpstr>
      <vt:lpstr>Holy Communion – Here is love vast as the ocean</vt:lpstr>
      <vt:lpstr>Holy Communion – Here is love vast as the ocean</vt:lpstr>
      <vt:lpstr>Holy Communion – Here is love vast as the ocean</vt:lpstr>
      <vt:lpstr>Holy Communion – Here is love vast as the ocean</vt:lpstr>
      <vt:lpstr>Holy Communion – Hymn No (42)</vt:lpstr>
      <vt:lpstr>Holy Communion – And Can It Be (42)</vt:lpstr>
      <vt:lpstr>Holy Communion – And Can It Be (42)</vt:lpstr>
      <vt:lpstr>Holy Communion – And Can It Be (42)</vt:lpstr>
      <vt:lpstr>Holy Communion – And Can It Be (42)</vt:lpstr>
      <vt:lpstr>Holy Communion – Hymn No (47)</vt:lpstr>
      <vt:lpstr>Holy Communion – O the Deep, Deep Love of Jesus</vt:lpstr>
      <vt:lpstr>Holy Communion – O the Deep, Deep Love of Jesus</vt:lpstr>
      <vt:lpstr>Holy Communion – O the Deep, Deep Love of Jesus</vt:lpstr>
      <vt:lpstr>Holy Communion – Hymn 978</vt:lpstr>
      <vt:lpstr>Holy Communion – Hymn 978</vt:lpstr>
      <vt:lpstr>Holy Communion – Hymn 978</vt:lpstr>
      <vt:lpstr>Holy Communion – Hymn 978</vt:lpstr>
      <vt:lpstr>Holy Communion – Hymn 978</vt:lpstr>
      <vt:lpstr>Holy Communion – Hymn 901</vt:lpstr>
      <vt:lpstr>Holy Communion – Hymn 901</vt:lpstr>
      <vt:lpstr>Holy Communion – Hymn 901</vt:lpstr>
      <vt:lpstr>Holy Communion – Hymn 901</vt:lpstr>
      <vt:lpstr>Holy Communion – Hymn 901</vt:lpstr>
      <vt:lpstr>Holy Communion – Hymn 901</vt:lpstr>
      <vt:lpstr>PowerPoint Presentation</vt:lpstr>
      <vt:lpstr>Closing Hymn- Standing on the Promises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798</cp:revision>
  <dcterms:created xsi:type="dcterms:W3CDTF">2020-09-02T02:55:07Z</dcterms:created>
  <dcterms:modified xsi:type="dcterms:W3CDTF">2025-11-15T17:31:46Z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