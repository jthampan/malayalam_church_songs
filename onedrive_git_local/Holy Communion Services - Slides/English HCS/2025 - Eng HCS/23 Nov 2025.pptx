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theme/theme2.xml" ContentType="application/vnd.openxmlformats-officedocument.theme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theme/theme3.xml" ContentType="application/vnd.openxmlformats-officedocument.theme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theme/theme4.xml" ContentType="application/vnd.openxmlformats-officedocument.theme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theme/theme5.xml" ContentType="application/vnd.openxmlformats-officedocument.theme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73" r:id="rId2"/>
    <p:sldMasterId id="2147483744" r:id="rId3"/>
    <p:sldMasterId id="2147483757" r:id="rId4"/>
    <p:sldMasterId id="2147483770" r:id="rId5"/>
    <p:sldMasterId id="2147483783" r:id="rId6"/>
  </p:sldMasterIdLst>
  <p:notesMasterIdLst>
    <p:notesMasterId r:id="rId57"/>
  </p:notesMasterIdLst>
  <p:handoutMasterIdLst>
    <p:handoutMasterId r:id="rId58"/>
  </p:handoutMasterIdLst>
  <p:sldIdLst>
    <p:sldId id="1727" r:id="rId7"/>
    <p:sldId id="813" r:id="rId8"/>
    <p:sldId id="1915" r:id="rId9"/>
    <p:sldId id="2008" r:id="rId10"/>
    <p:sldId id="2009" r:id="rId11"/>
    <p:sldId id="2010" r:id="rId12"/>
    <p:sldId id="821" r:id="rId13"/>
    <p:sldId id="851" r:id="rId14"/>
    <p:sldId id="2021" r:id="rId15"/>
    <p:sldId id="822" r:id="rId16"/>
    <p:sldId id="2027" r:id="rId17"/>
    <p:sldId id="2029" r:id="rId18"/>
    <p:sldId id="2028" r:id="rId19"/>
    <p:sldId id="2040" r:id="rId20"/>
    <p:sldId id="823" r:id="rId21"/>
    <p:sldId id="824" r:id="rId22"/>
    <p:sldId id="1989" r:id="rId23"/>
    <p:sldId id="1388" r:id="rId24"/>
    <p:sldId id="1990" r:id="rId25"/>
    <p:sldId id="2022" r:id="rId26"/>
    <p:sldId id="1829" r:id="rId27"/>
    <p:sldId id="2017" r:id="rId28"/>
    <p:sldId id="2031" r:id="rId29"/>
    <p:sldId id="2032" r:id="rId30"/>
    <p:sldId id="2033" r:id="rId31"/>
    <p:sldId id="2034" r:id="rId32"/>
    <p:sldId id="2016" r:id="rId33"/>
    <p:sldId id="2030" r:id="rId34"/>
    <p:sldId id="2023" r:id="rId35"/>
    <p:sldId id="2024" r:id="rId36"/>
    <p:sldId id="2025" r:id="rId37"/>
    <p:sldId id="2026" r:id="rId38"/>
    <p:sldId id="1826" r:id="rId39"/>
    <p:sldId id="1827" r:id="rId40"/>
    <p:sldId id="1980" r:id="rId41"/>
    <p:sldId id="1994" r:id="rId42"/>
    <p:sldId id="2039" r:id="rId43"/>
    <p:sldId id="1856" r:id="rId44"/>
    <p:sldId id="1412" r:id="rId45"/>
    <p:sldId id="2035" r:id="rId46"/>
    <p:sldId id="2036" r:id="rId47"/>
    <p:sldId id="2037" r:id="rId48"/>
    <p:sldId id="2038" r:id="rId49"/>
    <p:sldId id="1900" r:id="rId50"/>
    <p:sldId id="1788" r:id="rId51"/>
    <p:sldId id="1789" r:id="rId52"/>
    <p:sldId id="1790" r:id="rId53"/>
    <p:sldId id="1791" r:id="rId54"/>
    <p:sldId id="820" r:id="rId55"/>
    <p:sldId id="858" r:id="rId56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CC5DCF09-FC5E-8246-38A5-7BDD29DA3586}" name="Sherin Sarah Varghese" initials="SSV" userId="dc22cf68baf02303" providerId="Windows Live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diti samuel" initials="as" lastIdx="1" clrIdx="0">
    <p:extLst>
      <p:ext uri="{19B8F6BF-5375-455C-9EA6-DF929625EA0E}">
        <p15:presenceInfo xmlns:p15="http://schemas.microsoft.com/office/powerpoint/2012/main" userId="810fea6f6deeb52a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731A02"/>
    <a:srgbClr val="905562"/>
    <a:srgbClr val="B6807C"/>
    <a:srgbClr val="AE7C76"/>
    <a:srgbClr val="A1889D"/>
    <a:srgbClr val="432545"/>
    <a:srgbClr val="42475E"/>
    <a:srgbClr val="BDBCC4"/>
    <a:srgbClr val="FAC983"/>
    <a:srgbClr val="FF9FB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83085D4-89F7-C519-49FC-14E50B90F439}" v="345" dt="2025-11-22T04:18:25.721"/>
    <p1510:client id="{96747118-0EC8-086A-3F98-3C10F36980B6}" v="20" dt="2025-11-22T04:21:43.335"/>
    <p1510:client id="{ED3B9CF4-B7A7-EF87-7448-8C9C3A3D9598}" v="255" dt="2025-11-21T14:49:48.117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>
        <p:guide orient="horz" pos="1620"/>
        <p:guide pos="2880"/>
      </p:guideLst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0.xml"/><Relationship Id="rId21" Type="http://schemas.openxmlformats.org/officeDocument/2006/relationships/slide" Target="slides/slide15.xml"/><Relationship Id="rId34" Type="http://schemas.openxmlformats.org/officeDocument/2006/relationships/slide" Target="slides/slide28.xml"/><Relationship Id="rId42" Type="http://schemas.openxmlformats.org/officeDocument/2006/relationships/slide" Target="slides/slide36.xml"/><Relationship Id="rId47" Type="http://schemas.openxmlformats.org/officeDocument/2006/relationships/slide" Target="slides/slide41.xml"/><Relationship Id="rId50" Type="http://schemas.openxmlformats.org/officeDocument/2006/relationships/slide" Target="slides/slide44.xml"/><Relationship Id="rId55" Type="http://schemas.openxmlformats.org/officeDocument/2006/relationships/slide" Target="slides/slide49.xml"/><Relationship Id="rId63" Type="http://schemas.openxmlformats.org/officeDocument/2006/relationships/tableStyles" Target="tableStyles.xml"/><Relationship Id="rId7" Type="http://schemas.openxmlformats.org/officeDocument/2006/relationships/slide" Target="slides/slide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0.xml"/><Relationship Id="rId29" Type="http://schemas.openxmlformats.org/officeDocument/2006/relationships/slide" Target="slides/slide23.xml"/><Relationship Id="rId11" Type="http://schemas.openxmlformats.org/officeDocument/2006/relationships/slide" Target="slides/slide5.xml"/><Relationship Id="rId24" Type="http://schemas.openxmlformats.org/officeDocument/2006/relationships/slide" Target="slides/slide18.xml"/><Relationship Id="rId32" Type="http://schemas.openxmlformats.org/officeDocument/2006/relationships/slide" Target="slides/slide26.xml"/><Relationship Id="rId37" Type="http://schemas.openxmlformats.org/officeDocument/2006/relationships/slide" Target="slides/slide31.xml"/><Relationship Id="rId40" Type="http://schemas.openxmlformats.org/officeDocument/2006/relationships/slide" Target="slides/slide34.xml"/><Relationship Id="rId45" Type="http://schemas.openxmlformats.org/officeDocument/2006/relationships/slide" Target="slides/slide39.xml"/><Relationship Id="rId53" Type="http://schemas.openxmlformats.org/officeDocument/2006/relationships/slide" Target="slides/slide47.xml"/><Relationship Id="rId58" Type="http://schemas.openxmlformats.org/officeDocument/2006/relationships/handoutMaster" Target="handoutMasters/handoutMaster1.xml"/><Relationship Id="rId66" Type="http://schemas.microsoft.com/office/2018/10/relationships/authors" Target="authors.xml"/><Relationship Id="rId5" Type="http://schemas.openxmlformats.org/officeDocument/2006/relationships/slideMaster" Target="slideMasters/slideMaster5.xml"/><Relationship Id="rId61" Type="http://schemas.openxmlformats.org/officeDocument/2006/relationships/viewProps" Target="viewProps.xml"/><Relationship Id="rId19" Type="http://schemas.openxmlformats.org/officeDocument/2006/relationships/slide" Target="slides/slide13.xml"/><Relationship Id="rId14" Type="http://schemas.openxmlformats.org/officeDocument/2006/relationships/slide" Target="slides/slide8.xml"/><Relationship Id="rId22" Type="http://schemas.openxmlformats.org/officeDocument/2006/relationships/slide" Target="slides/slide16.xml"/><Relationship Id="rId27" Type="http://schemas.openxmlformats.org/officeDocument/2006/relationships/slide" Target="slides/slide21.xml"/><Relationship Id="rId30" Type="http://schemas.openxmlformats.org/officeDocument/2006/relationships/slide" Target="slides/slide24.xml"/><Relationship Id="rId35" Type="http://schemas.openxmlformats.org/officeDocument/2006/relationships/slide" Target="slides/slide29.xml"/><Relationship Id="rId43" Type="http://schemas.openxmlformats.org/officeDocument/2006/relationships/slide" Target="slides/slide37.xml"/><Relationship Id="rId48" Type="http://schemas.openxmlformats.org/officeDocument/2006/relationships/slide" Target="slides/slide42.xml"/><Relationship Id="rId56" Type="http://schemas.openxmlformats.org/officeDocument/2006/relationships/slide" Target="slides/slide50.xml"/><Relationship Id="rId64" Type="http://schemas.microsoft.com/office/2016/11/relationships/changesInfo" Target="changesInfos/changesInfo1.xml"/><Relationship Id="rId8" Type="http://schemas.openxmlformats.org/officeDocument/2006/relationships/slide" Target="slides/slide2.xml"/><Relationship Id="rId51" Type="http://schemas.openxmlformats.org/officeDocument/2006/relationships/slide" Target="slides/slide45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6.xml"/><Relationship Id="rId17" Type="http://schemas.openxmlformats.org/officeDocument/2006/relationships/slide" Target="slides/slide11.xml"/><Relationship Id="rId25" Type="http://schemas.openxmlformats.org/officeDocument/2006/relationships/slide" Target="slides/slide19.xml"/><Relationship Id="rId33" Type="http://schemas.openxmlformats.org/officeDocument/2006/relationships/slide" Target="slides/slide27.xml"/><Relationship Id="rId38" Type="http://schemas.openxmlformats.org/officeDocument/2006/relationships/slide" Target="slides/slide32.xml"/><Relationship Id="rId46" Type="http://schemas.openxmlformats.org/officeDocument/2006/relationships/slide" Target="slides/slide40.xml"/><Relationship Id="rId59" Type="http://schemas.openxmlformats.org/officeDocument/2006/relationships/commentAuthors" Target="commentAuthors.xml"/><Relationship Id="rId20" Type="http://schemas.openxmlformats.org/officeDocument/2006/relationships/slide" Target="slides/slide14.xml"/><Relationship Id="rId41" Type="http://schemas.openxmlformats.org/officeDocument/2006/relationships/slide" Target="slides/slide35.xml"/><Relationship Id="rId54" Type="http://schemas.openxmlformats.org/officeDocument/2006/relationships/slide" Target="slides/slide48.xml"/><Relationship Id="rId62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5" Type="http://schemas.openxmlformats.org/officeDocument/2006/relationships/slide" Target="slides/slide9.xml"/><Relationship Id="rId23" Type="http://schemas.openxmlformats.org/officeDocument/2006/relationships/slide" Target="slides/slide17.xml"/><Relationship Id="rId28" Type="http://schemas.openxmlformats.org/officeDocument/2006/relationships/slide" Target="slides/slide22.xml"/><Relationship Id="rId36" Type="http://schemas.openxmlformats.org/officeDocument/2006/relationships/slide" Target="slides/slide30.xml"/><Relationship Id="rId49" Type="http://schemas.openxmlformats.org/officeDocument/2006/relationships/slide" Target="slides/slide43.xml"/><Relationship Id="rId57" Type="http://schemas.openxmlformats.org/officeDocument/2006/relationships/notesMaster" Target="notesMasters/notesMaster1.xml"/><Relationship Id="rId10" Type="http://schemas.openxmlformats.org/officeDocument/2006/relationships/slide" Target="slides/slide4.xml"/><Relationship Id="rId31" Type="http://schemas.openxmlformats.org/officeDocument/2006/relationships/slide" Target="slides/slide25.xml"/><Relationship Id="rId44" Type="http://schemas.openxmlformats.org/officeDocument/2006/relationships/slide" Target="slides/slide38.xml"/><Relationship Id="rId52" Type="http://schemas.openxmlformats.org/officeDocument/2006/relationships/slide" Target="slides/slide46.xml"/><Relationship Id="rId60" Type="http://schemas.openxmlformats.org/officeDocument/2006/relationships/presProps" Target="presProps.xml"/><Relationship Id="rId65" Type="http://schemas.microsoft.com/office/2015/10/relationships/revisionInfo" Target="revisionInfo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3.xml"/><Relationship Id="rId13" Type="http://schemas.openxmlformats.org/officeDocument/2006/relationships/slide" Target="slides/slide7.xml"/><Relationship Id="rId18" Type="http://schemas.openxmlformats.org/officeDocument/2006/relationships/slide" Target="slides/slide12.xml"/><Relationship Id="rId39" Type="http://schemas.openxmlformats.org/officeDocument/2006/relationships/slide" Target="slides/slide3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uest User" providerId="Windows Live" clId="Web-{96747118-0EC8-086A-3F98-3C10F36980B6}"/>
    <pc:docChg chg="modSld">
      <pc:chgData name="Guest User" userId="" providerId="Windows Live" clId="Web-{96747118-0EC8-086A-3F98-3C10F36980B6}" dt="2025-11-22T04:21:36.068" v="8" actId="20577"/>
      <pc:docMkLst>
        <pc:docMk/>
      </pc:docMkLst>
      <pc:sldChg chg="modSp">
        <pc:chgData name="Guest User" userId="" providerId="Windows Live" clId="Web-{96747118-0EC8-086A-3F98-3C10F36980B6}" dt="2025-11-22T04:21:00.248" v="4" actId="20577"/>
        <pc:sldMkLst>
          <pc:docMk/>
          <pc:sldMk cId="140346443" sldId="822"/>
        </pc:sldMkLst>
        <pc:spChg chg="mod">
          <ac:chgData name="Guest User" userId="" providerId="Windows Live" clId="Web-{96747118-0EC8-086A-3F98-3C10F36980B6}" dt="2025-11-22T04:21:00.248" v="4" actId="20577"/>
          <ac:spMkLst>
            <pc:docMk/>
            <pc:sldMk cId="140346443" sldId="822"/>
            <ac:spMk id="10" creationId="{60127C6D-3342-C831-3981-C5030CF3B941}"/>
          </ac:spMkLst>
        </pc:spChg>
      </pc:sldChg>
      <pc:sldChg chg="modSp">
        <pc:chgData name="Guest User" userId="" providerId="Windows Live" clId="Web-{96747118-0EC8-086A-3F98-3C10F36980B6}" dt="2025-11-22T04:20:13.432" v="2" actId="20577"/>
        <pc:sldMkLst>
          <pc:docMk/>
          <pc:sldMk cId="53611107" sldId="1727"/>
        </pc:sldMkLst>
        <pc:spChg chg="mod">
          <ac:chgData name="Guest User" userId="" providerId="Windows Live" clId="Web-{96747118-0EC8-086A-3F98-3C10F36980B6}" dt="2025-11-22T04:20:13.432" v="2" actId="20577"/>
          <ac:spMkLst>
            <pc:docMk/>
            <pc:sldMk cId="53611107" sldId="1727"/>
            <ac:spMk id="2" creationId="{3BF669AB-2DF7-61FD-29DC-4F5D5708F7EF}"/>
          </ac:spMkLst>
        </pc:spChg>
      </pc:sldChg>
      <pc:sldChg chg="modSp">
        <pc:chgData name="Guest User" userId="" providerId="Windows Live" clId="Web-{96747118-0EC8-086A-3F98-3C10F36980B6}" dt="2025-11-22T04:21:11.765" v="5" actId="20577"/>
        <pc:sldMkLst>
          <pc:docMk/>
          <pc:sldMk cId="1814922231" sldId="2027"/>
        </pc:sldMkLst>
        <pc:spChg chg="mod">
          <ac:chgData name="Guest User" userId="" providerId="Windows Live" clId="Web-{96747118-0EC8-086A-3F98-3C10F36980B6}" dt="2025-11-22T04:21:11.765" v="5" actId="20577"/>
          <ac:spMkLst>
            <pc:docMk/>
            <pc:sldMk cId="1814922231" sldId="2027"/>
            <ac:spMk id="10" creationId="{77B86008-D545-6466-8BDD-828A7F6193AA}"/>
          </ac:spMkLst>
        </pc:spChg>
      </pc:sldChg>
      <pc:sldChg chg="modSp">
        <pc:chgData name="Guest User" userId="" providerId="Windows Live" clId="Web-{96747118-0EC8-086A-3F98-3C10F36980B6}" dt="2025-11-22T04:21:27.380" v="7" actId="20577"/>
        <pc:sldMkLst>
          <pc:docMk/>
          <pc:sldMk cId="3820050000" sldId="2028"/>
        </pc:sldMkLst>
        <pc:spChg chg="mod">
          <ac:chgData name="Guest User" userId="" providerId="Windows Live" clId="Web-{96747118-0EC8-086A-3F98-3C10F36980B6}" dt="2025-11-22T04:21:27.380" v="7" actId="20577"/>
          <ac:spMkLst>
            <pc:docMk/>
            <pc:sldMk cId="3820050000" sldId="2028"/>
            <ac:spMk id="10" creationId="{90AE6883-07A6-BE0A-6137-1937FADED2A1}"/>
          </ac:spMkLst>
        </pc:spChg>
      </pc:sldChg>
      <pc:sldChg chg="modSp">
        <pc:chgData name="Guest User" userId="" providerId="Windows Live" clId="Web-{96747118-0EC8-086A-3F98-3C10F36980B6}" dt="2025-11-22T04:21:19.375" v="6" actId="20577"/>
        <pc:sldMkLst>
          <pc:docMk/>
          <pc:sldMk cId="1668993055" sldId="2029"/>
        </pc:sldMkLst>
        <pc:spChg chg="mod">
          <ac:chgData name="Guest User" userId="" providerId="Windows Live" clId="Web-{96747118-0EC8-086A-3F98-3C10F36980B6}" dt="2025-11-22T04:21:19.375" v="6" actId="20577"/>
          <ac:spMkLst>
            <pc:docMk/>
            <pc:sldMk cId="1668993055" sldId="2029"/>
            <ac:spMk id="10" creationId="{4E9BE74A-47E6-80C6-09E3-EF02C7BA0021}"/>
          </ac:spMkLst>
        </pc:spChg>
      </pc:sldChg>
      <pc:sldChg chg="modSp">
        <pc:chgData name="Guest User" userId="" providerId="Windows Live" clId="Web-{96747118-0EC8-086A-3F98-3C10F36980B6}" dt="2025-11-22T04:21:36.068" v="8" actId="20577"/>
        <pc:sldMkLst>
          <pc:docMk/>
          <pc:sldMk cId="153417729" sldId="2040"/>
        </pc:sldMkLst>
        <pc:spChg chg="mod">
          <ac:chgData name="Guest User" userId="" providerId="Windows Live" clId="Web-{96747118-0EC8-086A-3F98-3C10F36980B6}" dt="2025-11-22T04:21:36.068" v="8" actId="20577"/>
          <ac:spMkLst>
            <pc:docMk/>
            <pc:sldMk cId="153417729" sldId="2040"/>
            <ac:spMk id="10" creationId="{63618169-11E2-2275-6235-72E14144FA6E}"/>
          </ac:spMkLst>
        </pc:spChg>
      </pc:sldChg>
    </pc:docChg>
  </pc:docChgLst>
  <pc:docChgLst>
    <pc:chgData name="Sini Mathew" userId="3875fe58a975fc01" providerId="LiveId" clId="{01228244-6B25-4D01-85AC-4B8EA41E8750}"/>
    <pc:docChg chg="undo custSel addSld delSld modSld">
      <pc:chgData name="Sini Mathew" userId="3875fe58a975fc01" providerId="LiveId" clId="{01228244-6B25-4D01-85AC-4B8EA41E8750}" dt="2025-11-16T08:35:18.890" v="477" actId="47"/>
      <pc:docMkLst>
        <pc:docMk/>
      </pc:docMkLst>
      <pc:sldChg chg="modSp mod">
        <pc:chgData name="Sini Mathew" userId="3875fe58a975fc01" providerId="LiveId" clId="{01228244-6B25-4D01-85AC-4B8EA41E8750}" dt="2025-11-16T08:03:46.040" v="305" actId="20577"/>
        <pc:sldMkLst>
          <pc:docMk/>
          <pc:sldMk cId="3717493800" sldId="821"/>
        </pc:sldMkLst>
        <pc:spChg chg="mod">
          <ac:chgData name="Sini Mathew" userId="3875fe58a975fc01" providerId="LiveId" clId="{01228244-6B25-4D01-85AC-4B8EA41E8750}" dt="2025-11-16T08:03:46.040" v="305" actId="20577"/>
          <ac:spMkLst>
            <pc:docMk/>
            <pc:sldMk cId="3717493800" sldId="821"/>
            <ac:spMk id="3" creationId="{B9ACC418-9BFA-F946-DA5B-A680A2EBDFAC}"/>
          </ac:spMkLst>
        </pc:spChg>
      </pc:sldChg>
      <pc:sldChg chg="modSp mod">
        <pc:chgData name="Sini Mathew" userId="3875fe58a975fc01" providerId="LiveId" clId="{01228244-6B25-4D01-85AC-4B8EA41E8750}" dt="2025-11-16T08:04:11.913" v="310" actId="1076"/>
        <pc:sldMkLst>
          <pc:docMk/>
          <pc:sldMk cId="2771250690" sldId="851"/>
        </pc:sldMkLst>
        <pc:spChg chg="mod">
          <ac:chgData name="Sini Mathew" userId="3875fe58a975fc01" providerId="LiveId" clId="{01228244-6B25-4D01-85AC-4B8EA41E8750}" dt="2025-11-16T08:03:37.420" v="295" actId="20577"/>
          <ac:spMkLst>
            <pc:docMk/>
            <pc:sldMk cId="2771250690" sldId="851"/>
            <ac:spMk id="2" creationId="{00000000-0000-0000-0000-000000000000}"/>
          </ac:spMkLst>
        </pc:spChg>
        <pc:spChg chg="mod">
          <ac:chgData name="Sini Mathew" userId="3875fe58a975fc01" providerId="LiveId" clId="{01228244-6B25-4D01-85AC-4B8EA41E8750}" dt="2025-11-16T08:04:11.913" v="310" actId="1076"/>
          <ac:spMkLst>
            <pc:docMk/>
            <pc:sldMk cId="2771250690" sldId="851"/>
            <ac:spMk id="8" creationId="{9BADF726-2AAD-85FD-9A5C-793E45C4B3F2}"/>
          </ac:spMkLst>
        </pc:spChg>
      </pc:sldChg>
      <pc:sldChg chg="add">
        <pc:chgData name="Sini Mathew" userId="3875fe58a975fc01" providerId="LiveId" clId="{01228244-6B25-4D01-85AC-4B8EA41E8750}" dt="2025-11-16T08:34:03.898" v="466"/>
        <pc:sldMkLst>
          <pc:docMk/>
          <pc:sldMk cId="3441406009" sldId="858"/>
        </pc:sldMkLst>
      </pc:sldChg>
      <pc:sldChg chg="modSp mod">
        <pc:chgData name="Sini Mathew" userId="3875fe58a975fc01" providerId="LiveId" clId="{01228244-6B25-4D01-85AC-4B8EA41E8750}" dt="2025-11-16T07:54:56.920" v="151" actId="20577"/>
        <pc:sldMkLst>
          <pc:docMk/>
          <pc:sldMk cId="4765592" sldId="1388"/>
        </pc:sldMkLst>
        <pc:spChg chg="mod">
          <ac:chgData name="Sini Mathew" userId="3875fe58a975fc01" providerId="LiveId" clId="{01228244-6B25-4D01-85AC-4B8EA41E8750}" dt="2025-11-16T07:54:56.920" v="151" actId="20577"/>
          <ac:spMkLst>
            <pc:docMk/>
            <pc:sldMk cId="4765592" sldId="1388"/>
            <ac:spMk id="10" creationId="{72CE8160-C300-EF1E-99A5-B7E63749C27F}"/>
          </ac:spMkLst>
        </pc:spChg>
      </pc:sldChg>
      <pc:sldChg chg="add">
        <pc:chgData name="Sini Mathew" userId="3875fe58a975fc01" providerId="LiveId" clId="{01228244-6B25-4D01-85AC-4B8EA41E8750}" dt="2025-11-16T08:24:42.871" v="443"/>
        <pc:sldMkLst>
          <pc:docMk/>
          <pc:sldMk cId="2332149466" sldId="1412"/>
        </pc:sldMkLst>
      </pc:sldChg>
      <pc:sldChg chg="add">
        <pc:chgData name="Sini Mathew" userId="3875fe58a975fc01" providerId="LiveId" clId="{01228244-6B25-4D01-85AC-4B8EA41E8750}" dt="2025-11-16T08:30:21.658" v="461"/>
        <pc:sldMkLst>
          <pc:docMk/>
          <pc:sldMk cId="2374215211" sldId="1788"/>
        </pc:sldMkLst>
      </pc:sldChg>
      <pc:sldChg chg="add">
        <pc:chgData name="Sini Mathew" userId="3875fe58a975fc01" providerId="LiveId" clId="{01228244-6B25-4D01-85AC-4B8EA41E8750}" dt="2025-11-16T08:30:33.892" v="462"/>
        <pc:sldMkLst>
          <pc:docMk/>
          <pc:sldMk cId="1239366888" sldId="1789"/>
        </pc:sldMkLst>
      </pc:sldChg>
      <pc:sldChg chg="add">
        <pc:chgData name="Sini Mathew" userId="3875fe58a975fc01" providerId="LiveId" clId="{01228244-6B25-4D01-85AC-4B8EA41E8750}" dt="2025-11-16T08:30:43.420" v="463"/>
        <pc:sldMkLst>
          <pc:docMk/>
          <pc:sldMk cId="2593219475" sldId="1790"/>
        </pc:sldMkLst>
      </pc:sldChg>
      <pc:sldChg chg="add">
        <pc:chgData name="Sini Mathew" userId="3875fe58a975fc01" providerId="LiveId" clId="{01228244-6B25-4D01-85AC-4B8EA41E8750}" dt="2025-11-16T08:30:55.032" v="464"/>
        <pc:sldMkLst>
          <pc:docMk/>
          <pc:sldMk cId="482209960" sldId="1791"/>
        </pc:sldMkLst>
      </pc:sldChg>
      <pc:sldChg chg="modSp mod">
        <pc:chgData name="Sini Mathew" userId="3875fe58a975fc01" providerId="LiveId" clId="{01228244-6B25-4D01-85AC-4B8EA41E8750}" dt="2025-11-16T08:23:51.416" v="435" actId="20577"/>
        <pc:sldMkLst>
          <pc:docMk/>
          <pc:sldMk cId="1147338714" sldId="1856"/>
        </pc:sldMkLst>
        <pc:spChg chg="mod">
          <ac:chgData name="Sini Mathew" userId="3875fe58a975fc01" providerId="LiveId" clId="{01228244-6B25-4D01-85AC-4B8EA41E8750}" dt="2025-11-16T08:23:51.416" v="435" actId="20577"/>
          <ac:spMkLst>
            <pc:docMk/>
            <pc:sldMk cId="1147338714" sldId="1856"/>
            <ac:spMk id="7" creationId="{BDD87787-CE39-BEBC-6978-28643C3EA26F}"/>
          </ac:spMkLst>
        </pc:spChg>
      </pc:sldChg>
      <pc:sldChg chg="modSp mod">
        <pc:chgData name="Sini Mathew" userId="3875fe58a975fc01" providerId="LiveId" clId="{01228244-6B25-4D01-85AC-4B8EA41E8750}" dt="2025-11-16T08:29:35.408" v="455" actId="20577"/>
        <pc:sldMkLst>
          <pc:docMk/>
          <pc:sldMk cId="3482069950" sldId="1900"/>
        </pc:sldMkLst>
        <pc:spChg chg="mod">
          <ac:chgData name="Sini Mathew" userId="3875fe58a975fc01" providerId="LiveId" clId="{01228244-6B25-4D01-85AC-4B8EA41E8750}" dt="2025-11-16T08:29:35.408" v="455" actId="20577"/>
          <ac:spMkLst>
            <pc:docMk/>
            <pc:sldMk cId="3482069950" sldId="1900"/>
            <ac:spMk id="7" creationId="{0F17F290-1656-7542-9578-98FD23DC620B}"/>
          </ac:spMkLst>
        </pc:spChg>
      </pc:sldChg>
      <pc:sldChg chg="modSp mod">
        <pc:chgData name="Sini Mathew" userId="3875fe58a975fc01" providerId="LiveId" clId="{01228244-6B25-4D01-85AC-4B8EA41E8750}" dt="2025-11-16T07:45:25.272" v="65" actId="1076"/>
        <pc:sldMkLst>
          <pc:docMk/>
          <pc:sldMk cId="3366721836" sldId="1915"/>
        </pc:sldMkLst>
        <pc:spChg chg="mod">
          <ac:chgData name="Sini Mathew" userId="3875fe58a975fc01" providerId="LiveId" clId="{01228244-6B25-4D01-85AC-4B8EA41E8750}" dt="2025-11-16T07:38:05.570" v="23" actId="20577"/>
          <ac:spMkLst>
            <pc:docMk/>
            <pc:sldMk cId="3366721836" sldId="1915"/>
            <ac:spMk id="2" creationId="{A364F5D1-79C1-4C43-8C2B-B9182DCD2006}"/>
          </ac:spMkLst>
        </pc:spChg>
        <pc:spChg chg="mod">
          <ac:chgData name="Sini Mathew" userId="3875fe58a975fc01" providerId="LiveId" clId="{01228244-6B25-4D01-85AC-4B8EA41E8750}" dt="2025-11-16T07:45:25.272" v="65" actId="1076"/>
          <ac:spMkLst>
            <pc:docMk/>
            <pc:sldMk cId="3366721836" sldId="1915"/>
            <ac:spMk id="4" creationId="{EEAA6A71-2919-6F92-C2BF-2A5CEE44FF51}"/>
          </ac:spMkLst>
        </pc:spChg>
      </pc:sldChg>
      <pc:sldChg chg="modSp mod">
        <pc:chgData name="Sini Mathew" userId="3875fe58a975fc01" providerId="LiveId" clId="{01228244-6B25-4D01-85AC-4B8EA41E8750}" dt="2025-11-16T07:53:32.451" v="149" actId="1076"/>
        <pc:sldMkLst>
          <pc:docMk/>
          <pc:sldMk cId="4050471080" sldId="1989"/>
        </pc:sldMkLst>
        <pc:spChg chg="mod">
          <ac:chgData name="Sini Mathew" userId="3875fe58a975fc01" providerId="LiveId" clId="{01228244-6B25-4D01-85AC-4B8EA41E8750}" dt="2025-11-16T07:52:59.058" v="70" actId="20577"/>
          <ac:spMkLst>
            <pc:docMk/>
            <pc:sldMk cId="4050471080" sldId="1989"/>
            <ac:spMk id="2" creationId="{1DA63A6A-450D-4603-B02C-80F270CA1D46}"/>
          </ac:spMkLst>
        </pc:spChg>
        <pc:spChg chg="mod">
          <ac:chgData name="Sini Mathew" userId="3875fe58a975fc01" providerId="LiveId" clId="{01228244-6B25-4D01-85AC-4B8EA41E8750}" dt="2025-11-16T07:53:32.451" v="149" actId="1076"/>
          <ac:spMkLst>
            <pc:docMk/>
            <pc:sldMk cId="4050471080" sldId="1989"/>
            <ac:spMk id="6" creationId="{4AC751B8-1522-B4B4-3170-CBBEEEDF2680}"/>
          </ac:spMkLst>
        </pc:spChg>
      </pc:sldChg>
      <pc:sldChg chg="modSp mod">
        <pc:chgData name="Sini Mathew" userId="3875fe58a975fc01" providerId="LiveId" clId="{01228244-6B25-4D01-85AC-4B8EA41E8750}" dt="2025-11-16T07:59:26.011" v="223" actId="20577"/>
        <pc:sldMkLst>
          <pc:docMk/>
          <pc:sldMk cId="4145407740" sldId="1990"/>
        </pc:sldMkLst>
        <pc:spChg chg="mod">
          <ac:chgData name="Sini Mathew" userId="3875fe58a975fc01" providerId="LiveId" clId="{01228244-6B25-4D01-85AC-4B8EA41E8750}" dt="2025-11-16T07:59:26.011" v="223" actId="20577"/>
          <ac:spMkLst>
            <pc:docMk/>
            <pc:sldMk cId="4145407740" sldId="1990"/>
            <ac:spMk id="2" creationId="{19B9627D-C9E5-7A27-D868-BB4004190B76}"/>
          </ac:spMkLst>
        </pc:spChg>
        <pc:spChg chg="mod">
          <ac:chgData name="Sini Mathew" userId="3875fe58a975fc01" providerId="LiveId" clId="{01228244-6B25-4D01-85AC-4B8EA41E8750}" dt="2025-11-16T07:56:48.592" v="181" actId="20577"/>
          <ac:spMkLst>
            <pc:docMk/>
            <pc:sldMk cId="4145407740" sldId="1990"/>
            <ac:spMk id="3" creationId="{89BC6042-D3CB-EFE4-1634-DFABC58E575F}"/>
          </ac:spMkLst>
        </pc:spChg>
        <pc:spChg chg="mod">
          <ac:chgData name="Sini Mathew" userId="3875fe58a975fc01" providerId="LiveId" clId="{01228244-6B25-4D01-85AC-4B8EA41E8750}" dt="2025-11-16T07:59:17.092" v="221" actId="20577"/>
          <ac:spMkLst>
            <pc:docMk/>
            <pc:sldMk cId="4145407740" sldId="1990"/>
            <ac:spMk id="4" creationId="{108826D6-D5E7-8E29-8447-D3F82C0FBEBF}"/>
          </ac:spMkLst>
        </pc:spChg>
      </pc:sldChg>
      <pc:sldChg chg="addSp delSp modSp mod">
        <pc:chgData name="Sini Mathew" userId="3875fe58a975fc01" providerId="LiveId" clId="{01228244-6B25-4D01-85AC-4B8EA41E8750}" dt="2025-11-16T07:45:19.585" v="64" actId="1076"/>
        <pc:sldMkLst>
          <pc:docMk/>
          <pc:sldMk cId="950571429" sldId="2008"/>
        </pc:sldMkLst>
        <pc:spChg chg="add mod">
          <ac:chgData name="Sini Mathew" userId="3875fe58a975fc01" providerId="LiveId" clId="{01228244-6B25-4D01-85AC-4B8EA41E8750}" dt="2025-11-16T07:45:19.585" v="64" actId="1076"/>
          <ac:spMkLst>
            <pc:docMk/>
            <pc:sldMk cId="950571429" sldId="2008"/>
            <ac:spMk id="11" creationId="{7BE331B7-253D-4CF4-DF62-42E8B72C51F0}"/>
          </ac:spMkLst>
        </pc:spChg>
      </pc:sldChg>
      <pc:sldChg chg="modSp mod">
        <pc:chgData name="Sini Mathew" userId="3875fe58a975fc01" providerId="LiveId" clId="{01228244-6B25-4D01-85AC-4B8EA41E8750}" dt="2025-11-16T07:44:32.074" v="51" actId="1076"/>
        <pc:sldMkLst>
          <pc:docMk/>
          <pc:sldMk cId="1817643822" sldId="2009"/>
        </pc:sldMkLst>
        <pc:spChg chg="mod">
          <ac:chgData name="Sini Mathew" userId="3875fe58a975fc01" providerId="LiveId" clId="{01228244-6B25-4D01-85AC-4B8EA41E8750}" dt="2025-11-16T07:44:32.074" v="51" actId="1076"/>
          <ac:spMkLst>
            <pc:docMk/>
            <pc:sldMk cId="1817643822" sldId="2009"/>
            <ac:spMk id="4" creationId="{B22C263C-0C00-43E9-D74B-3CB4DD4D7633}"/>
          </ac:spMkLst>
        </pc:spChg>
      </pc:sldChg>
      <pc:sldChg chg="modSp mod">
        <pc:chgData name="Sini Mathew" userId="3875fe58a975fc01" providerId="LiveId" clId="{01228244-6B25-4D01-85AC-4B8EA41E8750}" dt="2025-11-16T07:44:15.775" v="46" actId="1076"/>
        <pc:sldMkLst>
          <pc:docMk/>
          <pc:sldMk cId="2256296406" sldId="2010"/>
        </pc:sldMkLst>
        <pc:spChg chg="mod">
          <ac:chgData name="Sini Mathew" userId="3875fe58a975fc01" providerId="LiveId" clId="{01228244-6B25-4D01-85AC-4B8EA41E8750}" dt="2025-11-16T07:44:15.775" v="46" actId="1076"/>
          <ac:spMkLst>
            <pc:docMk/>
            <pc:sldMk cId="2256296406" sldId="2010"/>
            <ac:spMk id="4" creationId="{763B4DDC-B1C2-5E28-A281-1CA528164B80}"/>
          </ac:spMkLst>
        </pc:spChg>
      </pc:sldChg>
      <pc:sldChg chg="modSp mod">
        <pc:chgData name="Sini Mathew" userId="3875fe58a975fc01" providerId="LiveId" clId="{01228244-6B25-4D01-85AC-4B8EA41E8750}" dt="2025-11-16T08:08:33.197" v="314" actId="20577"/>
        <pc:sldMkLst>
          <pc:docMk/>
          <pc:sldMk cId="1437468126" sldId="2016"/>
        </pc:sldMkLst>
        <pc:spChg chg="mod">
          <ac:chgData name="Sini Mathew" userId="3875fe58a975fc01" providerId="LiveId" clId="{01228244-6B25-4D01-85AC-4B8EA41E8750}" dt="2025-11-16T08:08:33.197" v="314" actId="20577"/>
          <ac:spMkLst>
            <pc:docMk/>
            <pc:sldMk cId="1437468126" sldId="2016"/>
            <ac:spMk id="7" creationId="{26B70EC7-394D-7001-14F7-2950348E1D4F}"/>
          </ac:spMkLst>
        </pc:spChg>
      </pc:sldChg>
      <pc:sldChg chg="modSp mod">
        <pc:chgData name="Sini Mathew" userId="3875fe58a975fc01" providerId="LiveId" clId="{01228244-6B25-4D01-85AC-4B8EA41E8750}" dt="2025-11-16T08:17:27.911" v="416" actId="20577"/>
        <pc:sldMkLst>
          <pc:docMk/>
          <pc:sldMk cId="3490574658" sldId="2017"/>
        </pc:sldMkLst>
        <pc:spChg chg="mod">
          <ac:chgData name="Sini Mathew" userId="3875fe58a975fc01" providerId="LiveId" clId="{01228244-6B25-4D01-85AC-4B8EA41E8750}" dt="2025-11-16T08:08:42.826" v="324" actId="20577"/>
          <ac:spMkLst>
            <pc:docMk/>
            <pc:sldMk cId="3490574658" sldId="2017"/>
            <ac:spMk id="2" creationId="{C82C73B0-DDAA-F443-75D4-17503BF5F0F8}"/>
          </ac:spMkLst>
        </pc:spChg>
        <pc:spChg chg="mod">
          <ac:chgData name="Sini Mathew" userId="3875fe58a975fc01" providerId="LiveId" clId="{01228244-6B25-4D01-85AC-4B8EA41E8750}" dt="2025-11-16T08:17:27.911" v="416" actId="20577"/>
          <ac:spMkLst>
            <pc:docMk/>
            <pc:sldMk cId="3490574658" sldId="2017"/>
            <ac:spMk id="4" creationId="{92B35A23-AC28-2BF5-587D-62D45A75B75A}"/>
          </ac:spMkLst>
        </pc:spChg>
        <pc:spChg chg="mod">
          <ac:chgData name="Sini Mathew" userId="3875fe58a975fc01" providerId="LiveId" clId="{01228244-6B25-4D01-85AC-4B8EA41E8750}" dt="2025-11-16T08:15:16.556" v="404" actId="114"/>
          <ac:spMkLst>
            <pc:docMk/>
            <pc:sldMk cId="3490574658" sldId="2017"/>
            <ac:spMk id="9" creationId="{25D4BBBF-5ABA-E6A0-B7E0-37C92FABA217}"/>
          </ac:spMkLst>
        </pc:spChg>
      </pc:sldChg>
      <pc:sldChg chg="modSp add mod">
        <pc:chgData name="Sini Mathew" userId="3875fe58a975fc01" providerId="LiveId" clId="{01228244-6B25-4D01-85AC-4B8EA41E8750}" dt="2025-11-16T07:59:31.485" v="225" actId="20577"/>
        <pc:sldMkLst>
          <pc:docMk/>
          <pc:sldMk cId="2666967848" sldId="2022"/>
        </pc:sldMkLst>
        <pc:spChg chg="mod">
          <ac:chgData name="Sini Mathew" userId="3875fe58a975fc01" providerId="LiveId" clId="{01228244-6B25-4D01-85AC-4B8EA41E8750}" dt="2025-11-16T07:59:31.485" v="225" actId="20577"/>
          <ac:spMkLst>
            <pc:docMk/>
            <pc:sldMk cId="2666967848" sldId="2022"/>
            <ac:spMk id="2" creationId="{C9D66926-EF1E-D8E1-AC02-979FB3D4B389}"/>
          </ac:spMkLst>
        </pc:spChg>
        <pc:spChg chg="mod">
          <ac:chgData name="Sini Mathew" userId="3875fe58a975fc01" providerId="LiveId" clId="{01228244-6B25-4D01-85AC-4B8EA41E8750}" dt="2025-11-16T07:59:04.009" v="215" actId="20577"/>
          <ac:spMkLst>
            <pc:docMk/>
            <pc:sldMk cId="2666967848" sldId="2022"/>
            <ac:spMk id="3" creationId="{829B7676-8DFA-5769-F05E-7DAFBF74B1CB}"/>
          </ac:spMkLst>
        </pc:spChg>
        <pc:spChg chg="mod">
          <ac:chgData name="Sini Mathew" userId="3875fe58a975fc01" providerId="LiveId" clId="{01228244-6B25-4D01-85AC-4B8EA41E8750}" dt="2025-11-16T07:59:11.412" v="219" actId="20577"/>
          <ac:spMkLst>
            <pc:docMk/>
            <pc:sldMk cId="2666967848" sldId="2022"/>
            <ac:spMk id="4" creationId="{AFB516D8-33C6-91BE-FF0F-F81767183409}"/>
          </ac:spMkLst>
        </pc:spChg>
      </pc:sldChg>
      <pc:sldChg chg="modSp add mod">
        <pc:chgData name="Sini Mathew" userId="3875fe58a975fc01" providerId="LiveId" clId="{01228244-6B25-4D01-85AC-4B8EA41E8750}" dt="2025-11-16T08:17:39.616" v="420" actId="20577"/>
        <pc:sldMkLst>
          <pc:docMk/>
          <pc:sldMk cId="4275787549" sldId="2023"/>
        </pc:sldMkLst>
        <pc:spChg chg="mod">
          <ac:chgData name="Sini Mathew" userId="3875fe58a975fc01" providerId="LiveId" clId="{01228244-6B25-4D01-85AC-4B8EA41E8750}" dt="2025-11-16T08:17:39.616" v="420" actId="20577"/>
          <ac:spMkLst>
            <pc:docMk/>
            <pc:sldMk cId="4275787549" sldId="2023"/>
            <ac:spMk id="4" creationId="{85A4491F-8FC4-C7A4-6453-4FFB92A36EEE}"/>
          </ac:spMkLst>
        </pc:spChg>
        <pc:spChg chg="mod">
          <ac:chgData name="Sini Mathew" userId="3875fe58a975fc01" providerId="LiveId" clId="{01228244-6B25-4D01-85AC-4B8EA41E8750}" dt="2025-11-16T08:14:35.013" v="399" actId="6549"/>
          <ac:spMkLst>
            <pc:docMk/>
            <pc:sldMk cId="4275787549" sldId="2023"/>
            <ac:spMk id="9" creationId="{326CCE3B-6459-FDA4-6FC9-CFEFEF3464F5}"/>
          </ac:spMkLst>
        </pc:spChg>
      </pc:sldChg>
      <pc:sldChg chg="modSp add mod">
        <pc:chgData name="Sini Mathew" userId="3875fe58a975fc01" providerId="LiveId" clId="{01228244-6B25-4D01-85AC-4B8EA41E8750}" dt="2025-11-16T08:17:50.935" v="424" actId="20577"/>
        <pc:sldMkLst>
          <pc:docMk/>
          <pc:sldMk cId="2335197957" sldId="2024"/>
        </pc:sldMkLst>
        <pc:spChg chg="mod">
          <ac:chgData name="Sini Mathew" userId="3875fe58a975fc01" providerId="LiveId" clId="{01228244-6B25-4D01-85AC-4B8EA41E8750}" dt="2025-11-16T08:17:50.935" v="424" actId="20577"/>
          <ac:spMkLst>
            <pc:docMk/>
            <pc:sldMk cId="2335197957" sldId="2024"/>
            <ac:spMk id="4" creationId="{062D1DCA-7CF8-22D2-1276-851AA995B67C}"/>
          </ac:spMkLst>
        </pc:spChg>
        <pc:spChg chg="mod">
          <ac:chgData name="Sini Mathew" userId="3875fe58a975fc01" providerId="LiveId" clId="{01228244-6B25-4D01-85AC-4B8EA41E8750}" dt="2025-11-16T08:15:51.245" v="407" actId="20577"/>
          <ac:spMkLst>
            <pc:docMk/>
            <pc:sldMk cId="2335197957" sldId="2024"/>
            <ac:spMk id="9" creationId="{8ABECBB5-7B79-5217-794A-3A7C623D2F04}"/>
          </ac:spMkLst>
        </pc:spChg>
      </pc:sldChg>
      <pc:sldChg chg="modSp add mod">
        <pc:chgData name="Sini Mathew" userId="3875fe58a975fc01" providerId="LiveId" clId="{01228244-6B25-4D01-85AC-4B8EA41E8750}" dt="2025-11-16T08:18:02.957" v="428" actId="20577"/>
        <pc:sldMkLst>
          <pc:docMk/>
          <pc:sldMk cId="3019496049" sldId="2025"/>
        </pc:sldMkLst>
        <pc:spChg chg="mod">
          <ac:chgData name="Sini Mathew" userId="3875fe58a975fc01" providerId="LiveId" clId="{01228244-6B25-4D01-85AC-4B8EA41E8750}" dt="2025-11-16T08:18:02.957" v="428" actId="20577"/>
          <ac:spMkLst>
            <pc:docMk/>
            <pc:sldMk cId="3019496049" sldId="2025"/>
            <ac:spMk id="4" creationId="{113ADA1D-A616-A3B8-B1C4-73462DFA3A06}"/>
          </ac:spMkLst>
        </pc:spChg>
        <pc:spChg chg="mod">
          <ac:chgData name="Sini Mathew" userId="3875fe58a975fc01" providerId="LiveId" clId="{01228244-6B25-4D01-85AC-4B8EA41E8750}" dt="2025-11-16T08:16:23.275" v="410" actId="20577"/>
          <ac:spMkLst>
            <pc:docMk/>
            <pc:sldMk cId="3019496049" sldId="2025"/>
            <ac:spMk id="9" creationId="{0070E561-A999-E694-FECF-49E6BEA71483}"/>
          </ac:spMkLst>
        </pc:spChg>
      </pc:sldChg>
      <pc:sldChg chg="modSp add mod">
        <pc:chgData name="Sini Mathew" userId="3875fe58a975fc01" providerId="LiveId" clId="{01228244-6B25-4D01-85AC-4B8EA41E8750}" dt="2025-11-16T08:18:14.221" v="432" actId="20577"/>
        <pc:sldMkLst>
          <pc:docMk/>
          <pc:sldMk cId="2854450547" sldId="2026"/>
        </pc:sldMkLst>
        <pc:spChg chg="mod">
          <ac:chgData name="Sini Mathew" userId="3875fe58a975fc01" providerId="LiveId" clId="{01228244-6B25-4D01-85AC-4B8EA41E8750}" dt="2025-11-16T08:18:14.221" v="432" actId="20577"/>
          <ac:spMkLst>
            <pc:docMk/>
            <pc:sldMk cId="2854450547" sldId="2026"/>
            <ac:spMk id="4" creationId="{50D683DF-5834-896C-94C6-EB338A67A5EE}"/>
          </ac:spMkLst>
        </pc:spChg>
        <pc:spChg chg="mod">
          <ac:chgData name="Sini Mathew" userId="3875fe58a975fc01" providerId="LiveId" clId="{01228244-6B25-4D01-85AC-4B8EA41E8750}" dt="2025-11-16T08:16:53.104" v="414" actId="20577"/>
          <ac:spMkLst>
            <pc:docMk/>
            <pc:sldMk cId="2854450547" sldId="2026"/>
            <ac:spMk id="9" creationId="{146EBE99-3B16-A325-31A4-C790082A99D7}"/>
          </ac:spMkLst>
        </pc:spChg>
      </pc:sldChg>
    </pc:docChg>
  </pc:docChgLst>
  <pc:docChgLst>
    <pc:chgData name="Cynthia George" userId="8e4ca16d49ed6304" providerId="Windows Live" clId="Web-{B0BA6FF4-D003-2B11-C101-C540CE400BED}"/>
    <pc:docChg chg="addSld delSld modSld sldOrd">
      <pc:chgData name="Cynthia George" userId="8e4ca16d49ed6304" providerId="Windows Live" clId="Web-{B0BA6FF4-D003-2B11-C101-C540CE400BED}" dt="2025-11-21T03:39:39.544" v="484" actId="14100"/>
      <pc:docMkLst>
        <pc:docMk/>
      </pc:docMkLst>
      <pc:sldChg chg="modSp">
        <pc:chgData name="Cynthia George" userId="8e4ca16d49ed6304" providerId="Windows Live" clId="Web-{B0BA6FF4-D003-2B11-C101-C540CE400BED}" dt="2025-11-21T02:19:54.985" v="11" actId="20577"/>
        <pc:sldMkLst>
          <pc:docMk/>
          <pc:sldMk cId="717388547" sldId="813"/>
        </pc:sldMkLst>
        <pc:spChg chg="mod">
          <ac:chgData name="Cynthia George" userId="8e4ca16d49ed6304" providerId="Windows Live" clId="Web-{B0BA6FF4-D003-2B11-C101-C540CE400BED}" dt="2025-11-21T02:19:54.985" v="11" actId="20577"/>
          <ac:spMkLst>
            <pc:docMk/>
            <pc:sldMk cId="717388547" sldId="813"/>
            <ac:spMk id="3" creationId="{452E3445-7428-97CE-263A-521C050900BE}"/>
          </ac:spMkLst>
        </pc:spChg>
      </pc:sldChg>
      <pc:sldChg chg="modSp">
        <pc:chgData name="Cynthia George" userId="8e4ca16d49ed6304" providerId="Windows Live" clId="Web-{B0BA6FF4-D003-2B11-C101-C540CE400BED}" dt="2025-11-21T02:27:24.957" v="61" actId="20577"/>
        <pc:sldMkLst>
          <pc:docMk/>
          <pc:sldMk cId="3717493800" sldId="821"/>
        </pc:sldMkLst>
        <pc:spChg chg="mod">
          <ac:chgData name="Cynthia George" userId="8e4ca16d49ed6304" providerId="Windows Live" clId="Web-{B0BA6FF4-D003-2B11-C101-C540CE400BED}" dt="2025-11-21T02:27:24.957" v="61" actId="20577"/>
          <ac:spMkLst>
            <pc:docMk/>
            <pc:sldMk cId="3717493800" sldId="821"/>
            <ac:spMk id="3" creationId="{B9ACC418-9BFA-F946-DA5B-A680A2EBDFAC}"/>
          </ac:spMkLst>
        </pc:spChg>
      </pc:sldChg>
      <pc:sldChg chg="modSp">
        <pc:chgData name="Cynthia George" userId="8e4ca16d49ed6304" providerId="Windows Live" clId="Web-{B0BA6FF4-D003-2B11-C101-C540CE400BED}" dt="2025-11-21T02:37:36.528" v="104" actId="20577"/>
        <pc:sldMkLst>
          <pc:docMk/>
          <pc:sldMk cId="140346443" sldId="822"/>
        </pc:sldMkLst>
        <pc:spChg chg="mod">
          <ac:chgData name="Cynthia George" userId="8e4ca16d49ed6304" providerId="Windows Live" clId="Web-{B0BA6FF4-D003-2B11-C101-C540CE400BED}" dt="2025-11-21T02:31:52.868" v="76" actId="20577"/>
          <ac:spMkLst>
            <pc:docMk/>
            <pc:sldMk cId="140346443" sldId="822"/>
            <ac:spMk id="2" creationId="{69072751-0DFD-E04D-8DBC-6192EE4B4B2A}"/>
          </ac:spMkLst>
        </pc:spChg>
        <pc:spChg chg="mod">
          <ac:chgData name="Cynthia George" userId="8e4ca16d49ed6304" providerId="Windows Live" clId="Web-{B0BA6FF4-D003-2B11-C101-C540CE400BED}" dt="2025-11-21T02:37:36.528" v="104" actId="20577"/>
          <ac:spMkLst>
            <pc:docMk/>
            <pc:sldMk cId="140346443" sldId="822"/>
            <ac:spMk id="6" creationId="{B48AEF40-D79D-77F3-773C-095D81075E36}"/>
          </ac:spMkLst>
        </pc:spChg>
        <pc:spChg chg="mod">
          <ac:chgData name="Cynthia George" userId="8e4ca16d49ed6304" providerId="Windows Live" clId="Web-{B0BA6FF4-D003-2B11-C101-C540CE400BED}" dt="2025-11-21T02:35:17.579" v="90" actId="20577"/>
          <ac:spMkLst>
            <pc:docMk/>
            <pc:sldMk cId="140346443" sldId="822"/>
            <ac:spMk id="10" creationId="{60127C6D-3342-C831-3981-C5030CF3B941}"/>
          </ac:spMkLst>
        </pc:spChg>
      </pc:sldChg>
      <pc:sldChg chg="modSp">
        <pc:chgData name="Cynthia George" userId="8e4ca16d49ed6304" providerId="Windows Live" clId="Web-{B0BA6FF4-D003-2B11-C101-C540CE400BED}" dt="2025-11-21T02:27:14.582" v="58" actId="20577"/>
        <pc:sldMkLst>
          <pc:docMk/>
          <pc:sldMk cId="2771250690" sldId="851"/>
        </pc:sldMkLst>
        <pc:spChg chg="mod">
          <ac:chgData name="Cynthia George" userId="8e4ca16d49ed6304" providerId="Windows Live" clId="Web-{B0BA6FF4-D003-2B11-C101-C540CE400BED}" dt="2025-11-21T02:27:14.582" v="58" actId="20577"/>
          <ac:spMkLst>
            <pc:docMk/>
            <pc:sldMk cId="2771250690" sldId="851"/>
            <ac:spMk id="2" creationId="{00000000-0000-0000-0000-000000000000}"/>
          </ac:spMkLst>
        </pc:spChg>
      </pc:sldChg>
      <pc:sldChg chg="modSp">
        <pc:chgData name="Cynthia George" userId="8e4ca16d49ed6304" providerId="Windows Live" clId="Web-{B0BA6FF4-D003-2B11-C101-C540CE400BED}" dt="2025-11-21T03:37:56.449" v="474" actId="1076"/>
        <pc:sldMkLst>
          <pc:docMk/>
          <pc:sldMk cId="3441406009" sldId="858"/>
        </pc:sldMkLst>
        <pc:spChg chg="mod">
          <ac:chgData name="Cynthia George" userId="8e4ca16d49ed6304" providerId="Windows Live" clId="Web-{B0BA6FF4-D003-2B11-C101-C540CE400BED}" dt="2025-11-21T03:34:20.307" v="467" actId="20577"/>
          <ac:spMkLst>
            <pc:docMk/>
            <pc:sldMk cId="3441406009" sldId="858"/>
            <ac:spMk id="2" creationId="{00000000-0000-0000-0000-000000000000}"/>
          </ac:spMkLst>
        </pc:spChg>
        <pc:spChg chg="mod">
          <ac:chgData name="Cynthia George" userId="8e4ca16d49ed6304" providerId="Windows Live" clId="Web-{B0BA6FF4-D003-2B11-C101-C540CE400BED}" dt="2025-11-21T03:37:56.449" v="474" actId="1076"/>
          <ac:spMkLst>
            <pc:docMk/>
            <pc:sldMk cId="3441406009" sldId="858"/>
            <ac:spMk id="6" creationId="{CA0575D6-2132-A304-BD4D-E123FFDE7A28}"/>
          </ac:spMkLst>
        </pc:spChg>
      </pc:sldChg>
      <pc:sldChg chg="modSp">
        <pc:chgData name="Cynthia George" userId="8e4ca16d49ed6304" providerId="Windows Live" clId="Web-{B0BA6FF4-D003-2B11-C101-C540CE400BED}" dt="2025-11-21T02:45:45.092" v="168" actId="20577"/>
        <pc:sldMkLst>
          <pc:docMk/>
          <pc:sldMk cId="4765592" sldId="1388"/>
        </pc:sldMkLst>
        <pc:spChg chg="mod">
          <ac:chgData name="Cynthia George" userId="8e4ca16d49ed6304" providerId="Windows Live" clId="Web-{B0BA6FF4-D003-2B11-C101-C540CE400BED}" dt="2025-11-21T02:45:45.092" v="168" actId="20577"/>
          <ac:spMkLst>
            <pc:docMk/>
            <pc:sldMk cId="4765592" sldId="1388"/>
            <ac:spMk id="10" creationId="{72CE8160-C300-EF1E-99A5-B7E63749C27F}"/>
          </ac:spMkLst>
        </pc:spChg>
      </pc:sldChg>
      <pc:sldChg chg="add del">
        <pc:chgData name="Cynthia George" userId="8e4ca16d49ed6304" providerId="Windows Live" clId="Web-{B0BA6FF4-D003-2B11-C101-C540CE400BED}" dt="2025-11-21T02:35:25.080" v="92"/>
        <pc:sldMkLst>
          <pc:docMk/>
          <pc:sldMk cId="2988878601" sldId="1400"/>
        </pc:sldMkLst>
      </pc:sldChg>
      <pc:sldChg chg="modSp">
        <pc:chgData name="Cynthia George" userId="8e4ca16d49ed6304" providerId="Windows Live" clId="Web-{B0BA6FF4-D003-2B11-C101-C540CE400BED}" dt="2025-11-21T03:32:24.572" v="456" actId="20577"/>
        <pc:sldMkLst>
          <pc:docMk/>
          <pc:sldMk cId="2332149466" sldId="1412"/>
        </pc:sldMkLst>
        <pc:spChg chg="mod">
          <ac:chgData name="Cynthia George" userId="8e4ca16d49ed6304" providerId="Windows Live" clId="Web-{B0BA6FF4-D003-2B11-C101-C540CE400BED}" dt="2025-11-21T03:32:24.572" v="456" actId="20577"/>
          <ac:spMkLst>
            <pc:docMk/>
            <pc:sldMk cId="2332149466" sldId="1412"/>
            <ac:spMk id="5" creationId="{D15CBCA4-8279-49A0-BDA5-8F1C3F65A437}"/>
          </ac:spMkLst>
        </pc:spChg>
        <pc:spChg chg="mod">
          <ac:chgData name="Cynthia George" userId="8e4ca16d49ed6304" providerId="Windows Live" clId="Web-{B0BA6FF4-D003-2B11-C101-C540CE400BED}" dt="2025-11-21T03:21:13.801" v="354" actId="1076"/>
          <ac:spMkLst>
            <pc:docMk/>
            <pc:sldMk cId="2332149466" sldId="1412"/>
            <ac:spMk id="6" creationId="{00B7E6C3-DC3B-BC8E-EE75-86995C7F8ADF}"/>
          </ac:spMkLst>
        </pc:spChg>
        <pc:spChg chg="mod">
          <ac:chgData name="Cynthia George" userId="8e4ca16d49ed6304" providerId="Windows Live" clId="Web-{B0BA6FF4-D003-2B11-C101-C540CE400BED}" dt="2025-11-21T03:27:17.711" v="411" actId="20577"/>
          <ac:spMkLst>
            <pc:docMk/>
            <pc:sldMk cId="2332149466" sldId="1412"/>
            <ac:spMk id="9" creationId="{DC17D8D8-E9C5-D2A8-A52F-7AE59A61C67B}"/>
          </ac:spMkLst>
        </pc:spChg>
      </pc:sldChg>
      <pc:sldChg chg="add del">
        <pc:chgData name="Cynthia George" userId="8e4ca16d49ed6304" providerId="Windows Live" clId="Web-{B0BA6FF4-D003-2B11-C101-C540CE400BED}" dt="2025-11-21T02:39:34.112" v="121"/>
        <pc:sldMkLst>
          <pc:docMk/>
          <pc:sldMk cId="3813150493" sldId="1422"/>
        </pc:sldMkLst>
      </pc:sldChg>
      <pc:sldChg chg="add del">
        <pc:chgData name="Cynthia George" userId="8e4ca16d49ed6304" providerId="Windows Live" clId="Web-{B0BA6FF4-D003-2B11-C101-C540CE400BED}" dt="2025-11-21T02:40:59.866" v="130"/>
        <pc:sldMkLst>
          <pc:docMk/>
          <pc:sldMk cId="4190580367" sldId="1423"/>
        </pc:sldMkLst>
      </pc:sldChg>
      <pc:sldChg chg="add del">
        <pc:chgData name="Cynthia George" userId="8e4ca16d49ed6304" providerId="Windows Live" clId="Web-{B0BA6FF4-D003-2B11-C101-C540CE400BED}" dt="2025-11-21T02:42:31.588" v="146"/>
        <pc:sldMkLst>
          <pc:docMk/>
          <pc:sldMk cId="303148095" sldId="1424"/>
        </pc:sldMkLst>
      </pc:sldChg>
      <pc:sldChg chg="del">
        <pc:chgData name="Cynthia George" userId="8e4ca16d49ed6304" providerId="Windows Live" clId="Web-{B0BA6FF4-D003-2B11-C101-C540CE400BED}" dt="2025-11-21T03:22:20.928" v="371"/>
        <pc:sldMkLst>
          <pc:docMk/>
          <pc:sldMk cId="4007348260" sldId="1456"/>
        </pc:sldMkLst>
      </pc:sldChg>
      <pc:sldChg chg="modSp del">
        <pc:chgData name="Cynthia George" userId="8e4ca16d49ed6304" providerId="Windows Live" clId="Web-{B0BA6FF4-D003-2B11-C101-C540CE400BED}" dt="2025-11-21T03:22:20.928" v="370"/>
        <pc:sldMkLst>
          <pc:docMk/>
          <pc:sldMk cId="1584036310" sldId="1457"/>
        </pc:sldMkLst>
        <pc:spChg chg="mod">
          <ac:chgData name="Cynthia George" userId="8e4ca16d49ed6304" providerId="Windows Live" clId="Web-{B0BA6FF4-D003-2B11-C101-C540CE400BED}" dt="2025-11-21T03:21:34.865" v="357" actId="20577"/>
          <ac:spMkLst>
            <pc:docMk/>
            <pc:sldMk cId="1584036310" sldId="1457"/>
            <ac:spMk id="6" creationId="{AFDDD572-F7CE-4B35-777E-441CADC15C96}"/>
          </ac:spMkLst>
        </pc:spChg>
      </pc:sldChg>
      <pc:sldChg chg="del">
        <pc:chgData name="Cynthia George" userId="8e4ca16d49ed6304" providerId="Windows Live" clId="Web-{B0BA6FF4-D003-2B11-C101-C540CE400BED}" dt="2025-11-21T03:22:20.928" v="369"/>
        <pc:sldMkLst>
          <pc:docMk/>
          <pc:sldMk cId="2272770198" sldId="1458"/>
        </pc:sldMkLst>
      </pc:sldChg>
      <pc:sldChg chg="modSp del">
        <pc:chgData name="Cynthia George" userId="8e4ca16d49ed6304" providerId="Windows Live" clId="Web-{B0BA6FF4-D003-2B11-C101-C540CE400BED}" dt="2025-11-21T03:22:59.834" v="381"/>
        <pc:sldMkLst>
          <pc:docMk/>
          <pc:sldMk cId="2991767391" sldId="1459"/>
        </pc:sldMkLst>
        <pc:spChg chg="mod">
          <ac:chgData name="Cynthia George" userId="8e4ca16d49ed6304" providerId="Windows Live" clId="Web-{B0BA6FF4-D003-2B11-C101-C540CE400BED}" dt="2025-11-21T03:22:27.709" v="373" actId="20577"/>
          <ac:spMkLst>
            <pc:docMk/>
            <pc:sldMk cId="2991767391" sldId="1459"/>
            <ac:spMk id="6" creationId="{FF4F715C-DF26-6B27-D305-BB29B592DE10}"/>
          </ac:spMkLst>
        </pc:spChg>
      </pc:sldChg>
      <pc:sldChg chg="del">
        <pc:chgData name="Cynthia George" userId="8e4ca16d49ed6304" providerId="Windows Live" clId="Web-{B0BA6FF4-D003-2B11-C101-C540CE400BED}" dt="2025-11-21T03:23:00.928" v="382"/>
        <pc:sldMkLst>
          <pc:docMk/>
          <pc:sldMk cId="1513878346" sldId="1460"/>
        </pc:sldMkLst>
      </pc:sldChg>
      <pc:sldChg chg="modSp del">
        <pc:chgData name="Cynthia George" userId="8e4ca16d49ed6304" providerId="Windows Live" clId="Web-{B0BA6FF4-D003-2B11-C101-C540CE400BED}" dt="2025-11-21T03:23:45.318" v="390"/>
        <pc:sldMkLst>
          <pc:docMk/>
          <pc:sldMk cId="2328820536" sldId="1461"/>
        </pc:sldMkLst>
        <pc:spChg chg="mod">
          <ac:chgData name="Cynthia George" userId="8e4ca16d49ed6304" providerId="Windows Live" clId="Web-{B0BA6FF4-D003-2B11-C101-C540CE400BED}" dt="2025-11-21T03:23:13.178" v="385" actId="20577"/>
          <ac:spMkLst>
            <pc:docMk/>
            <pc:sldMk cId="2328820536" sldId="1461"/>
            <ac:spMk id="6" creationId="{2571AC47-20E5-F039-D68F-2FAC1542057F}"/>
          </ac:spMkLst>
        </pc:spChg>
      </pc:sldChg>
      <pc:sldChg chg="del">
        <pc:chgData name="Cynthia George" userId="8e4ca16d49ed6304" providerId="Windows Live" clId="Web-{B0BA6FF4-D003-2B11-C101-C540CE400BED}" dt="2025-11-21T03:23:46.178" v="391"/>
        <pc:sldMkLst>
          <pc:docMk/>
          <pc:sldMk cId="2853620092" sldId="1462"/>
        </pc:sldMkLst>
      </pc:sldChg>
      <pc:sldChg chg="del">
        <pc:chgData name="Cynthia George" userId="8e4ca16d49ed6304" providerId="Windows Live" clId="Web-{B0BA6FF4-D003-2B11-C101-C540CE400BED}" dt="2025-11-21T03:24:21.303" v="395"/>
        <pc:sldMkLst>
          <pc:docMk/>
          <pc:sldMk cId="3120255067" sldId="1463"/>
        </pc:sldMkLst>
      </pc:sldChg>
      <pc:sldChg chg="del">
        <pc:chgData name="Cynthia George" userId="8e4ca16d49ed6304" providerId="Windows Live" clId="Web-{B0BA6FF4-D003-2B11-C101-C540CE400BED}" dt="2025-11-21T03:24:22.600" v="396"/>
        <pc:sldMkLst>
          <pc:docMk/>
          <pc:sldMk cId="2849890902" sldId="1464"/>
        </pc:sldMkLst>
      </pc:sldChg>
      <pc:sldChg chg="modSp">
        <pc:chgData name="Cynthia George" userId="8e4ca16d49ed6304" providerId="Windows Live" clId="Web-{B0BA6FF4-D003-2B11-C101-C540CE400BED}" dt="2025-11-21T03:33:07.604" v="462" actId="20577"/>
        <pc:sldMkLst>
          <pc:docMk/>
          <pc:sldMk cId="2374215211" sldId="1788"/>
        </pc:sldMkLst>
        <pc:spChg chg="mod">
          <ac:chgData name="Cynthia George" userId="8e4ca16d49ed6304" providerId="Windows Live" clId="Web-{B0BA6FF4-D003-2B11-C101-C540CE400BED}" dt="2025-11-21T03:27:43.419" v="414" actId="20577"/>
          <ac:spMkLst>
            <pc:docMk/>
            <pc:sldMk cId="2374215211" sldId="1788"/>
            <ac:spMk id="2" creationId="{BB05714B-AA11-4B05-CCB3-5C4B7458156D}"/>
          </ac:spMkLst>
        </pc:spChg>
        <pc:spChg chg="mod">
          <ac:chgData name="Cynthia George" userId="8e4ca16d49ed6304" providerId="Windows Live" clId="Web-{B0BA6FF4-D003-2B11-C101-C540CE400BED}" dt="2025-11-21T03:33:07.604" v="462" actId="20577"/>
          <ac:spMkLst>
            <pc:docMk/>
            <pc:sldMk cId="2374215211" sldId="1788"/>
            <ac:spMk id="5" creationId="{38D12105-4609-3D02-0584-9524569291D5}"/>
          </ac:spMkLst>
        </pc:spChg>
        <pc:spChg chg="mod">
          <ac:chgData name="Cynthia George" userId="8e4ca16d49ed6304" providerId="Windows Live" clId="Web-{B0BA6FF4-D003-2B11-C101-C540CE400BED}" dt="2025-11-21T03:29:47.038" v="428" actId="20577"/>
          <ac:spMkLst>
            <pc:docMk/>
            <pc:sldMk cId="2374215211" sldId="1788"/>
            <ac:spMk id="6" creationId="{E3320070-4C2D-4369-CDCF-0BF8D63BA87B}"/>
          </ac:spMkLst>
        </pc:spChg>
      </pc:sldChg>
      <pc:sldChg chg="modSp">
        <pc:chgData name="Cynthia George" userId="8e4ca16d49ed6304" providerId="Windows Live" clId="Web-{B0BA6FF4-D003-2B11-C101-C540CE400BED}" dt="2025-11-21T03:33:15.463" v="463" actId="20577"/>
        <pc:sldMkLst>
          <pc:docMk/>
          <pc:sldMk cId="1239366888" sldId="1789"/>
        </pc:sldMkLst>
        <pc:spChg chg="mod">
          <ac:chgData name="Cynthia George" userId="8e4ca16d49ed6304" providerId="Windows Live" clId="Web-{B0BA6FF4-D003-2B11-C101-C540CE400BED}" dt="2025-11-21T03:27:53.139" v="415" actId="20577"/>
          <ac:spMkLst>
            <pc:docMk/>
            <pc:sldMk cId="1239366888" sldId="1789"/>
            <ac:spMk id="2" creationId="{A6176709-2B44-1178-47E1-0106933045CC}"/>
          </ac:spMkLst>
        </pc:spChg>
        <pc:spChg chg="mod">
          <ac:chgData name="Cynthia George" userId="8e4ca16d49ed6304" providerId="Windows Live" clId="Web-{B0BA6FF4-D003-2B11-C101-C540CE400BED}" dt="2025-11-21T03:33:15.463" v="463" actId="20577"/>
          <ac:spMkLst>
            <pc:docMk/>
            <pc:sldMk cId="1239366888" sldId="1789"/>
            <ac:spMk id="5" creationId="{640FB6BA-3FF0-8DF3-2266-E7C544CEB3BA}"/>
          </ac:spMkLst>
        </pc:spChg>
        <pc:spChg chg="mod">
          <ac:chgData name="Cynthia George" userId="8e4ca16d49ed6304" providerId="Windows Live" clId="Web-{B0BA6FF4-D003-2B11-C101-C540CE400BED}" dt="2025-11-21T03:30:30.492" v="433" actId="20577"/>
          <ac:spMkLst>
            <pc:docMk/>
            <pc:sldMk cId="1239366888" sldId="1789"/>
            <ac:spMk id="6" creationId="{5B2B34EF-12AB-0A36-E099-97350A90A42F}"/>
          </ac:spMkLst>
        </pc:spChg>
      </pc:sldChg>
      <pc:sldChg chg="modSp">
        <pc:chgData name="Cynthia George" userId="8e4ca16d49ed6304" providerId="Windows Live" clId="Web-{B0BA6FF4-D003-2B11-C101-C540CE400BED}" dt="2025-11-21T03:33:21.260" v="464" actId="20577"/>
        <pc:sldMkLst>
          <pc:docMk/>
          <pc:sldMk cId="2593219475" sldId="1790"/>
        </pc:sldMkLst>
        <pc:spChg chg="mod">
          <ac:chgData name="Cynthia George" userId="8e4ca16d49ed6304" providerId="Windows Live" clId="Web-{B0BA6FF4-D003-2B11-C101-C540CE400BED}" dt="2025-11-21T03:33:21.260" v="464" actId="20577"/>
          <ac:spMkLst>
            <pc:docMk/>
            <pc:sldMk cId="2593219475" sldId="1790"/>
            <ac:spMk id="5" creationId="{0E54265A-0728-DCB7-CE2F-EB161F0ACC9B}"/>
          </ac:spMkLst>
        </pc:spChg>
        <pc:spChg chg="mod">
          <ac:chgData name="Cynthia George" userId="8e4ca16d49ed6304" providerId="Windows Live" clId="Web-{B0BA6FF4-D003-2B11-C101-C540CE400BED}" dt="2025-11-21T03:31:11.415" v="443" actId="20577"/>
          <ac:spMkLst>
            <pc:docMk/>
            <pc:sldMk cId="2593219475" sldId="1790"/>
            <ac:spMk id="6" creationId="{DE4A21D7-7403-3944-386C-7AB2825E4EAA}"/>
          </ac:spMkLst>
        </pc:spChg>
      </pc:sldChg>
      <pc:sldChg chg="modSp">
        <pc:chgData name="Cynthia George" userId="8e4ca16d49ed6304" providerId="Windows Live" clId="Web-{B0BA6FF4-D003-2B11-C101-C540CE400BED}" dt="2025-11-21T03:33:30.588" v="465" actId="20577"/>
        <pc:sldMkLst>
          <pc:docMk/>
          <pc:sldMk cId="482209960" sldId="1791"/>
        </pc:sldMkLst>
        <pc:spChg chg="mod">
          <ac:chgData name="Cynthia George" userId="8e4ca16d49ed6304" providerId="Windows Live" clId="Web-{B0BA6FF4-D003-2B11-C101-C540CE400BED}" dt="2025-11-21T03:33:30.588" v="465" actId="20577"/>
          <ac:spMkLst>
            <pc:docMk/>
            <pc:sldMk cId="482209960" sldId="1791"/>
            <ac:spMk id="5" creationId="{F6500DA6-F480-1515-6177-45333C741B63}"/>
          </ac:spMkLst>
        </pc:spChg>
        <pc:spChg chg="mod">
          <ac:chgData name="Cynthia George" userId="8e4ca16d49ed6304" providerId="Windows Live" clId="Web-{B0BA6FF4-D003-2B11-C101-C540CE400BED}" dt="2025-11-21T03:31:52.119" v="454" actId="20577"/>
          <ac:spMkLst>
            <pc:docMk/>
            <pc:sldMk cId="482209960" sldId="1791"/>
            <ac:spMk id="6" creationId="{7141E439-6EDB-45AD-1FE8-69020955A0F9}"/>
          </ac:spMkLst>
        </pc:spChg>
      </pc:sldChg>
      <pc:sldChg chg="modSp">
        <pc:chgData name="Cynthia George" userId="8e4ca16d49ed6304" providerId="Windows Live" clId="Web-{B0BA6FF4-D003-2B11-C101-C540CE400BED}" dt="2025-11-21T03:17:15.309" v="329" actId="20577"/>
        <pc:sldMkLst>
          <pc:docMk/>
          <pc:sldMk cId="2406581127" sldId="1826"/>
        </pc:sldMkLst>
        <pc:spChg chg="mod">
          <ac:chgData name="Cynthia George" userId="8e4ca16d49ed6304" providerId="Windows Live" clId="Web-{B0BA6FF4-D003-2B11-C101-C540CE400BED}" dt="2025-11-21T03:17:15.309" v="329" actId="20577"/>
          <ac:spMkLst>
            <pc:docMk/>
            <pc:sldMk cId="2406581127" sldId="1826"/>
            <ac:spMk id="7" creationId="{F5DD54E3-DC06-0B2F-B4DC-3A634421A604}"/>
          </ac:spMkLst>
        </pc:spChg>
      </pc:sldChg>
      <pc:sldChg chg="modSp">
        <pc:chgData name="Cynthia George" userId="8e4ca16d49ed6304" providerId="Windows Live" clId="Web-{B0BA6FF4-D003-2B11-C101-C540CE400BED}" dt="2025-11-21T03:17:31.124" v="333" actId="20577"/>
        <pc:sldMkLst>
          <pc:docMk/>
          <pc:sldMk cId="3359142403" sldId="1827"/>
        </pc:sldMkLst>
        <pc:spChg chg="mod">
          <ac:chgData name="Cynthia George" userId="8e4ca16d49ed6304" providerId="Windows Live" clId="Web-{B0BA6FF4-D003-2B11-C101-C540CE400BED}" dt="2025-11-21T03:17:31.124" v="333" actId="20577"/>
          <ac:spMkLst>
            <pc:docMk/>
            <pc:sldMk cId="3359142403" sldId="1827"/>
            <ac:spMk id="2" creationId="{C12247C4-7A0E-CA01-D3F5-C5DDF9F128FF}"/>
          </ac:spMkLst>
        </pc:spChg>
      </pc:sldChg>
      <pc:sldChg chg="modSp">
        <pc:chgData name="Cynthia George" userId="8e4ca16d49ed6304" providerId="Windows Live" clId="Web-{B0BA6FF4-D003-2B11-C101-C540CE400BED}" dt="2025-11-21T03:00:11.972" v="265" actId="20577"/>
        <pc:sldMkLst>
          <pc:docMk/>
          <pc:sldMk cId="2684712631" sldId="1829"/>
        </pc:sldMkLst>
        <pc:spChg chg="mod">
          <ac:chgData name="Cynthia George" userId="8e4ca16d49ed6304" providerId="Windows Live" clId="Web-{B0BA6FF4-D003-2B11-C101-C540CE400BED}" dt="2025-11-21T03:00:11.972" v="265" actId="20577"/>
          <ac:spMkLst>
            <pc:docMk/>
            <pc:sldMk cId="2684712631" sldId="1829"/>
            <ac:spMk id="7" creationId="{E5F1EFE9-2C7F-FD9E-A1D1-0E4FBADF90C4}"/>
          </ac:spMkLst>
        </pc:spChg>
      </pc:sldChg>
      <pc:sldChg chg="modSp">
        <pc:chgData name="Cynthia George" userId="8e4ca16d49ed6304" providerId="Windows Live" clId="Web-{B0BA6FF4-D003-2B11-C101-C540CE400BED}" dt="2025-11-21T03:27:24.228" v="413" actId="20577"/>
        <pc:sldMkLst>
          <pc:docMk/>
          <pc:sldMk cId="1147338714" sldId="1856"/>
        </pc:sldMkLst>
        <pc:spChg chg="mod">
          <ac:chgData name="Cynthia George" userId="8e4ca16d49ed6304" providerId="Windows Live" clId="Web-{B0BA6FF4-D003-2B11-C101-C540CE400BED}" dt="2025-11-21T03:27:24.228" v="413" actId="20577"/>
          <ac:spMkLst>
            <pc:docMk/>
            <pc:sldMk cId="1147338714" sldId="1856"/>
            <ac:spMk id="7" creationId="{BDD87787-CE39-BEBC-6978-28643C3EA26F}"/>
          </ac:spMkLst>
        </pc:spChg>
      </pc:sldChg>
      <pc:sldChg chg="modSp">
        <pc:chgData name="Cynthia George" userId="8e4ca16d49ed6304" providerId="Windows Live" clId="Web-{B0BA6FF4-D003-2B11-C101-C540CE400BED}" dt="2025-11-21T03:25:27.006" v="400" actId="20577"/>
        <pc:sldMkLst>
          <pc:docMk/>
          <pc:sldMk cId="3482069950" sldId="1900"/>
        </pc:sldMkLst>
        <pc:spChg chg="mod">
          <ac:chgData name="Cynthia George" userId="8e4ca16d49ed6304" providerId="Windows Live" clId="Web-{B0BA6FF4-D003-2B11-C101-C540CE400BED}" dt="2025-11-21T03:25:27.006" v="400" actId="20577"/>
          <ac:spMkLst>
            <pc:docMk/>
            <pc:sldMk cId="3482069950" sldId="1900"/>
            <ac:spMk id="7" creationId="{0F17F290-1656-7542-9578-98FD23DC620B}"/>
          </ac:spMkLst>
        </pc:spChg>
      </pc:sldChg>
      <pc:sldChg chg="modSp">
        <pc:chgData name="Cynthia George" userId="8e4ca16d49ed6304" providerId="Windows Live" clId="Web-{B0BA6FF4-D003-2B11-C101-C540CE400BED}" dt="2025-11-21T03:39:39.544" v="484" actId="14100"/>
        <pc:sldMkLst>
          <pc:docMk/>
          <pc:sldMk cId="3366721836" sldId="1915"/>
        </pc:sldMkLst>
        <pc:spChg chg="mod">
          <ac:chgData name="Cynthia George" userId="8e4ca16d49ed6304" providerId="Windows Live" clId="Web-{B0BA6FF4-D003-2B11-C101-C540CE400BED}" dt="2025-11-21T02:19:38.766" v="6" actId="20577"/>
          <ac:spMkLst>
            <pc:docMk/>
            <pc:sldMk cId="3366721836" sldId="1915"/>
            <ac:spMk id="2" creationId="{A364F5D1-79C1-4C43-8C2B-B9182DCD2006}"/>
          </ac:spMkLst>
        </pc:spChg>
        <pc:spChg chg="mod">
          <ac:chgData name="Cynthia George" userId="8e4ca16d49ed6304" providerId="Windows Live" clId="Web-{B0BA6FF4-D003-2B11-C101-C540CE400BED}" dt="2025-11-21T03:39:39.544" v="484" actId="14100"/>
          <ac:spMkLst>
            <pc:docMk/>
            <pc:sldMk cId="3366721836" sldId="1915"/>
            <ac:spMk id="4" creationId="{EEAA6A71-2919-6F92-C2BF-2A5CEE44FF51}"/>
          </ac:spMkLst>
        </pc:spChg>
      </pc:sldChg>
      <pc:sldChg chg="modSp">
        <pc:chgData name="Cynthia George" userId="8e4ca16d49ed6304" providerId="Windows Live" clId="Web-{B0BA6FF4-D003-2B11-C101-C540CE400BED}" dt="2025-11-21T03:17:36.081" v="335" actId="20577"/>
        <pc:sldMkLst>
          <pc:docMk/>
          <pc:sldMk cId="2020830256" sldId="1980"/>
        </pc:sldMkLst>
        <pc:spChg chg="mod">
          <ac:chgData name="Cynthia George" userId="8e4ca16d49ed6304" providerId="Windows Live" clId="Web-{B0BA6FF4-D003-2B11-C101-C540CE400BED}" dt="2025-11-21T03:17:36.081" v="335" actId="20577"/>
          <ac:spMkLst>
            <pc:docMk/>
            <pc:sldMk cId="2020830256" sldId="1980"/>
            <ac:spMk id="2" creationId="{7B503F90-9FC7-E0D5-647F-2B99F591BE89}"/>
          </ac:spMkLst>
        </pc:spChg>
      </pc:sldChg>
      <pc:sldChg chg="modSp">
        <pc:chgData name="Cynthia George" userId="8e4ca16d49ed6304" providerId="Windows Live" clId="Web-{B0BA6FF4-D003-2B11-C101-C540CE400BED}" dt="2025-11-21T03:38:13.887" v="475" actId="1076"/>
        <pc:sldMkLst>
          <pc:docMk/>
          <pc:sldMk cId="4050471080" sldId="1989"/>
        </pc:sldMkLst>
        <pc:spChg chg="mod">
          <ac:chgData name="Cynthia George" userId="8e4ca16d49ed6304" providerId="Windows Live" clId="Web-{B0BA6FF4-D003-2B11-C101-C540CE400BED}" dt="2025-11-21T02:44:10.371" v="152" actId="20577"/>
          <ac:spMkLst>
            <pc:docMk/>
            <pc:sldMk cId="4050471080" sldId="1989"/>
            <ac:spMk id="2" creationId="{1DA63A6A-450D-4603-B02C-80F270CA1D46}"/>
          </ac:spMkLst>
        </pc:spChg>
        <pc:spChg chg="mod">
          <ac:chgData name="Cynthia George" userId="8e4ca16d49ed6304" providerId="Windows Live" clId="Web-{B0BA6FF4-D003-2B11-C101-C540CE400BED}" dt="2025-11-21T03:38:13.887" v="475" actId="1076"/>
          <ac:spMkLst>
            <pc:docMk/>
            <pc:sldMk cId="4050471080" sldId="1989"/>
            <ac:spMk id="6" creationId="{4AC751B8-1522-B4B4-3170-CBBEEEDF2680}"/>
          </ac:spMkLst>
        </pc:spChg>
      </pc:sldChg>
      <pc:sldChg chg="modSp">
        <pc:chgData name="Cynthia George" userId="8e4ca16d49ed6304" providerId="Windows Live" clId="Web-{B0BA6FF4-D003-2B11-C101-C540CE400BED}" dt="2025-11-21T02:48:08.173" v="187" actId="20577"/>
        <pc:sldMkLst>
          <pc:docMk/>
          <pc:sldMk cId="4145407740" sldId="1990"/>
        </pc:sldMkLst>
        <pc:spChg chg="mod">
          <ac:chgData name="Cynthia George" userId="8e4ca16d49ed6304" providerId="Windows Live" clId="Web-{B0BA6FF4-D003-2B11-C101-C540CE400BED}" dt="2025-11-21T02:45:55.030" v="170" actId="20577"/>
          <ac:spMkLst>
            <pc:docMk/>
            <pc:sldMk cId="4145407740" sldId="1990"/>
            <ac:spMk id="2" creationId="{19B9627D-C9E5-7A27-D868-BB4004190B76}"/>
          </ac:spMkLst>
        </pc:spChg>
        <pc:spChg chg="mod">
          <ac:chgData name="Cynthia George" userId="8e4ca16d49ed6304" providerId="Windows Live" clId="Web-{B0BA6FF4-D003-2B11-C101-C540CE400BED}" dt="2025-11-21T02:48:08.173" v="187" actId="20577"/>
          <ac:spMkLst>
            <pc:docMk/>
            <pc:sldMk cId="4145407740" sldId="1990"/>
            <ac:spMk id="3" creationId="{89BC6042-D3CB-EFE4-1634-DFABC58E575F}"/>
          </ac:spMkLst>
        </pc:spChg>
      </pc:sldChg>
      <pc:sldChg chg="modSp">
        <pc:chgData name="Cynthia George" userId="8e4ca16d49ed6304" providerId="Windows Live" clId="Web-{B0BA6FF4-D003-2B11-C101-C540CE400BED}" dt="2025-11-21T03:17:42.069" v="337" actId="20577"/>
        <pc:sldMkLst>
          <pc:docMk/>
          <pc:sldMk cId="307999656" sldId="1994"/>
        </pc:sldMkLst>
        <pc:spChg chg="mod">
          <ac:chgData name="Cynthia George" userId="8e4ca16d49ed6304" providerId="Windows Live" clId="Web-{B0BA6FF4-D003-2B11-C101-C540CE400BED}" dt="2025-11-21T03:17:42.069" v="337" actId="20577"/>
          <ac:spMkLst>
            <pc:docMk/>
            <pc:sldMk cId="307999656" sldId="1994"/>
            <ac:spMk id="2" creationId="{464249AF-8E44-DF0F-796D-36A172E37D5D}"/>
          </ac:spMkLst>
        </pc:spChg>
      </pc:sldChg>
      <pc:sldChg chg="del">
        <pc:chgData name="Cynthia George" userId="8e4ca16d49ed6304" providerId="Windows Live" clId="Web-{B0BA6FF4-D003-2B11-C101-C540CE400BED}" dt="2025-11-21T03:35:41.260" v="473"/>
        <pc:sldMkLst>
          <pc:docMk/>
          <pc:sldMk cId="1867889497" sldId="2007"/>
        </pc:sldMkLst>
      </pc:sldChg>
      <pc:sldChg chg="modSp">
        <pc:chgData name="Cynthia George" userId="8e4ca16d49ed6304" providerId="Windows Live" clId="Web-{B0BA6FF4-D003-2B11-C101-C540CE400BED}" dt="2025-11-21T03:38:37.684" v="477" actId="1076"/>
        <pc:sldMkLst>
          <pc:docMk/>
          <pc:sldMk cId="950571429" sldId="2008"/>
        </pc:sldMkLst>
        <pc:spChg chg="mod">
          <ac:chgData name="Cynthia George" userId="8e4ca16d49ed6304" providerId="Windows Live" clId="Web-{B0BA6FF4-D003-2B11-C101-C540CE400BED}" dt="2025-11-21T02:20:26.081" v="13" actId="20577"/>
          <ac:spMkLst>
            <pc:docMk/>
            <pc:sldMk cId="950571429" sldId="2008"/>
            <ac:spMk id="2" creationId="{7AA2928F-CDA5-FBB9-ECE1-165395BF64EC}"/>
          </ac:spMkLst>
        </pc:spChg>
        <pc:spChg chg="mod">
          <ac:chgData name="Cynthia George" userId="8e4ca16d49ed6304" providerId="Windows Live" clId="Web-{B0BA6FF4-D003-2B11-C101-C540CE400BED}" dt="2025-11-21T03:38:37.684" v="477" actId="1076"/>
          <ac:spMkLst>
            <pc:docMk/>
            <pc:sldMk cId="950571429" sldId="2008"/>
            <ac:spMk id="11" creationId="{7BE331B7-253D-4CF4-DF62-42E8B72C51F0}"/>
          </ac:spMkLst>
        </pc:spChg>
      </pc:sldChg>
      <pc:sldChg chg="modSp">
        <pc:chgData name="Cynthia George" userId="8e4ca16d49ed6304" providerId="Windows Live" clId="Web-{B0BA6FF4-D003-2B11-C101-C540CE400BED}" dt="2025-11-21T03:39:15.856" v="480" actId="14100"/>
        <pc:sldMkLst>
          <pc:docMk/>
          <pc:sldMk cId="1817643822" sldId="2009"/>
        </pc:sldMkLst>
        <pc:spChg chg="mod">
          <ac:chgData name="Cynthia George" userId="8e4ca16d49ed6304" providerId="Windows Live" clId="Web-{B0BA6FF4-D003-2B11-C101-C540CE400BED}" dt="2025-11-21T02:20:39.379" v="15" actId="20577"/>
          <ac:spMkLst>
            <pc:docMk/>
            <pc:sldMk cId="1817643822" sldId="2009"/>
            <ac:spMk id="2" creationId="{A209AB7F-5539-1EE9-2865-0ADA05D01AC4}"/>
          </ac:spMkLst>
        </pc:spChg>
        <pc:spChg chg="mod">
          <ac:chgData name="Cynthia George" userId="8e4ca16d49ed6304" providerId="Windows Live" clId="Web-{B0BA6FF4-D003-2B11-C101-C540CE400BED}" dt="2025-11-21T03:39:15.856" v="480" actId="14100"/>
          <ac:spMkLst>
            <pc:docMk/>
            <pc:sldMk cId="1817643822" sldId="2009"/>
            <ac:spMk id="4" creationId="{B22C263C-0C00-43E9-D74B-3CB4DD4D7633}"/>
          </ac:spMkLst>
        </pc:spChg>
      </pc:sldChg>
      <pc:sldChg chg="modSp">
        <pc:chgData name="Cynthia George" userId="8e4ca16d49ed6304" providerId="Windows Live" clId="Web-{B0BA6FF4-D003-2B11-C101-C540CE400BED}" dt="2025-11-21T03:39:25.247" v="482" actId="14100"/>
        <pc:sldMkLst>
          <pc:docMk/>
          <pc:sldMk cId="2256296406" sldId="2010"/>
        </pc:sldMkLst>
        <pc:spChg chg="mod">
          <ac:chgData name="Cynthia George" userId="8e4ca16d49ed6304" providerId="Windows Live" clId="Web-{B0BA6FF4-D003-2B11-C101-C540CE400BED}" dt="2025-11-21T02:21:32.913" v="16" actId="20577"/>
          <ac:spMkLst>
            <pc:docMk/>
            <pc:sldMk cId="2256296406" sldId="2010"/>
            <ac:spMk id="2" creationId="{92BE1EDC-B15C-8511-3755-212E48BC7382}"/>
          </ac:spMkLst>
        </pc:spChg>
        <pc:spChg chg="mod">
          <ac:chgData name="Cynthia George" userId="8e4ca16d49ed6304" providerId="Windows Live" clId="Web-{B0BA6FF4-D003-2B11-C101-C540CE400BED}" dt="2025-11-21T03:39:25.247" v="482" actId="14100"/>
          <ac:spMkLst>
            <pc:docMk/>
            <pc:sldMk cId="2256296406" sldId="2010"/>
            <ac:spMk id="4" creationId="{763B4DDC-B1C2-5E28-A281-1CA528164B80}"/>
          </ac:spMkLst>
        </pc:spChg>
      </pc:sldChg>
      <pc:sldChg chg="modSp">
        <pc:chgData name="Cynthia George" userId="8e4ca16d49ed6304" providerId="Windows Live" clId="Web-{B0BA6FF4-D003-2B11-C101-C540CE400BED}" dt="2025-11-21T03:15:00.774" v="327" actId="20577"/>
        <pc:sldMkLst>
          <pc:docMk/>
          <pc:sldMk cId="1437468126" sldId="2016"/>
        </pc:sldMkLst>
        <pc:spChg chg="mod">
          <ac:chgData name="Cynthia George" userId="8e4ca16d49ed6304" providerId="Windows Live" clId="Web-{B0BA6FF4-D003-2B11-C101-C540CE400BED}" dt="2025-11-21T03:15:00.774" v="327" actId="20577"/>
          <ac:spMkLst>
            <pc:docMk/>
            <pc:sldMk cId="1437468126" sldId="2016"/>
            <ac:spMk id="7" creationId="{26B70EC7-394D-7001-14F7-2950348E1D4F}"/>
          </ac:spMkLst>
        </pc:spChg>
      </pc:sldChg>
      <pc:sldChg chg="modSp ord">
        <pc:chgData name="Cynthia George" userId="8e4ca16d49ed6304" providerId="Windows Live" clId="Web-{B0BA6FF4-D003-2B11-C101-C540CE400BED}" dt="2025-11-21T03:00:37.067" v="267" actId="20577"/>
        <pc:sldMkLst>
          <pc:docMk/>
          <pc:sldMk cId="3490574658" sldId="2017"/>
        </pc:sldMkLst>
        <pc:spChg chg="mod">
          <ac:chgData name="Cynthia George" userId="8e4ca16d49ed6304" providerId="Windows Live" clId="Web-{B0BA6FF4-D003-2B11-C101-C540CE400BED}" dt="2025-11-21T03:00:07.894" v="264" actId="20577"/>
          <ac:spMkLst>
            <pc:docMk/>
            <pc:sldMk cId="3490574658" sldId="2017"/>
            <ac:spMk id="2" creationId="{C82C73B0-DDAA-F443-75D4-17503BF5F0F8}"/>
          </ac:spMkLst>
        </pc:spChg>
        <pc:spChg chg="mod">
          <ac:chgData name="Cynthia George" userId="8e4ca16d49ed6304" providerId="Windows Live" clId="Web-{B0BA6FF4-D003-2B11-C101-C540CE400BED}" dt="2025-11-21T03:00:37.067" v="267" actId="20577"/>
          <ac:spMkLst>
            <pc:docMk/>
            <pc:sldMk cId="3490574658" sldId="2017"/>
            <ac:spMk id="4" creationId="{92B35A23-AC28-2BF5-587D-62D45A75B75A}"/>
          </ac:spMkLst>
        </pc:spChg>
        <pc:spChg chg="mod">
          <ac:chgData name="Cynthia George" userId="8e4ca16d49ed6304" providerId="Windows Live" clId="Web-{B0BA6FF4-D003-2B11-C101-C540CE400BED}" dt="2025-11-21T02:59:55.675" v="259" actId="20577"/>
          <ac:spMkLst>
            <pc:docMk/>
            <pc:sldMk cId="3490574658" sldId="2017"/>
            <ac:spMk id="9" creationId="{25D4BBBF-5ABA-E6A0-B7E0-37C92FABA217}"/>
          </ac:spMkLst>
        </pc:spChg>
      </pc:sldChg>
      <pc:sldChg chg="modSp">
        <pc:chgData name="Cynthia George" userId="8e4ca16d49ed6304" providerId="Windows Live" clId="Web-{B0BA6FF4-D003-2B11-C101-C540CE400BED}" dt="2025-11-21T02:31:43.102" v="74" actId="20577"/>
        <pc:sldMkLst>
          <pc:docMk/>
          <pc:sldMk cId="2858801894" sldId="2021"/>
        </pc:sldMkLst>
        <pc:spChg chg="mod">
          <ac:chgData name="Cynthia George" userId="8e4ca16d49ed6304" providerId="Windows Live" clId="Web-{B0BA6FF4-D003-2B11-C101-C540CE400BED}" dt="2025-11-21T02:31:43.102" v="74" actId="20577"/>
          <ac:spMkLst>
            <pc:docMk/>
            <pc:sldMk cId="2858801894" sldId="2021"/>
            <ac:spMk id="3" creationId="{A6CE1BC1-7D83-5120-9C07-D5EA74BE90F4}"/>
          </ac:spMkLst>
        </pc:spChg>
      </pc:sldChg>
      <pc:sldChg chg="modSp">
        <pc:chgData name="Cynthia George" userId="8e4ca16d49ed6304" providerId="Windows Live" clId="Web-{B0BA6FF4-D003-2B11-C101-C540CE400BED}" dt="2025-11-21T02:49:07.033" v="188" actId="20577"/>
        <pc:sldMkLst>
          <pc:docMk/>
          <pc:sldMk cId="2666967848" sldId="2022"/>
        </pc:sldMkLst>
        <pc:spChg chg="mod">
          <ac:chgData name="Cynthia George" userId="8e4ca16d49ed6304" providerId="Windows Live" clId="Web-{B0BA6FF4-D003-2B11-C101-C540CE400BED}" dt="2025-11-21T02:46:00.280" v="172" actId="20577"/>
          <ac:spMkLst>
            <pc:docMk/>
            <pc:sldMk cId="2666967848" sldId="2022"/>
            <ac:spMk id="2" creationId="{C9D66926-EF1E-D8E1-AC02-979FB3D4B389}"/>
          </ac:spMkLst>
        </pc:spChg>
        <pc:spChg chg="mod">
          <ac:chgData name="Cynthia George" userId="8e4ca16d49ed6304" providerId="Windows Live" clId="Web-{B0BA6FF4-D003-2B11-C101-C540CE400BED}" dt="2025-11-21T02:49:07.033" v="188" actId="20577"/>
          <ac:spMkLst>
            <pc:docMk/>
            <pc:sldMk cId="2666967848" sldId="2022"/>
            <ac:spMk id="3" creationId="{829B7676-8DFA-5769-F05E-7DAFBF74B1CB}"/>
          </ac:spMkLst>
        </pc:spChg>
      </pc:sldChg>
      <pc:sldChg chg="modSp">
        <pc:chgData name="Cynthia George" userId="8e4ca16d49ed6304" providerId="Windows Live" clId="Web-{B0BA6FF4-D003-2B11-C101-C540CE400BED}" dt="2025-11-21T02:50:48.175" v="199" actId="20577"/>
        <pc:sldMkLst>
          <pc:docMk/>
          <pc:sldMk cId="4275787549" sldId="2023"/>
        </pc:sldMkLst>
        <pc:spChg chg="mod">
          <ac:chgData name="Cynthia George" userId="8e4ca16d49ed6304" providerId="Windows Live" clId="Web-{B0BA6FF4-D003-2B11-C101-C540CE400BED}" dt="2025-11-21T02:50:48.175" v="199" actId="20577"/>
          <ac:spMkLst>
            <pc:docMk/>
            <pc:sldMk cId="4275787549" sldId="2023"/>
            <ac:spMk id="9" creationId="{326CCE3B-6459-FDA4-6FC9-CFEFEF3464F5}"/>
          </ac:spMkLst>
        </pc:spChg>
      </pc:sldChg>
      <pc:sldChg chg="modSp">
        <pc:chgData name="Cynthia George" userId="8e4ca16d49ed6304" providerId="Windows Live" clId="Web-{B0BA6FF4-D003-2B11-C101-C540CE400BED}" dt="2025-11-21T02:51:08.613" v="201" actId="20577"/>
        <pc:sldMkLst>
          <pc:docMk/>
          <pc:sldMk cId="2335197957" sldId="2024"/>
        </pc:sldMkLst>
        <pc:spChg chg="mod">
          <ac:chgData name="Cynthia George" userId="8e4ca16d49ed6304" providerId="Windows Live" clId="Web-{B0BA6FF4-D003-2B11-C101-C540CE400BED}" dt="2025-11-21T02:51:08.613" v="201" actId="20577"/>
          <ac:spMkLst>
            <pc:docMk/>
            <pc:sldMk cId="2335197957" sldId="2024"/>
            <ac:spMk id="9" creationId="{8ABECBB5-7B79-5217-794A-3A7C623D2F04}"/>
          </ac:spMkLst>
        </pc:spChg>
      </pc:sldChg>
      <pc:sldChg chg="modSp">
        <pc:chgData name="Cynthia George" userId="8e4ca16d49ed6304" providerId="Windows Live" clId="Web-{B0BA6FF4-D003-2B11-C101-C540CE400BED}" dt="2025-11-21T02:51:21.629" v="203" actId="20577"/>
        <pc:sldMkLst>
          <pc:docMk/>
          <pc:sldMk cId="3019496049" sldId="2025"/>
        </pc:sldMkLst>
        <pc:spChg chg="mod">
          <ac:chgData name="Cynthia George" userId="8e4ca16d49ed6304" providerId="Windows Live" clId="Web-{B0BA6FF4-D003-2B11-C101-C540CE400BED}" dt="2025-11-21T02:51:21.629" v="203" actId="20577"/>
          <ac:spMkLst>
            <pc:docMk/>
            <pc:sldMk cId="3019496049" sldId="2025"/>
            <ac:spMk id="9" creationId="{0070E561-A999-E694-FECF-49E6BEA71483}"/>
          </ac:spMkLst>
        </pc:spChg>
      </pc:sldChg>
      <pc:sldChg chg="modSp">
        <pc:chgData name="Cynthia George" userId="8e4ca16d49ed6304" providerId="Windows Live" clId="Web-{B0BA6FF4-D003-2B11-C101-C540CE400BED}" dt="2025-11-21T03:16:43.261" v="328" actId="20577"/>
        <pc:sldMkLst>
          <pc:docMk/>
          <pc:sldMk cId="2854450547" sldId="2026"/>
        </pc:sldMkLst>
        <pc:spChg chg="mod">
          <ac:chgData name="Cynthia George" userId="8e4ca16d49ed6304" providerId="Windows Live" clId="Web-{B0BA6FF4-D003-2B11-C101-C540CE400BED}" dt="2025-11-21T03:16:43.261" v="328" actId="20577"/>
          <ac:spMkLst>
            <pc:docMk/>
            <pc:sldMk cId="2854450547" sldId="2026"/>
            <ac:spMk id="9" creationId="{146EBE99-3B16-A325-31A4-C790082A99D7}"/>
          </ac:spMkLst>
        </pc:spChg>
      </pc:sldChg>
      <pc:sldChg chg="modSp add replId">
        <pc:chgData name="Cynthia George" userId="8e4ca16d49ed6304" providerId="Windows Live" clId="Web-{B0BA6FF4-D003-2B11-C101-C540CE400BED}" dt="2025-11-21T02:39:10.721" v="118" actId="20577"/>
        <pc:sldMkLst>
          <pc:docMk/>
          <pc:sldMk cId="1814922231" sldId="2027"/>
        </pc:sldMkLst>
        <pc:spChg chg="mod">
          <ac:chgData name="Cynthia George" userId="8e4ca16d49ed6304" providerId="Windows Live" clId="Web-{B0BA6FF4-D003-2B11-C101-C540CE400BED}" dt="2025-11-21T02:37:29.871" v="103" actId="20577"/>
          <ac:spMkLst>
            <pc:docMk/>
            <pc:sldMk cId="1814922231" sldId="2027"/>
            <ac:spMk id="6" creationId="{8CBD8EF1-07A8-3B5C-934F-A159E8857E2D}"/>
          </ac:spMkLst>
        </pc:spChg>
        <pc:spChg chg="mod">
          <ac:chgData name="Cynthia George" userId="8e4ca16d49ed6304" providerId="Windows Live" clId="Web-{B0BA6FF4-D003-2B11-C101-C540CE400BED}" dt="2025-11-21T02:39:10.721" v="118" actId="20577"/>
          <ac:spMkLst>
            <pc:docMk/>
            <pc:sldMk cId="1814922231" sldId="2027"/>
            <ac:spMk id="10" creationId="{77B86008-D545-6466-8BDD-828A7F6193AA}"/>
          </ac:spMkLst>
        </pc:spChg>
      </pc:sldChg>
      <pc:sldChg chg="modSp add replId">
        <pc:chgData name="Cynthia George" userId="8e4ca16d49ed6304" providerId="Windows Live" clId="Web-{B0BA6FF4-D003-2B11-C101-C540CE400BED}" dt="2025-11-21T02:40:50.584" v="128" actId="20577"/>
        <pc:sldMkLst>
          <pc:docMk/>
          <pc:sldMk cId="3820050000" sldId="2028"/>
        </pc:sldMkLst>
        <pc:spChg chg="mod">
          <ac:chgData name="Cynthia George" userId="8e4ca16d49ed6304" providerId="Windows Live" clId="Web-{B0BA6FF4-D003-2B11-C101-C540CE400BED}" dt="2025-11-21T02:39:27.831" v="120" actId="20577"/>
          <ac:spMkLst>
            <pc:docMk/>
            <pc:sldMk cId="3820050000" sldId="2028"/>
            <ac:spMk id="6" creationId="{6A982B8E-5B11-3B50-3C91-3364A366A04F}"/>
          </ac:spMkLst>
        </pc:spChg>
        <pc:spChg chg="mod">
          <ac:chgData name="Cynthia George" userId="8e4ca16d49ed6304" providerId="Windows Live" clId="Web-{B0BA6FF4-D003-2B11-C101-C540CE400BED}" dt="2025-11-21T02:40:50.584" v="128" actId="20577"/>
          <ac:spMkLst>
            <pc:docMk/>
            <pc:sldMk cId="3820050000" sldId="2028"/>
            <ac:spMk id="10" creationId="{90AE6883-07A6-BE0A-6137-1937FADED2A1}"/>
          </ac:spMkLst>
        </pc:spChg>
      </pc:sldChg>
      <pc:sldChg chg="modSp add replId">
        <pc:chgData name="Cynthia George" userId="8e4ca16d49ed6304" providerId="Windows Live" clId="Web-{B0BA6FF4-D003-2B11-C101-C540CE400BED}" dt="2025-11-21T02:42:27.634" v="145" actId="20577"/>
        <pc:sldMkLst>
          <pc:docMk/>
          <pc:sldMk cId="1668993055" sldId="2029"/>
        </pc:sldMkLst>
        <pc:spChg chg="mod">
          <ac:chgData name="Cynthia George" userId="8e4ca16d49ed6304" providerId="Windows Live" clId="Web-{B0BA6FF4-D003-2B11-C101-C540CE400BED}" dt="2025-11-21T02:42:27.634" v="145" actId="20577"/>
          <ac:spMkLst>
            <pc:docMk/>
            <pc:sldMk cId="1668993055" sldId="2029"/>
            <ac:spMk id="6" creationId="{324B988E-34A9-AA3B-2407-36078A1E7B2D}"/>
          </ac:spMkLst>
        </pc:spChg>
        <pc:spChg chg="mod">
          <ac:chgData name="Cynthia George" userId="8e4ca16d49ed6304" providerId="Windows Live" clId="Web-{B0BA6FF4-D003-2B11-C101-C540CE400BED}" dt="2025-11-21T02:42:25.400" v="144" actId="20577"/>
          <ac:spMkLst>
            <pc:docMk/>
            <pc:sldMk cId="1668993055" sldId="2029"/>
            <ac:spMk id="10" creationId="{4E9BE74A-47E6-80C6-09E3-EF02C7BA0021}"/>
          </ac:spMkLst>
        </pc:spChg>
      </pc:sldChg>
      <pc:sldChg chg="add replId">
        <pc:chgData name="Cynthia George" userId="8e4ca16d49ed6304" providerId="Windows Live" clId="Web-{B0BA6FF4-D003-2B11-C101-C540CE400BED}" dt="2025-11-21T02:56:23.370" v="209"/>
        <pc:sldMkLst>
          <pc:docMk/>
          <pc:sldMk cId="1973655286" sldId="2030"/>
        </pc:sldMkLst>
      </pc:sldChg>
      <pc:sldChg chg="modSp add replId">
        <pc:chgData name="Cynthia George" userId="8e4ca16d49ed6304" providerId="Windows Live" clId="Web-{B0BA6FF4-D003-2B11-C101-C540CE400BED}" dt="2025-11-21T03:05:11.400" v="273" actId="20577"/>
        <pc:sldMkLst>
          <pc:docMk/>
          <pc:sldMk cId="1946709080" sldId="2031"/>
        </pc:sldMkLst>
        <pc:spChg chg="mod">
          <ac:chgData name="Cynthia George" userId="8e4ca16d49ed6304" providerId="Windows Live" clId="Web-{B0BA6FF4-D003-2B11-C101-C540CE400BED}" dt="2025-11-21T03:05:11.400" v="273" actId="20577"/>
          <ac:spMkLst>
            <pc:docMk/>
            <pc:sldMk cId="1946709080" sldId="2031"/>
            <ac:spMk id="4" creationId="{9BFDE511-65A8-C2BE-F4CF-B97D54BD8145}"/>
          </ac:spMkLst>
        </pc:spChg>
        <pc:spChg chg="mod">
          <ac:chgData name="Cynthia George" userId="8e4ca16d49ed6304" providerId="Windows Live" clId="Web-{B0BA6FF4-D003-2B11-C101-C540CE400BED}" dt="2025-11-21T03:05:09.150" v="272" actId="20577"/>
          <ac:spMkLst>
            <pc:docMk/>
            <pc:sldMk cId="1946709080" sldId="2031"/>
            <ac:spMk id="9" creationId="{45DBB7E5-B7B3-56FA-6E2A-01BAC84F6830}"/>
          </ac:spMkLst>
        </pc:spChg>
      </pc:sldChg>
      <pc:sldChg chg="modSp add replId">
        <pc:chgData name="Cynthia George" userId="8e4ca16d49ed6304" providerId="Windows Live" clId="Web-{B0BA6FF4-D003-2B11-C101-C540CE400BED}" dt="2025-11-21T03:06:38.105" v="285" actId="20577"/>
        <pc:sldMkLst>
          <pc:docMk/>
          <pc:sldMk cId="1314890276" sldId="2032"/>
        </pc:sldMkLst>
        <pc:spChg chg="mod">
          <ac:chgData name="Cynthia George" userId="8e4ca16d49ed6304" providerId="Windows Live" clId="Web-{B0BA6FF4-D003-2B11-C101-C540CE400BED}" dt="2025-11-21T03:06:38.105" v="285" actId="20577"/>
          <ac:spMkLst>
            <pc:docMk/>
            <pc:sldMk cId="1314890276" sldId="2032"/>
            <ac:spMk id="4" creationId="{0070BA3A-0226-3C7B-9BA6-FC2B2BC3791A}"/>
          </ac:spMkLst>
        </pc:spChg>
        <pc:spChg chg="mod">
          <ac:chgData name="Cynthia George" userId="8e4ca16d49ed6304" providerId="Windows Live" clId="Web-{B0BA6FF4-D003-2B11-C101-C540CE400BED}" dt="2025-11-21T03:06:34.496" v="283" actId="20577"/>
          <ac:spMkLst>
            <pc:docMk/>
            <pc:sldMk cId="1314890276" sldId="2032"/>
            <ac:spMk id="9" creationId="{F5FEC6C6-D357-D176-3B6B-C56AB77537F9}"/>
          </ac:spMkLst>
        </pc:spChg>
      </pc:sldChg>
      <pc:sldChg chg="modSp add replId">
        <pc:chgData name="Cynthia George" userId="8e4ca16d49ed6304" providerId="Windows Live" clId="Web-{B0BA6FF4-D003-2B11-C101-C540CE400BED}" dt="2025-11-21T03:08:32.701" v="307" actId="20577"/>
        <pc:sldMkLst>
          <pc:docMk/>
          <pc:sldMk cId="1267915259" sldId="2033"/>
        </pc:sldMkLst>
        <pc:spChg chg="mod">
          <ac:chgData name="Cynthia George" userId="8e4ca16d49ed6304" providerId="Windows Live" clId="Web-{B0BA6FF4-D003-2B11-C101-C540CE400BED}" dt="2025-11-21T03:08:32.701" v="307" actId="20577"/>
          <ac:spMkLst>
            <pc:docMk/>
            <pc:sldMk cId="1267915259" sldId="2033"/>
            <ac:spMk id="4" creationId="{2B64F2E2-0DEE-EB02-1298-9DAC8E268637}"/>
          </ac:spMkLst>
        </pc:spChg>
        <pc:spChg chg="mod">
          <ac:chgData name="Cynthia George" userId="8e4ca16d49ed6304" providerId="Windows Live" clId="Web-{B0BA6FF4-D003-2B11-C101-C540CE400BED}" dt="2025-11-21T03:08:18.122" v="305" actId="20577"/>
          <ac:spMkLst>
            <pc:docMk/>
            <pc:sldMk cId="1267915259" sldId="2033"/>
            <ac:spMk id="9" creationId="{1607487B-29F7-2A82-5C0F-F0D5C9495B24}"/>
          </ac:spMkLst>
        </pc:spChg>
      </pc:sldChg>
      <pc:sldChg chg="modSp add replId">
        <pc:chgData name="Cynthia George" userId="8e4ca16d49ed6304" providerId="Windows Live" clId="Web-{B0BA6FF4-D003-2B11-C101-C540CE400BED}" dt="2025-11-21T03:14:29.038" v="325" actId="20577"/>
        <pc:sldMkLst>
          <pc:docMk/>
          <pc:sldMk cId="898991233" sldId="2034"/>
        </pc:sldMkLst>
        <pc:spChg chg="mod">
          <ac:chgData name="Cynthia George" userId="8e4ca16d49ed6304" providerId="Windows Live" clId="Web-{B0BA6FF4-D003-2B11-C101-C540CE400BED}" dt="2025-11-21T03:14:29.038" v="325" actId="20577"/>
          <ac:spMkLst>
            <pc:docMk/>
            <pc:sldMk cId="898991233" sldId="2034"/>
            <ac:spMk id="4" creationId="{64260517-97E5-54F3-D363-4636950122E5}"/>
          </ac:spMkLst>
        </pc:spChg>
        <pc:spChg chg="mod">
          <ac:chgData name="Cynthia George" userId="8e4ca16d49ed6304" providerId="Windows Live" clId="Web-{B0BA6FF4-D003-2B11-C101-C540CE400BED}" dt="2025-11-21T03:14:26.210" v="323" actId="20577"/>
          <ac:spMkLst>
            <pc:docMk/>
            <pc:sldMk cId="898991233" sldId="2034"/>
            <ac:spMk id="9" creationId="{3BBEFEFE-7CB6-E8EB-85EF-DA6EBE32ED2C}"/>
          </ac:spMkLst>
        </pc:spChg>
      </pc:sldChg>
      <pc:sldChg chg="modSp add replId">
        <pc:chgData name="Cynthia George" userId="8e4ca16d49ed6304" providerId="Windows Live" clId="Web-{B0BA6FF4-D003-2B11-C101-C540CE400BED}" dt="2025-11-21T03:32:35.244" v="458" actId="20577"/>
        <pc:sldMkLst>
          <pc:docMk/>
          <pc:sldMk cId="1875639084" sldId="2035"/>
        </pc:sldMkLst>
        <pc:spChg chg="mod">
          <ac:chgData name="Cynthia George" userId="8e4ca16d49ed6304" providerId="Windows Live" clId="Web-{B0BA6FF4-D003-2B11-C101-C540CE400BED}" dt="2025-11-21T03:32:35.244" v="458" actId="20577"/>
          <ac:spMkLst>
            <pc:docMk/>
            <pc:sldMk cId="1875639084" sldId="2035"/>
            <ac:spMk id="5" creationId="{3050F6EC-0781-EB34-4A55-D1291A4179A5}"/>
          </ac:spMkLst>
        </pc:spChg>
        <pc:spChg chg="mod">
          <ac:chgData name="Cynthia George" userId="8e4ca16d49ed6304" providerId="Windows Live" clId="Web-{B0BA6FF4-D003-2B11-C101-C540CE400BED}" dt="2025-11-21T03:21:50.068" v="363" actId="20577"/>
          <ac:spMkLst>
            <pc:docMk/>
            <pc:sldMk cId="1875639084" sldId="2035"/>
            <ac:spMk id="6" creationId="{05306BE0-58C3-5EDC-5B28-59D750078980}"/>
          </ac:spMkLst>
        </pc:spChg>
        <pc:spChg chg="mod">
          <ac:chgData name="Cynthia George" userId="8e4ca16d49ed6304" providerId="Windows Live" clId="Web-{B0BA6FF4-D003-2B11-C101-C540CE400BED}" dt="2025-11-21T03:27:08.646" v="409" actId="20577"/>
          <ac:spMkLst>
            <pc:docMk/>
            <pc:sldMk cId="1875639084" sldId="2035"/>
            <ac:spMk id="9" creationId="{F3624E63-169E-6086-752B-E2B32A2E3856}"/>
          </ac:spMkLst>
        </pc:spChg>
      </pc:sldChg>
      <pc:sldChg chg="modSp add replId">
        <pc:chgData name="Cynthia George" userId="8e4ca16d49ed6304" providerId="Windows Live" clId="Web-{B0BA6FF4-D003-2B11-C101-C540CE400BED}" dt="2025-11-21T03:32:46.823" v="459" actId="20577"/>
        <pc:sldMkLst>
          <pc:docMk/>
          <pc:sldMk cId="2917506811" sldId="2036"/>
        </pc:sldMkLst>
        <pc:spChg chg="mod">
          <ac:chgData name="Cynthia George" userId="8e4ca16d49ed6304" providerId="Windows Live" clId="Web-{B0BA6FF4-D003-2B11-C101-C540CE400BED}" dt="2025-11-21T03:32:46.823" v="459" actId="20577"/>
          <ac:spMkLst>
            <pc:docMk/>
            <pc:sldMk cId="2917506811" sldId="2036"/>
            <ac:spMk id="5" creationId="{D27215EC-3173-D6B0-AF0A-481F9FC19602}"/>
          </ac:spMkLst>
        </pc:spChg>
        <pc:spChg chg="mod">
          <ac:chgData name="Cynthia George" userId="8e4ca16d49ed6304" providerId="Windows Live" clId="Web-{B0BA6FF4-D003-2B11-C101-C540CE400BED}" dt="2025-11-21T03:22:54.990" v="379" actId="20577"/>
          <ac:spMkLst>
            <pc:docMk/>
            <pc:sldMk cId="2917506811" sldId="2036"/>
            <ac:spMk id="6" creationId="{8D1BDDEE-D8AD-ADEB-3554-0C979E316738}"/>
          </ac:spMkLst>
        </pc:spChg>
        <pc:spChg chg="mod">
          <ac:chgData name="Cynthia George" userId="8e4ca16d49ed6304" providerId="Windows Live" clId="Web-{B0BA6FF4-D003-2B11-C101-C540CE400BED}" dt="2025-11-21T03:26:59.600" v="407" actId="20577"/>
          <ac:spMkLst>
            <pc:docMk/>
            <pc:sldMk cId="2917506811" sldId="2036"/>
            <ac:spMk id="9" creationId="{20662AFC-7AAD-04B8-3DDF-E025C34B7E9B}"/>
          </ac:spMkLst>
        </pc:spChg>
      </pc:sldChg>
      <pc:sldChg chg="modSp add replId">
        <pc:chgData name="Cynthia George" userId="8e4ca16d49ed6304" providerId="Windows Live" clId="Web-{B0BA6FF4-D003-2B11-C101-C540CE400BED}" dt="2025-11-21T03:32:52.338" v="460" actId="20577"/>
        <pc:sldMkLst>
          <pc:docMk/>
          <pc:sldMk cId="2764843530" sldId="2037"/>
        </pc:sldMkLst>
        <pc:spChg chg="mod">
          <ac:chgData name="Cynthia George" userId="8e4ca16d49ed6304" providerId="Windows Live" clId="Web-{B0BA6FF4-D003-2B11-C101-C540CE400BED}" dt="2025-11-21T03:32:52.338" v="460" actId="20577"/>
          <ac:spMkLst>
            <pc:docMk/>
            <pc:sldMk cId="2764843530" sldId="2037"/>
            <ac:spMk id="5" creationId="{878E8DC8-8899-7584-FEF9-4DAC75D5CAD1}"/>
          </ac:spMkLst>
        </pc:spChg>
        <pc:spChg chg="mod">
          <ac:chgData name="Cynthia George" userId="8e4ca16d49ed6304" providerId="Windows Live" clId="Web-{B0BA6FF4-D003-2B11-C101-C540CE400BED}" dt="2025-11-21T03:23:34.365" v="387" actId="20577"/>
          <ac:spMkLst>
            <pc:docMk/>
            <pc:sldMk cId="2764843530" sldId="2037"/>
            <ac:spMk id="6" creationId="{AD2BF886-C11A-E8FA-AAD7-8D1B3EF9E9AD}"/>
          </ac:spMkLst>
        </pc:spChg>
        <pc:spChg chg="mod">
          <ac:chgData name="Cynthia George" userId="8e4ca16d49ed6304" providerId="Windows Live" clId="Web-{B0BA6FF4-D003-2B11-C101-C540CE400BED}" dt="2025-11-21T03:26:45.959" v="406" actId="20577"/>
          <ac:spMkLst>
            <pc:docMk/>
            <pc:sldMk cId="2764843530" sldId="2037"/>
            <ac:spMk id="9" creationId="{C73212C2-5AC1-5EB9-2AD6-9C6313477780}"/>
          </ac:spMkLst>
        </pc:spChg>
      </pc:sldChg>
      <pc:sldChg chg="modSp add replId">
        <pc:chgData name="Cynthia George" userId="8e4ca16d49ed6304" providerId="Windows Live" clId="Web-{B0BA6FF4-D003-2B11-C101-C540CE400BED}" dt="2025-11-21T03:32:58.698" v="461" actId="20577"/>
        <pc:sldMkLst>
          <pc:docMk/>
          <pc:sldMk cId="924509609" sldId="2038"/>
        </pc:sldMkLst>
        <pc:spChg chg="mod">
          <ac:chgData name="Cynthia George" userId="8e4ca16d49ed6304" providerId="Windows Live" clId="Web-{B0BA6FF4-D003-2B11-C101-C540CE400BED}" dt="2025-11-21T03:32:58.698" v="461" actId="20577"/>
          <ac:spMkLst>
            <pc:docMk/>
            <pc:sldMk cId="924509609" sldId="2038"/>
            <ac:spMk id="5" creationId="{3CCDEEAB-F4F1-DAB5-FC78-EB233EA8D43C}"/>
          </ac:spMkLst>
        </pc:spChg>
        <pc:spChg chg="mod">
          <ac:chgData name="Cynthia George" userId="8e4ca16d49ed6304" providerId="Windows Live" clId="Web-{B0BA6FF4-D003-2B11-C101-C540CE400BED}" dt="2025-11-21T03:24:16.115" v="393" actId="20577"/>
          <ac:spMkLst>
            <pc:docMk/>
            <pc:sldMk cId="924509609" sldId="2038"/>
            <ac:spMk id="6" creationId="{6ADD38BC-C70B-1D9F-B997-B7706A538CE7}"/>
          </ac:spMkLst>
        </pc:spChg>
        <pc:spChg chg="mod">
          <ac:chgData name="Cynthia George" userId="8e4ca16d49ed6304" providerId="Windows Live" clId="Web-{B0BA6FF4-D003-2B11-C101-C540CE400BED}" dt="2025-11-21T03:26:36.021" v="405" actId="20577"/>
          <ac:spMkLst>
            <pc:docMk/>
            <pc:sldMk cId="924509609" sldId="2038"/>
            <ac:spMk id="9" creationId="{F3C9839B-04EA-F78A-1944-13463BA15657}"/>
          </ac:spMkLst>
        </pc:spChg>
      </pc:sldChg>
    </pc:docChg>
  </pc:docChgLst>
  <pc:docChgLst>
    <pc:chgData name="Guest User" providerId="Windows Live" clId="Web-{783085D4-89F7-C519-49FC-14E50B90F439}"/>
    <pc:docChg chg="addSld modSld sldOrd">
      <pc:chgData name="Guest User" userId="" providerId="Windows Live" clId="Web-{783085D4-89F7-C519-49FC-14E50B90F439}" dt="2025-11-22T04:18:25.721" v="171" actId="20577"/>
      <pc:docMkLst>
        <pc:docMk/>
      </pc:docMkLst>
      <pc:sldChg chg="modSp">
        <pc:chgData name="Guest User" userId="" providerId="Windows Live" clId="Web-{783085D4-89F7-C519-49FC-14E50B90F439}" dt="2025-11-22T04:18:05.408" v="170" actId="20577"/>
        <pc:sldMkLst>
          <pc:docMk/>
          <pc:sldMk cId="140346443" sldId="822"/>
        </pc:sldMkLst>
        <pc:spChg chg="mod">
          <ac:chgData name="Guest User" userId="" providerId="Windows Live" clId="Web-{783085D4-89F7-C519-49FC-14E50B90F439}" dt="2025-11-22T04:10:42.272" v="1" actId="20577"/>
          <ac:spMkLst>
            <pc:docMk/>
            <pc:sldMk cId="140346443" sldId="822"/>
            <ac:spMk id="6" creationId="{B48AEF40-D79D-77F3-773C-095D81075E36}"/>
          </ac:spMkLst>
        </pc:spChg>
        <pc:spChg chg="mod">
          <ac:chgData name="Guest User" userId="" providerId="Windows Live" clId="Web-{783085D4-89F7-C519-49FC-14E50B90F439}" dt="2025-11-22T04:18:05.408" v="170" actId="20577"/>
          <ac:spMkLst>
            <pc:docMk/>
            <pc:sldMk cId="140346443" sldId="822"/>
            <ac:spMk id="10" creationId="{60127C6D-3342-C831-3981-C5030CF3B941}"/>
          </ac:spMkLst>
        </pc:spChg>
      </pc:sldChg>
      <pc:sldChg chg="modSp">
        <pc:chgData name="Guest User" userId="" providerId="Windows Live" clId="Web-{783085D4-89F7-C519-49FC-14E50B90F439}" dt="2025-11-22T04:17:00.517" v="163" actId="20577"/>
        <pc:sldMkLst>
          <pc:docMk/>
          <pc:sldMk cId="1814922231" sldId="2027"/>
        </pc:sldMkLst>
        <pc:spChg chg="mod">
          <ac:chgData name="Guest User" userId="" providerId="Windows Live" clId="Web-{783085D4-89F7-C519-49FC-14E50B90F439}" dt="2025-11-22T04:11:41.635" v="16" actId="20577"/>
          <ac:spMkLst>
            <pc:docMk/>
            <pc:sldMk cId="1814922231" sldId="2027"/>
            <ac:spMk id="6" creationId="{8CBD8EF1-07A8-3B5C-934F-A159E8857E2D}"/>
          </ac:spMkLst>
        </pc:spChg>
        <pc:spChg chg="mod">
          <ac:chgData name="Guest User" userId="" providerId="Windows Live" clId="Web-{783085D4-89F7-C519-49FC-14E50B90F439}" dt="2025-11-22T04:17:00.517" v="163" actId="20577"/>
          <ac:spMkLst>
            <pc:docMk/>
            <pc:sldMk cId="1814922231" sldId="2027"/>
            <ac:spMk id="10" creationId="{77B86008-D545-6466-8BDD-828A7F6193AA}"/>
          </ac:spMkLst>
        </pc:spChg>
      </pc:sldChg>
      <pc:sldChg chg="modSp">
        <pc:chgData name="Guest User" userId="" providerId="Windows Live" clId="Web-{783085D4-89F7-C519-49FC-14E50B90F439}" dt="2025-11-22T04:16:42.032" v="161" actId="20577"/>
        <pc:sldMkLst>
          <pc:docMk/>
          <pc:sldMk cId="3820050000" sldId="2028"/>
        </pc:sldMkLst>
        <pc:spChg chg="mod">
          <ac:chgData name="Guest User" userId="" providerId="Windows Live" clId="Web-{783085D4-89F7-C519-49FC-14E50B90F439}" dt="2025-11-22T04:16:42.032" v="161" actId="20577"/>
          <ac:spMkLst>
            <pc:docMk/>
            <pc:sldMk cId="3820050000" sldId="2028"/>
            <ac:spMk id="6" creationId="{6A982B8E-5B11-3B50-3C91-3364A366A04F}"/>
          </ac:spMkLst>
        </pc:spChg>
        <pc:spChg chg="mod">
          <ac:chgData name="Guest User" userId="" providerId="Windows Live" clId="Web-{783085D4-89F7-C519-49FC-14E50B90F439}" dt="2025-11-22T04:14:30.171" v="41" actId="20577"/>
          <ac:spMkLst>
            <pc:docMk/>
            <pc:sldMk cId="3820050000" sldId="2028"/>
            <ac:spMk id="10" creationId="{90AE6883-07A6-BE0A-6137-1937FADED2A1}"/>
          </ac:spMkLst>
        </pc:spChg>
      </pc:sldChg>
      <pc:sldChg chg="modSp ord">
        <pc:chgData name="Guest User" userId="" providerId="Windows Live" clId="Web-{783085D4-89F7-C519-49FC-14E50B90F439}" dt="2025-11-22T04:17:49.705" v="165" actId="20577"/>
        <pc:sldMkLst>
          <pc:docMk/>
          <pc:sldMk cId="1668993055" sldId="2029"/>
        </pc:sldMkLst>
        <pc:spChg chg="mod">
          <ac:chgData name="Guest User" userId="" providerId="Windows Live" clId="Web-{783085D4-89F7-C519-49FC-14E50B90F439}" dt="2025-11-22T04:13:49.185" v="33" actId="20577"/>
          <ac:spMkLst>
            <pc:docMk/>
            <pc:sldMk cId="1668993055" sldId="2029"/>
            <ac:spMk id="6" creationId="{324B988E-34A9-AA3B-2407-36078A1E7B2D}"/>
          </ac:spMkLst>
        </pc:spChg>
        <pc:spChg chg="mod">
          <ac:chgData name="Guest User" userId="" providerId="Windows Live" clId="Web-{783085D4-89F7-C519-49FC-14E50B90F439}" dt="2025-11-22T04:17:49.705" v="165" actId="20577"/>
          <ac:spMkLst>
            <pc:docMk/>
            <pc:sldMk cId="1668993055" sldId="2029"/>
            <ac:spMk id="10" creationId="{4E9BE74A-47E6-80C6-09E3-EF02C7BA0021}"/>
          </ac:spMkLst>
        </pc:spChg>
      </pc:sldChg>
      <pc:sldChg chg="modSp add replId">
        <pc:chgData name="Guest User" userId="" providerId="Windows Live" clId="Web-{783085D4-89F7-C519-49FC-14E50B90F439}" dt="2025-11-22T04:18:25.721" v="171" actId="20577"/>
        <pc:sldMkLst>
          <pc:docMk/>
          <pc:sldMk cId="153417729" sldId="2040"/>
        </pc:sldMkLst>
        <pc:spChg chg="mod">
          <ac:chgData name="Guest User" userId="" providerId="Windows Live" clId="Web-{783085D4-89F7-C519-49FC-14E50B90F439}" dt="2025-11-22T04:16:36.704" v="159" actId="20577"/>
          <ac:spMkLst>
            <pc:docMk/>
            <pc:sldMk cId="153417729" sldId="2040"/>
            <ac:spMk id="6" creationId="{1A749FE3-8E22-60AA-D9FA-2D3B3D44C62E}"/>
          </ac:spMkLst>
        </pc:spChg>
        <pc:spChg chg="mod">
          <ac:chgData name="Guest User" userId="" providerId="Windows Live" clId="Web-{783085D4-89F7-C519-49FC-14E50B90F439}" dt="2025-11-22T04:18:25.721" v="171" actId="20577"/>
          <ac:spMkLst>
            <pc:docMk/>
            <pc:sldMk cId="153417729" sldId="2040"/>
            <ac:spMk id="10" creationId="{63618169-11E2-2275-6235-72E14144FA6E}"/>
          </ac:spMkLst>
        </pc:spChg>
      </pc:sldChg>
    </pc:docChg>
  </pc:docChgLst>
  <pc:docChgLst>
    <pc:chgData name="Cynthia George" userId="8e4ca16d49ed6304" providerId="LiveId" clId="{B7BD43CF-A990-3467-A82C-91EE96552C58}"/>
    <pc:docChg chg="addSld delSld modSld">
      <pc:chgData name="Cynthia George" userId="8e4ca16d49ed6304" providerId="LiveId" clId="{B7BD43CF-A990-3467-A82C-91EE96552C58}" dt="2025-11-22T03:47:58.189" v="35" actId="2696"/>
      <pc:docMkLst>
        <pc:docMk/>
      </pc:docMkLst>
      <pc:sldChg chg="modSp mod">
        <pc:chgData name="Cynthia George" userId="8e4ca16d49ed6304" providerId="LiveId" clId="{B7BD43CF-A990-3467-A82C-91EE96552C58}" dt="2025-11-22T03:16:16.272" v="31" actId="2"/>
        <pc:sldMkLst>
          <pc:docMk/>
          <pc:sldMk cId="140346443" sldId="822"/>
        </pc:sldMkLst>
        <pc:spChg chg="mod">
          <ac:chgData name="Cynthia George" userId="8e4ca16d49ed6304" providerId="LiveId" clId="{B7BD43CF-A990-3467-A82C-91EE96552C58}" dt="2025-11-22T03:16:16.272" v="31" actId="2"/>
          <ac:spMkLst>
            <pc:docMk/>
            <pc:sldMk cId="140346443" sldId="822"/>
            <ac:spMk id="10" creationId="{60127C6D-3342-C831-3981-C5030CF3B941}"/>
          </ac:spMkLst>
        </pc:spChg>
      </pc:sldChg>
      <pc:sldChg chg="modSp mod">
        <pc:chgData name="Cynthia George" userId="8e4ca16d49ed6304" providerId="LiveId" clId="{B7BD43CF-A990-3467-A82C-91EE96552C58}" dt="2025-11-21T07:29:53.187" v="3" actId="20577"/>
        <pc:sldMkLst>
          <pc:docMk/>
          <pc:sldMk cId="3359142403" sldId="1827"/>
        </pc:sldMkLst>
        <pc:spChg chg="mod">
          <ac:chgData name="Cynthia George" userId="8e4ca16d49ed6304" providerId="LiveId" clId="{B7BD43CF-A990-3467-A82C-91EE96552C58}" dt="2025-11-21T07:29:53.187" v="3" actId="20577"/>
          <ac:spMkLst>
            <pc:docMk/>
            <pc:sldMk cId="3359142403" sldId="1827"/>
            <ac:spMk id="9" creationId="{4536F35D-48AB-EDB2-4394-D9653B1CDDAF}"/>
          </ac:spMkLst>
        </pc:spChg>
      </pc:sldChg>
      <pc:sldChg chg="modSp mod">
        <pc:chgData name="Cynthia George" userId="8e4ca16d49ed6304" providerId="LiveId" clId="{B7BD43CF-A990-3467-A82C-91EE96552C58}" dt="2025-11-21T07:31:56.623" v="10" actId="20577"/>
        <pc:sldMkLst>
          <pc:docMk/>
          <pc:sldMk cId="2020830256" sldId="1980"/>
        </pc:sldMkLst>
        <pc:spChg chg="mod">
          <ac:chgData name="Cynthia George" userId="8e4ca16d49ed6304" providerId="LiveId" clId="{B7BD43CF-A990-3467-A82C-91EE96552C58}" dt="2025-11-21T07:31:56.623" v="10" actId="20577"/>
          <ac:spMkLst>
            <pc:docMk/>
            <pc:sldMk cId="2020830256" sldId="1980"/>
            <ac:spMk id="6" creationId="{1DB8CD47-125C-DFC4-3409-3D053915A710}"/>
          </ac:spMkLst>
        </pc:spChg>
      </pc:sldChg>
      <pc:sldChg chg="modSp mod">
        <pc:chgData name="Cynthia George" userId="8e4ca16d49ed6304" providerId="LiveId" clId="{B7BD43CF-A990-3467-A82C-91EE96552C58}" dt="2025-11-21T07:33:35.949" v="15" actId="1076"/>
        <pc:sldMkLst>
          <pc:docMk/>
          <pc:sldMk cId="307999656" sldId="1994"/>
        </pc:sldMkLst>
        <pc:spChg chg="mod">
          <ac:chgData name="Cynthia George" userId="8e4ca16d49ed6304" providerId="LiveId" clId="{B7BD43CF-A990-3467-A82C-91EE96552C58}" dt="2025-11-21T07:33:35.949" v="15" actId="1076"/>
          <ac:spMkLst>
            <pc:docMk/>
            <pc:sldMk cId="307999656" sldId="1994"/>
            <ac:spMk id="9" creationId="{A7AF72BB-021A-3394-7719-374EB85FE164}"/>
          </ac:spMkLst>
        </pc:spChg>
      </pc:sldChg>
      <pc:sldChg chg="modSp mod">
        <pc:chgData name="Cynthia George" userId="8e4ca16d49ed6304" providerId="LiveId" clId="{B7BD43CF-A990-3467-A82C-91EE96552C58}" dt="2025-11-22T03:16:31.622" v="32" actId="22"/>
        <pc:sldMkLst>
          <pc:docMk/>
          <pc:sldMk cId="1814922231" sldId="2027"/>
        </pc:sldMkLst>
        <pc:spChg chg="mod">
          <ac:chgData name="Cynthia George" userId="8e4ca16d49ed6304" providerId="LiveId" clId="{B7BD43CF-A990-3467-A82C-91EE96552C58}" dt="2025-11-22T03:16:31.622" v="32" actId="22"/>
          <ac:spMkLst>
            <pc:docMk/>
            <pc:sldMk cId="1814922231" sldId="2027"/>
            <ac:spMk id="10" creationId="{77B86008-D545-6466-8BDD-828A7F6193AA}"/>
          </ac:spMkLst>
        </pc:spChg>
      </pc:sldChg>
      <pc:sldChg chg="modSp mod">
        <pc:chgData name="Cynthia George" userId="8e4ca16d49ed6304" providerId="LiveId" clId="{B7BD43CF-A990-3467-A82C-91EE96552C58}" dt="2025-11-22T03:16:40.718" v="33" actId="22"/>
        <pc:sldMkLst>
          <pc:docMk/>
          <pc:sldMk cId="3820050000" sldId="2028"/>
        </pc:sldMkLst>
        <pc:spChg chg="mod">
          <ac:chgData name="Cynthia George" userId="8e4ca16d49ed6304" providerId="LiveId" clId="{B7BD43CF-A990-3467-A82C-91EE96552C58}" dt="2025-11-22T03:16:40.718" v="33" actId="22"/>
          <ac:spMkLst>
            <pc:docMk/>
            <pc:sldMk cId="3820050000" sldId="2028"/>
            <ac:spMk id="10" creationId="{90AE6883-07A6-BE0A-6137-1937FADED2A1}"/>
          </ac:spMkLst>
        </pc:spChg>
      </pc:sldChg>
      <pc:sldChg chg="new del">
        <pc:chgData name="Cynthia George" userId="8e4ca16d49ed6304" providerId="LiveId" clId="{B7BD43CF-A990-3467-A82C-91EE96552C58}" dt="2025-11-22T03:47:58.189" v="35" actId="2696"/>
        <pc:sldMkLst>
          <pc:docMk/>
          <pc:sldMk cId="1313043530" sldId="2040"/>
        </pc:sldMkLst>
      </pc:sldChg>
    </pc:docChg>
  </pc:docChgLst>
  <pc:docChgLst>
    <pc:chgData name="Guest User" providerId="Windows Live" clId="Web-{ED3B9CF4-B7A7-EF87-7448-8C9C3A3D9598}"/>
    <pc:docChg chg="addSld modSld">
      <pc:chgData name="Guest User" userId="" providerId="Windows Live" clId="Web-{ED3B9CF4-B7A7-EF87-7448-8C9C3A3D9598}" dt="2025-11-21T14:49:48.117" v="139" actId="20577"/>
      <pc:docMkLst>
        <pc:docMk/>
      </pc:docMkLst>
      <pc:sldChg chg="modSp">
        <pc:chgData name="Guest User" userId="" providerId="Windows Live" clId="Web-{ED3B9CF4-B7A7-EF87-7448-8C9C3A3D9598}" dt="2025-11-21T14:47:12.710" v="127" actId="20577"/>
        <pc:sldMkLst>
          <pc:docMk/>
          <pc:sldMk cId="2332149466" sldId="1412"/>
        </pc:sldMkLst>
        <pc:spChg chg="mod">
          <ac:chgData name="Guest User" userId="" providerId="Windows Live" clId="Web-{ED3B9CF4-B7A7-EF87-7448-8C9C3A3D9598}" dt="2025-11-21T14:47:12.710" v="127" actId="20577"/>
          <ac:spMkLst>
            <pc:docMk/>
            <pc:sldMk cId="2332149466" sldId="1412"/>
            <ac:spMk id="6" creationId="{00B7E6C3-DC3B-BC8E-EE75-86995C7F8ADF}"/>
          </ac:spMkLst>
        </pc:spChg>
      </pc:sldChg>
      <pc:sldChg chg="modSp">
        <pc:chgData name="Guest User" userId="" providerId="Windows Live" clId="Web-{ED3B9CF4-B7A7-EF87-7448-8C9C3A3D9598}" dt="2025-11-21T14:48:54.382" v="133" actId="20577"/>
        <pc:sldMkLst>
          <pc:docMk/>
          <pc:sldMk cId="2374215211" sldId="1788"/>
        </pc:sldMkLst>
        <pc:spChg chg="mod">
          <ac:chgData name="Guest User" userId="" providerId="Windows Live" clId="Web-{ED3B9CF4-B7A7-EF87-7448-8C9C3A3D9598}" dt="2025-11-21T14:48:54.382" v="133" actId="20577"/>
          <ac:spMkLst>
            <pc:docMk/>
            <pc:sldMk cId="2374215211" sldId="1788"/>
            <ac:spMk id="6" creationId="{E3320070-4C2D-4369-CDCF-0BF8D63BA87B}"/>
          </ac:spMkLst>
        </pc:spChg>
      </pc:sldChg>
      <pc:sldChg chg="modSp">
        <pc:chgData name="Guest User" userId="" providerId="Windows Live" clId="Web-{ED3B9CF4-B7A7-EF87-7448-8C9C3A3D9598}" dt="2025-11-21T14:49:06.445" v="135" actId="20577"/>
        <pc:sldMkLst>
          <pc:docMk/>
          <pc:sldMk cId="1239366888" sldId="1789"/>
        </pc:sldMkLst>
        <pc:spChg chg="mod">
          <ac:chgData name="Guest User" userId="" providerId="Windows Live" clId="Web-{ED3B9CF4-B7A7-EF87-7448-8C9C3A3D9598}" dt="2025-11-21T14:49:06.445" v="135" actId="20577"/>
          <ac:spMkLst>
            <pc:docMk/>
            <pc:sldMk cId="1239366888" sldId="1789"/>
            <ac:spMk id="6" creationId="{5B2B34EF-12AB-0A36-E099-97350A90A42F}"/>
          </ac:spMkLst>
        </pc:spChg>
      </pc:sldChg>
      <pc:sldChg chg="modSp">
        <pc:chgData name="Guest User" userId="" providerId="Windows Live" clId="Web-{ED3B9CF4-B7A7-EF87-7448-8C9C3A3D9598}" dt="2025-11-21T14:49:17.617" v="137" actId="20577"/>
        <pc:sldMkLst>
          <pc:docMk/>
          <pc:sldMk cId="2593219475" sldId="1790"/>
        </pc:sldMkLst>
        <pc:spChg chg="mod">
          <ac:chgData name="Guest User" userId="" providerId="Windows Live" clId="Web-{ED3B9CF4-B7A7-EF87-7448-8C9C3A3D9598}" dt="2025-11-21T14:49:17.617" v="137" actId="20577"/>
          <ac:spMkLst>
            <pc:docMk/>
            <pc:sldMk cId="2593219475" sldId="1790"/>
            <ac:spMk id="6" creationId="{DE4A21D7-7403-3944-386C-7AB2825E4EAA}"/>
          </ac:spMkLst>
        </pc:spChg>
      </pc:sldChg>
      <pc:sldChg chg="modSp">
        <pc:chgData name="Guest User" userId="" providerId="Windows Live" clId="Web-{ED3B9CF4-B7A7-EF87-7448-8C9C3A3D9598}" dt="2025-11-21T14:49:48.117" v="139" actId="20577"/>
        <pc:sldMkLst>
          <pc:docMk/>
          <pc:sldMk cId="482209960" sldId="1791"/>
        </pc:sldMkLst>
        <pc:spChg chg="mod">
          <ac:chgData name="Guest User" userId="" providerId="Windows Live" clId="Web-{ED3B9CF4-B7A7-EF87-7448-8C9C3A3D9598}" dt="2025-11-21T14:49:48.117" v="139" actId="20577"/>
          <ac:spMkLst>
            <pc:docMk/>
            <pc:sldMk cId="482209960" sldId="1791"/>
            <ac:spMk id="6" creationId="{7141E439-6EDB-45AD-1FE8-69020955A0F9}"/>
          </ac:spMkLst>
        </pc:spChg>
      </pc:sldChg>
      <pc:sldChg chg="modSp">
        <pc:chgData name="Guest User" userId="" providerId="Windows Live" clId="Web-{ED3B9CF4-B7A7-EF87-7448-8C9C3A3D9598}" dt="2025-11-21T14:33:28.254" v="3" actId="20577"/>
        <pc:sldMkLst>
          <pc:docMk/>
          <pc:sldMk cId="2406581127" sldId="1826"/>
        </pc:sldMkLst>
        <pc:spChg chg="mod">
          <ac:chgData name="Guest User" userId="" providerId="Windows Live" clId="Web-{ED3B9CF4-B7A7-EF87-7448-8C9C3A3D9598}" dt="2025-11-21T14:33:28.254" v="3" actId="20577"/>
          <ac:spMkLst>
            <pc:docMk/>
            <pc:sldMk cId="2406581127" sldId="1826"/>
            <ac:spMk id="7" creationId="{F5DD54E3-DC06-0B2F-B4DC-3A634421A604}"/>
          </ac:spMkLst>
        </pc:spChg>
      </pc:sldChg>
      <pc:sldChg chg="modSp">
        <pc:chgData name="Guest User" userId="" providerId="Windows Live" clId="Web-{ED3B9CF4-B7A7-EF87-7448-8C9C3A3D9598}" dt="2025-11-21T14:43:13.053" v="114" actId="1076"/>
        <pc:sldMkLst>
          <pc:docMk/>
          <pc:sldMk cId="3359142403" sldId="1827"/>
        </pc:sldMkLst>
        <pc:spChg chg="mod">
          <ac:chgData name="Guest User" userId="" providerId="Windows Live" clId="Web-{ED3B9CF4-B7A7-EF87-7448-8C9C3A3D9598}" dt="2025-11-21T14:35:27.848" v="23" actId="1076"/>
          <ac:spMkLst>
            <pc:docMk/>
            <pc:sldMk cId="3359142403" sldId="1827"/>
            <ac:spMk id="2" creationId="{C12247C4-7A0E-CA01-D3F5-C5DDF9F128FF}"/>
          </ac:spMkLst>
        </pc:spChg>
        <pc:spChg chg="mod">
          <ac:chgData name="Guest User" userId="" providerId="Windows Live" clId="Web-{ED3B9CF4-B7A7-EF87-7448-8C9C3A3D9598}" dt="2025-11-21T14:37:07.895" v="26" actId="20577"/>
          <ac:spMkLst>
            <pc:docMk/>
            <pc:sldMk cId="3359142403" sldId="1827"/>
            <ac:spMk id="4" creationId="{518E5F5E-AFCD-CA89-E3DF-EB5B7465010C}"/>
          </ac:spMkLst>
        </pc:spChg>
        <pc:spChg chg="mod">
          <ac:chgData name="Guest User" userId="" providerId="Windows Live" clId="Web-{ED3B9CF4-B7A7-EF87-7448-8C9C3A3D9598}" dt="2025-11-21T14:43:13.053" v="114" actId="1076"/>
          <ac:spMkLst>
            <pc:docMk/>
            <pc:sldMk cId="3359142403" sldId="1827"/>
            <ac:spMk id="9" creationId="{4536F35D-48AB-EDB2-4394-D9653B1CDDAF}"/>
          </ac:spMkLst>
        </pc:spChg>
      </pc:sldChg>
      <pc:sldChg chg="modSp">
        <pc:chgData name="Guest User" userId="" providerId="Windows Live" clId="Web-{ED3B9CF4-B7A7-EF87-7448-8C9C3A3D9598}" dt="2025-11-21T14:43:22.412" v="115" actId="1076"/>
        <pc:sldMkLst>
          <pc:docMk/>
          <pc:sldMk cId="2020830256" sldId="1980"/>
        </pc:sldMkLst>
        <pc:spChg chg="mod">
          <ac:chgData name="Guest User" userId="" providerId="Windows Live" clId="Web-{ED3B9CF4-B7A7-EF87-7448-8C9C3A3D9598}" dt="2025-11-21T14:37:13.723" v="28" actId="20577"/>
          <ac:spMkLst>
            <pc:docMk/>
            <pc:sldMk cId="2020830256" sldId="1980"/>
            <ac:spMk id="2" creationId="{7B503F90-9FC7-E0D5-647F-2B99F591BE89}"/>
          </ac:spMkLst>
        </pc:spChg>
        <pc:spChg chg="mod">
          <ac:chgData name="Guest User" userId="" providerId="Windows Live" clId="Web-{ED3B9CF4-B7A7-EF87-7448-8C9C3A3D9598}" dt="2025-11-21T14:38:34.536" v="31" actId="20577"/>
          <ac:spMkLst>
            <pc:docMk/>
            <pc:sldMk cId="2020830256" sldId="1980"/>
            <ac:spMk id="4" creationId="{2F3BADD7-5F47-DD22-8E3A-B76DD11E5431}"/>
          </ac:spMkLst>
        </pc:spChg>
        <pc:spChg chg="mod">
          <ac:chgData name="Guest User" userId="" providerId="Windows Live" clId="Web-{ED3B9CF4-B7A7-EF87-7448-8C9C3A3D9598}" dt="2025-11-21T14:43:22.412" v="115" actId="1076"/>
          <ac:spMkLst>
            <pc:docMk/>
            <pc:sldMk cId="2020830256" sldId="1980"/>
            <ac:spMk id="6" creationId="{1DB8CD47-125C-DFC4-3409-3D053915A710}"/>
          </ac:spMkLst>
        </pc:spChg>
      </pc:sldChg>
      <pc:sldChg chg="modSp">
        <pc:chgData name="Guest User" userId="" providerId="Windows Live" clId="Web-{ED3B9CF4-B7A7-EF87-7448-8C9C3A3D9598}" dt="2025-11-21T14:46:47.757" v="126" actId="20577"/>
        <pc:sldMkLst>
          <pc:docMk/>
          <pc:sldMk cId="4145407740" sldId="1990"/>
        </pc:sldMkLst>
        <pc:spChg chg="mod">
          <ac:chgData name="Guest User" userId="" providerId="Windows Live" clId="Web-{ED3B9CF4-B7A7-EF87-7448-8C9C3A3D9598}" dt="2025-11-21T14:46:47.757" v="126" actId="20577"/>
          <ac:spMkLst>
            <pc:docMk/>
            <pc:sldMk cId="4145407740" sldId="1990"/>
            <ac:spMk id="3" creationId="{89BC6042-D3CB-EFE4-1634-DFABC58E575F}"/>
          </ac:spMkLst>
        </pc:spChg>
      </pc:sldChg>
      <pc:sldChg chg="modSp">
        <pc:chgData name="Guest User" userId="" providerId="Windows Live" clId="Web-{ED3B9CF4-B7A7-EF87-7448-8C9C3A3D9598}" dt="2025-11-21T14:43:41.068" v="116" actId="1076"/>
        <pc:sldMkLst>
          <pc:docMk/>
          <pc:sldMk cId="307999656" sldId="1994"/>
        </pc:sldMkLst>
        <pc:spChg chg="mod">
          <ac:chgData name="Guest User" userId="" providerId="Windows Live" clId="Web-{ED3B9CF4-B7A7-EF87-7448-8C9C3A3D9598}" dt="2025-11-21T14:38:42.255" v="33" actId="20577"/>
          <ac:spMkLst>
            <pc:docMk/>
            <pc:sldMk cId="307999656" sldId="1994"/>
            <ac:spMk id="2" creationId="{464249AF-8E44-DF0F-796D-36A172E37D5D}"/>
          </ac:spMkLst>
        </pc:spChg>
        <pc:spChg chg="mod">
          <ac:chgData name="Guest User" userId="" providerId="Windows Live" clId="Web-{ED3B9CF4-B7A7-EF87-7448-8C9C3A3D9598}" dt="2025-11-21T14:39:09.786" v="37" actId="20577"/>
          <ac:spMkLst>
            <pc:docMk/>
            <pc:sldMk cId="307999656" sldId="1994"/>
            <ac:spMk id="4" creationId="{145B6664-90F4-5F19-2D82-393D336819F8}"/>
          </ac:spMkLst>
        </pc:spChg>
        <pc:spChg chg="mod">
          <ac:chgData name="Guest User" userId="" providerId="Windows Live" clId="Web-{ED3B9CF4-B7A7-EF87-7448-8C9C3A3D9598}" dt="2025-11-21T14:43:41.068" v="116" actId="1076"/>
          <ac:spMkLst>
            <pc:docMk/>
            <pc:sldMk cId="307999656" sldId="1994"/>
            <ac:spMk id="9" creationId="{A7AF72BB-021A-3394-7719-374EB85FE164}"/>
          </ac:spMkLst>
        </pc:spChg>
      </pc:sldChg>
      <pc:sldChg chg="modSp">
        <pc:chgData name="Guest User" userId="" providerId="Windows Live" clId="Web-{ED3B9CF4-B7A7-EF87-7448-8C9C3A3D9598}" dt="2025-11-21T14:47:41.632" v="128" actId="20577"/>
        <pc:sldMkLst>
          <pc:docMk/>
          <pc:sldMk cId="1875639084" sldId="2035"/>
        </pc:sldMkLst>
        <pc:spChg chg="mod">
          <ac:chgData name="Guest User" userId="" providerId="Windows Live" clId="Web-{ED3B9CF4-B7A7-EF87-7448-8C9C3A3D9598}" dt="2025-11-21T14:47:41.632" v="128" actId="20577"/>
          <ac:spMkLst>
            <pc:docMk/>
            <pc:sldMk cId="1875639084" sldId="2035"/>
            <ac:spMk id="6" creationId="{05306BE0-58C3-5EDC-5B28-59D750078980}"/>
          </ac:spMkLst>
        </pc:spChg>
      </pc:sldChg>
      <pc:sldChg chg="modSp">
        <pc:chgData name="Guest User" userId="" providerId="Windows Live" clId="Web-{ED3B9CF4-B7A7-EF87-7448-8C9C3A3D9598}" dt="2025-11-21T14:47:57.554" v="129" actId="20577"/>
        <pc:sldMkLst>
          <pc:docMk/>
          <pc:sldMk cId="2917506811" sldId="2036"/>
        </pc:sldMkLst>
        <pc:spChg chg="mod">
          <ac:chgData name="Guest User" userId="" providerId="Windows Live" clId="Web-{ED3B9CF4-B7A7-EF87-7448-8C9C3A3D9598}" dt="2025-11-21T14:47:57.554" v="129" actId="20577"/>
          <ac:spMkLst>
            <pc:docMk/>
            <pc:sldMk cId="2917506811" sldId="2036"/>
            <ac:spMk id="6" creationId="{8D1BDDEE-D8AD-ADEB-3554-0C979E316738}"/>
          </ac:spMkLst>
        </pc:spChg>
      </pc:sldChg>
      <pc:sldChg chg="modSp">
        <pc:chgData name="Guest User" userId="" providerId="Windows Live" clId="Web-{ED3B9CF4-B7A7-EF87-7448-8C9C3A3D9598}" dt="2025-11-21T14:48:16.320" v="130" actId="20577"/>
        <pc:sldMkLst>
          <pc:docMk/>
          <pc:sldMk cId="2764843530" sldId="2037"/>
        </pc:sldMkLst>
        <pc:spChg chg="mod">
          <ac:chgData name="Guest User" userId="" providerId="Windows Live" clId="Web-{ED3B9CF4-B7A7-EF87-7448-8C9C3A3D9598}" dt="2025-11-21T14:48:16.320" v="130" actId="20577"/>
          <ac:spMkLst>
            <pc:docMk/>
            <pc:sldMk cId="2764843530" sldId="2037"/>
            <ac:spMk id="6" creationId="{AD2BF886-C11A-E8FA-AAD7-8D1B3EF9E9AD}"/>
          </ac:spMkLst>
        </pc:spChg>
      </pc:sldChg>
      <pc:sldChg chg="modSp">
        <pc:chgData name="Guest User" userId="" providerId="Windows Live" clId="Web-{ED3B9CF4-B7A7-EF87-7448-8C9C3A3D9598}" dt="2025-11-21T14:48:28.210" v="131" actId="20577"/>
        <pc:sldMkLst>
          <pc:docMk/>
          <pc:sldMk cId="924509609" sldId="2038"/>
        </pc:sldMkLst>
        <pc:spChg chg="mod">
          <ac:chgData name="Guest User" userId="" providerId="Windows Live" clId="Web-{ED3B9CF4-B7A7-EF87-7448-8C9C3A3D9598}" dt="2025-11-21T14:48:28.210" v="131" actId="20577"/>
          <ac:spMkLst>
            <pc:docMk/>
            <pc:sldMk cId="924509609" sldId="2038"/>
            <ac:spMk id="6" creationId="{6ADD38BC-C70B-1D9F-B997-B7706A538CE7}"/>
          </ac:spMkLst>
        </pc:spChg>
      </pc:sldChg>
      <pc:sldChg chg="modSp add replId">
        <pc:chgData name="Guest User" userId="" providerId="Windows Live" clId="Web-{ED3B9CF4-B7A7-EF87-7448-8C9C3A3D9598}" dt="2025-11-21T14:43:57.975" v="117" actId="1076"/>
        <pc:sldMkLst>
          <pc:docMk/>
          <pc:sldMk cId="36725207" sldId="2039"/>
        </pc:sldMkLst>
        <pc:spChg chg="mod">
          <ac:chgData name="Guest User" userId="" providerId="Windows Live" clId="Web-{ED3B9CF4-B7A7-EF87-7448-8C9C3A3D9598}" dt="2025-11-21T14:42:57.115" v="113" actId="20577"/>
          <ac:spMkLst>
            <pc:docMk/>
            <pc:sldMk cId="36725207" sldId="2039"/>
            <ac:spMk id="4" creationId="{42763470-E2D9-4848-4581-E929CB4E18AE}"/>
          </ac:spMkLst>
        </pc:spChg>
        <pc:spChg chg="mod">
          <ac:chgData name="Guest User" userId="" providerId="Windows Live" clId="Web-{ED3B9CF4-B7A7-EF87-7448-8C9C3A3D9598}" dt="2025-11-21T14:43:57.975" v="117" actId="1076"/>
          <ac:spMkLst>
            <pc:docMk/>
            <pc:sldMk cId="36725207" sldId="2039"/>
            <ac:spMk id="9" creationId="{BB0409DE-AB07-15DF-2905-634A2436D837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8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FC74DDD6-5352-F6FA-C4FC-D219C29F637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26E3A0D-33E9-CD20-52BB-56DD861D94AF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C850D7F-1182-45A1-A1D9-8794B3321139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AC5E8C1-3A78-BCAB-B01F-2B0B177D980D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FFE4654-527E-CD90-6EB8-B4CB0F157269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9A5A10C-3768-437C-9232-DB903BE1E7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680551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7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0563A1F-755C-0546-8932-E860F2147B1A}" type="datetimeFigureOut">
              <a:rPr lang="en-GB" smtClean="0"/>
              <a:t>21/11/2025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24E53EA-ED27-5247-B6F2-F0783405205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095644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4E53EA-ED27-5247-B6F2-F07834052059}" type="slidenum">
              <a:rPr lang="en-GB" smtClean="0"/>
              <a:t>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2839809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4E53EA-ED27-5247-B6F2-F07834052059}" type="slidenum">
              <a:rPr lang="en-GB" smtClean="0"/>
              <a:t>17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5156179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9458AD-8F27-30C2-88F7-7D9BD333EF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6D02D2D-1DB9-11F4-D406-7C430236E24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F85E517-92E2-1F8A-86DF-51547D921BF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AF5C9E8-4946-810E-FFF1-667C2165BD7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4E53EA-ED27-5247-B6F2-F07834052059}" type="slidenum">
              <a:rPr lang="en-GB" smtClean="0"/>
              <a:t>19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3337786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0C532A-5777-6BD4-A7DE-B17623A783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106EEA2-8770-A186-2969-B8866582916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D7AD29C-FEDD-279A-9A74-06954BF74F8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EC71F5F-B975-D0D3-0499-ED3AB6E30C3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4E53EA-ED27-5247-B6F2-F07834052059}" type="slidenum">
              <a:rPr lang="en-GB" smtClean="0"/>
              <a:t>20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3627917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87D760-B0B7-C139-31CC-3F4486AE94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BB6FF1C-24BB-765D-A250-7A83C933BD6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19589C6-722B-167B-BB18-3B902E42078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065C7E3-9D83-12CC-6C55-2CF8A3BFA08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4E53EA-ED27-5247-B6F2-F07834052059}" type="slidenum">
              <a:rPr lang="en-GB" smtClean="0"/>
              <a:t>22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3564408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B9995E-9DEE-DDDF-7439-AA109B624F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0779F63-6F7C-AE2E-DF81-7FEBA50AE13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36356BA-F3E8-28D4-B5B8-A767104AB07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A6640A8-0C37-5E74-08DF-11340D58117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4E53EA-ED27-5247-B6F2-F07834052059}" type="slidenum">
              <a:rPr lang="en-GB" smtClean="0"/>
              <a:t>23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4256225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484C73-B41B-24B2-47DA-EF05CD1B01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1CAE49B-233C-AEB2-F151-F9D03E61C06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B65A5DB-8FCF-A01F-FA28-CC2EA04F11E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04960D0-94BF-D1CA-5FB7-A58CBDCC018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4E53EA-ED27-5247-B6F2-F07834052059}" type="slidenum">
              <a:rPr lang="en-GB" smtClean="0"/>
              <a:t>24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7208217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A40729-4002-2F6E-32E6-BCA047311A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6E24BA8-99BC-C0E8-990A-CC1E92A28C0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CE2B5D5-DD8C-CD98-F4E3-56BECFF9989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0E0DE35-1FB3-27DC-9552-2E0C4ACCB73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4E53EA-ED27-5247-B6F2-F07834052059}" type="slidenum">
              <a:rPr lang="en-GB" smtClean="0"/>
              <a:t>25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8665491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F019AB-B60E-2B46-62F6-D432CA7C30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861CD3E-4FF4-077D-CD2F-CA3F7757693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18C6753-6AFA-44A8-E77B-C5E01A1AFA4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988AE9-F89C-0EAD-1FA5-469A5F839D0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4E53EA-ED27-5247-B6F2-F07834052059}" type="slidenum">
              <a:rPr lang="en-GB" smtClean="0"/>
              <a:t>26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8498405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DBEE3A-0A8B-9CC7-FEE9-A7CA2AACFF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9420C32-0638-DB85-0B4F-B00B0ED2FDC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7ED165E-298C-A1C5-D58C-3E09255E531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6A1A635-266C-6CFF-3AAB-94D04E552BC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4E53EA-ED27-5247-B6F2-F07834052059}" type="slidenum">
              <a:rPr lang="en-GB" smtClean="0"/>
              <a:t>28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1427964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6EFFFD-0C89-E900-799F-1A7C4701B9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E7B8CD3-82F0-AF47-E06E-2B321C077EF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BBC2E81-1D6E-903E-EC28-FE78C4D61DA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4C05312-C2FA-A089-4469-51B6810516E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4E53EA-ED27-5247-B6F2-F07834052059}" type="slidenum">
              <a:rPr lang="en-GB" smtClean="0"/>
              <a:t>29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2835249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375D14-E567-29F8-E675-C708F6410A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817E03B-8471-4D4F-F4B9-946EC69FC55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487F173-30F9-5F66-E3CD-3C2F148392A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FF55DF1-3FD9-F31E-D334-3255A64D205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4E53EA-ED27-5247-B6F2-F07834052059}" type="slidenum">
              <a:rPr lang="en-GB" smtClean="0"/>
              <a:t>30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6641008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F53492-282B-58C4-81BC-28D775E01C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29B80F7-E449-CA93-F722-0EFBE4FFC31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41911CF-CCEE-E817-5E4F-81055871391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5060BA2-0E76-2A5C-BD71-A0B41C8E17D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4E53EA-ED27-5247-B6F2-F07834052059}" type="slidenum">
              <a:rPr lang="en-GB" smtClean="0"/>
              <a:t>31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7380221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B0DF42-40E3-1A6E-B009-FECC0402B6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EDF6C1B-5BE4-24D8-8CBB-9D5A14FFFB6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51A1C8E-758D-2E4C-8A88-A3603AFCAED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E67705A-5F72-652A-D4B0-B23215B32B9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4E53EA-ED27-5247-B6F2-F07834052059}" type="slidenum">
              <a:rPr lang="en-GB" smtClean="0"/>
              <a:t>32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0042329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E86F65-02A8-D66D-A819-7BCD1E419E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7D4FB7B-5860-C233-7D33-A398FDC1660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6BB2C59-FD5A-40D7-0AEB-F19BC7453E5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2527CCE-C140-C4D0-42DC-75919E05D7C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4E53EA-ED27-5247-B6F2-F07834052059}" type="slidenum">
              <a:rPr lang="en-GB" smtClean="0"/>
              <a:t>34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9119398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C5EC8A-7008-D4C3-9911-2ADC2924CC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AF94453-5125-2556-F4B9-C8A45BD3D80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E59E36F-3CEE-2BBC-EE38-B48DCD99A32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6EC8C1B-2A5B-0FE9-7AE0-5605A6EBB74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4E53EA-ED27-5247-B6F2-F07834052059}" type="slidenum">
              <a:rPr lang="en-GB" smtClean="0"/>
              <a:t>35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3523357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A4D6BB-F81D-7796-742D-3374D4F083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EFD64CC-8DE7-29F4-CDBC-99AF14B1F8A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4E7ECE8-40B6-59CB-8222-41BB3AEDD70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5327E50-DB5D-EB1C-FCC6-57E089ADF15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4E53EA-ED27-5247-B6F2-F07834052059}" type="slidenum">
              <a:rPr lang="en-GB" smtClean="0"/>
              <a:t>36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30057650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04CE89-3D17-DD11-4AF3-A5DB1F5BEC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9CAF9A4-DF24-A2EE-2EC2-1A6CCB9771A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1AA0A00-FD78-91A4-4A4C-59B9143EF9A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15043CC-DFB3-56A2-8064-06F1CA7F423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4E53EA-ED27-5247-B6F2-F07834052059}" type="slidenum">
              <a:rPr lang="en-GB" smtClean="0"/>
              <a:t>37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8919288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11/21/2025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04574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11/21/2025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8495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3442098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11/21/2025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61056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11/21/2025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29919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260872"/>
            <a:ext cx="3887391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1878806"/>
            <a:ext cx="3887391" cy="276344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11/21/2025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25991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11/21/2025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42305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11/21/2025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1098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11/21/2025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85543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11/21/2025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83626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11/21/2025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82447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273844"/>
            <a:ext cx="1971675" cy="4358879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273844"/>
            <a:ext cx="5800725" cy="4358879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11/21/2025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72443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-4187" y="-6187"/>
            <a:ext cx="9144000" cy="612000"/>
          </a:xfrm>
          <a:solidFill>
            <a:srgbClr val="905562"/>
          </a:solidFill>
          <a:ln>
            <a:noFill/>
          </a:ln>
        </p:spPr>
        <p:txBody>
          <a:bodyPr>
            <a:noAutofit/>
          </a:bodyPr>
          <a:lstStyle>
            <a:lvl1pPr algn="ctr">
              <a:defRPr sz="2600" b="1">
                <a:solidFill>
                  <a:schemeClr val="bg1"/>
                </a:solidFill>
              </a:defRPr>
            </a:lvl1pPr>
          </a:lstStyle>
          <a:p>
            <a:pPr algn="ctr"/>
            <a:endParaRPr lang="en-US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" name="Slide Number Placeholder 3"/>
          <p:cNvSpPr txBox="1">
            <a:spLocks/>
          </p:cNvSpPr>
          <p:nvPr userDrawn="1"/>
        </p:nvSpPr>
        <p:spPr>
          <a:xfrm>
            <a:off x="8473063" y="37866"/>
            <a:ext cx="666750" cy="273844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‹#›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7662481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11/21/2025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35411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11/21/2025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723271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3442098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11/21/2025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218188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11/21/2025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62427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260872"/>
            <a:ext cx="3887391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1878806"/>
            <a:ext cx="3887391" cy="276344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11/21/2025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707087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11/21/2025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175571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11/21/2025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949336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11/21/2025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7010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11/21/2025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753095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11/21/2025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0538407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273844"/>
            <a:ext cx="1971675" cy="4358879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273844"/>
            <a:ext cx="5800725" cy="4358879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11/21/2025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0669472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C - DD MMM 2021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close-up of a tree&#10;&#10;Description automatically generated with low confidence">
            <a:extLst>
              <a:ext uri="{FF2B5EF4-FFF2-40B4-BE49-F238E27FC236}">
                <a16:creationId xmlns:a16="http://schemas.microsoft.com/office/drawing/2014/main" id="{D945F63B-B55E-8E51-D68D-F0517AE979E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9B39CA7-ADE3-4147-9B4D-BE10E585E948}"/>
              </a:ext>
            </a:extLst>
          </p:cNvPr>
          <p:cNvSpPr txBox="1"/>
          <p:nvPr userDrawn="1"/>
        </p:nvSpPr>
        <p:spPr>
          <a:xfrm>
            <a:off x="1" y="4774168"/>
            <a:ext cx="9144000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 marR="0" lvl="0" indent="0" algn="ctr" defTabSz="6858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 pitchFamily="34" charset="0"/>
                <a:cs typeface="Segoe UI Light" panose="020B0502040204020203" pitchFamily="34" charset="0"/>
              </a:defRPr>
            </a:lvl1pPr>
          </a:lstStyle>
          <a:p>
            <a:pPr lvl="0" algn="ctr"/>
            <a:r>
              <a:rPr lang="en-US" noProof="0">
                <a:solidFill>
                  <a:schemeClr val="bg1"/>
                </a:solidFill>
              </a:rPr>
              <a:t>English Holy Communion Service – </a:t>
            </a: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 pitchFamily="34" charset="0"/>
                <a:ea typeface="+mn-ea"/>
                <a:cs typeface="Segoe UI Light" panose="020B0502040204020203" pitchFamily="34" charset="0"/>
              </a:rPr>
              <a:t>25 May 2025</a:t>
            </a:r>
            <a:endParaRPr lang="en-US" noProof="0">
              <a:solidFill>
                <a:schemeClr val="bg1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186A184-FCDF-4B17-8669-07A0A6DFA42E}"/>
              </a:ext>
            </a:extLst>
          </p:cNvPr>
          <p:cNvSpPr txBox="1"/>
          <p:nvPr userDrawn="1"/>
        </p:nvSpPr>
        <p:spPr>
          <a:xfrm>
            <a:off x="0" y="0"/>
            <a:ext cx="9144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 pitchFamily="34" charset="0"/>
                <a:ea typeface="+mn-ea"/>
                <a:cs typeface="+mn-cs"/>
              </a:rPr>
              <a:t>Mar Thoma Syrian Church, Singapore</a:t>
            </a:r>
          </a:p>
        </p:txBody>
      </p:sp>
    </p:spTree>
    <p:extLst>
      <p:ext uri="{BB962C8B-B14F-4D97-AF65-F5344CB8AC3E}">
        <p14:creationId xmlns:p14="http://schemas.microsoft.com/office/powerpoint/2010/main" val="392958846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HC - DD MMM 2021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close-up of a tree&#10;&#10;Description automatically generated with low confidence">
            <a:extLst>
              <a:ext uri="{FF2B5EF4-FFF2-40B4-BE49-F238E27FC236}">
                <a16:creationId xmlns:a16="http://schemas.microsoft.com/office/drawing/2014/main" id="{F291F304-18B5-A049-4BBD-4222E09BBE2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9B39CA7-ADE3-4147-9B4D-BE10E585E948}"/>
              </a:ext>
            </a:extLst>
          </p:cNvPr>
          <p:cNvSpPr txBox="1"/>
          <p:nvPr userDrawn="1"/>
        </p:nvSpPr>
        <p:spPr>
          <a:xfrm>
            <a:off x="1" y="4774168"/>
            <a:ext cx="9144000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 marR="0" lvl="0" indent="0" algn="ctr" defTabSz="6858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 pitchFamily="34" charset="0"/>
                <a:cs typeface="Segoe UI Light" panose="020B0502040204020203" pitchFamily="34" charset="0"/>
              </a:defRPr>
            </a:lvl1pPr>
          </a:lstStyle>
          <a:p>
            <a:pPr lvl="0" algn="ctr"/>
            <a:r>
              <a:rPr lang="en-US" noProof="0">
                <a:solidFill>
                  <a:schemeClr val="bg1"/>
                </a:solidFill>
              </a:rPr>
              <a:t>English Holy Communion Service – </a:t>
            </a: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 pitchFamily="34" charset="0"/>
                <a:ea typeface="+mn-ea"/>
                <a:cs typeface="Segoe UI Light" panose="020B0502040204020203" pitchFamily="34" charset="0"/>
              </a:rPr>
              <a:t>12 October 2025</a:t>
            </a:r>
            <a:endParaRPr lang="en-US" noProof="0">
              <a:solidFill>
                <a:schemeClr val="bg1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186A184-FCDF-4B17-8669-07A0A6DFA42E}"/>
              </a:ext>
            </a:extLst>
          </p:cNvPr>
          <p:cNvSpPr txBox="1"/>
          <p:nvPr userDrawn="1"/>
        </p:nvSpPr>
        <p:spPr>
          <a:xfrm>
            <a:off x="0" y="0"/>
            <a:ext cx="9144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 pitchFamily="34" charset="0"/>
                <a:ea typeface="+mn-ea"/>
                <a:cs typeface="+mn-cs"/>
              </a:rPr>
              <a:t>Mar Thoma Syrian Church, Singapore</a:t>
            </a:r>
          </a:p>
        </p:txBody>
      </p:sp>
    </p:spTree>
    <p:extLst>
      <p:ext uri="{BB962C8B-B14F-4D97-AF65-F5344CB8AC3E}">
        <p14:creationId xmlns:p14="http://schemas.microsoft.com/office/powerpoint/2010/main" val="349085057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-4187" y="-6187"/>
            <a:ext cx="9144000" cy="612000"/>
          </a:xfrm>
          <a:solidFill>
            <a:srgbClr val="905562"/>
          </a:solidFill>
          <a:ln>
            <a:noFill/>
          </a:ln>
        </p:spPr>
        <p:txBody>
          <a:bodyPr>
            <a:noAutofit/>
          </a:bodyPr>
          <a:lstStyle>
            <a:lvl1pPr algn="ctr">
              <a:defRPr sz="2600" b="1">
                <a:solidFill>
                  <a:schemeClr val="bg1"/>
                </a:solidFill>
              </a:defRPr>
            </a:lvl1pPr>
          </a:lstStyle>
          <a:p>
            <a:pPr algn="ctr"/>
            <a:endParaRPr lang="en-US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" name="Slide Number Placeholder 3"/>
          <p:cNvSpPr txBox="1">
            <a:spLocks/>
          </p:cNvSpPr>
          <p:nvPr userDrawn="1"/>
        </p:nvSpPr>
        <p:spPr>
          <a:xfrm>
            <a:off x="8473063" y="37866"/>
            <a:ext cx="666750" cy="273844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‹#›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56821809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11/21/2025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0888859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11/21/2025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3171329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3442098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11/21/2025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8611290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11/21/2025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7449261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260872"/>
            <a:ext cx="3887391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1878806"/>
            <a:ext cx="3887391" cy="276344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11/21/2025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5641346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11/21/2025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8560587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11/21/2025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4198419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11/21/2025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4058854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11/21/2025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4874642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11/21/2025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6332912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273844"/>
            <a:ext cx="1971675" cy="4358879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273844"/>
            <a:ext cx="5800725" cy="4358879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11/21/2025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1177749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0" y="1694"/>
            <a:ext cx="9144000" cy="612000"/>
          </a:xfrm>
          <a:solidFill>
            <a:srgbClr val="905562"/>
          </a:solidFill>
          <a:ln>
            <a:noFill/>
          </a:ln>
        </p:spPr>
        <p:txBody>
          <a:bodyPr>
            <a:noAutofit/>
          </a:bodyPr>
          <a:lstStyle>
            <a:lvl1pPr algn="ctr">
              <a:defRPr sz="2600" b="1">
                <a:solidFill>
                  <a:schemeClr val="bg1"/>
                </a:solidFill>
              </a:defRPr>
            </a:lvl1pPr>
          </a:lstStyle>
          <a:p>
            <a:pPr algn="ctr"/>
            <a:endParaRPr lang="en-US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" name="Slide Number Placeholder 3"/>
          <p:cNvSpPr txBox="1">
            <a:spLocks/>
          </p:cNvSpPr>
          <p:nvPr userDrawn="1"/>
        </p:nvSpPr>
        <p:spPr>
          <a:xfrm>
            <a:off x="8473063" y="37866"/>
            <a:ext cx="666750" cy="273844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‹#›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60264736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11/21/2025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4829499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11/21/2025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5974055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3442098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11/21/2025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0835127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11/21/2025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9597465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260872"/>
            <a:ext cx="3887391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1878806"/>
            <a:ext cx="3887391" cy="276344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11/21/2025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9502324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11/21/2025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4222497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11/21/2025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5523756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11/21/2025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6449170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11/21/2025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4594271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11/21/2025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7716288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273844"/>
            <a:ext cx="1971675" cy="4358879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273844"/>
            <a:ext cx="5800725" cy="4358879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11/21/2025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126820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0" y="1695"/>
            <a:ext cx="9144000" cy="612000"/>
          </a:xfrm>
          <a:solidFill>
            <a:srgbClr val="905562"/>
          </a:solidFill>
          <a:ln>
            <a:noFill/>
          </a:ln>
        </p:spPr>
        <p:txBody>
          <a:bodyPr vert="horz" lIns="91440" tIns="45720" rIns="91440" bIns="45720" rtlCol="0" anchor="ctr">
            <a:noAutofit/>
          </a:bodyPr>
          <a:lstStyle>
            <a:lvl1pPr algn="ctr">
              <a:defRPr lang="en-US" sz="2600" b="1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lvl="0" algn="ctr"/>
            <a:endParaRPr lang="en-US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" name="Slide Number Placeholder 3"/>
          <p:cNvSpPr txBox="1">
            <a:spLocks/>
          </p:cNvSpPr>
          <p:nvPr userDrawn="1"/>
        </p:nvSpPr>
        <p:spPr>
          <a:xfrm>
            <a:off x="8473063" y="37866"/>
            <a:ext cx="666750" cy="273844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‹#›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39943457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11/21/2025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0879972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11/21/2025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5351438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3442098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11/21/2025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2234172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11/21/2025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4877333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260872"/>
            <a:ext cx="3887391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1878806"/>
            <a:ext cx="3887391" cy="276344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11/21/2025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9440293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11/21/2025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5622933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11/21/2025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397093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11/21/2025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7940865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11/21/2025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4192399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11/21/2025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4033764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273844"/>
            <a:ext cx="1971675" cy="4358879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273844"/>
            <a:ext cx="5800725" cy="4358879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11/21/2025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4796204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0" y="1695"/>
            <a:ext cx="9144000" cy="612000"/>
          </a:xfrm>
          <a:solidFill>
            <a:srgbClr val="905562"/>
          </a:solidFill>
          <a:ln>
            <a:noFill/>
          </a:ln>
        </p:spPr>
        <p:txBody>
          <a:bodyPr>
            <a:noAutofit/>
          </a:bodyPr>
          <a:lstStyle>
            <a:lvl1pPr algn="ctr">
              <a:defRPr sz="2600" b="1">
                <a:solidFill>
                  <a:schemeClr val="bg1"/>
                </a:solidFill>
              </a:defRPr>
            </a:lvl1pPr>
          </a:lstStyle>
          <a:p>
            <a:pPr algn="ctr"/>
            <a:endParaRPr lang="en-US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" name="Slide Number Placeholder 3"/>
          <p:cNvSpPr txBox="1">
            <a:spLocks/>
          </p:cNvSpPr>
          <p:nvPr userDrawn="1"/>
        </p:nvSpPr>
        <p:spPr>
          <a:xfrm>
            <a:off x="8473063" y="37866"/>
            <a:ext cx="666750" cy="273844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‹#›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22211806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11/21/2025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8780776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11/21/2025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3839444"/>
      </p:ext>
    </p:extLst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3442098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11/21/2025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3523706"/>
      </p:ext>
    </p:extLst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11/21/2025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0055408"/>
      </p:ext>
    </p:extLst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260872"/>
            <a:ext cx="3887391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1878806"/>
            <a:ext cx="3887391" cy="276344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11/21/2025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0586005"/>
      </p:ext>
    </p:extLst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11/21/2025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6072567"/>
      </p:ext>
    </p:extLst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11/21/2025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0585069"/>
      </p:ext>
    </p:extLst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11/21/2025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3137927"/>
      </p:ext>
    </p:extLst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11/21/2025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0011741"/>
      </p:ext>
    </p:extLst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11/21/2025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9800881"/>
      </p:ext>
    </p:extLst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273844"/>
            <a:ext cx="1971675" cy="4358879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273844"/>
            <a:ext cx="5800725" cy="4358879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11/21/2025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7761451"/>
      </p:ext>
    </p:extLst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0" y="1695"/>
            <a:ext cx="9144000" cy="612000"/>
          </a:xfrm>
          <a:solidFill>
            <a:srgbClr val="905562"/>
          </a:solidFill>
          <a:ln>
            <a:noFill/>
          </a:ln>
        </p:spPr>
        <p:txBody>
          <a:bodyPr>
            <a:noAutofit/>
          </a:bodyPr>
          <a:lstStyle>
            <a:lvl1pPr algn="ctr">
              <a:defRPr sz="2600" b="1">
                <a:solidFill>
                  <a:schemeClr val="bg1"/>
                </a:solidFill>
              </a:defRPr>
            </a:lvl1pPr>
          </a:lstStyle>
          <a:p>
            <a:pPr algn="ctr"/>
            <a:endParaRPr lang="en-US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" name="Slide Number Placeholder 3"/>
          <p:cNvSpPr txBox="1">
            <a:spLocks/>
          </p:cNvSpPr>
          <p:nvPr userDrawn="1"/>
        </p:nvSpPr>
        <p:spPr>
          <a:xfrm>
            <a:off x="8473063" y="37866"/>
            <a:ext cx="666750" cy="273844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‹#›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892295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slideLayout" Target="../slideLayouts/slideLayout25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5" Type="http://schemas.openxmlformats.org/officeDocument/2006/relationships/theme" Target="../theme/theme2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Relationship Id="rId14" Type="http://schemas.openxmlformats.org/officeDocument/2006/relationships/slideLayout" Target="../slideLayouts/slideLayout26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4.xml"/><Relationship Id="rId13" Type="http://schemas.openxmlformats.org/officeDocument/2006/relationships/theme" Target="../theme/theme3.xml"/><Relationship Id="rId3" Type="http://schemas.openxmlformats.org/officeDocument/2006/relationships/slideLayout" Target="../slideLayouts/slideLayout29.xml"/><Relationship Id="rId7" Type="http://schemas.openxmlformats.org/officeDocument/2006/relationships/slideLayout" Target="../slideLayouts/slideLayout33.xml"/><Relationship Id="rId12" Type="http://schemas.openxmlformats.org/officeDocument/2006/relationships/slideLayout" Target="../slideLayouts/slideLayout38.xml"/><Relationship Id="rId2" Type="http://schemas.openxmlformats.org/officeDocument/2006/relationships/slideLayout" Target="../slideLayouts/slideLayout28.xml"/><Relationship Id="rId1" Type="http://schemas.openxmlformats.org/officeDocument/2006/relationships/slideLayout" Target="../slideLayouts/slideLayout27.xml"/><Relationship Id="rId6" Type="http://schemas.openxmlformats.org/officeDocument/2006/relationships/slideLayout" Target="../slideLayouts/slideLayout32.xml"/><Relationship Id="rId11" Type="http://schemas.openxmlformats.org/officeDocument/2006/relationships/slideLayout" Target="../slideLayouts/slideLayout37.xml"/><Relationship Id="rId5" Type="http://schemas.openxmlformats.org/officeDocument/2006/relationships/slideLayout" Target="../slideLayouts/slideLayout31.xml"/><Relationship Id="rId10" Type="http://schemas.openxmlformats.org/officeDocument/2006/relationships/slideLayout" Target="../slideLayouts/slideLayout36.xml"/><Relationship Id="rId4" Type="http://schemas.openxmlformats.org/officeDocument/2006/relationships/slideLayout" Target="../slideLayouts/slideLayout30.xml"/><Relationship Id="rId9" Type="http://schemas.openxmlformats.org/officeDocument/2006/relationships/slideLayout" Target="../slideLayouts/slideLayout35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6.xml"/><Relationship Id="rId13" Type="http://schemas.openxmlformats.org/officeDocument/2006/relationships/theme" Target="../theme/theme4.xml"/><Relationship Id="rId3" Type="http://schemas.openxmlformats.org/officeDocument/2006/relationships/slideLayout" Target="../slideLayouts/slideLayout41.xml"/><Relationship Id="rId7" Type="http://schemas.openxmlformats.org/officeDocument/2006/relationships/slideLayout" Target="../slideLayouts/slideLayout45.xml"/><Relationship Id="rId12" Type="http://schemas.openxmlformats.org/officeDocument/2006/relationships/slideLayout" Target="../slideLayouts/slideLayout50.xml"/><Relationship Id="rId2" Type="http://schemas.openxmlformats.org/officeDocument/2006/relationships/slideLayout" Target="../slideLayouts/slideLayout40.xml"/><Relationship Id="rId1" Type="http://schemas.openxmlformats.org/officeDocument/2006/relationships/slideLayout" Target="../slideLayouts/slideLayout39.xml"/><Relationship Id="rId6" Type="http://schemas.openxmlformats.org/officeDocument/2006/relationships/slideLayout" Target="../slideLayouts/slideLayout44.xml"/><Relationship Id="rId11" Type="http://schemas.openxmlformats.org/officeDocument/2006/relationships/slideLayout" Target="../slideLayouts/slideLayout49.xml"/><Relationship Id="rId5" Type="http://schemas.openxmlformats.org/officeDocument/2006/relationships/slideLayout" Target="../slideLayouts/slideLayout43.xml"/><Relationship Id="rId10" Type="http://schemas.openxmlformats.org/officeDocument/2006/relationships/slideLayout" Target="../slideLayouts/slideLayout48.xml"/><Relationship Id="rId4" Type="http://schemas.openxmlformats.org/officeDocument/2006/relationships/slideLayout" Target="../slideLayouts/slideLayout42.xml"/><Relationship Id="rId9" Type="http://schemas.openxmlformats.org/officeDocument/2006/relationships/slideLayout" Target="../slideLayouts/slideLayout47.xml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8.xml"/><Relationship Id="rId13" Type="http://schemas.openxmlformats.org/officeDocument/2006/relationships/theme" Target="../theme/theme5.xml"/><Relationship Id="rId3" Type="http://schemas.openxmlformats.org/officeDocument/2006/relationships/slideLayout" Target="../slideLayouts/slideLayout53.xml"/><Relationship Id="rId7" Type="http://schemas.openxmlformats.org/officeDocument/2006/relationships/slideLayout" Target="../slideLayouts/slideLayout57.xml"/><Relationship Id="rId12" Type="http://schemas.openxmlformats.org/officeDocument/2006/relationships/slideLayout" Target="../slideLayouts/slideLayout62.xml"/><Relationship Id="rId2" Type="http://schemas.openxmlformats.org/officeDocument/2006/relationships/slideLayout" Target="../slideLayouts/slideLayout52.xml"/><Relationship Id="rId1" Type="http://schemas.openxmlformats.org/officeDocument/2006/relationships/slideLayout" Target="../slideLayouts/slideLayout51.xml"/><Relationship Id="rId6" Type="http://schemas.openxmlformats.org/officeDocument/2006/relationships/slideLayout" Target="../slideLayouts/slideLayout56.xml"/><Relationship Id="rId11" Type="http://schemas.openxmlformats.org/officeDocument/2006/relationships/slideLayout" Target="../slideLayouts/slideLayout61.xml"/><Relationship Id="rId5" Type="http://schemas.openxmlformats.org/officeDocument/2006/relationships/slideLayout" Target="../slideLayouts/slideLayout55.xml"/><Relationship Id="rId10" Type="http://schemas.openxmlformats.org/officeDocument/2006/relationships/slideLayout" Target="../slideLayouts/slideLayout60.xml"/><Relationship Id="rId4" Type="http://schemas.openxmlformats.org/officeDocument/2006/relationships/slideLayout" Target="../slideLayouts/slideLayout54.xml"/><Relationship Id="rId9" Type="http://schemas.openxmlformats.org/officeDocument/2006/relationships/slideLayout" Target="../slideLayouts/slideLayout59.xml"/></Relationships>
</file>

<file path=ppt/slideMasters/_rels/slideMaster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70.xml"/><Relationship Id="rId13" Type="http://schemas.openxmlformats.org/officeDocument/2006/relationships/theme" Target="../theme/theme6.xml"/><Relationship Id="rId3" Type="http://schemas.openxmlformats.org/officeDocument/2006/relationships/slideLayout" Target="../slideLayouts/slideLayout65.xml"/><Relationship Id="rId7" Type="http://schemas.openxmlformats.org/officeDocument/2006/relationships/slideLayout" Target="../slideLayouts/slideLayout69.xml"/><Relationship Id="rId12" Type="http://schemas.openxmlformats.org/officeDocument/2006/relationships/slideLayout" Target="../slideLayouts/slideLayout74.xml"/><Relationship Id="rId2" Type="http://schemas.openxmlformats.org/officeDocument/2006/relationships/slideLayout" Target="../slideLayouts/slideLayout64.xml"/><Relationship Id="rId1" Type="http://schemas.openxmlformats.org/officeDocument/2006/relationships/slideLayout" Target="../slideLayouts/slideLayout63.xml"/><Relationship Id="rId6" Type="http://schemas.openxmlformats.org/officeDocument/2006/relationships/slideLayout" Target="../slideLayouts/slideLayout68.xml"/><Relationship Id="rId11" Type="http://schemas.openxmlformats.org/officeDocument/2006/relationships/slideLayout" Target="../slideLayouts/slideLayout73.xml"/><Relationship Id="rId5" Type="http://schemas.openxmlformats.org/officeDocument/2006/relationships/slideLayout" Target="../slideLayouts/slideLayout67.xml"/><Relationship Id="rId10" Type="http://schemas.openxmlformats.org/officeDocument/2006/relationships/slideLayout" Target="../slideLayouts/slideLayout72.xml"/><Relationship Id="rId4" Type="http://schemas.openxmlformats.org/officeDocument/2006/relationships/slideLayout" Target="../slideLayouts/slideLayout66.xml"/><Relationship Id="rId9" Type="http://schemas.openxmlformats.org/officeDocument/2006/relationships/slideLayout" Target="../slideLayouts/slideLayout7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32DBC2-F449-49EF-AD7E-964553E48533}" type="datetimeFigureOut">
              <a:rPr lang="en-US" smtClean="0"/>
              <a:pPr/>
              <a:t>11/21/2025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90430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32DBC2-F449-49EF-AD7E-964553E48533}" type="datetimeFigureOut">
              <a:rPr lang="en-US" smtClean="0"/>
              <a:pPr/>
              <a:t>11/21/2025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14022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  <p:sldLayoutId id="2147483675" r:id="rId2"/>
    <p:sldLayoutId id="2147483676" r:id="rId3"/>
    <p:sldLayoutId id="2147483677" r:id="rId4"/>
    <p:sldLayoutId id="2147483678" r:id="rId5"/>
    <p:sldLayoutId id="2147483679" r:id="rId6"/>
    <p:sldLayoutId id="2147483680" r:id="rId7"/>
    <p:sldLayoutId id="2147483681" r:id="rId8"/>
    <p:sldLayoutId id="2147483682" r:id="rId9"/>
    <p:sldLayoutId id="2147483683" r:id="rId10"/>
    <p:sldLayoutId id="2147483684" r:id="rId11"/>
    <p:sldLayoutId id="2147483687" r:id="rId12"/>
    <p:sldLayoutId id="2147483689" r:id="rId13"/>
    <p:sldLayoutId id="2147483796" r:id="rId14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32DBC2-F449-49EF-AD7E-964553E48533}" type="datetimeFigureOut">
              <a:rPr lang="en-US" smtClean="0"/>
              <a:pPr/>
              <a:t>11/21/2025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72607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5" r:id="rId1"/>
    <p:sldLayoutId id="2147483746" r:id="rId2"/>
    <p:sldLayoutId id="2147483747" r:id="rId3"/>
    <p:sldLayoutId id="2147483748" r:id="rId4"/>
    <p:sldLayoutId id="2147483749" r:id="rId5"/>
    <p:sldLayoutId id="2147483750" r:id="rId6"/>
    <p:sldLayoutId id="2147483751" r:id="rId7"/>
    <p:sldLayoutId id="2147483752" r:id="rId8"/>
    <p:sldLayoutId id="2147483753" r:id="rId9"/>
    <p:sldLayoutId id="2147483754" r:id="rId10"/>
    <p:sldLayoutId id="2147483755" r:id="rId11"/>
    <p:sldLayoutId id="2147483756" r:id="rId12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32DBC2-F449-49EF-AD7E-964553E48533}" type="datetimeFigureOut">
              <a:rPr lang="en-US" smtClean="0"/>
              <a:pPr/>
              <a:t>11/21/2025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03479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8" r:id="rId1"/>
    <p:sldLayoutId id="2147483759" r:id="rId2"/>
    <p:sldLayoutId id="2147483760" r:id="rId3"/>
    <p:sldLayoutId id="2147483761" r:id="rId4"/>
    <p:sldLayoutId id="2147483762" r:id="rId5"/>
    <p:sldLayoutId id="2147483763" r:id="rId6"/>
    <p:sldLayoutId id="2147483764" r:id="rId7"/>
    <p:sldLayoutId id="2147483765" r:id="rId8"/>
    <p:sldLayoutId id="2147483766" r:id="rId9"/>
    <p:sldLayoutId id="2147483767" r:id="rId10"/>
    <p:sldLayoutId id="2147483768" r:id="rId11"/>
    <p:sldLayoutId id="2147483769" r:id="rId12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32DBC2-F449-49EF-AD7E-964553E48533}" type="datetimeFigureOut">
              <a:rPr lang="en-US" smtClean="0"/>
              <a:pPr/>
              <a:t>11/21/2025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56806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71" r:id="rId1"/>
    <p:sldLayoutId id="2147483772" r:id="rId2"/>
    <p:sldLayoutId id="2147483773" r:id="rId3"/>
    <p:sldLayoutId id="2147483774" r:id="rId4"/>
    <p:sldLayoutId id="2147483775" r:id="rId5"/>
    <p:sldLayoutId id="2147483776" r:id="rId6"/>
    <p:sldLayoutId id="2147483777" r:id="rId7"/>
    <p:sldLayoutId id="2147483778" r:id="rId8"/>
    <p:sldLayoutId id="2147483779" r:id="rId9"/>
    <p:sldLayoutId id="2147483780" r:id="rId10"/>
    <p:sldLayoutId id="2147483781" r:id="rId11"/>
    <p:sldLayoutId id="2147483782" r:id="rId12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32DBC2-F449-49EF-AD7E-964553E48533}" type="datetimeFigureOut">
              <a:rPr lang="en-US" smtClean="0"/>
              <a:pPr/>
              <a:t>11/21/2025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42289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84" r:id="rId1"/>
    <p:sldLayoutId id="2147483785" r:id="rId2"/>
    <p:sldLayoutId id="2147483786" r:id="rId3"/>
    <p:sldLayoutId id="2147483787" r:id="rId4"/>
    <p:sldLayoutId id="2147483788" r:id="rId5"/>
    <p:sldLayoutId id="2147483789" r:id="rId6"/>
    <p:sldLayoutId id="2147483790" r:id="rId7"/>
    <p:sldLayoutId id="2147483791" r:id="rId8"/>
    <p:sldLayoutId id="2147483792" r:id="rId9"/>
    <p:sldLayoutId id="2147483793" r:id="rId10"/>
    <p:sldLayoutId id="2147483794" r:id="rId11"/>
    <p:sldLayoutId id="2147483795" r:id="rId12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8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8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8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8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0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6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4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4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4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4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4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4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4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4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4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4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4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4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4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4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4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4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E7F784-FB20-9301-9A44-6A1B2133C0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3BF669AB-2DF7-61FD-29DC-4F5D5708F7EF}"/>
              </a:ext>
            </a:extLst>
          </p:cNvPr>
          <p:cNvSpPr txBox="1">
            <a:spLocks/>
          </p:cNvSpPr>
          <p:nvPr/>
        </p:nvSpPr>
        <p:spPr>
          <a:xfrm>
            <a:off x="404037" y="1849856"/>
            <a:ext cx="8335926" cy="2945535"/>
          </a:xfrm>
          <a:prstGeom prst="rect">
            <a:avLst/>
          </a:prstGeom>
          <a:noFill/>
          <a:ln w="28575">
            <a:noFill/>
          </a:ln>
          <a:effectLst>
            <a:outerShdw blurRad="50800" dist="50800" dir="5400000" algn="ctr" rotWithShape="0">
              <a:schemeClr val="accent5">
                <a:lumMod val="50000"/>
              </a:schemeClr>
            </a:outerShdw>
          </a:effectLst>
        </p:spPr>
        <p:txBody>
          <a:bodyPr lIns="91440" tIns="45720" rIns="91440" bIns="45720" anchor="t"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tabLst>
                <a:tab pos="1254125" algn="l"/>
                <a:tab pos="1423988" algn="l"/>
              </a:tabLst>
            </a:pPr>
            <a:r>
              <a:rPr lang="en-US" sz="6000" b="1">
                <a:solidFill>
                  <a:schemeClr val="bg1"/>
                </a:solidFill>
                <a:effectLst>
                  <a:outerShdw blurRad="38100" dist="63500" dir="2700000" algn="tl">
                    <a:schemeClr val="tx1">
                      <a:alpha val="43000"/>
                    </a:schemeClr>
                  </a:outerShdw>
                </a:effectLst>
                <a:latin typeface="Footlight MT Light"/>
              </a:rPr>
              <a:t>Nov 23, 2025</a:t>
            </a:r>
            <a:endParaRPr lang="en-US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361110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B7289E29-7507-3DDD-F7D2-9284AAD62DE9}"/>
              </a:ext>
            </a:extLst>
          </p:cNvPr>
          <p:cNvSpPr/>
          <p:nvPr/>
        </p:nvSpPr>
        <p:spPr>
          <a:xfrm>
            <a:off x="1089004" y="1194951"/>
            <a:ext cx="6965990" cy="3152740"/>
          </a:xfrm>
          <a:prstGeom prst="roundRect">
            <a:avLst>
              <a:gd name="adj" fmla="val 8229"/>
            </a:avLst>
          </a:prstGeom>
          <a:solidFill>
            <a:srgbClr val="905562">
              <a:alpha val="7098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2E3445-7428-97CE-263A-521C050900BE}"/>
              </a:ext>
            </a:extLst>
          </p:cNvPr>
          <p:cNvSpPr txBox="1">
            <a:spLocks/>
          </p:cNvSpPr>
          <p:nvPr/>
        </p:nvSpPr>
        <p:spPr>
          <a:xfrm>
            <a:off x="1239143" y="1654612"/>
            <a:ext cx="6661177" cy="2904342"/>
          </a:xfrm>
          <a:prstGeom prst="rect">
            <a:avLst/>
          </a:prstGeom>
          <a:noFill/>
          <a:ln w="28575">
            <a:noFill/>
          </a:ln>
        </p:spPr>
        <p:txBody>
          <a:bodyPr lIns="91440" tIns="45720" rIns="91440" bIns="45720" anchor="t">
            <a:noAutofit/>
          </a:bodyPr>
          <a:lstStyle>
            <a:defPPr>
              <a:defRPr lang="en-US"/>
            </a:defPPr>
            <a:lvl1pPr lvl="0" indent="0" algn="ctr" defTabSz="6858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tabLst>
                <a:tab pos="1254125" algn="l"/>
                <a:tab pos="1423988" algn="l"/>
              </a:tabLst>
              <a:defRPr sz="4800" b="1">
                <a:gradFill>
                  <a:gsLst>
                    <a:gs pos="7000">
                      <a:srgbClr val="001A52"/>
                    </a:gs>
                    <a:gs pos="40000">
                      <a:srgbClr val="9BBDC9"/>
                    </a:gs>
                    <a:gs pos="21000">
                      <a:srgbClr val="008FD3"/>
                    </a:gs>
                    <a:gs pos="55000">
                      <a:schemeClr val="bg1"/>
                    </a:gs>
                  </a:gsLst>
                  <a:lin ang="5400000" scaled="1"/>
                </a:gra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enorite" pitchFamily="2" charset="0"/>
              </a:defRPr>
            </a:lvl1pPr>
            <a:lvl2pPr marL="5143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</a:lvl2pPr>
            <a:lvl3pPr marL="8572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/>
            </a:lvl3pPr>
            <a:lvl4pPr marL="12001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4pPr>
            <a:lvl5pPr marL="15430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5pPr>
            <a:lvl6pPr marL="18859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6pPr>
            <a:lvl7pPr marL="22288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7pPr>
            <a:lvl8pPr marL="25717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8pPr>
            <a:lvl9pPr marL="29146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9pPr>
          </a:lstStyle>
          <a:p>
            <a:r>
              <a:rPr lang="en-US">
                <a:solidFill>
                  <a:schemeClr val="bg1"/>
                </a:solidFill>
                <a:latin typeface="Tenorite"/>
              </a:rPr>
              <a:t>Opening Hymn</a:t>
            </a:r>
          </a:p>
          <a:p>
            <a:r>
              <a:rPr lang="en-US">
                <a:solidFill>
                  <a:srgbClr val="FFFFFF"/>
                </a:solidFill>
                <a:latin typeface="Tenorite"/>
                <a:cs typeface="Segoe UI"/>
              </a:rPr>
              <a:t>Immortal, Invisible</a:t>
            </a:r>
            <a:endParaRPr lang="en-US">
              <a:gradFill>
                <a:gsLst>
                  <a:gs pos="7000">
                    <a:srgbClr val="001A52"/>
                  </a:gs>
                  <a:gs pos="21000">
                    <a:srgbClr val="008FD3"/>
                  </a:gs>
                  <a:gs pos="40000">
                    <a:srgbClr val="9BBDC9"/>
                  </a:gs>
                  <a:gs pos="55000">
                    <a:prstClr val="white"/>
                  </a:gs>
                </a:gsLst>
                <a:lin ang="5400000" scaled="1"/>
              </a:gradFill>
            </a:endParaRPr>
          </a:p>
        </p:txBody>
      </p:sp>
    </p:spTree>
    <p:extLst>
      <p:ext uri="{BB962C8B-B14F-4D97-AF65-F5344CB8AC3E}">
        <p14:creationId xmlns:p14="http://schemas.microsoft.com/office/powerpoint/2010/main" val="71738854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55B41F-CF1E-DB5C-5CEF-1D1BEBE693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64F5D1-79C1-4C43-8C2B-B9182DCD20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2800"/>
              <a:t>Opening Hymn – </a:t>
            </a:r>
            <a:r>
              <a:rPr lang="en-US" sz="2800">
                <a:solidFill>
                  <a:srgbClr val="FFFFFF"/>
                </a:solidFill>
              </a:rPr>
              <a:t>Immortal, Invisible</a:t>
            </a:r>
            <a:r>
              <a:rPr lang="en-US" sz="2800"/>
              <a:t> (5)</a:t>
            </a:r>
          </a:p>
        </p:txBody>
      </p:sp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CC234072-C154-C156-AFF0-02B008A0F25B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3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580248D-7344-851E-94DE-44524E9F4FC9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r"/>
            <a:r>
              <a:rPr lang="en-US" sz="1400"/>
              <a:t>Opening: 1 of 4</a:t>
            </a:r>
            <a:endParaRPr lang="en-SG" sz="1400">
              <a:cs typeface="Segoe UI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EAA6A71-2919-6F92-C2BF-2A5CEE44FF51}"/>
              </a:ext>
            </a:extLst>
          </p:cNvPr>
          <p:cNvSpPr txBox="1"/>
          <p:nvPr/>
        </p:nvSpPr>
        <p:spPr>
          <a:xfrm>
            <a:off x="4632" y="1667508"/>
            <a:ext cx="9142063" cy="181588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SG" sz="2800"/>
              <a:t>Immortal, invisible, God only wise, </a:t>
            </a:r>
          </a:p>
          <a:p>
            <a:pPr algn="ctr"/>
            <a:r>
              <a:rPr lang="en-SG" sz="2800"/>
              <a:t>In light inaccessible hid from our eyes, </a:t>
            </a:r>
          </a:p>
          <a:p>
            <a:pPr algn="ctr"/>
            <a:r>
              <a:rPr lang="en-SG" sz="2800"/>
              <a:t>Most blessed, most glorious, the Ancient of Days, Almighty, victorious- Thy great name we praise. </a:t>
            </a:r>
            <a:endParaRPr lang="en-US" sz="2800">
              <a:cs typeface="Segoe UI"/>
            </a:endParaRPr>
          </a:p>
        </p:txBody>
      </p:sp>
    </p:spTree>
    <p:extLst>
      <p:ext uri="{BB962C8B-B14F-4D97-AF65-F5344CB8AC3E}">
        <p14:creationId xmlns:p14="http://schemas.microsoft.com/office/powerpoint/2010/main" val="33667218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F060CB-62E9-52EC-BA9F-8EB248BA8D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A2928F-CDA5-FBB9-ECE1-165395BF64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2800"/>
              <a:t>Opening Hymn – Immortal, Invisible (5)</a:t>
            </a:r>
          </a:p>
        </p:txBody>
      </p:sp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61868C8F-7067-D04A-7806-C573ED8D310F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4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CB36545-CB46-40BB-7818-F85907EFF281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r"/>
            <a:r>
              <a:rPr lang="en-US" sz="1400"/>
              <a:t>Opening: 2 of 4</a:t>
            </a:r>
            <a:endParaRPr lang="en-SG" sz="1400">
              <a:cs typeface="Segoe UI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BE331B7-253D-4CF4-DF62-42E8B72C51F0}"/>
              </a:ext>
            </a:extLst>
          </p:cNvPr>
          <p:cNvSpPr txBox="1"/>
          <p:nvPr/>
        </p:nvSpPr>
        <p:spPr>
          <a:xfrm>
            <a:off x="5327" y="1660846"/>
            <a:ext cx="9137206" cy="1815882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SG" sz="28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Unresting</a:t>
            </a:r>
            <a:r>
              <a:rPr kumimoji="0" lang="en-SG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, unhasting, and silent as light, 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SG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Nor wanting, nor wasting, </a:t>
            </a:r>
            <a:r>
              <a:rPr lang="en-SG" sz="2800">
                <a:solidFill>
                  <a:prstClr val="black"/>
                </a:solidFill>
                <a:latin typeface="Segoe UI"/>
              </a:rPr>
              <a:t>Thou</a:t>
            </a:r>
            <a:r>
              <a:rPr kumimoji="0" lang="en-SG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 </a:t>
            </a:r>
            <a:r>
              <a:rPr kumimoji="0" lang="en-SG" sz="28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rulest</a:t>
            </a:r>
            <a:r>
              <a:rPr kumimoji="0" lang="en-SG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 in might; </a:t>
            </a:r>
            <a:endParaRPr lang="en-SG" sz="2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/>
              <a:cs typeface="Segoe UI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SG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Thy justice like mountains</a:t>
            </a:r>
            <a:r>
              <a:rPr lang="en-SG" sz="2800">
                <a:solidFill>
                  <a:prstClr val="black"/>
                </a:solidFill>
                <a:latin typeface="Segoe UI"/>
              </a:rPr>
              <a:t>,</a:t>
            </a:r>
            <a:r>
              <a:rPr kumimoji="0" lang="en-SG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 high soaring above </a:t>
            </a:r>
            <a:endParaRPr lang="en-SG" sz="2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/>
              <a:cs typeface="Segoe UI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SG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Thy clouds, which are fountains of goodness and love</a:t>
            </a:r>
            <a:r>
              <a:rPr lang="en-SG" sz="2800">
                <a:solidFill>
                  <a:prstClr val="black"/>
                </a:solidFill>
                <a:latin typeface="Segoe UI"/>
              </a:rPr>
              <a:t>.</a:t>
            </a:r>
            <a:endParaRPr kumimoji="0" lang="en-US" sz="2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5057142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AA67B4-6450-9694-1443-51C02AF0B4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09AB7F-5539-1EE9-2865-0ADA05D01A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2800"/>
              <a:t>Opening Hymn – Immortal, Invisible (5)</a:t>
            </a:r>
          </a:p>
        </p:txBody>
      </p:sp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2485ECED-B219-95CF-2E52-35AA2F2D546F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5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0A8512E-F0D6-D378-FB0B-245764BAD3BB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r"/>
            <a:r>
              <a:rPr lang="en-US" sz="1400"/>
              <a:t>Opening: 3 of 4</a:t>
            </a:r>
            <a:endParaRPr lang="en-SG" sz="1400">
              <a:cs typeface="Segoe UI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22C263C-0C00-43E9-D74B-3CB4DD4D7633}"/>
              </a:ext>
            </a:extLst>
          </p:cNvPr>
          <p:cNvSpPr txBox="1"/>
          <p:nvPr/>
        </p:nvSpPr>
        <p:spPr>
          <a:xfrm>
            <a:off x="666" y="1663809"/>
            <a:ext cx="9142666" cy="181588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SG" sz="2800"/>
              <a:t>To all, life thou </a:t>
            </a:r>
            <a:r>
              <a:rPr lang="en-SG" sz="2800" err="1"/>
              <a:t>givest</a:t>
            </a:r>
            <a:r>
              <a:rPr lang="en-SG" sz="2800"/>
              <a:t>- to both great and small; </a:t>
            </a:r>
          </a:p>
          <a:p>
            <a:pPr algn="ctr"/>
            <a:r>
              <a:rPr lang="en-SG" sz="2800"/>
              <a:t>In all life Thou </a:t>
            </a:r>
            <a:r>
              <a:rPr lang="en-SG" sz="2800" err="1"/>
              <a:t>livest</a:t>
            </a:r>
            <a:r>
              <a:rPr lang="en-SG" sz="2800"/>
              <a:t>- the true life of all; </a:t>
            </a:r>
          </a:p>
          <a:p>
            <a:pPr algn="ctr"/>
            <a:r>
              <a:rPr lang="en-SG" sz="2800"/>
              <a:t>We blossom and flourish as leaves on the tree, </a:t>
            </a:r>
          </a:p>
          <a:p>
            <a:pPr algn="ctr"/>
            <a:r>
              <a:rPr lang="en-SG" sz="2800"/>
              <a:t>And wither and perish- but naught </a:t>
            </a:r>
            <a:r>
              <a:rPr lang="en-SG" sz="2800" err="1"/>
              <a:t>changeth</a:t>
            </a:r>
            <a:r>
              <a:rPr lang="en-SG" sz="2800"/>
              <a:t> Thee. </a:t>
            </a:r>
            <a:endParaRPr lang="en-US" sz="2800"/>
          </a:p>
        </p:txBody>
      </p:sp>
    </p:spTree>
    <p:extLst>
      <p:ext uri="{BB962C8B-B14F-4D97-AF65-F5344CB8AC3E}">
        <p14:creationId xmlns:p14="http://schemas.microsoft.com/office/powerpoint/2010/main" val="181764382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D7E92B-12E3-688C-1DDC-2CA9A76128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BE1EDC-B15C-8511-3755-212E48BC73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2800"/>
              <a:t>Opening Hymn – Immortal, Invisible (5)</a:t>
            </a:r>
          </a:p>
        </p:txBody>
      </p:sp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2E718A48-CFC8-CFCF-C1E7-0B6EA3736F46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6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11E8205-6C5B-CA77-4F86-88B982BF49AA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r"/>
            <a:r>
              <a:rPr lang="en-US" sz="1400"/>
              <a:t>Opening: 4 of 4</a:t>
            </a:r>
            <a:endParaRPr lang="en-SG" sz="1400">
              <a:cs typeface="Segoe UI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63B4DDC-B1C2-5E28-A281-1CA528164B80}"/>
              </a:ext>
            </a:extLst>
          </p:cNvPr>
          <p:cNvSpPr txBox="1"/>
          <p:nvPr/>
        </p:nvSpPr>
        <p:spPr>
          <a:xfrm>
            <a:off x="3187" y="1664863"/>
            <a:ext cx="9135337" cy="181588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SG" sz="2800"/>
              <a:t>Great Father of glory, pure Father of light, </a:t>
            </a:r>
          </a:p>
          <a:p>
            <a:pPr algn="ctr"/>
            <a:r>
              <a:rPr lang="en-SG" sz="2800"/>
              <a:t>Thine angels adore Thee, all veiling their sight; </a:t>
            </a:r>
            <a:endParaRPr lang="en-SG" sz="2800">
              <a:cs typeface="Segoe UI"/>
            </a:endParaRPr>
          </a:p>
          <a:p>
            <a:pPr algn="ctr"/>
            <a:r>
              <a:rPr lang="en-SG" sz="2800"/>
              <a:t>All praise we would render- O help us to see </a:t>
            </a:r>
            <a:endParaRPr lang="en-SG" sz="2800">
              <a:cs typeface="Segoe UI"/>
            </a:endParaRPr>
          </a:p>
          <a:p>
            <a:pPr algn="ctr"/>
            <a:r>
              <a:rPr lang="en-SG" sz="2800"/>
              <a:t>‘Tis only the </a:t>
            </a:r>
            <a:r>
              <a:rPr lang="en-SG" sz="2800" err="1"/>
              <a:t>splendor</a:t>
            </a:r>
            <a:r>
              <a:rPr lang="en-SG" sz="2800"/>
              <a:t> of light </a:t>
            </a:r>
            <a:r>
              <a:rPr lang="en-SG" sz="2800" err="1"/>
              <a:t>hideth</a:t>
            </a:r>
            <a:r>
              <a:rPr lang="en-SG" sz="2800"/>
              <a:t> Thee!</a:t>
            </a:r>
            <a:endParaRPr lang="en-US" sz="2800"/>
          </a:p>
        </p:txBody>
      </p:sp>
    </p:spTree>
    <p:extLst>
      <p:ext uri="{BB962C8B-B14F-4D97-AF65-F5344CB8AC3E}">
        <p14:creationId xmlns:p14="http://schemas.microsoft.com/office/powerpoint/2010/main" val="225629640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BDDA26F8-E366-2B5B-C348-C507B3038F2B}"/>
              </a:ext>
            </a:extLst>
          </p:cNvPr>
          <p:cNvSpPr/>
          <p:nvPr/>
        </p:nvSpPr>
        <p:spPr>
          <a:xfrm>
            <a:off x="1127800" y="1238150"/>
            <a:ext cx="6892935" cy="2257244"/>
          </a:xfrm>
          <a:prstGeom prst="roundRect">
            <a:avLst>
              <a:gd name="adj" fmla="val 8229"/>
            </a:avLst>
          </a:prstGeom>
          <a:solidFill>
            <a:srgbClr val="905562">
              <a:alpha val="7098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ACC418-9BFA-F946-DA5B-A680A2EBDFAC}"/>
              </a:ext>
            </a:extLst>
          </p:cNvPr>
          <p:cNvSpPr txBox="1">
            <a:spLocks/>
          </p:cNvSpPr>
          <p:nvPr/>
        </p:nvSpPr>
        <p:spPr>
          <a:xfrm>
            <a:off x="1127800" y="1378757"/>
            <a:ext cx="6888435" cy="2120444"/>
          </a:xfrm>
          <a:prstGeom prst="rect">
            <a:avLst/>
          </a:prstGeom>
          <a:noFill/>
          <a:ln w="28575">
            <a:noFill/>
          </a:ln>
        </p:spPr>
        <p:txBody>
          <a:bodyPr lIns="91440" tIns="45720" rIns="91440" bIns="45720" anchor="t">
            <a:noAutofit/>
          </a:bodyPr>
          <a:lstStyle>
            <a:defPPr>
              <a:defRPr lang="en-US"/>
            </a:defPPr>
            <a:lvl1pPr lvl="0" indent="0" algn="ctr" defTabSz="6858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tabLst>
                <a:tab pos="1254125" algn="l"/>
                <a:tab pos="1423988" algn="l"/>
              </a:tabLst>
              <a:defRPr sz="4800" b="1">
                <a:gradFill>
                  <a:gsLst>
                    <a:gs pos="7000">
                      <a:srgbClr val="001A52"/>
                    </a:gs>
                    <a:gs pos="40000">
                      <a:srgbClr val="9BBDC9"/>
                    </a:gs>
                    <a:gs pos="21000">
                      <a:srgbClr val="008FD3"/>
                    </a:gs>
                    <a:gs pos="55000">
                      <a:schemeClr val="bg1"/>
                    </a:gs>
                  </a:gsLst>
                  <a:lin ang="5400000" scaled="1"/>
                </a:gra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enorite" pitchFamily="2" charset="0"/>
              </a:defRPr>
            </a:lvl1pPr>
            <a:lvl2pPr marL="5143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</a:lvl2pPr>
            <a:lvl3pPr marL="8572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/>
            </a:lvl3pPr>
            <a:lvl4pPr marL="12001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4pPr>
            <a:lvl5pPr marL="15430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5pPr>
            <a:lvl6pPr marL="18859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6pPr>
            <a:lvl7pPr marL="22288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7pPr>
            <a:lvl8pPr marL="25717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8pPr>
            <a:lvl9pPr marL="29146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9pPr>
          </a:lstStyle>
          <a:p>
            <a:r>
              <a:rPr lang="en-GB">
                <a:solidFill>
                  <a:schemeClr val="bg1"/>
                </a:solidFill>
                <a:latin typeface="Tenorite"/>
              </a:rPr>
              <a:t>Thanksgiving Prayers </a:t>
            </a:r>
          </a:p>
          <a:p>
            <a:r>
              <a:rPr lang="en-SG" sz="3600" b="0">
                <a:solidFill>
                  <a:srgbClr val="FFFFFF"/>
                </a:solidFill>
                <a:latin typeface="Tenorite"/>
                <a:cs typeface="Segoe UI"/>
              </a:rPr>
              <a:t>Oh for a thousand tongues(45)</a:t>
            </a:r>
            <a:endParaRPr lang="en-SG">
              <a:gradFill>
                <a:gsLst>
                  <a:gs pos="7000">
                    <a:srgbClr val="001A52"/>
                  </a:gs>
                  <a:gs pos="21000">
                    <a:srgbClr val="008FD3"/>
                  </a:gs>
                  <a:gs pos="40000">
                    <a:srgbClr val="9BBDC9"/>
                  </a:gs>
                  <a:gs pos="55000">
                    <a:prstClr val="white"/>
                  </a:gs>
                </a:gsLst>
                <a:lin ang="5400000" scaled="1"/>
              </a:gradFill>
            </a:endParaRPr>
          </a:p>
        </p:txBody>
      </p:sp>
    </p:spTree>
    <p:extLst>
      <p:ext uri="{BB962C8B-B14F-4D97-AF65-F5344CB8AC3E}">
        <p14:creationId xmlns:p14="http://schemas.microsoft.com/office/powerpoint/2010/main" val="371749380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12000"/>
          </a:xfrm>
        </p:spPr>
        <p:txBody>
          <a:bodyPr/>
          <a:lstStyle/>
          <a:p>
            <a:r>
              <a:rPr lang="en-SG" sz="2800">
                <a:latin typeface="Segoe UI"/>
                <a:cs typeface="Segoe UI"/>
              </a:rPr>
              <a:t>Thanksgiving – </a:t>
            </a:r>
            <a:r>
              <a:rPr lang="en-SG" sz="2800">
                <a:solidFill>
                  <a:srgbClr val="FFFFFF"/>
                </a:solidFill>
                <a:latin typeface="Segoe UI"/>
                <a:cs typeface="Segoe UI"/>
              </a:rPr>
              <a:t>Oh for a thousand tongues</a:t>
            </a:r>
            <a:r>
              <a:rPr lang="en-SG" sz="2800">
                <a:latin typeface="Segoe UI"/>
                <a:cs typeface="Segoe UI"/>
              </a:rPr>
              <a:t> (45) 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FED1249-D453-4D4E-BD98-BAC3CEA5DFD7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1572416-2890-4130-B3A5-BF0B00B97382}" type="slidenum">
              <a:rPr kumimoji="0" 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538F053-0E9C-DB49-DD90-65BDBB59D62C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r"/>
            <a:r>
              <a:rPr lang="en-US" sz="1400"/>
              <a:t>Thanksgiving: 1 of 1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BADF726-2AAD-85FD-9A5C-793E45C4B3F2}"/>
              </a:ext>
            </a:extLst>
          </p:cNvPr>
          <p:cNvSpPr txBox="1"/>
          <p:nvPr/>
        </p:nvSpPr>
        <p:spPr>
          <a:xfrm>
            <a:off x="0" y="1513174"/>
            <a:ext cx="8689896" cy="1815882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lvl="1"/>
            <a:r>
              <a:rPr lang="en-SG" sz="2800"/>
              <a:t>Oh for a thousand tongues to sing </a:t>
            </a:r>
          </a:p>
          <a:p>
            <a:pPr lvl="1"/>
            <a:r>
              <a:rPr lang="en-SG" sz="2800"/>
              <a:t>My Great Redeemer's Praise! </a:t>
            </a:r>
          </a:p>
          <a:p>
            <a:pPr lvl="1"/>
            <a:r>
              <a:rPr lang="en-SG" sz="2800"/>
              <a:t>The glories of my God and King </a:t>
            </a:r>
          </a:p>
          <a:p>
            <a:pPr lvl="1"/>
            <a:r>
              <a:rPr lang="en-SG" sz="2800"/>
              <a:t>The triumphs of His grace!</a:t>
            </a:r>
            <a:endParaRPr lang="en-SG" sz="2800">
              <a:cs typeface="Segoe UI"/>
            </a:endParaRPr>
          </a:p>
        </p:txBody>
      </p:sp>
    </p:spTree>
    <p:extLst>
      <p:ext uri="{BB962C8B-B14F-4D97-AF65-F5344CB8AC3E}">
        <p14:creationId xmlns:p14="http://schemas.microsoft.com/office/powerpoint/2010/main" val="277125069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C66CA3-73E0-375F-0D7F-C70BEB7775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11353E76-4E00-A87E-0E3C-673848A4DF96}"/>
              </a:ext>
            </a:extLst>
          </p:cNvPr>
          <p:cNvSpPr/>
          <p:nvPr/>
        </p:nvSpPr>
        <p:spPr>
          <a:xfrm>
            <a:off x="1127800" y="1238150"/>
            <a:ext cx="6892935" cy="2257244"/>
          </a:xfrm>
          <a:prstGeom prst="roundRect">
            <a:avLst>
              <a:gd name="adj" fmla="val 8229"/>
            </a:avLst>
          </a:prstGeom>
          <a:solidFill>
            <a:srgbClr val="905562">
              <a:alpha val="7098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CE1BC1-7D83-5120-9C07-D5EA74BE90F4}"/>
              </a:ext>
            </a:extLst>
          </p:cNvPr>
          <p:cNvSpPr txBox="1">
            <a:spLocks/>
          </p:cNvSpPr>
          <p:nvPr/>
        </p:nvSpPr>
        <p:spPr>
          <a:xfrm>
            <a:off x="1127800" y="1510642"/>
            <a:ext cx="6888435" cy="2120444"/>
          </a:xfrm>
          <a:prstGeom prst="rect">
            <a:avLst/>
          </a:prstGeom>
          <a:noFill/>
          <a:ln w="28575">
            <a:noFill/>
          </a:ln>
        </p:spPr>
        <p:txBody>
          <a:bodyPr lIns="91440" tIns="45720" rIns="91440" bIns="45720" anchor="t">
            <a:noAutofit/>
          </a:bodyPr>
          <a:lstStyle>
            <a:defPPr>
              <a:defRPr lang="en-US"/>
            </a:defPPr>
            <a:lvl1pPr lvl="0" indent="0" algn="ctr" defTabSz="6858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tabLst>
                <a:tab pos="1254125" algn="l"/>
                <a:tab pos="1423988" algn="l"/>
              </a:tabLst>
              <a:defRPr sz="4800" b="1">
                <a:gradFill>
                  <a:gsLst>
                    <a:gs pos="7000">
                      <a:srgbClr val="001A52"/>
                    </a:gs>
                    <a:gs pos="40000">
                      <a:srgbClr val="9BBDC9"/>
                    </a:gs>
                    <a:gs pos="21000">
                      <a:srgbClr val="008FD3"/>
                    </a:gs>
                    <a:gs pos="55000">
                      <a:schemeClr val="bg1"/>
                    </a:gs>
                  </a:gsLst>
                  <a:lin ang="5400000" scaled="1"/>
                </a:gra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enorite" pitchFamily="2" charset="0"/>
              </a:defRPr>
            </a:lvl1pPr>
            <a:lvl2pPr marL="5143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</a:lvl2pPr>
            <a:lvl3pPr marL="8572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/>
            </a:lvl3pPr>
            <a:lvl4pPr marL="12001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4pPr>
            <a:lvl5pPr marL="15430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5pPr>
            <a:lvl6pPr marL="18859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6pPr>
            <a:lvl7pPr marL="22288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7pPr>
            <a:lvl8pPr marL="25717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8pPr>
            <a:lvl9pPr marL="29146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9pPr>
          </a:lstStyle>
          <a:p>
            <a:r>
              <a:rPr lang="en-GB">
                <a:solidFill>
                  <a:schemeClr val="bg1"/>
                </a:solidFill>
                <a:latin typeface="Tenorite"/>
              </a:rPr>
              <a:t>Offertory</a:t>
            </a:r>
          </a:p>
          <a:p>
            <a:r>
              <a:rPr lang="en-SG" sz="3600">
                <a:solidFill>
                  <a:schemeClr val="bg1"/>
                </a:solidFill>
                <a:latin typeface="Tenorite"/>
              </a:rPr>
              <a:t>Open my eyes that I may see</a:t>
            </a:r>
          </a:p>
        </p:txBody>
      </p:sp>
    </p:spTree>
    <p:extLst>
      <p:ext uri="{BB962C8B-B14F-4D97-AF65-F5344CB8AC3E}">
        <p14:creationId xmlns:p14="http://schemas.microsoft.com/office/powerpoint/2010/main" val="285880189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072751-0DFD-E04D-8DBC-6192EE4B4B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>
                <a:latin typeface="Segoe UI"/>
                <a:cs typeface="Segoe UI"/>
              </a:rPr>
              <a:t>Offertory – Open my eyes that I may see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1E034DBB-D11D-E8BD-DFC3-703615F257C6}"/>
              </a:ext>
            </a:extLst>
          </p:cNvPr>
          <p:cNvSpPr txBox="1">
            <a:spLocks/>
          </p:cNvSpPr>
          <p:nvPr/>
        </p:nvSpPr>
        <p:spPr>
          <a:xfrm>
            <a:off x="6002637" y="3759734"/>
            <a:ext cx="3236067" cy="455586"/>
          </a:xfrm>
          <a:prstGeom prst="rect">
            <a:avLst/>
          </a:prstGeom>
          <a:noFill/>
        </p:spPr>
        <p:txBody>
          <a:bodyPr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>
                <a:tab pos="1423988" algn="l"/>
              </a:tabLst>
              <a:defRPr/>
            </a:pPr>
            <a:r>
              <a:rPr kumimoji="0" lang="en-GB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Segoe UI" panose="020B0502040204020203" pitchFamily="34" charset="0"/>
              </a:rPr>
              <a:t>UEN - S86CC0315K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48AEF40-D79D-77F3-773C-095D81075E36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r"/>
            <a:r>
              <a:rPr lang="en-US" sz="1400"/>
              <a:t>Offertory : 1 of 5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E977EB1-CBD2-2A19-FF44-FE6AFEF294E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275" r="352" b="1751"/>
          <a:stretch/>
        </p:blipFill>
        <p:spPr>
          <a:xfrm>
            <a:off x="6205841" y="931586"/>
            <a:ext cx="2834271" cy="2826639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60127C6D-3342-C831-3981-C5030CF3B941}"/>
              </a:ext>
            </a:extLst>
          </p:cNvPr>
          <p:cNvSpPr txBox="1"/>
          <p:nvPr/>
        </p:nvSpPr>
        <p:spPr>
          <a:xfrm>
            <a:off x="103889" y="729158"/>
            <a:ext cx="6125882" cy="3539430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n-US" sz="2800">
                <a:solidFill>
                  <a:srgbClr val="000000"/>
                </a:solidFill>
                <a:ea typeface="Calibri"/>
                <a:cs typeface="Segoe UI"/>
              </a:rPr>
              <a:t>Open my eyes that I may see</a:t>
            </a:r>
          </a:p>
          <a:p>
            <a:r>
              <a:rPr lang="en-US" sz="2800">
                <a:solidFill>
                  <a:srgbClr val="000000"/>
                </a:solidFill>
                <a:ea typeface="Calibri"/>
                <a:cs typeface="Segoe UI"/>
              </a:rPr>
              <a:t>Glimpses of truth Thou hast for me.</a:t>
            </a:r>
          </a:p>
          <a:p>
            <a:r>
              <a:rPr lang="en-US" sz="2800">
                <a:solidFill>
                  <a:srgbClr val="000000"/>
                </a:solidFill>
                <a:ea typeface="Calibri"/>
                <a:cs typeface="Segoe UI"/>
              </a:rPr>
              <a:t>Place in my hands the wonderful key</a:t>
            </a:r>
          </a:p>
          <a:p>
            <a:r>
              <a:rPr lang="en-US" sz="2800">
                <a:solidFill>
                  <a:srgbClr val="000000"/>
                </a:solidFill>
                <a:ea typeface="Calibri"/>
                <a:cs typeface="Segoe UI"/>
              </a:rPr>
              <a:t>That shall unclasp and set me free.</a:t>
            </a:r>
          </a:p>
          <a:p>
            <a:r>
              <a:rPr lang="en-US" sz="2800">
                <a:solidFill>
                  <a:srgbClr val="C00000"/>
                </a:solidFill>
                <a:ea typeface="Calibri"/>
                <a:cs typeface="Segoe UI"/>
              </a:rPr>
              <a:t>Silently now I wait for thee,</a:t>
            </a:r>
            <a:endParaRPr lang="en-US">
              <a:solidFill>
                <a:srgbClr val="C00000"/>
              </a:solidFill>
              <a:cs typeface="Segoe UI"/>
            </a:endParaRPr>
          </a:p>
          <a:p>
            <a:r>
              <a:rPr lang="en-US" sz="2800">
                <a:solidFill>
                  <a:srgbClr val="C00000"/>
                </a:solidFill>
                <a:ea typeface="Calibri"/>
                <a:cs typeface="Segoe UI"/>
              </a:rPr>
              <a:t>Ready, my God, Thy will to see.</a:t>
            </a:r>
          </a:p>
          <a:p>
            <a:r>
              <a:rPr lang="en-US" sz="2800">
                <a:solidFill>
                  <a:srgbClr val="C00000"/>
                </a:solidFill>
                <a:ea typeface="Calibri"/>
                <a:cs typeface="Segoe UI"/>
              </a:rPr>
              <a:t>Open my eyes, illumine me,</a:t>
            </a:r>
          </a:p>
          <a:p>
            <a:r>
              <a:rPr lang="en-GB" sz="2800">
                <a:solidFill>
                  <a:srgbClr val="C00000"/>
                </a:solidFill>
                <a:ea typeface="Calibri"/>
                <a:cs typeface="Segoe UI"/>
              </a:rPr>
              <a:t>Savior</a:t>
            </a:r>
            <a:r>
              <a:rPr lang="en-US" sz="2800">
                <a:solidFill>
                  <a:srgbClr val="C00000"/>
                </a:solidFill>
                <a:ea typeface="Calibri"/>
                <a:cs typeface="Segoe UI"/>
              </a:rPr>
              <a:t> divine!</a:t>
            </a:r>
            <a:endParaRPr lang="en-US" sz="2800">
              <a:solidFill>
                <a:srgbClr val="C00000"/>
              </a:solidFill>
              <a:cs typeface="Segoe UI"/>
            </a:endParaRPr>
          </a:p>
        </p:txBody>
      </p:sp>
      <p:sp>
        <p:nvSpPr>
          <p:cNvPr id="8" name="Slide Number Placeholder 3">
            <a:extLst>
              <a:ext uri="{FF2B5EF4-FFF2-40B4-BE49-F238E27FC236}">
                <a16:creationId xmlns:a16="http://schemas.microsoft.com/office/drawing/2014/main" id="{ADAB77CD-C930-CED9-AA7B-501A2E721A96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1572416-2890-4130-B3A5-BF0B00B97382}" type="slidenum">
              <a:rPr kumimoji="0" 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034644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105A86-BBC8-CDF3-FDAA-9DD463799E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F3448D-9D9C-C3B7-BA25-ED3BB93BD4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>
                <a:latin typeface="Segoe UI"/>
                <a:cs typeface="Segoe UI"/>
              </a:rPr>
              <a:t>Offertory – Open my eyes that I may see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BB09FFE3-4332-0909-10E5-E4F182B36800}"/>
              </a:ext>
            </a:extLst>
          </p:cNvPr>
          <p:cNvSpPr txBox="1">
            <a:spLocks/>
          </p:cNvSpPr>
          <p:nvPr/>
        </p:nvSpPr>
        <p:spPr>
          <a:xfrm>
            <a:off x="6002637" y="3759734"/>
            <a:ext cx="3236067" cy="455586"/>
          </a:xfrm>
          <a:prstGeom prst="rect">
            <a:avLst/>
          </a:prstGeom>
          <a:noFill/>
        </p:spPr>
        <p:txBody>
          <a:bodyPr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>
                <a:tab pos="1423988" algn="l"/>
              </a:tabLst>
              <a:defRPr/>
            </a:pPr>
            <a:r>
              <a:rPr kumimoji="0" lang="en-GB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Segoe UI" panose="020B0502040204020203" pitchFamily="34" charset="0"/>
              </a:rPr>
              <a:t>UEN - S86CC0315K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CBD8EF1-07A8-3B5C-934F-A159E8857E2D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r"/>
            <a:r>
              <a:rPr lang="en-US" sz="1400"/>
              <a:t>Offertory : 2 of 5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08A676F-CE56-DAA9-F59F-6958425F174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275" r="352" b="1751"/>
          <a:stretch/>
        </p:blipFill>
        <p:spPr>
          <a:xfrm>
            <a:off x="6205841" y="931586"/>
            <a:ext cx="2834271" cy="2826639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77B86008-D545-6466-8BDD-828A7F6193AA}"/>
              </a:ext>
            </a:extLst>
          </p:cNvPr>
          <p:cNvSpPr txBox="1"/>
          <p:nvPr/>
        </p:nvSpPr>
        <p:spPr>
          <a:xfrm>
            <a:off x="103889" y="729158"/>
            <a:ext cx="6125882" cy="3970318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n-US" sz="2800">
                <a:solidFill>
                  <a:srgbClr val="000000"/>
                </a:solidFill>
                <a:ea typeface="Calibri"/>
                <a:cs typeface="Segoe UI"/>
              </a:rPr>
              <a:t>Open my ears that I may hear</a:t>
            </a:r>
          </a:p>
          <a:p>
            <a:r>
              <a:rPr lang="en-US" sz="2800">
                <a:solidFill>
                  <a:srgbClr val="000000"/>
                </a:solidFill>
                <a:ea typeface="Calibri"/>
                <a:cs typeface="Segoe UI"/>
              </a:rPr>
              <a:t>Thy word of truth Thou </a:t>
            </a:r>
            <a:r>
              <a:rPr lang="en-US" sz="2800" err="1">
                <a:solidFill>
                  <a:srgbClr val="000000"/>
                </a:solidFill>
                <a:ea typeface="Calibri"/>
                <a:cs typeface="Segoe UI"/>
              </a:rPr>
              <a:t>sendest</a:t>
            </a:r>
            <a:r>
              <a:rPr lang="en-US" sz="2800">
                <a:solidFill>
                  <a:srgbClr val="000000"/>
                </a:solidFill>
                <a:ea typeface="Calibri"/>
                <a:cs typeface="Segoe UI"/>
              </a:rPr>
              <a:t> clear,</a:t>
            </a:r>
          </a:p>
          <a:p>
            <a:r>
              <a:rPr lang="en-US" sz="2800">
                <a:solidFill>
                  <a:srgbClr val="000000"/>
                </a:solidFill>
                <a:ea typeface="Calibri"/>
                <a:cs typeface="Segoe UI"/>
              </a:rPr>
              <a:t>And while the wave notes fall on my ear,</a:t>
            </a:r>
          </a:p>
          <a:p>
            <a:r>
              <a:rPr lang="en-US" sz="2800" err="1">
                <a:solidFill>
                  <a:srgbClr val="000000"/>
                </a:solidFill>
                <a:ea typeface="Calibri"/>
                <a:cs typeface="Segoe UI"/>
              </a:rPr>
              <a:t>Ev’rything</a:t>
            </a:r>
            <a:r>
              <a:rPr lang="en-US" sz="2800">
                <a:solidFill>
                  <a:srgbClr val="000000"/>
                </a:solidFill>
                <a:ea typeface="Calibri"/>
                <a:cs typeface="Segoe UI"/>
              </a:rPr>
              <a:t> false will disappear.</a:t>
            </a:r>
          </a:p>
          <a:p>
            <a:r>
              <a:rPr lang="en-US" sz="2800">
                <a:solidFill>
                  <a:srgbClr val="C00000"/>
                </a:solidFill>
                <a:ea typeface="Calibri"/>
                <a:cs typeface="Segoe UI"/>
              </a:rPr>
              <a:t>Silently now I wait for thee,</a:t>
            </a:r>
          </a:p>
          <a:p>
            <a:r>
              <a:rPr lang="en-US" sz="2800">
                <a:solidFill>
                  <a:srgbClr val="C00000"/>
                </a:solidFill>
                <a:ea typeface="Calibri"/>
                <a:cs typeface="Segoe UI"/>
              </a:rPr>
              <a:t>Ready, my God, Thy will to see.</a:t>
            </a:r>
          </a:p>
          <a:p>
            <a:r>
              <a:rPr lang="en-US" sz="2800">
                <a:solidFill>
                  <a:srgbClr val="C00000"/>
                </a:solidFill>
                <a:ea typeface="Calibri"/>
                <a:cs typeface="Segoe UI"/>
              </a:rPr>
              <a:t>Open my ears, illumine me,</a:t>
            </a:r>
          </a:p>
          <a:p>
            <a:r>
              <a:rPr lang="en-GB" sz="2800">
                <a:solidFill>
                  <a:srgbClr val="C00000"/>
                </a:solidFill>
                <a:ea typeface="Calibri"/>
                <a:cs typeface="Segoe UI"/>
              </a:rPr>
              <a:t>Savior</a:t>
            </a:r>
            <a:r>
              <a:rPr lang="en-US" sz="2800">
                <a:solidFill>
                  <a:srgbClr val="C00000"/>
                </a:solidFill>
                <a:ea typeface="Calibri"/>
                <a:cs typeface="Segoe UI"/>
              </a:rPr>
              <a:t> divine!</a:t>
            </a:r>
          </a:p>
        </p:txBody>
      </p:sp>
      <p:sp>
        <p:nvSpPr>
          <p:cNvPr id="8" name="Slide Number Placeholder 3">
            <a:extLst>
              <a:ext uri="{FF2B5EF4-FFF2-40B4-BE49-F238E27FC236}">
                <a16:creationId xmlns:a16="http://schemas.microsoft.com/office/drawing/2014/main" id="{D34D3AB1-CD0C-0DA2-A62E-9646E2CA031E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1572416-2890-4130-B3A5-BF0B00B97382}" type="slidenum">
              <a:rPr kumimoji="0" 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1492223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801C38-1047-8BF6-E59B-7D57D50AAD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DC1984-D902-802E-CD75-3B599924A8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>
                <a:latin typeface="Segoe UI"/>
                <a:cs typeface="Segoe UI"/>
              </a:rPr>
              <a:t>Offertory – Open my eyes that I may see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12FEE020-689B-F83D-F6AA-BC6EEDB557FB}"/>
              </a:ext>
            </a:extLst>
          </p:cNvPr>
          <p:cNvSpPr txBox="1">
            <a:spLocks/>
          </p:cNvSpPr>
          <p:nvPr/>
        </p:nvSpPr>
        <p:spPr>
          <a:xfrm>
            <a:off x="6002637" y="3759734"/>
            <a:ext cx="3236067" cy="455586"/>
          </a:xfrm>
          <a:prstGeom prst="rect">
            <a:avLst/>
          </a:prstGeom>
          <a:noFill/>
        </p:spPr>
        <p:txBody>
          <a:bodyPr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>
                <a:tab pos="1423988" algn="l"/>
              </a:tabLst>
              <a:defRPr/>
            </a:pPr>
            <a:r>
              <a:rPr kumimoji="0" lang="en-GB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Segoe UI" panose="020B0502040204020203" pitchFamily="34" charset="0"/>
              </a:rPr>
              <a:t>UEN - S86CC0315K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24B988E-34A9-AA3B-2407-36078A1E7B2D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r"/>
            <a:r>
              <a:rPr lang="en-US" sz="1400"/>
              <a:t>Offertory : 3 of 5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9939568-8575-C275-220D-22BAA11CFFF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275" r="352" b="1751"/>
          <a:stretch/>
        </p:blipFill>
        <p:spPr>
          <a:xfrm>
            <a:off x="6205841" y="931586"/>
            <a:ext cx="2834271" cy="2826639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4E9BE74A-47E6-80C6-09E3-EF02C7BA0021}"/>
              </a:ext>
            </a:extLst>
          </p:cNvPr>
          <p:cNvSpPr txBox="1"/>
          <p:nvPr/>
        </p:nvSpPr>
        <p:spPr>
          <a:xfrm>
            <a:off x="103889" y="729158"/>
            <a:ext cx="6125882" cy="3539430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n-US" sz="2800">
                <a:solidFill>
                  <a:srgbClr val="000000"/>
                </a:solidFill>
                <a:ea typeface="Calibri"/>
                <a:cs typeface="Segoe UI"/>
              </a:rPr>
              <a:t>Open my mouth and let me bear</a:t>
            </a:r>
          </a:p>
          <a:p>
            <a:r>
              <a:rPr lang="en-US" sz="2800">
                <a:solidFill>
                  <a:srgbClr val="000000"/>
                </a:solidFill>
                <a:ea typeface="Calibri"/>
                <a:cs typeface="Segoe UI"/>
              </a:rPr>
              <a:t>Gladly the warm truth </a:t>
            </a:r>
            <a:r>
              <a:rPr lang="en-US" sz="2800" err="1">
                <a:solidFill>
                  <a:srgbClr val="000000"/>
                </a:solidFill>
                <a:ea typeface="Calibri"/>
                <a:cs typeface="Segoe UI"/>
              </a:rPr>
              <a:t>ev’rywhere</a:t>
            </a:r>
            <a:r>
              <a:rPr lang="en-US" sz="2800">
                <a:solidFill>
                  <a:srgbClr val="000000"/>
                </a:solidFill>
                <a:ea typeface="Calibri"/>
                <a:cs typeface="Segoe UI"/>
              </a:rPr>
              <a:t>;</a:t>
            </a:r>
          </a:p>
          <a:p>
            <a:r>
              <a:rPr lang="en-US" sz="2800">
                <a:solidFill>
                  <a:srgbClr val="000000"/>
                </a:solidFill>
                <a:ea typeface="Calibri"/>
                <a:cs typeface="Segoe UI"/>
              </a:rPr>
              <a:t>Open my heart, and let me prepare</a:t>
            </a:r>
          </a:p>
          <a:p>
            <a:r>
              <a:rPr lang="en-US" sz="2800">
                <a:solidFill>
                  <a:srgbClr val="000000"/>
                </a:solidFill>
                <a:ea typeface="Calibri"/>
                <a:cs typeface="Segoe UI"/>
              </a:rPr>
              <a:t>Love with Thy children thus to share.</a:t>
            </a:r>
          </a:p>
          <a:p>
            <a:r>
              <a:rPr lang="en-US" sz="2800">
                <a:solidFill>
                  <a:srgbClr val="C00000"/>
                </a:solidFill>
                <a:ea typeface="Calibri"/>
                <a:cs typeface="Segoe UI"/>
              </a:rPr>
              <a:t>Silently now I wait for thee,</a:t>
            </a:r>
          </a:p>
          <a:p>
            <a:r>
              <a:rPr lang="en-US" sz="2800">
                <a:solidFill>
                  <a:srgbClr val="C00000"/>
                </a:solidFill>
                <a:ea typeface="Calibri"/>
                <a:cs typeface="Segoe UI"/>
              </a:rPr>
              <a:t>Ready, my God, Thy will to see.</a:t>
            </a:r>
          </a:p>
          <a:p>
            <a:r>
              <a:rPr lang="en-US" sz="2800">
                <a:solidFill>
                  <a:srgbClr val="C00000"/>
                </a:solidFill>
                <a:ea typeface="Calibri"/>
                <a:cs typeface="Segoe UI"/>
              </a:rPr>
              <a:t>Open my heart, illumine me,</a:t>
            </a:r>
          </a:p>
          <a:p>
            <a:r>
              <a:rPr lang="en-US" sz="2800">
                <a:solidFill>
                  <a:srgbClr val="C00000"/>
                </a:solidFill>
                <a:ea typeface="Calibri"/>
                <a:cs typeface="Segoe UI"/>
              </a:rPr>
              <a:t>Savior divine!</a:t>
            </a:r>
          </a:p>
        </p:txBody>
      </p:sp>
      <p:sp>
        <p:nvSpPr>
          <p:cNvPr id="8" name="Slide Number Placeholder 3">
            <a:extLst>
              <a:ext uri="{FF2B5EF4-FFF2-40B4-BE49-F238E27FC236}">
                <a16:creationId xmlns:a16="http://schemas.microsoft.com/office/drawing/2014/main" id="{13154A3A-7E25-13FE-5E65-FFB2173D215C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1572416-2890-4130-B3A5-BF0B00B97382}" type="slidenum">
              <a:rPr kumimoji="0" 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6899305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D89685-6C68-2718-E057-99867079FF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CDD4B9-479C-D7C0-18F3-E6D3463B7A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>
                <a:latin typeface="Segoe UI"/>
                <a:cs typeface="Segoe UI"/>
              </a:rPr>
              <a:t>Offertory – Open my eyes that I may see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1F4D214B-EB1D-5E14-9BF1-BE17500C947F}"/>
              </a:ext>
            </a:extLst>
          </p:cNvPr>
          <p:cNvSpPr txBox="1">
            <a:spLocks/>
          </p:cNvSpPr>
          <p:nvPr/>
        </p:nvSpPr>
        <p:spPr>
          <a:xfrm>
            <a:off x="6002637" y="3759734"/>
            <a:ext cx="3236067" cy="455586"/>
          </a:xfrm>
          <a:prstGeom prst="rect">
            <a:avLst/>
          </a:prstGeom>
          <a:noFill/>
        </p:spPr>
        <p:txBody>
          <a:bodyPr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>
                <a:tab pos="1423988" algn="l"/>
              </a:tabLst>
              <a:defRPr/>
            </a:pPr>
            <a:r>
              <a:rPr kumimoji="0" lang="en-GB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Segoe UI" panose="020B0502040204020203" pitchFamily="34" charset="0"/>
              </a:rPr>
              <a:t>UEN - S86CC0315K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A982B8E-5B11-3B50-3C91-3364A366A04F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r"/>
            <a:r>
              <a:rPr lang="en-US" sz="1400"/>
              <a:t>Offertory : 4 of 5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5201138-33E7-6C3B-8348-FB3686AA593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275" r="352" b="1751"/>
          <a:stretch/>
        </p:blipFill>
        <p:spPr>
          <a:xfrm>
            <a:off x="6205841" y="931586"/>
            <a:ext cx="2834271" cy="2826639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90AE6883-07A6-BE0A-6137-1937FADED2A1}"/>
              </a:ext>
            </a:extLst>
          </p:cNvPr>
          <p:cNvSpPr txBox="1"/>
          <p:nvPr/>
        </p:nvSpPr>
        <p:spPr>
          <a:xfrm>
            <a:off x="103889" y="729158"/>
            <a:ext cx="6125882" cy="3970318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n-US" sz="2800">
                <a:solidFill>
                  <a:srgbClr val="000000"/>
                </a:solidFill>
                <a:ea typeface="Calibri"/>
                <a:cs typeface="Segoe UI"/>
              </a:rPr>
              <a:t>Open my mind that I may read</a:t>
            </a:r>
          </a:p>
          <a:p>
            <a:r>
              <a:rPr lang="en-US" sz="2800">
                <a:solidFill>
                  <a:srgbClr val="000000"/>
                </a:solidFill>
                <a:ea typeface="Calibri"/>
                <a:cs typeface="Segoe UI"/>
              </a:rPr>
              <a:t>More of Thy love in word and deed;</a:t>
            </a:r>
          </a:p>
          <a:p>
            <a:r>
              <a:rPr lang="en-US" sz="2800">
                <a:solidFill>
                  <a:srgbClr val="000000"/>
                </a:solidFill>
                <a:ea typeface="Calibri"/>
                <a:cs typeface="Segoe UI"/>
              </a:rPr>
              <a:t>What shall I fear while yet Thou dost lead?</a:t>
            </a:r>
          </a:p>
          <a:p>
            <a:r>
              <a:rPr lang="en-US" sz="2800">
                <a:solidFill>
                  <a:srgbClr val="000000"/>
                </a:solidFill>
                <a:ea typeface="Calibri"/>
                <a:cs typeface="Segoe UI"/>
              </a:rPr>
              <a:t>Only for light from Thee I plead.</a:t>
            </a:r>
          </a:p>
          <a:p>
            <a:r>
              <a:rPr lang="en-US" sz="2800">
                <a:solidFill>
                  <a:srgbClr val="C00000"/>
                </a:solidFill>
                <a:ea typeface="Calibri"/>
                <a:cs typeface="Segoe UI"/>
              </a:rPr>
              <a:t>Silently now I wait for thee,</a:t>
            </a:r>
          </a:p>
          <a:p>
            <a:r>
              <a:rPr lang="en-US" sz="2800">
                <a:solidFill>
                  <a:srgbClr val="C00000"/>
                </a:solidFill>
                <a:ea typeface="Calibri"/>
                <a:cs typeface="Segoe UI"/>
              </a:rPr>
              <a:t>Ready, my God, Thy will to see.</a:t>
            </a:r>
          </a:p>
          <a:p>
            <a:r>
              <a:rPr lang="en-US" sz="2800">
                <a:solidFill>
                  <a:srgbClr val="C00000"/>
                </a:solidFill>
                <a:ea typeface="Calibri"/>
                <a:cs typeface="Segoe UI"/>
              </a:rPr>
              <a:t>Open my mind, illumine me,</a:t>
            </a:r>
          </a:p>
          <a:p>
            <a:r>
              <a:rPr lang="en-GB" sz="2800">
                <a:solidFill>
                  <a:srgbClr val="C00000"/>
                </a:solidFill>
                <a:ea typeface="Calibri"/>
                <a:cs typeface="Segoe UI"/>
              </a:rPr>
              <a:t>Spirit</a:t>
            </a:r>
            <a:r>
              <a:rPr lang="en-US" sz="2800">
                <a:solidFill>
                  <a:srgbClr val="C00000"/>
                </a:solidFill>
                <a:ea typeface="Calibri"/>
                <a:cs typeface="Segoe UI"/>
              </a:rPr>
              <a:t> divine!</a:t>
            </a:r>
          </a:p>
        </p:txBody>
      </p:sp>
      <p:sp>
        <p:nvSpPr>
          <p:cNvPr id="8" name="Slide Number Placeholder 3">
            <a:extLst>
              <a:ext uri="{FF2B5EF4-FFF2-40B4-BE49-F238E27FC236}">
                <a16:creationId xmlns:a16="http://schemas.microsoft.com/office/drawing/2014/main" id="{4D6F9DC3-1EC7-CF52-422A-237B09654981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1572416-2890-4130-B3A5-BF0B00B97382}" type="slidenum">
              <a:rPr kumimoji="0" 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2005000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2CFEF2-71CB-C0A5-2D81-B0E396AE49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B15B4B-9672-AA12-6884-E5D16E0822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>
                <a:latin typeface="Segoe UI"/>
                <a:cs typeface="Segoe UI"/>
              </a:rPr>
              <a:t>Offertory – Open my eyes that I may see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3C824B7A-572C-C56D-7D76-4EE1718135CF}"/>
              </a:ext>
            </a:extLst>
          </p:cNvPr>
          <p:cNvSpPr txBox="1">
            <a:spLocks/>
          </p:cNvSpPr>
          <p:nvPr/>
        </p:nvSpPr>
        <p:spPr>
          <a:xfrm>
            <a:off x="6002637" y="3759734"/>
            <a:ext cx="3236067" cy="455586"/>
          </a:xfrm>
          <a:prstGeom prst="rect">
            <a:avLst/>
          </a:prstGeom>
          <a:noFill/>
        </p:spPr>
        <p:txBody>
          <a:bodyPr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>
                <a:tab pos="1423988" algn="l"/>
              </a:tabLst>
              <a:defRPr/>
            </a:pPr>
            <a:r>
              <a:rPr kumimoji="0" lang="en-GB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Segoe UI" panose="020B0502040204020203" pitchFamily="34" charset="0"/>
              </a:rPr>
              <a:t>UEN - S86CC0315K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A749FE3-8E22-60AA-D9FA-2D3B3D44C62E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r"/>
            <a:r>
              <a:rPr lang="en-US" sz="1400"/>
              <a:t>Offertory : 5 of 5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C2E283D-0CD2-0481-97C1-9F36788AA67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275" r="352" b="1751"/>
          <a:stretch/>
        </p:blipFill>
        <p:spPr>
          <a:xfrm>
            <a:off x="6205841" y="931586"/>
            <a:ext cx="2834271" cy="2826639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63618169-11E2-2275-6235-72E14144FA6E}"/>
              </a:ext>
            </a:extLst>
          </p:cNvPr>
          <p:cNvSpPr txBox="1"/>
          <p:nvPr/>
        </p:nvSpPr>
        <p:spPr>
          <a:xfrm>
            <a:off x="103889" y="729158"/>
            <a:ext cx="6125882" cy="3970318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n-US" sz="2800">
                <a:solidFill>
                  <a:srgbClr val="000000"/>
                </a:solidFill>
                <a:ea typeface="Calibri"/>
                <a:cs typeface="Segoe UI"/>
              </a:rPr>
              <a:t>Open my way, that I may bring</a:t>
            </a:r>
          </a:p>
          <a:p>
            <a:r>
              <a:rPr lang="en-US" sz="2800">
                <a:solidFill>
                  <a:srgbClr val="000000"/>
                </a:solidFill>
                <a:ea typeface="Calibri"/>
                <a:cs typeface="Segoe UI"/>
              </a:rPr>
              <a:t>Trophies of grace to Christ, my King;</a:t>
            </a:r>
            <a:endParaRPr lang="en-US">
              <a:solidFill>
                <a:srgbClr val="000000"/>
              </a:solidFill>
              <a:ea typeface="Calibri"/>
              <a:cs typeface="Segoe UI"/>
            </a:endParaRPr>
          </a:p>
          <a:p>
            <a:r>
              <a:rPr lang="en-US" sz="2800">
                <a:solidFill>
                  <a:srgbClr val="000000"/>
                </a:solidFill>
                <a:ea typeface="Calibri"/>
                <a:cs typeface="Segoe UI"/>
              </a:rPr>
              <a:t>Echoed in love Thy word shall </a:t>
            </a:r>
            <a:r>
              <a:rPr lang="en-US" sz="2800" err="1">
                <a:solidFill>
                  <a:srgbClr val="000000"/>
                </a:solidFill>
                <a:ea typeface="Calibri"/>
                <a:cs typeface="Segoe UI"/>
              </a:rPr>
              <a:t>outring</a:t>
            </a:r>
            <a:r>
              <a:rPr lang="en-US" sz="2800">
                <a:solidFill>
                  <a:srgbClr val="000000"/>
                </a:solidFill>
                <a:ea typeface="Calibri"/>
                <a:cs typeface="Segoe UI"/>
              </a:rPr>
              <a:t>,</a:t>
            </a:r>
            <a:endParaRPr lang="en-US">
              <a:solidFill>
                <a:srgbClr val="000000"/>
              </a:solidFill>
              <a:ea typeface="Calibri"/>
              <a:cs typeface="Segoe UI"/>
            </a:endParaRPr>
          </a:p>
          <a:p>
            <a:r>
              <a:rPr lang="en-US" sz="2800">
                <a:solidFill>
                  <a:srgbClr val="000000"/>
                </a:solidFill>
                <a:ea typeface="Calibri"/>
                <a:cs typeface="Segoe UI"/>
              </a:rPr>
              <a:t>Sweet as the note that angels sing.</a:t>
            </a:r>
            <a:endParaRPr lang="en-US">
              <a:cs typeface="Segoe UI"/>
            </a:endParaRPr>
          </a:p>
          <a:p>
            <a:r>
              <a:rPr lang="en-US" sz="2800">
                <a:solidFill>
                  <a:srgbClr val="C00000"/>
                </a:solidFill>
                <a:ea typeface="Calibri"/>
                <a:cs typeface="Segoe UI"/>
              </a:rPr>
              <a:t>Silently now I wait for thee,</a:t>
            </a:r>
          </a:p>
          <a:p>
            <a:r>
              <a:rPr lang="en-US" sz="2800">
                <a:solidFill>
                  <a:srgbClr val="C00000"/>
                </a:solidFill>
                <a:ea typeface="Calibri"/>
                <a:cs typeface="Segoe UI"/>
              </a:rPr>
              <a:t>Ready, my God, Thy will to see.</a:t>
            </a:r>
          </a:p>
          <a:p>
            <a:r>
              <a:rPr lang="en-US" sz="2800">
                <a:solidFill>
                  <a:srgbClr val="C00000"/>
                </a:solidFill>
                <a:ea typeface="Calibri"/>
                <a:cs typeface="Segoe UI"/>
              </a:rPr>
              <a:t>Open my way, illumine me,</a:t>
            </a:r>
          </a:p>
          <a:p>
            <a:r>
              <a:rPr lang="en-GB" sz="2800">
                <a:solidFill>
                  <a:srgbClr val="C00000"/>
                </a:solidFill>
                <a:ea typeface="Calibri"/>
                <a:cs typeface="Segoe UI"/>
              </a:rPr>
              <a:t>Spirit</a:t>
            </a:r>
            <a:r>
              <a:rPr lang="en-US" sz="2800">
                <a:solidFill>
                  <a:srgbClr val="C00000"/>
                </a:solidFill>
                <a:ea typeface="Calibri"/>
                <a:cs typeface="Segoe UI"/>
              </a:rPr>
              <a:t> divine!</a:t>
            </a:r>
          </a:p>
        </p:txBody>
      </p:sp>
      <p:sp>
        <p:nvSpPr>
          <p:cNvPr id="8" name="Slide Number Placeholder 3">
            <a:extLst>
              <a:ext uri="{FF2B5EF4-FFF2-40B4-BE49-F238E27FC236}">
                <a16:creationId xmlns:a16="http://schemas.microsoft.com/office/drawing/2014/main" id="{341BA282-B193-C376-C75B-F44EE2A087FC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1572416-2890-4130-B3A5-BF0B00B97382}" type="slidenum">
              <a:rPr kumimoji="0" 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341772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092AD42C-7AA5-5979-5D1A-6EFB0A176B69}"/>
              </a:ext>
            </a:extLst>
          </p:cNvPr>
          <p:cNvSpPr/>
          <p:nvPr/>
        </p:nvSpPr>
        <p:spPr>
          <a:xfrm>
            <a:off x="2342030" y="2135781"/>
            <a:ext cx="4459938" cy="871936"/>
          </a:xfrm>
          <a:prstGeom prst="roundRect">
            <a:avLst>
              <a:gd name="adj" fmla="val 8229"/>
            </a:avLst>
          </a:prstGeom>
          <a:solidFill>
            <a:srgbClr val="905562">
              <a:alpha val="7098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C361FC-3ECC-9DD4-0EC8-1573FF25656D}"/>
              </a:ext>
            </a:extLst>
          </p:cNvPr>
          <p:cNvSpPr txBox="1">
            <a:spLocks/>
          </p:cNvSpPr>
          <p:nvPr/>
        </p:nvSpPr>
        <p:spPr>
          <a:xfrm>
            <a:off x="2106541" y="2157617"/>
            <a:ext cx="4930917" cy="828265"/>
          </a:xfrm>
          <a:prstGeom prst="rect">
            <a:avLst/>
          </a:prstGeom>
          <a:noFill/>
          <a:ln w="28575">
            <a:noFill/>
          </a:ln>
        </p:spPr>
        <p:txBody>
          <a:bodyPr anchor="t">
            <a:noAutofit/>
          </a:bodyPr>
          <a:lstStyle>
            <a:defPPr>
              <a:defRPr lang="en-US"/>
            </a:defPPr>
            <a:lvl1pPr lvl="0" indent="0" algn="ctr" defTabSz="6858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tabLst>
                <a:tab pos="1254125" algn="l"/>
                <a:tab pos="1423988" algn="l"/>
              </a:tabLst>
              <a:defRPr sz="4800" b="1">
                <a:gradFill>
                  <a:gsLst>
                    <a:gs pos="3000">
                      <a:srgbClr val="001A52"/>
                    </a:gs>
                    <a:gs pos="37000">
                      <a:srgbClr val="9BBDC9"/>
                    </a:gs>
                    <a:gs pos="14000">
                      <a:srgbClr val="008FD3"/>
                    </a:gs>
                    <a:gs pos="55000">
                      <a:schemeClr val="bg1"/>
                    </a:gs>
                  </a:gsLst>
                  <a:lin ang="5400000" scaled="1"/>
                </a:gra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enorite" pitchFamily="2" charset="0"/>
              </a:defRPr>
            </a:lvl1pPr>
            <a:lvl2pPr marL="5143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</a:lvl2pPr>
            <a:lvl3pPr marL="8572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/>
            </a:lvl3pPr>
            <a:lvl4pPr marL="12001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4pPr>
            <a:lvl5pPr marL="15430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5pPr>
            <a:lvl6pPr marL="18859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6pPr>
            <a:lvl7pPr marL="22288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7pPr>
            <a:lvl8pPr marL="25717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8pPr>
            <a:lvl9pPr marL="29146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9pPr>
          </a:lstStyle>
          <a:p>
            <a:r>
              <a:rPr lang="en-GB">
                <a:solidFill>
                  <a:schemeClr val="bg1"/>
                </a:solidFill>
              </a:rPr>
              <a:t>Message</a:t>
            </a:r>
          </a:p>
        </p:txBody>
      </p:sp>
    </p:spTree>
    <p:extLst>
      <p:ext uri="{BB962C8B-B14F-4D97-AF65-F5344CB8AC3E}">
        <p14:creationId xmlns:p14="http://schemas.microsoft.com/office/powerpoint/2010/main" val="98698742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B90B1688-CD2F-4ABF-A1F2-A27C7C669BF0}"/>
              </a:ext>
            </a:extLst>
          </p:cNvPr>
          <p:cNvSpPr/>
          <p:nvPr/>
        </p:nvSpPr>
        <p:spPr>
          <a:xfrm>
            <a:off x="2342030" y="2135781"/>
            <a:ext cx="4459938" cy="871936"/>
          </a:xfrm>
          <a:prstGeom prst="roundRect">
            <a:avLst>
              <a:gd name="adj" fmla="val 8229"/>
            </a:avLst>
          </a:prstGeom>
          <a:solidFill>
            <a:srgbClr val="905562">
              <a:alpha val="7098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D0C40A-F4C4-760A-1D04-0A03FA7728B9}"/>
              </a:ext>
            </a:extLst>
          </p:cNvPr>
          <p:cNvSpPr txBox="1">
            <a:spLocks/>
          </p:cNvSpPr>
          <p:nvPr/>
        </p:nvSpPr>
        <p:spPr>
          <a:xfrm>
            <a:off x="2106540" y="2156262"/>
            <a:ext cx="4930917" cy="830973"/>
          </a:xfrm>
          <a:prstGeom prst="rect">
            <a:avLst/>
          </a:prstGeom>
          <a:noFill/>
          <a:ln w="28575">
            <a:noFill/>
          </a:ln>
        </p:spPr>
        <p:txBody>
          <a:bodyPr anchor="t">
            <a:noAutofit/>
          </a:bodyPr>
          <a:lstStyle>
            <a:defPPr>
              <a:defRPr lang="en-US"/>
            </a:defPPr>
            <a:lvl1pPr lvl="0" indent="0" algn="ctr" defTabSz="6858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tabLst>
                <a:tab pos="1254125" algn="l"/>
                <a:tab pos="1423988" algn="l"/>
              </a:tabLst>
              <a:defRPr sz="4800" b="1">
                <a:gradFill>
                  <a:gsLst>
                    <a:gs pos="3000">
                      <a:srgbClr val="001A52"/>
                    </a:gs>
                    <a:gs pos="37000">
                      <a:srgbClr val="9BBDC9"/>
                    </a:gs>
                    <a:gs pos="14000">
                      <a:srgbClr val="008FD3"/>
                    </a:gs>
                    <a:gs pos="55000">
                      <a:schemeClr val="bg1"/>
                    </a:gs>
                  </a:gsLst>
                  <a:lin ang="5400000" scaled="1"/>
                </a:gra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enorite" pitchFamily="2" charset="0"/>
              </a:defRPr>
            </a:lvl1pPr>
            <a:lvl2pPr marL="5143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</a:lvl2pPr>
            <a:lvl3pPr marL="8572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/>
            </a:lvl3pPr>
            <a:lvl4pPr marL="12001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4pPr>
            <a:lvl5pPr marL="15430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5pPr>
            <a:lvl6pPr marL="18859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6pPr>
            <a:lvl7pPr marL="22288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7pPr>
            <a:lvl8pPr marL="25717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8pPr>
            <a:lvl9pPr marL="29146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9pPr>
          </a:lstStyle>
          <a:p>
            <a:r>
              <a:rPr lang="en-GB">
                <a:solidFill>
                  <a:schemeClr val="bg1"/>
                </a:solidFill>
              </a:rPr>
              <a:t>Prayer</a:t>
            </a:r>
          </a:p>
        </p:txBody>
      </p:sp>
    </p:spTree>
    <p:extLst>
      <p:ext uri="{BB962C8B-B14F-4D97-AF65-F5344CB8AC3E}">
        <p14:creationId xmlns:p14="http://schemas.microsoft.com/office/powerpoint/2010/main" val="339405663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A63A6A-450D-4603-B02C-80F270CA1D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>
                <a:latin typeface="Segoe UI"/>
                <a:cs typeface="Segoe UI"/>
              </a:rPr>
              <a:t>Confession –</a:t>
            </a:r>
            <a:r>
              <a:rPr lang="en-GB" sz="2800">
                <a:latin typeface="Segoe UI"/>
                <a:cs typeface="Segoe UI"/>
              </a:rPr>
              <a:t> </a:t>
            </a:r>
            <a:r>
              <a:rPr lang="en-GB" sz="2800">
                <a:solidFill>
                  <a:srgbClr val="FFFFFF"/>
                </a:solidFill>
                <a:latin typeface="Segoe UI"/>
                <a:ea typeface="Calibri"/>
                <a:cs typeface="Segoe UI"/>
              </a:rPr>
              <a:t>Breathe on me</a:t>
            </a:r>
            <a:r>
              <a:rPr lang="en-GB" sz="2800">
                <a:latin typeface="Segoe UI"/>
                <a:ea typeface="Calibri"/>
                <a:cs typeface="Segoe UI"/>
              </a:rPr>
              <a:t> (</a:t>
            </a:r>
            <a:r>
              <a:rPr lang="en-US" sz="2800">
                <a:latin typeface="Segoe UI"/>
                <a:cs typeface="Segoe UI"/>
              </a:rPr>
              <a:t>43 v2)</a:t>
            </a:r>
          </a:p>
        </p:txBody>
      </p:sp>
      <p:sp>
        <p:nvSpPr>
          <p:cNvPr id="5" name="Slide Number Placeholder 3"/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17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0E4522D-C491-AABE-1E91-6F8A0E941012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/>
              <a:t>Confession: 1 of 1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AC751B8-1522-B4B4-3170-CBBEEEDF2680}"/>
              </a:ext>
            </a:extLst>
          </p:cNvPr>
          <p:cNvSpPr txBox="1"/>
          <p:nvPr/>
        </p:nvSpPr>
        <p:spPr>
          <a:xfrm>
            <a:off x="3140" y="1665820"/>
            <a:ext cx="9143184" cy="1815882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lvl="1" algn="ctr"/>
            <a:r>
              <a:rPr lang="en-SG" sz="2800">
                <a:latin typeface="Segoe UI"/>
                <a:cs typeface="Segoe UI"/>
              </a:rPr>
              <a:t>Breathe on me, Breath of God, </a:t>
            </a:r>
          </a:p>
          <a:p>
            <a:pPr lvl="1" algn="ctr"/>
            <a:r>
              <a:rPr lang="en-SG" sz="2800">
                <a:latin typeface="Segoe UI"/>
                <a:cs typeface="Segoe UI"/>
              </a:rPr>
              <a:t>Until my heart is pure, </a:t>
            </a:r>
          </a:p>
          <a:p>
            <a:pPr lvl="1" algn="ctr"/>
            <a:r>
              <a:rPr lang="en-SG" sz="2800">
                <a:latin typeface="Segoe UI"/>
                <a:cs typeface="Segoe UI"/>
              </a:rPr>
              <a:t>Until my will is one with Thine, </a:t>
            </a:r>
          </a:p>
          <a:p>
            <a:pPr lvl="1" algn="ctr"/>
            <a:r>
              <a:rPr lang="en-SG" sz="2800">
                <a:latin typeface="Segoe UI"/>
                <a:cs typeface="Segoe UI"/>
              </a:rPr>
              <a:t>To do and to endure. </a:t>
            </a:r>
            <a:endParaRPr lang="en-US" sz="2800">
              <a:solidFill>
                <a:srgbClr val="C00000"/>
              </a:solidFill>
              <a:latin typeface="Segoe UI"/>
              <a:ea typeface="Calibri"/>
              <a:cs typeface="Segoe UI"/>
            </a:endParaRPr>
          </a:p>
        </p:txBody>
      </p:sp>
    </p:spTree>
    <p:extLst>
      <p:ext uri="{BB962C8B-B14F-4D97-AF65-F5344CB8AC3E}">
        <p14:creationId xmlns:p14="http://schemas.microsoft.com/office/powerpoint/2010/main" val="405047108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18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5" name="Picture 4" descr="A picture containing wall, indoor, table, decorated&#10;&#10;Description automatically generated">
            <a:extLst>
              <a:ext uri="{FF2B5EF4-FFF2-40B4-BE49-F238E27FC236}">
                <a16:creationId xmlns:a16="http://schemas.microsoft.com/office/drawing/2014/main" id="{3C396B60-2C0D-1542-BE8F-2D2B65EE9D2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0000" y="705623"/>
            <a:ext cx="6084000" cy="405726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10" name="Title 1">
            <a:extLst>
              <a:ext uri="{FF2B5EF4-FFF2-40B4-BE49-F238E27FC236}">
                <a16:creationId xmlns:a16="http://schemas.microsoft.com/office/drawing/2014/main" id="{72CE8160-C300-EF1E-99A5-B7E63749C2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4187" y="-6187"/>
            <a:ext cx="9144000" cy="612000"/>
          </a:xfrm>
        </p:spPr>
        <p:txBody>
          <a:bodyPr/>
          <a:lstStyle/>
          <a:p>
            <a:r>
              <a:rPr lang="en-US" sz="2800">
                <a:latin typeface="Segoe UI"/>
                <a:cs typeface="Segoe UI"/>
              </a:rPr>
              <a:t>Holy Communion – </a:t>
            </a:r>
            <a:r>
              <a:rPr lang="en-GB" sz="2800">
                <a:latin typeface="Segoe UI"/>
                <a:cs typeface="Segoe UI"/>
              </a:rPr>
              <a:t>Breathe on me (</a:t>
            </a:r>
            <a:r>
              <a:rPr lang="en-US" sz="2800">
                <a:latin typeface="Segoe UI"/>
                <a:cs typeface="Segoe UI"/>
              </a:rPr>
              <a:t>43)</a:t>
            </a:r>
            <a:endParaRPr lang="en-US" sz="2800" b="0">
              <a:solidFill>
                <a:srgbClr val="000000"/>
              </a:solidFill>
              <a:latin typeface="Segoe UI"/>
              <a:cs typeface="Segoe UI"/>
            </a:endParaRPr>
          </a:p>
        </p:txBody>
      </p:sp>
    </p:spTree>
    <p:extLst>
      <p:ext uri="{BB962C8B-B14F-4D97-AF65-F5344CB8AC3E}">
        <p14:creationId xmlns:p14="http://schemas.microsoft.com/office/powerpoint/2010/main" val="476559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72352D-1B70-2035-438B-D8180CA7FA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B9627D-C9E5-7A27-D868-BB4004190B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>
                <a:latin typeface="Segoe UI"/>
                <a:cs typeface="Segoe UI"/>
              </a:rPr>
              <a:t>Holy Communion – </a:t>
            </a:r>
            <a:r>
              <a:rPr lang="en-GB" sz="2800">
                <a:latin typeface="Segoe UI"/>
                <a:cs typeface="Segoe UI"/>
              </a:rPr>
              <a:t>Breathe on me (</a:t>
            </a:r>
            <a:r>
              <a:rPr lang="en-US" sz="2800">
                <a:latin typeface="Segoe UI"/>
                <a:cs typeface="Segoe UI"/>
              </a:rPr>
              <a:t>43)</a:t>
            </a:r>
            <a:endParaRPr lang="en-US" sz="2800" b="0">
              <a:solidFill>
                <a:srgbClr val="000000"/>
              </a:solidFill>
              <a:latin typeface="Segoe UI"/>
              <a:cs typeface="Segoe UI"/>
            </a:endParaRPr>
          </a:p>
        </p:txBody>
      </p:sp>
      <p:sp>
        <p:nvSpPr>
          <p:cNvPr id="5" name="Slide Number Placeholder 3">
            <a:extLst>
              <a:ext uri="{FF2B5EF4-FFF2-40B4-BE49-F238E27FC236}">
                <a16:creationId xmlns:a16="http://schemas.microsoft.com/office/drawing/2014/main" id="{55340F66-D335-7C21-0EB8-BE87BADAD142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19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08826D6-D5E7-8E29-8447-D3F82C0FBEBF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r"/>
            <a:r>
              <a:rPr lang="en-US" sz="1400"/>
              <a:t>Communion 1: 1 of 2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9BC6042-D3CB-EFE4-1634-DFABC58E575F}"/>
              </a:ext>
            </a:extLst>
          </p:cNvPr>
          <p:cNvSpPr txBox="1"/>
          <p:nvPr/>
        </p:nvSpPr>
        <p:spPr>
          <a:xfrm>
            <a:off x="0" y="783303"/>
            <a:ext cx="8952685" cy="3970318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lvl="1"/>
            <a:r>
              <a:rPr lang="en-SG" sz="2800"/>
              <a:t>Breathe on me, Breath of God,</a:t>
            </a:r>
          </a:p>
          <a:p>
            <a:pPr lvl="1"/>
            <a:r>
              <a:rPr lang="en-SG" sz="2800"/>
              <a:t>Fill me with life anew, </a:t>
            </a:r>
          </a:p>
          <a:p>
            <a:pPr lvl="1"/>
            <a:r>
              <a:rPr lang="en-SG" sz="2800"/>
              <a:t>That I may love what Thou dost love, </a:t>
            </a:r>
          </a:p>
          <a:p>
            <a:pPr lvl="1"/>
            <a:r>
              <a:rPr lang="en-SG" sz="2800"/>
              <a:t>And do what Thou wouldst do.</a:t>
            </a:r>
            <a:endParaRPr lang="en-SG" sz="2800">
              <a:cs typeface="Segoe UI"/>
            </a:endParaRPr>
          </a:p>
          <a:p>
            <a:pPr lvl="1"/>
            <a:endParaRPr lang="en-SG" sz="2800">
              <a:cs typeface="Calibri"/>
            </a:endParaRPr>
          </a:p>
          <a:p>
            <a:pPr lvl="1"/>
            <a:r>
              <a:rPr lang="en-SG" sz="2800"/>
              <a:t>				Breathe on me, Breath of God, </a:t>
            </a:r>
            <a:endParaRPr lang="en-SG" sz="2800">
              <a:cs typeface="Segoe UI"/>
            </a:endParaRPr>
          </a:p>
          <a:p>
            <a:pPr lvl="1"/>
            <a:r>
              <a:rPr lang="en-SG" sz="2800"/>
              <a:t>				Until my heart is pure, </a:t>
            </a:r>
          </a:p>
          <a:p>
            <a:pPr lvl="1"/>
            <a:r>
              <a:rPr lang="en-SG" sz="2800"/>
              <a:t>				Until my will is one with Thine, </a:t>
            </a:r>
            <a:endParaRPr lang="en-SG" sz="2800">
              <a:cs typeface="Segoe UI"/>
            </a:endParaRPr>
          </a:p>
          <a:p>
            <a:pPr lvl="1"/>
            <a:r>
              <a:rPr lang="en-SG" sz="2800"/>
              <a:t>				To do and to endure.</a:t>
            </a:r>
            <a:endParaRPr lang="en-SG" sz="2800"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14540774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146068-024A-8962-B1DC-39F2CF9369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D66926-EF1E-D8E1-AC02-979FB3D4B3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>
                <a:latin typeface="Segoe UI"/>
                <a:cs typeface="Segoe UI"/>
              </a:rPr>
              <a:t>Holy Communion – </a:t>
            </a:r>
            <a:r>
              <a:rPr lang="en-GB" sz="2800">
                <a:latin typeface="Segoe UI"/>
                <a:cs typeface="Segoe UI"/>
              </a:rPr>
              <a:t>Breathe on me (</a:t>
            </a:r>
            <a:r>
              <a:rPr lang="en-US" sz="2800">
                <a:latin typeface="Segoe UI"/>
                <a:cs typeface="Segoe UI"/>
              </a:rPr>
              <a:t>43)</a:t>
            </a:r>
          </a:p>
        </p:txBody>
      </p:sp>
      <p:sp>
        <p:nvSpPr>
          <p:cNvPr id="5" name="Slide Number Placeholder 3">
            <a:extLst>
              <a:ext uri="{FF2B5EF4-FFF2-40B4-BE49-F238E27FC236}">
                <a16:creationId xmlns:a16="http://schemas.microsoft.com/office/drawing/2014/main" id="{044215FE-20EF-E508-7A96-D8F150153A9E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20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FB516D8-33C6-91BE-FF0F-F81767183409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r"/>
            <a:r>
              <a:rPr lang="en-US" sz="1400"/>
              <a:t>Communion 1: 2 of 2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29B7676-8DFA-5769-F05E-7DAFBF74B1CB}"/>
              </a:ext>
            </a:extLst>
          </p:cNvPr>
          <p:cNvSpPr txBox="1"/>
          <p:nvPr/>
        </p:nvSpPr>
        <p:spPr>
          <a:xfrm>
            <a:off x="0" y="783303"/>
            <a:ext cx="8952685" cy="3970318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lvl="1"/>
            <a:r>
              <a:rPr lang="en-SG" sz="2800"/>
              <a:t>Breathe on me, Breath of God, </a:t>
            </a:r>
          </a:p>
          <a:p>
            <a:pPr lvl="1"/>
            <a:r>
              <a:rPr lang="en-SG" sz="2800"/>
              <a:t>Till I am wholly Thine, </a:t>
            </a:r>
          </a:p>
          <a:p>
            <a:pPr lvl="1"/>
            <a:r>
              <a:rPr lang="en-SG" sz="2800"/>
              <a:t>Until this earthly part of me </a:t>
            </a:r>
          </a:p>
          <a:p>
            <a:pPr lvl="1"/>
            <a:r>
              <a:rPr lang="en-SG" sz="2800"/>
              <a:t>Glows with Thy fire divine. </a:t>
            </a:r>
          </a:p>
          <a:p>
            <a:pPr lvl="1"/>
            <a:endParaRPr lang="en-SG" sz="2800">
              <a:latin typeface="Segoe UI"/>
              <a:cs typeface="Calibri"/>
            </a:endParaRPr>
          </a:p>
          <a:p>
            <a:pPr lvl="1"/>
            <a:r>
              <a:rPr lang="en-SG" sz="2800"/>
              <a:t>				Breathe on me, Breath of God, </a:t>
            </a:r>
          </a:p>
          <a:p>
            <a:pPr lvl="1"/>
            <a:r>
              <a:rPr lang="en-SG" sz="2800"/>
              <a:t>				So shall I never die, </a:t>
            </a:r>
          </a:p>
          <a:p>
            <a:pPr lvl="1"/>
            <a:r>
              <a:rPr lang="en-SG" sz="2800"/>
              <a:t>				But live with Thee the perfect life </a:t>
            </a:r>
          </a:p>
          <a:p>
            <a:pPr lvl="1"/>
            <a:r>
              <a:rPr lang="en-SG" sz="2800"/>
              <a:t>				Of Thine eternity.</a:t>
            </a:r>
            <a:endParaRPr lang="en-SG" sz="2800">
              <a:latin typeface="Segoe U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66696784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0A3992-FAD8-191E-F1B6-7FFCAB77DF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A1334C6-7EE2-49DB-32B1-82C6D8E0FA4E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21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5" name="Picture 4" descr="A picture containing wall, indoor, table, decorated&#10;&#10;Description automatically generated">
            <a:extLst>
              <a:ext uri="{FF2B5EF4-FFF2-40B4-BE49-F238E27FC236}">
                <a16:creationId xmlns:a16="http://schemas.microsoft.com/office/drawing/2014/main" id="{6156517C-D3E9-9679-FBF2-3665652E9E6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0000" y="705623"/>
            <a:ext cx="6084000" cy="405726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E5F1EFE9-2C7F-FD9E-A1D1-0E4FBADF90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4187" y="-6187"/>
            <a:ext cx="9144000" cy="612000"/>
          </a:xfrm>
        </p:spPr>
        <p:txBody>
          <a:bodyPr/>
          <a:lstStyle/>
          <a:p>
            <a:r>
              <a:rPr lang="en-US" sz="2800">
                <a:latin typeface="Segoe UI"/>
                <a:cs typeface="Segoe UI"/>
              </a:rPr>
              <a:t>Holy Communion – Hymn No 718</a:t>
            </a:r>
            <a:endParaRPr lang="en-US" sz="2800" b="0">
              <a:solidFill>
                <a:srgbClr val="000000"/>
              </a:solidFill>
              <a:latin typeface="Segoe UI"/>
              <a:cs typeface="Segoe UI"/>
            </a:endParaRPr>
          </a:p>
        </p:txBody>
      </p:sp>
    </p:spTree>
    <p:extLst>
      <p:ext uri="{BB962C8B-B14F-4D97-AF65-F5344CB8AC3E}">
        <p14:creationId xmlns:p14="http://schemas.microsoft.com/office/powerpoint/2010/main" val="268471263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EF9236-9852-6C7B-05A6-7A022EB68F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2C73B0-DDAA-F443-75D4-17503BF5F0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>
                <a:latin typeface="Segoe UI"/>
                <a:cs typeface="Segoe UI"/>
              </a:rPr>
              <a:t>Holy Communion – </a:t>
            </a:r>
            <a:r>
              <a:rPr lang="en-US" sz="2800">
                <a:cs typeface="Segoe UI"/>
              </a:rPr>
              <a:t>Hymn No 718</a:t>
            </a:r>
            <a:endParaRPr lang="en-US" sz="2800" b="0">
              <a:solidFill>
                <a:srgbClr val="000000"/>
              </a:solidFill>
              <a:cs typeface="Segoe UI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2B35A23-AC28-2BF5-587D-62D45A75B75A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r"/>
            <a:r>
              <a:rPr lang="en-US" sz="1400"/>
              <a:t>Communion 2: 1 of 5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5D4BBBF-5ABA-E6A0-B7E0-37C92FABA217}"/>
              </a:ext>
            </a:extLst>
          </p:cNvPr>
          <p:cNvSpPr txBox="1"/>
          <p:nvPr/>
        </p:nvSpPr>
        <p:spPr>
          <a:xfrm>
            <a:off x="103696" y="672839"/>
            <a:ext cx="9040304" cy="3539430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n-SG" sz="2800">
                <a:ea typeface="+mn-lt"/>
                <a:cs typeface="+mn-lt"/>
              </a:rPr>
              <a:t>My God, my Father, while I stray</a:t>
            </a:r>
            <a:endParaRPr lang="en-US" sz="2800">
              <a:ea typeface="+mn-lt"/>
              <a:cs typeface="+mn-lt"/>
            </a:endParaRPr>
          </a:p>
          <a:p>
            <a:r>
              <a:rPr lang="en-SG" sz="2800">
                <a:ea typeface="+mn-lt"/>
                <a:cs typeface="+mn-lt"/>
              </a:rPr>
              <a:t>Far from my home, on life's rough way,</a:t>
            </a:r>
          </a:p>
          <a:p>
            <a:r>
              <a:rPr lang="en-SG" sz="2800">
                <a:ea typeface="+mn-lt"/>
                <a:cs typeface="+mn-lt"/>
              </a:rPr>
              <a:t>Oh, teach me from my heart to say.</a:t>
            </a:r>
          </a:p>
          <a:p>
            <a:r>
              <a:rPr lang="en-SG" sz="2800">
                <a:ea typeface="+mn-lt"/>
                <a:cs typeface="+mn-lt"/>
              </a:rPr>
              <a:t>"</a:t>
            </a:r>
            <a:r>
              <a:rPr lang="en-SG" sz="2800">
                <a:solidFill>
                  <a:srgbClr val="000000"/>
                </a:solidFill>
                <a:ea typeface="+mn-lt"/>
                <a:cs typeface="+mn-lt"/>
              </a:rPr>
              <a:t>Thy will be done ! "</a:t>
            </a:r>
            <a:endParaRPr lang="en-SG" sz="2800">
              <a:cs typeface="Segoe UI"/>
            </a:endParaRPr>
          </a:p>
          <a:p>
            <a:endParaRPr lang="en-SG" sz="2800">
              <a:ea typeface="+mn-lt"/>
              <a:cs typeface="+mn-lt"/>
            </a:endParaRPr>
          </a:p>
          <a:p>
            <a:r>
              <a:rPr lang="en-SG" sz="2800">
                <a:solidFill>
                  <a:srgbClr val="C00000"/>
                </a:solidFill>
                <a:ea typeface="+mn-lt"/>
                <a:cs typeface="+mn-lt"/>
              </a:rPr>
              <a:t>Thy will be done ! Thy will be done ! </a:t>
            </a:r>
            <a:endParaRPr lang="en-SG" sz="2800" i="1">
              <a:solidFill>
                <a:srgbClr val="C00000"/>
              </a:solidFill>
              <a:ea typeface="Calibri"/>
              <a:cs typeface="Calibri"/>
            </a:endParaRPr>
          </a:p>
          <a:p>
            <a:r>
              <a:rPr lang="en-SG" sz="2800">
                <a:solidFill>
                  <a:srgbClr val="C00000"/>
                </a:solidFill>
                <a:ea typeface="+mn-lt"/>
                <a:cs typeface="+mn-lt"/>
              </a:rPr>
              <a:t>Oh, teach me from my heart to say, </a:t>
            </a:r>
            <a:endParaRPr lang="en-SG" sz="2800" i="1">
              <a:solidFill>
                <a:srgbClr val="C00000"/>
              </a:solidFill>
              <a:ea typeface="Calibri"/>
              <a:cs typeface="Calibri"/>
            </a:endParaRPr>
          </a:p>
          <a:p>
            <a:r>
              <a:rPr lang="en-SG" sz="2800">
                <a:solidFill>
                  <a:srgbClr val="C00000"/>
                </a:solidFill>
                <a:ea typeface="+mn-lt"/>
                <a:cs typeface="+mn-lt"/>
              </a:rPr>
              <a:t>" Thy will be done ! "</a:t>
            </a:r>
            <a:endParaRPr lang="en-SG" sz="2800" i="1">
              <a:solidFill>
                <a:srgbClr val="C00000"/>
              </a:solidFill>
              <a:ea typeface="Calibri"/>
              <a:cs typeface="Calibri"/>
            </a:endParaRPr>
          </a:p>
        </p:txBody>
      </p:sp>
      <p:sp>
        <p:nvSpPr>
          <p:cNvPr id="3" name="Slide Number Placeholder 3">
            <a:extLst>
              <a:ext uri="{FF2B5EF4-FFF2-40B4-BE49-F238E27FC236}">
                <a16:creationId xmlns:a16="http://schemas.microsoft.com/office/drawing/2014/main" id="{D6568B3B-EC6B-7DEA-9254-1EC1BF820AB5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 lIns="91440" tIns="45720" rIns="91440" bIns="45720" anchor="t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1400">
                <a:solidFill>
                  <a:srgbClr val="FFFF00"/>
                </a:solidFill>
                <a:latin typeface="Segoe UI"/>
                <a:cs typeface="Segoe UI"/>
              </a:rPr>
              <a:t>33</a:t>
            </a:r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9057465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B8892D-60BF-0257-1A52-E950A1960A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8D8EEA-E7E7-9043-1E40-C63ACABD91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>
                <a:latin typeface="Segoe UI"/>
                <a:cs typeface="Segoe UI"/>
              </a:rPr>
              <a:t>Holy Communion – </a:t>
            </a:r>
            <a:r>
              <a:rPr lang="en-US" sz="2800">
                <a:cs typeface="Segoe UI"/>
              </a:rPr>
              <a:t>Hymn No 718</a:t>
            </a:r>
            <a:endParaRPr lang="en-US" sz="2800" b="0">
              <a:solidFill>
                <a:srgbClr val="000000"/>
              </a:solidFill>
              <a:cs typeface="Segoe UI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BFDE511-65A8-C2BE-F4CF-B97D54BD8145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r"/>
            <a:r>
              <a:rPr lang="en-US" sz="1400"/>
              <a:t>Communion 2: 2 of 5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5DBB7E5-B7B3-56FA-6E2A-01BAC84F6830}"/>
              </a:ext>
            </a:extLst>
          </p:cNvPr>
          <p:cNvSpPr txBox="1"/>
          <p:nvPr/>
        </p:nvSpPr>
        <p:spPr>
          <a:xfrm>
            <a:off x="103696" y="672839"/>
            <a:ext cx="9040304" cy="3539430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n-SG" sz="2800">
                <a:ea typeface="+mn-lt"/>
                <a:cs typeface="+mn-lt"/>
              </a:rPr>
              <a:t>What though in lonely grief I sigh</a:t>
            </a:r>
            <a:endParaRPr lang="en-US"/>
          </a:p>
          <a:p>
            <a:r>
              <a:rPr lang="en-SG" sz="2800">
                <a:ea typeface="+mn-lt"/>
                <a:cs typeface="+mn-lt"/>
              </a:rPr>
              <a:t>For friends beloved, no longer nigh,</a:t>
            </a:r>
            <a:endParaRPr lang="en-SG">
              <a:ea typeface="+mn-lt"/>
              <a:cs typeface="+mn-lt"/>
            </a:endParaRPr>
          </a:p>
          <a:p>
            <a:r>
              <a:rPr lang="en-SG" sz="2800">
                <a:ea typeface="+mn-lt"/>
                <a:cs typeface="+mn-lt"/>
              </a:rPr>
              <a:t>Submissive still would I reply,</a:t>
            </a:r>
            <a:endParaRPr lang="en-SG">
              <a:ea typeface="+mn-lt"/>
              <a:cs typeface="+mn-lt"/>
            </a:endParaRPr>
          </a:p>
          <a:p>
            <a:r>
              <a:rPr lang="en-SG" sz="2800">
                <a:ea typeface="+mn-lt"/>
                <a:cs typeface="+mn-lt"/>
              </a:rPr>
              <a:t>"</a:t>
            </a:r>
            <a:r>
              <a:rPr lang="en-SG" sz="2800">
                <a:solidFill>
                  <a:srgbClr val="000000"/>
                </a:solidFill>
                <a:ea typeface="+mn-lt"/>
                <a:cs typeface="+mn-lt"/>
              </a:rPr>
              <a:t>Thy will be done ! "</a:t>
            </a:r>
            <a:endParaRPr lang="en-SG" sz="2800">
              <a:cs typeface="Segoe UI"/>
            </a:endParaRPr>
          </a:p>
          <a:p>
            <a:endParaRPr lang="en-SG" sz="2800">
              <a:ea typeface="+mn-lt"/>
              <a:cs typeface="+mn-lt"/>
            </a:endParaRPr>
          </a:p>
          <a:p>
            <a:r>
              <a:rPr lang="en-SG" sz="2800">
                <a:solidFill>
                  <a:srgbClr val="C00000"/>
                </a:solidFill>
                <a:ea typeface="+mn-lt"/>
                <a:cs typeface="+mn-lt"/>
              </a:rPr>
              <a:t>Thy will be done ! Thy will be done ! </a:t>
            </a:r>
            <a:endParaRPr lang="en-SG" sz="2800" i="1">
              <a:solidFill>
                <a:srgbClr val="C00000"/>
              </a:solidFill>
              <a:ea typeface="Calibri"/>
              <a:cs typeface="Calibri"/>
            </a:endParaRPr>
          </a:p>
          <a:p>
            <a:r>
              <a:rPr lang="en-SG" sz="2800">
                <a:solidFill>
                  <a:srgbClr val="C00000"/>
                </a:solidFill>
                <a:ea typeface="+mn-lt"/>
                <a:cs typeface="+mn-lt"/>
              </a:rPr>
              <a:t>Submissive still would I reply; </a:t>
            </a:r>
            <a:endParaRPr lang="en-SG" sz="2800" i="1">
              <a:solidFill>
                <a:srgbClr val="C00000"/>
              </a:solidFill>
              <a:ea typeface="Calibri"/>
              <a:cs typeface="Calibri"/>
            </a:endParaRPr>
          </a:p>
          <a:p>
            <a:r>
              <a:rPr lang="en-SG" sz="2800">
                <a:solidFill>
                  <a:srgbClr val="C00000"/>
                </a:solidFill>
                <a:ea typeface="+mn-lt"/>
                <a:cs typeface="+mn-lt"/>
              </a:rPr>
              <a:t>" Thy will be done ! "</a:t>
            </a:r>
            <a:endParaRPr lang="en-SG" sz="2800" i="1">
              <a:solidFill>
                <a:srgbClr val="C00000"/>
              </a:solidFill>
              <a:ea typeface="Calibri"/>
              <a:cs typeface="Calibri"/>
            </a:endParaRPr>
          </a:p>
        </p:txBody>
      </p:sp>
      <p:sp>
        <p:nvSpPr>
          <p:cNvPr id="3" name="Slide Number Placeholder 3">
            <a:extLst>
              <a:ext uri="{FF2B5EF4-FFF2-40B4-BE49-F238E27FC236}">
                <a16:creationId xmlns:a16="http://schemas.microsoft.com/office/drawing/2014/main" id="{23515B08-892C-E47C-2545-1B74F8A46F21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 lIns="91440" tIns="45720" rIns="91440" bIns="45720" anchor="t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1400">
                <a:solidFill>
                  <a:srgbClr val="FFFF00"/>
                </a:solidFill>
                <a:latin typeface="Segoe UI"/>
                <a:cs typeface="Segoe UI"/>
              </a:rPr>
              <a:t>33</a:t>
            </a:r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4670908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AFCBDA-D662-03A2-F0B0-02177FAD3C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06C160-05E6-26A4-6769-AEA7D4A422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>
                <a:latin typeface="Segoe UI"/>
                <a:cs typeface="Segoe UI"/>
              </a:rPr>
              <a:t>Holy Communion – </a:t>
            </a:r>
            <a:r>
              <a:rPr lang="en-US" sz="2800">
                <a:cs typeface="Segoe UI"/>
              </a:rPr>
              <a:t>Hymn No 718</a:t>
            </a:r>
            <a:endParaRPr lang="en-US" sz="2800" b="0">
              <a:solidFill>
                <a:srgbClr val="000000"/>
              </a:solidFill>
              <a:cs typeface="Segoe UI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070BA3A-0226-3C7B-9BA6-FC2B2BC3791A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r"/>
            <a:r>
              <a:rPr lang="en-US" sz="1400"/>
              <a:t>Communion 2: 3 of 5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5FEC6C6-D357-D176-3B6B-C56AB77537F9}"/>
              </a:ext>
            </a:extLst>
          </p:cNvPr>
          <p:cNvSpPr txBox="1"/>
          <p:nvPr/>
        </p:nvSpPr>
        <p:spPr>
          <a:xfrm>
            <a:off x="103696" y="672839"/>
            <a:ext cx="9040304" cy="3539430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n-SG" sz="2800">
                <a:ea typeface="+mn-lt"/>
                <a:cs typeface="+mn-lt"/>
              </a:rPr>
              <a:t>Let but my fainting heart be blest</a:t>
            </a:r>
            <a:endParaRPr lang="en-US"/>
          </a:p>
          <a:p>
            <a:r>
              <a:rPr lang="en-SG" sz="2800">
                <a:ea typeface="+mn-lt"/>
                <a:cs typeface="+mn-lt"/>
              </a:rPr>
              <a:t>With Thy sweet Spirit for its guest,</a:t>
            </a:r>
            <a:endParaRPr lang="en-SG">
              <a:ea typeface="+mn-lt"/>
              <a:cs typeface="+mn-lt"/>
            </a:endParaRPr>
          </a:p>
          <a:p>
            <a:r>
              <a:rPr lang="en-SG" sz="2800">
                <a:ea typeface="+mn-lt"/>
                <a:cs typeface="+mn-lt"/>
              </a:rPr>
              <a:t>My God, to Thee I leave the rest:</a:t>
            </a:r>
            <a:endParaRPr lang="en-SG"/>
          </a:p>
          <a:p>
            <a:r>
              <a:rPr lang="en-SG" sz="2800">
                <a:ea typeface="+mn-lt"/>
                <a:cs typeface="+mn-lt"/>
              </a:rPr>
              <a:t>"</a:t>
            </a:r>
            <a:r>
              <a:rPr lang="en-SG" sz="2800">
                <a:solidFill>
                  <a:srgbClr val="000000"/>
                </a:solidFill>
                <a:ea typeface="+mn-lt"/>
                <a:cs typeface="+mn-lt"/>
              </a:rPr>
              <a:t>Thy will be done ! "</a:t>
            </a:r>
            <a:endParaRPr lang="en-SG" sz="2800">
              <a:cs typeface="Segoe UI"/>
            </a:endParaRPr>
          </a:p>
          <a:p>
            <a:endParaRPr lang="en-SG" sz="2800">
              <a:ea typeface="+mn-lt"/>
              <a:cs typeface="+mn-lt"/>
            </a:endParaRPr>
          </a:p>
          <a:p>
            <a:r>
              <a:rPr lang="en-SG" sz="2800">
                <a:solidFill>
                  <a:srgbClr val="C00000"/>
                </a:solidFill>
                <a:ea typeface="+mn-lt"/>
                <a:cs typeface="+mn-lt"/>
              </a:rPr>
              <a:t>Thy will be done ! Thy will be done ! </a:t>
            </a:r>
            <a:endParaRPr lang="en-SG" sz="2800" i="1">
              <a:solidFill>
                <a:srgbClr val="C00000"/>
              </a:solidFill>
              <a:ea typeface="Calibri"/>
              <a:cs typeface="Calibri"/>
            </a:endParaRPr>
          </a:p>
          <a:p>
            <a:r>
              <a:rPr lang="en-SG" sz="2800">
                <a:solidFill>
                  <a:srgbClr val="C00000"/>
                </a:solidFill>
                <a:ea typeface="+mn-lt"/>
                <a:cs typeface="+mn-lt"/>
              </a:rPr>
              <a:t>My God, to Thee I leave the rest: </a:t>
            </a:r>
            <a:endParaRPr lang="en-SG" sz="2800" i="1">
              <a:solidFill>
                <a:srgbClr val="C00000"/>
              </a:solidFill>
              <a:ea typeface="Calibri"/>
              <a:cs typeface="Calibri"/>
            </a:endParaRPr>
          </a:p>
          <a:p>
            <a:r>
              <a:rPr lang="en-SG" sz="2800">
                <a:solidFill>
                  <a:srgbClr val="C00000"/>
                </a:solidFill>
                <a:ea typeface="+mn-lt"/>
                <a:cs typeface="+mn-lt"/>
              </a:rPr>
              <a:t>" Thy will be done ! "</a:t>
            </a:r>
            <a:endParaRPr lang="en-SG" sz="2800" i="1">
              <a:solidFill>
                <a:srgbClr val="C00000"/>
              </a:solidFill>
              <a:ea typeface="Calibri"/>
              <a:cs typeface="Calibri"/>
            </a:endParaRPr>
          </a:p>
        </p:txBody>
      </p:sp>
      <p:sp>
        <p:nvSpPr>
          <p:cNvPr id="3" name="Slide Number Placeholder 3">
            <a:extLst>
              <a:ext uri="{FF2B5EF4-FFF2-40B4-BE49-F238E27FC236}">
                <a16:creationId xmlns:a16="http://schemas.microsoft.com/office/drawing/2014/main" id="{6C764B52-6574-C701-CDC7-4175A78CCFFD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 lIns="91440" tIns="45720" rIns="91440" bIns="45720" anchor="t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1400">
                <a:solidFill>
                  <a:srgbClr val="FFFF00"/>
                </a:solidFill>
                <a:latin typeface="Segoe UI"/>
                <a:cs typeface="Segoe UI"/>
              </a:rPr>
              <a:t>33</a:t>
            </a:r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1489027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2A7642-241A-9A66-7C9C-19CC663754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F8576B-D7D2-1B1B-C097-44698ED36E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>
                <a:latin typeface="Segoe UI"/>
                <a:cs typeface="Segoe UI"/>
              </a:rPr>
              <a:t>Holy Communion – </a:t>
            </a:r>
            <a:r>
              <a:rPr lang="en-US" sz="2800">
                <a:cs typeface="Segoe UI"/>
              </a:rPr>
              <a:t>Hymn No 718</a:t>
            </a:r>
            <a:endParaRPr lang="en-US" sz="2800" b="0">
              <a:solidFill>
                <a:srgbClr val="000000"/>
              </a:solidFill>
              <a:cs typeface="Segoe UI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B64F2E2-0DEE-EB02-1298-9DAC8E268637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r"/>
            <a:r>
              <a:rPr lang="en-US" sz="1400"/>
              <a:t>Communion 2: 4 of 5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607487B-29F7-2A82-5C0F-F0D5C9495B24}"/>
              </a:ext>
            </a:extLst>
          </p:cNvPr>
          <p:cNvSpPr txBox="1"/>
          <p:nvPr/>
        </p:nvSpPr>
        <p:spPr>
          <a:xfrm>
            <a:off x="103696" y="672839"/>
            <a:ext cx="9040304" cy="3539430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n-SG" sz="2800">
                <a:ea typeface="+mn-lt"/>
                <a:cs typeface="+mn-lt"/>
              </a:rPr>
              <a:t>Renew my will from day to day :</a:t>
            </a:r>
            <a:endParaRPr lang="en-US"/>
          </a:p>
          <a:p>
            <a:r>
              <a:rPr lang="en-SG" sz="2800">
                <a:ea typeface="+mn-lt"/>
                <a:cs typeface="+mn-lt"/>
              </a:rPr>
              <a:t>Blend it with Thine ; and take away</a:t>
            </a:r>
            <a:endParaRPr lang="en-SG"/>
          </a:p>
          <a:p>
            <a:r>
              <a:rPr lang="en-SG" sz="2800">
                <a:ea typeface="+mn-lt"/>
                <a:cs typeface="+mn-lt"/>
              </a:rPr>
              <a:t>All now that makes it hard to say,</a:t>
            </a:r>
            <a:endParaRPr lang="en-SG"/>
          </a:p>
          <a:p>
            <a:r>
              <a:rPr lang="en-SG" sz="2800">
                <a:ea typeface="+mn-lt"/>
                <a:cs typeface="+mn-lt"/>
              </a:rPr>
              <a:t>"Thy will be done ! "</a:t>
            </a:r>
            <a:endParaRPr lang="en-SG" sz="2800">
              <a:cs typeface="Segoe UI"/>
            </a:endParaRPr>
          </a:p>
          <a:p>
            <a:endParaRPr lang="en-SG" sz="2800">
              <a:ea typeface="+mn-lt"/>
              <a:cs typeface="+mn-lt"/>
            </a:endParaRPr>
          </a:p>
          <a:p>
            <a:r>
              <a:rPr lang="en-SG" sz="2800">
                <a:solidFill>
                  <a:srgbClr val="C00000"/>
                </a:solidFill>
                <a:ea typeface="+mn-lt"/>
                <a:cs typeface="+mn-lt"/>
              </a:rPr>
              <a:t>Thy will be done ! Thy will be done ! </a:t>
            </a:r>
            <a:endParaRPr lang="en-SG" sz="2800" i="1">
              <a:solidFill>
                <a:srgbClr val="C00000"/>
              </a:solidFill>
              <a:ea typeface="Calibri"/>
              <a:cs typeface="Calibri"/>
            </a:endParaRPr>
          </a:p>
          <a:p>
            <a:r>
              <a:rPr lang="en-SG" sz="2800">
                <a:solidFill>
                  <a:srgbClr val="C00000"/>
                </a:solidFill>
                <a:ea typeface="+mn-lt"/>
                <a:cs typeface="+mn-lt"/>
              </a:rPr>
              <a:t>All now that makes it hard to say, </a:t>
            </a:r>
            <a:endParaRPr lang="en-SG" sz="2800" i="1">
              <a:solidFill>
                <a:srgbClr val="C00000"/>
              </a:solidFill>
              <a:ea typeface="Calibri"/>
              <a:cs typeface="Calibri"/>
            </a:endParaRPr>
          </a:p>
          <a:p>
            <a:r>
              <a:rPr lang="en-SG" sz="2800">
                <a:solidFill>
                  <a:srgbClr val="C00000"/>
                </a:solidFill>
                <a:ea typeface="+mn-lt"/>
                <a:cs typeface="+mn-lt"/>
              </a:rPr>
              <a:t>" Thy will be done ! "</a:t>
            </a:r>
            <a:endParaRPr lang="en-SG" sz="2800" i="1">
              <a:solidFill>
                <a:srgbClr val="C00000"/>
              </a:solidFill>
              <a:ea typeface="Calibri"/>
              <a:cs typeface="Calibri"/>
            </a:endParaRPr>
          </a:p>
        </p:txBody>
      </p:sp>
      <p:sp>
        <p:nvSpPr>
          <p:cNvPr id="3" name="Slide Number Placeholder 3">
            <a:extLst>
              <a:ext uri="{FF2B5EF4-FFF2-40B4-BE49-F238E27FC236}">
                <a16:creationId xmlns:a16="http://schemas.microsoft.com/office/drawing/2014/main" id="{9C838164-42A7-C6B5-0CBE-4FA5BCEEECE5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 lIns="91440" tIns="45720" rIns="91440" bIns="45720" anchor="t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1400">
                <a:solidFill>
                  <a:srgbClr val="FFFF00"/>
                </a:solidFill>
                <a:latin typeface="Segoe UI"/>
                <a:cs typeface="Segoe UI"/>
              </a:rPr>
              <a:t>33</a:t>
            </a:r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6791525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61B327-0CDF-B183-CDB5-EC5B4DEAA4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49CC9F-2BA6-203C-7151-C11CBAED10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>
                <a:latin typeface="Segoe UI"/>
                <a:cs typeface="Segoe UI"/>
              </a:rPr>
              <a:t>Holy Communion – </a:t>
            </a:r>
            <a:r>
              <a:rPr lang="en-US" sz="2800">
                <a:cs typeface="Segoe UI"/>
              </a:rPr>
              <a:t>Hymn No 718</a:t>
            </a:r>
            <a:endParaRPr lang="en-US" sz="2800" b="0">
              <a:solidFill>
                <a:srgbClr val="000000"/>
              </a:solidFill>
              <a:cs typeface="Segoe UI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4260517-97E5-54F3-D363-4636950122E5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r"/>
            <a:r>
              <a:rPr lang="en-US" sz="1400"/>
              <a:t>Communion 2: 5 of 5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BBEFEFE-7CB6-E8EB-85EF-DA6EBE32ED2C}"/>
              </a:ext>
            </a:extLst>
          </p:cNvPr>
          <p:cNvSpPr txBox="1"/>
          <p:nvPr/>
        </p:nvSpPr>
        <p:spPr>
          <a:xfrm>
            <a:off x="103696" y="672839"/>
            <a:ext cx="9040304" cy="3539430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n-SG" sz="2800">
                <a:ea typeface="+mn-lt"/>
                <a:cs typeface="+mn-lt"/>
              </a:rPr>
              <a:t>Then when on earth I breathe no more</a:t>
            </a:r>
            <a:endParaRPr lang="en-US"/>
          </a:p>
          <a:p>
            <a:r>
              <a:rPr lang="en-SG" sz="2800">
                <a:ea typeface="+mn-lt"/>
                <a:cs typeface="+mn-lt"/>
              </a:rPr>
              <a:t>The prayer oft mixed with tears before,</a:t>
            </a:r>
            <a:endParaRPr lang="en-SG">
              <a:ea typeface="+mn-lt"/>
              <a:cs typeface="+mn-lt"/>
            </a:endParaRPr>
          </a:p>
          <a:p>
            <a:r>
              <a:rPr lang="en-SG" sz="2800">
                <a:ea typeface="+mn-lt"/>
                <a:cs typeface="+mn-lt"/>
              </a:rPr>
              <a:t>I'll sing upon a happier shore,</a:t>
            </a:r>
            <a:endParaRPr lang="en-SG">
              <a:cs typeface="Segoe UI"/>
            </a:endParaRPr>
          </a:p>
          <a:p>
            <a:r>
              <a:rPr lang="en-SG" sz="2800">
                <a:ea typeface="+mn-lt"/>
                <a:cs typeface="+mn-lt"/>
              </a:rPr>
              <a:t>"Thy will be done ! "</a:t>
            </a:r>
            <a:endParaRPr lang="en-SG" sz="2800">
              <a:cs typeface="Segoe UI"/>
            </a:endParaRPr>
          </a:p>
          <a:p>
            <a:endParaRPr lang="en-SG" sz="2800">
              <a:ea typeface="+mn-lt"/>
              <a:cs typeface="+mn-lt"/>
            </a:endParaRPr>
          </a:p>
          <a:p>
            <a:r>
              <a:rPr lang="en-SG" sz="2800">
                <a:solidFill>
                  <a:srgbClr val="C00000"/>
                </a:solidFill>
                <a:ea typeface="+mn-lt"/>
                <a:cs typeface="+mn-lt"/>
              </a:rPr>
              <a:t>Thy will be done ! Thy will be done ! </a:t>
            </a:r>
            <a:endParaRPr lang="en-SG" sz="2800" i="1">
              <a:solidFill>
                <a:srgbClr val="C00000"/>
              </a:solidFill>
              <a:ea typeface="Calibri"/>
              <a:cs typeface="Calibri"/>
            </a:endParaRPr>
          </a:p>
          <a:p>
            <a:r>
              <a:rPr lang="en-SG" sz="2800">
                <a:solidFill>
                  <a:srgbClr val="C00000"/>
                </a:solidFill>
                <a:ea typeface="+mn-lt"/>
                <a:cs typeface="+mn-lt"/>
              </a:rPr>
              <a:t>I'll sing upon a happier shore, </a:t>
            </a:r>
            <a:endParaRPr lang="en-SG" sz="2800" i="1">
              <a:solidFill>
                <a:srgbClr val="C00000"/>
              </a:solidFill>
              <a:ea typeface="Calibri"/>
              <a:cs typeface="Calibri"/>
            </a:endParaRPr>
          </a:p>
          <a:p>
            <a:r>
              <a:rPr lang="en-SG" sz="2800">
                <a:solidFill>
                  <a:srgbClr val="C00000"/>
                </a:solidFill>
                <a:ea typeface="+mn-lt"/>
                <a:cs typeface="+mn-lt"/>
              </a:rPr>
              <a:t>" Thy will be done ! "</a:t>
            </a:r>
            <a:endParaRPr lang="en-SG" sz="2800" i="1">
              <a:solidFill>
                <a:srgbClr val="C00000"/>
              </a:solidFill>
              <a:ea typeface="Calibri"/>
              <a:cs typeface="Calibri"/>
            </a:endParaRPr>
          </a:p>
        </p:txBody>
      </p:sp>
      <p:sp>
        <p:nvSpPr>
          <p:cNvPr id="3" name="Slide Number Placeholder 3">
            <a:extLst>
              <a:ext uri="{FF2B5EF4-FFF2-40B4-BE49-F238E27FC236}">
                <a16:creationId xmlns:a16="http://schemas.microsoft.com/office/drawing/2014/main" id="{AD793887-D587-0D2B-E6B1-6AAEA5445504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 lIns="91440" tIns="45720" rIns="91440" bIns="45720" anchor="t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1400">
                <a:solidFill>
                  <a:srgbClr val="FFFF00"/>
                </a:solidFill>
                <a:latin typeface="Segoe UI"/>
                <a:cs typeface="Segoe UI"/>
              </a:rPr>
              <a:t>33</a:t>
            </a:r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9899123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4044C2-C095-B991-A67C-B2286FCC98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83DE04C-B759-98C7-6590-FCFECE931E5B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27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5" name="Picture 4" descr="A picture containing wall, indoor, table, decorated&#10;&#10;Description automatically generated">
            <a:extLst>
              <a:ext uri="{FF2B5EF4-FFF2-40B4-BE49-F238E27FC236}">
                <a16:creationId xmlns:a16="http://schemas.microsoft.com/office/drawing/2014/main" id="{BC419B08-7D07-78F7-C22F-D1C9EBD4B85F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0000" y="705623"/>
            <a:ext cx="6084000" cy="405726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26B70EC7-394D-7001-14F7-2950348E1D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4187" y="-6187"/>
            <a:ext cx="9144000" cy="612000"/>
          </a:xfrm>
        </p:spPr>
        <p:txBody>
          <a:bodyPr/>
          <a:lstStyle/>
          <a:p>
            <a:r>
              <a:rPr lang="en-US" sz="2800">
                <a:latin typeface="Segoe UI"/>
                <a:cs typeface="Segoe UI"/>
              </a:rPr>
              <a:t>Holy Communion – Hymn No 59</a:t>
            </a:r>
            <a:endParaRPr lang="en-US" sz="2800" b="0">
              <a:solidFill>
                <a:srgbClr val="000000"/>
              </a:solidFill>
              <a:latin typeface="Segoe UI"/>
              <a:cs typeface="Segoe UI"/>
            </a:endParaRPr>
          </a:p>
        </p:txBody>
      </p:sp>
    </p:spTree>
    <p:extLst>
      <p:ext uri="{BB962C8B-B14F-4D97-AF65-F5344CB8AC3E}">
        <p14:creationId xmlns:p14="http://schemas.microsoft.com/office/powerpoint/2010/main" val="143746812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1A7057-A939-16EA-181C-60BBCD4308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E8D805-7911-16CA-A722-063170F891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>
                <a:latin typeface="Segoe UI"/>
                <a:cs typeface="Segoe UI"/>
              </a:rPr>
              <a:t>Holy Communion – </a:t>
            </a:r>
            <a:r>
              <a:rPr lang="en-US" sz="2800">
                <a:cs typeface="Segoe UI"/>
              </a:rPr>
              <a:t>Hymn No 59</a:t>
            </a:r>
            <a:endParaRPr lang="en-US" sz="2800" b="0">
              <a:solidFill>
                <a:srgbClr val="000000"/>
              </a:solidFill>
              <a:cs typeface="Segoe UI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B2E8C10-8BFC-A8B2-9E87-AAAAEB299522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r"/>
            <a:r>
              <a:rPr lang="en-US" sz="1400"/>
              <a:t>Communion 3: 1 of 5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C1D59EC-CD8C-F999-74F8-B79769C11A43}"/>
              </a:ext>
            </a:extLst>
          </p:cNvPr>
          <p:cNvSpPr txBox="1"/>
          <p:nvPr/>
        </p:nvSpPr>
        <p:spPr>
          <a:xfrm>
            <a:off x="103696" y="672839"/>
            <a:ext cx="9040304" cy="4308872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n-SG" sz="2800"/>
              <a:t>In tenderness He sought me, </a:t>
            </a:r>
          </a:p>
          <a:p>
            <a:r>
              <a:rPr lang="en-SG" sz="2800"/>
              <a:t>Weary and sick with sin, </a:t>
            </a:r>
          </a:p>
          <a:p>
            <a:r>
              <a:rPr lang="en-SG" sz="2800"/>
              <a:t>And on His shoulders brought me </a:t>
            </a:r>
          </a:p>
          <a:p>
            <a:r>
              <a:rPr lang="en-SG" sz="2800"/>
              <a:t>Back to His fold again; </a:t>
            </a:r>
          </a:p>
          <a:p>
            <a:r>
              <a:rPr lang="en-SG" sz="2800"/>
              <a:t>While angels in His presence sang </a:t>
            </a:r>
          </a:p>
          <a:p>
            <a:r>
              <a:rPr lang="en-SG" sz="2800"/>
              <a:t>Until the courts of heaven rang.</a:t>
            </a:r>
          </a:p>
          <a:p>
            <a:endParaRPr lang="en-SG" sz="2800"/>
          </a:p>
          <a:p>
            <a:r>
              <a:rPr lang="en-SG" sz="2600" i="1">
                <a:solidFill>
                  <a:srgbClr val="C00000"/>
                </a:solidFill>
                <a:ea typeface="Calibri"/>
                <a:cs typeface="Calibri"/>
              </a:rPr>
              <a:t>Oh, the love that sought me ! Oh, the blood that bought me!</a:t>
            </a:r>
            <a:br>
              <a:rPr lang="en-SG" sz="2600" i="1">
                <a:ea typeface="Calibri"/>
                <a:cs typeface="Calibri"/>
              </a:rPr>
            </a:br>
            <a:r>
              <a:rPr lang="en-SG" sz="2600" i="1">
                <a:solidFill>
                  <a:srgbClr val="C00000"/>
                </a:solidFill>
                <a:ea typeface="Calibri"/>
                <a:cs typeface="Calibri"/>
              </a:rPr>
              <a:t>Oh, the grace that brought me to the fold !</a:t>
            </a:r>
          </a:p>
          <a:p>
            <a:r>
              <a:rPr lang="en-SG" sz="2600" i="1">
                <a:solidFill>
                  <a:srgbClr val="C00000"/>
                </a:solidFill>
                <a:ea typeface="Calibri"/>
                <a:cs typeface="Calibri"/>
              </a:rPr>
              <a:t>Wondrous grace that brought me to the fold !</a:t>
            </a:r>
          </a:p>
        </p:txBody>
      </p:sp>
      <p:sp>
        <p:nvSpPr>
          <p:cNvPr id="3" name="Slide Number Placeholder 3">
            <a:extLst>
              <a:ext uri="{FF2B5EF4-FFF2-40B4-BE49-F238E27FC236}">
                <a16:creationId xmlns:a16="http://schemas.microsoft.com/office/drawing/2014/main" id="{7049121C-FC62-B7F5-94A7-53CFEFC02D19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 lIns="91440" tIns="45720" rIns="91440" bIns="45720" anchor="t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1400">
                <a:solidFill>
                  <a:srgbClr val="FFFF00"/>
                </a:solidFill>
                <a:latin typeface="Segoe UI"/>
                <a:cs typeface="Segoe UI"/>
              </a:rPr>
              <a:t>33</a:t>
            </a:r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7365528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3394DC-641D-0D76-527E-A10E3BBC16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737281-3CC5-68F5-C9D1-EC3B0A3598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>
                <a:latin typeface="Segoe UI"/>
                <a:cs typeface="Segoe UI"/>
              </a:rPr>
              <a:t>Holy Communion – </a:t>
            </a:r>
            <a:r>
              <a:rPr lang="en-US" sz="2800">
                <a:cs typeface="Segoe UI"/>
              </a:rPr>
              <a:t>Hymn No 59</a:t>
            </a:r>
            <a:endParaRPr lang="en-US" sz="2800" b="0">
              <a:solidFill>
                <a:srgbClr val="000000"/>
              </a:solidFill>
              <a:cs typeface="Segoe UI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5A4491F-8FC4-C7A4-6453-4FFB92A36EEE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r"/>
            <a:r>
              <a:rPr lang="en-US" sz="1400"/>
              <a:t>Communion 3: 2 of 5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26CCE3B-6459-FDA4-6FC9-CFEFEF3464F5}"/>
              </a:ext>
            </a:extLst>
          </p:cNvPr>
          <p:cNvSpPr txBox="1"/>
          <p:nvPr/>
        </p:nvSpPr>
        <p:spPr>
          <a:xfrm>
            <a:off x="103696" y="614073"/>
            <a:ext cx="9040304" cy="4308872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n-SG" sz="2800"/>
              <a:t>He found me bruised and dying,</a:t>
            </a:r>
          </a:p>
          <a:p>
            <a:r>
              <a:rPr lang="en-SG" sz="2800"/>
              <a:t>And poured in oil and wine;</a:t>
            </a:r>
          </a:p>
          <a:p>
            <a:r>
              <a:rPr lang="en-SG" sz="2800"/>
              <a:t>He whispered to assure me,</a:t>
            </a:r>
          </a:p>
          <a:p>
            <a:r>
              <a:rPr lang="en-SG" sz="2800"/>
              <a:t>“I've found thee—thou art Mine !"</a:t>
            </a:r>
          </a:p>
          <a:p>
            <a:r>
              <a:rPr lang="en-SG" sz="2800"/>
              <a:t>I never heard a sweeter voice,</a:t>
            </a:r>
          </a:p>
          <a:p>
            <a:r>
              <a:rPr lang="en-SG" sz="2800"/>
              <a:t>It made my aching heart rejoice !</a:t>
            </a:r>
          </a:p>
          <a:p>
            <a:endParaRPr lang="en-SG" sz="2800"/>
          </a:p>
          <a:p>
            <a:r>
              <a:rPr lang="en-SG" sz="2600" i="1">
                <a:solidFill>
                  <a:srgbClr val="C00000"/>
                </a:solidFill>
                <a:ea typeface="Calibri"/>
                <a:cs typeface="Calibri"/>
              </a:rPr>
              <a:t>Oh, the love that sought me ! Oh, the blood that bought me!</a:t>
            </a:r>
            <a:br>
              <a:rPr lang="en-US" sz="2600" i="1">
                <a:ea typeface="Calibri"/>
                <a:cs typeface="Calibri"/>
              </a:rPr>
            </a:br>
            <a:r>
              <a:rPr lang="en-SG" sz="2600" i="1">
                <a:solidFill>
                  <a:srgbClr val="C00000"/>
                </a:solidFill>
                <a:ea typeface="Calibri"/>
                <a:cs typeface="Calibri"/>
              </a:rPr>
              <a:t>Oh, the grace that brought me to the fold !</a:t>
            </a:r>
          </a:p>
          <a:p>
            <a:r>
              <a:rPr lang="en-SG" sz="2600" i="1">
                <a:solidFill>
                  <a:srgbClr val="C00000"/>
                </a:solidFill>
                <a:ea typeface="Calibri"/>
                <a:cs typeface="Calibri"/>
              </a:rPr>
              <a:t>Wondrous grace that brought me to the fold </a:t>
            </a:r>
            <a:r>
              <a:rPr lang="en-SG" sz="2600">
                <a:solidFill>
                  <a:srgbClr val="C00000"/>
                </a:solidFill>
                <a:ea typeface="Calibri"/>
                <a:cs typeface="Calibri"/>
              </a:rPr>
              <a:t>!</a:t>
            </a:r>
            <a:endParaRPr lang="en-US" sz="2600">
              <a:ea typeface="Calibri"/>
              <a:cs typeface="Calibri"/>
            </a:endParaRPr>
          </a:p>
        </p:txBody>
      </p:sp>
      <p:sp>
        <p:nvSpPr>
          <p:cNvPr id="3" name="Slide Number Placeholder 3">
            <a:extLst>
              <a:ext uri="{FF2B5EF4-FFF2-40B4-BE49-F238E27FC236}">
                <a16:creationId xmlns:a16="http://schemas.microsoft.com/office/drawing/2014/main" id="{3E7160A0-EDFE-6111-7507-90A5054B739B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 lIns="91440" tIns="45720" rIns="91440" bIns="45720" anchor="t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1400">
                <a:solidFill>
                  <a:srgbClr val="FFFF00"/>
                </a:solidFill>
                <a:latin typeface="Segoe UI"/>
                <a:cs typeface="Segoe UI"/>
              </a:rPr>
              <a:t>33</a:t>
            </a:r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7578754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859509-28BC-82DD-E15E-BF3976C03F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7C55A1-0C66-48FD-3B77-3D79CFED5E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>
                <a:latin typeface="Segoe UI"/>
                <a:cs typeface="Segoe UI"/>
              </a:rPr>
              <a:t>Holy Communion – </a:t>
            </a:r>
            <a:r>
              <a:rPr lang="en-US" sz="2800">
                <a:cs typeface="Segoe UI"/>
              </a:rPr>
              <a:t>Hymn No 59</a:t>
            </a:r>
            <a:endParaRPr lang="en-US" sz="2800" b="0">
              <a:solidFill>
                <a:srgbClr val="000000"/>
              </a:solidFill>
              <a:cs typeface="Segoe UI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62D1DCA-7CF8-22D2-1276-851AA995B67C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r"/>
            <a:r>
              <a:rPr lang="en-US" sz="1400"/>
              <a:t>Communion 3: 3 of 5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ABECBB5-7B79-5217-794A-3A7C623D2F04}"/>
              </a:ext>
            </a:extLst>
          </p:cNvPr>
          <p:cNvSpPr txBox="1"/>
          <p:nvPr/>
        </p:nvSpPr>
        <p:spPr>
          <a:xfrm>
            <a:off x="103696" y="614073"/>
            <a:ext cx="9040304" cy="4308872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n-SG" sz="2800"/>
              <a:t>He pointed to the nail-prints,</a:t>
            </a:r>
          </a:p>
          <a:p>
            <a:r>
              <a:rPr lang="en-SG" sz="2800"/>
              <a:t>For me His blood was shed;</a:t>
            </a:r>
          </a:p>
          <a:p>
            <a:r>
              <a:rPr lang="en-SG" sz="2800"/>
              <a:t>A mocking crown so thorny</a:t>
            </a:r>
          </a:p>
          <a:p>
            <a:r>
              <a:rPr lang="en-SG" sz="2800"/>
              <a:t>Was placed upon His head,</a:t>
            </a:r>
          </a:p>
          <a:p>
            <a:r>
              <a:rPr lang="en-SG" sz="2800"/>
              <a:t>I wondered what He saw in me</a:t>
            </a:r>
          </a:p>
          <a:p>
            <a:r>
              <a:rPr lang="en-SG" sz="2800"/>
              <a:t>To suffer such deep agony.</a:t>
            </a:r>
          </a:p>
          <a:p>
            <a:endParaRPr lang="en-SG" sz="2800"/>
          </a:p>
          <a:p>
            <a:r>
              <a:rPr lang="en-SG" sz="2600" i="1">
                <a:solidFill>
                  <a:srgbClr val="C00000"/>
                </a:solidFill>
                <a:ea typeface="Calibri"/>
                <a:cs typeface="Calibri"/>
              </a:rPr>
              <a:t>Oh, the love that sought me ! Oh, the blood that bought me!</a:t>
            </a:r>
            <a:br>
              <a:rPr lang="en-US" sz="2600" i="1">
                <a:ea typeface="Calibri"/>
                <a:cs typeface="Calibri"/>
              </a:rPr>
            </a:br>
            <a:r>
              <a:rPr lang="en-SG" sz="2600" i="1">
                <a:solidFill>
                  <a:srgbClr val="C00000"/>
                </a:solidFill>
                <a:ea typeface="Calibri"/>
                <a:cs typeface="Calibri"/>
              </a:rPr>
              <a:t>Oh, the grace that brought me to the fold !</a:t>
            </a:r>
          </a:p>
          <a:p>
            <a:r>
              <a:rPr lang="en-SG" sz="2600" i="1">
                <a:solidFill>
                  <a:srgbClr val="C00000"/>
                </a:solidFill>
                <a:ea typeface="Calibri"/>
                <a:cs typeface="Calibri"/>
              </a:rPr>
              <a:t>Wondrous grace that brought me to the fold </a:t>
            </a:r>
            <a:r>
              <a:rPr lang="en-SG" sz="2600">
                <a:solidFill>
                  <a:srgbClr val="C00000"/>
                </a:solidFill>
                <a:ea typeface="Calibri"/>
                <a:cs typeface="Calibri"/>
              </a:rPr>
              <a:t>!</a:t>
            </a:r>
            <a:endParaRPr lang="en-US" sz="2600">
              <a:ea typeface="Calibri"/>
              <a:cs typeface="Calibri"/>
            </a:endParaRPr>
          </a:p>
        </p:txBody>
      </p:sp>
      <p:sp>
        <p:nvSpPr>
          <p:cNvPr id="3" name="Slide Number Placeholder 3">
            <a:extLst>
              <a:ext uri="{FF2B5EF4-FFF2-40B4-BE49-F238E27FC236}">
                <a16:creationId xmlns:a16="http://schemas.microsoft.com/office/drawing/2014/main" id="{AAB70FB7-FB2C-C440-255C-96A7D1F952DD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 lIns="91440" tIns="45720" rIns="91440" bIns="45720" anchor="t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1400">
                <a:solidFill>
                  <a:srgbClr val="FFFF00"/>
                </a:solidFill>
                <a:latin typeface="Segoe UI"/>
                <a:cs typeface="Segoe UI"/>
              </a:rPr>
              <a:t>33</a:t>
            </a:r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3519795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432C80-EA4E-5D71-8AA9-E6776C42A8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7AC0E0-D464-F597-8EE9-F1D9B9A5EF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>
                <a:latin typeface="Segoe UI"/>
                <a:cs typeface="Segoe UI"/>
              </a:rPr>
              <a:t>Holy Communion – </a:t>
            </a:r>
            <a:r>
              <a:rPr lang="en-US" sz="2800">
                <a:cs typeface="Segoe UI"/>
              </a:rPr>
              <a:t>Hymn No 59</a:t>
            </a:r>
            <a:endParaRPr lang="en-US" sz="2800" b="0">
              <a:solidFill>
                <a:srgbClr val="000000"/>
              </a:solidFill>
              <a:cs typeface="Segoe UI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13ADA1D-A616-A3B8-B1C4-73462DFA3A06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r"/>
            <a:r>
              <a:rPr lang="en-US" sz="1400"/>
              <a:t>Communion 3: 4 of 5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070E561-A999-E694-FECF-49E6BEA71483}"/>
              </a:ext>
            </a:extLst>
          </p:cNvPr>
          <p:cNvSpPr txBox="1"/>
          <p:nvPr/>
        </p:nvSpPr>
        <p:spPr>
          <a:xfrm>
            <a:off x="103696" y="614073"/>
            <a:ext cx="9040304" cy="4308872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n-SG" sz="2800"/>
              <a:t>I’m sitting in His presence,</a:t>
            </a:r>
          </a:p>
          <a:p>
            <a:r>
              <a:rPr lang="en-SG" sz="2800"/>
              <a:t>The sunshine of His face,</a:t>
            </a:r>
          </a:p>
          <a:p>
            <a:r>
              <a:rPr lang="en-SG" sz="2800"/>
              <a:t>While with adoring wonder</a:t>
            </a:r>
          </a:p>
          <a:p>
            <a:r>
              <a:rPr lang="en-SG" sz="2800"/>
              <a:t>His blessings I retrace.</a:t>
            </a:r>
          </a:p>
          <a:p>
            <a:r>
              <a:rPr lang="en-SG" sz="2800"/>
              <a:t>It seems as if eternal days</a:t>
            </a:r>
          </a:p>
          <a:p>
            <a:r>
              <a:rPr lang="en-SG" sz="2800"/>
              <a:t>Are far too short to sound His praise</a:t>
            </a:r>
          </a:p>
          <a:p>
            <a:endParaRPr lang="en-SG" sz="2800"/>
          </a:p>
          <a:p>
            <a:r>
              <a:rPr lang="en-SG" sz="2600" i="1">
                <a:solidFill>
                  <a:srgbClr val="C00000"/>
                </a:solidFill>
                <a:ea typeface="Calibri"/>
                <a:cs typeface="Calibri"/>
              </a:rPr>
              <a:t>Oh, the love that sought me ! Oh, the blood that bought me!</a:t>
            </a:r>
            <a:br>
              <a:rPr lang="en-US" sz="2600" i="1">
                <a:ea typeface="Calibri"/>
                <a:cs typeface="Calibri"/>
              </a:rPr>
            </a:br>
            <a:r>
              <a:rPr lang="en-SG" sz="2600" i="1">
                <a:solidFill>
                  <a:srgbClr val="C00000"/>
                </a:solidFill>
                <a:ea typeface="Calibri"/>
                <a:cs typeface="Calibri"/>
              </a:rPr>
              <a:t>Oh, the grace that brought me to the fold !</a:t>
            </a:r>
          </a:p>
          <a:p>
            <a:r>
              <a:rPr lang="en-SG" sz="2600" i="1">
                <a:solidFill>
                  <a:srgbClr val="C00000"/>
                </a:solidFill>
                <a:ea typeface="Calibri"/>
                <a:cs typeface="Calibri"/>
              </a:rPr>
              <a:t>Wondrous grace that brought me to the fold </a:t>
            </a:r>
            <a:r>
              <a:rPr lang="en-SG" sz="2600">
                <a:solidFill>
                  <a:srgbClr val="C00000"/>
                </a:solidFill>
                <a:ea typeface="Calibri"/>
                <a:cs typeface="Calibri"/>
              </a:rPr>
              <a:t>!</a:t>
            </a:r>
            <a:endParaRPr lang="en-US" sz="2600">
              <a:ea typeface="Calibri"/>
              <a:cs typeface="Calibri"/>
            </a:endParaRPr>
          </a:p>
        </p:txBody>
      </p:sp>
      <p:sp>
        <p:nvSpPr>
          <p:cNvPr id="3" name="Slide Number Placeholder 3">
            <a:extLst>
              <a:ext uri="{FF2B5EF4-FFF2-40B4-BE49-F238E27FC236}">
                <a16:creationId xmlns:a16="http://schemas.microsoft.com/office/drawing/2014/main" id="{CADBFBCB-34C3-24C7-F161-A8B95421CD91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 lIns="91440" tIns="45720" rIns="91440" bIns="45720" anchor="t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1400">
                <a:solidFill>
                  <a:srgbClr val="FFFF00"/>
                </a:solidFill>
                <a:latin typeface="Segoe UI"/>
                <a:cs typeface="Segoe UI"/>
              </a:rPr>
              <a:t>33</a:t>
            </a:r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1949604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B34196-BECD-A9C6-4B66-9DCFFBE996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52D6D4-8250-ACF3-A554-A89AA59D85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>
                <a:latin typeface="Segoe UI"/>
                <a:cs typeface="Segoe UI"/>
              </a:rPr>
              <a:t>Holy Communion – </a:t>
            </a:r>
            <a:r>
              <a:rPr lang="en-US" sz="2800">
                <a:cs typeface="Segoe UI"/>
              </a:rPr>
              <a:t>Hymn No 59</a:t>
            </a:r>
            <a:endParaRPr lang="en-US" sz="2800" b="0">
              <a:solidFill>
                <a:srgbClr val="000000"/>
              </a:solidFill>
              <a:cs typeface="Segoe UI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0D683DF-5834-896C-94C6-EB338A67A5EE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r"/>
            <a:r>
              <a:rPr lang="en-US" sz="1400"/>
              <a:t>Communion 3: 5 of 5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46EBE99-3B16-A325-31A4-C790082A99D7}"/>
              </a:ext>
            </a:extLst>
          </p:cNvPr>
          <p:cNvSpPr txBox="1"/>
          <p:nvPr/>
        </p:nvSpPr>
        <p:spPr>
          <a:xfrm>
            <a:off x="103696" y="613695"/>
            <a:ext cx="9040304" cy="4308872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n-SG" sz="2800"/>
              <a:t>So while the hours are passing,</a:t>
            </a:r>
          </a:p>
          <a:p>
            <a:r>
              <a:rPr lang="en-SG" sz="2800"/>
              <a:t>All now is perfect rest;</a:t>
            </a:r>
          </a:p>
          <a:p>
            <a:r>
              <a:rPr lang="en-SG" sz="2800"/>
              <a:t>I'm waiting for the morning,</a:t>
            </a:r>
          </a:p>
          <a:p>
            <a:r>
              <a:rPr lang="en-SG" sz="2800"/>
              <a:t>The brightest and the best,</a:t>
            </a:r>
          </a:p>
          <a:p>
            <a:r>
              <a:rPr lang="en-SG" sz="2800"/>
              <a:t>When He will call us to His side,</a:t>
            </a:r>
          </a:p>
          <a:p>
            <a:r>
              <a:rPr lang="en-SG" sz="2800"/>
              <a:t>To be with Him, His spotless Bride.</a:t>
            </a:r>
            <a:endParaRPr lang="en-SG" sz="2800">
              <a:cs typeface="Segoe UI"/>
            </a:endParaRPr>
          </a:p>
          <a:p>
            <a:endParaRPr lang="en-SG" sz="2800"/>
          </a:p>
          <a:p>
            <a:r>
              <a:rPr lang="en-SG" sz="2600" i="1">
                <a:solidFill>
                  <a:srgbClr val="C00000"/>
                </a:solidFill>
                <a:ea typeface="Calibri"/>
                <a:cs typeface="Calibri"/>
              </a:rPr>
              <a:t>Oh, the love that sought me ! Oh, the blood that bought me!</a:t>
            </a:r>
            <a:br>
              <a:rPr lang="en-US" sz="2600" i="1">
                <a:ea typeface="Calibri"/>
                <a:cs typeface="Calibri"/>
              </a:rPr>
            </a:br>
            <a:r>
              <a:rPr lang="en-SG" sz="2600" i="1">
                <a:solidFill>
                  <a:srgbClr val="C00000"/>
                </a:solidFill>
                <a:ea typeface="Calibri"/>
                <a:cs typeface="Calibri"/>
              </a:rPr>
              <a:t>Oh, the grace that brought me to the fold !</a:t>
            </a:r>
          </a:p>
          <a:p>
            <a:r>
              <a:rPr lang="en-SG" sz="2600" i="1">
                <a:solidFill>
                  <a:srgbClr val="C00000"/>
                </a:solidFill>
                <a:ea typeface="Calibri"/>
                <a:cs typeface="Calibri"/>
              </a:rPr>
              <a:t>Wondrous grace that brought me to the fold </a:t>
            </a:r>
            <a:r>
              <a:rPr lang="en-SG" sz="2600">
                <a:solidFill>
                  <a:srgbClr val="C00000"/>
                </a:solidFill>
                <a:ea typeface="Calibri"/>
                <a:cs typeface="Calibri"/>
              </a:rPr>
              <a:t>!</a:t>
            </a:r>
            <a:endParaRPr lang="en-US" sz="2600">
              <a:ea typeface="Calibri"/>
              <a:cs typeface="Calibri"/>
            </a:endParaRPr>
          </a:p>
        </p:txBody>
      </p:sp>
      <p:sp>
        <p:nvSpPr>
          <p:cNvPr id="3" name="Slide Number Placeholder 3">
            <a:extLst>
              <a:ext uri="{FF2B5EF4-FFF2-40B4-BE49-F238E27FC236}">
                <a16:creationId xmlns:a16="http://schemas.microsoft.com/office/drawing/2014/main" id="{2ED83969-64D4-C9DA-0FE2-628DD3936548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 lIns="91440" tIns="45720" rIns="91440" bIns="45720" anchor="t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1400">
                <a:solidFill>
                  <a:srgbClr val="FFFF00"/>
                </a:solidFill>
                <a:latin typeface="Segoe UI"/>
                <a:cs typeface="Segoe UI"/>
              </a:rPr>
              <a:t>33</a:t>
            </a:r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5445054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EDA89A-7C08-CCE5-75F7-4FA773DE07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C7DB4C3-4D10-8770-5735-832028FC5D08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33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5" name="Picture 4" descr="A picture containing wall, indoor, table, decorated&#10;&#10;Description automatically generated">
            <a:extLst>
              <a:ext uri="{FF2B5EF4-FFF2-40B4-BE49-F238E27FC236}">
                <a16:creationId xmlns:a16="http://schemas.microsoft.com/office/drawing/2014/main" id="{B215DD8B-A764-FC8D-C2B1-0C57092D758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0000" y="705623"/>
            <a:ext cx="6084000" cy="405726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F5DD54E3-DC06-0B2F-B4DC-3A634421A6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4187" y="-6187"/>
            <a:ext cx="9144000" cy="612000"/>
          </a:xfrm>
        </p:spPr>
        <p:txBody>
          <a:bodyPr/>
          <a:lstStyle/>
          <a:p>
            <a:r>
              <a:rPr lang="en-US" sz="2800">
                <a:latin typeface="Segoe UI"/>
                <a:cs typeface="Segoe UI"/>
              </a:rPr>
              <a:t>Holy Communion – Hymn No 625</a:t>
            </a:r>
          </a:p>
        </p:txBody>
      </p:sp>
    </p:spTree>
    <p:extLst>
      <p:ext uri="{BB962C8B-B14F-4D97-AF65-F5344CB8AC3E}">
        <p14:creationId xmlns:p14="http://schemas.microsoft.com/office/powerpoint/2010/main" val="240658112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011C70-18A8-639F-B388-9D27EB4121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2247C4-7A0E-CA01-D3F5-C5DDF9F128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>
                <a:latin typeface="Segoe UI"/>
                <a:cs typeface="Segoe UI"/>
              </a:rPr>
              <a:t>Holy Communion – Hymn No 625</a:t>
            </a:r>
          </a:p>
        </p:txBody>
      </p:sp>
      <p:sp>
        <p:nvSpPr>
          <p:cNvPr id="5" name="Slide Number Placeholder 3">
            <a:extLst>
              <a:ext uri="{FF2B5EF4-FFF2-40B4-BE49-F238E27FC236}">
                <a16:creationId xmlns:a16="http://schemas.microsoft.com/office/drawing/2014/main" id="{403F8333-98D8-DE76-4A7B-5CFDB90B4C53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 lIns="91440" tIns="45720" rIns="91440" bIns="45720" anchor="t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1400">
                <a:solidFill>
                  <a:srgbClr val="FFFF00"/>
                </a:solidFill>
                <a:latin typeface="Segoe UI"/>
                <a:cs typeface="Segoe UI"/>
              </a:rPr>
              <a:t>38</a:t>
            </a:r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18E5F5E-AFCD-CA89-E3DF-EB5B7465010C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r"/>
            <a:r>
              <a:rPr lang="en-US" sz="1400"/>
              <a:t>Communion 4: 1 of 4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536F35D-48AB-EDB2-4394-D9653B1CDDAF}"/>
              </a:ext>
            </a:extLst>
          </p:cNvPr>
          <p:cNvSpPr txBox="1"/>
          <p:nvPr/>
        </p:nvSpPr>
        <p:spPr>
          <a:xfrm>
            <a:off x="271600" y="811914"/>
            <a:ext cx="8867917" cy="3970318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fontAlgn="t"/>
            <a:r>
              <a:rPr lang="en-GB" sz="2800" b="0" i="0">
                <a:solidFill>
                  <a:srgbClr val="000000"/>
                </a:solidFill>
                <a:effectLst/>
                <a:latin typeface="Segoe UI"/>
                <a:cs typeface="Segoe UI"/>
              </a:rPr>
              <a:t>Thou sweet, beloved will of God,</a:t>
            </a:r>
            <a:endParaRPr lang="en-US"/>
          </a:p>
          <a:p>
            <a:r>
              <a:rPr lang="en-GB" sz="2800" b="0" i="0">
                <a:solidFill>
                  <a:srgbClr val="000000"/>
                </a:solidFill>
                <a:effectLst/>
                <a:latin typeface="Segoe UI"/>
                <a:cs typeface="Segoe UI"/>
              </a:rPr>
              <a:t>My anchor ground, my fortress hill,</a:t>
            </a:r>
            <a:br>
              <a:rPr lang="en-GB" sz="2800" b="0" i="0">
                <a:effectLst/>
                <a:latin typeface="Segoe UI"/>
              </a:rPr>
            </a:br>
            <a:r>
              <a:rPr lang="en-GB" sz="2800" b="0" i="0">
                <a:solidFill>
                  <a:srgbClr val="000000"/>
                </a:solidFill>
                <a:effectLst/>
                <a:latin typeface="Segoe UI"/>
                <a:cs typeface="Segoe UI"/>
              </a:rPr>
              <a:t>My spirit’s silent, fair abode,</a:t>
            </a:r>
            <a:br>
              <a:rPr lang="en-GB" sz="2800" b="0" i="0">
                <a:effectLst/>
                <a:latin typeface="Segoe UI"/>
              </a:rPr>
            </a:br>
            <a:r>
              <a:rPr lang="en-GB" sz="2800" b="0" i="0">
                <a:solidFill>
                  <a:srgbClr val="000000"/>
                </a:solidFill>
                <a:effectLst/>
                <a:latin typeface="Segoe UI"/>
                <a:cs typeface="Segoe UI"/>
              </a:rPr>
              <a:t>In Thee I hide me and am still.</a:t>
            </a:r>
            <a:endParaRPr lang="en-GB"/>
          </a:p>
          <a:p>
            <a:pPr fontAlgn="t"/>
            <a:endParaRPr lang="en-GB" sz="2800">
              <a:solidFill>
                <a:srgbClr val="444444"/>
              </a:solidFill>
              <a:latin typeface="Segoe UI"/>
              <a:cs typeface="Segoe UI"/>
            </a:endParaRPr>
          </a:p>
          <a:p>
            <a:pPr fontAlgn="t"/>
            <a:r>
              <a:rPr lang="en-GB" sz="2800" b="0" i="0">
                <a:solidFill>
                  <a:srgbClr val="000000"/>
                </a:solidFill>
                <a:effectLst/>
                <a:latin typeface="Segoe UI"/>
                <a:cs typeface="Segoe UI"/>
              </a:rPr>
              <a:t>O Will, that </a:t>
            </a:r>
            <a:r>
              <a:rPr lang="en-GB" sz="2800" b="0" i="0" err="1">
                <a:solidFill>
                  <a:srgbClr val="000000"/>
                </a:solidFill>
                <a:effectLst/>
                <a:latin typeface="Segoe UI"/>
                <a:cs typeface="Segoe UI"/>
              </a:rPr>
              <a:t>willest</a:t>
            </a:r>
            <a:r>
              <a:rPr lang="en-GB" sz="2800" b="0" i="0">
                <a:solidFill>
                  <a:srgbClr val="000000"/>
                </a:solidFill>
                <a:effectLst/>
                <a:latin typeface="Segoe UI"/>
                <a:cs typeface="Segoe UI"/>
              </a:rPr>
              <a:t> good alone,</a:t>
            </a:r>
            <a:br>
              <a:rPr lang="en-GB" sz="2800" b="0" i="0">
                <a:effectLst/>
                <a:latin typeface="Segoe UI"/>
              </a:rPr>
            </a:br>
            <a:r>
              <a:rPr lang="en-GB" sz="2800" b="0" i="0">
                <a:solidFill>
                  <a:srgbClr val="000000"/>
                </a:solidFill>
                <a:effectLst/>
                <a:latin typeface="Segoe UI"/>
                <a:cs typeface="Segoe UI"/>
              </a:rPr>
              <a:t>Lead Thou the way, Thou </a:t>
            </a:r>
            <a:r>
              <a:rPr lang="en-GB" sz="2800" b="0" i="0" err="1">
                <a:solidFill>
                  <a:srgbClr val="000000"/>
                </a:solidFill>
                <a:effectLst/>
                <a:latin typeface="Segoe UI"/>
                <a:cs typeface="Segoe UI"/>
              </a:rPr>
              <a:t>guidest</a:t>
            </a:r>
            <a:r>
              <a:rPr lang="en-GB" sz="2800" b="0" i="0">
                <a:solidFill>
                  <a:srgbClr val="000000"/>
                </a:solidFill>
                <a:effectLst/>
                <a:latin typeface="Segoe UI"/>
                <a:cs typeface="Segoe UI"/>
              </a:rPr>
              <a:t> best;</a:t>
            </a:r>
            <a:br>
              <a:rPr lang="en-GB" sz="2800" b="0" i="0">
                <a:effectLst/>
                <a:latin typeface="Segoe UI"/>
              </a:rPr>
            </a:br>
            <a:r>
              <a:rPr lang="en-GB" sz="2800" b="0" i="0">
                <a:solidFill>
                  <a:srgbClr val="000000"/>
                </a:solidFill>
                <a:effectLst/>
                <a:latin typeface="Segoe UI"/>
                <a:cs typeface="Segoe UI"/>
              </a:rPr>
              <a:t>A little child, I follow on,</a:t>
            </a:r>
            <a:br>
              <a:rPr lang="en-GB" sz="2800" b="0" i="0">
                <a:effectLst/>
                <a:latin typeface="Segoe UI"/>
              </a:rPr>
            </a:br>
            <a:r>
              <a:rPr lang="en-GB" sz="2800" b="0" i="0">
                <a:solidFill>
                  <a:srgbClr val="000000"/>
                </a:solidFill>
                <a:effectLst/>
                <a:latin typeface="Segoe UI"/>
                <a:cs typeface="Segoe UI"/>
              </a:rPr>
              <a:t>And, trusting, lean upon Thy breast.</a:t>
            </a:r>
          </a:p>
        </p:txBody>
      </p:sp>
    </p:spTree>
    <p:extLst>
      <p:ext uri="{BB962C8B-B14F-4D97-AF65-F5344CB8AC3E}">
        <p14:creationId xmlns:p14="http://schemas.microsoft.com/office/powerpoint/2010/main" val="3359142403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5BE0A1-FB9D-3DE7-0515-FF46D0D5B3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503F90-9FC7-E0D5-647F-2B99F591BE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>
                <a:latin typeface="Segoe UI"/>
                <a:cs typeface="Segoe UI"/>
              </a:rPr>
              <a:t>Holy Communion – </a:t>
            </a:r>
            <a:r>
              <a:rPr lang="en-US" sz="2800">
                <a:cs typeface="Segoe UI"/>
              </a:rPr>
              <a:t>Hymn No 625</a:t>
            </a:r>
            <a:endParaRPr lang="en-US" sz="2800" b="0">
              <a:solidFill>
                <a:srgbClr val="000000"/>
              </a:solidFill>
              <a:cs typeface="Segoe UI"/>
            </a:endParaRPr>
          </a:p>
        </p:txBody>
      </p:sp>
      <p:sp>
        <p:nvSpPr>
          <p:cNvPr id="5" name="Slide Number Placeholder 3">
            <a:extLst>
              <a:ext uri="{FF2B5EF4-FFF2-40B4-BE49-F238E27FC236}">
                <a16:creationId xmlns:a16="http://schemas.microsoft.com/office/drawing/2014/main" id="{1B3CB589-E976-68B7-A9A1-EA3079BF7E58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 lIns="91440" tIns="45720" rIns="91440" bIns="45720" anchor="t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1400">
                <a:solidFill>
                  <a:srgbClr val="FFFF00"/>
                </a:solidFill>
                <a:latin typeface="Segoe UI"/>
                <a:cs typeface="Segoe UI"/>
              </a:rPr>
              <a:t>39</a:t>
            </a:r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F3BADD7-5F47-DD22-8E3A-B76DD11E5431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r"/>
            <a:r>
              <a:rPr lang="en-US" sz="1400"/>
              <a:t>Communion 4: 2 of 4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DB8CD47-125C-DFC4-3409-3D053915A710}"/>
              </a:ext>
            </a:extLst>
          </p:cNvPr>
          <p:cNvSpPr txBox="1"/>
          <p:nvPr/>
        </p:nvSpPr>
        <p:spPr>
          <a:xfrm>
            <a:off x="311210" y="812281"/>
            <a:ext cx="8835721" cy="3970318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n-GB" sz="2800" b="0" i="0">
                <a:solidFill>
                  <a:srgbClr val="000000"/>
                </a:solidFill>
                <a:effectLst/>
                <a:latin typeface="Segoe UI"/>
                <a:cs typeface="Segoe UI"/>
              </a:rPr>
              <a:t>Thy beautiful sweet will, my God,</a:t>
            </a:r>
          </a:p>
          <a:p>
            <a:r>
              <a:rPr lang="en-GB" sz="2800" b="0" i="0">
                <a:solidFill>
                  <a:srgbClr val="000000"/>
                </a:solidFill>
                <a:effectLst/>
                <a:latin typeface="Segoe UI"/>
                <a:cs typeface="Segoe UI"/>
              </a:rPr>
              <a:t>Holds fast in its sublime embrace</a:t>
            </a:r>
          </a:p>
          <a:p>
            <a:r>
              <a:rPr lang="en-GB" sz="2800" b="0" i="0">
                <a:solidFill>
                  <a:srgbClr val="000000"/>
                </a:solidFill>
                <a:effectLst/>
                <a:latin typeface="Segoe UI"/>
                <a:cs typeface="Segoe UI"/>
              </a:rPr>
              <a:t>My captive will, a gladsome bird,</a:t>
            </a:r>
          </a:p>
          <a:p>
            <a:r>
              <a:rPr lang="en-GB" sz="2800" b="0" i="0">
                <a:solidFill>
                  <a:srgbClr val="000000"/>
                </a:solidFill>
                <a:effectLst/>
                <a:latin typeface="Segoe UI"/>
                <a:cs typeface="Segoe UI"/>
              </a:rPr>
              <a:t>Prisoned in such a realm of grace.</a:t>
            </a:r>
          </a:p>
          <a:p>
            <a:endParaRPr lang="en-GB" sz="2800" b="0" i="0">
              <a:solidFill>
                <a:srgbClr val="000000"/>
              </a:solidFill>
              <a:effectLst/>
              <a:latin typeface="Segoe UI"/>
              <a:cs typeface="Segoe UI"/>
            </a:endParaRPr>
          </a:p>
          <a:p>
            <a:r>
              <a:rPr lang="en-GB" sz="2800" b="0" i="0">
                <a:solidFill>
                  <a:srgbClr val="000000"/>
                </a:solidFill>
                <a:effectLst/>
                <a:latin typeface="Segoe UI"/>
                <a:cs typeface="Segoe UI"/>
              </a:rPr>
              <a:t>Within this place of certain good</a:t>
            </a:r>
          </a:p>
          <a:p>
            <a:r>
              <a:rPr lang="en-GB" sz="2800" b="0" i="0">
                <a:solidFill>
                  <a:srgbClr val="000000"/>
                </a:solidFill>
                <a:effectLst/>
                <a:latin typeface="Segoe UI"/>
                <a:cs typeface="Segoe UI"/>
              </a:rPr>
              <a:t>Love evermore expands her wings,</a:t>
            </a:r>
          </a:p>
          <a:p>
            <a:r>
              <a:rPr lang="en-GB" sz="2800" b="0" i="0">
                <a:solidFill>
                  <a:srgbClr val="000000"/>
                </a:solidFill>
                <a:effectLst/>
                <a:latin typeface="Segoe UI"/>
                <a:cs typeface="Segoe UI"/>
              </a:rPr>
              <a:t>Or nestling in Thy perfect choice,</a:t>
            </a:r>
          </a:p>
          <a:p>
            <a:r>
              <a:rPr lang="en-GB" sz="2800" b="0" i="0">
                <a:solidFill>
                  <a:srgbClr val="000000"/>
                </a:solidFill>
                <a:effectLst/>
                <a:latin typeface="Segoe UI"/>
                <a:cs typeface="Segoe UI"/>
              </a:rPr>
              <a:t>Abides content with what it brings.</a:t>
            </a:r>
          </a:p>
        </p:txBody>
      </p:sp>
    </p:spTree>
    <p:extLst>
      <p:ext uri="{BB962C8B-B14F-4D97-AF65-F5344CB8AC3E}">
        <p14:creationId xmlns:p14="http://schemas.microsoft.com/office/powerpoint/2010/main" val="2020830256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F26911-BA82-C2B4-0807-8583938430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4249AF-8E44-DF0F-796D-36A172E37D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>
                <a:latin typeface="Segoe UI"/>
                <a:cs typeface="Segoe UI"/>
              </a:rPr>
              <a:t>Holy Communion – </a:t>
            </a:r>
            <a:r>
              <a:rPr lang="en-US" sz="2800">
                <a:cs typeface="Segoe UI"/>
              </a:rPr>
              <a:t>Hymn No 625</a:t>
            </a:r>
            <a:endParaRPr lang="en-US" sz="2800" b="0">
              <a:solidFill>
                <a:srgbClr val="000000"/>
              </a:solidFill>
              <a:cs typeface="Segoe UI"/>
            </a:endParaRPr>
          </a:p>
        </p:txBody>
      </p:sp>
      <p:sp>
        <p:nvSpPr>
          <p:cNvPr id="5" name="Slide Number Placeholder 3">
            <a:extLst>
              <a:ext uri="{FF2B5EF4-FFF2-40B4-BE49-F238E27FC236}">
                <a16:creationId xmlns:a16="http://schemas.microsoft.com/office/drawing/2014/main" id="{B2F9C4E0-5FF5-E20B-7B09-738C065790C2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 lIns="91440" tIns="45720" rIns="91440" bIns="45720" anchor="t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1400">
                <a:solidFill>
                  <a:srgbClr val="FFFF00"/>
                </a:solidFill>
                <a:latin typeface="Segoe UI"/>
                <a:cs typeface="Segoe UI"/>
              </a:rPr>
              <a:t>40</a:t>
            </a:r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45B6664-90F4-5F19-2D82-393D336819F8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r"/>
            <a:r>
              <a:rPr lang="en-US" sz="1400"/>
              <a:t>Communion 4: 3 of 4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7AF72BB-021A-3394-7719-374EB85FE164}"/>
              </a:ext>
            </a:extLst>
          </p:cNvPr>
          <p:cNvSpPr txBox="1"/>
          <p:nvPr/>
        </p:nvSpPr>
        <p:spPr>
          <a:xfrm>
            <a:off x="271096" y="815713"/>
            <a:ext cx="8867917" cy="3970318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n-GB" sz="2800" b="0" i="0">
                <a:solidFill>
                  <a:srgbClr val="000000"/>
                </a:solidFill>
                <a:effectLst/>
                <a:latin typeface="Segoe UI"/>
                <a:cs typeface="Segoe UI"/>
              </a:rPr>
              <a:t>Oh, lightest burden, sweetest yoke;</a:t>
            </a:r>
          </a:p>
          <a:p>
            <a:r>
              <a:rPr lang="en-GB" sz="2800" b="0" i="0">
                <a:solidFill>
                  <a:srgbClr val="000000"/>
                </a:solidFill>
                <a:effectLst/>
                <a:latin typeface="Segoe UI"/>
                <a:cs typeface="Segoe UI"/>
              </a:rPr>
              <a:t>It lifts, it bears my happy soul,</a:t>
            </a:r>
          </a:p>
          <a:p>
            <a:r>
              <a:rPr lang="en-GB" sz="2800" b="0" i="0">
                <a:solidFill>
                  <a:srgbClr val="000000"/>
                </a:solidFill>
                <a:effectLst/>
                <a:latin typeface="Segoe UI"/>
                <a:cs typeface="Segoe UI"/>
              </a:rPr>
              <a:t>It giveth wings to this poor heart;</a:t>
            </a:r>
          </a:p>
          <a:p>
            <a:r>
              <a:rPr lang="en-GB" sz="2800" b="0" i="0">
                <a:solidFill>
                  <a:srgbClr val="000000"/>
                </a:solidFill>
                <a:effectLst/>
                <a:latin typeface="Segoe UI"/>
                <a:cs typeface="Segoe UI"/>
              </a:rPr>
              <a:t>My freedom is Thy grand control.</a:t>
            </a:r>
          </a:p>
          <a:p>
            <a:endParaRPr lang="en-GB" sz="2800" b="0" i="0">
              <a:solidFill>
                <a:srgbClr val="000000"/>
              </a:solidFill>
              <a:effectLst/>
              <a:latin typeface="Segoe UI"/>
              <a:cs typeface="Segoe UI"/>
            </a:endParaRPr>
          </a:p>
          <a:p>
            <a:r>
              <a:rPr lang="en-GB" sz="2800" b="0" i="0">
                <a:solidFill>
                  <a:srgbClr val="000000"/>
                </a:solidFill>
                <a:effectLst/>
                <a:latin typeface="Segoe UI"/>
                <a:cs typeface="Segoe UI"/>
              </a:rPr>
              <a:t>Upon God’s will I lay me down,</a:t>
            </a:r>
          </a:p>
          <a:p>
            <a:r>
              <a:rPr lang="en-GB" sz="2800" b="0" i="0">
                <a:solidFill>
                  <a:srgbClr val="000000"/>
                </a:solidFill>
                <a:effectLst/>
                <a:latin typeface="Segoe UI"/>
                <a:cs typeface="Segoe UI"/>
              </a:rPr>
              <a:t>As child upon its mother’s breast;</a:t>
            </a:r>
          </a:p>
          <a:p>
            <a:r>
              <a:rPr lang="en-GB" sz="2800" b="0" i="0">
                <a:solidFill>
                  <a:srgbClr val="000000"/>
                </a:solidFill>
                <a:effectLst/>
                <a:latin typeface="Segoe UI"/>
                <a:cs typeface="Segoe UI"/>
              </a:rPr>
              <a:t>No silken couch, nor softest bed,</a:t>
            </a:r>
          </a:p>
          <a:p>
            <a:r>
              <a:rPr lang="en-GB" sz="2800" b="0" i="0">
                <a:solidFill>
                  <a:srgbClr val="000000"/>
                </a:solidFill>
                <a:effectLst/>
                <a:latin typeface="Segoe UI"/>
                <a:cs typeface="Segoe UI"/>
              </a:rPr>
              <a:t>Could ever give me such deep rest.</a:t>
            </a:r>
          </a:p>
        </p:txBody>
      </p:sp>
    </p:spTree>
    <p:extLst>
      <p:ext uri="{BB962C8B-B14F-4D97-AF65-F5344CB8AC3E}">
        <p14:creationId xmlns:p14="http://schemas.microsoft.com/office/powerpoint/2010/main" val="307999656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52BB90-C9FB-4496-D805-F93EC84847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2F43F3-F2FA-F8A1-F9A2-805B63A6C1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>
                <a:latin typeface="Segoe UI"/>
                <a:cs typeface="Segoe UI"/>
              </a:rPr>
              <a:t>Holy Communion – </a:t>
            </a:r>
            <a:r>
              <a:rPr lang="en-US" sz="2800">
                <a:cs typeface="Segoe UI"/>
              </a:rPr>
              <a:t>Hymn No 625</a:t>
            </a:r>
            <a:endParaRPr lang="en-US" sz="2800" b="0">
              <a:solidFill>
                <a:srgbClr val="000000"/>
              </a:solidFill>
              <a:cs typeface="Segoe UI"/>
            </a:endParaRPr>
          </a:p>
        </p:txBody>
      </p:sp>
      <p:sp>
        <p:nvSpPr>
          <p:cNvPr id="5" name="Slide Number Placeholder 3">
            <a:extLst>
              <a:ext uri="{FF2B5EF4-FFF2-40B4-BE49-F238E27FC236}">
                <a16:creationId xmlns:a16="http://schemas.microsoft.com/office/drawing/2014/main" id="{AD931D1D-EFA8-CA8B-7BD9-8EE08C07FB81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 lIns="91440" tIns="45720" rIns="91440" bIns="45720" anchor="t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1400">
                <a:solidFill>
                  <a:srgbClr val="FFFF00"/>
                </a:solidFill>
                <a:latin typeface="Segoe UI"/>
                <a:cs typeface="Segoe UI"/>
              </a:rPr>
              <a:t>40</a:t>
            </a:r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2763470-E2D9-4848-4581-E929CB4E18AE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r"/>
            <a:r>
              <a:rPr lang="en-US" sz="1400"/>
              <a:t>Communion 4: 4 of 4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B0409DE-AB07-15DF-2905-634A2436D837}"/>
              </a:ext>
            </a:extLst>
          </p:cNvPr>
          <p:cNvSpPr txBox="1"/>
          <p:nvPr/>
        </p:nvSpPr>
        <p:spPr>
          <a:xfrm>
            <a:off x="271096" y="925616"/>
            <a:ext cx="8867917" cy="1815882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n-GB" sz="2800">
                <a:solidFill>
                  <a:srgbClr val="000000"/>
                </a:solidFill>
                <a:latin typeface="Segoe UI"/>
                <a:cs typeface="Segoe UI"/>
              </a:rPr>
              <a:t>Thy wonderful grand will, my God,</a:t>
            </a:r>
            <a:endParaRPr lang="en-US">
              <a:solidFill>
                <a:srgbClr val="000000"/>
              </a:solidFill>
              <a:latin typeface="Segoe UI"/>
              <a:cs typeface="Segoe UI"/>
            </a:endParaRPr>
          </a:p>
          <a:p>
            <a:r>
              <a:rPr lang="en-GB" sz="2800">
                <a:cs typeface="Segoe UI"/>
              </a:rPr>
              <a:t>With triumph now I make it mine;</a:t>
            </a:r>
          </a:p>
          <a:p>
            <a:r>
              <a:rPr lang="en-GB" sz="2800">
                <a:cs typeface="Segoe UI"/>
              </a:rPr>
              <a:t>And faith shall cry a joyous, Yes !</a:t>
            </a:r>
          </a:p>
          <a:p>
            <a:r>
              <a:rPr lang="en-GB" sz="2800">
                <a:solidFill>
                  <a:srgbClr val="000000"/>
                </a:solidFill>
                <a:latin typeface="Segoe UI"/>
                <a:cs typeface="Segoe UI"/>
              </a:rPr>
              <a:t>To every dear command of Thine.</a:t>
            </a:r>
            <a:endParaRPr lang="en-GB" sz="2800" b="0" i="0">
              <a:solidFill>
                <a:srgbClr val="000000"/>
              </a:solidFill>
              <a:effectLst/>
              <a:latin typeface="Segoe UI"/>
              <a:cs typeface="Segoe UI"/>
            </a:endParaRPr>
          </a:p>
        </p:txBody>
      </p:sp>
    </p:spTree>
    <p:extLst>
      <p:ext uri="{BB962C8B-B14F-4D97-AF65-F5344CB8AC3E}">
        <p14:creationId xmlns:p14="http://schemas.microsoft.com/office/powerpoint/2010/main" val="36725207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EA7815-A805-1E32-1AFE-4421413895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0E297C0-A444-C8DA-D2AF-98FD182039C6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38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5" name="Picture 4" descr="A picture containing wall, indoor, table, decorated&#10;&#10;Description automatically generated">
            <a:extLst>
              <a:ext uri="{FF2B5EF4-FFF2-40B4-BE49-F238E27FC236}">
                <a16:creationId xmlns:a16="http://schemas.microsoft.com/office/drawing/2014/main" id="{4B5ACE63-7A3A-BB50-A317-D28C30328DC1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0000" y="705623"/>
            <a:ext cx="6084000" cy="405726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BDD87787-CE39-BEBC-6978-28643C3EA2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4187" y="-6187"/>
            <a:ext cx="9144000" cy="612000"/>
          </a:xfrm>
        </p:spPr>
        <p:txBody>
          <a:bodyPr/>
          <a:lstStyle/>
          <a:p>
            <a:r>
              <a:rPr lang="en-US">
                <a:latin typeface="Segoe UI"/>
                <a:cs typeface="Segoe UI"/>
              </a:rPr>
              <a:t>Holy Communion- Hymn No 642</a:t>
            </a:r>
            <a:endParaRPr lang="en-US" b="0">
              <a:solidFill>
                <a:srgbClr val="000000"/>
              </a:solidFill>
              <a:latin typeface="Segoe UI"/>
              <a:cs typeface="Segoe UI"/>
            </a:endParaRPr>
          </a:p>
        </p:txBody>
      </p:sp>
    </p:spTree>
    <p:extLst>
      <p:ext uri="{BB962C8B-B14F-4D97-AF65-F5344CB8AC3E}">
        <p14:creationId xmlns:p14="http://schemas.microsoft.com/office/powerpoint/2010/main" val="1147338714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39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15CBCA4-8279-49A0-BDA5-8F1C3F65A437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r"/>
            <a:r>
              <a:rPr lang="en-US" sz="1400"/>
              <a:t>Communion 5 : 1 of 5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0B7E6C3-DC3B-BC8E-EE75-86995C7F8ADF}"/>
              </a:ext>
            </a:extLst>
          </p:cNvPr>
          <p:cNvSpPr/>
          <p:nvPr/>
        </p:nvSpPr>
        <p:spPr>
          <a:xfrm>
            <a:off x="816956" y="623736"/>
            <a:ext cx="7507001" cy="3898503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pPr>
              <a:spcAft>
                <a:spcPts val="400"/>
              </a:spcAft>
            </a:pPr>
            <a:r>
              <a:rPr lang="en-SG" sz="2800">
                <a:latin typeface="Segoe UI"/>
                <a:cs typeface="Segoe UI"/>
              </a:rPr>
              <a:t>When we walk with the Lord</a:t>
            </a:r>
            <a:endParaRPr lang="en-US"/>
          </a:p>
          <a:p>
            <a:pPr>
              <a:spcAft>
                <a:spcPts val="400"/>
              </a:spcAft>
            </a:pP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In the light of His Word,</a:t>
            </a:r>
          </a:p>
          <a:p>
            <a:pPr>
              <a:spcAft>
                <a:spcPts val="400"/>
              </a:spcAft>
            </a:pP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What a glory He sheds on our way !</a:t>
            </a:r>
          </a:p>
          <a:p>
            <a:pPr>
              <a:spcAft>
                <a:spcPts val="400"/>
              </a:spcAft>
            </a:pP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While we do His good will.</a:t>
            </a:r>
          </a:p>
          <a:p>
            <a:pPr>
              <a:spcAft>
                <a:spcPts val="400"/>
              </a:spcAft>
            </a:pP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He abides with us still,</a:t>
            </a:r>
          </a:p>
          <a:p>
            <a:pPr>
              <a:spcAft>
                <a:spcPts val="400"/>
              </a:spcAft>
            </a:pP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And with all who will trust and obey.</a:t>
            </a:r>
          </a:p>
          <a:p>
            <a:pPr>
              <a:spcAft>
                <a:spcPts val="400"/>
              </a:spcAft>
            </a:pPr>
            <a:r>
              <a:rPr lang="en-SG" sz="2800" i="1">
                <a:solidFill>
                  <a:srgbClr val="C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Trust and obey, for there's no other way</a:t>
            </a:r>
            <a:endParaRPr lang="en-US" sz="2800">
              <a:solidFill>
                <a:srgbClr val="0000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>
              <a:spcAft>
                <a:spcPts val="400"/>
              </a:spcAft>
            </a:pPr>
            <a:r>
              <a:rPr lang="en-SG" sz="2800" i="1">
                <a:solidFill>
                  <a:srgbClr val="C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To be happy in Jesus but to trust and obey.</a:t>
            </a:r>
            <a:endParaRPr lang="en-US" sz="2800">
              <a:solidFill>
                <a:srgbClr val="0000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DC17D8D8-E9C5-D2A8-A52F-7AE59A61C6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695"/>
            <a:ext cx="9144000" cy="612000"/>
          </a:xfrm>
        </p:spPr>
        <p:txBody>
          <a:bodyPr/>
          <a:lstStyle/>
          <a:p>
            <a:r>
              <a:rPr lang="en-US">
                <a:solidFill>
                  <a:prstClr val="white"/>
                </a:solidFill>
                <a:latin typeface="Segoe UI"/>
                <a:cs typeface="Segoe UI"/>
              </a:rPr>
              <a:t>Holy Communion- Hymn No 642</a:t>
            </a:r>
            <a:endParaRPr lang="en-US" b="0">
              <a:solidFill>
                <a:srgbClr val="000000"/>
              </a:solidFill>
              <a:latin typeface="Segoe UI"/>
              <a:cs typeface="Segoe UI"/>
            </a:endParaRPr>
          </a:p>
        </p:txBody>
      </p:sp>
    </p:spTree>
    <p:extLst>
      <p:ext uri="{BB962C8B-B14F-4D97-AF65-F5344CB8AC3E}">
        <p14:creationId xmlns:p14="http://schemas.microsoft.com/office/powerpoint/2010/main" val="2332149466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3DCFF0-4D9E-45F6-C533-EF126275CB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A71C62A-6C11-03DF-7F74-2E96512C9F1E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40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050F6EC-0781-EB34-4A55-D1291A4179A5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r"/>
            <a:r>
              <a:rPr lang="en-US" sz="1400"/>
              <a:t>Communion 5 : 2 of 5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5306BE0-58C3-5EDC-5B28-59D750078980}"/>
              </a:ext>
            </a:extLst>
          </p:cNvPr>
          <p:cNvSpPr/>
          <p:nvPr/>
        </p:nvSpPr>
        <p:spPr>
          <a:xfrm>
            <a:off x="816956" y="623736"/>
            <a:ext cx="7507001" cy="3898503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pPr>
              <a:spcAft>
                <a:spcPts val="400"/>
              </a:spcAft>
            </a:pPr>
            <a:r>
              <a:rPr lang="en-SG" sz="2800">
                <a:latin typeface="Segoe UI"/>
                <a:cs typeface="Segoe UI"/>
              </a:rPr>
              <a:t>Not a shadow can rise</a:t>
            </a:r>
            <a:endParaRPr lang="en-US" sz="2800">
              <a:latin typeface="Segoe UI"/>
              <a:cs typeface="Segoe UI"/>
            </a:endParaRPr>
          </a:p>
          <a:p>
            <a:pPr>
              <a:spcAft>
                <a:spcPts val="400"/>
              </a:spcAft>
            </a:pPr>
            <a:r>
              <a:rPr lang="en-SG" sz="2800">
                <a:latin typeface="Segoe UI"/>
                <a:cs typeface="Segoe UI"/>
              </a:rPr>
              <a:t>Not a cloud in the skies,</a:t>
            </a:r>
            <a:endParaRPr lang="en-US" sz="2800">
              <a:latin typeface="Segoe UI"/>
              <a:cs typeface="Segoe UI"/>
            </a:endParaRPr>
          </a:p>
          <a:p>
            <a:pPr>
              <a:spcAft>
                <a:spcPts val="400"/>
              </a:spcAft>
            </a:pPr>
            <a:r>
              <a:rPr lang="en-SG" sz="2800">
                <a:latin typeface="Segoe UI"/>
                <a:cs typeface="Segoe UI"/>
              </a:rPr>
              <a:t>But His smile quickly drives it away;</a:t>
            </a:r>
            <a:endParaRPr lang="en-US" sz="2800">
              <a:latin typeface="Segoe UI"/>
              <a:cs typeface="Segoe UI"/>
            </a:endParaRPr>
          </a:p>
          <a:p>
            <a:pPr>
              <a:spcAft>
                <a:spcPts val="400"/>
              </a:spcAft>
            </a:pPr>
            <a:r>
              <a:rPr lang="en-SG" sz="2800">
                <a:latin typeface="Segoe UI"/>
                <a:cs typeface="Segoe UI"/>
              </a:rPr>
              <a:t>Not a doubt nor a fear,</a:t>
            </a:r>
            <a:endParaRPr lang="en-US" sz="2800">
              <a:latin typeface="Segoe UI"/>
              <a:cs typeface="Segoe UI"/>
            </a:endParaRPr>
          </a:p>
          <a:p>
            <a:pPr>
              <a:spcAft>
                <a:spcPts val="400"/>
              </a:spcAft>
            </a:pPr>
            <a:r>
              <a:rPr lang="en-SG" sz="2800">
                <a:latin typeface="Segoe UI"/>
                <a:cs typeface="Segoe UI"/>
              </a:rPr>
              <a:t>Not a sigh nor a tear,</a:t>
            </a:r>
            <a:endParaRPr lang="en-US" sz="2800">
              <a:latin typeface="Segoe UI"/>
              <a:cs typeface="Segoe UI"/>
            </a:endParaRPr>
          </a:p>
          <a:p>
            <a:pPr>
              <a:spcAft>
                <a:spcPts val="400"/>
              </a:spcAft>
            </a:pPr>
            <a:r>
              <a:rPr lang="en-SG" sz="2800">
                <a:latin typeface="Segoe UI"/>
                <a:cs typeface="Segoe UI"/>
              </a:rPr>
              <a:t>Can abide while we trust and obey.</a:t>
            </a:r>
            <a:endParaRPr lang="en-US" sz="2800">
              <a:latin typeface="Segoe UI"/>
              <a:cs typeface="Segoe UI"/>
            </a:endParaRPr>
          </a:p>
          <a:p>
            <a:pPr>
              <a:spcAft>
                <a:spcPts val="400"/>
              </a:spcAft>
            </a:pPr>
            <a:r>
              <a:rPr lang="en-SG" sz="2800" i="1">
                <a:solidFill>
                  <a:srgbClr val="C00000"/>
                </a:solidFill>
                <a:latin typeface="Segoe UI"/>
                <a:cs typeface="Segoe UI"/>
              </a:rPr>
              <a:t>Trust and obey, for there's no other way</a:t>
            </a:r>
            <a:endParaRPr lang="en-US" sz="2800">
              <a:solidFill>
                <a:srgbClr val="000000"/>
              </a:solidFill>
              <a:latin typeface="Segoe UI"/>
              <a:cs typeface="Segoe UI"/>
            </a:endParaRPr>
          </a:p>
          <a:p>
            <a:pPr>
              <a:spcAft>
                <a:spcPts val="400"/>
              </a:spcAft>
            </a:pPr>
            <a:r>
              <a:rPr lang="en-SG" sz="2800" i="1">
                <a:solidFill>
                  <a:srgbClr val="C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To be happy in Jesus but to trust and obey.</a:t>
            </a:r>
            <a:endParaRPr lang="en-US" sz="2800">
              <a:solidFill>
                <a:srgbClr val="0000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F3624E63-169E-6086-752B-E2B32A2E38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695"/>
            <a:ext cx="9144000" cy="612000"/>
          </a:xfrm>
        </p:spPr>
        <p:txBody>
          <a:bodyPr/>
          <a:lstStyle/>
          <a:p>
            <a:r>
              <a:rPr lang="en-US">
                <a:solidFill>
                  <a:prstClr val="white"/>
                </a:solidFill>
                <a:latin typeface="Segoe UI"/>
                <a:cs typeface="Segoe UI"/>
              </a:rPr>
              <a:t>Holy Communion- Hymn No 642</a:t>
            </a:r>
            <a:endParaRPr lang="en-US" b="0">
              <a:solidFill>
                <a:srgbClr val="000000"/>
              </a:solidFill>
              <a:latin typeface="Segoe UI"/>
              <a:cs typeface="Segoe UI"/>
            </a:endParaRPr>
          </a:p>
        </p:txBody>
      </p:sp>
    </p:spTree>
    <p:extLst>
      <p:ext uri="{BB962C8B-B14F-4D97-AF65-F5344CB8AC3E}">
        <p14:creationId xmlns:p14="http://schemas.microsoft.com/office/powerpoint/2010/main" val="1875639084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D21554-52A9-EC8C-E742-CDF00D8712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1142B05-66A5-02EC-D109-DC372684B1DC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41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27215EC-3173-D6B0-AF0A-481F9FC19602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r"/>
            <a:r>
              <a:rPr lang="en-US" sz="1400"/>
              <a:t>Communion 5 : 3 of 5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D1BDDEE-D8AD-ADEB-3554-0C979E316738}"/>
              </a:ext>
            </a:extLst>
          </p:cNvPr>
          <p:cNvSpPr/>
          <p:nvPr/>
        </p:nvSpPr>
        <p:spPr>
          <a:xfrm>
            <a:off x="816956" y="623736"/>
            <a:ext cx="7507001" cy="3898503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pPr>
              <a:spcAft>
                <a:spcPts val="400"/>
              </a:spcAft>
            </a:pPr>
            <a:r>
              <a:rPr lang="en-SG" sz="2800">
                <a:latin typeface="Segoe UI"/>
                <a:cs typeface="Segoe UI"/>
              </a:rPr>
              <a:t>Not a burden we bear,</a:t>
            </a:r>
            <a:endParaRPr lang="en-US" sz="2800">
              <a:latin typeface="Segoe UI"/>
              <a:cs typeface="Segoe UI"/>
            </a:endParaRPr>
          </a:p>
          <a:p>
            <a:pPr>
              <a:spcAft>
                <a:spcPts val="400"/>
              </a:spcAft>
            </a:pPr>
            <a:r>
              <a:rPr lang="en-SG" sz="2800">
                <a:latin typeface="Segoe UI"/>
                <a:cs typeface="Segoe UI"/>
              </a:rPr>
              <a:t>Not a sorrow we share,</a:t>
            </a:r>
            <a:endParaRPr lang="en-US" sz="2800">
              <a:latin typeface="Segoe UI"/>
              <a:cs typeface="Segoe UI"/>
            </a:endParaRPr>
          </a:p>
          <a:p>
            <a:pPr>
              <a:spcAft>
                <a:spcPts val="400"/>
              </a:spcAft>
            </a:pPr>
            <a:r>
              <a:rPr lang="en-SG" sz="2800">
                <a:latin typeface="Segoe UI"/>
                <a:cs typeface="Segoe UI"/>
              </a:rPr>
              <a:t>But our toil He doth richly repay;</a:t>
            </a:r>
            <a:endParaRPr lang="en-US" sz="2800">
              <a:latin typeface="Segoe UI"/>
              <a:cs typeface="Segoe UI"/>
            </a:endParaRPr>
          </a:p>
          <a:p>
            <a:pPr>
              <a:spcAft>
                <a:spcPts val="400"/>
              </a:spcAft>
            </a:pPr>
            <a:r>
              <a:rPr lang="en-SG" sz="2800">
                <a:latin typeface="Segoe UI"/>
                <a:cs typeface="Segoe UI"/>
              </a:rPr>
              <a:t>Not a grief nor a loss,</a:t>
            </a:r>
            <a:endParaRPr lang="en-US" sz="2800">
              <a:latin typeface="Segoe UI"/>
              <a:cs typeface="Segoe UI"/>
            </a:endParaRPr>
          </a:p>
          <a:p>
            <a:pPr>
              <a:spcAft>
                <a:spcPts val="400"/>
              </a:spcAft>
            </a:pPr>
            <a:r>
              <a:rPr lang="en-SG" sz="2800">
                <a:latin typeface="Segoe UI"/>
                <a:cs typeface="Segoe UI"/>
              </a:rPr>
              <a:t>Not a frown nor a cross,</a:t>
            </a:r>
            <a:endParaRPr lang="en-US" sz="2800">
              <a:latin typeface="Segoe UI"/>
              <a:cs typeface="Segoe UI"/>
            </a:endParaRPr>
          </a:p>
          <a:p>
            <a:pPr>
              <a:spcAft>
                <a:spcPts val="400"/>
              </a:spcAft>
            </a:pPr>
            <a:r>
              <a:rPr lang="en-SG" sz="2800">
                <a:latin typeface="Segoe UI"/>
                <a:cs typeface="Segoe UI"/>
              </a:rPr>
              <a:t>But is blest if we trust and obey.</a:t>
            </a:r>
            <a:endParaRPr lang="en-US" sz="2800">
              <a:latin typeface="Segoe UI"/>
              <a:cs typeface="Segoe UI"/>
            </a:endParaRPr>
          </a:p>
          <a:p>
            <a:pPr>
              <a:spcAft>
                <a:spcPts val="400"/>
              </a:spcAft>
            </a:pPr>
            <a:r>
              <a:rPr lang="en-SG" sz="2800" i="1">
                <a:solidFill>
                  <a:srgbClr val="C00000"/>
                </a:solidFill>
                <a:latin typeface="Segoe UI"/>
                <a:cs typeface="Segoe UI"/>
              </a:rPr>
              <a:t>Trust and obey, for there's no other way</a:t>
            </a:r>
            <a:endParaRPr lang="en-US" sz="2800">
              <a:solidFill>
                <a:srgbClr val="000000"/>
              </a:solidFill>
              <a:latin typeface="Segoe UI"/>
              <a:cs typeface="Segoe UI"/>
            </a:endParaRPr>
          </a:p>
          <a:p>
            <a:pPr>
              <a:spcAft>
                <a:spcPts val="400"/>
              </a:spcAft>
            </a:pPr>
            <a:r>
              <a:rPr lang="en-SG" sz="2800" i="1">
                <a:solidFill>
                  <a:srgbClr val="C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To be happy in Jesus but to trust and obey.</a:t>
            </a:r>
            <a:endParaRPr lang="en-US" sz="2800">
              <a:solidFill>
                <a:srgbClr val="0000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20662AFC-7AAD-04B8-3DDF-E025C34B7E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695"/>
            <a:ext cx="9144000" cy="612000"/>
          </a:xfrm>
        </p:spPr>
        <p:txBody>
          <a:bodyPr/>
          <a:lstStyle/>
          <a:p>
            <a:r>
              <a:rPr lang="en-US">
                <a:solidFill>
                  <a:prstClr val="white"/>
                </a:solidFill>
                <a:latin typeface="Segoe UI"/>
                <a:cs typeface="Segoe UI"/>
              </a:rPr>
              <a:t>Holy Communion- Hymn No 642</a:t>
            </a:r>
          </a:p>
        </p:txBody>
      </p:sp>
    </p:spTree>
    <p:extLst>
      <p:ext uri="{BB962C8B-B14F-4D97-AF65-F5344CB8AC3E}">
        <p14:creationId xmlns:p14="http://schemas.microsoft.com/office/powerpoint/2010/main" val="2917506811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D849BA-ABA2-6D96-A078-D94C307410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F00B370-6A56-9429-B3DC-669128925158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42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78E8DC8-8899-7584-FEF9-4DAC75D5CAD1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r"/>
            <a:r>
              <a:rPr lang="en-US" sz="1400"/>
              <a:t>Communion 5 : 4 of 5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D2BF886-C11A-E8FA-AAD7-8D1B3EF9E9AD}"/>
              </a:ext>
            </a:extLst>
          </p:cNvPr>
          <p:cNvSpPr/>
          <p:nvPr/>
        </p:nvSpPr>
        <p:spPr>
          <a:xfrm>
            <a:off x="816956" y="623736"/>
            <a:ext cx="7507001" cy="3898503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pPr>
              <a:spcAft>
                <a:spcPts val="400"/>
              </a:spcAft>
            </a:pPr>
            <a:r>
              <a:rPr lang="en-SG" sz="2800">
                <a:latin typeface="Segoe UI"/>
                <a:cs typeface="Segoe UI"/>
              </a:rPr>
              <a:t>But we never can prove</a:t>
            </a:r>
            <a:endParaRPr lang="en-US" sz="2800">
              <a:latin typeface="Segoe UI"/>
              <a:cs typeface="Segoe UI"/>
            </a:endParaRPr>
          </a:p>
          <a:p>
            <a:pPr>
              <a:spcAft>
                <a:spcPts val="400"/>
              </a:spcAft>
            </a:pPr>
            <a:r>
              <a:rPr lang="en-SG" sz="2800">
                <a:latin typeface="Segoe UI"/>
                <a:cs typeface="Segoe UI"/>
              </a:rPr>
              <a:t>The delights of His love,</a:t>
            </a:r>
            <a:endParaRPr lang="en-US" sz="2800">
              <a:latin typeface="Segoe UI"/>
              <a:cs typeface="Segoe UI"/>
            </a:endParaRPr>
          </a:p>
          <a:p>
            <a:pPr>
              <a:spcAft>
                <a:spcPts val="400"/>
              </a:spcAft>
            </a:pPr>
            <a:r>
              <a:rPr lang="en-SG" sz="2800">
                <a:latin typeface="Segoe UI"/>
                <a:cs typeface="Segoe UI"/>
              </a:rPr>
              <a:t>Until all on the altar we lay;</a:t>
            </a:r>
            <a:endParaRPr lang="en-US" sz="2800">
              <a:latin typeface="Segoe UI"/>
              <a:cs typeface="Segoe UI"/>
            </a:endParaRPr>
          </a:p>
          <a:p>
            <a:pPr>
              <a:spcAft>
                <a:spcPts val="400"/>
              </a:spcAft>
            </a:pPr>
            <a:r>
              <a:rPr lang="en-SG" sz="2800">
                <a:latin typeface="Segoe UI"/>
                <a:cs typeface="Segoe UI"/>
              </a:rPr>
              <a:t>For the favour He shows,</a:t>
            </a:r>
            <a:endParaRPr lang="en-US" sz="2800">
              <a:latin typeface="Segoe UI"/>
              <a:cs typeface="Segoe UI"/>
            </a:endParaRPr>
          </a:p>
          <a:p>
            <a:pPr>
              <a:spcAft>
                <a:spcPts val="400"/>
              </a:spcAft>
            </a:pPr>
            <a:r>
              <a:rPr lang="en-SG" sz="2800">
                <a:latin typeface="Segoe UI"/>
                <a:cs typeface="Segoe UI"/>
              </a:rPr>
              <a:t>And the joy He bestows,</a:t>
            </a:r>
            <a:endParaRPr lang="en-US" sz="2800">
              <a:latin typeface="Segoe UI"/>
              <a:cs typeface="Segoe UI"/>
            </a:endParaRPr>
          </a:p>
          <a:p>
            <a:pPr>
              <a:spcAft>
                <a:spcPts val="400"/>
              </a:spcAft>
            </a:pPr>
            <a:r>
              <a:rPr lang="en-SG" sz="2800">
                <a:latin typeface="Segoe UI"/>
                <a:cs typeface="Segoe UI"/>
              </a:rPr>
              <a:t>Are for them who will trust and obey.</a:t>
            </a:r>
            <a:endParaRPr lang="en-US" sz="2800">
              <a:latin typeface="Segoe UI"/>
              <a:cs typeface="Segoe UI"/>
            </a:endParaRPr>
          </a:p>
          <a:p>
            <a:pPr>
              <a:spcAft>
                <a:spcPts val="400"/>
              </a:spcAft>
            </a:pPr>
            <a:r>
              <a:rPr lang="en-SG" sz="2800" i="1">
                <a:solidFill>
                  <a:srgbClr val="C00000"/>
                </a:solidFill>
                <a:latin typeface="Segoe UI"/>
                <a:cs typeface="Segoe UI"/>
              </a:rPr>
              <a:t>Trust and obey, for there's no other way</a:t>
            </a:r>
            <a:endParaRPr lang="en-US" sz="2800">
              <a:solidFill>
                <a:srgbClr val="000000"/>
              </a:solidFill>
              <a:latin typeface="Segoe UI"/>
              <a:cs typeface="Segoe UI"/>
            </a:endParaRPr>
          </a:p>
          <a:p>
            <a:pPr>
              <a:spcAft>
                <a:spcPts val="400"/>
              </a:spcAft>
            </a:pPr>
            <a:r>
              <a:rPr lang="en-SG" sz="2800" i="1">
                <a:solidFill>
                  <a:srgbClr val="C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To be happy in Jesus but to trust and obey.</a:t>
            </a:r>
            <a:endParaRPr lang="en-US" sz="2800">
              <a:solidFill>
                <a:srgbClr val="0000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C73212C2-5AC1-5EB9-2AD6-9C63134777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695"/>
            <a:ext cx="9144000" cy="612000"/>
          </a:xfrm>
        </p:spPr>
        <p:txBody>
          <a:bodyPr/>
          <a:lstStyle/>
          <a:p>
            <a:r>
              <a:rPr lang="en-US">
                <a:solidFill>
                  <a:prstClr val="white"/>
                </a:solidFill>
                <a:latin typeface="Segoe UI"/>
                <a:cs typeface="Segoe UI"/>
              </a:rPr>
              <a:t>Holy Communion- Hymn No 642</a:t>
            </a:r>
          </a:p>
        </p:txBody>
      </p:sp>
    </p:spTree>
    <p:extLst>
      <p:ext uri="{BB962C8B-B14F-4D97-AF65-F5344CB8AC3E}">
        <p14:creationId xmlns:p14="http://schemas.microsoft.com/office/powerpoint/2010/main" val="2764843530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47A15F-0246-2122-9897-146BA26523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B0A7239-20E9-BD88-171F-9D7768E089EC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43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CCDEEAB-F4F1-DAB5-FC78-EB233EA8D43C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r"/>
            <a:r>
              <a:rPr lang="en-US" sz="1400"/>
              <a:t>Communion 5 : 5 of 5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ADD38BC-C70B-1D9F-B997-B7706A538CE7}"/>
              </a:ext>
            </a:extLst>
          </p:cNvPr>
          <p:cNvSpPr/>
          <p:nvPr/>
        </p:nvSpPr>
        <p:spPr>
          <a:xfrm>
            <a:off x="816956" y="623736"/>
            <a:ext cx="7507001" cy="3898503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pPr>
              <a:spcAft>
                <a:spcPts val="400"/>
              </a:spcAft>
            </a:pPr>
            <a:r>
              <a:rPr lang="en-SG" sz="2800">
                <a:latin typeface="Segoe UI"/>
                <a:cs typeface="Segoe UI"/>
              </a:rPr>
              <a:t>Then in fellowship sweet</a:t>
            </a:r>
            <a:endParaRPr lang="en-US" sz="2800">
              <a:latin typeface="Segoe UI"/>
              <a:cs typeface="Segoe UI"/>
            </a:endParaRPr>
          </a:p>
          <a:p>
            <a:pPr>
              <a:spcAft>
                <a:spcPts val="400"/>
              </a:spcAft>
            </a:pPr>
            <a:r>
              <a:rPr lang="en-SG" sz="2800">
                <a:latin typeface="Segoe UI"/>
                <a:cs typeface="Segoe UI"/>
              </a:rPr>
              <a:t>We will sit at His feet,</a:t>
            </a:r>
            <a:endParaRPr lang="en-US" sz="2800">
              <a:latin typeface="Segoe UI"/>
              <a:cs typeface="Segoe UI"/>
            </a:endParaRPr>
          </a:p>
          <a:p>
            <a:pPr>
              <a:spcAft>
                <a:spcPts val="400"/>
              </a:spcAft>
            </a:pPr>
            <a:r>
              <a:rPr lang="en-SG" sz="2800">
                <a:latin typeface="Segoe UI"/>
                <a:cs typeface="Segoe UI"/>
              </a:rPr>
              <a:t>Or we'll walk by His side in the way;</a:t>
            </a:r>
            <a:endParaRPr lang="en-US" sz="2800">
              <a:latin typeface="Segoe UI"/>
              <a:cs typeface="Segoe UI"/>
            </a:endParaRPr>
          </a:p>
          <a:p>
            <a:pPr>
              <a:spcAft>
                <a:spcPts val="400"/>
              </a:spcAft>
            </a:pPr>
            <a:r>
              <a:rPr lang="en-SG" sz="2800">
                <a:latin typeface="Segoe UI"/>
                <a:cs typeface="Segoe UI"/>
              </a:rPr>
              <a:t>What He says we will do,</a:t>
            </a:r>
            <a:endParaRPr lang="en-US" sz="2800">
              <a:latin typeface="Segoe UI"/>
              <a:cs typeface="Segoe UI"/>
            </a:endParaRPr>
          </a:p>
          <a:p>
            <a:pPr>
              <a:spcAft>
                <a:spcPts val="400"/>
              </a:spcAft>
            </a:pPr>
            <a:r>
              <a:rPr lang="en-SG" sz="2800">
                <a:latin typeface="Segoe UI"/>
                <a:cs typeface="Segoe UI"/>
              </a:rPr>
              <a:t>Where He sends we will go,</a:t>
            </a:r>
            <a:endParaRPr lang="en-US" sz="2800">
              <a:latin typeface="Segoe UI"/>
              <a:cs typeface="Segoe UI"/>
            </a:endParaRPr>
          </a:p>
          <a:p>
            <a:pPr>
              <a:spcAft>
                <a:spcPts val="400"/>
              </a:spcAft>
            </a:pPr>
            <a:r>
              <a:rPr lang="en-SG" sz="2800">
                <a:latin typeface="Segoe UI"/>
                <a:cs typeface="Segoe UI"/>
              </a:rPr>
              <a:t>Never fear, only trust and obey.</a:t>
            </a:r>
            <a:endParaRPr lang="en-US" sz="2800">
              <a:latin typeface="Segoe UI"/>
              <a:cs typeface="Segoe UI"/>
            </a:endParaRPr>
          </a:p>
          <a:p>
            <a:pPr>
              <a:spcAft>
                <a:spcPts val="400"/>
              </a:spcAft>
            </a:pPr>
            <a:r>
              <a:rPr lang="en-SG" sz="2800" i="1">
                <a:solidFill>
                  <a:srgbClr val="C00000"/>
                </a:solidFill>
                <a:latin typeface="Segoe UI"/>
                <a:cs typeface="Segoe UI"/>
              </a:rPr>
              <a:t>Trust and obey, for there's no other way</a:t>
            </a:r>
            <a:endParaRPr lang="en-US" sz="2800">
              <a:solidFill>
                <a:srgbClr val="000000"/>
              </a:solidFill>
              <a:latin typeface="Segoe UI"/>
              <a:cs typeface="Segoe UI"/>
            </a:endParaRPr>
          </a:p>
          <a:p>
            <a:pPr>
              <a:spcAft>
                <a:spcPts val="400"/>
              </a:spcAft>
            </a:pPr>
            <a:r>
              <a:rPr lang="en-SG" sz="2800" i="1">
                <a:solidFill>
                  <a:srgbClr val="C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To be happy in Jesus but to trust and obey.</a:t>
            </a:r>
            <a:endParaRPr lang="en-US" sz="2800">
              <a:solidFill>
                <a:srgbClr val="0000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F3C9839B-04EA-F78A-1944-13463BA156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695"/>
            <a:ext cx="9144000" cy="612000"/>
          </a:xfrm>
        </p:spPr>
        <p:txBody>
          <a:bodyPr/>
          <a:lstStyle/>
          <a:p>
            <a:r>
              <a:rPr lang="en-US">
                <a:solidFill>
                  <a:prstClr val="white"/>
                </a:solidFill>
                <a:latin typeface="Segoe UI"/>
                <a:cs typeface="Segoe UI"/>
              </a:rPr>
              <a:t>Holy Communion- Hymn No 642</a:t>
            </a:r>
          </a:p>
        </p:txBody>
      </p:sp>
    </p:spTree>
    <p:extLst>
      <p:ext uri="{BB962C8B-B14F-4D97-AF65-F5344CB8AC3E}">
        <p14:creationId xmlns:p14="http://schemas.microsoft.com/office/powerpoint/2010/main" val="924509609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C0576A-D2A0-70A5-3A2D-231C067A83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A970A0C-E1B2-3785-248C-20737839017A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44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5" name="Picture 4" descr="A picture containing wall, indoor, table, decorated&#10;&#10;Description automatically generated">
            <a:extLst>
              <a:ext uri="{FF2B5EF4-FFF2-40B4-BE49-F238E27FC236}">
                <a16:creationId xmlns:a16="http://schemas.microsoft.com/office/drawing/2014/main" id="{E30B16E4-B295-3651-0DA7-60F0F214ECEB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0000" y="705623"/>
            <a:ext cx="6084000" cy="405726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0F17F290-1656-7542-9578-98FD23DC62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4187" y="-6187"/>
            <a:ext cx="9144000" cy="612000"/>
          </a:xfrm>
        </p:spPr>
        <p:txBody>
          <a:bodyPr/>
          <a:lstStyle/>
          <a:p>
            <a:r>
              <a:rPr lang="en-US" sz="2800">
                <a:latin typeface="Segoe UI"/>
                <a:cs typeface="Segoe UI"/>
              </a:rPr>
              <a:t>Holy Communion – Hymn No 540</a:t>
            </a:r>
          </a:p>
        </p:txBody>
      </p:sp>
    </p:spTree>
    <p:extLst>
      <p:ext uri="{BB962C8B-B14F-4D97-AF65-F5344CB8AC3E}">
        <p14:creationId xmlns:p14="http://schemas.microsoft.com/office/powerpoint/2010/main" val="3482069950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2ABFB8-7DA9-C068-B917-F2F24235E2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05714B-AA11-4B05-CCB3-5C4B745815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prstClr val="white"/>
                </a:solidFill>
                <a:cs typeface="Segoe UI"/>
              </a:rPr>
              <a:t>Holy Communion – Hymn No 540</a:t>
            </a:r>
            <a:endParaRPr lang="en-US">
              <a:solidFill>
                <a:prstClr val="white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29A5C34-F424-C660-DA1F-E52C8D69E1A4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45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8D12105-4609-3D02-0584-9524569291D5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r"/>
            <a:r>
              <a:rPr lang="en-US" sz="1400"/>
              <a:t>Communion 6 : 1 of 4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3320070-4C2D-4369-CDCF-0BF8D63BA87B}"/>
              </a:ext>
            </a:extLst>
          </p:cNvPr>
          <p:cNvSpPr/>
          <p:nvPr/>
        </p:nvSpPr>
        <p:spPr>
          <a:xfrm>
            <a:off x="197272" y="694361"/>
            <a:ext cx="8749455" cy="4021614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pPr>
              <a:spcAft>
                <a:spcPts val="400"/>
              </a:spcAft>
            </a:pPr>
            <a:r>
              <a:rPr lang="en-SG" sz="2800">
                <a:latin typeface="Segoe UI"/>
                <a:ea typeface="Verdana"/>
                <a:cs typeface="Segoe UI"/>
              </a:rPr>
              <a:t>A wonderful Savior is Jesus my Lord,</a:t>
            </a:r>
            <a:br>
              <a:rPr lang="en-SG" sz="2800">
                <a:latin typeface="Segoe UI"/>
                <a:ea typeface="Verdana"/>
              </a:rPr>
            </a:br>
            <a:r>
              <a:rPr lang="en-SG" sz="2800">
                <a:latin typeface="Segoe UI"/>
                <a:ea typeface="Verdana"/>
                <a:cs typeface="Segoe UI"/>
              </a:rPr>
              <a:t>A wonderful Savior to me;</a:t>
            </a:r>
            <a:br>
              <a:rPr lang="en-SG" sz="2800">
                <a:latin typeface="Segoe UI"/>
                <a:ea typeface="Verdana"/>
                <a:cs typeface="Segoe UI"/>
              </a:rPr>
            </a:br>
            <a:r>
              <a:rPr lang="en-SG" sz="2800">
                <a:latin typeface="Segoe UI"/>
                <a:ea typeface="Verdana"/>
                <a:cs typeface="Segoe UI"/>
              </a:rPr>
              <a:t>He </a:t>
            </a:r>
            <a:r>
              <a:rPr lang="en-SG" sz="2800" err="1">
                <a:latin typeface="Segoe UI"/>
                <a:ea typeface="Verdana"/>
                <a:cs typeface="Segoe UI"/>
              </a:rPr>
              <a:t>hideth</a:t>
            </a:r>
            <a:r>
              <a:rPr lang="en-SG" sz="2800">
                <a:latin typeface="Segoe UI"/>
                <a:ea typeface="Verdana"/>
                <a:cs typeface="Segoe UI"/>
              </a:rPr>
              <a:t> my soul in the cleft of the rock,</a:t>
            </a:r>
            <a:br>
              <a:rPr lang="en-SG" sz="2800">
                <a:latin typeface="Segoe UI"/>
                <a:ea typeface="Verdana"/>
              </a:rPr>
            </a:br>
            <a:r>
              <a:rPr lang="en-SG" sz="2800">
                <a:latin typeface="Segoe UI"/>
                <a:ea typeface="Verdana"/>
                <a:cs typeface="Segoe UI"/>
              </a:rPr>
              <a:t>Where rivers of pleasure I see.</a:t>
            </a:r>
            <a:endParaRPr lang="en-US" sz="2800">
              <a:latin typeface="Segoe UI"/>
              <a:ea typeface="Verdana"/>
              <a:cs typeface="Segoe UI"/>
            </a:endParaRPr>
          </a:p>
          <a:p>
            <a:pPr>
              <a:spcAft>
                <a:spcPts val="400"/>
              </a:spcAft>
            </a:pPr>
            <a:r>
              <a:rPr lang="en-SG" sz="2800" i="1">
                <a:solidFill>
                  <a:srgbClr val="C00000"/>
                </a:solidFill>
                <a:latin typeface="Segoe UI"/>
                <a:ea typeface="Verdana"/>
                <a:cs typeface="Segoe UI"/>
              </a:rPr>
              <a:t>He </a:t>
            </a:r>
            <a:r>
              <a:rPr lang="en-SG" sz="2800" i="1" err="1">
                <a:solidFill>
                  <a:srgbClr val="C00000"/>
                </a:solidFill>
                <a:latin typeface="Segoe UI"/>
                <a:ea typeface="Verdana"/>
                <a:cs typeface="Segoe UI"/>
              </a:rPr>
              <a:t>hideth</a:t>
            </a:r>
            <a:r>
              <a:rPr lang="en-SG" sz="2800" i="1">
                <a:solidFill>
                  <a:srgbClr val="C00000"/>
                </a:solidFill>
                <a:latin typeface="Segoe UI"/>
                <a:ea typeface="Verdana"/>
                <a:cs typeface="Segoe UI"/>
              </a:rPr>
              <a:t> my soul in the cleft of the rock</a:t>
            </a:r>
            <a:br>
              <a:rPr lang="en-SG" sz="2800" i="1">
                <a:latin typeface="Segoe UI"/>
                <a:ea typeface="Verdana"/>
                <a:cs typeface="Segoe UI"/>
              </a:rPr>
            </a:br>
            <a:r>
              <a:rPr lang="en-SG" sz="2800" i="1">
                <a:solidFill>
                  <a:srgbClr val="C00000"/>
                </a:solidFill>
                <a:latin typeface="Segoe UI"/>
                <a:ea typeface="Verdana"/>
                <a:cs typeface="Segoe UI"/>
              </a:rPr>
              <a:t>That shadows a dry, thirsty land;</a:t>
            </a:r>
            <a:br>
              <a:rPr lang="en-SG" sz="2800" i="1">
                <a:latin typeface="Segoe UI"/>
                <a:ea typeface="Verdana"/>
                <a:cs typeface="Segoe UI"/>
              </a:rPr>
            </a:br>
            <a:r>
              <a:rPr lang="en-SG" sz="2800" i="1">
                <a:solidFill>
                  <a:srgbClr val="C00000"/>
                </a:solidFill>
                <a:latin typeface="Segoe UI"/>
                <a:ea typeface="Verdana"/>
                <a:cs typeface="Segoe UI"/>
              </a:rPr>
              <a:t>He </a:t>
            </a:r>
            <a:r>
              <a:rPr lang="en-SG" sz="2800" i="1" err="1">
                <a:solidFill>
                  <a:srgbClr val="C00000"/>
                </a:solidFill>
                <a:latin typeface="Segoe UI"/>
                <a:ea typeface="Verdana"/>
                <a:cs typeface="Segoe UI"/>
              </a:rPr>
              <a:t>hideth</a:t>
            </a:r>
            <a:r>
              <a:rPr lang="en-SG" sz="2800" i="1">
                <a:solidFill>
                  <a:srgbClr val="C00000"/>
                </a:solidFill>
                <a:latin typeface="Segoe UI"/>
                <a:ea typeface="Verdana"/>
                <a:cs typeface="Segoe UI"/>
              </a:rPr>
              <a:t> my life in the depths of his love</a:t>
            </a:r>
            <a:br>
              <a:rPr lang="en-SG" sz="2800" i="1">
                <a:latin typeface="Segoe UI"/>
                <a:ea typeface="Verdana"/>
                <a:cs typeface="Segoe UI"/>
              </a:rPr>
            </a:br>
            <a:r>
              <a:rPr lang="en-SG" sz="2800" i="1">
                <a:solidFill>
                  <a:srgbClr val="C00000"/>
                </a:solidFill>
                <a:latin typeface="Segoe UI"/>
                <a:ea typeface="Verdana"/>
                <a:cs typeface="Segoe UI"/>
              </a:rPr>
              <a:t>And covers me there with his hand,</a:t>
            </a:r>
            <a:br>
              <a:rPr lang="en-SG" sz="2800" i="1">
                <a:latin typeface="Segoe UI"/>
                <a:ea typeface="Verdana"/>
                <a:cs typeface="Segoe UI"/>
              </a:rPr>
            </a:br>
            <a:r>
              <a:rPr lang="en-SG" sz="2800" i="1">
                <a:solidFill>
                  <a:srgbClr val="C00000"/>
                </a:solidFill>
                <a:latin typeface="Segoe UI"/>
                <a:ea typeface="Verdana"/>
                <a:cs typeface="Segoe UI"/>
              </a:rPr>
              <a:t>And covers me there with his hand.</a:t>
            </a:r>
          </a:p>
        </p:txBody>
      </p:sp>
    </p:spTree>
    <p:extLst>
      <p:ext uri="{BB962C8B-B14F-4D97-AF65-F5344CB8AC3E}">
        <p14:creationId xmlns:p14="http://schemas.microsoft.com/office/powerpoint/2010/main" val="2374215211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60680C-3231-B34F-B5FD-7335CD7684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176709-2B44-1178-47E1-0106933045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prstClr val="white"/>
                </a:solidFill>
                <a:cs typeface="Segoe UI"/>
              </a:rPr>
              <a:t>Holy Communion – Hymn No 540</a:t>
            </a:r>
            <a:endParaRPr lang="en-US">
              <a:solidFill>
                <a:prstClr val="white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33D1FF3-E672-9AA5-85FA-45767BE8FA88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46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40FB6BA-3FF0-8DF3-2266-E7C544CEB3BA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r"/>
            <a:r>
              <a:rPr lang="en-US" sz="1400"/>
              <a:t>Communion 6 : 2 of 4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B2B34EF-12AB-0A36-E099-97350A90A42F}"/>
              </a:ext>
            </a:extLst>
          </p:cNvPr>
          <p:cNvSpPr/>
          <p:nvPr/>
        </p:nvSpPr>
        <p:spPr>
          <a:xfrm>
            <a:off x="197272" y="694361"/>
            <a:ext cx="8749455" cy="4021614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pPr>
              <a:spcAft>
                <a:spcPts val="400"/>
              </a:spcAft>
            </a:pPr>
            <a:r>
              <a:rPr lang="en-SG" sz="2800">
                <a:latin typeface="Segoe UI"/>
                <a:ea typeface="Verdana"/>
                <a:cs typeface="Segoe UI"/>
              </a:rPr>
              <a:t>A wonderful Savior is Jesus my Lord,</a:t>
            </a:r>
            <a:br>
              <a:rPr lang="en-SG" sz="900">
                <a:solidFill>
                  <a:srgbClr val="0A3F64"/>
                </a:solidFill>
                <a:latin typeface="Verdana"/>
                <a:ea typeface="Verdana"/>
                <a:cs typeface="Segoe UI"/>
              </a:rPr>
            </a:br>
            <a:r>
              <a:rPr lang="en-SG" sz="2800">
                <a:latin typeface="Segoe UI"/>
                <a:ea typeface="Verdana"/>
                <a:cs typeface="Segoe UI"/>
              </a:rPr>
              <a:t>He taketh my burden away,</a:t>
            </a:r>
            <a:br>
              <a:rPr lang="en-SG" sz="2800">
                <a:latin typeface="Segoe UI"/>
                <a:ea typeface="Verdana"/>
              </a:rPr>
            </a:br>
            <a:r>
              <a:rPr lang="en-SG" sz="2800">
                <a:latin typeface="Segoe UI"/>
                <a:ea typeface="Verdana"/>
                <a:cs typeface="Segoe UI"/>
              </a:rPr>
              <a:t>He </a:t>
            </a:r>
            <a:r>
              <a:rPr lang="en-SG" sz="2800" err="1">
                <a:latin typeface="Segoe UI"/>
                <a:ea typeface="Verdana"/>
                <a:cs typeface="Segoe UI"/>
              </a:rPr>
              <a:t>holdeth</a:t>
            </a:r>
            <a:r>
              <a:rPr lang="en-SG" sz="2800">
                <a:latin typeface="Segoe UI"/>
                <a:ea typeface="Verdana"/>
                <a:cs typeface="Segoe UI"/>
              </a:rPr>
              <a:t> me up, and I shall not be moved;</a:t>
            </a:r>
            <a:br>
              <a:rPr lang="en-SG" sz="2800">
                <a:latin typeface="Segoe UI"/>
                <a:ea typeface="Verdana"/>
                <a:cs typeface="Segoe UI"/>
              </a:rPr>
            </a:br>
            <a:r>
              <a:rPr lang="en-SG" sz="2800">
                <a:latin typeface="Segoe UI"/>
                <a:ea typeface="Verdana"/>
                <a:cs typeface="Segoe UI"/>
              </a:rPr>
              <a:t>He giveth me strength as my day.</a:t>
            </a:r>
            <a:endParaRPr lang="en-US" sz="2800">
              <a:latin typeface="Segoe UI"/>
              <a:ea typeface="Verdana"/>
              <a:cs typeface="Segoe UI"/>
            </a:endParaRPr>
          </a:p>
          <a:p>
            <a:r>
              <a:rPr lang="en-SG" sz="2800" i="1">
                <a:solidFill>
                  <a:srgbClr val="C00000"/>
                </a:solidFill>
                <a:latin typeface="Segoe UI"/>
                <a:ea typeface="Verdana"/>
                <a:cs typeface="Segoe UI"/>
              </a:rPr>
              <a:t>He </a:t>
            </a:r>
            <a:r>
              <a:rPr lang="en-SG" sz="2800" i="1" err="1">
                <a:solidFill>
                  <a:srgbClr val="C00000"/>
                </a:solidFill>
                <a:latin typeface="Segoe UI"/>
                <a:ea typeface="Verdana"/>
                <a:cs typeface="Segoe UI"/>
              </a:rPr>
              <a:t>hideth</a:t>
            </a:r>
            <a:r>
              <a:rPr lang="en-SG" sz="2800" i="1">
                <a:solidFill>
                  <a:srgbClr val="C00000"/>
                </a:solidFill>
                <a:latin typeface="Segoe UI"/>
                <a:ea typeface="Verdana"/>
                <a:cs typeface="Segoe UI"/>
              </a:rPr>
              <a:t> my soul in the cleft of the rock</a:t>
            </a:r>
            <a:br>
              <a:rPr lang="en-SG" sz="2800" i="1">
                <a:solidFill>
                  <a:srgbClr val="C00000"/>
                </a:solidFill>
                <a:latin typeface="Segoe UI"/>
                <a:ea typeface="Verdana"/>
                <a:cs typeface="Segoe UI"/>
              </a:rPr>
            </a:br>
            <a:r>
              <a:rPr lang="en-SG" sz="2800" i="1">
                <a:solidFill>
                  <a:srgbClr val="C00000"/>
                </a:solidFill>
                <a:latin typeface="Segoe UI"/>
                <a:ea typeface="Verdana"/>
                <a:cs typeface="Segoe UI"/>
              </a:rPr>
              <a:t>That shadows a dry, thirsty land;</a:t>
            </a:r>
            <a:br>
              <a:rPr lang="en-SG" sz="2800" i="1">
                <a:solidFill>
                  <a:srgbClr val="C00000"/>
                </a:solidFill>
                <a:latin typeface="Segoe UI"/>
                <a:ea typeface="Verdana"/>
                <a:cs typeface="Segoe UI"/>
              </a:rPr>
            </a:br>
            <a:r>
              <a:rPr lang="en-SG" sz="2800" i="1">
                <a:solidFill>
                  <a:srgbClr val="C00000"/>
                </a:solidFill>
                <a:latin typeface="Segoe UI"/>
                <a:ea typeface="Verdana"/>
                <a:cs typeface="Segoe UI"/>
              </a:rPr>
              <a:t>He </a:t>
            </a:r>
            <a:r>
              <a:rPr lang="en-SG" sz="2800" i="1" err="1">
                <a:solidFill>
                  <a:srgbClr val="C00000"/>
                </a:solidFill>
                <a:latin typeface="Segoe UI"/>
                <a:ea typeface="Verdana"/>
                <a:cs typeface="Segoe UI"/>
              </a:rPr>
              <a:t>hideth</a:t>
            </a:r>
            <a:r>
              <a:rPr lang="en-SG" sz="2800" i="1">
                <a:solidFill>
                  <a:srgbClr val="C00000"/>
                </a:solidFill>
                <a:latin typeface="Segoe UI"/>
                <a:ea typeface="Verdana"/>
                <a:cs typeface="Segoe UI"/>
              </a:rPr>
              <a:t> my life in the depths of his love</a:t>
            </a:r>
            <a:br>
              <a:rPr lang="en-SG" sz="2800" i="1">
                <a:solidFill>
                  <a:srgbClr val="C00000"/>
                </a:solidFill>
                <a:latin typeface="Segoe UI"/>
                <a:ea typeface="Verdana"/>
                <a:cs typeface="Segoe UI"/>
              </a:rPr>
            </a:br>
            <a:r>
              <a:rPr lang="en-SG" sz="2800" i="1">
                <a:solidFill>
                  <a:srgbClr val="C00000"/>
                </a:solidFill>
                <a:latin typeface="Segoe UI"/>
                <a:ea typeface="Verdana"/>
                <a:cs typeface="Segoe UI"/>
              </a:rPr>
              <a:t>And covers me there with his hand,</a:t>
            </a:r>
            <a:br>
              <a:rPr lang="en-SG" sz="2800" i="1">
                <a:solidFill>
                  <a:srgbClr val="C00000"/>
                </a:solidFill>
                <a:latin typeface="Segoe UI"/>
                <a:ea typeface="Verdana"/>
                <a:cs typeface="Segoe UI"/>
              </a:rPr>
            </a:br>
            <a:r>
              <a:rPr lang="en-SG" sz="2800" i="1">
                <a:solidFill>
                  <a:srgbClr val="C00000"/>
                </a:solidFill>
                <a:latin typeface="Segoe UI"/>
                <a:ea typeface="Verdana"/>
                <a:cs typeface="Segoe UI"/>
              </a:rPr>
              <a:t>And covers me there with his hand.</a:t>
            </a:r>
            <a:endParaRPr lang="en-SG" sz="2800">
              <a:solidFill>
                <a:srgbClr val="000000"/>
              </a:solidFill>
              <a:latin typeface="Segoe UI"/>
              <a:ea typeface="Verdana"/>
              <a:cs typeface="Segoe UI"/>
            </a:endParaRPr>
          </a:p>
        </p:txBody>
      </p:sp>
    </p:spTree>
    <p:extLst>
      <p:ext uri="{BB962C8B-B14F-4D97-AF65-F5344CB8AC3E}">
        <p14:creationId xmlns:p14="http://schemas.microsoft.com/office/powerpoint/2010/main" val="1239366888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B3D39D-8B9E-4F49-C8D3-36BCD95C0D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3537F9-A0B8-2B43-5B60-760871ED13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prstClr val="white"/>
                </a:solidFill>
                <a:cs typeface="Segoe UI"/>
              </a:rPr>
              <a:t>Holy Communion – Hymn No 540</a:t>
            </a:r>
            <a:endParaRPr lang="en-US">
              <a:solidFill>
                <a:prstClr val="white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A7EEDD1-47F0-2DDD-1394-524713773945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47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E54265A-0728-DCB7-CE2F-EB161F0ACC9B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r"/>
            <a:r>
              <a:rPr lang="en-US" sz="1400"/>
              <a:t>Communion 6 : 3 of 4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E4A21D7-7403-3944-386C-7AB2825E4EAA}"/>
              </a:ext>
            </a:extLst>
          </p:cNvPr>
          <p:cNvSpPr/>
          <p:nvPr/>
        </p:nvSpPr>
        <p:spPr>
          <a:xfrm>
            <a:off x="197272" y="694361"/>
            <a:ext cx="8749455" cy="4021614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pPr>
              <a:spcAft>
                <a:spcPts val="400"/>
              </a:spcAft>
            </a:pPr>
            <a:r>
              <a:rPr lang="en-SG" sz="2800">
                <a:latin typeface="Segoe UI"/>
                <a:ea typeface="Verdana"/>
                <a:cs typeface="Segoe UI"/>
              </a:rPr>
              <a:t>With numberless blessings each moment He crowns</a:t>
            </a:r>
            <a:br>
              <a:rPr lang="en-SG" sz="2800">
                <a:latin typeface="Segoe UI"/>
                <a:ea typeface="Verdana"/>
                <a:cs typeface="Segoe UI"/>
              </a:rPr>
            </a:br>
            <a:r>
              <a:rPr lang="en-SG" sz="2800">
                <a:latin typeface="Segoe UI"/>
                <a:ea typeface="Verdana"/>
                <a:cs typeface="Segoe UI"/>
              </a:rPr>
              <a:t>And filled with His fullness divine;</a:t>
            </a:r>
            <a:br>
              <a:rPr lang="en-SG" sz="2800">
                <a:latin typeface="Segoe UI"/>
                <a:ea typeface="Verdana"/>
                <a:cs typeface="Segoe UI"/>
              </a:rPr>
            </a:br>
            <a:r>
              <a:rPr lang="en-SG" sz="2800">
                <a:latin typeface="Segoe UI"/>
                <a:ea typeface="Verdana"/>
                <a:cs typeface="Segoe UI"/>
              </a:rPr>
              <a:t>I sing in my rapture, oh, glory to God</a:t>
            </a:r>
            <a:br>
              <a:rPr lang="en-SG" sz="2800">
                <a:latin typeface="Segoe UI"/>
                <a:ea typeface="Verdana"/>
                <a:cs typeface="Segoe UI"/>
              </a:rPr>
            </a:br>
            <a:r>
              <a:rPr lang="en-SG" sz="2800">
                <a:latin typeface="Segoe UI"/>
                <a:ea typeface="Verdana"/>
                <a:cs typeface="Segoe UI"/>
              </a:rPr>
              <a:t>For such a Redeemer as mine.</a:t>
            </a:r>
            <a:endParaRPr lang="en-US" sz="2800">
              <a:latin typeface="Segoe UI"/>
              <a:cs typeface="Segoe UI"/>
            </a:endParaRPr>
          </a:p>
          <a:p>
            <a:r>
              <a:rPr lang="en-SG" sz="2800" i="1">
                <a:solidFill>
                  <a:srgbClr val="C00000"/>
                </a:solidFill>
                <a:latin typeface="Segoe UI"/>
                <a:ea typeface="Verdana"/>
                <a:cs typeface="Segoe UI"/>
              </a:rPr>
              <a:t>He </a:t>
            </a:r>
            <a:r>
              <a:rPr lang="en-SG" sz="2800" i="1" err="1">
                <a:solidFill>
                  <a:srgbClr val="C00000"/>
                </a:solidFill>
                <a:latin typeface="Segoe UI"/>
                <a:ea typeface="Verdana"/>
                <a:cs typeface="Segoe UI"/>
              </a:rPr>
              <a:t>hideth</a:t>
            </a:r>
            <a:r>
              <a:rPr lang="en-SG" sz="2800" i="1">
                <a:solidFill>
                  <a:srgbClr val="C00000"/>
                </a:solidFill>
                <a:latin typeface="Segoe UI"/>
                <a:ea typeface="Verdana"/>
                <a:cs typeface="Segoe UI"/>
              </a:rPr>
              <a:t> my soul in the cleft of the rock</a:t>
            </a:r>
            <a:br>
              <a:rPr lang="en-SG" sz="2800" i="1">
                <a:solidFill>
                  <a:srgbClr val="C00000"/>
                </a:solidFill>
                <a:latin typeface="Segoe UI"/>
                <a:ea typeface="Verdana"/>
                <a:cs typeface="Segoe UI"/>
              </a:rPr>
            </a:br>
            <a:r>
              <a:rPr lang="en-SG" sz="2800" i="1">
                <a:solidFill>
                  <a:srgbClr val="C00000"/>
                </a:solidFill>
                <a:latin typeface="Segoe UI"/>
                <a:ea typeface="Verdana"/>
                <a:cs typeface="Segoe UI"/>
              </a:rPr>
              <a:t>That shadows a dry, thirsty land;</a:t>
            </a:r>
            <a:br>
              <a:rPr lang="en-SG" sz="2800" i="1">
                <a:solidFill>
                  <a:srgbClr val="C00000"/>
                </a:solidFill>
                <a:latin typeface="Segoe UI"/>
                <a:ea typeface="Verdana"/>
                <a:cs typeface="Segoe UI"/>
              </a:rPr>
            </a:br>
            <a:r>
              <a:rPr lang="en-SG" sz="2800" i="1">
                <a:solidFill>
                  <a:srgbClr val="C00000"/>
                </a:solidFill>
                <a:latin typeface="Segoe UI"/>
                <a:ea typeface="Verdana"/>
                <a:cs typeface="Segoe UI"/>
              </a:rPr>
              <a:t>He </a:t>
            </a:r>
            <a:r>
              <a:rPr lang="en-SG" sz="2800" i="1" err="1">
                <a:solidFill>
                  <a:srgbClr val="C00000"/>
                </a:solidFill>
                <a:latin typeface="Segoe UI"/>
                <a:ea typeface="Verdana"/>
                <a:cs typeface="Segoe UI"/>
              </a:rPr>
              <a:t>hideth</a:t>
            </a:r>
            <a:r>
              <a:rPr lang="en-SG" sz="2800" i="1">
                <a:solidFill>
                  <a:srgbClr val="C00000"/>
                </a:solidFill>
                <a:latin typeface="Segoe UI"/>
                <a:ea typeface="Verdana"/>
                <a:cs typeface="Segoe UI"/>
              </a:rPr>
              <a:t> my life in the depths of his love</a:t>
            </a:r>
            <a:br>
              <a:rPr lang="en-SG" sz="2800" i="1">
                <a:solidFill>
                  <a:srgbClr val="C00000"/>
                </a:solidFill>
                <a:latin typeface="Segoe UI"/>
                <a:ea typeface="Verdana"/>
                <a:cs typeface="Segoe UI"/>
              </a:rPr>
            </a:br>
            <a:r>
              <a:rPr lang="en-SG" sz="2800" i="1">
                <a:solidFill>
                  <a:srgbClr val="C00000"/>
                </a:solidFill>
                <a:latin typeface="Segoe UI"/>
                <a:ea typeface="Verdana"/>
                <a:cs typeface="Segoe UI"/>
              </a:rPr>
              <a:t>And covers me there with his hand,</a:t>
            </a:r>
            <a:br>
              <a:rPr lang="en-SG" sz="2800" i="1">
                <a:solidFill>
                  <a:srgbClr val="C00000"/>
                </a:solidFill>
                <a:latin typeface="Segoe UI"/>
                <a:ea typeface="Verdana"/>
                <a:cs typeface="Segoe UI"/>
              </a:rPr>
            </a:br>
            <a:r>
              <a:rPr lang="en-SG" sz="2800" i="1">
                <a:solidFill>
                  <a:srgbClr val="C00000"/>
                </a:solidFill>
                <a:latin typeface="Segoe UI"/>
                <a:ea typeface="Verdana"/>
                <a:cs typeface="Segoe UI"/>
              </a:rPr>
              <a:t>And covers me there with his hand.</a:t>
            </a:r>
            <a:endParaRPr lang="en-SG" sz="2800">
              <a:solidFill>
                <a:srgbClr val="000000"/>
              </a:solidFill>
              <a:latin typeface="Segoe UI"/>
              <a:ea typeface="Verdana"/>
              <a:cs typeface="Segoe UI"/>
            </a:endParaRPr>
          </a:p>
        </p:txBody>
      </p:sp>
    </p:spTree>
    <p:extLst>
      <p:ext uri="{BB962C8B-B14F-4D97-AF65-F5344CB8AC3E}">
        <p14:creationId xmlns:p14="http://schemas.microsoft.com/office/powerpoint/2010/main" val="2593219475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BECBE8-E921-8CAC-C7B8-C2A7C36DA7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BCDBE4-E3B2-A5B4-E97E-CCE0598033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prstClr val="white"/>
                </a:solidFill>
                <a:cs typeface="Segoe UI"/>
              </a:rPr>
              <a:t>Holy Communion – Hymn No 540</a:t>
            </a:r>
            <a:endParaRPr lang="en-US">
              <a:solidFill>
                <a:prstClr val="white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87AE8BA-1848-7E37-447C-56BAF03A3D53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48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6500DA6-F480-1515-6177-45333C741B63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r"/>
            <a:r>
              <a:rPr lang="en-US" sz="1400"/>
              <a:t>Communion 6 : 4 of 4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141E439-6EDB-45AD-1FE8-69020955A0F9}"/>
              </a:ext>
            </a:extLst>
          </p:cNvPr>
          <p:cNvSpPr/>
          <p:nvPr/>
        </p:nvSpPr>
        <p:spPr>
          <a:xfrm>
            <a:off x="197272" y="694361"/>
            <a:ext cx="8749455" cy="4021614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pPr>
              <a:spcAft>
                <a:spcPts val="400"/>
              </a:spcAft>
            </a:pPr>
            <a:r>
              <a:rPr lang="en-SG" sz="2800">
                <a:latin typeface="Segoe UI"/>
                <a:ea typeface="Verdana"/>
                <a:cs typeface="Segoe UI"/>
              </a:rPr>
              <a:t>When clothed in His brightness, transported I rise</a:t>
            </a:r>
            <a:br>
              <a:rPr lang="en-SG" sz="2800">
                <a:latin typeface="Segoe UI"/>
                <a:ea typeface="Verdana"/>
                <a:cs typeface="Segoe UI"/>
              </a:rPr>
            </a:br>
            <a:r>
              <a:rPr lang="en-SG" sz="2800">
                <a:latin typeface="Segoe UI"/>
                <a:ea typeface="Verdana"/>
                <a:cs typeface="Segoe UI"/>
              </a:rPr>
              <a:t>To meet Him in clouds of the sky,</a:t>
            </a:r>
            <a:br>
              <a:rPr lang="en-SG" sz="2800">
                <a:latin typeface="Segoe UI"/>
                <a:ea typeface="Verdana"/>
                <a:cs typeface="Segoe UI"/>
              </a:rPr>
            </a:br>
            <a:r>
              <a:rPr lang="en-SG" sz="2800">
                <a:latin typeface="Segoe UI"/>
                <a:ea typeface="Verdana"/>
                <a:cs typeface="Segoe UI"/>
              </a:rPr>
              <a:t>His perfect salvation, His wonderful love,</a:t>
            </a:r>
            <a:br>
              <a:rPr lang="en-SG" sz="2800">
                <a:latin typeface="Segoe UI"/>
                <a:ea typeface="Verdana"/>
                <a:cs typeface="Segoe UI"/>
              </a:rPr>
            </a:br>
            <a:r>
              <a:rPr lang="en-SG" sz="2800">
                <a:latin typeface="Segoe UI"/>
                <a:ea typeface="Verdana"/>
                <a:cs typeface="Segoe UI"/>
              </a:rPr>
              <a:t>I'll shout with the millions on high.</a:t>
            </a:r>
            <a:endParaRPr lang="en-US" sz="2800">
              <a:latin typeface="Segoe UI"/>
              <a:cs typeface="Segoe UI"/>
            </a:endParaRPr>
          </a:p>
          <a:p>
            <a:r>
              <a:rPr lang="en-SG" sz="2800" i="1">
                <a:solidFill>
                  <a:srgbClr val="C00000"/>
                </a:solidFill>
                <a:latin typeface="Segoe UI"/>
                <a:ea typeface="Verdana"/>
                <a:cs typeface="Segoe UI"/>
              </a:rPr>
              <a:t>He </a:t>
            </a:r>
            <a:r>
              <a:rPr lang="en-SG" sz="2800" i="1" err="1">
                <a:solidFill>
                  <a:srgbClr val="C00000"/>
                </a:solidFill>
                <a:latin typeface="Segoe UI"/>
                <a:ea typeface="Verdana"/>
                <a:cs typeface="Segoe UI"/>
              </a:rPr>
              <a:t>hideth</a:t>
            </a:r>
            <a:r>
              <a:rPr lang="en-SG" sz="2800" i="1">
                <a:solidFill>
                  <a:srgbClr val="C00000"/>
                </a:solidFill>
                <a:latin typeface="Segoe UI"/>
                <a:ea typeface="Verdana"/>
                <a:cs typeface="Segoe UI"/>
              </a:rPr>
              <a:t> my soul in the cleft of the rock</a:t>
            </a:r>
            <a:br>
              <a:rPr lang="en-SG" sz="2800" i="1">
                <a:solidFill>
                  <a:srgbClr val="C00000"/>
                </a:solidFill>
                <a:latin typeface="Segoe UI"/>
                <a:ea typeface="Verdana"/>
                <a:cs typeface="Segoe UI"/>
              </a:rPr>
            </a:br>
            <a:r>
              <a:rPr lang="en-SG" sz="2800" i="1">
                <a:solidFill>
                  <a:srgbClr val="C00000"/>
                </a:solidFill>
                <a:latin typeface="Segoe UI"/>
                <a:ea typeface="Verdana"/>
                <a:cs typeface="Segoe UI"/>
              </a:rPr>
              <a:t>That shadows a dry, thirsty land;</a:t>
            </a:r>
            <a:br>
              <a:rPr lang="en-SG" sz="2800" i="1">
                <a:solidFill>
                  <a:srgbClr val="C00000"/>
                </a:solidFill>
                <a:latin typeface="Segoe UI"/>
                <a:ea typeface="Verdana"/>
                <a:cs typeface="Segoe UI"/>
              </a:rPr>
            </a:br>
            <a:r>
              <a:rPr lang="en-SG" sz="2800" i="1">
                <a:solidFill>
                  <a:srgbClr val="C00000"/>
                </a:solidFill>
                <a:latin typeface="Segoe UI"/>
                <a:ea typeface="Verdana"/>
                <a:cs typeface="Segoe UI"/>
              </a:rPr>
              <a:t>He </a:t>
            </a:r>
            <a:r>
              <a:rPr lang="en-SG" sz="2800" i="1" err="1">
                <a:solidFill>
                  <a:srgbClr val="C00000"/>
                </a:solidFill>
                <a:latin typeface="Segoe UI"/>
                <a:ea typeface="Verdana"/>
                <a:cs typeface="Segoe UI"/>
              </a:rPr>
              <a:t>hideth</a:t>
            </a:r>
            <a:r>
              <a:rPr lang="en-SG" sz="2800" i="1">
                <a:solidFill>
                  <a:srgbClr val="C00000"/>
                </a:solidFill>
                <a:latin typeface="Segoe UI"/>
                <a:ea typeface="Verdana"/>
                <a:cs typeface="Segoe UI"/>
              </a:rPr>
              <a:t> my life in the depths of his love</a:t>
            </a:r>
            <a:br>
              <a:rPr lang="en-SG" sz="2800" i="1">
                <a:solidFill>
                  <a:srgbClr val="C00000"/>
                </a:solidFill>
                <a:latin typeface="Segoe UI"/>
                <a:ea typeface="Verdana"/>
                <a:cs typeface="Segoe UI"/>
              </a:rPr>
            </a:br>
            <a:r>
              <a:rPr lang="en-SG" sz="2800" i="1">
                <a:solidFill>
                  <a:srgbClr val="C00000"/>
                </a:solidFill>
                <a:latin typeface="Segoe UI"/>
                <a:ea typeface="Verdana"/>
                <a:cs typeface="Segoe UI"/>
              </a:rPr>
              <a:t>And covers me there with his hand,</a:t>
            </a:r>
            <a:br>
              <a:rPr lang="en-SG" sz="2800" i="1">
                <a:solidFill>
                  <a:srgbClr val="C00000"/>
                </a:solidFill>
                <a:latin typeface="Segoe UI"/>
                <a:ea typeface="Verdana"/>
                <a:cs typeface="Segoe UI"/>
              </a:rPr>
            </a:br>
            <a:r>
              <a:rPr lang="en-SG" sz="2800" i="1">
                <a:solidFill>
                  <a:srgbClr val="C00000"/>
                </a:solidFill>
                <a:latin typeface="Segoe UI"/>
                <a:ea typeface="Verdana"/>
                <a:cs typeface="Segoe UI"/>
              </a:rPr>
              <a:t>And covers me there with his hand.</a:t>
            </a:r>
            <a:endParaRPr lang="en-SG" sz="2800">
              <a:solidFill>
                <a:srgbClr val="000000"/>
              </a:solidFill>
              <a:latin typeface="Segoe UI"/>
              <a:ea typeface="Verdana"/>
              <a:cs typeface="Segoe UI"/>
            </a:endParaRPr>
          </a:p>
        </p:txBody>
      </p:sp>
    </p:spTree>
    <p:extLst>
      <p:ext uri="{BB962C8B-B14F-4D97-AF65-F5344CB8AC3E}">
        <p14:creationId xmlns:p14="http://schemas.microsoft.com/office/powerpoint/2010/main" val="482209960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76BB2930-A4C7-F30F-1B80-CC4D479494FA}"/>
              </a:ext>
            </a:extLst>
          </p:cNvPr>
          <p:cNvSpPr/>
          <p:nvPr/>
        </p:nvSpPr>
        <p:spPr>
          <a:xfrm>
            <a:off x="1945391" y="1840960"/>
            <a:ext cx="5262283" cy="871936"/>
          </a:xfrm>
          <a:prstGeom prst="roundRect">
            <a:avLst>
              <a:gd name="adj" fmla="val 8229"/>
            </a:avLst>
          </a:prstGeom>
          <a:solidFill>
            <a:srgbClr val="905562">
              <a:alpha val="7098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DCF3B4DD-D28E-D949-A750-E7C0BC73DB23}"/>
              </a:ext>
            </a:extLst>
          </p:cNvPr>
          <p:cNvSpPr txBox="1">
            <a:spLocks/>
          </p:cNvSpPr>
          <p:nvPr/>
        </p:nvSpPr>
        <p:spPr>
          <a:xfrm>
            <a:off x="1943255" y="1838698"/>
            <a:ext cx="4930917" cy="776676"/>
          </a:xfrm>
          <a:prstGeom prst="rect">
            <a:avLst/>
          </a:prstGeom>
          <a:noFill/>
          <a:ln w="28575">
            <a:noFill/>
          </a:ln>
        </p:spPr>
        <p:txBody>
          <a:bodyPr lIns="91440" tIns="45720" rIns="91440" bIns="45720" anchor="t">
            <a:noAutofit/>
          </a:bodyPr>
          <a:lstStyle>
            <a:defPPr>
              <a:defRPr lang="en-US"/>
            </a:defPPr>
            <a:lvl1pPr lvl="0" indent="0" algn="ctr" defTabSz="6858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tabLst>
                <a:tab pos="1254125" algn="l"/>
                <a:tab pos="1423988" algn="l"/>
              </a:tabLst>
              <a:defRPr sz="4800" b="1">
                <a:gradFill>
                  <a:gsLst>
                    <a:gs pos="3000">
                      <a:srgbClr val="001A52"/>
                    </a:gs>
                    <a:gs pos="37000">
                      <a:srgbClr val="9BBDC9"/>
                    </a:gs>
                    <a:gs pos="14000">
                      <a:srgbClr val="008FD3"/>
                    </a:gs>
                    <a:gs pos="55000">
                      <a:schemeClr val="bg1"/>
                    </a:gs>
                  </a:gsLst>
                  <a:lin ang="5400000" scaled="1"/>
                </a:gra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enorite" pitchFamily="2" charset="0"/>
              </a:defRPr>
            </a:lvl1pPr>
            <a:lvl2pPr marL="5143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</a:lvl2pPr>
            <a:lvl3pPr marL="8572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/>
            </a:lvl3pPr>
            <a:lvl4pPr marL="12001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4pPr>
            <a:lvl5pPr marL="15430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5pPr>
            <a:lvl6pPr marL="18859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6pPr>
            <a:lvl7pPr marL="22288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7pPr>
            <a:lvl8pPr marL="25717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8pPr>
            <a:lvl9pPr marL="29146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9pPr>
          </a:lstStyle>
          <a:p>
            <a:r>
              <a:rPr lang="en-GB">
                <a:solidFill>
                  <a:schemeClr val="bg1"/>
                </a:solidFill>
                <a:latin typeface="Tenorite"/>
              </a:rPr>
              <a:t>Closing Hymn</a:t>
            </a:r>
            <a:endParaRPr lang="en-GB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71323988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360045" indent="-360045">
              <a:lnSpc>
                <a:spcPct val="115000"/>
              </a:lnSpc>
              <a:spcBef>
                <a:spcPts val="0"/>
              </a:spcBef>
            </a:pPr>
            <a:r>
              <a:rPr lang="en-SG">
                <a:effectLst/>
                <a:latin typeface="Segoe UI"/>
                <a:ea typeface="Calibri"/>
                <a:cs typeface="Segoe UI"/>
              </a:rPr>
              <a:t>Closing Hymn - </a:t>
            </a:r>
            <a:r>
              <a:rPr lang="en-US">
                <a:latin typeface="Segoe UI"/>
                <a:ea typeface="Calibri"/>
                <a:cs typeface="Segoe UI"/>
              </a:rPr>
              <a:t>Hymn No </a:t>
            </a:r>
            <a:r>
              <a:rPr lang="en-SG">
                <a:latin typeface="Segoe UI"/>
                <a:ea typeface="Calibri"/>
                <a:cs typeface="Segoe UI"/>
              </a:rPr>
              <a:t>627 v1</a:t>
            </a:r>
            <a:endParaRPr lang="en-US">
              <a:effectLst/>
              <a:latin typeface="Segoe UI"/>
              <a:ea typeface="Calibri"/>
              <a:cs typeface="Segoe UI"/>
            </a:endParaRPr>
          </a:p>
        </p:txBody>
      </p:sp>
      <p:sp>
        <p:nvSpPr>
          <p:cNvPr id="4" name="Slide Number Placeholder 3"/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50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89B1927-DD5B-EE66-1640-FBE3EE92B17A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/>
              <a:t>Closing : 1 of 1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A0575D6-2132-A304-BD4D-E123FFDE7A28}"/>
              </a:ext>
            </a:extLst>
          </p:cNvPr>
          <p:cNvSpPr/>
          <p:nvPr/>
        </p:nvSpPr>
        <p:spPr>
          <a:xfrm>
            <a:off x="722671" y="1014516"/>
            <a:ext cx="7698657" cy="3108543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SG" sz="2800">
                <a:latin typeface="Segoe UI"/>
                <a:cs typeface="Segoe UI"/>
              </a:rPr>
              <a:t>Anywhere with Jesus I can safely go !</a:t>
            </a:r>
          </a:p>
          <a:p>
            <a:pPr algn="ctr"/>
            <a:r>
              <a:rPr lang="en-SG" sz="2800">
                <a:latin typeface="Segoe UI"/>
                <a:cs typeface="Segoe UI"/>
              </a:rPr>
              <a:t>Anywhere He leads me in this world below !</a:t>
            </a:r>
          </a:p>
          <a:p>
            <a:pPr algn="ctr"/>
            <a:r>
              <a:rPr lang="en-SG" sz="2800">
                <a:latin typeface="Segoe UI"/>
                <a:cs typeface="Segoe UI"/>
              </a:rPr>
              <a:t>Anywhere without Him, dearest joys would fade</a:t>
            </a:r>
          </a:p>
          <a:p>
            <a:pPr algn="ctr"/>
            <a:r>
              <a:rPr lang="en-SG" sz="2800">
                <a:latin typeface="Segoe UI"/>
                <a:cs typeface="Segoe UI"/>
              </a:rPr>
              <a:t>Anywhere with Jesus, I am not afraid !</a:t>
            </a:r>
          </a:p>
          <a:p>
            <a:pPr algn="ctr"/>
            <a:endParaRPr lang="en-SG" sz="2800" i="1">
              <a:solidFill>
                <a:srgbClr val="C00000"/>
              </a:solidFill>
              <a:latin typeface="Segoe UI"/>
              <a:cs typeface="Segoe UI"/>
            </a:endParaRPr>
          </a:p>
          <a:p>
            <a:pPr algn="ctr"/>
            <a:r>
              <a:rPr lang="en-SG" sz="2800" i="1">
                <a:solidFill>
                  <a:srgbClr val="C00000"/>
                </a:solidFill>
                <a:latin typeface="Segoe UI"/>
                <a:cs typeface="Segoe UI"/>
              </a:rPr>
              <a:t>Anywhere ! anywhere ! Fear I cannot know ; Anywhere with Jesus, I can safely go ! </a:t>
            </a:r>
          </a:p>
        </p:txBody>
      </p:sp>
    </p:spTree>
    <p:extLst>
      <p:ext uri="{BB962C8B-B14F-4D97-AF65-F5344CB8AC3E}">
        <p14:creationId xmlns:p14="http://schemas.microsoft.com/office/powerpoint/2010/main" val="344140600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1">
      <a:majorFont>
        <a:latin typeface="Segoe UI"/>
        <a:ea typeface=""/>
        <a:cs typeface=""/>
      </a:majorFont>
      <a:minorFont>
        <a:latin typeface="Segoe UI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4_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1">
      <a:majorFont>
        <a:latin typeface="Segoe UI"/>
        <a:ea typeface=""/>
        <a:cs typeface=""/>
      </a:majorFont>
      <a:minorFont>
        <a:latin typeface="Segoe UI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3_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1">
      <a:majorFont>
        <a:latin typeface="Segoe UI"/>
        <a:ea typeface=""/>
        <a:cs typeface=""/>
      </a:majorFont>
      <a:minorFont>
        <a:latin typeface="Segoe UI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5_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1">
      <a:majorFont>
        <a:latin typeface="Segoe UI"/>
        <a:ea typeface=""/>
        <a:cs typeface=""/>
      </a:majorFont>
      <a:minorFont>
        <a:latin typeface="Segoe UI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6_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1">
      <a:majorFont>
        <a:latin typeface="Segoe UI"/>
        <a:ea typeface=""/>
        <a:cs typeface=""/>
      </a:majorFont>
      <a:minorFont>
        <a:latin typeface="Segoe UI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8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Application>Microsoft Office PowerPoint</Application>
  <PresentationFormat>On-screen Show (16:9)</PresentationFormat>
  <Slides>50</Slides>
  <Notes>18</Notes>
  <HiddenSlides>0</HiddenSlides>
  <ScaleCrop>false</ScaleCrop>
  <HeadingPairs>
    <vt:vector size="4" baseType="variant">
      <vt:variant>
        <vt:lpstr>Theme</vt:lpstr>
      </vt:variant>
      <vt:variant>
        <vt:i4>6</vt:i4>
      </vt:variant>
      <vt:variant>
        <vt:lpstr>Slide Titles</vt:lpstr>
      </vt:variant>
      <vt:variant>
        <vt:i4>50</vt:i4>
      </vt:variant>
    </vt:vector>
  </HeadingPairs>
  <TitlesOfParts>
    <vt:vector size="56" baseType="lpstr">
      <vt:lpstr>Office Theme</vt:lpstr>
      <vt:lpstr>1_Office Theme</vt:lpstr>
      <vt:lpstr>4_Office Theme</vt:lpstr>
      <vt:lpstr>3_Office Theme</vt:lpstr>
      <vt:lpstr>5_Office Theme</vt:lpstr>
      <vt:lpstr>6_Office Theme</vt:lpstr>
      <vt:lpstr>PowerPoint Presentation</vt:lpstr>
      <vt:lpstr>PowerPoint Presentation</vt:lpstr>
      <vt:lpstr>Opening Hymn – Immortal, Invisible (5)</vt:lpstr>
      <vt:lpstr>Opening Hymn – Immortal, Invisible (5)</vt:lpstr>
      <vt:lpstr>Opening Hymn – Immortal, Invisible (5)</vt:lpstr>
      <vt:lpstr>Opening Hymn – Immortal, Invisible (5)</vt:lpstr>
      <vt:lpstr>PowerPoint Presentation</vt:lpstr>
      <vt:lpstr>Thanksgiving – Oh for a thousand tongues (45) </vt:lpstr>
      <vt:lpstr>PowerPoint Presentation</vt:lpstr>
      <vt:lpstr>Offertory – Open my eyes that I may see</vt:lpstr>
      <vt:lpstr>Offertory – Open my eyes that I may see</vt:lpstr>
      <vt:lpstr>Offertory – Open my eyes that I may see</vt:lpstr>
      <vt:lpstr>Offertory – Open my eyes that I may see</vt:lpstr>
      <vt:lpstr>Offertory – Open my eyes that I may see</vt:lpstr>
      <vt:lpstr>PowerPoint Presentation</vt:lpstr>
      <vt:lpstr>PowerPoint Presentation</vt:lpstr>
      <vt:lpstr>Confession – Breathe on me (43 v2)</vt:lpstr>
      <vt:lpstr>Holy Communion – Breathe on me (43)</vt:lpstr>
      <vt:lpstr>Holy Communion – Breathe on me (43)</vt:lpstr>
      <vt:lpstr>Holy Communion – Breathe on me (43)</vt:lpstr>
      <vt:lpstr>Holy Communion – Hymn No 718</vt:lpstr>
      <vt:lpstr>Holy Communion – Hymn No 718</vt:lpstr>
      <vt:lpstr>Holy Communion – Hymn No 718</vt:lpstr>
      <vt:lpstr>Holy Communion – Hymn No 718</vt:lpstr>
      <vt:lpstr>Holy Communion – Hymn No 718</vt:lpstr>
      <vt:lpstr>Holy Communion – Hymn No 718</vt:lpstr>
      <vt:lpstr>Holy Communion – Hymn No 59</vt:lpstr>
      <vt:lpstr>Holy Communion – Hymn No 59</vt:lpstr>
      <vt:lpstr>Holy Communion – Hymn No 59</vt:lpstr>
      <vt:lpstr>Holy Communion – Hymn No 59</vt:lpstr>
      <vt:lpstr>Holy Communion – Hymn No 59</vt:lpstr>
      <vt:lpstr>Holy Communion – Hymn No 59</vt:lpstr>
      <vt:lpstr>Holy Communion – Hymn No 625</vt:lpstr>
      <vt:lpstr>Holy Communion – Hymn No 625</vt:lpstr>
      <vt:lpstr>Holy Communion – Hymn No 625</vt:lpstr>
      <vt:lpstr>Holy Communion – Hymn No 625</vt:lpstr>
      <vt:lpstr>Holy Communion – Hymn No 625</vt:lpstr>
      <vt:lpstr>Holy Communion- Hymn No 642</vt:lpstr>
      <vt:lpstr>Holy Communion- Hymn No 642</vt:lpstr>
      <vt:lpstr>Holy Communion- Hymn No 642</vt:lpstr>
      <vt:lpstr>Holy Communion- Hymn No 642</vt:lpstr>
      <vt:lpstr>Holy Communion- Hymn No 642</vt:lpstr>
      <vt:lpstr>Holy Communion- Hymn No 642</vt:lpstr>
      <vt:lpstr>Holy Communion – Hymn No 540</vt:lpstr>
      <vt:lpstr>Holy Communion – Hymn No 540</vt:lpstr>
      <vt:lpstr>Holy Communion – Hymn No 540</vt:lpstr>
      <vt:lpstr>Holy Communion – Hymn No 540</vt:lpstr>
      <vt:lpstr>Holy Communion – Hymn No 540</vt:lpstr>
      <vt:lpstr>PowerPoint Presentation</vt:lpstr>
      <vt:lpstr>Closing Hymn - Hymn No 627 v1</vt:lpstr>
    </vt:vector>
  </TitlesOfParts>
  <Company>ITE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Santhosh JOSEPH (ITE)</dc:creator>
  <cp:revision>1</cp:revision>
  <dcterms:created xsi:type="dcterms:W3CDTF">2020-09-02T02:55:07Z</dcterms:created>
  <dcterms:modified xsi:type="dcterms:W3CDTF">2025-11-22T04:21:51Z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47ce832c-fd95-4339-84d0-00952058857c_Enabled">
    <vt:lpwstr>True</vt:lpwstr>
  </property>
  <property fmtid="{D5CDD505-2E9C-101B-9397-08002B2CF9AE}" pid="3" name="MSIP_Label_47ce832c-fd95-4339-84d0-00952058857c_SiteId">
    <vt:lpwstr>13b42c8c-cbcf-4e3d-9d20-f55b7b5ee3c1</vt:lpwstr>
  </property>
  <property fmtid="{D5CDD505-2E9C-101B-9397-08002B2CF9AE}" pid="4" name="MSIP_Label_47ce832c-fd95-4339-84d0-00952058857c_Owner">
    <vt:lpwstr>Santhosh_Joseph@ite.edu.sg</vt:lpwstr>
  </property>
  <property fmtid="{D5CDD505-2E9C-101B-9397-08002B2CF9AE}" pid="5" name="MSIP_Label_47ce832c-fd95-4339-84d0-00952058857c_SetDate">
    <vt:lpwstr>2020-09-02T02:55:31.4412613Z</vt:lpwstr>
  </property>
  <property fmtid="{D5CDD505-2E9C-101B-9397-08002B2CF9AE}" pid="6" name="MSIP_Label_47ce832c-fd95-4339-84d0-00952058857c_Name">
    <vt:lpwstr>Official (Closed)</vt:lpwstr>
  </property>
  <property fmtid="{D5CDD505-2E9C-101B-9397-08002B2CF9AE}" pid="7" name="MSIP_Label_47ce832c-fd95-4339-84d0-00952058857c_Application">
    <vt:lpwstr>Microsoft Azure Information Protection</vt:lpwstr>
  </property>
  <property fmtid="{D5CDD505-2E9C-101B-9397-08002B2CF9AE}" pid="8" name="MSIP_Label_47ce832c-fd95-4339-84d0-00952058857c_ActionId">
    <vt:lpwstr>8101d916-9275-49eb-bf62-55ac502d45bb</vt:lpwstr>
  </property>
  <property fmtid="{D5CDD505-2E9C-101B-9397-08002B2CF9AE}" pid="9" name="MSIP_Label_47ce832c-fd95-4339-84d0-00952058857c_Extended_MSFT_Method">
    <vt:lpwstr>Automatic</vt:lpwstr>
  </property>
  <property fmtid="{D5CDD505-2E9C-101B-9397-08002B2CF9AE}" pid="10" name="MSIP_Label_0dcf3bf5-ad0e-4c8c-aa2d-c5b4b510dcc6_Enabled">
    <vt:lpwstr>true</vt:lpwstr>
  </property>
  <property fmtid="{D5CDD505-2E9C-101B-9397-08002B2CF9AE}" pid="11" name="MSIP_Label_0dcf3bf5-ad0e-4c8c-aa2d-c5b4b510dcc6_SetDate">
    <vt:lpwstr>2022-03-09T08:58:32Z</vt:lpwstr>
  </property>
  <property fmtid="{D5CDD505-2E9C-101B-9397-08002B2CF9AE}" pid="12" name="MSIP_Label_0dcf3bf5-ad0e-4c8c-aa2d-c5b4b510dcc6_Method">
    <vt:lpwstr>Standard</vt:lpwstr>
  </property>
  <property fmtid="{D5CDD505-2E9C-101B-9397-08002B2CF9AE}" pid="13" name="MSIP_Label_0dcf3bf5-ad0e-4c8c-aa2d-c5b4b510dcc6_Name">
    <vt:lpwstr>0dcf3bf5-ad0e-4c8c-aa2d-c5b4b510dcc6</vt:lpwstr>
  </property>
  <property fmtid="{D5CDD505-2E9C-101B-9397-08002B2CF9AE}" pid="14" name="MSIP_Label_0dcf3bf5-ad0e-4c8c-aa2d-c5b4b510dcc6_SiteId">
    <vt:lpwstr>13b42c8c-cbcf-4e3d-9d20-f55b7b5ee3c1</vt:lpwstr>
  </property>
  <property fmtid="{D5CDD505-2E9C-101B-9397-08002B2CF9AE}" pid="15" name="MSIP_Label_0dcf3bf5-ad0e-4c8c-aa2d-c5b4b510dcc6_ActionId">
    <vt:lpwstr>8101d916-9275-49eb-bf62-55ac502d45bb</vt:lpwstr>
  </property>
  <property fmtid="{D5CDD505-2E9C-101B-9397-08002B2CF9AE}" pid="16" name="MSIP_Label_0dcf3bf5-ad0e-4c8c-aa2d-c5b4b510dcc6_ContentBits">
    <vt:lpwstr>0</vt:lpwstr>
  </property>
</Properties>
</file>