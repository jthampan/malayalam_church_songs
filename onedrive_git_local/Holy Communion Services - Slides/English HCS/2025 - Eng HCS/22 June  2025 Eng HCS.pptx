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8"/>
  </p:notesMasterIdLst>
  <p:sldIdLst>
    <p:sldId id="1746" r:id="rId7"/>
    <p:sldId id="1727" r:id="rId8"/>
    <p:sldId id="813" r:id="rId9"/>
    <p:sldId id="1766" r:id="rId10"/>
    <p:sldId id="1390" r:id="rId11"/>
    <p:sldId id="1747" r:id="rId12"/>
    <p:sldId id="1767" r:id="rId13"/>
    <p:sldId id="1298" r:id="rId14"/>
    <p:sldId id="821" r:id="rId15"/>
    <p:sldId id="851" r:id="rId16"/>
    <p:sldId id="1318" r:id="rId17"/>
    <p:sldId id="822" r:id="rId18"/>
    <p:sldId id="1777" r:id="rId19"/>
    <p:sldId id="1778" r:id="rId20"/>
    <p:sldId id="1779" r:id="rId21"/>
    <p:sldId id="1780" r:id="rId22"/>
    <p:sldId id="1324" r:id="rId23"/>
    <p:sldId id="823" r:id="rId24"/>
    <p:sldId id="824" r:id="rId25"/>
    <p:sldId id="1277" r:id="rId26"/>
    <p:sldId id="1733" r:id="rId27"/>
    <p:sldId id="1388" r:id="rId28"/>
    <p:sldId id="1396" r:id="rId29"/>
    <p:sldId id="1760" r:id="rId30"/>
    <p:sldId id="1735" r:id="rId31"/>
    <p:sldId id="1742" r:id="rId32"/>
    <p:sldId id="1781" r:id="rId33"/>
    <p:sldId id="1734" r:id="rId34"/>
    <p:sldId id="1736" r:id="rId35"/>
    <p:sldId id="1782" r:id="rId36"/>
    <p:sldId id="1784" r:id="rId37"/>
    <p:sldId id="1783" r:id="rId38"/>
    <p:sldId id="949" r:id="rId39"/>
    <p:sldId id="1389" r:id="rId40"/>
    <p:sldId id="1785" r:id="rId41"/>
    <p:sldId id="1786" r:id="rId42"/>
    <p:sldId id="1402" r:id="rId43"/>
    <p:sldId id="1788" r:id="rId44"/>
    <p:sldId id="1789" r:id="rId45"/>
    <p:sldId id="1790" r:id="rId46"/>
    <p:sldId id="1791" r:id="rId47"/>
    <p:sldId id="1787" r:id="rId48"/>
    <p:sldId id="1403" r:id="rId49"/>
    <p:sldId id="1774" r:id="rId50"/>
    <p:sldId id="1775" r:id="rId51"/>
    <p:sldId id="1776" r:id="rId52"/>
    <p:sldId id="1731" r:id="rId53"/>
    <p:sldId id="820" r:id="rId54"/>
    <p:sldId id="1201" r:id="rId55"/>
    <p:sldId id="1679" r:id="rId56"/>
    <p:sldId id="1732" r:id="rId5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F6F51-4DE7-2FF5-671C-6A5D81DE4D16}" v="2" dt="2025-06-16T15:28:58.006"/>
    <p1510:client id="{28B84CD1-855D-3C54-F3EF-28BA4DDD7DD5}" v="1697" dt="2025-06-16T15:23:45.498"/>
    <p1510:client id="{2BD7F1CC-FFBE-06A3-2474-C003A5C78204}" v="122" dt="2025-06-17T02:48:18.385"/>
    <p1510:client id="{CB62EB89-718A-D8EB-010E-27320D3F5989}" v="192" dt="2025-06-17T00:58:44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notesMaster" Target="notesMasters/notesMaster1.xml"/><Relationship Id="rId66" Type="http://schemas.microsoft.com/office/2018/10/relationships/authors" Target="authors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Windows Live" clId="Web-{CB62EB89-718A-D8EB-010E-27320D3F5989}"/>
    <pc:docChg chg="modSld">
      <pc:chgData name="Sini Mathew" userId="3875fe58a975fc01" providerId="Windows Live" clId="Web-{CB62EB89-718A-D8EB-010E-27320D3F5989}" dt="2025-06-17T00:58:42.912" v="133" actId="20577"/>
      <pc:docMkLst>
        <pc:docMk/>
      </pc:docMkLst>
      <pc:sldChg chg="modSp">
        <pc:chgData name="Sini Mathew" userId="3875fe58a975fc01" providerId="Windows Live" clId="Web-{CB62EB89-718A-D8EB-010E-27320D3F5989}" dt="2025-06-17T00:50:29.940" v="24" actId="20577"/>
        <pc:sldMkLst>
          <pc:docMk/>
          <pc:sldMk cId="3717493800" sldId="821"/>
        </pc:sldMkLst>
        <pc:spChg chg="mod">
          <ac:chgData name="Sini Mathew" userId="3875fe58a975fc01" providerId="Windows Live" clId="Web-{CB62EB89-718A-D8EB-010E-27320D3F5989}" dt="2025-06-17T00:50:29.940" v="24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CB62EB89-718A-D8EB-010E-27320D3F5989}" dt="2025-06-17T00:54:01.754" v="70" actId="1076"/>
        <pc:sldMkLst>
          <pc:docMk/>
          <pc:sldMk cId="140346443" sldId="822"/>
        </pc:sldMkLst>
        <pc:spChg chg="mod">
          <ac:chgData name="Sini Mathew" userId="3875fe58a975fc01" providerId="Windows Live" clId="Web-{CB62EB89-718A-D8EB-010E-27320D3F5989}" dt="2025-06-17T00:52:17.034" v="47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Windows Live" clId="Web-{CB62EB89-718A-D8EB-010E-27320D3F5989}" dt="2025-06-17T00:54:01.754" v="70" actId="1076"/>
          <ac:spMkLst>
            <pc:docMk/>
            <pc:sldMk cId="140346443" sldId="822"/>
            <ac:spMk id="7" creationId="{1E034DBB-D11D-E8BD-DFC3-703615F257C6}"/>
          </ac:spMkLst>
        </pc:spChg>
        <pc:spChg chg="mod">
          <ac:chgData name="Sini Mathew" userId="3875fe58a975fc01" providerId="Windows Live" clId="Web-{CB62EB89-718A-D8EB-010E-27320D3F5989}" dt="2025-06-17T00:52:44.394" v="55" actId="20577"/>
          <ac:spMkLst>
            <pc:docMk/>
            <pc:sldMk cId="140346443" sldId="822"/>
            <ac:spMk id="10" creationId="{60127C6D-3342-C831-3981-C5030CF3B941}"/>
          </ac:spMkLst>
        </pc:spChg>
        <pc:picChg chg="mod">
          <ac:chgData name="Sini Mathew" userId="3875fe58a975fc01" providerId="Windows Live" clId="Web-{CB62EB89-718A-D8EB-010E-27320D3F5989}" dt="2025-06-17T00:53:57.395" v="69" actId="1076"/>
          <ac:picMkLst>
            <pc:docMk/>
            <pc:sldMk cId="140346443" sldId="822"/>
            <ac:picMk id="5" creationId="{AE977EB1-CBD2-2A19-FF44-FE6AFEF294E3}"/>
          </ac:picMkLst>
        </pc:picChg>
      </pc:sldChg>
      <pc:sldChg chg="modSp">
        <pc:chgData name="Sini Mathew" userId="3875fe58a975fc01" providerId="Windows Live" clId="Web-{CB62EB89-718A-D8EB-010E-27320D3F5989}" dt="2025-06-17T00:50:23.221" v="21" actId="20577"/>
        <pc:sldMkLst>
          <pc:docMk/>
          <pc:sldMk cId="2771250690" sldId="851"/>
        </pc:sldMkLst>
        <pc:spChg chg="mod">
          <ac:chgData name="Sini Mathew" userId="3875fe58a975fc01" providerId="Windows Live" clId="Web-{CB62EB89-718A-D8EB-010E-27320D3F5989}" dt="2025-06-17T00:50:23.221" v="21" actId="20577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CB62EB89-718A-D8EB-010E-27320D3F5989}" dt="2025-06-17T00:51:29.612" v="41" actId="20577"/>
        <pc:sldMkLst>
          <pc:docMk/>
          <pc:sldMk cId="1217883548" sldId="1318"/>
        </pc:sldMkLst>
        <pc:spChg chg="mod">
          <ac:chgData name="Sini Mathew" userId="3875fe58a975fc01" providerId="Windows Live" clId="Web-{CB62EB89-718A-D8EB-010E-27320D3F5989}" dt="2025-06-17T00:51:29.612" v="41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CB62EB89-718A-D8EB-010E-27320D3F5989}" dt="2025-06-17T00:49:09.549" v="11" actId="20577"/>
        <pc:sldMkLst>
          <pc:docMk/>
          <pc:sldMk cId="2716954731" sldId="1390"/>
        </pc:sldMkLst>
        <pc:spChg chg="mod">
          <ac:chgData name="Sini Mathew" userId="3875fe58a975fc01" providerId="Windows Live" clId="Web-{CB62EB89-718A-D8EB-010E-27320D3F5989}" dt="2025-06-17T00:49:09.549" v="11" actId="20577"/>
          <ac:spMkLst>
            <pc:docMk/>
            <pc:sldMk cId="2716954731" sldId="1390"/>
            <ac:spMk id="4" creationId="{729E3D05-60AB-858C-F192-3C3B913C9C54}"/>
          </ac:spMkLst>
        </pc:spChg>
      </pc:sldChg>
      <pc:sldChg chg="modSp">
        <pc:chgData name="Sini Mathew" userId="3875fe58a975fc01" providerId="Windows Live" clId="Web-{CB62EB89-718A-D8EB-010E-27320D3F5989}" dt="2025-06-17T00:56:43.849" v="99" actId="1076"/>
        <pc:sldMkLst>
          <pc:docMk/>
          <pc:sldMk cId="3559088401" sldId="1396"/>
        </pc:sldMkLst>
        <pc:spChg chg="mod">
          <ac:chgData name="Sini Mathew" userId="3875fe58a975fc01" providerId="Windows Live" clId="Web-{CB62EB89-718A-D8EB-010E-27320D3F5989}" dt="2025-06-17T00:56:43.849" v="99" actId="1076"/>
          <ac:spMkLst>
            <pc:docMk/>
            <pc:sldMk cId="3559088401" sldId="1396"/>
            <ac:spMk id="3" creationId="{5E6C56DD-ADCC-6DFD-8630-1F687B543B27}"/>
          </ac:spMkLst>
        </pc:spChg>
        <pc:spChg chg="mod">
          <ac:chgData name="Sini Mathew" userId="3875fe58a975fc01" providerId="Windows Live" clId="Web-{CB62EB89-718A-D8EB-010E-27320D3F5989}" dt="2025-06-17T00:56:29.458" v="97" actId="1076"/>
          <ac:spMkLst>
            <pc:docMk/>
            <pc:sldMk cId="3559088401" sldId="1396"/>
            <ac:spMk id="12" creationId="{744042C2-B4E0-CA2C-4D84-9A8D229A26A8}"/>
          </ac:spMkLst>
        </pc:spChg>
      </pc:sldChg>
      <pc:sldChg chg="modSp">
        <pc:chgData name="Sini Mathew" userId="3875fe58a975fc01" providerId="Windows Live" clId="Web-{CB62EB89-718A-D8EB-010E-27320D3F5989}" dt="2025-06-17T00:57:45.412" v="113" actId="20577"/>
        <pc:sldMkLst>
          <pc:docMk/>
          <pc:sldMk cId="3996198282" sldId="1735"/>
        </pc:sldMkLst>
        <pc:spChg chg="mod">
          <ac:chgData name="Sini Mathew" userId="3875fe58a975fc01" providerId="Windows Live" clId="Web-{CB62EB89-718A-D8EB-010E-27320D3F5989}" dt="2025-06-17T00:57:45.412" v="113" actId="20577"/>
          <ac:spMkLst>
            <pc:docMk/>
            <pc:sldMk cId="3996198282" sldId="1735"/>
            <ac:spMk id="2" creationId="{38B63C6A-68B9-D5B5-FC17-961BF0258E22}"/>
          </ac:spMkLst>
        </pc:spChg>
      </pc:sldChg>
      <pc:sldChg chg="modSp">
        <pc:chgData name="Sini Mathew" userId="3875fe58a975fc01" providerId="Windows Live" clId="Web-{CB62EB89-718A-D8EB-010E-27320D3F5989}" dt="2025-06-17T00:58:24.397" v="129" actId="20577"/>
        <pc:sldMkLst>
          <pc:docMk/>
          <pc:sldMk cId="20239705" sldId="1742"/>
        </pc:sldMkLst>
        <pc:spChg chg="mod">
          <ac:chgData name="Sini Mathew" userId="3875fe58a975fc01" providerId="Windows Live" clId="Web-{CB62EB89-718A-D8EB-010E-27320D3F5989}" dt="2025-06-17T00:57:54.881" v="118" actId="20577"/>
          <ac:spMkLst>
            <pc:docMk/>
            <pc:sldMk cId="20239705" sldId="1742"/>
            <ac:spMk id="2" creationId="{3293E64F-D695-475E-C454-DD244BB12BE4}"/>
          </ac:spMkLst>
        </pc:spChg>
        <pc:spChg chg="mod">
          <ac:chgData name="Sini Mathew" userId="3875fe58a975fc01" providerId="Windows Live" clId="Web-{CB62EB89-718A-D8EB-010E-27320D3F5989}" dt="2025-06-17T00:58:24.397" v="129" actId="20577"/>
          <ac:spMkLst>
            <pc:docMk/>
            <pc:sldMk cId="20239705" sldId="1742"/>
            <ac:spMk id="3" creationId="{DBDA5AA7-F994-956B-8339-161B30AB6468}"/>
          </ac:spMkLst>
        </pc:spChg>
        <pc:spChg chg="mod">
          <ac:chgData name="Sini Mathew" userId="3875fe58a975fc01" providerId="Windows Live" clId="Web-{CB62EB89-718A-D8EB-010E-27320D3F5989}" dt="2025-06-17T00:58:08.897" v="123" actId="20577"/>
          <ac:spMkLst>
            <pc:docMk/>
            <pc:sldMk cId="20239705" sldId="1742"/>
            <ac:spMk id="7" creationId="{8F9E7F25-BFED-310D-3A5F-9CDE3312838C}"/>
          </ac:spMkLst>
        </pc:spChg>
      </pc:sldChg>
      <pc:sldChg chg="modSp">
        <pc:chgData name="Sini Mathew" userId="3875fe58a975fc01" providerId="Windows Live" clId="Web-{CB62EB89-718A-D8EB-010E-27320D3F5989}" dt="2025-06-17T00:49:24.877" v="16" actId="20577"/>
        <pc:sldMkLst>
          <pc:docMk/>
          <pc:sldMk cId="3766626925" sldId="1747"/>
        </pc:sldMkLst>
        <pc:spChg chg="mod">
          <ac:chgData name="Sini Mathew" userId="3875fe58a975fc01" providerId="Windows Live" clId="Web-{CB62EB89-718A-D8EB-010E-27320D3F5989}" dt="2025-06-17T00:49:24.877" v="16" actId="20577"/>
          <ac:spMkLst>
            <pc:docMk/>
            <pc:sldMk cId="3766626925" sldId="1747"/>
            <ac:spMk id="7" creationId="{B1E73A15-1D4E-D0E2-8BF7-AE68BC5C8C23}"/>
          </ac:spMkLst>
        </pc:spChg>
      </pc:sldChg>
      <pc:sldChg chg="modSp">
        <pc:chgData name="Sini Mathew" userId="3875fe58a975fc01" providerId="Windows Live" clId="Web-{CB62EB89-718A-D8EB-010E-27320D3F5989}" dt="2025-06-17T00:57:06.787" v="107" actId="1076"/>
        <pc:sldMkLst>
          <pc:docMk/>
          <pc:sldMk cId="2779074501" sldId="1760"/>
        </pc:sldMkLst>
        <pc:spChg chg="mod">
          <ac:chgData name="Sini Mathew" userId="3875fe58a975fc01" providerId="Windows Live" clId="Web-{CB62EB89-718A-D8EB-010E-27320D3F5989}" dt="2025-06-17T00:57:06.787" v="107" actId="1076"/>
          <ac:spMkLst>
            <pc:docMk/>
            <pc:sldMk cId="2779074501" sldId="1760"/>
            <ac:spMk id="12" creationId="{A7577C24-7787-7213-4DA1-5B67DF6D3AD2}"/>
          </ac:spMkLst>
        </pc:spChg>
      </pc:sldChg>
      <pc:sldChg chg="modSp">
        <pc:chgData name="Sini Mathew" userId="3875fe58a975fc01" providerId="Windows Live" clId="Web-{CB62EB89-718A-D8EB-010E-27320D3F5989}" dt="2025-06-17T00:48:55.611" v="5" actId="20577"/>
        <pc:sldMkLst>
          <pc:docMk/>
          <pc:sldMk cId="3192769657" sldId="1766"/>
        </pc:sldMkLst>
        <pc:spChg chg="mod">
          <ac:chgData name="Sini Mathew" userId="3875fe58a975fc01" providerId="Windows Live" clId="Web-{CB62EB89-718A-D8EB-010E-27320D3F5989}" dt="2025-06-17T00:48:55.611" v="5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Sini Mathew" userId="3875fe58a975fc01" providerId="Windows Live" clId="Web-{CB62EB89-718A-D8EB-010E-27320D3F5989}" dt="2025-06-17T00:49:46.064" v="20" actId="20577"/>
        <pc:sldMkLst>
          <pc:docMk/>
          <pc:sldMk cId="1078927608" sldId="1767"/>
        </pc:sldMkLst>
        <pc:spChg chg="mod">
          <ac:chgData name="Sini Mathew" userId="3875fe58a975fc01" providerId="Windows Live" clId="Web-{CB62EB89-718A-D8EB-010E-27320D3F5989}" dt="2025-06-17T00:49:46.064" v="20" actId="20577"/>
          <ac:spMkLst>
            <pc:docMk/>
            <pc:sldMk cId="1078927608" sldId="1767"/>
            <ac:spMk id="4" creationId="{64A32948-8331-B1A8-44B3-4EA959FEA778}"/>
          </ac:spMkLst>
        </pc:spChg>
      </pc:sldChg>
      <pc:sldChg chg="modSp">
        <pc:chgData name="Sini Mathew" userId="3875fe58a975fc01" providerId="Windows Live" clId="Web-{CB62EB89-718A-D8EB-010E-27320D3F5989}" dt="2025-06-17T00:53:49.613" v="68" actId="1076"/>
        <pc:sldMkLst>
          <pc:docMk/>
          <pc:sldMk cId="985041477" sldId="1777"/>
        </pc:sldMkLst>
        <pc:spChg chg="mod">
          <ac:chgData name="Sini Mathew" userId="3875fe58a975fc01" providerId="Windows Live" clId="Web-{CB62EB89-718A-D8EB-010E-27320D3F5989}" dt="2025-06-17T00:52:30.878" v="52" actId="20577"/>
          <ac:spMkLst>
            <pc:docMk/>
            <pc:sldMk cId="985041477" sldId="1777"/>
            <ac:spMk id="2" creationId="{EE0AE9B9-70EC-9418-DE5C-2D1D8CE88BC1}"/>
          </ac:spMkLst>
        </pc:spChg>
        <pc:spChg chg="mod">
          <ac:chgData name="Sini Mathew" userId="3875fe58a975fc01" providerId="Windows Live" clId="Web-{CB62EB89-718A-D8EB-010E-27320D3F5989}" dt="2025-06-17T00:53:49.613" v="68" actId="1076"/>
          <ac:spMkLst>
            <pc:docMk/>
            <pc:sldMk cId="985041477" sldId="1777"/>
            <ac:spMk id="7" creationId="{C93D828E-A7B5-5FE5-07D7-EC7554CD8D40}"/>
          </ac:spMkLst>
        </pc:spChg>
        <pc:spChg chg="mod">
          <ac:chgData name="Sini Mathew" userId="3875fe58a975fc01" providerId="Windows Live" clId="Web-{CB62EB89-718A-D8EB-010E-27320D3F5989}" dt="2025-06-17T00:53:00.316" v="58" actId="20577"/>
          <ac:spMkLst>
            <pc:docMk/>
            <pc:sldMk cId="985041477" sldId="1777"/>
            <ac:spMk id="10" creationId="{4FDB9BDA-0E06-4A07-E795-DFD2D9DAB41C}"/>
          </ac:spMkLst>
        </pc:spChg>
        <pc:picChg chg="mod">
          <ac:chgData name="Sini Mathew" userId="3875fe58a975fc01" providerId="Windows Live" clId="Web-{CB62EB89-718A-D8EB-010E-27320D3F5989}" dt="2025-06-17T00:53:46.301" v="67" actId="1076"/>
          <ac:picMkLst>
            <pc:docMk/>
            <pc:sldMk cId="985041477" sldId="1777"/>
            <ac:picMk id="5" creationId="{1408E8FB-E530-ABA9-3820-E7893996D553}"/>
          </ac:picMkLst>
        </pc:picChg>
      </pc:sldChg>
      <pc:sldChg chg="modSp">
        <pc:chgData name="Sini Mathew" userId="3875fe58a975fc01" providerId="Windows Live" clId="Web-{CB62EB89-718A-D8EB-010E-27320D3F5989}" dt="2025-06-17T00:54:21.035" v="73" actId="1076"/>
        <pc:sldMkLst>
          <pc:docMk/>
          <pc:sldMk cId="3249649244" sldId="1778"/>
        </pc:sldMkLst>
        <pc:spChg chg="mod">
          <ac:chgData name="Sini Mathew" userId="3875fe58a975fc01" providerId="Windows Live" clId="Web-{CB62EB89-718A-D8EB-010E-27320D3F5989}" dt="2025-06-17T00:53:16.519" v="61" actId="20577"/>
          <ac:spMkLst>
            <pc:docMk/>
            <pc:sldMk cId="3249649244" sldId="1778"/>
            <ac:spMk id="2" creationId="{734104B9-73DB-982E-7680-6299F9699078}"/>
          </ac:spMkLst>
        </pc:spChg>
        <pc:spChg chg="mod">
          <ac:chgData name="Sini Mathew" userId="3875fe58a975fc01" providerId="Windows Live" clId="Web-{CB62EB89-718A-D8EB-010E-27320D3F5989}" dt="2025-06-17T00:54:21.035" v="73" actId="1076"/>
          <ac:spMkLst>
            <pc:docMk/>
            <pc:sldMk cId="3249649244" sldId="1778"/>
            <ac:spMk id="7" creationId="{FF380A4F-C658-C093-52E6-B04CC5B094D4}"/>
          </ac:spMkLst>
        </pc:spChg>
        <pc:spChg chg="mod">
          <ac:chgData name="Sini Mathew" userId="3875fe58a975fc01" providerId="Windows Live" clId="Web-{CB62EB89-718A-D8EB-010E-27320D3F5989}" dt="2025-06-17T00:53:22.910" v="64" actId="20577"/>
          <ac:spMkLst>
            <pc:docMk/>
            <pc:sldMk cId="3249649244" sldId="1778"/>
            <ac:spMk id="10" creationId="{FA9F0F88-2A51-11B7-B5E7-9777F71DAA59}"/>
          </ac:spMkLst>
        </pc:spChg>
        <pc:picChg chg="mod">
          <ac:chgData name="Sini Mathew" userId="3875fe58a975fc01" providerId="Windows Live" clId="Web-{CB62EB89-718A-D8EB-010E-27320D3F5989}" dt="2025-06-17T00:54:18.442" v="72" actId="1076"/>
          <ac:picMkLst>
            <pc:docMk/>
            <pc:sldMk cId="3249649244" sldId="1778"/>
            <ac:picMk id="5" creationId="{C229EFFD-CC89-D221-C396-B953242ED498}"/>
          </ac:picMkLst>
        </pc:picChg>
      </pc:sldChg>
      <pc:sldChg chg="modSp">
        <pc:chgData name="Sini Mathew" userId="3875fe58a975fc01" providerId="Windows Live" clId="Web-{CB62EB89-718A-D8EB-010E-27320D3F5989}" dt="2025-06-17T00:54:46.692" v="85" actId="1076"/>
        <pc:sldMkLst>
          <pc:docMk/>
          <pc:sldMk cId="3673154226" sldId="1779"/>
        </pc:sldMkLst>
        <pc:spChg chg="mod">
          <ac:chgData name="Sini Mathew" userId="3875fe58a975fc01" providerId="Windows Live" clId="Web-{CB62EB89-718A-D8EB-010E-27320D3F5989}" dt="2025-06-17T00:54:31.957" v="80" actId="20577"/>
          <ac:spMkLst>
            <pc:docMk/>
            <pc:sldMk cId="3673154226" sldId="1779"/>
            <ac:spMk id="2" creationId="{520D6BF7-88DF-532F-EDFD-D7BD6AE644A3}"/>
          </ac:spMkLst>
        </pc:spChg>
        <pc:spChg chg="mod">
          <ac:chgData name="Sini Mathew" userId="3875fe58a975fc01" providerId="Windows Live" clId="Web-{CB62EB89-718A-D8EB-010E-27320D3F5989}" dt="2025-06-17T00:54:46.692" v="85" actId="1076"/>
          <ac:spMkLst>
            <pc:docMk/>
            <pc:sldMk cId="3673154226" sldId="1779"/>
            <ac:spMk id="7" creationId="{276DC2EA-6433-7E30-8766-F3373EF54ACC}"/>
          </ac:spMkLst>
        </pc:spChg>
        <pc:spChg chg="mod">
          <ac:chgData name="Sini Mathew" userId="3875fe58a975fc01" providerId="Windows Live" clId="Web-{CB62EB89-718A-D8EB-010E-27320D3F5989}" dt="2025-06-17T00:54:37.989" v="83" actId="20577"/>
          <ac:spMkLst>
            <pc:docMk/>
            <pc:sldMk cId="3673154226" sldId="1779"/>
            <ac:spMk id="10" creationId="{C5778549-6ECB-C31D-10CF-75169605F3E1}"/>
          </ac:spMkLst>
        </pc:spChg>
        <pc:picChg chg="mod">
          <ac:chgData name="Sini Mathew" userId="3875fe58a975fc01" providerId="Windows Live" clId="Web-{CB62EB89-718A-D8EB-010E-27320D3F5989}" dt="2025-06-17T00:54:41.895" v="84" actId="1076"/>
          <ac:picMkLst>
            <pc:docMk/>
            <pc:sldMk cId="3673154226" sldId="1779"/>
            <ac:picMk id="5" creationId="{DFA14E9D-D603-2EEB-FFE1-41791409BE87}"/>
          </ac:picMkLst>
        </pc:picChg>
      </pc:sldChg>
      <pc:sldChg chg="modSp">
        <pc:chgData name="Sini Mathew" userId="3875fe58a975fc01" providerId="Windows Live" clId="Web-{CB62EB89-718A-D8EB-010E-27320D3F5989}" dt="2025-06-17T00:56:00.114" v="94" actId="20577"/>
        <pc:sldMkLst>
          <pc:docMk/>
          <pc:sldMk cId="3712012560" sldId="1780"/>
        </pc:sldMkLst>
        <pc:spChg chg="mod">
          <ac:chgData name="Sini Mathew" userId="3875fe58a975fc01" providerId="Windows Live" clId="Web-{CB62EB89-718A-D8EB-010E-27320D3F5989}" dt="2025-06-17T00:56:00.114" v="94" actId="20577"/>
          <ac:spMkLst>
            <pc:docMk/>
            <pc:sldMk cId="3712012560" sldId="1780"/>
            <ac:spMk id="2" creationId="{7663BD2E-7306-88C7-9BD8-1A9A38D14216}"/>
          </ac:spMkLst>
        </pc:spChg>
        <pc:spChg chg="mod">
          <ac:chgData name="Sini Mathew" userId="3875fe58a975fc01" providerId="Windows Live" clId="Web-{CB62EB89-718A-D8EB-010E-27320D3F5989}" dt="2025-06-17T00:55:06.379" v="90" actId="1076"/>
          <ac:spMkLst>
            <pc:docMk/>
            <pc:sldMk cId="3712012560" sldId="1780"/>
            <ac:spMk id="7" creationId="{91E72AAB-E267-95E3-4DC6-BF4C19F5AF94}"/>
          </ac:spMkLst>
        </pc:spChg>
        <pc:spChg chg="mod">
          <ac:chgData name="Sini Mathew" userId="3875fe58a975fc01" providerId="Windows Live" clId="Web-{CB62EB89-718A-D8EB-010E-27320D3F5989}" dt="2025-06-17T00:54:58.301" v="88" actId="20577"/>
          <ac:spMkLst>
            <pc:docMk/>
            <pc:sldMk cId="3712012560" sldId="1780"/>
            <ac:spMk id="10" creationId="{BF6CEB14-70C6-290A-4DA7-2707240D9589}"/>
          </ac:spMkLst>
        </pc:spChg>
        <pc:picChg chg="mod">
          <ac:chgData name="Sini Mathew" userId="3875fe58a975fc01" providerId="Windows Live" clId="Web-{CB62EB89-718A-D8EB-010E-27320D3F5989}" dt="2025-06-17T00:55:02.583" v="89" actId="1076"/>
          <ac:picMkLst>
            <pc:docMk/>
            <pc:sldMk cId="3712012560" sldId="1780"/>
            <ac:picMk id="5" creationId="{86567C05-4E69-7E5E-ACB0-ACC7026F4C4E}"/>
          </ac:picMkLst>
        </pc:picChg>
      </pc:sldChg>
      <pc:sldChg chg="modSp">
        <pc:chgData name="Sini Mathew" userId="3875fe58a975fc01" providerId="Windows Live" clId="Web-{CB62EB89-718A-D8EB-010E-27320D3F5989}" dt="2025-06-17T00:58:42.912" v="133" actId="20577"/>
        <pc:sldMkLst>
          <pc:docMk/>
          <pc:sldMk cId="680333822" sldId="1781"/>
        </pc:sldMkLst>
        <pc:spChg chg="mod">
          <ac:chgData name="Sini Mathew" userId="3875fe58a975fc01" providerId="Windows Live" clId="Web-{CB62EB89-718A-D8EB-010E-27320D3F5989}" dt="2025-06-17T00:58:42.912" v="133" actId="20577"/>
          <ac:spMkLst>
            <pc:docMk/>
            <pc:sldMk cId="680333822" sldId="1781"/>
            <ac:spMk id="2" creationId="{61F21A9B-F864-0DFC-877B-85AC8947E1FB}"/>
          </ac:spMkLst>
        </pc:spChg>
        <pc:spChg chg="mod">
          <ac:chgData name="Sini Mathew" userId="3875fe58a975fc01" providerId="Windows Live" clId="Web-{CB62EB89-718A-D8EB-010E-27320D3F5989}" dt="2025-06-17T00:58:29.850" v="131" actId="20577"/>
          <ac:spMkLst>
            <pc:docMk/>
            <pc:sldMk cId="680333822" sldId="1781"/>
            <ac:spMk id="7" creationId="{DAEBD4B6-BC73-3560-D859-0CEA620BD920}"/>
          </ac:spMkLst>
        </pc:spChg>
      </pc:sldChg>
    </pc:docChg>
  </pc:docChgLst>
  <pc:docChgLst>
    <pc:chgData name="Sini Mathew" userId="3875fe58a975fc01" providerId="Windows Live" clId="Web-{2BD7F1CC-FFBE-06A3-2474-C003A5C78204}"/>
    <pc:docChg chg="modSld">
      <pc:chgData name="Sini Mathew" userId="3875fe58a975fc01" providerId="Windows Live" clId="Web-{2BD7F1CC-FFBE-06A3-2474-C003A5C78204}" dt="2025-06-17T02:48:14.666" v="60" actId="20577"/>
      <pc:docMkLst>
        <pc:docMk/>
      </pc:docMkLst>
      <pc:sldChg chg="modSp">
        <pc:chgData name="Sini Mathew" userId="3875fe58a975fc01" providerId="Windows Live" clId="Web-{2BD7F1CC-FFBE-06A3-2474-C003A5C78204}" dt="2025-06-17T02:44:06.499" v="6" actId="20577"/>
        <pc:sldMkLst>
          <pc:docMk/>
          <pc:sldMk cId="20239705" sldId="1742"/>
        </pc:sldMkLst>
        <pc:spChg chg="mod">
          <ac:chgData name="Sini Mathew" userId="3875fe58a975fc01" providerId="Windows Live" clId="Web-{2BD7F1CC-FFBE-06A3-2474-C003A5C78204}" dt="2025-06-17T02:44:06.499" v="6" actId="20577"/>
          <ac:spMkLst>
            <pc:docMk/>
            <pc:sldMk cId="20239705" sldId="1742"/>
            <ac:spMk id="3" creationId="{DBDA5AA7-F994-956B-8339-161B30AB6468}"/>
          </ac:spMkLst>
        </pc:spChg>
        <pc:spChg chg="mod">
          <ac:chgData name="Sini Mathew" userId="3875fe58a975fc01" providerId="Windows Live" clId="Web-{2BD7F1CC-FFBE-06A3-2474-C003A5C78204}" dt="2025-06-17T02:44:03.530" v="5" actId="20577"/>
          <ac:spMkLst>
            <pc:docMk/>
            <pc:sldMk cId="20239705" sldId="1742"/>
            <ac:spMk id="7" creationId="{8F9E7F25-BFED-310D-3A5F-9CDE3312838C}"/>
          </ac:spMkLst>
        </pc:spChg>
      </pc:sldChg>
      <pc:sldChg chg="modSp">
        <pc:chgData name="Sini Mathew" userId="3875fe58a975fc01" providerId="Windows Live" clId="Web-{2BD7F1CC-FFBE-06A3-2474-C003A5C78204}" dt="2025-06-17T02:48:14.666" v="60" actId="20577"/>
        <pc:sldMkLst>
          <pc:docMk/>
          <pc:sldMk cId="3249649244" sldId="1778"/>
        </pc:sldMkLst>
        <pc:spChg chg="mod">
          <ac:chgData name="Sini Mathew" userId="3875fe58a975fc01" providerId="Windows Live" clId="Web-{2BD7F1CC-FFBE-06A3-2474-C003A5C78204}" dt="2025-06-17T02:48:14.666" v="60" actId="20577"/>
          <ac:spMkLst>
            <pc:docMk/>
            <pc:sldMk cId="3249649244" sldId="1778"/>
            <ac:spMk id="10" creationId="{FA9F0F88-2A51-11B7-B5E7-9777F71DAA59}"/>
          </ac:spMkLst>
        </pc:spChg>
      </pc:sldChg>
      <pc:sldChg chg="addSp modSp">
        <pc:chgData name="Sini Mathew" userId="3875fe58a975fc01" providerId="Windows Live" clId="Web-{2BD7F1CC-FFBE-06A3-2474-C003A5C78204}" dt="2025-06-17T02:46:30.146" v="59" actId="20577"/>
        <pc:sldMkLst>
          <pc:docMk/>
          <pc:sldMk cId="680333822" sldId="1781"/>
        </pc:sldMkLst>
        <pc:spChg chg="add mod">
          <ac:chgData name="Sini Mathew" userId="3875fe58a975fc01" providerId="Windows Live" clId="Web-{2BD7F1CC-FFBE-06A3-2474-C003A5C78204}" dt="2025-06-17T02:46:30.146" v="59" actId="20577"/>
          <ac:spMkLst>
            <pc:docMk/>
            <pc:sldMk cId="680333822" sldId="1781"/>
            <ac:spMk id="3" creationId="{A0004DEB-1408-CA0D-6A4D-3ECD65045186}"/>
          </ac:spMkLst>
        </pc:spChg>
        <pc:spChg chg="mod">
          <ac:chgData name="Sini Mathew" userId="3875fe58a975fc01" providerId="Windows Live" clId="Web-{2BD7F1CC-FFBE-06A3-2474-C003A5C78204}" dt="2025-06-17T02:45:46.816" v="48" actId="20577"/>
          <ac:spMkLst>
            <pc:docMk/>
            <pc:sldMk cId="680333822" sldId="1781"/>
            <ac:spMk id="7" creationId="{DAEBD4B6-BC73-3560-D859-0CEA620BD920}"/>
          </ac:spMkLst>
        </pc:spChg>
      </pc:sldChg>
    </pc:docChg>
  </pc:docChgLst>
  <pc:docChgLst>
    <pc:chgData name="Sini Mathew" userId="3875fe58a975fc01" providerId="LiveId" clId="{CA2E270B-B17C-4C2E-A913-4957D7691526}"/>
    <pc:docChg chg="custSel addSld delSld modSld">
      <pc:chgData name="Sini Mathew" userId="3875fe58a975fc01" providerId="LiveId" clId="{CA2E270B-B17C-4C2E-A913-4957D7691526}" dt="2025-06-13T12:25:48.249" v="2440" actId="20577"/>
      <pc:docMkLst>
        <pc:docMk/>
      </pc:docMkLst>
      <pc:sldChg chg="modSp mod">
        <pc:chgData name="Sini Mathew" userId="3875fe58a975fc01" providerId="LiveId" clId="{CA2E270B-B17C-4C2E-A913-4957D7691526}" dt="2025-06-13T12:20:41.175" v="2212" actId="20577"/>
        <pc:sldMkLst>
          <pc:docMk/>
          <pc:sldMk cId="1180184608" sldId="1201"/>
        </pc:sldMkLst>
        <pc:spChg chg="mod">
          <ac:chgData name="Sini Mathew" userId="3875fe58a975fc01" providerId="LiveId" clId="{CA2E270B-B17C-4C2E-A913-4957D7691526}" dt="2025-06-13T12:20:41.175" v="221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Sini Mathew" userId="3875fe58a975fc01" providerId="LiveId" clId="{CA2E270B-B17C-4C2E-A913-4957D7691526}" dt="2025-06-13T12:08:07.550" v="1453" actId="20577"/>
        <pc:sldMkLst>
          <pc:docMk/>
          <pc:sldMk cId="2451994672" sldId="1402"/>
        </pc:sldMkLst>
        <pc:spChg chg="mod">
          <ac:chgData name="Sini Mathew" userId="3875fe58a975fc01" providerId="LiveId" clId="{CA2E270B-B17C-4C2E-A913-4957D7691526}" dt="2025-06-13T12:08:07.550" v="1453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Sini Mathew" userId="3875fe58a975fc01" providerId="LiveId" clId="{CA2E270B-B17C-4C2E-A913-4957D7691526}" dt="2025-06-13T12:10:41.734" v="1676" actId="1076"/>
        <pc:sldMkLst>
          <pc:docMk/>
          <pc:sldMk cId="1432198362" sldId="1403"/>
        </pc:sldMkLst>
        <pc:spChg chg="mod">
          <ac:chgData name="Sini Mathew" userId="3875fe58a975fc01" providerId="LiveId" clId="{CA2E270B-B17C-4C2E-A913-4957D7691526}" dt="2025-06-13T12:08:13.825" v="1456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Sini Mathew" userId="3875fe58a975fc01" providerId="LiveId" clId="{CA2E270B-B17C-4C2E-A913-4957D7691526}" dt="2025-06-13T12:10:41.734" v="1676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del">
        <pc:chgData name="Sini Mathew" userId="3875fe58a975fc01" providerId="LiveId" clId="{CA2E270B-B17C-4C2E-A913-4957D7691526}" dt="2025-06-13T12:20:11.040" v="2182" actId="47"/>
        <pc:sldMkLst>
          <pc:docMk/>
          <pc:sldMk cId="434740199" sldId="1407"/>
        </pc:sldMkLst>
      </pc:sldChg>
      <pc:sldChg chg="del">
        <pc:chgData name="Sini Mathew" userId="3875fe58a975fc01" providerId="LiveId" clId="{CA2E270B-B17C-4C2E-A913-4957D7691526}" dt="2025-06-13T12:20:11.533" v="2183" actId="47"/>
        <pc:sldMkLst>
          <pc:docMk/>
          <pc:sldMk cId="584892078" sldId="1408"/>
        </pc:sldMkLst>
      </pc:sldChg>
      <pc:sldChg chg="modSp mod">
        <pc:chgData name="Sini Mathew" userId="3875fe58a975fc01" providerId="LiveId" clId="{CA2E270B-B17C-4C2E-A913-4957D7691526}" dt="2025-06-13T12:25:48.249" v="2440" actId="20577"/>
        <pc:sldMkLst>
          <pc:docMk/>
          <pc:sldMk cId="2170825706" sldId="1679"/>
        </pc:sldMkLst>
        <pc:spChg chg="mod">
          <ac:chgData name="Sini Mathew" userId="3875fe58a975fc01" providerId="LiveId" clId="{CA2E270B-B17C-4C2E-A913-4957D7691526}" dt="2025-06-13T12:20:51.364" v="2218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Sini Mathew" userId="3875fe58a975fc01" providerId="LiveId" clId="{CA2E270B-B17C-4C2E-A913-4957D7691526}" dt="2025-06-13T12:25:48.249" v="2440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Sini Mathew" userId="3875fe58a975fc01" providerId="LiveId" clId="{CA2E270B-B17C-4C2E-A913-4957D7691526}" dt="2025-06-13T12:10:45.838" v="1677" actId="47"/>
        <pc:sldMkLst>
          <pc:docMk/>
          <pc:sldMk cId="1855311215" sldId="1717"/>
        </pc:sldMkLst>
      </pc:sldChg>
      <pc:sldChg chg="del">
        <pc:chgData name="Sini Mathew" userId="3875fe58a975fc01" providerId="LiveId" clId="{CA2E270B-B17C-4C2E-A913-4957D7691526}" dt="2025-06-13T12:10:46.578" v="1678" actId="47"/>
        <pc:sldMkLst>
          <pc:docMk/>
          <pc:sldMk cId="3623190158" sldId="1718"/>
        </pc:sldMkLst>
      </pc:sldChg>
      <pc:sldChg chg="del">
        <pc:chgData name="Sini Mathew" userId="3875fe58a975fc01" providerId="LiveId" clId="{CA2E270B-B17C-4C2E-A913-4957D7691526}" dt="2025-06-13T12:10:47.648" v="1679" actId="47"/>
        <pc:sldMkLst>
          <pc:docMk/>
          <pc:sldMk cId="834867061" sldId="1719"/>
        </pc:sldMkLst>
      </pc:sldChg>
      <pc:sldChg chg="del">
        <pc:chgData name="Sini Mathew" userId="3875fe58a975fc01" providerId="LiveId" clId="{CA2E270B-B17C-4C2E-A913-4957D7691526}" dt="2025-06-13T12:20:12.122" v="2184" actId="47"/>
        <pc:sldMkLst>
          <pc:docMk/>
          <pc:sldMk cId="2064210933" sldId="1720"/>
        </pc:sldMkLst>
      </pc:sldChg>
      <pc:sldChg chg="del">
        <pc:chgData name="Sini Mathew" userId="3875fe58a975fc01" providerId="LiveId" clId="{CA2E270B-B17C-4C2E-A913-4957D7691526}" dt="2025-06-13T12:20:12.853" v="2185" actId="47"/>
        <pc:sldMkLst>
          <pc:docMk/>
          <pc:sldMk cId="2167142579" sldId="1721"/>
        </pc:sldMkLst>
      </pc:sldChg>
      <pc:sldChg chg="modSp mod">
        <pc:chgData name="Sini Mathew" userId="3875fe58a975fc01" providerId="LiveId" clId="{CA2E270B-B17C-4C2E-A913-4957D7691526}" dt="2025-06-13T11:56:36.498" v="776" actId="20577"/>
        <pc:sldMkLst>
          <pc:docMk/>
          <pc:sldMk cId="3343842795" sldId="1734"/>
        </pc:sldMkLst>
        <pc:spChg chg="mod">
          <ac:chgData name="Sini Mathew" userId="3875fe58a975fc01" providerId="LiveId" clId="{CA2E270B-B17C-4C2E-A913-4957D7691526}" dt="2025-06-13T11:56:36.498" v="776" actId="20577"/>
          <ac:spMkLst>
            <pc:docMk/>
            <pc:sldMk cId="3343842795" sldId="1734"/>
            <ac:spMk id="2" creationId="{9D96C97E-D088-823A-8D74-8B3FE4366726}"/>
          </ac:spMkLst>
        </pc:spChg>
      </pc:sldChg>
      <pc:sldChg chg="modSp mod">
        <pc:chgData name="Sini Mathew" userId="3875fe58a975fc01" providerId="LiveId" clId="{CA2E270B-B17C-4C2E-A913-4957D7691526}" dt="2025-06-13T11:44:45.928" v="17" actId="20577"/>
        <pc:sldMkLst>
          <pc:docMk/>
          <pc:sldMk cId="3996198282" sldId="1735"/>
        </pc:sldMkLst>
        <pc:spChg chg="mod">
          <ac:chgData name="Sini Mathew" userId="3875fe58a975fc01" providerId="LiveId" clId="{CA2E270B-B17C-4C2E-A913-4957D7691526}" dt="2025-06-13T11:44:45.928" v="17" actId="20577"/>
          <ac:spMkLst>
            <pc:docMk/>
            <pc:sldMk cId="3996198282" sldId="1735"/>
            <ac:spMk id="2" creationId="{38B63C6A-68B9-D5B5-FC17-961BF0258E22}"/>
          </ac:spMkLst>
        </pc:spChg>
      </pc:sldChg>
      <pc:sldChg chg="delSp modSp mod">
        <pc:chgData name="Sini Mathew" userId="3875fe58a975fc01" providerId="LiveId" clId="{CA2E270B-B17C-4C2E-A913-4957D7691526}" dt="2025-06-13T12:06:00.164" v="1435" actId="1076"/>
        <pc:sldMkLst>
          <pc:docMk/>
          <pc:sldMk cId="238183944" sldId="1736"/>
        </pc:sldMkLst>
        <pc:spChg chg="mod">
          <ac:chgData name="Sini Mathew" userId="3875fe58a975fc01" providerId="LiveId" clId="{CA2E270B-B17C-4C2E-A913-4957D7691526}" dt="2025-06-13T11:56:47.161" v="779" actId="20577"/>
          <ac:spMkLst>
            <pc:docMk/>
            <pc:sldMk cId="238183944" sldId="1736"/>
            <ac:spMk id="2" creationId="{B3890570-C7BB-88D9-9CF9-F1E2C001F921}"/>
          </ac:spMkLst>
        </pc:spChg>
        <pc:spChg chg="del mod">
          <ac:chgData name="Sini Mathew" userId="3875fe58a975fc01" providerId="LiveId" clId="{CA2E270B-B17C-4C2E-A913-4957D7691526}" dt="2025-06-13T12:05:42.159" v="1429" actId="478"/>
          <ac:spMkLst>
            <pc:docMk/>
            <pc:sldMk cId="238183944" sldId="1736"/>
            <ac:spMk id="3" creationId="{C8AFC785-92B1-E18B-F377-010FF5EFD6CE}"/>
          </ac:spMkLst>
        </pc:spChg>
        <pc:spChg chg="mod">
          <ac:chgData name="Sini Mathew" userId="3875fe58a975fc01" providerId="LiveId" clId="{CA2E270B-B17C-4C2E-A913-4957D7691526}" dt="2025-06-13T12:06:00.164" v="1435" actId="1076"/>
          <ac:spMkLst>
            <pc:docMk/>
            <pc:sldMk cId="238183944" sldId="1736"/>
            <ac:spMk id="12" creationId="{693CBF08-A96F-CB4F-FA9C-16CD6D796E8D}"/>
          </ac:spMkLst>
        </pc:spChg>
      </pc:sldChg>
      <pc:sldChg chg="modSp mod">
        <pc:chgData name="Sini Mathew" userId="3875fe58a975fc01" providerId="LiveId" clId="{CA2E270B-B17C-4C2E-A913-4957D7691526}" dt="2025-06-13T11:54:30.051" v="737" actId="20577"/>
        <pc:sldMkLst>
          <pc:docMk/>
          <pc:sldMk cId="20239705" sldId="1742"/>
        </pc:sldMkLst>
        <pc:spChg chg="mod">
          <ac:chgData name="Sini Mathew" userId="3875fe58a975fc01" providerId="LiveId" clId="{CA2E270B-B17C-4C2E-A913-4957D7691526}" dt="2025-06-13T11:44:53.381" v="20" actId="20577"/>
          <ac:spMkLst>
            <pc:docMk/>
            <pc:sldMk cId="20239705" sldId="1742"/>
            <ac:spMk id="2" creationId="{3293E64F-D695-475E-C454-DD244BB12BE4}"/>
          </ac:spMkLst>
        </pc:spChg>
        <pc:spChg chg="mod">
          <ac:chgData name="Sini Mathew" userId="3875fe58a975fc01" providerId="LiveId" clId="{CA2E270B-B17C-4C2E-A913-4957D7691526}" dt="2025-06-13T11:49:15.199" v="315" actId="1076"/>
          <ac:spMkLst>
            <pc:docMk/>
            <pc:sldMk cId="20239705" sldId="1742"/>
            <ac:spMk id="3" creationId="{DBDA5AA7-F994-956B-8339-161B30AB6468}"/>
          </ac:spMkLst>
        </pc:spChg>
        <pc:spChg chg="mod">
          <ac:chgData name="Sini Mathew" userId="3875fe58a975fc01" providerId="LiveId" clId="{CA2E270B-B17C-4C2E-A913-4957D7691526}" dt="2025-06-13T11:54:30.051" v="737" actId="20577"/>
          <ac:spMkLst>
            <pc:docMk/>
            <pc:sldMk cId="20239705" sldId="1742"/>
            <ac:spMk id="5" creationId="{89C121B4-1C30-A27B-F90B-A411361893D6}"/>
          </ac:spMkLst>
        </pc:spChg>
        <pc:spChg chg="mod">
          <ac:chgData name="Sini Mathew" userId="3875fe58a975fc01" providerId="LiveId" clId="{CA2E270B-B17C-4C2E-A913-4957D7691526}" dt="2025-06-13T11:46:40.400" v="168" actId="20577"/>
          <ac:spMkLst>
            <pc:docMk/>
            <pc:sldMk cId="20239705" sldId="1742"/>
            <ac:spMk id="7" creationId="{8F9E7F25-BFED-310D-3A5F-9CDE3312838C}"/>
          </ac:spMkLst>
        </pc:spChg>
      </pc:sldChg>
      <pc:sldChg chg="modSp mod">
        <pc:chgData name="Sini Mathew" userId="3875fe58a975fc01" providerId="LiveId" clId="{CA2E270B-B17C-4C2E-A913-4957D7691526}" dt="2025-06-13T11:55:40.934" v="764" actId="20577"/>
        <pc:sldMkLst>
          <pc:docMk/>
          <pc:sldMk cId="126902895" sldId="1746"/>
        </pc:sldMkLst>
        <pc:spChg chg="mod">
          <ac:chgData name="Sini Mathew" userId="3875fe58a975fc01" providerId="LiveId" clId="{CA2E270B-B17C-4C2E-A913-4957D7691526}" dt="2025-06-13T11:55:40.934" v="764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del">
        <pc:chgData name="Sini Mathew" userId="3875fe58a975fc01" providerId="LiveId" clId="{CA2E270B-B17C-4C2E-A913-4957D7691526}" dt="2025-06-13T11:49:18.391" v="316" actId="47"/>
        <pc:sldMkLst>
          <pc:docMk/>
          <pc:sldMk cId="1261389562" sldId="1749"/>
        </pc:sldMkLst>
      </pc:sldChg>
      <pc:sldChg chg="del">
        <pc:chgData name="Sini Mathew" userId="3875fe58a975fc01" providerId="LiveId" clId="{CA2E270B-B17C-4C2E-A913-4957D7691526}" dt="2025-06-13T11:49:19.319" v="317" actId="47"/>
        <pc:sldMkLst>
          <pc:docMk/>
          <pc:sldMk cId="1466468291" sldId="1750"/>
        </pc:sldMkLst>
      </pc:sldChg>
      <pc:sldChg chg="del">
        <pc:chgData name="Sini Mathew" userId="3875fe58a975fc01" providerId="LiveId" clId="{CA2E270B-B17C-4C2E-A913-4957D7691526}" dt="2025-06-13T11:49:21.416" v="318" actId="47"/>
        <pc:sldMkLst>
          <pc:docMk/>
          <pc:sldMk cId="718073192" sldId="1751"/>
        </pc:sldMkLst>
      </pc:sldChg>
      <pc:sldChg chg="del">
        <pc:chgData name="Sini Mathew" userId="3875fe58a975fc01" providerId="LiveId" clId="{CA2E270B-B17C-4C2E-A913-4957D7691526}" dt="2025-06-13T11:49:22.815" v="319" actId="47"/>
        <pc:sldMkLst>
          <pc:docMk/>
          <pc:sldMk cId="1320775382" sldId="1752"/>
        </pc:sldMkLst>
      </pc:sldChg>
      <pc:sldChg chg="del">
        <pc:chgData name="Sini Mathew" userId="3875fe58a975fc01" providerId="LiveId" clId="{CA2E270B-B17C-4C2E-A913-4957D7691526}" dt="2025-06-13T12:02:09.763" v="1216" actId="47"/>
        <pc:sldMkLst>
          <pc:docMk/>
          <pc:sldMk cId="580689768" sldId="1753"/>
        </pc:sldMkLst>
      </pc:sldChg>
      <pc:sldChg chg="del">
        <pc:chgData name="Sini Mathew" userId="3875fe58a975fc01" providerId="LiveId" clId="{CA2E270B-B17C-4C2E-A913-4957D7691526}" dt="2025-06-13T12:02:10.568" v="1217" actId="47"/>
        <pc:sldMkLst>
          <pc:docMk/>
          <pc:sldMk cId="2617795131" sldId="1754"/>
        </pc:sldMkLst>
      </pc:sldChg>
      <pc:sldChg chg="modSp add mod">
        <pc:chgData name="Sini Mathew" userId="3875fe58a975fc01" providerId="LiveId" clId="{CA2E270B-B17C-4C2E-A913-4957D7691526}" dt="2025-06-13T11:54:42.841" v="743" actId="20577"/>
        <pc:sldMkLst>
          <pc:docMk/>
          <pc:sldMk cId="2047568366" sldId="1769"/>
        </pc:sldMkLst>
        <pc:spChg chg="mod">
          <ac:chgData name="Sini Mathew" userId="3875fe58a975fc01" providerId="LiveId" clId="{CA2E270B-B17C-4C2E-A913-4957D7691526}" dt="2025-06-13T11:54:42.841" v="743" actId="20577"/>
          <ac:spMkLst>
            <pc:docMk/>
            <pc:sldMk cId="2047568366" sldId="1769"/>
            <ac:spMk id="5" creationId="{DDFCD4F0-6C74-D612-2B5A-11ADCFF83972}"/>
          </ac:spMkLst>
        </pc:spChg>
        <pc:spChg chg="mod">
          <ac:chgData name="Sini Mathew" userId="3875fe58a975fc01" providerId="LiveId" clId="{CA2E270B-B17C-4C2E-A913-4957D7691526}" dt="2025-06-13T11:51:23.691" v="463" actId="20577"/>
          <ac:spMkLst>
            <pc:docMk/>
            <pc:sldMk cId="2047568366" sldId="1769"/>
            <ac:spMk id="7" creationId="{079C1984-BB54-5602-A380-3A325547C4F9}"/>
          </ac:spMkLst>
        </pc:spChg>
      </pc:sldChg>
      <pc:sldChg chg="modSp add mod">
        <pc:chgData name="Sini Mathew" userId="3875fe58a975fc01" providerId="LiveId" clId="{CA2E270B-B17C-4C2E-A913-4957D7691526}" dt="2025-06-13T11:54:52.121" v="747" actId="20577"/>
        <pc:sldMkLst>
          <pc:docMk/>
          <pc:sldMk cId="3350194209" sldId="1770"/>
        </pc:sldMkLst>
        <pc:spChg chg="mod">
          <ac:chgData name="Sini Mathew" userId="3875fe58a975fc01" providerId="LiveId" clId="{CA2E270B-B17C-4C2E-A913-4957D7691526}" dt="2025-06-13T11:54:52.121" v="747" actId="20577"/>
          <ac:spMkLst>
            <pc:docMk/>
            <pc:sldMk cId="3350194209" sldId="1770"/>
            <ac:spMk id="5" creationId="{AB3B5405-C622-571D-967B-6F4E441E1AD3}"/>
          </ac:spMkLst>
        </pc:spChg>
        <pc:spChg chg="mod">
          <ac:chgData name="Sini Mathew" userId="3875fe58a975fc01" providerId="LiveId" clId="{CA2E270B-B17C-4C2E-A913-4957D7691526}" dt="2025-06-13T11:52:51.165" v="586" actId="20577"/>
          <ac:spMkLst>
            <pc:docMk/>
            <pc:sldMk cId="3350194209" sldId="1770"/>
            <ac:spMk id="7" creationId="{C06F7A43-EDEF-0142-47D9-B27C2E4CACF1}"/>
          </ac:spMkLst>
        </pc:spChg>
      </pc:sldChg>
      <pc:sldChg chg="modSp add mod">
        <pc:chgData name="Sini Mathew" userId="3875fe58a975fc01" providerId="LiveId" clId="{CA2E270B-B17C-4C2E-A913-4957D7691526}" dt="2025-06-13T11:55:01.328" v="751" actId="20577"/>
        <pc:sldMkLst>
          <pc:docMk/>
          <pc:sldMk cId="474953194" sldId="1771"/>
        </pc:sldMkLst>
        <pc:spChg chg="mod">
          <ac:chgData name="Sini Mathew" userId="3875fe58a975fc01" providerId="LiveId" clId="{CA2E270B-B17C-4C2E-A913-4957D7691526}" dt="2025-06-13T11:55:01.328" v="751" actId="20577"/>
          <ac:spMkLst>
            <pc:docMk/>
            <pc:sldMk cId="474953194" sldId="1771"/>
            <ac:spMk id="5" creationId="{72FFA9F4-4EE3-0E48-5E8D-02D3158AC809}"/>
          </ac:spMkLst>
        </pc:spChg>
        <pc:spChg chg="mod">
          <ac:chgData name="Sini Mathew" userId="3875fe58a975fc01" providerId="LiveId" clId="{CA2E270B-B17C-4C2E-A913-4957D7691526}" dt="2025-06-13T11:54:19.693" v="735" actId="20577"/>
          <ac:spMkLst>
            <pc:docMk/>
            <pc:sldMk cId="474953194" sldId="1771"/>
            <ac:spMk id="7" creationId="{C8164D1B-EB3D-633E-9923-85A77C70E1E2}"/>
          </ac:spMkLst>
        </pc:spChg>
      </pc:sldChg>
      <pc:sldChg chg="delSp modSp add mod">
        <pc:chgData name="Sini Mathew" userId="3875fe58a975fc01" providerId="LiveId" clId="{CA2E270B-B17C-4C2E-A913-4957D7691526}" dt="2025-06-13T12:06:51.275" v="1450" actId="20577"/>
        <pc:sldMkLst>
          <pc:docMk/>
          <pc:sldMk cId="169125880" sldId="1772"/>
        </pc:sldMkLst>
        <pc:spChg chg="del">
          <ac:chgData name="Sini Mathew" userId="3875fe58a975fc01" providerId="LiveId" clId="{CA2E270B-B17C-4C2E-A913-4957D7691526}" dt="2025-06-13T12:05:30.347" v="1426" actId="478"/>
          <ac:spMkLst>
            <pc:docMk/>
            <pc:sldMk cId="169125880" sldId="1772"/>
            <ac:spMk id="3" creationId="{8C3A728E-7EEF-9A77-B493-5693534DE880}"/>
          </ac:spMkLst>
        </pc:spChg>
        <pc:spChg chg="mod">
          <ac:chgData name="Sini Mathew" userId="3875fe58a975fc01" providerId="LiveId" clId="{CA2E270B-B17C-4C2E-A913-4957D7691526}" dt="2025-06-13T12:06:36.135" v="1445" actId="20577"/>
          <ac:spMkLst>
            <pc:docMk/>
            <pc:sldMk cId="169125880" sldId="1772"/>
            <ac:spMk id="4" creationId="{AA9A9272-F15F-11DD-217B-897C45D33652}"/>
          </ac:spMkLst>
        </pc:spChg>
        <pc:spChg chg="mod">
          <ac:chgData name="Sini Mathew" userId="3875fe58a975fc01" providerId="LiveId" clId="{CA2E270B-B17C-4C2E-A913-4957D7691526}" dt="2025-06-13T12:06:51.275" v="1450" actId="20577"/>
          <ac:spMkLst>
            <pc:docMk/>
            <pc:sldMk cId="169125880" sldId="1772"/>
            <ac:spMk id="12" creationId="{3E1ADCC4-4283-702D-DFAE-06D0F7537BB0}"/>
          </ac:spMkLst>
        </pc:spChg>
      </pc:sldChg>
      <pc:sldChg chg="delSp modSp add mod">
        <pc:chgData name="Sini Mathew" userId="3875fe58a975fc01" providerId="LiveId" clId="{CA2E270B-B17C-4C2E-A913-4957D7691526}" dt="2025-06-13T12:06:28.412" v="1443" actId="20577"/>
        <pc:sldMkLst>
          <pc:docMk/>
          <pc:sldMk cId="1287839752" sldId="1773"/>
        </pc:sldMkLst>
        <pc:spChg chg="mod">
          <ac:chgData name="Sini Mathew" userId="3875fe58a975fc01" providerId="LiveId" clId="{CA2E270B-B17C-4C2E-A913-4957D7691526}" dt="2025-06-13T12:06:23.079" v="1441" actId="20577"/>
          <ac:spMkLst>
            <pc:docMk/>
            <pc:sldMk cId="1287839752" sldId="1773"/>
            <ac:spMk id="3" creationId="{ABA171F8-044D-CA2D-AA52-C63554E5F738}"/>
          </ac:spMkLst>
        </pc:spChg>
        <pc:spChg chg="mod">
          <ac:chgData name="Sini Mathew" userId="3875fe58a975fc01" providerId="LiveId" clId="{CA2E270B-B17C-4C2E-A913-4957D7691526}" dt="2025-06-13T12:06:28.412" v="1443" actId="20577"/>
          <ac:spMkLst>
            <pc:docMk/>
            <pc:sldMk cId="1287839752" sldId="1773"/>
            <ac:spMk id="4" creationId="{0EC3D563-F3EA-F149-6DFD-43FC3A83BF09}"/>
          </ac:spMkLst>
        </pc:spChg>
        <pc:spChg chg="del">
          <ac:chgData name="Sini Mathew" userId="3875fe58a975fc01" providerId="LiveId" clId="{CA2E270B-B17C-4C2E-A913-4957D7691526}" dt="2025-06-13T12:06:08.236" v="1436" actId="478"/>
          <ac:spMkLst>
            <pc:docMk/>
            <pc:sldMk cId="1287839752" sldId="1773"/>
            <ac:spMk id="12" creationId="{60D7C2B2-B395-A2BD-EDF4-A983B8B0ABD5}"/>
          </ac:spMkLst>
        </pc:spChg>
      </pc:sldChg>
      <pc:sldChg chg="modSp add mod">
        <pc:chgData name="Sini Mathew" userId="3875fe58a975fc01" providerId="LiveId" clId="{CA2E270B-B17C-4C2E-A913-4957D7691526}" dt="2025-06-13T12:13:58.296" v="1854" actId="20577"/>
        <pc:sldMkLst>
          <pc:docMk/>
          <pc:sldMk cId="1427037526" sldId="1774"/>
        </pc:sldMkLst>
        <pc:spChg chg="mod">
          <ac:chgData name="Sini Mathew" userId="3875fe58a975fc01" providerId="LiveId" clId="{CA2E270B-B17C-4C2E-A913-4957D7691526}" dt="2025-06-13T12:13:58.296" v="1854" actId="20577"/>
          <ac:spMkLst>
            <pc:docMk/>
            <pc:sldMk cId="1427037526" sldId="1774"/>
            <ac:spMk id="6" creationId="{9A668188-738D-4E61-CAED-E846F7A5B91C}"/>
          </ac:spMkLst>
        </pc:spChg>
      </pc:sldChg>
      <pc:sldChg chg="modSp add mod">
        <pc:chgData name="Sini Mathew" userId="3875fe58a975fc01" providerId="LiveId" clId="{CA2E270B-B17C-4C2E-A913-4957D7691526}" dt="2025-06-13T12:16:33.341" v="2013" actId="20577"/>
        <pc:sldMkLst>
          <pc:docMk/>
          <pc:sldMk cId="1643493504" sldId="1775"/>
        </pc:sldMkLst>
        <pc:spChg chg="mod">
          <ac:chgData name="Sini Mathew" userId="3875fe58a975fc01" providerId="LiveId" clId="{CA2E270B-B17C-4C2E-A913-4957D7691526}" dt="2025-06-13T12:16:33.341" v="2013" actId="20577"/>
          <ac:spMkLst>
            <pc:docMk/>
            <pc:sldMk cId="1643493504" sldId="1775"/>
            <ac:spMk id="6" creationId="{E7A32D08-5792-0A8A-B4EA-9E2F57C8489C}"/>
          </ac:spMkLst>
        </pc:spChg>
      </pc:sldChg>
      <pc:sldChg chg="modSp add mod">
        <pc:chgData name="Sini Mathew" userId="3875fe58a975fc01" providerId="LiveId" clId="{CA2E270B-B17C-4C2E-A913-4957D7691526}" dt="2025-06-13T12:19:02.704" v="2181" actId="20577"/>
        <pc:sldMkLst>
          <pc:docMk/>
          <pc:sldMk cId="4254420280" sldId="1776"/>
        </pc:sldMkLst>
        <pc:spChg chg="mod">
          <ac:chgData name="Sini Mathew" userId="3875fe58a975fc01" providerId="LiveId" clId="{CA2E270B-B17C-4C2E-A913-4957D7691526}" dt="2025-06-13T12:19:02.704" v="2181" actId="20577"/>
          <ac:spMkLst>
            <pc:docMk/>
            <pc:sldMk cId="4254420280" sldId="1776"/>
            <ac:spMk id="6" creationId="{2294975D-ECB0-7F4F-3866-BD25BD1EDC92}"/>
          </ac:spMkLst>
        </pc:spChg>
      </pc:sldChg>
    </pc:docChg>
  </pc:docChgLst>
  <pc:docChgLst>
    <pc:chgData name="Sini Mathew" userId="3875fe58a975fc01" providerId="Windows Live" clId="Web-{048F6F51-4DE7-2FF5-671C-6A5D81DE4D16}"/>
    <pc:docChg chg="modSld">
      <pc:chgData name="Sini Mathew" userId="3875fe58a975fc01" providerId="Windows Live" clId="Web-{048F6F51-4DE7-2FF5-671C-6A5D81DE4D16}" dt="2025-06-16T15:28:58.006" v="1" actId="14100"/>
      <pc:docMkLst>
        <pc:docMk/>
      </pc:docMkLst>
      <pc:sldChg chg="modSp">
        <pc:chgData name="Sini Mathew" userId="3875fe58a975fc01" providerId="Windows Live" clId="Web-{048F6F51-4DE7-2FF5-671C-6A5D81DE4D16}" dt="2025-06-16T15:28:58.006" v="1" actId="14100"/>
        <pc:sldMkLst>
          <pc:docMk/>
          <pc:sldMk cId="1432198362" sldId="1403"/>
        </pc:sldMkLst>
        <pc:spChg chg="mod">
          <ac:chgData name="Sini Mathew" userId="3875fe58a975fc01" providerId="Windows Live" clId="Web-{048F6F51-4DE7-2FF5-671C-6A5D81DE4D16}" dt="2025-06-16T15:28:58.006" v="1" actId="14100"/>
          <ac:spMkLst>
            <pc:docMk/>
            <pc:sldMk cId="1432198362" sldId="1403"/>
            <ac:spMk id="6" creationId="{00B7E6C3-DC3B-BC8E-EE75-86995C7F8ADF}"/>
          </ac:spMkLst>
        </pc:spChg>
      </pc:sldChg>
    </pc:docChg>
  </pc:docChgLst>
  <pc:docChgLst>
    <pc:chgData name="Sini Mathew" userId="3875fe58a975fc01" providerId="Windows Live" clId="Web-{28B84CD1-855D-3C54-F3EF-28BA4DDD7DD5}"/>
    <pc:docChg chg="addSld delSld modSld sldOrd">
      <pc:chgData name="Sini Mathew" userId="3875fe58a975fc01" providerId="Windows Live" clId="Web-{28B84CD1-855D-3C54-F3EF-28BA4DDD7DD5}" dt="2025-06-16T15:23:24.654" v="991" actId="20577"/>
      <pc:docMkLst>
        <pc:docMk/>
      </pc:docMkLst>
      <pc:sldChg chg="modSp">
        <pc:chgData name="Sini Mathew" userId="3875fe58a975fc01" providerId="Windows Live" clId="Web-{28B84CD1-855D-3C54-F3EF-28BA4DDD7DD5}" dt="2025-06-16T14:23:28.350" v="23" actId="20577"/>
        <pc:sldMkLst>
          <pc:docMk/>
          <pc:sldMk cId="717388547" sldId="813"/>
        </pc:sldMkLst>
        <pc:spChg chg="mod">
          <ac:chgData name="Sini Mathew" userId="3875fe58a975fc01" providerId="Windows Live" clId="Web-{28B84CD1-855D-3C54-F3EF-28BA4DDD7DD5}" dt="2025-06-16T14:23:28.350" v="23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Sini Mathew" userId="3875fe58a975fc01" providerId="Windows Live" clId="Web-{28B84CD1-855D-3C54-F3EF-28BA4DDD7DD5}" dt="2025-06-16T14:28:31.767" v="106" actId="20577"/>
        <pc:sldMkLst>
          <pc:docMk/>
          <pc:sldMk cId="3717493800" sldId="821"/>
        </pc:sldMkLst>
        <pc:spChg chg="mod">
          <ac:chgData name="Sini Mathew" userId="3875fe58a975fc01" providerId="Windows Live" clId="Web-{28B84CD1-855D-3C54-F3EF-28BA4DDD7DD5}" dt="2025-06-16T14:28:31.767" v="106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28B84CD1-855D-3C54-F3EF-28BA4DDD7DD5}" dt="2025-06-16T14:51:08.770" v="571" actId="20577"/>
        <pc:sldMkLst>
          <pc:docMk/>
          <pc:sldMk cId="140346443" sldId="822"/>
        </pc:sldMkLst>
        <pc:spChg chg="mod">
          <ac:chgData name="Sini Mathew" userId="3875fe58a975fc01" providerId="Windows Live" clId="Web-{28B84CD1-855D-3C54-F3EF-28BA4DDD7DD5}" dt="2025-06-16T14:42:38.407" v="425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Windows Live" clId="Web-{28B84CD1-855D-3C54-F3EF-28BA4DDD7DD5}" dt="2025-06-16T14:51:08.770" v="571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Windows Live" clId="Web-{28B84CD1-855D-3C54-F3EF-28BA4DDD7DD5}" dt="2025-06-16T14:38:02.241" v="308" actId="1076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Sini Mathew" userId="3875fe58a975fc01" providerId="Windows Live" clId="Web-{28B84CD1-855D-3C54-F3EF-28BA4DDD7DD5}" dt="2025-06-16T14:28:37.330" v="110" actId="20577"/>
        <pc:sldMkLst>
          <pc:docMk/>
          <pc:sldMk cId="2771250690" sldId="851"/>
        </pc:sldMkLst>
        <pc:spChg chg="mod">
          <ac:chgData name="Sini Mathew" userId="3875fe58a975fc01" providerId="Windows Live" clId="Web-{28B84CD1-855D-3C54-F3EF-28BA4DDD7DD5}" dt="2025-06-16T14:28:37.330" v="110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Windows Live" clId="Web-{28B84CD1-855D-3C54-F3EF-28BA4DDD7DD5}" dt="2025-06-16T14:28:18.907" v="104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">
        <pc:chgData name="Sini Mathew" userId="3875fe58a975fc01" providerId="Windows Live" clId="Web-{28B84CD1-855D-3C54-F3EF-28BA4DDD7DD5}" dt="2025-06-16T15:03:10.062" v="749" actId="20577"/>
        <pc:sldMkLst>
          <pc:docMk/>
          <pc:sldMk cId="1416329417" sldId="949"/>
        </pc:sldMkLst>
        <pc:spChg chg="mod">
          <ac:chgData name="Sini Mathew" userId="3875fe58a975fc01" providerId="Windows Live" clId="Web-{28B84CD1-855D-3C54-F3EF-28BA4DDD7DD5}" dt="2025-06-16T15:03:10.062" v="749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28B84CD1-855D-3C54-F3EF-28BA4DDD7DD5}" dt="2025-06-16T14:47:21.511" v="524" actId="20577"/>
        <pc:sldMkLst>
          <pc:docMk/>
          <pc:sldMk cId="858007124" sldId="1277"/>
        </pc:sldMkLst>
        <pc:spChg chg="mod">
          <ac:chgData name="Sini Mathew" userId="3875fe58a975fc01" providerId="Windows Live" clId="Web-{28B84CD1-855D-3C54-F3EF-28BA4DDD7DD5}" dt="2025-06-16T14:47:21.511" v="524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Sini Mathew" userId="3875fe58a975fc01" providerId="Windows Live" clId="Web-{28B84CD1-855D-3C54-F3EF-28BA4DDD7DD5}" dt="2025-06-16T14:47:00.964" v="518" actId="1076"/>
          <ac:spMkLst>
            <pc:docMk/>
            <pc:sldMk cId="858007124" sldId="1277"/>
            <ac:spMk id="3" creationId="{DDD24EDA-CE43-82A2-B3E8-E6C307C397E9}"/>
          </ac:spMkLst>
        </pc:spChg>
      </pc:sldChg>
      <pc:sldChg chg="modSp">
        <pc:chgData name="Sini Mathew" userId="3875fe58a975fc01" providerId="Windows Live" clId="Web-{28B84CD1-855D-3C54-F3EF-28BA4DDD7DD5}" dt="2025-06-16T14:30:32.599" v="114" actId="20577"/>
        <pc:sldMkLst>
          <pc:docMk/>
          <pc:sldMk cId="1217883548" sldId="1318"/>
        </pc:sldMkLst>
        <pc:spChg chg="mod">
          <ac:chgData name="Sini Mathew" userId="3875fe58a975fc01" providerId="Windows Live" clId="Web-{28B84CD1-855D-3C54-F3EF-28BA4DDD7DD5}" dt="2025-06-16T14:30:32.599" v="114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28B84CD1-855D-3C54-F3EF-28BA4DDD7DD5}" dt="2025-06-16T14:47:16.824" v="523" actId="20577"/>
        <pc:sldMkLst>
          <pc:docMk/>
          <pc:sldMk cId="4765592" sldId="1388"/>
        </pc:sldMkLst>
        <pc:spChg chg="mod">
          <ac:chgData name="Sini Mathew" userId="3875fe58a975fc01" providerId="Windows Live" clId="Web-{28B84CD1-855D-3C54-F3EF-28BA4DDD7DD5}" dt="2025-06-16T14:47:16.824" v="523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28B84CD1-855D-3C54-F3EF-28BA4DDD7DD5}" dt="2025-06-16T15:06:21.366" v="793" actId="20577"/>
        <pc:sldMkLst>
          <pc:docMk/>
          <pc:sldMk cId="397177493" sldId="1389"/>
        </pc:sldMkLst>
        <pc:spChg chg="mod">
          <ac:chgData name="Sini Mathew" userId="3875fe58a975fc01" providerId="Windows Live" clId="Web-{28B84CD1-855D-3C54-F3EF-28BA4DDD7DD5}" dt="2025-06-16T15:04:28.268" v="761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Sini Mathew" userId="3875fe58a975fc01" providerId="Windows Live" clId="Web-{28B84CD1-855D-3C54-F3EF-28BA4DDD7DD5}" dt="2025-06-16T15:04:42.503" v="765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Sini Mathew" userId="3875fe58a975fc01" providerId="Windows Live" clId="Web-{28B84CD1-855D-3C54-F3EF-28BA4DDD7DD5}" dt="2025-06-16T15:06:21.366" v="793" actId="20577"/>
          <ac:spMkLst>
            <pc:docMk/>
            <pc:sldMk cId="397177493" sldId="1389"/>
            <ac:spMk id="6" creationId="{00B7E6C3-DC3B-BC8E-EE75-86995C7F8ADF}"/>
          </ac:spMkLst>
        </pc:spChg>
      </pc:sldChg>
      <pc:sldChg chg="modSp">
        <pc:chgData name="Sini Mathew" userId="3875fe58a975fc01" providerId="Windows Live" clId="Web-{28B84CD1-855D-3C54-F3EF-28BA4DDD7DD5}" dt="2025-06-16T15:19:26.051" v="920" actId="20577"/>
        <pc:sldMkLst>
          <pc:docMk/>
          <pc:sldMk cId="2716954731" sldId="1390"/>
        </pc:sldMkLst>
        <pc:spChg chg="mod">
          <ac:chgData name="Sini Mathew" userId="3875fe58a975fc01" providerId="Windows Live" clId="Web-{28B84CD1-855D-3C54-F3EF-28BA4DDD7DD5}" dt="2025-06-16T14:51:42.615" v="579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Sini Mathew" userId="3875fe58a975fc01" providerId="Windows Live" clId="Web-{28B84CD1-855D-3C54-F3EF-28BA4DDD7DD5}" dt="2025-06-16T15:19:26.051" v="920" actId="20577"/>
          <ac:spMkLst>
            <pc:docMk/>
            <pc:sldMk cId="2716954731" sldId="1390"/>
            <ac:spMk id="4" creationId="{729E3D05-60AB-858C-F192-3C3B913C9C54}"/>
          </ac:spMkLst>
        </pc:spChg>
        <pc:spChg chg="mod">
          <ac:chgData name="Sini Mathew" userId="3875fe58a975fc01" providerId="Windows Live" clId="Web-{28B84CD1-855D-3C54-F3EF-28BA4DDD7DD5}" dt="2025-06-16T14:51:29.692" v="576" actId="20577"/>
          <ac:spMkLst>
            <pc:docMk/>
            <pc:sldMk cId="2716954731" sldId="1390"/>
            <ac:spMk id="5" creationId="{F23B1A82-CA2E-08BD-1D0D-5AA03047C3D2}"/>
          </ac:spMkLst>
        </pc:spChg>
      </pc:sldChg>
      <pc:sldChg chg="modSp">
        <pc:chgData name="Sini Mathew" userId="3875fe58a975fc01" providerId="Windows Live" clId="Web-{28B84CD1-855D-3C54-F3EF-28BA4DDD7DD5}" dt="2025-06-16T14:49:54.564" v="556" actId="20577"/>
        <pc:sldMkLst>
          <pc:docMk/>
          <pc:sldMk cId="3559088401" sldId="1396"/>
        </pc:sldMkLst>
        <pc:spChg chg="mod">
          <ac:chgData name="Sini Mathew" userId="3875fe58a975fc01" providerId="Windows Live" clId="Web-{28B84CD1-855D-3C54-F3EF-28BA4DDD7DD5}" dt="2025-06-16T14:47:35.152" v="530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Sini Mathew" userId="3875fe58a975fc01" providerId="Windows Live" clId="Web-{28B84CD1-855D-3C54-F3EF-28BA4DDD7DD5}" dt="2025-06-16T14:48:34.014" v="541"/>
          <ac:spMkLst>
            <pc:docMk/>
            <pc:sldMk cId="3559088401" sldId="1396"/>
            <ac:spMk id="3" creationId="{5E6C56DD-ADCC-6DFD-8630-1F687B543B27}"/>
          </ac:spMkLst>
        </pc:spChg>
        <pc:spChg chg="mod">
          <ac:chgData name="Sini Mathew" userId="3875fe58a975fc01" providerId="Windows Live" clId="Web-{28B84CD1-855D-3C54-F3EF-28BA4DDD7DD5}" dt="2025-06-16T14:49:54.564" v="556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Sini Mathew" userId="3875fe58a975fc01" providerId="Windows Live" clId="Web-{28B84CD1-855D-3C54-F3EF-28BA4DDD7DD5}" dt="2025-06-16T14:48:04.997" v="532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modSp">
        <pc:chgData name="Sini Mathew" userId="3875fe58a975fc01" providerId="Windows Live" clId="Web-{28B84CD1-855D-3C54-F3EF-28BA4DDD7DD5}" dt="2025-06-16T15:09:02.544" v="806" actId="20577"/>
        <pc:sldMkLst>
          <pc:docMk/>
          <pc:sldMk cId="2451994672" sldId="1402"/>
        </pc:sldMkLst>
        <pc:spChg chg="mod">
          <ac:chgData name="Sini Mathew" userId="3875fe58a975fc01" providerId="Windows Live" clId="Web-{28B84CD1-855D-3C54-F3EF-28BA4DDD7DD5}" dt="2025-06-16T15:09:02.544" v="806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28B84CD1-855D-3C54-F3EF-28BA4DDD7DD5}" dt="2025-06-16T15:20:44.413" v="941" actId="20577"/>
        <pc:sldMkLst>
          <pc:docMk/>
          <pc:sldMk cId="1432198362" sldId="1403"/>
        </pc:sldMkLst>
        <pc:spChg chg="mod">
          <ac:chgData name="Sini Mathew" userId="3875fe58a975fc01" providerId="Windows Live" clId="Web-{28B84CD1-855D-3C54-F3EF-28BA4DDD7DD5}" dt="2025-06-16T15:20:44.413" v="941" actId="20577"/>
          <ac:spMkLst>
            <pc:docMk/>
            <pc:sldMk cId="1432198362" sldId="1403"/>
            <ac:spMk id="6" creationId="{00B7E6C3-DC3B-BC8E-EE75-86995C7F8ADF}"/>
          </ac:spMkLst>
        </pc:spChg>
      </pc:sldChg>
      <pc:sldChg chg="modSp">
        <pc:chgData name="Sini Mathew" userId="3875fe58a975fc01" providerId="Windows Live" clId="Web-{28B84CD1-855D-3C54-F3EF-28BA4DDD7DD5}" dt="2025-06-16T15:23:24.654" v="991" actId="20577"/>
        <pc:sldMkLst>
          <pc:docMk/>
          <pc:sldMk cId="2170825706" sldId="1679"/>
        </pc:sldMkLst>
        <pc:spChg chg="mod">
          <ac:chgData name="Sini Mathew" userId="3875fe58a975fc01" providerId="Windows Live" clId="Web-{28B84CD1-855D-3C54-F3EF-28BA4DDD7DD5}" dt="2025-06-16T15:23:24.654" v="991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">
        <pc:chgData name="Sini Mathew" userId="3875fe58a975fc01" providerId="Windows Live" clId="Web-{28B84CD1-855D-3C54-F3EF-28BA4DDD7DD5}" dt="2025-06-16T14:57:27.080" v="642" actId="20577"/>
        <pc:sldMkLst>
          <pc:docMk/>
          <pc:sldMk cId="3343842795" sldId="1734"/>
        </pc:sldMkLst>
        <pc:spChg chg="mod">
          <ac:chgData name="Sini Mathew" userId="3875fe58a975fc01" providerId="Windows Live" clId="Web-{28B84CD1-855D-3C54-F3EF-28BA4DDD7DD5}" dt="2025-06-16T14:57:27.080" v="642" actId="20577"/>
          <ac:spMkLst>
            <pc:docMk/>
            <pc:sldMk cId="3343842795" sldId="1734"/>
            <ac:spMk id="2" creationId="{9D96C97E-D088-823A-8D74-8B3FE4366726}"/>
          </ac:spMkLst>
        </pc:spChg>
      </pc:sldChg>
      <pc:sldChg chg="modSp">
        <pc:chgData name="Sini Mathew" userId="3875fe58a975fc01" providerId="Windows Live" clId="Web-{28B84CD1-855D-3C54-F3EF-28BA4DDD7DD5}" dt="2025-06-16T14:54:22.886" v="594" actId="20577"/>
        <pc:sldMkLst>
          <pc:docMk/>
          <pc:sldMk cId="3996198282" sldId="1735"/>
        </pc:sldMkLst>
        <pc:spChg chg="mod">
          <ac:chgData name="Sini Mathew" userId="3875fe58a975fc01" providerId="Windows Live" clId="Web-{28B84CD1-855D-3C54-F3EF-28BA4DDD7DD5}" dt="2025-06-16T14:54:22.886" v="594" actId="20577"/>
          <ac:spMkLst>
            <pc:docMk/>
            <pc:sldMk cId="3996198282" sldId="1735"/>
            <ac:spMk id="2" creationId="{38B63C6A-68B9-D5B5-FC17-961BF0258E22}"/>
          </ac:spMkLst>
        </pc:spChg>
      </pc:sldChg>
      <pc:sldChg chg="modSp">
        <pc:chgData name="Sini Mathew" userId="3875fe58a975fc01" providerId="Windows Live" clId="Web-{28B84CD1-855D-3C54-F3EF-28BA4DDD7DD5}" dt="2025-06-16T14:58:47.880" v="669" actId="20577"/>
        <pc:sldMkLst>
          <pc:docMk/>
          <pc:sldMk cId="238183944" sldId="1736"/>
        </pc:sldMkLst>
        <pc:spChg chg="mod">
          <ac:chgData name="Sini Mathew" userId="3875fe58a975fc01" providerId="Windows Live" clId="Web-{28B84CD1-855D-3C54-F3EF-28BA4DDD7DD5}" dt="2025-06-16T14:57:40.784" v="648" actId="20577"/>
          <ac:spMkLst>
            <pc:docMk/>
            <pc:sldMk cId="238183944" sldId="1736"/>
            <ac:spMk id="2" creationId="{B3890570-C7BB-88D9-9CF9-F1E2C001F921}"/>
          </ac:spMkLst>
        </pc:spChg>
        <pc:spChg chg="mod">
          <ac:chgData name="Sini Mathew" userId="3875fe58a975fc01" providerId="Windows Live" clId="Web-{28B84CD1-855D-3C54-F3EF-28BA4DDD7DD5}" dt="2025-06-16T14:58:47.880" v="669" actId="20577"/>
          <ac:spMkLst>
            <pc:docMk/>
            <pc:sldMk cId="238183944" sldId="1736"/>
            <ac:spMk id="4" creationId="{6ADC4A3A-E057-96AD-F3D7-4CD355656C7E}"/>
          </ac:spMkLst>
        </pc:spChg>
        <pc:spChg chg="mod">
          <ac:chgData name="Sini Mathew" userId="3875fe58a975fc01" providerId="Windows Live" clId="Web-{28B84CD1-855D-3C54-F3EF-28BA4DDD7DD5}" dt="2025-06-16T14:58:29.739" v="668" actId="20577"/>
          <ac:spMkLst>
            <pc:docMk/>
            <pc:sldMk cId="238183944" sldId="1736"/>
            <ac:spMk id="12" creationId="{693CBF08-A96F-CB4F-FA9C-16CD6D796E8D}"/>
          </ac:spMkLst>
        </pc:spChg>
      </pc:sldChg>
      <pc:sldChg chg="modSp">
        <pc:chgData name="Sini Mathew" userId="3875fe58a975fc01" providerId="Windows Live" clId="Web-{28B84CD1-855D-3C54-F3EF-28BA4DDD7DD5}" dt="2025-06-16T14:56:39.797" v="640" actId="20577"/>
        <pc:sldMkLst>
          <pc:docMk/>
          <pc:sldMk cId="20239705" sldId="1742"/>
        </pc:sldMkLst>
        <pc:spChg chg="mod">
          <ac:chgData name="Sini Mathew" userId="3875fe58a975fc01" providerId="Windows Live" clId="Web-{28B84CD1-855D-3C54-F3EF-28BA4DDD7DD5}" dt="2025-06-16T14:55:12.169" v="610" actId="20577"/>
          <ac:spMkLst>
            <pc:docMk/>
            <pc:sldMk cId="20239705" sldId="1742"/>
            <ac:spMk id="2" creationId="{3293E64F-D695-475E-C454-DD244BB12BE4}"/>
          </ac:spMkLst>
        </pc:spChg>
        <pc:spChg chg="mod">
          <ac:chgData name="Sini Mathew" userId="3875fe58a975fc01" providerId="Windows Live" clId="Web-{28B84CD1-855D-3C54-F3EF-28BA4DDD7DD5}" dt="2025-06-16T14:55:41.952" v="623" actId="20577"/>
          <ac:spMkLst>
            <pc:docMk/>
            <pc:sldMk cId="20239705" sldId="1742"/>
            <ac:spMk id="3" creationId="{DBDA5AA7-F994-956B-8339-161B30AB6468}"/>
          </ac:spMkLst>
        </pc:spChg>
        <pc:spChg chg="mod">
          <ac:chgData name="Sini Mathew" userId="3875fe58a975fc01" providerId="Windows Live" clId="Web-{28B84CD1-855D-3C54-F3EF-28BA4DDD7DD5}" dt="2025-06-16T14:56:39.797" v="640" actId="20577"/>
          <ac:spMkLst>
            <pc:docMk/>
            <pc:sldMk cId="20239705" sldId="1742"/>
            <ac:spMk id="5" creationId="{89C121B4-1C30-A27B-F90B-A411361893D6}"/>
          </ac:spMkLst>
        </pc:spChg>
        <pc:spChg chg="mod">
          <ac:chgData name="Sini Mathew" userId="3875fe58a975fc01" providerId="Windows Live" clId="Web-{28B84CD1-855D-3C54-F3EF-28BA4DDD7DD5}" dt="2025-06-16T14:54:49.543" v="604" actId="20577"/>
          <ac:spMkLst>
            <pc:docMk/>
            <pc:sldMk cId="20239705" sldId="1742"/>
            <ac:spMk id="7" creationId="{8F9E7F25-BFED-310D-3A5F-9CDE3312838C}"/>
          </ac:spMkLst>
        </pc:spChg>
      </pc:sldChg>
      <pc:sldChg chg="modSp">
        <pc:chgData name="Sini Mathew" userId="3875fe58a975fc01" providerId="Windows Live" clId="Web-{28B84CD1-855D-3C54-F3EF-28BA4DDD7DD5}" dt="2025-06-16T15:19:41.911" v="928" actId="20577"/>
        <pc:sldMkLst>
          <pc:docMk/>
          <pc:sldMk cId="3766626925" sldId="1747"/>
        </pc:sldMkLst>
        <pc:spChg chg="mod">
          <ac:chgData name="Sini Mathew" userId="3875fe58a975fc01" providerId="Windows Live" clId="Web-{28B84CD1-855D-3C54-F3EF-28BA4DDD7DD5}" dt="2025-06-16T14:51:50.724" v="585" actId="20577"/>
          <ac:spMkLst>
            <pc:docMk/>
            <pc:sldMk cId="3766626925" sldId="1747"/>
            <ac:spMk id="2" creationId="{F53D0454-B867-A5F9-F59A-4E3AB0C33855}"/>
          </ac:spMkLst>
        </pc:spChg>
        <pc:spChg chg="mod">
          <ac:chgData name="Sini Mathew" userId="3875fe58a975fc01" providerId="Windows Live" clId="Web-{28B84CD1-855D-3C54-F3EF-28BA4DDD7DD5}" dt="2025-06-16T14:51:25.677" v="574" actId="20577"/>
          <ac:spMkLst>
            <pc:docMk/>
            <pc:sldMk cId="3766626925" sldId="1747"/>
            <ac:spMk id="3" creationId="{3A0517E9-30DA-523D-9438-F0A32178380B}"/>
          </ac:spMkLst>
        </pc:spChg>
        <pc:spChg chg="mod">
          <ac:chgData name="Sini Mathew" userId="3875fe58a975fc01" providerId="Windows Live" clId="Web-{28B84CD1-855D-3C54-F3EF-28BA4DDD7DD5}" dt="2025-06-16T15:19:41.911" v="928" actId="20577"/>
          <ac:spMkLst>
            <pc:docMk/>
            <pc:sldMk cId="3766626925" sldId="1747"/>
            <ac:spMk id="7" creationId="{B1E73A15-1D4E-D0E2-8BF7-AE68BC5C8C23}"/>
          </ac:spMkLst>
        </pc:spChg>
      </pc:sldChg>
      <pc:sldChg chg="del">
        <pc:chgData name="Sini Mathew" userId="3875fe58a975fc01" providerId="Windows Live" clId="Web-{28B84CD1-855D-3C54-F3EF-28BA4DDD7DD5}" dt="2025-06-16T14:26:07.293" v="55"/>
        <pc:sldMkLst>
          <pc:docMk/>
          <pc:sldMk cId="2730798126" sldId="1748"/>
        </pc:sldMkLst>
      </pc:sldChg>
      <pc:sldChg chg="del">
        <pc:chgData name="Sini Mathew" userId="3875fe58a975fc01" providerId="Windows Live" clId="Web-{28B84CD1-855D-3C54-F3EF-28BA4DDD7DD5}" dt="2025-06-16T15:04:19.456" v="759"/>
        <pc:sldMkLst>
          <pc:docMk/>
          <pc:sldMk cId="1847994901" sldId="1755"/>
        </pc:sldMkLst>
      </pc:sldChg>
      <pc:sldChg chg="del">
        <pc:chgData name="Sini Mathew" userId="3875fe58a975fc01" providerId="Windows Live" clId="Web-{28B84CD1-855D-3C54-F3EF-28BA4DDD7DD5}" dt="2025-06-16T14:38:07.444" v="310"/>
        <pc:sldMkLst>
          <pc:docMk/>
          <pc:sldMk cId="2611065767" sldId="1756"/>
        </pc:sldMkLst>
      </pc:sldChg>
      <pc:sldChg chg="del">
        <pc:chgData name="Sini Mathew" userId="3875fe58a975fc01" providerId="Windows Live" clId="Web-{28B84CD1-855D-3C54-F3EF-28BA4DDD7DD5}" dt="2025-06-16T14:42:23.985" v="422"/>
        <pc:sldMkLst>
          <pc:docMk/>
          <pc:sldMk cId="2919235249" sldId="1757"/>
        </pc:sldMkLst>
      </pc:sldChg>
      <pc:sldChg chg="del">
        <pc:chgData name="Sini Mathew" userId="3875fe58a975fc01" providerId="Windows Live" clId="Web-{28B84CD1-855D-3C54-F3EF-28BA4DDD7DD5}" dt="2025-06-16T14:45:01.100" v="494"/>
        <pc:sldMkLst>
          <pc:docMk/>
          <pc:sldMk cId="3170314632" sldId="1758"/>
        </pc:sldMkLst>
      </pc:sldChg>
      <pc:sldChg chg="del">
        <pc:chgData name="Sini Mathew" userId="3875fe58a975fc01" providerId="Windows Live" clId="Web-{28B84CD1-855D-3C54-F3EF-28BA4DDD7DD5}" dt="2025-06-16T14:45:03.741" v="496"/>
        <pc:sldMkLst>
          <pc:docMk/>
          <pc:sldMk cId="3455854711" sldId="1759"/>
        </pc:sldMkLst>
      </pc:sldChg>
      <pc:sldChg chg="modSp">
        <pc:chgData name="Sini Mathew" userId="3875fe58a975fc01" providerId="Windows Live" clId="Web-{28B84CD1-855D-3C54-F3EF-28BA4DDD7DD5}" dt="2025-06-16T14:50:06.439" v="561" actId="20577"/>
        <pc:sldMkLst>
          <pc:docMk/>
          <pc:sldMk cId="2779074501" sldId="1760"/>
        </pc:sldMkLst>
        <pc:spChg chg="mod">
          <ac:chgData name="Sini Mathew" userId="3875fe58a975fc01" providerId="Windows Live" clId="Web-{28B84CD1-855D-3C54-F3EF-28BA4DDD7DD5}" dt="2025-06-16T14:50:06.439" v="561" actId="20577"/>
          <ac:spMkLst>
            <pc:docMk/>
            <pc:sldMk cId="2779074501" sldId="1760"/>
            <ac:spMk id="2" creationId="{EB3ABE3F-0689-941B-1586-7D603C216EE2}"/>
          </ac:spMkLst>
        </pc:spChg>
        <pc:spChg chg="mod">
          <ac:chgData name="Sini Mathew" userId="3875fe58a975fc01" providerId="Windows Live" clId="Web-{28B84CD1-855D-3C54-F3EF-28BA4DDD7DD5}" dt="2025-06-16T14:49:45.485" v="555" actId="20577"/>
          <ac:spMkLst>
            <pc:docMk/>
            <pc:sldMk cId="2779074501" sldId="1760"/>
            <ac:spMk id="4" creationId="{05D0BB17-4CCE-FF00-9468-BA9085C51DEC}"/>
          </ac:spMkLst>
        </pc:spChg>
        <pc:spChg chg="mod">
          <ac:chgData name="Sini Mathew" userId="3875fe58a975fc01" providerId="Windows Live" clId="Web-{28B84CD1-855D-3C54-F3EF-28BA4DDD7DD5}" dt="2025-06-16T14:49:28.125" v="553" actId="20577"/>
          <ac:spMkLst>
            <pc:docMk/>
            <pc:sldMk cId="2779074501" sldId="1760"/>
            <ac:spMk id="12" creationId="{A7577C24-7787-7213-4DA1-5B67DF6D3AD2}"/>
          </ac:spMkLst>
        </pc:spChg>
      </pc:sldChg>
      <pc:sldChg chg="del">
        <pc:chgData name="Sini Mathew" userId="3875fe58a975fc01" providerId="Windows Live" clId="Web-{28B84CD1-855D-3C54-F3EF-28BA4DDD7DD5}" dt="2025-06-16T14:52:44.320" v="587"/>
        <pc:sldMkLst>
          <pc:docMk/>
          <pc:sldMk cId="4020765564" sldId="1761"/>
        </pc:sldMkLst>
      </pc:sldChg>
      <pc:sldChg chg="modSp del">
        <pc:chgData name="Sini Mathew" userId="3875fe58a975fc01" providerId="Windows Live" clId="Web-{28B84CD1-855D-3C54-F3EF-28BA4DDD7DD5}" dt="2025-06-16T14:38:08.241" v="311"/>
        <pc:sldMkLst>
          <pc:docMk/>
          <pc:sldMk cId="3586759035" sldId="1762"/>
        </pc:sldMkLst>
        <pc:spChg chg="mod">
          <ac:chgData name="Sini Mathew" userId="3875fe58a975fc01" providerId="Windows Live" clId="Web-{28B84CD1-855D-3C54-F3EF-28BA4DDD7DD5}" dt="2025-06-16T14:32:33.026" v="169" actId="20577"/>
          <ac:spMkLst>
            <pc:docMk/>
            <pc:sldMk cId="3586759035" sldId="1762"/>
            <ac:spMk id="10" creationId="{2D5D236F-63D9-0883-453F-499BFEA885AD}"/>
          </ac:spMkLst>
        </pc:spChg>
      </pc:sldChg>
      <pc:sldChg chg="del">
        <pc:chgData name="Sini Mathew" userId="3875fe58a975fc01" providerId="Windows Live" clId="Web-{28B84CD1-855D-3C54-F3EF-28BA4DDD7DD5}" dt="2025-06-16T14:42:24.876" v="423"/>
        <pc:sldMkLst>
          <pc:docMk/>
          <pc:sldMk cId="2846401476" sldId="1763"/>
        </pc:sldMkLst>
      </pc:sldChg>
      <pc:sldChg chg="del">
        <pc:chgData name="Sini Mathew" userId="3875fe58a975fc01" providerId="Windows Live" clId="Web-{28B84CD1-855D-3C54-F3EF-28BA4DDD7DD5}" dt="2025-06-16T14:45:02.897" v="495"/>
        <pc:sldMkLst>
          <pc:docMk/>
          <pc:sldMk cId="3470077888" sldId="1764"/>
        </pc:sldMkLst>
      </pc:sldChg>
      <pc:sldChg chg="del">
        <pc:chgData name="Sini Mathew" userId="3875fe58a975fc01" providerId="Windows Live" clId="Web-{28B84CD1-855D-3C54-F3EF-28BA4DDD7DD5}" dt="2025-06-16T14:45:04.506" v="497"/>
        <pc:sldMkLst>
          <pc:docMk/>
          <pc:sldMk cId="3110100727" sldId="1765"/>
        </pc:sldMkLst>
      </pc:sldChg>
      <pc:sldChg chg="modSp">
        <pc:chgData name="Sini Mathew" userId="3875fe58a975fc01" providerId="Windows Live" clId="Web-{28B84CD1-855D-3C54-F3EF-28BA4DDD7DD5}" dt="2025-06-16T15:19:08.410" v="912" actId="20577"/>
        <pc:sldMkLst>
          <pc:docMk/>
          <pc:sldMk cId="3192769657" sldId="1766"/>
        </pc:sldMkLst>
        <pc:spChg chg="mod">
          <ac:chgData name="Sini Mathew" userId="3875fe58a975fc01" providerId="Windows Live" clId="Web-{28B84CD1-855D-3C54-F3EF-28BA4DDD7DD5}" dt="2025-06-16T14:22:39.285" v="5" actId="20577"/>
          <ac:spMkLst>
            <pc:docMk/>
            <pc:sldMk cId="3192769657" sldId="1766"/>
            <ac:spMk id="2" creationId="{E0685611-F8C0-7B58-25FF-103D1B8382DF}"/>
          </ac:spMkLst>
        </pc:spChg>
        <pc:spChg chg="mod">
          <ac:chgData name="Sini Mathew" userId="3875fe58a975fc01" providerId="Windows Live" clId="Web-{28B84CD1-855D-3C54-F3EF-28BA4DDD7DD5}" dt="2025-06-16T14:51:33.661" v="578" actId="20577"/>
          <ac:spMkLst>
            <pc:docMk/>
            <pc:sldMk cId="3192769657" sldId="1766"/>
            <ac:spMk id="5" creationId="{47C06F40-95DD-32FD-9090-4DFCCE9E7180}"/>
          </ac:spMkLst>
        </pc:spChg>
        <pc:spChg chg="mod">
          <ac:chgData name="Sini Mathew" userId="3875fe58a975fc01" providerId="Windows Live" clId="Web-{28B84CD1-855D-3C54-F3EF-28BA4DDD7DD5}" dt="2025-06-16T15:19:08.410" v="912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Sini Mathew" userId="3875fe58a975fc01" providerId="Windows Live" clId="Web-{28B84CD1-855D-3C54-F3EF-28BA4DDD7DD5}" dt="2025-06-16T15:19:54.662" v="934" actId="20577"/>
        <pc:sldMkLst>
          <pc:docMk/>
          <pc:sldMk cId="1078927608" sldId="1767"/>
        </pc:sldMkLst>
        <pc:spChg chg="mod">
          <ac:chgData name="Sini Mathew" userId="3875fe58a975fc01" providerId="Windows Live" clId="Web-{28B84CD1-855D-3C54-F3EF-28BA4DDD7DD5}" dt="2025-06-16T14:51:59.303" v="586" actId="20577"/>
          <ac:spMkLst>
            <pc:docMk/>
            <pc:sldMk cId="1078927608" sldId="1767"/>
            <ac:spMk id="2" creationId="{10BD2C32-FA8E-B66B-65E2-F34F4C28408C}"/>
          </ac:spMkLst>
        </pc:spChg>
        <pc:spChg chg="mod">
          <ac:chgData name="Sini Mathew" userId="3875fe58a975fc01" providerId="Windows Live" clId="Web-{28B84CD1-855D-3C54-F3EF-28BA4DDD7DD5}" dt="2025-06-16T15:19:54.662" v="934" actId="20577"/>
          <ac:spMkLst>
            <pc:docMk/>
            <pc:sldMk cId="1078927608" sldId="1767"/>
            <ac:spMk id="4" creationId="{64A32948-8331-B1A8-44B3-4EA959FEA778}"/>
          </ac:spMkLst>
        </pc:spChg>
        <pc:spChg chg="mod">
          <ac:chgData name="Sini Mathew" userId="3875fe58a975fc01" providerId="Windows Live" clId="Web-{28B84CD1-855D-3C54-F3EF-28BA4DDD7DD5}" dt="2025-06-16T14:51:19.786" v="573" actId="20577"/>
          <ac:spMkLst>
            <pc:docMk/>
            <pc:sldMk cId="1078927608" sldId="1767"/>
            <ac:spMk id="5" creationId="{88BBC7A2-831F-26C6-D8CB-43C1EDF716E5}"/>
          </ac:spMkLst>
        </pc:spChg>
      </pc:sldChg>
      <pc:sldChg chg="del">
        <pc:chgData name="Sini Mathew" userId="3875fe58a975fc01" providerId="Windows Live" clId="Web-{28B84CD1-855D-3C54-F3EF-28BA4DDD7DD5}" dt="2025-06-16T14:26:08.262" v="56"/>
        <pc:sldMkLst>
          <pc:docMk/>
          <pc:sldMk cId="3489054694" sldId="1768"/>
        </pc:sldMkLst>
      </pc:sldChg>
      <pc:sldChg chg="del">
        <pc:chgData name="Sini Mathew" userId="3875fe58a975fc01" providerId="Windows Live" clId="Web-{28B84CD1-855D-3C54-F3EF-28BA4DDD7DD5}" dt="2025-06-16T14:55:49.217" v="625"/>
        <pc:sldMkLst>
          <pc:docMk/>
          <pc:sldMk cId="2047568366" sldId="1769"/>
        </pc:sldMkLst>
      </pc:sldChg>
      <pc:sldChg chg="del">
        <pc:chgData name="Sini Mathew" userId="3875fe58a975fc01" providerId="Windows Live" clId="Web-{28B84CD1-855D-3C54-F3EF-28BA4DDD7DD5}" dt="2025-06-16T14:55:50.280" v="626"/>
        <pc:sldMkLst>
          <pc:docMk/>
          <pc:sldMk cId="3350194209" sldId="1770"/>
        </pc:sldMkLst>
      </pc:sldChg>
      <pc:sldChg chg="del">
        <pc:chgData name="Sini Mathew" userId="3875fe58a975fc01" providerId="Windows Live" clId="Web-{28B84CD1-855D-3C54-F3EF-28BA4DDD7DD5}" dt="2025-06-16T14:55:50.905" v="627"/>
        <pc:sldMkLst>
          <pc:docMk/>
          <pc:sldMk cId="474953194" sldId="1771"/>
        </pc:sldMkLst>
      </pc:sldChg>
      <pc:sldChg chg="del">
        <pc:chgData name="Sini Mathew" userId="3875fe58a975fc01" providerId="Windows Live" clId="Web-{28B84CD1-855D-3C54-F3EF-28BA4DDD7DD5}" dt="2025-06-16T14:58:54.037" v="671"/>
        <pc:sldMkLst>
          <pc:docMk/>
          <pc:sldMk cId="169125880" sldId="1772"/>
        </pc:sldMkLst>
      </pc:sldChg>
      <pc:sldChg chg="del">
        <pc:chgData name="Sini Mathew" userId="3875fe58a975fc01" providerId="Windows Live" clId="Web-{28B84CD1-855D-3C54-F3EF-28BA4DDD7DD5}" dt="2025-06-16T14:58:52.865" v="670"/>
        <pc:sldMkLst>
          <pc:docMk/>
          <pc:sldMk cId="1287839752" sldId="1773"/>
        </pc:sldMkLst>
      </pc:sldChg>
      <pc:sldChg chg="modSp">
        <pc:chgData name="Sini Mathew" userId="3875fe58a975fc01" providerId="Windows Live" clId="Web-{28B84CD1-855D-3C54-F3EF-28BA4DDD7DD5}" dt="2025-06-16T15:21:17.196" v="951" actId="20577"/>
        <pc:sldMkLst>
          <pc:docMk/>
          <pc:sldMk cId="1427037526" sldId="1774"/>
        </pc:sldMkLst>
        <pc:spChg chg="mod">
          <ac:chgData name="Sini Mathew" userId="3875fe58a975fc01" providerId="Windows Live" clId="Web-{28B84CD1-855D-3C54-F3EF-28BA4DDD7DD5}" dt="2025-06-16T15:21:17.196" v="951" actId="20577"/>
          <ac:spMkLst>
            <pc:docMk/>
            <pc:sldMk cId="1427037526" sldId="1774"/>
            <ac:spMk id="6" creationId="{9A668188-738D-4E61-CAED-E846F7A5B91C}"/>
          </ac:spMkLst>
        </pc:spChg>
      </pc:sldChg>
      <pc:sldChg chg="modSp">
        <pc:chgData name="Sini Mathew" userId="3875fe58a975fc01" providerId="Windows Live" clId="Web-{28B84CD1-855D-3C54-F3EF-28BA4DDD7DD5}" dt="2025-06-16T15:21:50.994" v="961" actId="20577"/>
        <pc:sldMkLst>
          <pc:docMk/>
          <pc:sldMk cId="1643493504" sldId="1775"/>
        </pc:sldMkLst>
        <pc:spChg chg="mod">
          <ac:chgData name="Sini Mathew" userId="3875fe58a975fc01" providerId="Windows Live" clId="Web-{28B84CD1-855D-3C54-F3EF-28BA4DDD7DD5}" dt="2025-06-16T15:21:50.994" v="961" actId="20577"/>
          <ac:spMkLst>
            <pc:docMk/>
            <pc:sldMk cId="1643493504" sldId="1775"/>
            <ac:spMk id="6" creationId="{E7A32D08-5792-0A8A-B4EA-9E2F57C8489C}"/>
          </ac:spMkLst>
        </pc:spChg>
      </pc:sldChg>
      <pc:sldChg chg="modSp">
        <pc:chgData name="Sini Mathew" userId="3875fe58a975fc01" providerId="Windows Live" clId="Web-{28B84CD1-855D-3C54-F3EF-28BA4DDD7DD5}" dt="2025-06-16T15:22:28.167" v="971" actId="20577"/>
        <pc:sldMkLst>
          <pc:docMk/>
          <pc:sldMk cId="4254420280" sldId="1776"/>
        </pc:sldMkLst>
        <pc:spChg chg="mod">
          <ac:chgData name="Sini Mathew" userId="3875fe58a975fc01" providerId="Windows Live" clId="Web-{28B84CD1-855D-3C54-F3EF-28BA4DDD7DD5}" dt="2025-06-16T15:22:28.167" v="971" actId="20577"/>
          <ac:spMkLst>
            <pc:docMk/>
            <pc:sldMk cId="4254420280" sldId="1776"/>
            <ac:spMk id="6" creationId="{2294975D-ECB0-7F4F-3866-BD25BD1EDC92}"/>
          </ac:spMkLst>
        </pc:spChg>
      </pc:sldChg>
      <pc:sldChg chg="modSp add replId">
        <pc:chgData name="Sini Mathew" userId="3875fe58a975fc01" providerId="Windows Live" clId="Web-{28B84CD1-855D-3C54-F3EF-28BA4DDD7DD5}" dt="2025-06-16T14:51:03.332" v="570" actId="20577"/>
        <pc:sldMkLst>
          <pc:docMk/>
          <pc:sldMk cId="985041477" sldId="1777"/>
        </pc:sldMkLst>
        <pc:spChg chg="mod">
          <ac:chgData name="Sini Mathew" userId="3875fe58a975fc01" providerId="Windows Live" clId="Web-{28B84CD1-855D-3C54-F3EF-28BA4DDD7DD5}" dt="2025-06-16T14:42:46.673" v="426" actId="20577"/>
          <ac:spMkLst>
            <pc:docMk/>
            <pc:sldMk cId="985041477" sldId="1777"/>
            <ac:spMk id="2" creationId="{EE0AE9B9-70EC-9418-DE5C-2D1D8CE88BC1}"/>
          </ac:spMkLst>
        </pc:spChg>
        <pc:spChg chg="mod">
          <ac:chgData name="Sini Mathew" userId="3875fe58a975fc01" providerId="Windows Live" clId="Web-{28B84CD1-855D-3C54-F3EF-28BA4DDD7DD5}" dt="2025-06-16T14:51:03.332" v="570" actId="20577"/>
          <ac:spMkLst>
            <pc:docMk/>
            <pc:sldMk cId="985041477" sldId="1777"/>
            <ac:spMk id="6" creationId="{84E928BC-AD3D-5CF6-3E10-F1A7DF417A52}"/>
          </ac:spMkLst>
        </pc:spChg>
        <pc:spChg chg="mod">
          <ac:chgData name="Sini Mathew" userId="3875fe58a975fc01" providerId="Windows Live" clId="Web-{28B84CD1-855D-3C54-F3EF-28BA4DDD7DD5}" dt="2025-06-16T14:37:51.522" v="305" actId="1076"/>
          <ac:spMkLst>
            <pc:docMk/>
            <pc:sldMk cId="985041477" sldId="1777"/>
            <ac:spMk id="10" creationId="{4FDB9BDA-0E06-4A07-E795-DFD2D9DAB41C}"/>
          </ac:spMkLst>
        </pc:spChg>
      </pc:sldChg>
      <pc:sldChg chg="modSp add replId">
        <pc:chgData name="Sini Mathew" userId="3875fe58a975fc01" providerId="Windows Live" clId="Web-{28B84CD1-855D-3C54-F3EF-28BA4DDD7DD5}" dt="2025-06-16T14:50:55.894" v="569" actId="20577"/>
        <pc:sldMkLst>
          <pc:docMk/>
          <pc:sldMk cId="3249649244" sldId="1778"/>
        </pc:sldMkLst>
        <pc:spChg chg="mod">
          <ac:chgData name="Sini Mathew" userId="3875fe58a975fc01" providerId="Windows Live" clId="Web-{28B84CD1-855D-3C54-F3EF-28BA4DDD7DD5}" dt="2025-06-16T14:42:54.455" v="429" actId="20577"/>
          <ac:spMkLst>
            <pc:docMk/>
            <pc:sldMk cId="3249649244" sldId="1778"/>
            <ac:spMk id="2" creationId="{734104B9-73DB-982E-7680-6299F9699078}"/>
          </ac:spMkLst>
        </pc:spChg>
        <pc:spChg chg="mod">
          <ac:chgData name="Sini Mathew" userId="3875fe58a975fc01" providerId="Windows Live" clId="Web-{28B84CD1-855D-3C54-F3EF-28BA4DDD7DD5}" dt="2025-06-16T14:50:55.894" v="569" actId="20577"/>
          <ac:spMkLst>
            <pc:docMk/>
            <pc:sldMk cId="3249649244" sldId="1778"/>
            <ac:spMk id="6" creationId="{C6C37BD8-FC59-3CF4-211C-090238D49C95}"/>
          </ac:spMkLst>
        </pc:spChg>
        <pc:spChg chg="mod">
          <ac:chgData name="Sini Mathew" userId="3875fe58a975fc01" providerId="Windows Live" clId="Web-{28B84CD1-855D-3C54-F3EF-28BA4DDD7DD5}" dt="2025-06-16T14:39:56.464" v="369" actId="14100"/>
          <ac:spMkLst>
            <pc:docMk/>
            <pc:sldMk cId="3249649244" sldId="1778"/>
            <ac:spMk id="10" creationId="{FA9F0F88-2A51-11B7-B5E7-9777F71DAA59}"/>
          </ac:spMkLst>
        </pc:spChg>
      </pc:sldChg>
      <pc:sldChg chg="modSp add replId">
        <pc:chgData name="Sini Mathew" userId="3875fe58a975fc01" providerId="Windows Live" clId="Web-{28B84CD1-855D-3C54-F3EF-28BA4DDD7DD5}" dt="2025-06-16T14:50:45.081" v="567" actId="20577"/>
        <pc:sldMkLst>
          <pc:docMk/>
          <pc:sldMk cId="3673154226" sldId="1779"/>
        </pc:sldMkLst>
        <pc:spChg chg="mod">
          <ac:chgData name="Sini Mathew" userId="3875fe58a975fc01" providerId="Windows Live" clId="Web-{28B84CD1-855D-3C54-F3EF-28BA4DDD7DD5}" dt="2025-06-16T14:43:03.736" v="432" actId="20577"/>
          <ac:spMkLst>
            <pc:docMk/>
            <pc:sldMk cId="3673154226" sldId="1779"/>
            <ac:spMk id="2" creationId="{520D6BF7-88DF-532F-EDFD-D7BD6AE644A3}"/>
          </ac:spMkLst>
        </pc:spChg>
        <pc:spChg chg="mod">
          <ac:chgData name="Sini Mathew" userId="3875fe58a975fc01" providerId="Windows Live" clId="Web-{28B84CD1-855D-3C54-F3EF-28BA4DDD7DD5}" dt="2025-06-16T14:50:45.081" v="567" actId="20577"/>
          <ac:spMkLst>
            <pc:docMk/>
            <pc:sldMk cId="3673154226" sldId="1779"/>
            <ac:spMk id="6" creationId="{A0DBF3AB-EF8D-1FF4-EDCE-645985839555}"/>
          </ac:spMkLst>
        </pc:spChg>
        <pc:spChg chg="mod">
          <ac:chgData name="Sini Mathew" userId="3875fe58a975fc01" providerId="Windows Live" clId="Web-{28B84CD1-855D-3C54-F3EF-28BA4DDD7DD5}" dt="2025-06-16T14:41:31.514" v="421" actId="14100"/>
          <ac:spMkLst>
            <pc:docMk/>
            <pc:sldMk cId="3673154226" sldId="1779"/>
            <ac:spMk id="10" creationId="{C5778549-6ECB-C31D-10CF-75169605F3E1}"/>
          </ac:spMkLst>
        </pc:spChg>
      </pc:sldChg>
      <pc:sldChg chg="modSp add replId">
        <pc:chgData name="Sini Mathew" userId="3875fe58a975fc01" providerId="Windows Live" clId="Web-{28B84CD1-855D-3C54-F3EF-28BA4DDD7DD5}" dt="2025-06-16T14:50:41.706" v="565" actId="20577"/>
        <pc:sldMkLst>
          <pc:docMk/>
          <pc:sldMk cId="3712012560" sldId="1780"/>
        </pc:sldMkLst>
        <pc:spChg chg="mod">
          <ac:chgData name="Sini Mathew" userId="3875fe58a975fc01" providerId="Windows Live" clId="Web-{28B84CD1-855D-3C54-F3EF-28BA4DDD7DD5}" dt="2025-06-16T14:43:22.112" v="437" actId="20577"/>
          <ac:spMkLst>
            <pc:docMk/>
            <pc:sldMk cId="3712012560" sldId="1780"/>
            <ac:spMk id="2" creationId="{7663BD2E-7306-88C7-9BD8-1A9A38D14216}"/>
          </ac:spMkLst>
        </pc:spChg>
        <pc:spChg chg="mod">
          <ac:chgData name="Sini Mathew" userId="3875fe58a975fc01" providerId="Windows Live" clId="Web-{28B84CD1-855D-3C54-F3EF-28BA4DDD7DD5}" dt="2025-06-16T14:50:41.706" v="565" actId="20577"/>
          <ac:spMkLst>
            <pc:docMk/>
            <pc:sldMk cId="3712012560" sldId="1780"/>
            <ac:spMk id="6" creationId="{FA346BA8-458A-5D57-02A7-0BC8ADF1601D}"/>
          </ac:spMkLst>
        </pc:spChg>
        <pc:spChg chg="mod">
          <ac:chgData name="Sini Mathew" userId="3875fe58a975fc01" providerId="Windows Live" clId="Web-{28B84CD1-855D-3C54-F3EF-28BA4DDD7DD5}" dt="2025-06-16T14:44:37.177" v="493" actId="20577"/>
          <ac:spMkLst>
            <pc:docMk/>
            <pc:sldMk cId="3712012560" sldId="1780"/>
            <ac:spMk id="10" creationId="{BF6CEB14-70C6-290A-4DA7-2707240D9589}"/>
          </ac:spMkLst>
        </pc:spChg>
      </pc:sldChg>
      <pc:sldChg chg="delSp modSp add replId">
        <pc:chgData name="Sini Mathew" userId="3875fe58a975fc01" providerId="Windows Live" clId="Web-{28B84CD1-855D-3C54-F3EF-28BA4DDD7DD5}" dt="2025-06-16T14:56:34.844" v="638" actId="20577"/>
        <pc:sldMkLst>
          <pc:docMk/>
          <pc:sldMk cId="680333822" sldId="1781"/>
        </pc:sldMkLst>
        <pc:spChg chg="del">
          <ac:chgData name="Sini Mathew" userId="3875fe58a975fc01" providerId="Windows Live" clId="Web-{28B84CD1-855D-3C54-F3EF-28BA4DDD7DD5}" dt="2025-06-16T14:55:56.593" v="628"/>
          <ac:spMkLst>
            <pc:docMk/>
            <pc:sldMk cId="680333822" sldId="1781"/>
            <ac:spMk id="3" creationId="{A7B5FF64-B3CA-510C-AF0E-90046426BC20}"/>
          </ac:spMkLst>
        </pc:spChg>
        <pc:spChg chg="mod">
          <ac:chgData name="Sini Mathew" userId="3875fe58a975fc01" providerId="Windows Live" clId="Web-{28B84CD1-855D-3C54-F3EF-28BA4DDD7DD5}" dt="2025-06-16T14:56:34.844" v="638" actId="20577"/>
          <ac:spMkLst>
            <pc:docMk/>
            <pc:sldMk cId="680333822" sldId="1781"/>
            <ac:spMk id="5" creationId="{3AFF63D5-4611-5E98-2217-BF0C27CF30C7}"/>
          </ac:spMkLst>
        </pc:spChg>
        <pc:spChg chg="mod">
          <ac:chgData name="Sini Mathew" userId="3875fe58a975fc01" providerId="Windows Live" clId="Web-{28B84CD1-855D-3C54-F3EF-28BA4DDD7DD5}" dt="2025-06-16T14:56:20.969" v="635" actId="20577"/>
          <ac:spMkLst>
            <pc:docMk/>
            <pc:sldMk cId="680333822" sldId="1781"/>
            <ac:spMk id="7" creationId="{DAEBD4B6-BC73-3560-D859-0CEA620BD920}"/>
          </ac:spMkLst>
        </pc:spChg>
      </pc:sldChg>
      <pc:sldChg chg="modSp add replId">
        <pc:chgData name="Sini Mathew" userId="3875fe58a975fc01" providerId="Windows Live" clId="Web-{28B84CD1-855D-3C54-F3EF-28BA4DDD7DD5}" dt="2025-06-16T15:01:59.965" v="742" actId="20577"/>
        <pc:sldMkLst>
          <pc:docMk/>
          <pc:sldMk cId="1879324931" sldId="1782"/>
        </pc:sldMkLst>
        <pc:spChg chg="mod">
          <ac:chgData name="Sini Mathew" userId="3875fe58a975fc01" providerId="Windows Live" clId="Web-{28B84CD1-855D-3C54-F3EF-28BA4DDD7DD5}" dt="2025-06-16T15:01:59.965" v="742" actId="20577"/>
          <ac:spMkLst>
            <pc:docMk/>
            <pc:sldMk cId="1879324931" sldId="1782"/>
            <ac:spMk id="4" creationId="{846B9605-FECA-D565-E14A-432DB76257F1}"/>
          </ac:spMkLst>
        </pc:spChg>
        <pc:spChg chg="mod">
          <ac:chgData name="Sini Mathew" userId="3875fe58a975fc01" providerId="Windows Live" clId="Web-{28B84CD1-855D-3C54-F3EF-28BA4DDD7DD5}" dt="2025-06-16T14:59:29.632" v="678" actId="20577"/>
          <ac:spMkLst>
            <pc:docMk/>
            <pc:sldMk cId="1879324931" sldId="1782"/>
            <ac:spMk id="12" creationId="{C22A0B72-CA79-1C70-6674-C49AF0E36523}"/>
          </ac:spMkLst>
        </pc:spChg>
      </pc:sldChg>
      <pc:sldChg chg="modSp add replId">
        <pc:chgData name="Sini Mathew" userId="3875fe58a975fc01" providerId="Windows Live" clId="Web-{28B84CD1-855D-3C54-F3EF-28BA4DDD7DD5}" dt="2025-06-16T15:02:08.888" v="746" actId="20577"/>
        <pc:sldMkLst>
          <pc:docMk/>
          <pc:sldMk cId="600947191" sldId="1783"/>
        </pc:sldMkLst>
        <pc:spChg chg="mod">
          <ac:chgData name="Sini Mathew" userId="3875fe58a975fc01" providerId="Windows Live" clId="Web-{28B84CD1-855D-3C54-F3EF-28BA4DDD7DD5}" dt="2025-06-16T15:02:08.888" v="746" actId="20577"/>
          <ac:spMkLst>
            <pc:docMk/>
            <pc:sldMk cId="600947191" sldId="1783"/>
            <ac:spMk id="4" creationId="{38F7A7D3-D48B-5DBF-5C06-BFF573648C9A}"/>
          </ac:spMkLst>
        </pc:spChg>
        <pc:spChg chg="mod">
          <ac:chgData name="Sini Mathew" userId="3875fe58a975fc01" providerId="Windows Live" clId="Web-{28B84CD1-855D-3C54-F3EF-28BA4DDD7DD5}" dt="2025-06-16T15:00:11.493" v="685" actId="20577"/>
          <ac:spMkLst>
            <pc:docMk/>
            <pc:sldMk cId="600947191" sldId="1783"/>
            <ac:spMk id="12" creationId="{15D1237F-E9A3-6FF5-AD25-44B9B5A95502}"/>
          </ac:spMkLst>
        </pc:spChg>
      </pc:sldChg>
      <pc:sldChg chg="modSp add replId">
        <pc:chgData name="Sini Mathew" userId="3875fe58a975fc01" providerId="Windows Live" clId="Web-{28B84CD1-855D-3C54-F3EF-28BA4DDD7DD5}" dt="2025-06-16T15:02:05.247" v="744" actId="20577"/>
        <pc:sldMkLst>
          <pc:docMk/>
          <pc:sldMk cId="693247002" sldId="1784"/>
        </pc:sldMkLst>
        <pc:spChg chg="mod">
          <ac:chgData name="Sini Mathew" userId="3875fe58a975fc01" providerId="Windows Live" clId="Web-{28B84CD1-855D-3C54-F3EF-28BA4DDD7DD5}" dt="2025-06-16T15:02:05.247" v="744" actId="20577"/>
          <ac:spMkLst>
            <pc:docMk/>
            <pc:sldMk cId="693247002" sldId="1784"/>
            <ac:spMk id="4" creationId="{140453EF-C70C-8E48-161D-27CEBB5D7016}"/>
          </ac:spMkLst>
        </pc:spChg>
        <pc:spChg chg="mod">
          <ac:chgData name="Sini Mathew" userId="3875fe58a975fc01" providerId="Windows Live" clId="Web-{28B84CD1-855D-3C54-F3EF-28BA4DDD7DD5}" dt="2025-06-16T15:01:49.559" v="741" actId="1076"/>
          <ac:spMkLst>
            <pc:docMk/>
            <pc:sldMk cId="693247002" sldId="1784"/>
            <ac:spMk id="12" creationId="{F3CE50DD-E013-C666-6EE8-2C59CE1CE7B7}"/>
          </ac:spMkLst>
        </pc:spChg>
      </pc:sldChg>
      <pc:sldChg chg="modSp add replId">
        <pc:chgData name="Sini Mathew" userId="3875fe58a975fc01" providerId="Windows Live" clId="Web-{28B84CD1-855D-3C54-F3EF-28BA4DDD7DD5}" dt="2025-06-16T15:06:11.757" v="789" actId="20577"/>
        <pc:sldMkLst>
          <pc:docMk/>
          <pc:sldMk cId="3056232215" sldId="1785"/>
        </pc:sldMkLst>
        <pc:spChg chg="mod">
          <ac:chgData name="Sini Mathew" userId="3875fe58a975fc01" providerId="Windows Live" clId="Web-{28B84CD1-855D-3C54-F3EF-28BA4DDD7DD5}" dt="2025-06-16T15:04:33.034" v="764" actId="20577"/>
          <ac:spMkLst>
            <pc:docMk/>
            <pc:sldMk cId="3056232215" sldId="1785"/>
            <ac:spMk id="2" creationId="{9ACA11EE-6BDD-DFE7-498B-F6E0FFA867A8}"/>
          </ac:spMkLst>
        </pc:spChg>
        <pc:spChg chg="mod">
          <ac:chgData name="Sini Mathew" userId="3875fe58a975fc01" providerId="Windows Live" clId="Web-{28B84CD1-855D-3C54-F3EF-28BA4DDD7DD5}" dt="2025-06-16T15:04:50.113" v="768" actId="20577"/>
          <ac:spMkLst>
            <pc:docMk/>
            <pc:sldMk cId="3056232215" sldId="1785"/>
            <ac:spMk id="5" creationId="{ED58E4E2-A0DD-5CD4-8248-58D30C8E63C8}"/>
          </ac:spMkLst>
        </pc:spChg>
        <pc:spChg chg="mod">
          <ac:chgData name="Sini Mathew" userId="3875fe58a975fc01" providerId="Windows Live" clId="Web-{28B84CD1-855D-3C54-F3EF-28BA4DDD7DD5}" dt="2025-06-16T15:06:11.757" v="789" actId="20577"/>
          <ac:spMkLst>
            <pc:docMk/>
            <pc:sldMk cId="3056232215" sldId="1785"/>
            <ac:spMk id="6" creationId="{C46E8282-7F91-02AC-3348-060BADBFF237}"/>
          </ac:spMkLst>
        </pc:spChg>
      </pc:sldChg>
      <pc:sldChg chg="modSp add replId">
        <pc:chgData name="Sini Mathew" userId="3875fe58a975fc01" providerId="Windows Live" clId="Web-{28B84CD1-855D-3C54-F3EF-28BA4DDD7DD5}" dt="2025-06-16T15:07:08.680" v="802" actId="20577"/>
        <pc:sldMkLst>
          <pc:docMk/>
          <pc:sldMk cId="1726639074" sldId="1786"/>
        </pc:sldMkLst>
        <pc:spChg chg="mod">
          <ac:chgData name="Sini Mathew" userId="3875fe58a975fc01" providerId="Windows Live" clId="Web-{28B84CD1-855D-3C54-F3EF-28BA4DDD7DD5}" dt="2025-06-16T15:07:08.680" v="802" actId="20577"/>
          <ac:spMkLst>
            <pc:docMk/>
            <pc:sldMk cId="1726639074" sldId="1786"/>
            <ac:spMk id="5" creationId="{391484F8-E0D2-E8F5-235F-48BDA383BD36}"/>
          </ac:spMkLst>
        </pc:spChg>
        <pc:spChg chg="mod">
          <ac:chgData name="Sini Mathew" userId="3875fe58a975fc01" providerId="Windows Live" clId="Web-{28B84CD1-855D-3C54-F3EF-28BA4DDD7DD5}" dt="2025-06-16T15:07:05.446" v="801" actId="20577"/>
          <ac:spMkLst>
            <pc:docMk/>
            <pc:sldMk cId="1726639074" sldId="1786"/>
            <ac:spMk id="6" creationId="{E215BF06-6109-7EF9-0A78-0B7F3B6FDD60}"/>
          </ac:spMkLst>
        </pc:spChg>
      </pc:sldChg>
      <pc:sldChg chg="modSp add replId">
        <pc:chgData name="Sini Mathew" userId="3875fe58a975fc01" providerId="Windows Live" clId="Web-{28B84CD1-855D-3C54-F3EF-28BA4DDD7DD5}" dt="2025-06-16T15:09:35.014" v="809" actId="20577"/>
        <pc:sldMkLst>
          <pc:docMk/>
          <pc:sldMk cId="3622934316" sldId="1787"/>
        </pc:sldMkLst>
        <pc:spChg chg="mod">
          <ac:chgData name="Sini Mathew" userId="3875fe58a975fc01" providerId="Windows Live" clId="Web-{28B84CD1-855D-3C54-F3EF-28BA4DDD7DD5}" dt="2025-06-16T15:09:35.014" v="809" actId="20577"/>
          <ac:spMkLst>
            <pc:docMk/>
            <pc:sldMk cId="3622934316" sldId="1787"/>
            <ac:spMk id="2" creationId="{EFEB3599-45B8-11C7-524F-B071DCE414AD}"/>
          </ac:spMkLst>
        </pc:spChg>
      </pc:sldChg>
      <pc:sldChg chg="modSp add ord replId">
        <pc:chgData name="Sini Mathew" userId="3875fe58a975fc01" providerId="Windows Live" clId="Web-{28B84CD1-855D-3C54-F3EF-28BA4DDD7DD5}" dt="2025-06-16T15:14:24.290" v="889" actId="20577"/>
        <pc:sldMkLst>
          <pc:docMk/>
          <pc:sldMk cId="2374215211" sldId="1788"/>
        </pc:sldMkLst>
        <pc:spChg chg="mod">
          <ac:chgData name="Sini Mathew" userId="3875fe58a975fc01" providerId="Windows Live" clId="Web-{28B84CD1-855D-3C54-F3EF-28BA4DDD7DD5}" dt="2025-06-16T15:09:45.811" v="813" actId="20577"/>
          <ac:spMkLst>
            <pc:docMk/>
            <pc:sldMk cId="2374215211" sldId="1788"/>
            <ac:spMk id="2" creationId="{BB05714B-AA11-4B05-CCB3-5C4B7458156D}"/>
          </ac:spMkLst>
        </pc:spChg>
        <pc:spChg chg="mod">
          <ac:chgData name="Sini Mathew" userId="3875fe58a975fc01" providerId="Windows Live" clId="Web-{28B84CD1-855D-3C54-F3EF-28BA4DDD7DD5}" dt="2025-06-16T15:14:24.290" v="889" actId="20577"/>
          <ac:spMkLst>
            <pc:docMk/>
            <pc:sldMk cId="2374215211" sldId="1788"/>
            <ac:spMk id="5" creationId="{38D12105-4609-3D02-0584-9524569291D5}"/>
          </ac:spMkLst>
        </pc:spChg>
        <pc:spChg chg="mod">
          <ac:chgData name="Sini Mathew" userId="3875fe58a975fc01" providerId="Windows Live" clId="Web-{28B84CD1-855D-3C54-F3EF-28BA4DDD7DD5}" dt="2025-06-16T15:11:58.504" v="856" actId="20577"/>
          <ac:spMkLst>
            <pc:docMk/>
            <pc:sldMk cId="2374215211" sldId="1788"/>
            <ac:spMk id="6" creationId="{E3320070-4C2D-4369-CDCF-0BF8D63BA87B}"/>
          </ac:spMkLst>
        </pc:spChg>
      </pc:sldChg>
      <pc:sldChg chg="modSp add replId">
        <pc:chgData name="Sini Mathew" userId="3875fe58a975fc01" providerId="Windows Live" clId="Web-{28B84CD1-855D-3C54-F3EF-28BA4DDD7DD5}" dt="2025-06-16T15:14:16.868" v="888" actId="20577"/>
        <pc:sldMkLst>
          <pc:docMk/>
          <pc:sldMk cId="1239366888" sldId="1789"/>
        </pc:sldMkLst>
        <pc:spChg chg="mod">
          <ac:chgData name="Sini Mathew" userId="3875fe58a975fc01" providerId="Windows Live" clId="Web-{28B84CD1-855D-3C54-F3EF-28BA4DDD7DD5}" dt="2025-06-16T15:14:16.868" v="888" actId="20577"/>
          <ac:spMkLst>
            <pc:docMk/>
            <pc:sldMk cId="1239366888" sldId="1789"/>
            <ac:spMk id="5" creationId="{640FB6BA-3FF0-8DF3-2266-E7C544CEB3BA}"/>
          </ac:spMkLst>
        </pc:spChg>
        <pc:spChg chg="mod">
          <ac:chgData name="Sini Mathew" userId="3875fe58a975fc01" providerId="Windows Live" clId="Web-{28B84CD1-855D-3C54-F3EF-28BA4DDD7DD5}" dt="2025-06-16T15:13:58.961" v="886" actId="20577"/>
          <ac:spMkLst>
            <pc:docMk/>
            <pc:sldMk cId="1239366888" sldId="1789"/>
            <ac:spMk id="6" creationId="{5B2B34EF-12AB-0A36-E099-97350A90A42F}"/>
          </ac:spMkLst>
        </pc:spChg>
      </pc:sldChg>
      <pc:sldChg chg="modSp add replId">
        <pc:chgData name="Sini Mathew" userId="3875fe58a975fc01" providerId="Windows Live" clId="Web-{28B84CD1-855D-3C54-F3EF-28BA4DDD7DD5}" dt="2025-06-16T15:15:33.871" v="900" actId="20577"/>
        <pc:sldMkLst>
          <pc:docMk/>
          <pc:sldMk cId="2593219475" sldId="1790"/>
        </pc:sldMkLst>
        <pc:spChg chg="mod">
          <ac:chgData name="Sini Mathew" userId="3875fe58a975fc01" providerId="Windows Live" clId="Web-{28B84CD1-855D-3C54-F3EF-28BA4DDD7DD5}" dt="2025-06-16T15:15:33.871" v="900" actId="20577"/>
          <ac:spMkLst>
            <pc:docMk/>
            <pc:sldMk cId="2593219475" sldId="1790"/>
            <ac:spMk id="5" creationId="{0E54265A-0728-DCB7-CE2F-EB161F0ACC9B}"/>
          </ac:spMkLst>
        </pc:spChg>
        <pc:spChg chg="mod">
          <ac:chgData name="Sini Mathew" userId="3875fe58a975fc01" providerId="Windows Live" clId="Web-{28B84CD1-855D-3C54-F3EF-28BA4DDD7DD5}" dt="2025-06-16T15:15:29.808" v="899" actId="20577"/>
          <ac:spMkLst>
            <pc:docMk/>
            <pc:sldMk cId="2593219475" sldId="1790"/>
            <ac:spMk id="6" creationId="{DE4A21D7-7403-3944-386C-7AB2825E4EAA}"/>
          </ac:spMkLst>
        </pc:spChg>
      </pc:sldChg>
      <pc:sldChg chg="modSp add replId">
        <pc:chgData name="Sini Mathew" userId="3875fe58a975fc01" providerId="Windows Live" clId="Web-{28B84CD1-855D-3C54-F3EF-28BA4DDD7DD5}" dt="2025-06-16T15:16:03.450" v="908" actId="20577"/>
        <pc:sldMkLst>
          <pc:docMk/>
          <pc:sldMk cId="482209960" sldId="1791"/>
        </pc:sldMkLst>
        <pc:spChg chg="mod">
          <ac:chgData name="Sini Mathew" userId="3875fe58a975fc01" providerId="Windows Live" clId="Web-{28B84CD1-855D-3C54-F3EF-28BA4DDD7DD5}" dt="2025-06-16T15:16:03.450" v="908" actId="20577"/>
          <ac:spMkLst>
            <pc:docMk/>
            <pc:sldMk cId="482209960" sldId="1791"/>
            <ac:spMk id="6" creationId="{7141E439-6EDB-45AD-1FE8-69020955A0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kisitch5JM?si=kwP05wr77xqzcnx" TargetMode="External"/><Relationship Id="rId2" Type="http://schemas.openxmlformats.org/officeDocument/2006/relationships/hyperlink" Target="https://youtu.be/sa7FXoHCyQI" TargetMode="Externa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3B4F11A-5246-61F4-CDCC-B144B10F3F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263951" y="620193"/>
            <a:ext cx="8804635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/>
              <a:t>Opening5 Immortal ,Invisible</a:t>
            </a:r>
          </a:p>
          <a:p>
            <a:pPr algn="ctr"/>
            <a:r>
              <a:rPr lang="en-SG"/>
              <a:t>B/A(45 )O for a thousand tongues</a:t>
            </a:r>
          </a:p>
          <a:p>
            <a:pPr algn="ctr"/>
            <a:r>
              <a:rPr lang="en-SG"/>
              <a:t>Offertory569 Whiter than snow </a:t>
            </a:r>
            <a:r>
              <a:rPr lang="en-SG">
                <a:hlinkClick r:id="rId2"/>
              </a:rPr>
              <a:t>https://youtu.be/sa7FXoHCyQI</a:t>
            </a:r>
            <a:endParaRPr lang="en-SG"/>
          </a:p>
          <a:p>
            <a:pPr algn="ctr"/>
            <a:endParaRPr lang="en-SG"/>
          </a:p>
          <a:p>
            <a:pPr algn="ctr"/>
            <a:r>
              <a:rPr lang="en-SG"/>
              <a:t>Confession Heavenly Father bless me now</a:t>
            </a:r>
          </a:p>
          <a:p>
            <a:pPr algn="ctr"/>
            <a:r>
              <a:rPr lang="en-SG">
                <a:hlinkClick r:id="rId3"/>
              </a:rPr>
              <a:t>https://youtu.be/vkisitch5JM?si=kwP05wr77xqzcnx</a:t>
            </a:r>
            <a:endParaRPr lang="en-SG"/>
          </a:p>
          <a:p>
            <a:pPr algn="ctr"/>
            <a:endParaRPr lang="en-SG"/>
          </a:p>
          <a:p>
            <a:pPr algn="ctr"/>
            <a:r>
              <a:rPr lang="en-SG"/>
              <a:t>6Tune: Forty days &amp; forty nights</a:t>
            </a:r>
          </a:p>
          <a:p>
            <a:pPr algn="ctr"/>
            <a:r>
              <a:rPr lang="en-SG"/>
              <a:t>Communion Heavenly Father bless me now</a:t>
            </a:r>
          </a:p>
          <a:p>
            <a:pPr algn="ctr"/>
            <a:r>
              <a:rPr lang="en-SG"/>
              <a:t>43Breathe on </a:t>
            </a:r>
            <a:r>
              <a:rPr lang="en-SG" err="1"/>
              <a:t>me,breath</a:t>
            </a:r>
            <a:r>
              <a:rPr lang="en-SG"/>
              <a:t> of God</a:t>
            </a:r>
          </a:p>
          <a:p>
            <a:pPr algn="ctr"/>
            <a:r>
              <a:rPr lang="en-SG"/>
              <a:t>443 Have you any room </a:t>
            </a:r>
          </a:p>
          <a:p>
            <a:pPr algn="ctr"/>
            <a:r>
              <a:rPr lang="en-SG"/>
              <a:t>582 More holiness give me</a:t>
            </a:r>
          </a:p>
          <a:p>
            <a:pPr algn="ctr"/>
            <a:r>
              <a:rPr lang="en-SG"/>
              <a:t>540 He </a:t>
            </a:r>
            <a:r>
              <a:rPr lang="en-SG" err="1"/>
              <a:t>hideth</a:t>
            </a:r>
            <a:r>
              <a:rPr lang="en-SG"/>
              <a:t> my sou</a:t>
            </a:r>
          </a:p>
          <a:p>
            <a:pPr algn="ctr"/>
            <a:r>
              <a:rPr lang="en-SG"/>
              <a:t>l608 Take time to be holy</a:t>
            </a:r>
          </a:p>
          <a:p>
            <a:pPr algn="ctr"/>
            <a:r>
              <a:rPr lang="en-SG"/>
              <a:t>Closing556 Jesus Saviour pilot me</a:t>
            </a:r>
            <a:endParaRPr lang="en-US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9F8DE-FB1A-EE60-E68A-7C0B9103CFE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A004-2D95-7189-3292-69B28774C4B9}"/>
              </a:ext>
            </a:extLst>
          </p:cNvPr>
          <p:cNvSpPr txBox="1"/>
          <p:nvPr/>
        </p:nvSpPr>
        <p:spPr>
          <a:xfrm>
            <a:off x="-2036" y="620193"/>
            <a:ext cx="157136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000"/>
              <a:t>&lt;Unison&gt;</a:t>
            </a:r>
            <a:endParaRPr lang="en-US" sz="20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Immortal, Invisible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Immortal, Invisible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51848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Immortal, invisible, God only wise,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In light inaccessible hid from our eyes,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Most blessed, most glorious, the Ancient of Days,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Almighty, victorious, thy great name we praise.</a:t>
            </a:r>
            <a:endParaRPr lang="en-US" sz="2800" b="1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Immortal, Invisible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E3D05-60AB-858C-F192-3C3B913C9C54}"/>
              </a:ext>
            </a:extLst>
          </p:cNvPr>
          <p:cNvSpPr txBox="1"/>
          <p:nvPr/>
        </p:nvSpPr>
        <p:spPr>
          <a:xfrm>
            <a:off x="51848" y="1665408"/>
            <a:ext cx="904030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u="sng" dirty="0">
                <a:latin typeface="Segoe UI"/>
                <a:ea typeface="Verdana"/>
                <a:cs typeface="Segoe UI"/>
              </a:rPr>
              <a:t>Women:</a:t>
            </a:r>
            <a:endParaRPr lang="en-SG" sz="2800" i="1" dirty="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800" dirty="0" err="1">
                <a:latin typeface="Segoe UI"/>
                <a:ea typeface="Verdana"/>
                <a:cs typeface="Segoe UI"/>
              </a:rPr>
              <a:t>Unresting</a:t>
            </a:r>
            <a:r>
              <a:rPr lang="en-SG" sz="2800" dirty="0">
                <a:latin typeface="Segoe UI"/>
                <a:ea typeface="Verdana"/>
                <a:cs typeface="Segoe UI"/>
              </a:rPr>
              <a:t>, unhasting, and silent as light,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Nor wanting, nor wasting, thou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rulest</a:t>
            </a:r>
            <a:r>
              <a:rPr lang="en-SG" sz="2800" dirty="0">
                <a:latin typeface="Segoe UI"/>
                <a:ea typeface="Verdana"/>
                <a:cs typeface="Segoe UI"/>
              </a:rPr>
              <a:t> in might;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Thy justice like mountains high soaring above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Thy clouds, which are fountains of goodness and love.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AE40-5381-8F42-0742-444E04F1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0454-B867-A5F9-F59A-4E3AB0C3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Immortal, Invisible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1B5A22C-E268-6869-AF78-342570B0634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73A15-1D4E-D0E2-8BF7-AE68BC5C8C23}"/>
              </a:ext>
            </a:extLst>
          </p:cNvPr>
          <p:cNvSpPr txBox="1"/>
          <p:nvPr/>
        </p:nvSpPr>
        <p:spPr>
          <a:xfrm>
            <a:off x="51848" y="1663809"/>
            <a:ext cx="904030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u="sng" dirty="0">
                <a:latin typeface="Segoe UI"/>
                <a:ea typeface="Verdana"/>
                <a:cs typeface="Segoe UI"/>
              </a:rPr>
              <a:t>Men:</a:t>
            </a:r>
          </a:p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To all life thou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givest</a:t>
            </a:r>
            <a:r>
              <a:rPr lang="en-SG" sz="2800" dirty="0">
                <a:latin typeface="Segoe UI"/>
                <a:ea typeface="Verdana"/>
                <a:cs typeface="Segoe UI"/>
              </a:rPr>
              <a:t>, to both great and small;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In all life thou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livest</a:t>
            </a:r>
            <a:r>
              <a:rPr lang="en-SG" sz="2800" dirty="0">
                <a:latin typeface="Segoe UI"/>
                <a:ea typeface="Verdana"/>
                <a:cs typeface="Segoe UI"/>
              </a:rPr>
              <a:t>, the true life of all;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We blossom and flourish as leaves on the tree,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And wither and perish but naught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changeth</a:t>
            </a:r>
            <a:r>
              <a:rPr lang="en-SG" sz="2800" dirty="0">
                <a:latin typeface="Segoe UI"/>
                <a:ea typeface="Verdana"/>
                <a:cs typeface="Segoe UI"/>
              </a:rPr>
              <a:t> thee.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517E9-30DA-523D-9438-F0A32178380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376662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9A9D-792D-14D3-6C05-FB07B989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2C32-FA8E-B66B-65E2-F34F4C28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Immortal, Invisible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DC9F4CA-E5BC-428B-D61B-9F47F0F7EED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BC7A2-831F-26C6-D8CB-43C1EDF716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32948-8331-B1A8-44B3-4EA959FEA778}"/>
              </a:ext>
            </a:extLst>
          </p:cNvPr>
          <p:cNvSpPr txBox="1"/>
          <p:nvPr/>
        </p:nvSpPr>
        <p:spPr>
          <a:xfrm>
            <a:off x="51848" y="1665408"/>
            <a:ext cx="904030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i="1" u="sng" dirty="0">
                <a:latin typeface="Segoe UI"/>
                <a:ea typeface="Verdana"/>
                <a:cs typeface="Segoe UI"/>
              </a:rPr>
              <a:t>Unison:</a:t>
            </a:r>
          </a:p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Great Father of glory, pure Father of light,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Thine angels adore thee, all veiling their sight;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All praise we would render, O help us to see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'Tis only the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splendor</a:t>
            </a:r>
            <a:r>
              <a:rPr lang="en-SG" sz="2800" dirty="0">
                <a:latin typeface="Segoe UI"/>
                <a:ea typeface="Verdana"/>
                <a:cs typeface="Segoe UI"/>
              </a:rPr>
              <a:t> of light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hideth</a:t>
            </a:r>
            <a:r>
              <a:rPr lang="en-SG" sz="2800" dirty="0">
                <a:latin typeface="Segoe UI"/>
                <a:ea typeface="Verdana"/>
                <a:cs typeface="Segoe UI"/>
              </a:rPr>
              <a:t> thee.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892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 dirty="0">
                <a:solidFill>
                  <a:schemeClr val="bg1"/>
                </a:solidFill>
                <a:latin typeface="Tenorite"/>
              </a:rPr>
              <a:t>Hymn 45</a:t>
            </a:r>
            <a:endParaRPr lang="en-US" sz="4400" dirty="0">
              <a:solidFill>
                <a:schemeClr val="bg1"/>
              </a:solidFill>
            </a:endParaRPr>
          </a:p>
          <a:p>
            <a:r>
              <a:rPr lang="en-SG" sz="4400" i="1" dirty="0">
                <a:solidFill>
                  <a:schemeClr val="bg1"/>
                </a:solidFill>
                <a:latin typeface="Tenorite"/>
              </a:rPr>
              <a:t>v1 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dirty="0">
                <a:latin typeface="Segoe UI"/>
                <a:cs typeface="Segoe UI"/>
              </a:rPr>
              <a:t>Thanksgiving – Hymn No </a:t>
            </a:r>
            <a:r>
              <a:rPr lang="en-SG">
                <a:latin typeface="Segoe UI"/>
                <a:cs typeface="Segoe UI"/>
              </a:rPr>
              <a:t>45; v1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010266" y="1660818"/>
            <a:ext cx="711882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Oh for a thousand tongues to sing</a:t>
            </a:r>
            <a:endParaRPr lang="en-US" dirty="0"/>
          </a:p>
          <a:p>
            <a:pPr algn="ctr"/>
            <a:r>
              <a:rPr lang="en-SG" sz="2800" dirty="0">
                <a:cs typeface="Segoe UI"/>
              </a:rPr>
              <a:t>My Great Redeemer's Praise!</a:t>
            </a:r>
          </a:p>
          <a:p>
            <a:pPr algn="ctr"/>
            <a:r>
              <a:rPr lang="en-SG" sz="2800" dirty="0">
                <a:cs typeface="Segoe UI"/>
              </a:rPr>
              <a:t>The glories of my God and King</a:t>
            </a:r>
          </a:p>
          <a:p>
            <a:pPr algn="ctr"/>
            <a:r>
              <a:rPr lang="en-SG" sz="2800" dirty="0">
                <a:cs typeface="Segoe UI"/>
              </a:rPr>
              <a:t>The triumphs of His grace!</a:t>
            </a:r>
            <a:endParaRPr lang="en-S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15934" y="1285373"/>
            <a:ext cx="6749856" cy="293652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 dirty="0">
                <a:solidFill>
                  <a:schemeClr val="bg1"/>
                </a:solidFill>
                <a:latin typeface="Tenorite"/>
              </a:rPr>
              <a:t>Hymn No 569 </a:t>
            </a:r>
            <a:endParaRPr lang="en-US" sz="44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Tenorite"/>
              </a:rPr>
              <a:t>Whiter than</a:t>
            </a:r>
            <a:endParaRPr lang="en-US" sz="280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Tenorite"/>
              </a:rPr>
              <a:t>snow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569 Whiter than Snow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1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97773" y="721001"/>
            <a:ext cx="6111292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Lord Jesus, I long to be perfectly whole;</a:t>
            </a:r>
            <a:endParaRPr lang="en-SG" sz="2600" dirty="0">
              <a:cs typeface="Segoe UI"/>
            </a:endParaRPr>
          </a:p>
          <a:p>
            <a:r>
              <a:rPr lang="en-SG" sz="2600" dirty="0">
                <a:cs typeface="Segoe UI"/>
              </a:rPr>
              <a:t>I want Thee forever to live in my soul,</a:t>
            </a:r>
          </a:p>
          <a:p>
            <a:r>
              <a:rPr lang="en-SG" sz="2600" dirty="0">
                <a:cs typeface="Segoe UI"/>
              </a:rPr>
              <a:t>Break down every idol, cast out every foe;</a:t>
            </a:r>
          </a:p>
          <a:p>
            <a:r>
              <a:rPr lang="en-SG" sz="2600" dirty="0">
                <a:cs typeface="Segoe UI"/>
              </a:rPr>
              <a:t>Now wash me, and I shall be whiter than snow.</a:t>
            </a:r>
          </a:p>
          <a:p>
            <a:endParaRPr lang="en-SG" sz="2600" dirty="0">
              <a:solidFill>
                <a:srgbClr val="000000"/>
              </a:solidFill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Whiter than snow, yes, whiter than snow;</a:t>
            </a: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Now wash me and I shall be whiter than snow!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196C4-39AF-EF56-CBEA-3A5CE6B3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E9B9-70EC-9418-DE5C-2D1D8CE8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569 Whiter than Snow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3D828E-A7B5-5FE5-07D7-EC7554CD8D40}"/>
              </a:ext>
            </a:extLst>
          </p:cNvPr>
          <p:cNvSpPr txBox="1">
            <a:spLocks/>
          </p:cNvSpPr>
          <p:nvPr/>
        </p:nvSpPr>
        <p:spPr>
          <a:xfrm>
            <a:off x="6044970" y="39353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928BC-AD3D-5CF6-3E10-F1A7DF417A5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8E8FB-E530-ABA9-3820-E7893996D5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48175" y="792737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DB9BDA-0E06-4A07-E795-DFD2D9DAB41C}"/>
              </a:ext>
            </a:extLst>
          </p:cNvPr>
          <p:cNvSpPr txBox="1"/>
          <p:nvPr/>
        </p:nvSpPr>
        <p:spPr>
          <a:xfrm>
            <a:off x="59373" y="646337"/>
            <a:ext cx="6342756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Jesus, look down from Thy throne in the skies,</a:t>
            </a:r>
            <a:endParaRPr lang="en-US" dirty="0"/>
          </a:p>
          <a:p>
            <a:r>
              <a:rPr lang="en-SG" sz="2600" dirty="0">
                <a:cs typeface="Segoe UI"/>
              </a:rPr>
              <a:t>And help me to make a complete sacrifice;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I give up myself and whatever I know,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Now wash me, and I shall be whiter than snow.</a:t>
            </a:r>
          </a:p>
          <a:p>
            <a:endParaRPr lang="en-SG" sz="2600" dirty="0">
              <a:solidFill>
                <a:srgbClr val="000000"/>
              </a:solidFill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Whiter than snow, yes, whiter than snow;</a:t>
            </a: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Now wash me and I shall be whiter than snow!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C687C27-CA1A-92E4-031D-5970251E2CD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4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802C-D165-7AF0-6326-B1597280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04B9-73DB-982E-7680-6299F969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569 Whiter than Snow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380A4F-C658-C093-52E6-B04CC5B094D4}"/>
              </a:ext>
            </a:extLst>
          </p:cNvPr>
          <p:cNvSpPr txBox="1">
            <a:spLocks/>
          </p:cNvSpPr>
          <p:nvPr/>
        </p:nvSpPr>
        <p:spPr>
          <a:xfrm>
            <a:off x="5995582" y="3603699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37BD8-FC59-3CF4-211C-090238D49C9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9EFFD-CC89-D221-C396-B953242E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771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9F0F88-2A51-11B7-B5E7-9777F71DAA59}"/>
              </a:ext>
            </a:extLst>
          </p:cNvPr>
          <p:cNvSpPr txBox="1"/>
          <p:nvPr/>
        </p:nvSpPr>
        <p:spPr>
          <a:xfrm>
            <a:off x="87595" y="695726"/>
            <a:ext cx="6019735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Lord Jesus, let nothing unholy remain,</a:t>
            </a:r>
            <a:endParaRPr lang="en-US"/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Apply Thine own blood and extract every stain;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To get this blest cleansing I all things forego;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Now wash me, and I shall be whiter than snow.</a:t>
            </a:r>
          </a:p>
          <a:p>
            <a:endParaRPr lang="en-SG" sz="2600" dirty="0">
              <a:solidFill>
                <a:srgbClr val="000000"/>
              </a:solidFill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Whiter than snow, yes, whiter than snow;</a:t>
            </a: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Now wash me and I shall be whiter than snow!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0FC0608-9460-2B10-66D1-F1D8612C66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49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3325-7B1D-02A3-3ABF-BE7ED2CB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D6BF7-88DF-532F-EDFD-D7BD6AE6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569 Whiter than Snow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6DC2EA-6433-7E30-8766-F3373EF54ACC}"/>
              </a:ext>
            </a:extLst>
          </p:cNvPr>
          <p:cNvSpPr txBox="1">
            <a:spLocks/>
          </p:cNvSpPr>
          <p:nvPr/>
        </p:nvSpPr>
        <p:spPr>
          <a:xfrm>
            <a:off x="5995581" y="3476700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BF3AB-EF8D-1FF4-EDCE-64598583955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4 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14E9D-D603-2EEB-FFE1-41791409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48175" y="644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78549-6ECB-C31D-10CF-75169605F3E1}"/>
              </a:ext>
            </a:extLst>
          </p:cNvPr>
          <p:cNvSpPr txBox="1"/>
          <p:nvPr/>
        </p:nvSpPr>
        <p:spPr>
          <a:xfrm>
            <a:off x="101707" y="646337"/>
            <a:ext cx="6218517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Lord Jesus, for this I most humbly entreat,</a:t>
            </a:r>
            <a:endParaRPr lang="en-US" dirty="0">
              <a:solidFill>
                <a:srgbClr val="000000"/>
              </a:solidFill>
              <a:cs typeface="Segoe UI"/>
            </a:endParaRP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I wait, blessed Lord, at Thy crucified feet;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By faith, for my cleansing, I see Thy blood flow;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Now wash me, and I shall be whiter than snow.</a:t>
            </a:r>
          </a:p>
          <a:p>
            <a:endParaRPr lang="en-SG" sz="2600" dirty="0">
              <a:solidFill>
                <a:srgbClr val="000000"/>
              </a:solidFill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Whiter than snow, yes, whiter than snow;</a:t>
            </a: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Now wash me and I shall be whiter than snow!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5A98698-4136-D94D-6B86-5FF12F6CD64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15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9945-83D2-B7BF-8D4B-F1C96A7F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D2E-7306-88C7-9BD8-1A9A38D1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569 Whiter than Snow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E72AAB-E267-95E3-4DC6-BF4C19F5AF94}"/>
              </a:ext>
            </a:extLst>
          </p:cNvPr>
          <p:cNvSpPr txBox="1">
            <a:spLocks/>
          </p:cNvSpPr>
          <p:nvPr/>
        </p:nvSpPr>
        <p:spPr>
          <a:xfrm>
            <a:off x="5981470" y="3455533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46BA8-458A-5D57-02A7-0BC8ADF160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5 of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67C05-4E69-7E5E-ACB0-ACC7026F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83452" y="701014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6CEB14-70C6-290A-4DA7-2707240D9589}"/>
              </a:ext>
            </a:extLst>
          </p:cNvPr>
          <p:cNvSpPr txBox="1"/>
          <p:nvPr/>
        </p:nvSpPr>
        <p:spPr>
          <a:xfrm>
            <a:off x="59373" y="646337"/>
            <a:ext cx="6218517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Lord Jesus, Thou </a:t>
            </a:r>
            <a:r>
              <a:rPr lang="en-SG" sz="2600" dirty="0" err="1"/>
              <a:t>seest</a:t>
            </a:r>
            <a:r>
              <a:rPr lang="en-SG" sz="2600" dirty="0"/>
              <a:t> I patiently wait,</a:t>
            </a:r>
            <a:endParaRPr lang="en-US" dirty="0">
              <a:solidFill>
                <a:srgbClr val="000000"/>
              </a:solidFill>
              <a:cs typeface="Segoe UI"/>
            </a:endParaRP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Come now, and within me a new heart create;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To those who have sought Thee, Thou never </a:t>
            </a:r>
            <a:r>
              <a:rPr lang="en-SG" sz="2600" dirty="0" err="1">
                <a:solidFill>
                  <a:srgbClr val="000000"/>
                </a:solidFill>
                <a:cs typeface="Segoe UI"/>
              </a:rPr>
              <a:t>saidst</a:t>
            </a:r>
            <a:r>
              <a:rPr lang="en-SG" sz="2600" dirty="0">
                <a:solidFill>
                  <a:srgbClr val="000000"/>
                </a:solidFill>
                <a:cs typeface="Segoe UI"/>
              </a:rPr>
              <a:t> "No":</a:t>
            </a:r>
          </a:p>
          <a:p>
            <a:r>
              <a:rPr lang="en-SG" sz="2600" dirty="0">
                <a:solidFill>
                  <a:srgbClr val="000000"/>
                </a:solidFill>
                <a:cs typeface="Segoe UI"/>
              </a:rPr>
              <a:t>Now wash me, and I shall be whiter than snow.</a:t>
            </a:r>
          </a:p>
          <a:p>
            <a:endParaRPr lang="en-SG" sz="2600" dirty="0">
              <a:solidFill>
                <a:srgbClr val="000000"/>
              </a:solidFill>
              <a:cs typeface="Segoe UI"/>
            </a:endParaRP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Whiter than snow, yes, whiter than snow;</a:t>
            </a:r>
          </a:p>
          <a:p>
            <a:r>
              <a:rPr lang="en-SG" sz="2600" i="1" dirty="0">
                <a:solidFill>
                  <a:srgbClr val="FF0000"/>
                </a:solidFill>
                <a:cs typeface="Segoe UI"/>
              </a:rPr>
              <a:t>Now wash me and I shall be whiter than snow!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3D901EB-47E8-D4FB-BA22-D19939A1D8B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12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Confession – Heavenly Father, Bless Me Now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665235"/>
            <a:ext cx="730197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Heavenly Father, bless me now;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At the cross of Christ I bow;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Take my guilt and grief away,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Hear and heal me now, I pray.</a:t>
            </a:r>
            <a:endParaRPr lang="en-SG" sz="2800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 : 1 of 1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D5DF-FA89-7837-0B24-ADB6FA730AD2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Heavenly Father, Bless Me Now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Heavenly Father, Bless Me Now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2</a:t>
            </a:r>
            <a:endParaRPr lang="en-SG" sz="1400" dirty="0"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1750047" y="681848"/>
            <a:ext cx="563552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/>
              <a:t>Heavenly Father, bless me now;</a:t>
            </a:r>
            <a:br>
              <a:rPr lang="en-SG" sz="2800" dirty="0"/>
            </a:br>
            <a:r>
              <a:rPr lang="en-SG" sz="2800" dirty="0"/>
              <a:t>At the cross of Christ I bow;</a:t>
            </a:r>
            <a:br>
              <a:rPr lang="en-SG" sz="2800" dirty="0"/>
            </a:br>
            <a:r>
              <a:rPr lang="en-SG" sz="2800" dirty="0"/>
              <a:t>Take my guilt and grief away,</a:t>
            </a:r>
            <a:br>
              <a:rPr lang="en-SG" sz="2800" dirty="0">
                <a:cs typeface="Segoe UI"/>
              </a:rPr>
            </a:br>
            <a:r>
              <a:rPr lang="en-SG" sz="2800" dirty="0"/>
              <a:t>Hear and heal me now, I pray.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C56DD-ADCC-6DFD-8630-1F687B543B27}"/>
              </a:ext>
            </a:extLst>
          </p:cNvPr>
          <p:cNvSpPr/>
          <p:nvPr/>
        </p:nvSpPr>
        <p:spPr>
          <a:xfrm>
            <a:off x="1590815" y="2898012"/>
            <a:ext cx="620093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Now, O Lord, this very hour,</a:t>
            </a:r>
            <a:br>
              <a:rPr lang="en-SG" sz="2800" dirty="0">
                <a:solidFill>
                  <a:srgbClr val="000000"/>
                </a:solidFill>
                <a:latin typeface="Segoe UI"/>
                <a:ea typeface="Verdana"/>
              </a:rPr>
            </a:b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Send Thy grace and show Thy power;</a:t>
            </a:r>
            <a:br>
              <a:rPr lang="en-SG" sz="2800" dirty="0">
                <a:solidFill>
                  <a:srgbClr val="000000"/>
                </a:solidFill>
                <a:latin typeface="Segoe UI"/>
                <a:ea typeface="Verdana"/>
              </a:rPr>
            </a:b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While I rest upon Thy word;</a:t>
            </a:r>
            <a:br>
              <a:rPr lang="en-SG" sz="2800" dirty="0">
                <a:solidFill>
                  <a:srgbClr val="000000"/>
                </a:solidFill>
                <a:latin typeface="Segoe UI"/>
                <a:ea typeface="Verdana"/>
              </a:rPr>
            </a:b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Come, and bless me now, O Lord!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40D9-2F95-C9BA-7F47-E351E052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BE3F-0689-941B-1586-7D603C21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Heavenly Father, Bless Me Now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CDB83B5-DD8B-9C3B-762A-932C4FCD0E9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0BB17-4CCE-FF00-9468-BA9085C51DE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2</a:t>
            </a:r>
            <a:endParaRPr lang="en-SG" sz="1400" dirty="0">
              <a:cs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77C24-7787-7213-4DA1-5B67DF6D3AD2}"/>
              </a:ext>
            </a:extLst>
          </p:cNvPr>
          <p:cNvSpPr/>
          <p:nvPr/>
        </p:nvSpPr>
        <p:spPr>
          <a:xfrm>
            <a:off x="1562119" y="775263"/>
            <a:ext cx="6025500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Mercy now, O Lord, I plead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In this hour of utter need;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Turn me not away </a:t>
            </a:r>
            <a:r>
              <a:rPr lang="en-SG" sz="2800" err="1">
                <a:latin typeface="Segoe UI"/>
                <a:ea typeface="Verdana"/>
                <a:cs typeface="Segoe UI"/>
              </a:rPr>
              <a:t>unblest</a:t>
            </a:r>
            <a:r>
              <a:rPr lang="en-SG" sz="2800" dirty="0">
                <a:latin typeface="Segoe UI"/>
                <a:ea typeface="Verdana"/>
                <a:cs typeface="Segoe UI"/>
              </a:rPr>
              <a:t>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Calm my anguish into rest.</a:t>
            </a:r>
            <a:endParaRPr lang="en-US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O Thou loving, blessed One,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Rising o’er me like the sun,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Light and life art Thou within;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Saviour, Thou, from every sin!</a:t>
            </a:r>
            <a:endParaRPr lang="en-SG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9074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5BFD-03C3-4CF7-B5CE-B801F4CC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3C6A-68B9-D5B5-FC17-961BF025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Hymn No 43 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961C-FAC0-1B00-C07D-5BF516583F7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5649431E-7F72-6BBF-EAC3-31F6FE97E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6198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600E-CD2F-E4D1-B70C-1A437204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E64F-D695-475E-C454-DD244BB1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Hymn No 43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114476A-AB81-C034-90AA-C81375CC9BD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E7F25-BFED-310D-3A5F-9CDE3312838C}"/>
              </a:ext>
            </a:extLst>
          </p:cNvPr>
          <p:cNvSpPr txBox="1"/>
          <p:nvPr/>
        </p:nvSpPr>
        <p:spPr>
          <a:xfrm>
            <a:off x="160256" y="80203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Breathe on me, Breath of God,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Fill me with life anew,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That I may love what Thou dost love,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And do what Thou would do.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121B4-1C30-A27B-F90B-A411361893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1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A5AA7-F994-956B-8339-161B30AB6468}"/>
              </a:ext>
            </a:extLst>
          </p:cNvPr>
          <p:cNvSpPr txBox="1"/>
          <p:nvPr/>
        </p:nvSpPr>
        <p:spPr>
          <a:xfrm>
            <a:off x="599066" y="3107286"/>
            <a:ext cx="8186048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Breathe on me, Breath of God,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Until my heart is pure,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Until my will is one with Thine,</a:t>
            </a:r>
            <a:endParaRPr lang="en-US" sz="2800" dirty="0">
              <a:latin typeface="Segoe UI"/>
              <a:ea typeface="Verdana"/>
              <a:cs typeface="Segoe UI"/>
            </a:endParaRPr>
          </a:p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To do and to endure.</a:t>
            </a:r>
            <a:endParaRPr lang="en-SG" sz="2800" i="1" dirty="0">
              <a:latin typeface="Segoe UI"/>
              <a:cs typeface="Segoe UI"/>
            </a:endParaRPr>
          </a:p>
          <a:p>
            <a:pPr algn="ctr"/>
            <a:endParaRPr lang="en-SG" sz="28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9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EB10-26EB-94B2-B20E-98BD71B6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1A9B-F864-0DFC-877B-85AC8947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</a:t>
            </a:r>
            <a:r>
              <a:rPr lang="en-US" dirty="0">
                <a:cs typeface="Segoe UI"/>
              </a:rPr>
              <a:t>Hymn No 43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A041AFD-F263-41EC-EF29-ADCAAEDF232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BD4B6-BC73-3560-D859-0CEA620BD920}"/>
              </a:ext>
            </a:extLst>
          </p:cNvPr>
          <p:cNvSpPr txBox="1"/>
          <p:nvPr/>
        </p:nvSpPr>
        <p:spPr>
          <a:xfrm>
            <a:off x="-181" y="760315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Breathe on me, Breath of God,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Till I am </a:t>
            </a:r>
            <a:r>
              <a:rPr lang="en-SG" sz="2800" err="1">
                <a:latin typeface="Segoe UI"/>
                <a:ea typeface="Verdana"/>
                <a:cs typeface="Segoe UI"/>
              </a:rPr>
              <a:t>whol-ly</a:t>
            </a:r>
            <a:r>
              <a:rPr lang="en-SG" sz="2800" dirty="0">
                <a:latin typeface="Segoe UI"/>
                <a:ea typeface="Verdana"/>
                <a:cs typeface="Segoe UI"/>
              </a:rPr>
              <a:t> Thine, 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Un-</a:t>
            </a:r>
            <a:r>
              <a:rPr lang="en-SG" sz="2800" err="1">
                <a:latin typeface="Segoe UI"/>
                <a:ea typeface="Verdana"/>
                <a:cs typeface="Segoe UI"/>
              </a:rPr>
              <a:t>til</a:t>
            </a:r>
            <a:r>
              <a:rPr lang="en-SG" sz="2800" dirty="0">
                <a:latin typeface="Segoe UI"/>
                <a:ea typeface="Verdana"/>
                <a:cs typeface="Segoe UI"/>
              </a:rPr>
              <a:t> this earth-</a:t>
            </a:r>
            <a:r>
              <a:rPr lang="en-SG" sz="2800" err="1">
                <a:latin typeface="Segoe UI"/>
                <a:ea typeface="Verdana"/>
                <a:cs typeface="Segoe UI"/>
              </a:rPr>
              <a:t>ly</a:t>
            </a:r>
            <a:r>
              <a:rPr lang="en-SG" sz="2800">
                <a:latin typeface="Segoe UI"/>
                <a:ea typeface="Verdana"/>
                <a:cs typeface="Segoe UI"/>
              </a:rPr>
              <a:t> part of me </a:t>
            </a:r>
          </a:p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Glows with Thy fire di-vine.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63D5-4611-5E98-2217-BF0C27CF30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2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04DEB-1408-CA0D-6A4D-3ECD65045186}"/>
              </a:ext>
            </a:extLst>
          </p:cNvPr>
          <p:cNvSpPr txBox="1"/>
          <p:nvPr/>
        </p:nvSpPr>
        <p:spPr>
          <a:xfrm>
            <a:off x="225597" y="2975759"/>
            <a:ext cx="898374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Segoe UI"/>
                <a:ea typeface="Verdana"/>
                <a:cs typeface="Segoe UI"/>
              </a:rPr>
              <a:t>Breathe on me, Breath of God,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so shall I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nev</a:t>
            </a:r>
            <a:r>
              <a:rPr lang="en-SG" sz="2800" dirty="0">
                <a:latin typeface="Segoe UI"/>
                <a:ea typeface="Verdana"/>
                <a:cs typeface="Segoe UI"/>
              </a:rPr>
              <a:t>-er die,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But live with Thee the per-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fect</a:t>
            </a:r>
            <a:r>
              <a:rPr lang="en-SG" sz="2800" dirty="0">
                <a:latin typeface="Segoe UI"/>
                <a:ea typeface="Verdana"/>
                <a:cs typeface="Segoe UI"/>
              </a:rPr>
              <a:t> life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Of Thine e-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ter</a:t>
            </a:r>
            <a:r>
              <a:rPr lang="en-SG" sz="2800" dirty="0">
                <a:latin typeface="Segoe UI"/>
                <a:ea typeface="Verdana"/>
                <a:cs typeface="Segoe UI"/>
              </a:rPr>
              <a:t>-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ni</a:t>
            </a:r>
            <a:r>
              <a:rPr lang="en-SG" sz="2800" dirty="0">
                <a:latin typeface="Segoe UI"/>
                <a:ea typeface="Verdana"/>
                <a:cs typeface="Segoe UI"/>
              </a:rPr>
              <a:t>-ty.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80333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CBAD-673B-EB18-FF47-199C96A6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C97E-D088-823A-8D74-8B3FE4366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Hymn No 443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05162-5C65-41B5-E5B0-257EA751F21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5D09D94-75BC-573D-9E9A-51D04BD57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842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BBAD-BD50-0F90-9E40-4B1F98E3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0570-C7BB-88D9-9CF9-F1E2C00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443</a:t>
            </a:r>
            <a:endParaRPr lang="en-US" sz="2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98EED27-A5C4-B31A-C73F-A57F0F85CFF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C4A3A-E057-96AD-F3D7-4CD355656C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CBF08-A96F-CB4F-FA9C-16CD6D796E8D}"/>
              </a:ext>
            </a:extLst>
          </p:cNvPr>
          <p:cNvSpPr/>
          <p:nvPr/>
        </p:nvSpPr>
        <p:spPr>
          <a:xfrm>
            <a:off x="349848" y="868591"/>
            <a:ext cx="8435929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Have you any room for Jesus,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 who bore your load of sin?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As He knocks and asks admission,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Sinner, will you let Him in?</a:t>
            </a:r>
            <a:endParaRPr lang="en-US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Room for Jesus, King of Glory!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Hasten now, His Word obey.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Swing the heart’s door widely open;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Bid Him enter while you may.</a:t>
            </a:r>
          </a:p>
        </p:txBody>
      </p:sp>
    </p:spTree>
    <p:extLst>
      <p:ext uri="{BB962C8B-B14F-4D97-AF65-F5344CB8AC3E}">
        <p14:creationId xmlns:p14="http://schemas.microsoft.com/office/powerpoint/2010/main" val="238183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57C3-3FAB-C497-8D76-CC095071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89AA-0377-8574-E236-EA7409B9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443</a:t>
            </a:r>
            <a:endParaRPr lang="en-US" sz="2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C1373F-EC2E-694F-23A7-885103F03CE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B9605-FECA-D565-E14A-432DB76257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2 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A0B72-CA79-1C70-6674-C49AF0E36523}"/>
              </a:ext>
            </a:extLst>
          </p:cNvPr>
          <p:cNvSpPr/>
          <p:nvPr/>
        </p:nvSpPr>
        <p:spPr>
          <a:xfrm>
            <a:off x="349848" y="868591"/>
            <a:ext cx="8435929" cy="39497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Room for pleasure, room for business;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But for Christ, the Crucified,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Not a place that He can enter,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In the heart for which He died?</a:t>
            </a:r>
            <a:endParaRPr lang="en-US" sz="2800" dirty="0">
              <a:latin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Room for Jesus, King of Glory!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Hasten now, His Word obey.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Swing the heart’s door widely open;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Bid Him enter while you may.</a:t>
            </a:r>
          </a:p>
        </p:txBody>
      </p:sp>
    </p:spTree>
    <p:extLst>
      <p:ext uri="{BB962C8B-B14F-4D97-AF65-F5344CB8AC3E}">
        <p14:creationId xmlns:p14="http://schemas.microsoft.com/office/powerpoint/2010/main" val="1879324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0933-9D93-31F4-3C70-118F01CA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466B-7E31-2816-5ED0-6BFB6002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443</a:t>
            </a:r>
            <a:endParaRPr lang="en-US" sz="2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2BBFD1-AE49-771E-EBC2-98A8832164F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453EF-C70C-8E48-161D-27CEBB5D701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3 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E50DD-E013-C666-6EE8-2C59CE1CE7B7}"/>
              </a:ext>
            </a:extLst>
          </p:cNvPr>
          <p:cNvSpPr/>
          <p:nvPr/>
        </p:nvSpPr>
        <p:spPr>
          <a:xfrm>
            <a:off x="349848" y="835461"/>
            <a:ext cx="8435929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Have you any time for Jesus,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As in grace He calls again?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Oh, "today" is "time accepted",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Tomorrow you may call in vain.</a:t>
            </a:r>
          </a:p>
          <a:p>
            <a:pPr algn="ctr"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Room for Jesus, King of Glory!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Hasten now, His Word obey.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Swing the heart’s door widely open;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Bid Him enter while you may.</a:t>
            </a:r>
          </a:p>
        </p:txBody>
      </p:sp>
    </p:spTree>
    <p:extLst>
      <p:ext uri="{BB962C8B-B14F-4D97-AF65-F5344CB8AC3E}">
        <p14:creationId xmlns:p14="http://schemas.microsoft.com/office/powerpoint/2010/main" val="693247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6829-9FAD-2C11-2FC6-1388E255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6468-54AD-60CD-15B4-D24CAE9F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443</a:t>
            </a:r>
            <a:endParaRPr lang="en-US" sz="2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5BB32B6-26AC-244D-3B2C-35029BBA3F5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7A7D3-D48B-5DBF-5C06-BFF573648C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4 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D1237F-E9A3-6FF5-AD25-44B9B5A95502}"/>
              </a:ext>
            </a:extLst>
          </p:cNvPr>
          <p:cNvSpPr/>
          <p:nvPr/>
        </p:nvSpPr>
        <p:spPr>
          <a:xfrm>
            <a:off x="349848" y="868591"/>
            <a:ext cx="8435929" cy="39497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Room and time now give to Jesus;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Soon will pass God’s day of grace -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Soon your heart left cold and silent,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And your Savior’s pleading cease.</a:t>
            </a:r>
            <a:endParaRPr lang="en-US" sz="2800" dirty="0">
              <a:latin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Room for Jesus, King of Glory!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Hasten now, His Word obey.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Swing the heart’s door widely open;</a:t>
            </a:r>
            <a:br>
              <a:rPr lang="en-SG" sz="2600" i="1" dirty="0"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Bid Him enter while you may.</a:t>
            </a:r>
          </a:p>
        </p:txBody>
      </p:sp>
    </p:spTree>
    <p:extLst>
      <p:ext uri="{BB962C8B-B14F-4D97-AF65-F5344CB8AC3E}">
        <p14:creationId xmlns:p14="http://schemas.microsoft.com/office/powerpoint/2010/main" val="600947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Hymn No 582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582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97272" y="959405"/>
            <a:ext cx="874945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More holiness give me,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strivings within,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patience in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suff’ring</a:t>
            </a:r>
            <a:r>
              <a:rPr lang="en-SG" sz="2800" dirty="0">
                <a:latin typeface="Segoe UI"/>
                <a:ea typeface="Verdana"/>
                <a:cs typeface="Segoe UI"/>
              </a:rPr>
              <a:t>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sorrow for sin,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faith in my Savior,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sense of His care,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joy in His service,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purpose in prayer.</a:t>
            </a:r>
            <a:endParaRPr lang="en-US" sz="2800" dirty="0"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1E5E-83AE-FE85-5E11-AA3DC261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A11EE-6BDD-DFE7-498B-F6E0FFA8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582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42195-E2CF-683F-CE69-49CC4358CC7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8E4E2-A0DD-5CD4-8248-58D30C8E63C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 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E8282-7F91-02AC-3348-060BADBFF237}"/>
              </a:ext>
            </a:extLst>
          </p:cNvPr>
          <p:cNvSpPr/>
          <p:nvPr/>
        </p:nvSpPr>
        <p:spPr>
          <a:xfrm>
            <a:off x="197272" y="959405"/>
            <a:ext cx="874945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More gratitude give me,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trust in the Lord,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zeal for His glory,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hope in His word,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tears for His sorrows,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pain at His grief,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meekness in trial,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praise for relief.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56232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B0B53-5A34-77E6-55B3-6CE9B915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B4A4-95F5-F43C-F6CB-A47B289F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582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892F-8A3A-C108-46BB-C16B248124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484F8-E0D2-E8F5-235F-48BDA383BD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 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5BF06-6109-7EF9-0A78-0B7F3B6FDD60}"/>
              </a:ext>
            </a:extLst>
          </p:cNvPr>
          <p:cNvSpPr/>
          <p:nvPr/>
        </p:nvSpPr>
        <p:spPr>
          <a:xfrm>
            <a:off x="197272" y="959405"/>
            <a:ext cx="874945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More purity give me,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strength to </a:t>
            </a:r>
            <a:r>
              <a:rPr lang="en-SG" sz="2800" err="1">
                <a:latin typeface="Segoe UI"/>
                <a:ea typeface="Verdana"/>
                <a:cs typeface="Segoe UI"/>
              </a:rPr>
              <a:t>o’ercome</a:t>
            </a:r>
            <a:r>
              <a:rPr lang="en-SG" sz="2800" dirty="0">
                <a:latin typeface="Segoe UI"/>
                <a:ea typeface="Verdana"/>
                <a:cs typeface="Segoe UI"/>
              </a:rPr>
              <a:t>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freedom from earth-stains,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longing for home.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fit for the kingdom,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used would I be,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 blessed and holy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More, Savior, like thee.</a:t>
            </a:r>
            <a:endParaRPr lang="en-US" sz="280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26639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400" dirty="0">
                <a:solidFill>
                  <a:prstClr val="white"/>
                </a:solidFill>
                <a:cs typeface="Segoe UI"/>
              </a:rPr>
              <a:t>Hymn No 540</a:t>
            </a:r>
            <a:endParaRPr lang="en-US" sz="2400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BFB8-7DA9-C068-B917-F2F24235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14B-AA11-4B05-CCB3-5C4B745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A5C34-F424-C660-DA1F-E52C8D69E1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12105-4609-3D02-0584-9524569291D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1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20070-4C2D-4369-CDCF-0BF8D63BA87B}"/>
              </a:ext>
            </a:extLst>
          </p:cNvPr>
          <p:cNvSpPr/>
          <p:nvPr/>
        </p:nvSpPr>
        <p:spPr>
          <a:xfrm>
            <a:off x="197272" y="694361"/>
            <a:ext cx="8749455" cy="43191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A wonderful Savior is Jesus my Lord,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 wonderful Savior to me;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hideth</a:t>
            </a:r>
            <a:r>
              <a:rPr lang="en-SG" sz="2800" dirty="0">
                <a:latin typeface="Segoe UI"/>
                <a:ea typeface="Verdana"/>
                <a:cs typeface="Segoe UI"/>
              </a:rPr>
              <a:t> my soul in the cleft of the rock,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Where rivers of pleasure I see.</a:t>
            </a:r>
            <a:endParaRPr lang="en-US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600" i="1" dirty="0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600" i="1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74215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680C-3231-B34F-B5FD-7335CD76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6709-2B44-1178-47E1-0106933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1FF3-E672-9AA5-85FA-45767BE8FA8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FB6BA-3FF0-8DF3-2266-E7C544CEB3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2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B34EF-12AB-0A36-E099-97350A90A42F}"/>
              </a:ext>
            </a:extLst>
          </p:cNvPr>
          <p:cNvSpPr/>
          <p:nvPr/>
        </p:nvSpPr>
        <p:spPr>
          <a:xfrm>
            <a:off x="197272" y="694361"/>
            <a:ext cx="8749455" cy="43191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A wonderful Savior is Jesus my Lord,</a:t>
            </a:r>
            <a:br>
              <a:rPr lang="en-SG" sz="900" dirty="0">
                <a:solidFill>
                  <a:srgbClr val="0A3F64"/>
                </a:solidFill>
                <a:latin typeface="Verdana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 taketh my burden away,</a:t>
            </a:r>
            <a:br>
              <a:rPr lang="en-SG" sz="2800" dirty="0">
                <a:latin typeface="Segoe UI"/>
                <a:ea typeface="Verdana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 </a:t>
            </a:r>
            <a:r>
              <a:rPr lang="en-SG" sz="2800" dirty="0" err="1">
                <a:latin typeface="Segoe UI"/>
                <a:ea typeface="Verdana"/>
                <a:cs typeface="Segoe UI"/>
              </a:rPr>
              <a:t>holdeth</a:t>
            </a:r>
            <a:r>
              <a:rPr lang="en-SG" sz="2800" dirty="0">
                <a:latin typeface="Segoe UI"/>
                <a:ea typeface="Verdana"/>
                <a:cs typeface="Segoe UI"/>
              </a:rPr>
              <a:t> me up, and I shall not be moved;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He giveth me strength as my day.</a:t>
            </a:r>
            <a:endParaRPr lang="en-US" sz="2800" dirty="0"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600" i="1" dirty="0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600" i="1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39366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D39D-8B9E-4F49-C8D3-36BCD95C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37F9-A0B8-2B43-5B60-760871ED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EEDD1-47F0-2DDD-1394-52471377394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4265A-0728-DCB7-CE2F-EB161F0ACC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A21D7-7403-3944-386C-7AB2825E4EAA}"/>
              </a:ext>
            </a:extLst>
          </p:cNvPr>
          <p:cNvSpPr/>
          <p:nvPr/>
        </p:nvSpPr>
        <p:spPr>
          <a:xfrm>
            <a:off x="197272" y="694361"/>
            <a:ext cx="8749455" cy="43191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With numberless blessings each moment he crowns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And filled with his fullness divine;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 sing in my rapture, oh, glory to God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For such a Redeemer is mine.</a:t>
            </a:r>
            <a:endParaRPr lang="en-US" sz="2800" dirty="0">
              <a:latin typeface="Segoe UI"/>
            </a:endParaRPr>
          </a:p>
          <a:p>
            <a:pPr algn="ctr">
              <a:spcAft>
                <a:spcPts val="400"/>
              </a:spcAft>
            </a:pPr>
            <a:endParaRPr lang="en-SG" sz="2600" i="1" dirty="0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600" i="1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93219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CBE8-E921-8CAC-C7B8-C2A7C36D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DBE4-E3B2-A5B4-E97E-CCE059803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cs typeface="Segoe UI"/>
              </a:rPr>
              <a:t>Holy Communion – Hymn No 540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AE8BA-1848-7E37-447C-56BAF03A3D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00DA6-F480-1515-6177-45333C741B6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 : 3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1E439-6EDB-45AD-1FE8-69020955A0F9}"/>
              </a:ext>
            </a:extLst>
          </p:cNvPr>
          <p:cNvSpPr/>
          <p:nvPr/>
        </p:nvSpPr>
        <p:spPr>
          <a:xfrm>
            <a:off x="197272" y="694361"/>
            <a:ext cx="8749455" cy="43191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ea typeface="Verdana"/>
                <a:cs typeface="Segoe UI"/>
              </a:rPr>
              <a:t>When clothed in his brightness, transported I rise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To meet him in clouds of the sky,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His perfect salvation, his wonderful love,</a:t>
            </a:r>
            <a:br>
              <a:rPr lang="en-SG" sz="2800" dirty="0">
                <a:latin typeface="Segoe UI"/>
                <a:ea typeface="Verdana"/>
                <a:cs typeface="Segoe UI"/>
              </a:rPr>
            </a:br>
            <a:r>
              <a:rPr lang="en-SG" sz="2800" dirty="0">
                <a:latin typeface="Segoe UI"/>
                <a:ea typeface="Verdana"/>
                <a:cs typeface="Segoe UI"/>
              </a:rPr>
              <a:t>I'll shout with the millions on high.</a:t>
            </a:r>
            <a:endParaRPr lang="en-US" sz="2800" dirty="0">
              <a:latin typeface="Segoe UI"/>
            </a:endParaRPr>
          </a:p>
          <a:p>
            <a:pPr algn="ctr">
              <a:spcAft>
                <a:spcPts val="400"/>
              </a:spcAft>
            </a:pPr>
            <a:endParaRPr lang="en-SG" sz="2600" i="1" dirty="0">
              <a:solidFill>
                <a:srgbClr val="FF0000"/>
              </a:solidFill>
              <a:latin typeface="Segoe UI"/>
              <a:ea typeface="Verdana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soul in the cleft of the rock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That shadows a dry, thirsty land;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He </a:t>
            </a:r>
            <a:r>
              <a:rPr lang="en-SG" sz="2600" i="1" dirty="0" err="1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hideth</a:t>
            </a: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 my life in the depths of his love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hand,</a:t>
            </a:r>
            <a:b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</a:br>
            <a:r>
              <a:rPr lang="en-SG" sz="2600" i="1" dirty="0">
                <a:solidFill>
                  <a:srgbClr val="FF0000"/>
                </a:solidFill>
                <a:latin typeface="Segoe UI"/>
                <a:ea typeface="Verdana"/>
                <a:cs typeface="Segoe UI"/>
              </a:rPr>
              <a:t>And covers me there with his hand.</a:t>
            </a:r>
            <a:endParaRPr lang="en-SG" sz="2600" i="1" dirty="0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82209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C492-4D56-E6A8-B111-F501C806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3599-45B8-11C7-524F-B071DCE4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sz="2400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sz="2400" dirty="0">
                <a:solidFill>
                  <a:prstClr val="white"/>
                </a:solidFill>
                <a:cs typeface="Segoe UI"/>
              </a:rPr>
              <a:t>Hymn No 608</a:t>
            </a:r>
            <a:endParaRPr lang="en-US" sz="2400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882EE-2045-D462-909B-DB3B67D386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97F52A4B-20EA-DCEA-EEF2-D255FBD3B4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2934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608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40723" y="656673"/>
            <a:ext cx="7886045" cy="44371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Take time to be holy, 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Speak </a:t>
            </a:r>
            <a:r>
              <a:rPr lang="en-SG" sz="2800" dirty="0" err="1"/>
              <a:t>oft</a:t>
            </a:r>
            <a:r>
              <a:rPr lang="en-SG" sz="2800" dirty="0"/>
              <a:t> with Thy Lord;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Abide in Him always;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And feed on His word;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Make friends of God’s children;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Help those who are weak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Forgetting in nothing,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His blessings to seek. </a:t>
            </a:r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80F3-41E7-8B12-7468-8F81DF4E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74F4-ED04-32C7-7766-9C2A7DF7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608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636C9-55F7-9651-5AE4-088BF043E1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2EC15-E97E-5C54-C7BF-5677B82165E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68188-738D-4E61-CAED-E846F7A5B91C}"/>
              </a:ext>
            </a:extLst>
          </p:cNvPr>
          <p:cNvSpPr/>
          <p:nvPr/>
        </p:nvSpPr>
        <p:spPr>
          <a:xfrm>
            <a:off x="540723" y="656673"/>
            <a:ext cx="7886045" cy="44371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Take time to be holy, 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The world rushes on;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Spend much time in secret;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With Jesus alone;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By looking to Jesus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Like Him thou shalt be,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Thy friends in Thy conduct;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His likeness shall see. </a:t>
            </a:r>
          </a:p>
        </p:txBody>
      </p:sp>
    </p:spTree>
    <p:extLst>
      <p:ext uri="{BB962C8B-B14F-4D97-AF65-F5344CB8AC3E}">
        <p14:creationId xmlns:p14="http://schemas.microsoft.com/office/powerpoint/2010/main" val="14270375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9048-37F7-B092-186C-B7E70EDB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321E-61D8-E160-555F-913B2DBD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608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43F4B-3A19-C2DB-8093-B4093137A78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7B6BB-D7BF-1F7F-8193-18DBF99A956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32D08-5792-0A8A-B4EA-9E2F57C8489C}"/>
              </a:ext>
            </a:extLst>
          </p:cNvPr>
          <p:cNvSpPr/>
          <p:nvPr/>
        </p:nvSpPr>
        <p:spPr>
          <a:xfrm>
            <a:off x="540723" y="656673"/>
            <a:ext cx="7886045" cy="44371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Take time to be holy, 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Let Him be Thy Guide;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And run not before Him;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Whatever betide;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In joy or in sorrow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Still follow Thy Lord,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And looking to Jesus;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Still trust in His word. </a:t>
            </a:r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43493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3B58-133E-6A73-E824-52DB7832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312A-E5F4-E403-562D-CC223D38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solidFill>
                  <a:prstClr val="white"/>
                </a:solidFill>
                <a:cs typeface="Segoe UI"/>
              </a:rPr>
              <a:t>Holy Communion – Hymn No 608</a:t>
            </a:r>
            <a:endParaRPr lang="en-US" sz="2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23D38-E208-876B-7229-4D16CCF73B3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81A45-27DE-8CEA-2C71-AFF52FD781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4975D-ECB0-7F4F-3866-BD25BD1EDC92}"/>
              </a:ext>
            </a:extLst>
          </p:cNvPr>
          <p:cNvSpPr/>
          <p:nvPr/>
        </p:nvSpPr>
        <p:spPr>
          <a:xfrm>
            <a:off x="540723" y="656673"/>
            <a:ext cx="7886045" cy="44371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Take time to be holy, 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Be calm in Thy soul;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Each thought and each temper;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Beneath His control;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Thus led by His spirit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To fountains of love,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Thou soon shalt be fitted; </a:t>
            </a:r>
            <a:endParaRPr lang="en-SG" sz="2800" dirty="0">
              <a:cs typeface="Segoe UI"/>
            </a:endParaRP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lang="en-SG" sz="2800" dirty="0"/>
              <a:t>For service above. </a:t>
            </a:r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54420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0F5C-01B1-E555-35C9-BAC7C64D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6AE0-9447-4772-F246-6BC5C9A69E1F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000831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>
                <a:solidFill>
                  <a:schemeClr val="bg1"/>
                </a:solidFill>
              </a:rPr>
              <a:t>556 Jesus Savior Pilot Me</a:t>
            </a:r>
          </a:p>
          <a:p>
            <a:endParaRPr lang="en-US" sz="36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40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sz="240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US" sz="2400">
                <a:solidFill>
                  <a:prstClr val="white"/>
                </a:solidFill>
                <a:cs typeface="Segoe UI"/>
              </a:rPr>
              <a:t>Hymn No </a:t>
            </a:r>
            <a:r>
              <a:rPr lang="en-US" sz="2400"/>
              <a:t>556 v1</a:t>
            </a:r>
            <a:endParaRPr lang="en-US" sz="240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438346" y="1166470"/>
            <a:ext cx="8267307" cy="30623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 dirty="0"/>
              <a:t>Je-sus, Savior, pilot me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Over life’s tempestuous sea; 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Unknown waves before me roll,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Hiding rock and </a:t>
            </a:r>
            <a:r>
              <a:rPr lang="en-SG" sz="2800" dirty="0" err="1"/>
              <a:t>treach’rous</a:t>
            </a:r>
            <a:r>
              <a:rPr lang="en-SG" sz="2800" dirty="0"/>
              <a:t> </a:t>
            </a:r>
            <a:r>
              <a:rPr lang="en-SG" sz="2800" dirty="0" err="1"/>
              <a:t>shaol</a:t>
            </a:r>
            <a:r>
              <a:rPr lang="en-SG" sz="2800" dirty="0"/>
              <a:t>, 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Chart and compass come from Thee;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Jesus, Savior, pilot me! </a:t>
            </a:r>
            <a:endParaRPr lang="en-SG" sz="2800" dirty="0"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8E9C-C22B-84C0-FA8A-A33227064885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51</Slides>
  <Notes>0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PowerPoint Presentation</vt:lpstr>
      <vt:lpstr>Opening Hymn: Immortal, Invisible</vt:lpstr>
      <vt:lpstr>Opening Hymn: Immortal, Invisible</vt:lpstr>
      <vt:lpstr>Opening Hymn: Immortal, Invisible</vt:lpstr>
      <vt:lpstr>Opening Hymn: Immortal, Invisible</vt:lpstr>
      <vt:lpstr>PowerPoint Presentation</vt:lpstr>
      <vt:lpstr>PowerPoint Presentation</vt:lpstr>
      <vt:lpstr>Thanksgiving – Hymn No 45; v1</vt:lpstr>
      <vt:lpstr>PowerPoint Presentation</vt:lpstr>
      <vt:lpstr>Offertory – Hymn No 569 Whiter than Snow</vt:lpstr>
      <vt:lpstr>Offertory – Hymn No 569 Whiter than Snow</vt:lpstr>
      <vt:lpstr>Offertory – Hymn No 569 Whiter than Snow</vt:lpstr>
      <vt:lpstr>Offertory – Hymn No 569 Whiter than Snow</vt:lpstr>
      <vt:lpstr>Offertory – Hymn No 569 Whiter than Snow</vt:lpstr>
      <vt:lpstr>PowerPoint Presentation</vt:lpstr>
      <vt:lpstr>PowerPoint Presentation</vt:lpstr>
      <vt:lpstr>PowerPoint Presentation</vt:lpstr>
      <vt:lpstr>Confession – Heavenly Father, Bless Me Now</vt:lpstr>
      <vt:lpstr>PowerPoint Presentation</vt:lpstr>
      <vt:lpstr>Holy Communion – Heavenly Father, Bless Me Now</vt:lpstr>
      <vt:lpstr>Holy Communion – Heavenly Father, Bless Me Now</vt:lpstr>
      <vt:lpstr>Holy Communion – Heavenly Father, Bless Me Now</vt:lpstr>
      <vt:lpstr>Holy Communion – Hymn No 43 </vt:lpstr>
      <vt:lpstr>Holy Communion – Hymn No 43</vt:lpstr>
      <vt:lpstr>Holy Communion – Hymn No 43</vt:lpstr>
      <vt:lpstr>Holy Communion – Hymn No 443</vt:lpstr>
      <vt:lpstr>Holy Communion – Hymn No 443</vt:lpstr>
      <vt:lpstr>Holy Communion – Hymn No 443</vt:lpstr>
      <vt:lpstr>Holy Communion – Hymn No 443</vt:lpstr>
      <vt:lpstr>Holy Communion – Hymn No 443</vt:lpstr>
      <vt:lpstr>Holy Communion – Hymn No 582</vt:lpstr>
      <vt:lpstr>Holy Communion – Hymn No 582</vt:lpstr>
      <vt:lpstr>Holy Communion – Hymn No 582</vt:lpstr>
      <vt:lpstr>Holy Communion – Hymn No 582</vt:lpstr>
      <vt:lpstr>Holy Communion – Hymn No 540</vt:lpstr>
      <vt:lpstr>Holy Communion – Hymn No 540</vt:lpstr>
      <vt:lpstr>Holy Communion – Hymn No 540</vt:lpstr>
      <vt:lpstr>Holy Communion – Hymn No 540</vt:lpstr>
      <vt:lpstr>Holy Communion – Hymn No 540</vt:lpstr>
      <vt:lpstr>Holy Communion – Hymn No 608</vt:lpstr>
      <vt:lpstr>Holy Communion – Hymn No 608</vt:lpstr>
      <vt:lpstr>Holy Communion – Hymn No 608</vt:lpstr>
      <vt:lpstr>Holy Communion – Hymn No 608</vt:lpstr>
      <vt:lpstr>Holy Communion – Hymn No 608</vt:lpstr>
      <vt:lpstr>PowerPoint Presentation</vt:lpstr>
      <vt:lpstr>PowerPoint Presentation</vt:lpstr>
      <vt:lpstr>PowerPoint Presentation</vt:lpstr>
      <vt:lpstr>Closing Hymn –  Hymn No 556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415</cp:revision>
  <dcterms:created xsi:type="dcterms:W3CDTF">2020-09-02T02:55:07Z</dcterms:created>
  <dcterms:modified xsi:type="dcterms:W3CDTF">2025-06-17T02:48:25Z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