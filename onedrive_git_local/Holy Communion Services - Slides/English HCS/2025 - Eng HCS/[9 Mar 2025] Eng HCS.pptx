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69"/>
  </p:notesMasterIdLst>
  <p:sldIdLst>
    <p:sldId id="811" r:id="rId7"/>
    <p:sldId id="813" r:id="rId8"/>
    <p:sldId id="1390" r:id="rId9"/>
    <p:sldId id="1648" r:id="rId10"/>
    <p:sldId id="1650" r:id="rId11"/>
    <p:sldId id="1651" r:id="rId12"/>
    <p:sldId id="1298" r:id="rId13"/>
    <p:sldId id="821" r:id="rId14"/>
    <p:sldId id="851" r:id="rId15"/>
    <p:sldId id="1318" r:id="rId16"/>
    <p:sldId id="822" r:id="rId17"/>
    <p:sldId id="1686" r:id="rId18"/>
    <p:sldId id="1652" r:id="rId19"/>
    <p:sldId id="1653" r:id="rId20"/>
    <p:sldId id="1690" r:id="rId21"/>
    <p:sldId id="1681" r:id="rId22"/>
    <p:sldId id="1691" r:id="rId23"/>
    <p:sldId id="1684" r:id="rId24"/>
    <p:sldId id="1692" r:id="rId25"/>
    <p:sldId id="823" r:id="rId26"/>
    <p:sldId id="824" r:id="rId27"/>
    <p:sldId id="1277" r:id="rId28"/>
    <p:sldId id="825" r:id="rId29"/>
    <p:sldId id="1388" r:id="rId30"/>
    <p:sldId id="1396" r:id="rId31"/>
    <p:sldId id="1632" r:id="rId32"/>
    <p:sldId id="1633" r:id="rId33"/>
    <p:sldId id="1634" r:id="rId34"/>
    <p:sldId id="1654" r:id="rId35"/>
    <p:sldId id="949" r:id="rId36"/>
    <p:sldId id="1389" r:id="rId37"/>
    <p:sldId id="1656" r:id="rId38"/>
    <p:sldId id="1657" r:id="rId39"/>
    <p:sldId id="1402" r:id="rId40"/>
    <p:sldId id="1403" r:id="rId41"/>
    <p:sldId id="1658" r:id="rId42"/>
    <p:sldId id="1659" r:id="rId43"/>
    <p:sldId id="1687" r:id="rId44"/>
    <p:sldId id="1661" r:id="rId45"/>
    <p:sldId id="1688" r:id="rId46"/>
    <p:sldId id="1663" r:id="rId47"/>
    <p:sldId id="1689" r:id="rId48"/>
    <p:sldId id="1407" r:id="rId49"/>
    <p:sldId id="1408" r:id="rId50"/>
    <p:sldId id="1638" r:id="rId51"/>
    <p:sldId id="1639" r:id="rId52"/>
    <p:sldId id="1665" r:id="rId53"/>
    <p:sldId id="1411" r:id="rId54"/>
    <p:sldId id="1606" r:id="rId55"/>
    <p:sldId id="1666" r:id="rId56"/>
    <p:sldId id="1667" r:id="rId57"/>
    <p:sldId id="1668" r:id="rId58"/>
    <p:sldId id="1608" r:id="rId59"/>
    <p:sldId id="1609" r:id="rId60"/>
    <p:sldId id="1669" r:id="rId61"/>
    <p:sldId id="1670" r:id="rId62"/>
    <p:sldId id="1672" r:id="rId63"/>
    <p:sldId id="1259" r:id="rId64"/>
    <p:sldId id="820" r:id="rId65"/>
    <p:sldId id="1201" r:id="rId66"/>
    <p:sldId id="1679" r:id="rId67"/>
    <p:sldId id="829" r:id="rId6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7694B4-68D6-4527-8453-0FAA051F112F}" v="3" dt="2025-03-07T23:58:10.3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1248" y="3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notesMaster" Target="notesMasters/notesMaster1.xml"/><Relationship Id="rId77" Type="http://schemas.microsoft.com/office/2018/10/relationships/authors" Target="author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commentAuthors" Target="commentAuthors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microsoft.com/office/2015/10/relationships/revisionInfo" Target="revisionInfo.xml"/><Relationship Id="rId7" Type="http://schemas.openxmlformats.org/officeDocument/2006/relationships/slide" Target="slides/slide1.xml"/><Relationship Id="rId71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nu Kuruvilla" userId="98cb4e06d798a9ec" providerId="Windows Live" clId="Web-{B2182DAB-6241-9DD7-5E77-66CF00F156BB}"/>
    <pc:docChg chg="modSld">
      <pc:chgData name="Lynu Kuruvilla" userId="98cb4e06d798a9ec" providerId="Windows Live" clId="Web-{B2182DAB-6241-9DD7-5E77-66CF00F156BB}" dt="2025-03-06T15:11:17.989" v="4" actId="20577"/>
      <pc:docMkLst>
        <pc:docMk/>
      </pc:docMkLst>
      <pc:sldChg chg="modSp">
        <pc:chgData name="Lynu Kuruvilla" userId="98cb4e06d798a9ec" providerId="Windows Live" clId="Web-{B2182DAB-6241-9DD7-5E77-66CF00F156BB}" dt="2025-03-06T15:10:27.410" v="0" actId="20577"/>
        <pc:sldMkLst>
          <pc:docMk/>
          <pc:sldMk cId="3486521272" sldId="1632"/>
        </pc:sldMkLst>
        <pc:spChg chg="mod">
          <ac:chgData name="Lynu Kuruvilla" userId="98cb4e06d798a9ec" providerId="Windows Live" clId="Web-{B2182DAB-6241-9DD7-5E77-66CF00F156BB}" dt="2025-03-06T15:10:27.410" v="0" actId="20577"/>
          <ac:spMkLst>
            <pc:docMk/>
            <pc:sldMk cId="3486521272" sldId="1632"/>
            <ac:spMk id="2" creationId="{30A8064F-8FEA-7732-AF60-04F2FE84B514}"/>
          </ac:spMkLst>
        </pc:spChg>
      </pc:sldChg>
      <pc:sldChg chg="modSp">
        <pc:chgData name="Lynu Kuruvilla" userId="98cb4e06d798a9ec" providerId="Windows Live" clId="Web-{B2182DAB-6241-9DD7-5E77-66CF00F156BB}" dt="2025-03-06T15:10:33.051" v="1" actId="20577"/>
        <pc:sldMkLst>
          <pc:docMk/>
          <pc:sldMk cId="1004603431" sldId="1633"/>
        </pc:sldMkLst>
        <pc:spChg chg="mod">
          <ac:chgData name="Lynu Kuruvilla" userId="98cb4e06d798a9ec" providerId="Windows Live" clId="Web-{B2182DAB-6241-9DD7-5E77-66CF00F156BB}" dt="2025-03-06T15:10:33.051" v="1" actId="20577"/>
          <ac:spMkLst>
            <pc:docMk/>
            <pc:sldMk cId="1004603431" sldId="1633"/>
            <ac:spMk id="2" creationId="{56A0B723-F67B-77F9-DC36-F30BA08F2E5B}"/>
          </ac:spMkLst>
        </pc:spChg>
      </pc:sldChg>
      <pc:sldChg chg="modSp">
        <pc:chgData name="Lynu Kuruvilla" userId="98cb4e06d798a9ec" providerId="Windows Live" clId="Web-{B2182DAB-6241-9DD7-5E77-66CF00F156BB}" dt="2025-03-06T15:10:38.035" v="2" actId="20577"/>
        <pc:sldMkLst>
          <pc:docMk/>
          <pc:sldMk cId="3968835907" sldId="1634"/>
        </pc:sldMkLst>
        <pc:spChg chg="mod">
          <ac:chgData name="Lynu Kuruvilla" userId="98cb4e06d798a9ec" providerId="Windows Live" clId="Web-{B2182DAB-6241-9DD7-5E77-66CF00F156BB}" dt="2025-03-06T15:10:38.035" v="2" actId="20577"/>
          <ac:spMkLst>
            <pc:docMk/>
            <pc:sldMk cId="3968835907" sldId="1634"/>
            <ac:spMk id="2" creationId="{56F4D01A-F8CC-074B-2038-88EA8C883DD6}"/>
          </ac:spMkLst>
        </pc:spChg>
      </pc:sldChg>
      <pc:sldChg chg="modSp">
        <pc:chgData name="Lynu Kuruvilla" userId="98cb4e06d798a9ec" providerId="Windows Live" clId="Web-{B2182DAB-6241-9DD7-5E77-66CF00F156BB}" dt="2025-03-06T15:11:17.989" v="4" actId="20577"/>
        <pc:sldMkLst>
          <pc:docMk/>
          <pc:sldMk cId="2403257247" sldId="1663"/>
        </pc:sldMkLst>
        <pc:spChg chg="mod">
          <ac:chgData name="Lynu Kuruvilla" userId="98cb4e06d798a9ec" providerId="Windows Live" clId="Web-{B2182DAB-6241-9DD7-5E77-66CF00F156BB}" dt="2025-03-06T15:11:17.989" v="4" actId="20577"/>
          <ac:spMkLst>
            <pc:docMk/>
            <pc:sldMk cId="2403257247" sldId="1663"/>
            <ac:spMk id="2" creationId="{EB83F89B-6F25-B1EB-9157-21529FB2FFE1}"/>
          </ac:spMkLst>
        </pc:spChg>
      </pc:sldChg>
    </pc:docChg>
  </pc:docChgLst>
  <pc:docChgLst>
    <pc:chgData name="Reuben Stephen" userId="6a6eda1f0b9c2b70" providerId="LiveId" clId="{997694B4-68D6-4527-8453-0FAA051F112F}"/>
    <pc:docChg chg="undo custSel addSld delSld modSld">
      <pc:chgData name="Reuben Stephen" userId="6a6eda1f0b9c2b70" providerId="LiveId" clId="{997694B4-68D6-4527-8453-0FAA051F112F}" dt="2025-03-08T00:18:52.627" v="63" actId="313"/>
      <pc:docMkLst>
        <pc:docMk/>
      </pc:docMkLst>
      <pc:sldChg chg="del">
        <pc:chgData name="Reuben Stephen" userId="6a6eda1f0b9c2b70" providerId="LiveId" clId="{997694B4-68D6-4527-8453-0FAA051F112F}" dt="2025-03-08T00:01:51.673" v="33" actId="47"/>
        <pc:sldMkLst>
          <pc:docMk/>
          <pc:sldMk cId="863631806" sldId="1324"/>
        </pc:sldMkLst>
      </pc:sldChg>
      <pc:sldChg chg="modSp mod">
        <pc:chgData name="Reuben Stephen" userId="6a6eda1f0b9c2b70" providerId="LiveId" clId="{997694B4-68D6-4527-8453-0FAA051F112F}" dt="2025-03-08T00:04:21.193" v="34" actId="20577"/>
        <pc:sldMkLst>
          <pc:docMk/>
          <pc:sldMk cId="397177493" sldId="1389"/>
        </pc:sldMkLst>
        <pc:spChg chg="mod">
          <ac:chgData name="Reuben Stephen" userId="6a6eda1f0b9c2b70" providerId="LiveId" clId="{997694B4-68D6-4527-8453-0FAA051F112F}" dt="2025-03-08T00:04:21.193" v="34" actId="20577"/>
          <ac:spMkLst>
            <pc:docMk/>
            <pc:sldMk cId="397177493" sldId="1389"/>
            <ac:spMk id="6" creationId="{00B7E6C3-DC3B-BC8E-EE75-86995C7F8ADF}"/>
          </ac:spMkLst>
        </pc:spChg>
      </pc:sldChg>
      <pc:sldChg chg="modSp mod">
        <pc:chgData name="Reuben Stephen" userId="6a6eda1f0b9c2b70" providerId="LiveId" clId="{997694B4-68D6-4527-8453-0FAA051F112F}" dt="2025-03-08T00:12:37.188" v="42" actId="20577"/>
        <pc:sldMkLst>
          <pc:docMk/>
          <pc:sldMk cId="512280322" sldId="1638"/>
        </pc:sldMkLst>
        <pc:spChg chg="mod">
          <ac:chgData name="Reuben Stephen" userId="6a6eda1f0b9c2b70" providerId="LiveId" clId="{997694B4-68D6-4527-8453-0FAA051F112F}" dt="2025-03-08T00:12:37.188" v="42" actId="20577"/>
          <ac:spMkLst>
            <pc:docMk/>
            <pc:sldMk cId="512280322" sldId="1638"/>
            <ac:spMk id="6" creationId="{44354AAB-489D-9B13-2AEA-C13909F8854C}"/>
          </ac:spMkLst>
        </pc:spChg>
      </pc:sldChg>
      <pc:sldChg chg="modSp mod">
        <pc:chgData name="Reuben Stephen" userId="6a6eda1f0b9c2b70" providerId="LiveId" clId="{997694B4-68D6-4527-8453-0FAA051F112F}" dt="2025-03-08T00:13:52.241" v="57" actId="20577"/>
        <pc:sldMkLst>
          <pc:docMk/>
          <pc:sldMk cId="3402695695" sldId="1639"/>
        </pc:sldMkLst>
        <pc:spChg chg="mod">
          <ac:chgData name="Reuben Stephen" userId="6a6eda1f0b9c2b70" providerId="LiveId" clId="{997694B4-68D6-4527-8453-0FAA051F112F}" dt="2025-03-08T00:13:52.241" v="57" actId="20577"/>
          <ac:spMkLst>
            <pc:docMk/>
            <pc:sldMk cId="3402695695" sldId="1639"/>
            <ac:spMk id="6" creationId="{1C99118C-5BC6-AD6F-25A8-B5FD54581C50}"/>
          </ac:spMkLst>
        </pc:spChg>
      </pc:sldChg>
      <pc:sldChg chg="modSp mod">
        <pc:chgData name="Reuben Stephen" userId="6a6eda1f0b9c2b70" providerId="LiveId" clId="{997694B4-68D6-4527-8453-0FAA051F112F}" dt="2025-03-07T23:52:04.559" v="17" actId="20577"/>
        <pc:sldMkLst>
          <pc:docMk/>
          <pc:sldMk cId="3217866785" sldId="1652"/>
        </pc:sldMkLst>
        <pc:spChg chg="mod">
          <ac:chgData name="Reuben Stephen" userId="6a6eda1f0b9c2b70" providerId="LiveId" clId="{997694B4-68D6-4527-8453-0FAA051F112F}" dt="2025-03-07T23:52:04.559" v="17" actId="20577"/>
          <ac:spMkLst>
            <pc:docMk/>
            <pc:sldMk cId="3217866785" sldId="1652"/>
            <ac:spMk id="3" creationId="{9360F643-EC6D-AF12-0E46-3DE2699A0EDF}"/>
          </ac:spMkLst>
        </pc:spChg>
      </pc:sldChg>
      <pc:sldChg chg="modSp mod">
        <pc:chgData name="Reuben Stephen" userId="6a6eda1f0b9c2b70" providerId="LiveId" clId="{997694B4-68D6-4527-8453-0FAA051F112F}" dt="2025-03-07T23:54:48.511" v="19" actId="313"/>
        <pc:sldMkLst>
          <pc:docMk/>
          <pc:sldMk cId="1079567730" sldId="1653"/>
        </pc:sldMkLst>
        <pc:spChg chg="mod">
          <ac:chgData name="Reuben Stephen" userId="6a6eda1f0b9c2b70" providerId="LiveId" clId="{997694B4-68D6-4527-8453-0FAA051F112F}" dt="2025-03-07T23:54:48.511" v="19" actId="313"/>
          <ac:spMkLst>
            <pc:docMk/>
            <pc:sldMk cId="1079567730" sldId="1653"/>
            <ac:spMk id="3" creationId="{96BB7DF4-5D24-CADE-EE48-6C7727E9E18C}"/>
          </ac:spMkLst>
        </pc:spChg>
      </pc:sldChg>
      <pc:sldChg chg="modSp mod">
        <pc:chgData name="Reuben Stephen" userId="6a6eda1f0b9c2b70" providerId="LiveId" clId="{997694B4-68D6-4527-8453-0FAA051F112F}" dt="2025-03-08T00:14:19.504" v="60" actId="20577"/>
        <pc:sldMkLst>
          <pc:docMk/>
          <pc:sldMk cId="3815407077" sldId="1665"/>
        </pc:sldMkLst>
        <pc:spChg chg="mod">
          <ac:chgData name="Reuben Stephen" userId="6a6eda1f0b9c2b70" providerId="LiveId" clId="{997694B4-68D6-4527-8453-0FAA051F112F}" dt="2025-03-08T00:14:19.504" v="60" actId="20577"/>
          <ac:spMkLst>
            <pc:docMk/>
            <pc:sldMk cId="3815407077" sldId="1665"/>
            <ac:spMk id="6" creationId="{BDBF25A9-E2C9-C829-2CB7-AF4D0DB8CD85}"/>
          </ac:spMkLst>
        </pc:spChg>
      </pc:sldChg>
      <pc:sldChg chg="modSp mod">
        <pc:chgData name="Reuben Stephen" userId="6a6eda1f0b9c2b70" providerId="LiveId" clId="{997694B4-68D6-4527-8453-0FAA051F112F}" dt="2025-03-08T00:15:34.938" v="61" actId="20577"/>
        <pc:sldMkLst>
          <pc:docMk/>
          <pc:sldMk cId="608557519" sldId="1666"/>
        </pc:sldMkLst>
        <pc:spChg chg="mod">
          <ac:chgData name="Reuben Stephen" userId="6a6eda1f0b9c2b70" providerId="LiveId" clId="{997694B4-68D6-4527-8453-0FAA051F112F}" dt="2025-03-08T00:15:34.938" v="61" actId="20577"/>
          <ac:spMkLst>
            <pc:docMk/>
            <pc:sldMk cId="608557519" sldId="1666"/>
            <ac:spMk id="6" creationId="{989A4CBA-D23A-0C0D-8E6D-8B3BB4361CE3}"/>
          </ac:spMkLst>
        </pc:spChg>
      </pc:sldChg>
      <pc:sldChg chg="modSp mod">
        <pc:chgData name="Reuben Stephen" userId="6a6eda1f0b9c2b70" providerId="LiveId" clId="{997694B4-68D6-4527-8453-0FAA051F112F}" dt="2025-03-08T00:18:52.627" v="63" actId="313"/>
        <pc:sldMkLst>
          <pc:docMk/>
          <pc:sldMk cId="2170825706" sldId="1679"/>
        </pc:sldMkLst>
        <pc:spChg chg="mod">
          <ac:chgData name="Reuben Stephen" userId="6a6eda1f0b9c2b70" providerId="LiveId" clId="{997694B4-68D6-4527-8453-0FAA051F112F}" dt="2025-03-08T00:18:52.627" v="63" actId="313"/>
          <ac:spMkLst>
            <pc:docMk/>
            <pc:sldMk cId="2170825706" sldId="1679"/>
            <ac:spMk id="6" creationId="{0BAD9EF5-2286-3DE3-F2A3-0055009A2470}"/>
          </ac:spMkLst>
        </pc:spChg>
      </pc:sldChg>
      <pc:sldChg chg="modSp mod">
        <pc:chgData name="Reuben Stephen" userId="6a6eda1f0b9c2b70" providerId="LiveId" clId="{997694B4-68D6-4527-8453-0FAA051F112F}" dt="2025-03-07T23:57:08.728" v="25" actId="20577"/>
        <pc:sldMkLst>
          <pc:docMk/>
          <pc:sldMk cId="1360630459" sldId="1681"/>
        </pc:sldMkLst>
        <pc:spChg chg="mod">
          <ac:chgData name="Reuben Stephen" userId="6a6eda1f0b9c2b70" providerId="LiveId" clId="{997694B4-68D6-4527-8453-0FAA051F112F}" dt="2025-03-07T23:57:08.728" v="25" actId="20577"/>
          <ac:spMkLst>
            <pc:docMk/>
            <pc:sldMk cId="1360630459" sldId="1681"/>
            <ac:spMk id="3" creationId="{FB608659-4DF5-5C60-8111-DCC2A77E42D7}"/>
          </ac:spMkLst>
        </pc:spChg>
      </pc:sldChg>
      <pc:sldChg chg="del">
        <pc:chgData name="Reuben Stephen" userId="6a6eda1f0b9c2b70" providerId="LiveId" clId="{997694B4-68D6-4527-8453-0FAA051F112F}" dt="2025-03-07T23:55:43.467" v="21" actId="47"/>
        <pc:sldMkLst>
          <pc:docMk/>
          <pc:sldMk cId="1268972511" sldId="1682"/>
        </pc:sldMkLst>
      </pc:sldChg>
      <pc:sldChg chg="del">
        <pc:chgData name="Reuben Stephen" userId="6a6eda1f0b9c2b70" providerId="LiveId" clId="{997694B4-68D6-4527-8453-0FAA051F112F}" dt="2025-03-07T23:57:25.662" v="27" actId="47"/>
        <pc:sldMkLst>
          <pc:docMk/>
          <pc:sldMk cId="727661844" sldId="1683"/>
        </pc:sldMkLst>
      </pc:sldChg>
      <pc:sldChg chg="del">
        <pc:chgData name="Reuben Stephen" userId="6a6eda1f0b9c2b70" providerId="LiveId" clId="{997694B4-68D6-4527-8453-0FAA051F112F}" dt="2025-03-07T23:58:21.767" v="32" actId="47"/>
        <pc:sldMkLst>
          <pc:docMk/>
          <pc:sldMk cId="1480647829" sldId="1685"/>
        </pc:sldMkLst>
      </pc:sldChg>
      <pc:sldChg chg="modSp mod">
        <pc:chgData name="Reuben Stephen" userId="6a6eda1f0b9c2b70" providerId="LiveId" clId="{997694B4-68D6-4527-8453-0FAA051F112F}" dt="2025-03-07T23:51:20.075" v="6" actId="14100"/>
        <pc:sldMkLst>
          <pc:docMk/>
          <pc:sldMk cId="2794826874" sldId="1686"/>
        </pc:sldMkLst>
        <pc:spChg chg="mod">
          <ac:chgData name="Reuben Stephen" userId="6a6eda1f0b9c2b70" providerId="LiveId" clId="{997694B4-68D6-4527-8453-0FAA051F112F}" dt="2025-03-07T23:51:20.075" v="6" actId="14100"/>
          <ac:spMkLst>
            <pc:docMk/>
            <pc:sldMk cId="2794826874" sldId="1686"/>
            <ac:spMk id="3" creationId="{3FFD0E17-A986-2FB1-1458-7E7664CCAA94}"/>
          </ac:spMkLst>
        </pc:spChg>
      </pc:sldChg>
      <pc:sldChg chg="modSp add mod">
        <pc:chgData name="Reuben Stephen" userId="6a6eda1f0b9c2b70" providerId="LiveId" clId="{997694B4-68D6-4527-8453-0FAA051F112F}" dt="2025-03-07T23:55:48.140" v="22" actId="20577"/>
        <pc:sldMkLst>
          <pc:docMk/>
          <pc:sldMk cId="2495210798" sldId="1690"/>
        </pc:sldMkLst>
        <pc:spChg chg="mod">
          <ac:chgData name="Reuben Stephen" userId="6a6eda1f0b9c2b70" providerId="LiveId" clId="{997694B4-68D6-4527-8453-0FAA051F112F}" dt="2025-03-07T23:55:48.140" v="22" actId="20577"/>
          <ac:spMkLst>
            <pc:docMk/>
            <pc:sldMk cId="2495210798" sldId="1690"/>
            <ac:spMk id="6" creationId="{B1B593E0-8DC6-7C56-97EE-F8D7C3027C3A}"/>
          </ac:spMkLst>
        </pc:spChg>
      </pc:sldChg>
      <pc:sldChg chg="modSp add mod">
        <pc:chgData name="Reuben Stephen" userId="6a6eda1f0b9c2b70" providerId="LiveId" clId="{997694B4-68D6-4527-8453-0FAA051F112F}" dt="2025-03-07T23:57:30.803" v="28" actId="20577"/>
        <pc:sldMkLst>
          <pc:docMk/>
          <pc:sldMk cId="3516056680" sldId="1691"/>
        </pc:sldMkLst>
        <pc:spChg chg="mod">
          <ac:chgData name="Reuben Stephen" userId="6a6eda1f0b9c2b70" providerId="LiveId" clId="{997694B4-68D6-4527-8453-0FAA051F112F}" dt="2025-03-07T23:57:30.803" v="28" actId="20577"/>
          <ac:spMkLst>
            <pc:docMk/>
            <pc:sldMk cId="3516056680" sldId="1691"/>
            <ac:spMk id="6" creationId="{2A31EAFB-B5F1-B60D-9E1E-8A9C3E9DBCC0}"/>
          </ac:spMkLst>
        </pc:spChg>
      </pc:sldChg>
      <pc:sldChg chg="modSp add mod">
        <pc:chgData name="Reuben Stephen" userId="6a6eda1f0b9c2b70" providerId="LiveId" clId="{997694B4-68D6-4527-8453-0FAA051F112F}" dt="2025-03-07T23:58:18.574" v="31" actId="20577"/>
        <pc:sldMkLst>
          <pc:docMk/>
          <pc:sldMk cId="572530939" sldId="1692"/>
        </pc:sldMkLst>
        <pc:spChg chg="mod">
          <ac:chgData name="Reuben Stephen" userId="6a6eda1f0b9c2b70" providerId="LiveId" clId="{997694B4-68D6-4527-8453-0FAA051F112F}" dt="2025-03-07T23:58:18.574" v="31" actId="20577"/>
          <ac:spMkLst>
            <pc:docMk/>
            <pc:sldMk cId="572530939" sldId="1692"/>
            <ac:spMk id="6" creationId="{82107979-1A85-9B50-E140-6B7FF6A8233E}"/>
          </ac:spMkLst>
        </pc:spChg>
      </pc:sldChg>
    </pc:docChg>
  </pc:docChgLst>
  <pc:docChgLst>
    <pc:chgData name="Lynu Kuruvilla" userId="98cb4e06d798a9ec" providerId="Windows Live" clId="Web-{A24AE161-8AD6-2B69-3DAE-B4987B03BBE8}"/>
    <pc:docChg chg="addSld delSld modSld sldOrd">
      <pc:chgData name="Lynu Kuruvilla" userId="98cb4e06d798a9ec" providerId="Windows Live" clId="Web-{A24AE161-8AD6-2B69-3DAE-B4987B03BBE8}" dt="2025-03-06T15:06:36.041" v="732"/>
      <pc:docMkLst>
        <pc:docMk/>
      </pc:docMkLst>
      <pc:sldChg chg="modSp">
        <pc:chgData name="Lynu Kuruvilla" userId="98cb4e06d798a9ec" providerId="Windows Live" clId="Web-{A24AE161-8AD6-2B69-3DAE-B4987B03BBE8}" dt="2025-03-06T14:15:57.932" v="220" actId="20577"/>
        <pc:sldMkLst>
          <pc:docMk/>
          <pc:sldMk cId="1416329417" sldId="949"/>
        </pc:sldMkLst>
        <pc:spChg chg="mod">
          <ac:chgData name="Lynu Kuruvilla" userId="98cb4e06d798a9ec" providerId="Windows Live" clId="Web-{A24AE161-8AD6-2B69-3DAE-B4987B03BBE8}" dt="2025-03-06T14:15:57.932" v="220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">
        <pc:chgData name="Lynu Kuruvilla" userId="98cb4e06d798a9ec" providerId="Windows Live" clId="Web-{A24AE161-8AD6-2B69-3DAE-B4987B03BBE8}" dt="2025-03-06T15:04:10.162" v="701" actId="20577"/>
        <pc:sldMkLst>
          <pc:docMk/>
          <pc:sldMk cId="1180184608" sldId="1201"/>
        </pc:sldMkLst>
        <pc:spChg chg="mod">
          <ac:chgData name="Lynu Kuruvilla" userId="98cb4e06d798a9ec" providerId="Windows Live" clId="Web-{A24AE161-8AD6-2B69-3DAE-B4987B03BBE8}" dt="2025-03-06T15:04:10.162" v="701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">
        <pc:chgData name="Lynu Kuruvilla" userId="98cb4e06d798a9ec" providerId="Windows Live" clId="Web-{A24AE161-8AD6-2B69-3DAE-B4987B03BBE8}" dt="2025-03-06T14:04:16.399" v="98" actId="20577"/>
        <pc:sldMkLst>
          <pc:docMk/>
          <pc:sldMk cId="858007124" sldId="1277"/>
        </pc:sldMkLst>
        <pc:spChg chg="mod">
          <ac:chgData name="Lynu Kuruvilla" userId="98cb4e06d798a9ec" providerId="Windows Live" clId="Web-{A24AE161-8AD6-2B69-3DAE-B4987B03BBE8}" dt="2025-03-06T14:00:58.753" v="59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Lynu Kuruvilla" userId="98cb4e06d798a9ec" providerId="Windows Live" clId="Web-{A24AE161-8AD6-2B69-3DAE-B4987B03BBE8}" dt="2025-03-06T14:04:16.399" v="98" actId="20577"/>
          <ac:spMkLst>
            <pc:docMk/>
            <pc:sldMk cId="858007124" sldId="1277"/>
            <ac:spMk id="3" creationId="{DDD24EDA-CE43-82A2-B3E8-E6C307C397E9}"/>
          </ac:spMkLst>
        </pc:spChg>
      </pc:sldChg>
      <pc:sldChg chg="modSp">
        <pc:chgData name="Lynu Kuruvilla" userId="98cb4e06d798a9ec" providerId="Windows Live" clId="Web-{A24AE161-8AD6-2B69-3DAE-B4987B03BBE8}" dt="2025-03-06T13:59:40.033" v="54" actId="20577"/>
        <pc:sldMkLst>
          <pc:docMk/>
          <pc:sldMk cId="1217883548" sldId="1318"/>
        </pc:sldMkLst>
        <pc:spChg chg="mod">
          <ac:chgData name="Lynu Kuruvilla" userId="98cb4e06d798a9ec" providerId="Windows Live" clId="Web-{A24AE161-8AD6-2B69-3DAE-B4987B03BBE8}" dt="2025-03-06T13:59:40.033" v="54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">
        <pc:chgData name="Lynu Kuruvilla" userId="98cb4e06d798a9ec" providerId="Windows Live" clId="Web-{A24AE161-8AD6-2B69-3DAE-B4987B03BBE8}" dt="2025-03-06T14:04:49.587" v="99" actId="20577"/>
        <pc:sldMkLst>
          <pc:docMk/>
          <pc:sldMk cId="4765592" sldId="1388"/>
        </pc:sldMkLst>
        <pc:spChg chg="mod">
          <ac:chgData name="Lynu Kuruvilla" userId="98cb4e06d798a9ec" providerId="Windows Live" clId="Web-{A24AE161-8AD6-2B69-3DAE-B4987B03BBE8}" dt="2025-03-06T14:04:49.587" v="99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">
        <pc:chgData name="Lynu Kuruvilla" userId="98cb4e06d798a9ec" providerId="Windows Live" clId="Web-{A24AE161-8AD6-2B69-3DAE-B4987B03BBE8}" dt="2025-03-06T14:17:28.528" v="242" actId="1076"/>
        <pc:sldMkLst>
          <pc:docMk/>
          <pc:sldMk cId="397177493" sldId="1389"/>
        </pc:sldMkLst>
        <pc:spChg chg="mod">
          <ac:chgData name="Lynu Kuruvilla" userId="98cb4e06d798a9ec" providerId="Windows Live" clId="Web-{A24AE161-8AD6-2B69-3DAE-B4987B03BBE8}" dt="2025-03-06T14:16:28.199" v="227" actId="20577"/>
          <ac:spMkLst>
            <pc:docMk/>
            <pc:sldMk cId="397177493" sldId="1389"/>
            <ac:spMk id="2" creationId="{00000000-0000-0000-0000-000000000000}"/>
          </ac:spMkLst>
        </pc:spChg>
        <pc:spChg chg="mod">
          <ac:chgData name="Lynu Kuruvilla" userId="98cb4e06d798a9ec" providerId="Windows Live" clId="Web-{A24AE161-8AD6-2B69-3DAE-B4987B03BBE8}" dt="2025-03-06T14:17:28.528" v="242" actId="1076"/>
          <ac:spMkLst>
            <pc:docMk/>
            <pc:sldMk cId="397177493" sldId="1389"/>
            <ac:spMk id="6" creationId="{00B7E6C3-DC3B-BC8E-EE75-86995C7F8ADF}"/>
          </ac:spMkLst>
        </pc:spChg>
      </pc:sldChg>
      <pc:sldChg chg="modSp">
        <pc:chgData name="Lynu Kuruvilla" userId="98cb4e06d798a9ec" providerId="Windows Live" clId="Web-{A24AE161-8AD6-2B69-3DAE-B4987B03BBE8}" dt="2025-03-06T13:40:53.582" v="1" actId="20577"/>
        <pc:sldMkLst>
          <pc:docMk/>
          <pc:sldMk cId="2716954731" sldId="1390"/>
        </pc:sldMkLst>
        <pc:spChg chg="mod">
          <ac:chgData name="Lynu Kuruvilla" userId="98cb4e06d798a9ec" providerId="Windows Live" clId="Web-{A24AE161-8AD6-2B69-3DAE-B4987B03BBE8}" dt="2025-03-06T13:40:53.582" v="1" actId="20577"/>
          <ac:spMkLst>
            <pc:docMk/>
            <pc:sldMk cId="2716954731" sldId="1390"/>
            <ac:spMk id="7" creationId="{094E9A69-B612-35E4-DEEF-5092DA0A0A97}"/>
          </ac:spMkLst>
        </pc:spChg>
      </pc:sldChg>
      <pc:sldChg chg="modSp">
        <pc:chgData name="Lynu Kuruvilla" userId="98cb4e06d798a9ec" providerId="Windows Live" clId="Web-{A24AE161-8AD6-2B69-3DAE-B4987B03BBE8}" dt="2025-03-06T14:10:38.862" v="215" actId="20577"/>
        <pc:sldMkLst>
          <pc:docMk/>
          <pc:sldMk cId="3559088401" sldId="1396"/>
        </pc:sldMkLst>
        <pc:spChg chg="mod">
          <ac:chgData name="Lynu Kuruvilla" userId="98cb4e06d798a9ec" providerId="Windows Live" clId="Web-{A24AE161-8AD6-2B69-3DAE-B4987B03BBE8}" dt="2025-03-06T14:05:03.353" v="100" actId="20577"/>
          <ac:spMkLst>
            <pc:docMk/>
            <pc:sldMk cId="3559088401" sldId="1396"/>
            <ac:spMk id="2" creationId="{1DA63A6A-450D-4603-B02C-80F270CA1D46}"/>
          </ac:spMkLst>
        </pc:spChg>
        <pc:spChg chg="mod">
          <ac:chgData name="Lynu Kuruvilla" userId="98cb4e06d798a9ec" providerId="Windows Live" clId="Web-{A24AE161-8AD6-2B69-3DAE-B4987B03BBE8}" dt="2025-03-06T14:10:38.862" v="215" actId="20577"/>
          <ac:spMkLst>
            <pc:docMk/>
            <pc:sldMk cId="3559088401" sldId="1396"/>
            <ac:spMk id="4" creationId="{E8314BAA-A1C4-D93D-26CE-AE47C64DB6AB}"/>
          </ac:spMkLst>
        </pc:spChg>
        <pc:spChg chg="mod">
          <ac:chgData name="Lynu Kuruvilla" userId="98cb4e06d798a9ec" providerId="Windows Live" clId="Web-{A24AE161-8AD6-2B69-3DAE-B4987B03BBE8}" dt="2025-03-06T14:06:16.965" v="128" actId="20577"/>
          <ac:spMkLst>
            <pc:docMk/>
            <pc:sldMk cId="3559088401" sldId="1396"/>
            <ac:spMk id="12" creationId="{744042C2-B4E0-CA2C-4D84-9A8D229A26A8}"/>
          </ac:spMkLst>
        </pc:spChg>
      </pc:sldChg>
      <pc:sldChg chg="modSp">
        <pc:chgData name="Lynu Kuruvilla" userId="98cb4e06d798a9ec" providerId="Windows Live" clId="Web-{A24AE161-8AD6-2B69-3DAE-B4987B03BBE8}" dt="2025-03-06T14:22:47.788" v="292" actId="20577"/>
        <pc:sldMkLst>
          <pc:docMk/>
          <pc:sldMk cId="2451994672" sldId="1402"/>
        </pc:sldMkLst>
        <pc:spChg chg="mod">
          <ac:chgData name="Lynu Kuruvilla" userId="98cb4e06d798a9ec" providerId="Windows Live" clId="Web-{A24AE161-8AD6-2B69-3DAE-B4987B03BBE8}" dt="2025-03-06T14:22:47.788" v="292" actId="20577"/>
          <ac:spMkLst>
            <pc:docMk/>
            <pc:sldMk cId="2451994672" sldId="1402"/>
            <ac:spMk id="2" creationId="{00000000-0000-0000-0000-000000000000}"/>
          </ac:spMkLst>
        </pc:spChg>
      </pc:sldChg>
      <pc:sldChg chg="modSp">
        <pc:chgData name="Lynu Kuruvilla" userId="98cb4e06d798a9ec" providerId="Windows Live" clId="Web-{A24AE161-8AD6-2B69-3DAE-B4987B03BBE8}" dt="2025-03-06T14:24:10.305" v="300" actId="20577"/>
        <pc:sldMkLst>
          <pc:docMk/>
          <pc:sldMk cId="1432198362" sldId="1403"/>
        </pc:sldMkLst>
        <pc:spChg chg="mod">
          <ac:chgData name="Lynu Kuruvilla" userId="98cb4e06d798a9ec" providerId="Windows Live" clId="Web-{A24AE161-8AD6-2B69-3DAE-B4987B03BBE8}" dt="2025-03-06T14:23:00.444" v="294" actId="20577"/>
          <ac:spMkLst>
            <pc:docMk/>
            <pc:sldMk cId="1432198362" sldId="1403"/>
            <ac:spMk id="2" creationId="{00000000-0000-0000-0000-000000000000}"/>
          </ac:spMkLst>
        </pc:spChg>
        <pc:spChg chg="mod">
          <ac:chgData name="Lynu Kuruvilla" userId="98cb4e06d798a9ec" providerId="Windows Live" clId="Web-{A24AE161-8AD6-2B69-3DAE-B4987B03BBE8}" dt="2025-03-06T14:24:10.305" v="300" actId="20577"/>
          <ac:spMkLst>
            <pc:docMk/>
            <pc:sldMk cId="1432198362" sldId="1403"/>
            <ac:spMk id="6" creationId="{00B7E6C3-DC3B-BC8E-EE75-86995C7F8ADF}"/>
          </ac:spMkLst>
        </pc:spChg>
      </pc:sldChg>
      <pc:sldChg chg="modSp">
        <pc:chgData name="Lynu Kuruvilla" userId="98cb4e06d798a9ec" providerId="Windows Live" clId="Web-{A24AE161-8AD6-2B69-3DAE-B4987B03BBE8}" dt="2025-03-06T14:31:11.488" v="341" actId="20577"/>
        <pc:sldMkLst>
          <pc:docMk/>
          <pc:sldMk cId="434740199" sldId="1407"/>
        </pc:sldMkLst>
        <pc:spChg chg="mod">
          <ac:chgData name="Lynu Kuruvilla" userId="98cb4e06d798a9ec" providerId="Windows Live" clId="Web-{A24AE161-8AD6-2B69-3DAE-B4987B03BBE8}" dt="2025-03-06T14:31:11.488" v="341" actId="20577"/>
          <ac:spMkLst>
            <pc:docMk/>
            <pc:sldMk cId="434740199" sldId="1407"/>
            <ac:spMk id="2" creationId="{00000000-0000-0000-0000-000000000000}"/>
          </ac:spMkLst>
        </pc:spChg>
      </pc:sldChg>
      <pc:sldChg chg="modSp">
        <pc:chgData name="Lynu Kuruvilla" userId="98cb4e06d798a9ec" providerId="Windows Live" clId="Web-{A24AE161-8AD6-2B69-3DAE-B4987B03BBE8}" dt="2025-03-06T14:35:02.463" v="360" actId="20577"/>
        <pc:sldMkLst>
          <pc:docMk/>
          <pc:sldMk cId="584892078" sldId="1408"/>
        </pc:sldMkLst>
        <pc:spChg chg="mod">
          <ac:chgData name="Lynu Kuruvilla" userId="98cb4e06d798a9ec" providerId="Windows Live" clId="Web-{A24AE161-8AD6-2B69-3DAE-B4987B03BBE8}" dt="2025-03-06T14:31:15.566" v="342" actId="20577"/>
          <ac:spMkLst>
            <pc:docMk/>
            <pc:sldMk cId="584892078" sldId="1408"/>
            <ac:spMk id="2" creationId="{00000000-0000-0000-0000-000000000000}"/>
          </ac:spMkLst>
        </pc:spChg>
        <pc:spChg chg="mod">
          <ac:chgData name="Lynu Kuruvilla" userId="98cb4e06d798a9ec" providerId="Windows Live" clId="Web-{A24AE161-8AD6-2B69-3DAE-B4987B03BBE8}" dt="2025-03-06T14:35:02.463" v="360" actId="20577"/>
          <ac:spMkLst>
            <pc:docMk/>
            <pc:sldMk cId="584892078" sldId="1408"/>
            <ac:spMk id="6" creationId="{00B7E6C3-DC3B-BC8E-EE75-86995C7F8ADF}"/>
          </ac:spMkLst>
        </pc:spChg>
      </pc:sldChg>
      <pc:sldChg chg="modSp">
        <pc:chgData name="Lynu Kuruvilla" userId="98cb4e06d798a9ec" providerId="Windows Live" clId="Web-{A24AE161-8AD6-2B69-3DAE-B4987B03BBE8}" dt="2025-03-06T14:41:37.317" v="396" actId="20577"/>
        <pc:sldMkLst>
          <pc:docMk/>
          <pc:sldMk cId="2785602331" sldId="1411"/>
        </pc:sldMkLst>
        <pc:spChg chg="mod">
          <ac:chgData name="Lynu Kuruvilla" userId="98cb4e06d798a9ec" providerId="Windows Live" clId="Web-{A24AE161-8AD6-2B69-3DAE-B4987B03BBE8}" dt="2025-03-06T14:41:37.317" v="396" actId="20577"/>
          <ac:spMkLst>
            <pc:docMk/>
            <pc:sldMk cId="2785602331" sldId="1411"/>
            <ac:spMk id="2" creationId="{00000000-0000-0000-0000-000000000000}"/>
          </ac:spMkLst>
        </pc:spChg>
      </pc:sldChg>
      <pc:sldChg chg="modSp">
        <pc:chgData name="Lynu Kuruvilla" userId="98cb4e06d798a9ec" providerId="Windows Live" clId="Web-{A24AE161-8AD6-2B69-3DAE-B4987B03BBE8}" dt="2025-03-06T14:48:59.406" v="475" actId="20577"/>
        <pc:sldMkLst>
          <pc:docMk/>
          <pc:sldMk cId="2785920718" sldId="1606"/>
        </pc:sldMkLst>
        <pc:spChg chg="mod">
          <ac:chgData name="Lynu Kuruvilla" userId="98cb4e06d798a9ec" providerId="Windows Live" clId="Web-{A24AE161-8AD6-2B69-3DAE-B4987B03BBE8}" dt="2025-03-06T14:41:47.848" v="397" actId="20577"/>
          <ac:spMkLst>
            <pc:docMk/>
            <pc:sldMk cId="2785920718" sldId="1606"/>
            <ac:spMk id="2" creationId="{00000000-0000-0000-0000-000000000000}"/>
          </ac:spMkLst>
        </pc:spChg>
        <pc:spChg chg="mod">
          <ac:chgData name="Lynu Kuruvilla" userId="98cb4e06d798a9ec" providerId="Windows Live" clId="Web-{A24AE161-8AD6-2B69-3DAE-B4987B03BBE8}" dt="2025-03-06T14:48:59.406" v="475" actId="20577"/>
          <ac:spMkLst>
            <pc:docMk/>
            <pc:sldMk cId="2785920718" sldId="1606"/>
            <ac:spMk id="7" creationId="{BDDFE297-14FD-8C75-D483-AE1329AD46AD}"/>
          </ac:spMkLst>
        </pc:spChg>
      </pc:sldChg>
      <pc:sldChg chg="modSp">
        <pc:chgData name="Lynu Kuruvilla" userId="98cb4e06d798a9ec" providerId="Windows Live" clId="Web-{A24AE161-8AD6-2B69-3DAE-B4987B03BBE8}" dt="2025-03-06T14:52:35.473" v="514" actId="20577"/>
        <pc:sldMkLst>
          <pc:docMk/>
          <pc:sldMk cId="1850048300" sldId="1608"/>
        </pc:sldMkLst>
        <pc:spChg chg="mod">
          <ac:chgData name="Lynu Kuruvilla" userId="98cb4e06d798a9ec" providerId="Windows Live" clId="Web-{A24AE161-8AD6-2B69-3DAE-B4987B03BBE8}" dt="2025-03-06T14:52:35.473" v="514" actId="20577"/>
          <ac:spMkLst>
            <pc:docMk/>
            <pc:sldMk cId="1850048300" sldId="1608"/>
            <ac:spMk id="2" creationId="{00000000-0000-0000-0000-000000000000}"/>
          </ac:spMkLst>
        </pc:spChg>
      </pc:sldChg>
      <pc:sldChg chg="modSp">
        <pc:chgData name="Lynu Kuruvilla" userId="98cb4e06d798a9ec" providerId="Windows Live" clId="Web-{A24AE161-8AD6-2B69-3DAE-B4987B03BBE8}" dt="2025-03-06T14:57:37.918" v="582" actId="20577"/>
        <pc:sldMkLst>
          <pc:docMk/>
          <pc:sldMk cId="2076299123" sldId="1609"/>
        </pc:sldMkLst>
        <pc:spChg chg="mod">
          <ac:chgData name="Lynu Kuruvilla" userId="98cb4e06d798a9ec" providerId="Windows Live" clId="Web-{A24AE161-8AD6-2B69-3DAE-B4987B03BBE8}" dt="2025-03-06T14:52:45.833" v="516" actId="20577"/>
          <ac:spMkLst>
            <pc:docMk/>
            <pc:sldMk cId="2076299123" sldId="1609"/>
            <ac:spMk id="2" creationId="{00000000-0000-0000-0000-000000000000}"/>
          </ac:spMkLst>
        </pc:spChg>
        <pc:spChg chg="mod">
          <ac:chgData name="Lynu Kuruvilla" userId="98cb4e06d798a9ec" providerId="Windows Live" clId="Web-{A24AE161-8AD6-2B69-3DAE-B4987B03BBE8}" dt="2025-03-06T14:57:37.918" v="582" actId="20577"/>
          <ac:spMkLst>
            <pc:docMk/>
            <pc:sldMk cId="2076299123" sldId="1609"/>
            <ac:spMk id="5" creationId="{D15CBCA4-8279-49A0-BDA5-8F1C3F65A437}"/>
          </ac:spMkLst>
        </pc:spChg>
        <pc:spChg chg="mod">
          <ac:chgData name="Lynu Kuruvilla" userId="98cb4e06d798a9ec" providerId="Windows Live" clId="Web-{A24AE161-8AD6-2B69-3DAE-B4987B03BBE8}" dt="2025-03-06T14:57:22.668" v="580" actId="1076"/>
          <ac:spMkLst>
            <pc:docMk/>
            <pc:sldMk cId="2076299123" sldId="1609"/>
            <ac:spMk id="6" creationId="{00B7E6C3-DC3B-BC8E-EE75-86995C7F8ADF}"/>
          </ac:spMkLst>
        </pc:spChg>
      </pc:sldChg>
      <pc:sldChg chg="modSp">
        <pc:chgData name="Lynu Kuruvilla" userId="98cb4e06d798a9ec" providerId="Windows Live" clId="Web-{A24AE161-8AD6-2B69-3DAE-B4987B03BBE8}" dt="2025-03-06T14:10:34.252" v="213" actId="20577"/>
        <pc:sldMkLst>
          <pc:docMk/>
          <pc:sldMk cId="3486521272" sldId="1632"/>
        </pc:sldMkLst>
        <pc:spChg chg="mod">
          <ac:chgData name="Lynu Kuruvilla" userId="98cb4e06d798a9ec" providerId="Windows Live" clId="Web-{A24AE161-8AD6-2B69-3DAE-B4987B03BBE8}" dt="2025-03-06T14:10:34.252" v="213" actId="20577"/>
          <ac:spMkLst>
            <pc:docMk/>
            <pc:sldMk cId="3486521272" sldId="1632"/>
            <ac:spMk id="4" creationId="{FCA06A5D-3B75-8DE6-0D59-53A9C570391E}"/>
          </ac:spMkLst>
        </pc:spChg>
        <pc:spChg chg="mod">
          <ac:chgData name="Lynu Kuruvilla" userId="98cb4e06d798a9ec" providerId="Windows Live" clId="Web-{A24AE161-8AD6-2B69-3DAE-B4987B03BBE8}" dt="2025-03-06T14:07:30.873" v="144" actId="20577"/>
          <ac:spMkLst>
            <pc:docMk/>
            <pc:sldMk cId="3486521272" sldId="1632"/>
            <ac:spMk id="12" creationId="{E6569F9C-4B9A-ACAD-1B28-41FA1B1FE62F}"/>
          </ac:spMkLst>
        </pc:spChg>
      </pc:sldChg>
      <pc:sldChg chg="modSp">
        <pc:chgData name="Lynu Kuruvilla" userId="98cb4e06d798a9ec" providerId="Windows Live" clId="Web-{A24AE161-8AD6-2B69-3DAE-B4987B03BBE8}" dt="2025-03-06T14:10:30.096" v="211" actId="20577"/>
        <pc:sldMkLst>
          <pc:docMk/>
          <pc:sldMk cId="1004603431" sldId="1633"/>
        </pc:sldMkLst>
        <pc:spChg chg="mod">
          <ac:chgData name="Lynu Kuruvilla" userId="98cb4e06d798a9ec" providerId="Windows Live" clId="Web-{A24AE161-8AD6-2B69-3DAE-B4987B03BBE8}" dt="2025-03-06T14:10:30.096" v="211" actId="20577"/>
          <ac:spMkLst>
            <pc:docMk/>
            <pc:sldMk cId="1004603431" sldId="1633"/>
            <ac:spMk id="4" creationId="{7E88D1C0-BA56-0BDF-1463-A83373585256}"/>
          </ac:spMkLst>
        </pc:spChg>
        <pc:spChg chg="mod">
          <ac:chgData name="Lynu Kuruvilla" userId="98cb4e06d798a9ec" providerId="Windows Live" clId="Web-{A24AE161-8AD6-2B69-3DAE-B4987B03BBE8}" dt="2025-03-06T14:08:28.827" v="164" actId="1076"/>
          <ac:spMkLst>
            <pc:docMk/>
            <pc:sldMk cId="1004603431" sldId="1633"/>
            <ac:spMk id="12" creationId="{4131FDCD-936E-0855-CAA3-9498D8546990}"/>
          </ac:spMkLst>
        </pc:spChg>
      </pc:sldChg>
      <pc:sldChg chg="modSp">
        <pc:chgData name="Lynu Kuruvilla" userId="98cb4e06d798a9ec" providerId="Windows Live" clId="Web-{A24AE161-8AD6-2B69-3DAE-B4987B03BBE8}" dt="2025-03-06T14:10:25.549" v="210" actId="20577"/>
        <pc:sldMkLst>
          <pc:docMk/>
          <pc:sldMk cId="3968835907" sldId="1634"/>
        </pc:sldMkLst>
        <pc:spChg chg="mod">
          <ac:chgData name="Lynu Kuruvilla" userId="98cb4e06d798a9ec" providerId="Windows Live" clId="Web-{A24AE161-8AD6-2B69-3DAE-B4987B03BBE8}" dt="2025-03-06T14:10:25.549" v="210" actId="20577"/>
          <ac:spMkLst>
            <pc:docMk/>
            <pc:sldMk cId="3968835907" sldId="1634"/>
            <ac:spMk id="4" creationId="{10D04B4B-A627-D36C-BB2A-2C83EB4FD518}"/>
          </ac:spMkLst>
        </pc:spChg>
        <pc:spChg chg="mod">
          <ac:chgData name="Lynu Kuruvilla" userId="98cb4e06d798a9ec" providerId="Windows Live" clId="Web-{A24AE161-8AD6-2B69-3DAE-B4987B03BBE8}" dt="2025-03-06T14:09:21.063" v="187" actId="20577"/>
          <ac:spMkLst>
            <pc:docMk/>
            <pc:sldMk cId="3968835907" sldId="1634"/>
            <ac:spMk id="12" creationId="{FFC57061-1B4D-527A-D605-4861CAA7F632}"/>
          </ac:spMkLst>
        </pc:spChg>
      </pc:sldChg>
      <pc:sldChg chg="modSp">
        <pc:chgData name="Lynu Kuruvilla" userId="98cb4e06d798a9ec" providerId="Windows Live" clId="Web-{A24AE161-8AD6-2B69-3DAE-B4987B03BBE8}" dt="2025-03-06T14:37:06.357" v="374" actId="20577"/>
        <pc:sldMkLst>
          <pc:docMk/>
          <pc:sldMk cId="512280322" sldId="1638"/>
        </pc:sldMkLst>
        <pc:spChg chg="mod">
          <ac:chgData name="Lynu Kuruvilla" userId="98cb4e06d798a9ec" providerId="Windows Live" clId="Web-{A24AE161-8AD6-2B69-3DAE-B4987B03BBE8}" dt="2025-03-06T14:31:19.285" v="343" actId="20577"/>
          <ac:spMkLst>
            <pc:docMk/>
            <pc:sldMk cId="512280322" sldId="1638"/>
            <ac:spMk id="2" creationId="{4F439294-F742-0DA7-B126-58954EE714D7}"/>
          </ac:spMkLst>
        </pc:spChg>
        <pc:spChg chg="mod">
          <ac:chgData name="Lynu Kuruvilla" userId="98cb4e06d798a9ec" providerId="Windows Live" clId="Web-{A24AE161-8AD6-2B69-3DAE-B4987B03BBE8}" dt="2025-03-06T14:37:06.357" v="374" actId="20577"/>
          <ac:spMkLst>
            <pc:docMk/>
            <pc:sldMk cId="512280322" sldId="1638"/>
            <ac:spMk id="6" creationId="{44354AAB-489D-9B13-2AEA-C13909F8854C}"/>
          </ac:spMkLst>
        </pc:spChg>
      </pc:sldChg>
      <pc:sldChg chg="modSp">
        <pc:chgData name="Lynu Kuruvilla" userId="98cb4e06d798a9ec" providerId="Windows Live" clId="Web-{A24AE161-8AD6-2B69-3DAE-B4987B03BBE8}" dt="2025-03-06T14:41:06.160" v="393" actId="20577"/>
        <pc:sldMkLst>
          <pc:docMk/>
          <pc:sldMk cId="3402695695" sldId="1639"/>
        </pc:sldMkLst>
        <pc:spChg chg="mod">
          <ac:chgData name="Lynu Kuruvilla" userId="98cb4e06d798a9ec" providerId="Windows Live" clId="Web-{A24AE161-8AD6-2B69-3DAE-B4987B03BBE8}" dt="2025-03-06T14:31:23.910" v="344" actId="20577"/>
          <ac:spMkLst>
            <pc:docMk/>
            <pc:sldMk cId="3402695695" sldId="1639"/>
            <ac:spMk id="2" creationId="{4170B6AB-65AD-1CAC-23AA-C6FF4BB5328C}"/>
          </ac:spMkLst>
        </pc:spChg>
        <pc:spChg chg="mod">
          <ac:chgData name="Lynu Kuruvilla" userId="98cb4e06d798a9ec" providerId="Windows Live" clId="Web-{A24AE161-8AD6-2B69-3DAE-B4987B03BBE8}" dt="2025-03-06T14:41:06.160" v="393" actId="20577"/>
          <ac:spMkLst>
            <pc:docMk/>
            <pc:sldMk cId="3402695695" sldId="1639"/>
            <ac:spMk id="6" creationId="{1C99118C-5BC6-AD6F-25A8-B5FD54581C50}"/>
          </ac:spMkLst>
        </pc:spChg>
      </pc:sldChg>
      <pc:sldChg chg="modSp">
        <pc:chgData name="Lynu Kuruvilla" userId="98cb4e06d798a9ec" providerId="Windows Live" clId="Web-{A24AE161-8AD6-2B69-3DAE-B4987B03BBE8}" dt="2025-03-06T13:47:10.295" v="15" actId="20577"/>
        <pc:sldMkLst>
          <pc:docMk/>
          <pc:sldMk cId="2217838844" sldId="1648"/>
        </pc:sldMkLst>
        <pc:spChg chg="mod">
          <ac:chgData name="Lynu Kuruvilla" userId="98cb4e06d798a9ec" providerId="Windows Live" clId="Web-{A24AE161-8AD6-2B69-3DAE-B4987B03BBE8}" dt="2025-03-06T13:47:10.295" v="15" actId="20577"/>
          <ac:spMkLst>
            <pc:docMk/>
            <pc:sldMk cId="2217838844" sldId="1648"/>
            <ac:spMk id="2" creationId="{F46B6877-2B4C-ACDD-1D0F-6A4EF3607655}"/>
          </ac:spMkLst>
        </pc:spChg>
        <pc:spChg chg="mod">
          <ac:chgData name="Lynu Kuruvilla" userId="98cb4e06d798a9ec" providerId="Windows Live" clId="Web-{A24AE161-8AD6-2B69-3DAE-B4987B03BBE8}" dt="2025-03-06T13:41:14.442" v="2" actId="20577"/>
          <ac:spMkLst>
            <pc:docMk/>
            <pc:sldMk cId="2217838844" sldId="1648"/>
            <ac:spMk id="7" creationId="{E29A6687-39DF-B246-979B-08C80C08F7D4}"/>
          </ac:spMkLst>
        </pc:spChg>
      </pc:sldChg>
      <pc:sldChg chg="modSp">
        <pc:chgData name="Lynu Kuruvilla" userId="98cb4e06d798a9ec" providerId="Windows Live" clId="Web-{A24AE161-8AD6-2B69-3DAE-B4987B03BBE8}" dt="2025-03-06T13:47:14.983" v="17" actId="20577"/>
        <pc:sldMkLst>
          <pc:docMk/>
          <pc:sldMk cId="3067729131" sldId="1650"/>
        </pc:sldMkLst>
        <pc:spChg chg="mod">
          <ac:chgData name="Lynu Kuruvilla" userId="98cb4e06d798a9ec" providerId="Windows Live" clId="Web-{A24AE161-8AD6-2B69-3DAE-B4987B03BBE8}" dt="2025-03-06T13:47:14.983" v="17" actId="20577"/>
          <ac:spMkLst>
            <pc:docMk/>
            <pc:sldMk cId="3067729131" sldId="1650"/>
            <ac:spMk id="2" creationId="{EDB5A7FB-B28B-77E6-5E83-24123D1F8159}"/>
          </ac:spMkLst>
        </pc:spChg>
        <pc:spChg chg="mod">
          <ac:chgData name="Lynu Kuruvilla" userId="98cb4e06d798a9ec" providerId="Windows Live" clId="Web-{A24AE161-8AD6-2B69-3DAE-B4987B03BBE8}" dt="2025-03-06T13:41:55.037" v="7" actId="14100"/>
          <ac:spMkLst>
            <pc:docMk/>
            <pc:sldMk cId="3067729131" sldId="1650"/>
            <ac:spMk id="7" creationId="{80E38BDA-FE8E-E9F8-FE50-2A850A81255E}"/>
          </ac:spMkLst>
        </pc:spChg>
      </pc:sldChg>
      <pc:sldChg chg="modSp">
        <pc:chgData name="Lynu Kuruvilla" userId="98cb4e06d798a9ec" providerId="Windows Live" clId="Web-{A24AE161-8AD6-2B69-3DAE-B4987B03BBE8}" dt="2025-03-06T13:47:45.062" v="19" actId="20577"/>
        <pc:sldMkLst>
          <pc:docMk/>
          <pc:sldMk cId="986701546" sldId="1651"/>
        </pc:sldMkLst>
        <pc:spChg chg="mod">
          <ac:chgData name="Lynu Kuruvilla" userId="98cb4e06d798a9ec" providerId="Windows Live" clId="Web-{A24AE161-8AD6-2B69-3DAE-B4987B03BBE8}" dt="2025-03-06T13:47:45.062" v="19" actId="20577"/>
          <ac:spMkLst>
            <pc:docMk/>
            <pc:sldMk cId="986701546" sldId="1651"/>
            <ac:spMk id="2" creationId="{E3B8A829-C4F2-A2F2-B628-D2001A46BF0E}"/>
          </ac:spMkLst>
        </pc:spChg>
        <pc:spChg chg="mod">
          <ac:chgData name="Lynu Kuruvilla" userId="98cb4e06d798a9ec" providerId="Windows Live" clId="Web-{A24AE161-8AD6-2B69-3DAE-B4987B03BBE8}" dt="2025-03-06T13:42:34.960" v="14" actId="20577"/>
          <ac:spMkLst>
            <pc:docMk/>
            <pc:sldMk cId="986701546" sldId="1651"/>
            <ac:spMk id="7" creationId="{9DE9F646-38A7-A135-82CB-CB7704755801}"/>
          </ac:spMkLst>
        </pc:spChg>
      </pc:sldChg>
      <pc:sldChg chg="modSp">
        <pc:chgData name="Lynu Kuruvilla" userId="98cb4e06d798a9ec" providerId="Windows Live" clId="Web-{A24AE161-8AD6-2B69-3DAE-B4987B03BBE8}" dt="2025-03-06T13:55:33.245" v="25" actId="1076"/>
        <pc:sldMkLst>
          <pc:docMk/>
          <pc:sldMk cId="3217866785" sldId="1652"/>
        </pc:sldMkLst>
        <pc:spChg chg="mod">
          <ac:chgData name="Lynu Kuruvilla" userId="98cb4e06d798a9ec" providerId="Windows Live" clId="Web-{A24AE161-8AD6-2B69-3DAE-B4987B03BBE8}" dt="2025-03-06T13:55:33.245" v="25" actId="1076"/>
          <ac:spMkLst>
            <pc:docMk/>
            <pc:sldMk cId="3217866785" sldId="1652"/>
            <ac:spMk id="3" creationId="{9360F643-EC6D-AF12-0E46-3DE2699A0EDF}"/>
          </ac:spMkLst>
        </pc:spChg>
      </pc:sldChg>
      <pc:sldChg chg="modSp">
        <pc:chgData name="Lynu Kuruvilla" userId="98cb4e06d798a9ec" providerId="Windows Live" clId="Web-{A24AE161-8AD6-2B69-3DAE-B4987B03BBE8}" dt="2025-03-06T13:59:06.704" v="49" actId="20577"/>
        <pc:sldMkLst>
          <pc:docMk/>
          <pc:sldMk cId="1079567730" sldId="1653"/>
        </pc:sldMkLst>
        <pc:spChg chg="mod">
          <ac:chgData name="Lynu Kuruvilla" userId="98cb4e06d798a9ec" providerId="Windows Live" clId="Web-{A24AE161-8AD6-2B69-3DAE-B4987B03BBE8}" dt="2025-03-06T13:59:06.704" v="49" actId="20577"/>
          <ac:spMkLst>
            <pc:docMk/>
            <pc:sldMk cId="1079567730" sldId="1653"/>
            <ac:spMk id="3" creationId="{96BB7DF4-5D24-CADE-EE48-6C7727E9E18C}"/>
          </ac:spMkLst>
        </pc:spChg>
      </pc:sldChg>
      <pc:sldChg chg="modSp">
        <pc:chgData name="Lynu Kuruvilla" userId="98cb4e06d798a9ec" providerId="Windows Live" clId="Web-{A24AE161-8AD6-2B69-3DAE-B4987B03BBE8}" dt="2025-03-06T14:10:21.393" v="209" actId="20577"/>
        <pc:sldMkLst>
          <pc:docMk/>
          <pc:sldMk cId="659268036" sldId="1654"/>
        </pc:sldMkLst>
        <pc:spChg chg="mod">
          <ac:chgData name="Lynu Kuruvilla" userId="98cb4e06d798a9ec" providerId="Windows Live" clId="Web-{A24AE161-8AD6-2B69-3DAE-B4987B03BBE8}" dt="2025-03-06T14:10:16.783" v="208" actId="20577"/>
          <ac:spMkLst>
            <pc:docMk/>
            <pc:sldMk cId="659268036" sldId="1654"/>
            <ac:spMk id="2" creationId="{AD056156-3C79-40C4-2359-01DD012D7178}"/>
          </ac:spMkLst>
        </pc:spChg>
        <pc:spChg chg="mod">
          <ac:chgData name="Lynu Kuruvilla" userId="98cb4e06d798a9ec" providerId="Windows Live" clId="Web-{A24AE161-8AD6-2B69-3DAE-B4987B03BBE8}" dt="2025-03-06T14:10:21.393" v="209" actId="20577"/>
          <ac:spMkLst>
            <pc:docMk/>
            <pc:sldMk cId="659268036" sldId="1654"/>
            <ac:spMk id="4" creationId="{64A8522C-636C-9306-AD45-D50DBBEE3E7E}"/>
          </ac:spMkLst>
        </pc:spChg>
        <pc:spChg chg="mod">
          <ac:chgData name="Lynu Kuruvilla" userId="98cb4e06d798a9ec" providerId="Windows Live" clId="Web-{A24AE161-8AD6-2B69-3DAE-B4987B03BBE8}" dt="2025-03-06T14:10:14.111" v="207" actId="20577"/>
          <ac:spMkLst>
            <pc:docMk/>
            <pc:sldMk cId="659268036" sldId="1654"/>
            <ac:spMk id="12" creationId="{0359D717-029E-E002-CDC0-9C01BEAC425B}"/>
          </ac:spMkLst>
        </pc:spChg>
      </pc:sldChg>
      <pc:sldChg chg="del">
        <pc:chgData name="Lynu Kuruvilla" userId="98cb4e06d798a9ec" providerId="Windows Live" clId="Web-{A24AE161-8AD6-2B69-3DAE-B4987B03BBE8}" dt="2025-03-06T14:10:58.893" v="216"/>
        <pc:sldMkLst>
          <pc:docMk/>
          <pc:sldMk cId="3899909310" sldId="1655"/>
        </pc:sldMkLst>
      </pc:sldChg>
      <pc:sldChg chg="modSp">
        <pc:chgData name="Lynu Kuruvilla" userId="98cb4e06d798a9ec" providerId="Windows Live" clId="Web-{A24AE161-8AD6-2B69-3DAE-B4987B03BBE8}" dt="2025-03-06T14:19:50.908" v="275" actId="20577"/>
        <pc:sldMkLst>
          <pc:docMk/>
          <pc:sldMk cId="427758639" sldId="1656"/>
        </pc:sldMkLst>
        <pc:spChg chg="mod">
          <ac:chgData name="Lynu Kuruvilla" userId="98cb4e06d798a9ec" providerId="Windows Live" clId="Web-{A24AE161-8AD6-2B69-3DAE-B4987B03BBE8}" dt="2025-03-06T14:18:07.045" v="247" actId="20577"/>
          <ac:spMkLst>
            <pc:docMk/>
            <pc:sldMk cId="427758639" sldId="1656"/>
            <ac:spMk id="2" creationId="{58209733-FC3E-0FF0-CEFA-1C8274010167}"/>
          </ac:spMkLst>
        </pc:spChg>
        <pc:spChg chg="mod">
          <ac:chgData name="Lynu Kuruvilla" userId="98cb4e06d798a9ec" providerId="Windows Live" clId="Web-{A24AE161-8AD6-2B69-3DAE-B4987B03BBE8}" dt="2025-03-06T14:19:50.908" v="275" actId="20577"/>
          <ac:spMkLst>
            <pc:docMk/>
            <pc:sldMk cId="427758639" sldId="1656"/>
            <ac:spMk id="6" creationId="{C229BD4A-091C-351A-1475-399223B97080}"/>
          </ac:spMkLst>
        </pc:spChg>
      </pc:sldChg>
      <pc:sldChg chg="modSp">
        <pc:chgData name="Lynu Kuruvilla" userId="98cb4e06d798a9ec" providerId="Windows Live" clId="Web-{A24AE161-8AD6-2B69-3DAE-B4987B03BBE8}" dt="2025-03-06T14:21:18.035" v="289" actId="20577"/>
        <pc:sldMkLst>
          <pc:docMk/>
          <pc:sldMk cId="4035021340" sldId="1657"/>
        </pc:sldMkLst>
        <pc:spChg chg="mod">
          <ac:chgData name="Lynu Kuruvilla" userId="98cb4e06d798a9ec" providerId="Windows Live" clId="Web-{A24AE161-8AD6-2B69-3DAE-B4987B03BBE8}" dt="2025-03-06T14:19:59.237" v="277" actId="20577"/>
          <ac:spMkLst>
            <pc:docMk/>
            <pc:sldMk cId="4035021340" sldId="1657"/>
            <ac:spMk id="2" creationId="{FD024499-0F96-3755-C0E1-EA14C01C259A}"/>
          </ac:spMkLst>
        </pc:spChg>
        <pc:spChg chg="mod">
          <ac:chgData name="Lynu Kuruvilla" userId="98cb4e06d798a9ec" providerId="Windows Live" clId="Web-{A24AE161-8AD6-2B69-3DAE-B4987B03BBE8}" dt="2025-03-06T14:21:18.035" v="289" actId="20577"/>
          <ac:spMkLst>
            <pc:docMk/>
            <pc:sldMk cId="4035021340" sldId="1657"/>
            <ac:spMk id="6" creationId="{6F2522C9-65CC-1B51-5332-34472F01637D}"/>
          </ac:spMkLst>
        </pc:spChg>
      </pc:sldChg>
      <pc:sldChg chg="modSp">
        <pc:chgData name="Lynu Kuruvilla" userId="98cb4e06d798a9ec" providerId="Windows Live" clId="Web-{A24AE161-8AD6-2B69-3DAE-B4987B03BBE8}" dt="2025-03-06T14:24:52.431" v="303" actId="20577"/>
        <pc:sldMkLst>
          <pc:docMk/>
          <pc:sldMk cId="2490953214" sldId="1658"/>
        </pc:sldMkLst>
        <pc:spChg chg="mod">
          <ac:chgData name="Lynu Kuruvilla" userId="98cb4e06d798a9ec" providerId="Windows Live" clId="Web-{A24AE161-8AD6-2B69-3DAE-B4987B03BBE8}" dt="2025-03-06T14:23:04.429" v="295" actId="20577"/>
          <ac:spMkLst>
            <pc:docMk/>
            <pc:sldMk cId="2490953214" sldId="1658"/>
            <ac:spMk id="2" creationId="{ADF22730-3B0F-8D16-BC23-7CE85FF35E14}"/>
          </ac:spMkLst>
        </pc:spChg>
        <pc:spChg chg="mod">
          <ac:chgData name="Lynu Kuruvilla" userId="98cb4e06d798a9ec" providerId="Windows Live" clId="Web-{A24AE161-8AD6-2B69-3DAE-B4987B03BBE8}" dt="2025-03-06T14:24:52.431" v="303" actId="20577"/>
          <ac:spMkLst>
            <pc:docMk/>
            <pc:sldMk cId="2490953214" sldId="1658"/>
            <ac:spMk id="6" creationId="{72D6C592-9D64-BDB6-0049-18EC894C99AA}"/>
          </ac:spMkLst>
        </pc:spChg>
      </pc:sldChg>
      <pc:sldChg chg="modSp ord">
        <pc:chgData name="Lynu Kuruvilla" userId="98cb4e06d798a9ec" providerId="Windows Live" clId="Web-{A24AE161-8AD6-2B69-3DAE-B4987B03BBE8}" dt="2025-03-06T14:26:21.012" v="311"/>
        <pc:sldMkLst>
          <pc:docMk/>
          <pc:sldMk cId="1738414743" sldId="1659"/>
        </pc:sldMkLst>
        <pc:spChg chg="mod">
          <ac:chgData name="Lynu Kuruvilla" userId="98cb4e06d798a9ec" providerId="Windows Live" clId="Web-{A24AE161-8AD6-2B69-3DAE-B4987B03BBE8}" dt="2025-03-06T14:23:09.163" v="296" actId="20577"/>
          <ac:spMkLst>
            <pc:docMk/>
            <pc:sldMk cId="1738414743" sldId="1659"/>
            <ac:spMk id="2" creationId="{9CAEEC85-D21B-F91E-606B-337C9F21C7EC}"/>
          </ac:spMkLst>
        </pc:spChg>
        <pc:spChg chg="mod">
          <ac:chgData name="Lynu Kuruvilla" userId="98cb4e06d798a9ec" providerId="Windows Live" clId="Web-{A24AE161-8AD6-2B69-3DAE-B4987B03BBE8}" dt="2025-03-06T14:26:05.168" v="308" actId="20577"/>
          <ac:spMkLst>
            <pc:docMk/>
            <pc:sldMk cId="1738414743" sldId="1659"/>
            <ac:spMk id="6" creationId="{1286D761-CC6A-AC47-F183-044B5BBD5379}"/>
          </ac:spMkLst>
        </pc:spChg>
      </pc:sldChg>
      <pc:sldChg chg="modSp del ord">
        <pc:chgData name="Lynu Kuruvilla" userId="98cb4e06d798a9ec" providerId="Windows Live" clId="Web-{A24AE161-8AD6-2B69-3DAE-B4987B03BBE8}" dt="2025-03-06T14:32:18.553" v="347"/>
        <pc:sldMkLst>
          <pc:docMk/>
          <pc:sldMk cId="2790016218" sldId="1660"/>
        </pc:sldMkLst>
      </pc:sldChg>
      <pc:sldChg chg="modSp ord">
        <pc:chgData name="Lynu Kuruvilla" userId="98cb4e06d798a9ec" providerId="Windows Live" clId="Web-{A24AE161-8AD6-2B69-3DAE-B4987B03BBE8}" dt="2025-03-06T14:27:14.794" v="321" actId="20577"/>
        <pc:sldMkLst>
          <pc:docMk/>
          <pc:sldMk cId="2395242037" sldId="1661"/>
        </pc:sldMkLst>
        <pc:spChg chg="mod">
          <ac:chgData name="Lynu Kuruvilla" userId="98cb4e06d798a9ec" providerId="Windows Live" clId="Web-{A24AE161-8AD6-2B69-3DAE-B4987B03BBE8}" dt="2025-03-06T14:27:14.794" v="321" actId="20577"/>
          <ac:spMkLst>
            <pc:docMk/>
            <pc:sldMk cId="2395242037" sldId="1661"/>
            <ac:spMk id="6" creationId="{BE3E15CA-FD22-C161-9CF5-751DF153CDCD}"/>
          </ac:spMkLst>
        </pc:spChg>
      </pc:sldChg>
      <pc:sldChg chg="del">
        <pc:chgData name="Lynu Kuruvilla" userId="98cb4e06d798a9ec" providerId="Windows Live" clId="Web-{A24AE161-8AD6-2B69-3DAE-B4987B03BBE8}" dt="2025-03-06T14:28:13.561" v="332"/>
        <pc:sldMkLst>
          <pc:docMk/>
          <pc:sldMk cId="2101361020" sldId="1662"/>
        </pc:sldMkLst>
      </pc:sldChg>
      <pc:sldChg chg="modSp ord">
        <pc:chgData name="Lynu Kuruvilla" userId="98cb4e06d798a9ec" providerId="Windows Live" clId="Web-{A24AE161-8AD6-2B69-3DAE-B4987B03BBE8}" dt="2025-03-06T14:28:09.983" v="331" actId="20577"/>
        <pc:sldMkLst>
          <pc:docMk/>
          <pc:sldMk cId="2403257247" sldId="1663"/>
        </pc:sldMkLst>
        <pc:spChg chg="mod">
          <ac:chgData name="Lynu Kuruvilla" userId="98cb4e06d798a9ec" providerId="Windows Live" clId="Web-{A24AE161-8AD6-2B69-3DAE-B4987B03BBE8}" dt="2025-03-06T14:28:09.983" v="331" actId="20577"/>
          <ac:spMkLst>
            <pc:docMk/>
            <pc:sldMk cId="2403257247" sldId="1663"/>
            <ac:spMk id="6" creationId="{28FA9967-6F2E-766D-1E06-0A76C25CEA4A}"/>
          </ac:spMkLst>
        </pc:spChg>
      </pc:sldChg>
      <pc:sldChg chg="del">
        <pc:chgData name="Lynu Kuruvilla" userId="98cb4e06d798a9ec" providerId="Windows Live" clId="Web-{A24AE161-8AD6-2B69-3DAE-B4987B03BBE8}" dt="2025-03-06T14:28:16.108" v="333"/>
        <pc:sldMkLst>
          <pc:docMk/>
          <pc:sldMk cId="3073923620" sldId="1664"/>
        </pc:sldMkLst>
      </pc:sldChg>
      <pc:sldChg chg="modSp">
        <pc:chgData name="Lynu Kuruvilla" userId="98cb4e06d798a9ec" providerId="Windows Live" clId="Web-{A24AE161-8AD6-2B69-3DAE-B4987B03BBE8}" dt="2025-03-06T14:39:18.391" v="389" actId="20577"/>
        <pc:sldMkLst>
          <pc:docMk/>
          <pc:sldMk cId="3815407077" sldId="1665"/>
        </pc:sldMkLst>
        <pc:spChg chg="mod">
          <ac:chgData name="Lynu Kuruvilla" userId="98cb4e06d798a9ec" providerId="Windows Live" clId="Web-{A24AE161-8AD6-2B69-3DAE-B4987B03BBE8}" dt="2025-03-06T14:33:25.929" v="351" actId="20577"/>
          <ac:spMkLst>
            <pc:docMk/>
            <pc:sldMk cId="3815407077" sldId="1665"/>
            <ac:spMk id="2" creationId="{5113D7F6-BA22-313D-C68D-0385F160E430}"/>
          </ac:spMkLst>
        </pc:spChg>
        <pc:spChg chg="mod">
          <ac:chgData name="Lynu Kuruvilla" userId="98cb4e06d798a9ec" providerId="Windows Live" clId="Web-{A24AE161-8AD6-2B69-3DAE-B4987B03BBE8}" dt="2025-03-06T14:39:18.391" v="389" actId="20577"/>
          <ac:spMkLst>
            <pc:docMk/>
            <pc:sldMk cId="3815407077" sldId="1665"/>
            <ac:spMk id="6" creationId="{BDBF25A9-E2C9-C829-2CB7-AF4D0DB8CD85}"/>
          </ac:spMkLst>
        </pc:spChg>
      </pc:sldChg>
      <pc:sldChg chg="addSp delSp modSp">
        <pc:chgData name="Lynu Kuruvilla" userId="98cb4e06d798a9ec" providerId="Windows Live" clId="Web-{A24AE161-8AD6-2B69-3DAE-B4987B03BBE8}" dt="2025-03-06T14:49:05.906" v="476" actId="20577"/>
        <pc:sldMkLst>
          <pc:docMk/>
          <pc:sldMk cId="608557519" sldId="1666"/>
        </pc:sldMkLst>
        <pc:spChg chg="mod">
          <ac:chgData name="Lynu Kuruvilla" userId="98cb4e06d798a9ec" providerId="Windows Live" clId="Web-{A24AE161-8AD6-2B69-3DAE-B4987B03BBE8}" dt="2025-03-06T14:41:51.317" v="398" actId="20577"/>
          <ac:spMkLst>
            <pc:docMk/>
            <pc:sldMk cId="608557519" sldId="1666"/>
            <ac:spMk id="2" creationId="{0DDDB583-958F-3C2C-F909-971D943C2178}"/>
          </ac:spMkLst>
        </pc:spChg>
        <pc:spChg chg="add mod">
          <ac:chgData name="Lynu Kuruvilla" userId="98cb4e06d798a9ec" providerId="Windows Live" clId="Web-{A24AE161-8AD6-2B69-3DAE-B4987B03BBE8}" dt="2025-03-06T14:49:05.906" v="476" actId="20577"/>
          <ac:spMkLst>
            <pc:docMk/>
            <pc:sldMk cId="608557519" sldId="1666"/>
            <ac:spMk id="6" creationId="{989A4CBA-D23A-0C0D-8E6D-8B3BB4361CE3}"/>
          </ac:spMkLst>
        </pc:spChg>
        <pc:spChg chg="mod">
          <ac:chgData name="Lynu Kuruvilla" userId="98cb4e06d798a9ec" providerId="Windows Live" clId="Web-{A24AE161-8AD6-2B69-3DAE-B4987B03BBE8}" dt="2025-03-06T14:44:32.524" v="420" actId="20577"/>
          <ac:spMkLst>
            <pc:docMk/>
            <pc:sldMk cId="608557519" sldId="1666"/>
            <ac:spMk id="7" creationId="{4A9776D4-43C4-10A2-6A32-E21969A40FA5}"/>
          </ac:spMkLst>
        </pc:spChg>
      </pc:sldChg>
      <pc:sldChg chg="modSp">
        <pc:chgData name="Lynu Kuruvilla" userId="98cb4e06d798a9ec" providerId="Windows Live" clId="Web-{A24AE161-8AD6-2B69-3DAE-B4987B03BBE8}" dt="2025-03-06T14:49:51.673" v="487" actId="20577"/>
        <pc:sldMkLst>
          <pc:docMk/>
          <pc:sldMk cId="2157734643" sldId="1667"/>
        </pc:sldMkLst>
        <pc:spChg chg="mod">
          <ac:chgData name="Lynu Kuruvilla" userId="98cb4e06d798a9ec" providerId="Windows Live" clId="Web-{A24AE161-8AD6-2B69-3DAE-B4987B03BBE8}" dt="2025-03-06T14:42:03.364" v="399" actId="20577"/>
          <ac:spMkLst>
            <pc:docMk/>
            <pc:sldMk cId="2157734643" sldId="1667"/>
            <ac:spMk id="2" creationId="{58FCCE8C-7B9D-306C-47D5-96328306CF57}"/>
          </ac:spMkLst>
        </pc:spChg>
        <pc:spChg chg="mod">
          <ac:chgData name="Lynu Kuruvilla" userId="98cb4e06d798a9ec" providerId="Windows Live" clId="Web-{A24AE161-8AD6-2B69-3DAE-B4987B03BBE8}" dt="2025-03-06T14:49:51.673" v="487" actId="20577"/>
          <ac:spMkLst>
            <pc:docMk/>
            <pc:sldMk cId="2157734643" sldId="1667"/>
            <ac:spMk id="7" creationId="{7689B8BF-FCA5-9897-B84C-0C983BD9FCEE}"/>
          </ac:spMkLst>
        </pc:spChg>
      </pc:sldChg>
      <pc:sldChg chg="modSp">
        <pc:chgData name="Lynu Kuruvilla" userId="98cb4e06d798a9ec" providerId="Windows Live" clId="Web-{A24AE161-8AD6-2B69-3DAE-B4987B03BBE8}" dt="2025-03-06T14:51:25.769" v="511" actId="20577"/>
        <pc:sldMkLst>
          <pc:docMk/>
          <pc:sldMk cId="607665480" sldId="1668"/>
        </pc:sldMkLst>
        <pc:spChg chg="mod">
          <ac:chgData name="Lynu Kuruvilla" userId="98cb4e06d798a9ec" providerId="Windows Live" clId="Web-{A24AE161-8AD6-2B69-3DAE-B4987B03BBE8}" dt="2025-03-06T14:42:10.599" v="400" actId="20577"/>
          <ac:spMkLst>
            <pc:docMk/>
            <pc:sldMk cId="607665480" sldId="1668"/>
            <ac:spMk id="2" creationId="{FF785DBF-24EB-CEE8-0F1B-754B855A9170}"/>
          </ac:spMkLst>
        </pc:spChg>
        <pc:spChg chg="mod">
          <ac:chgData name="Lynu Kuruvilla" userId="98cb4e06d798a9ec" providerId="Windows Live" clId="Web-{A24AE161-8AD6-2B69-3DAE-B4987B03BBE8}" dt="2025-03-06T14:51:25.769" v="511" actId="20577"/>
          <ac:spMkLst>
            <pc:docMk/>
            <pc:sldMk cId="607665480" sldId="1668"/>
            <ac:spMk id="7" creationId="{7AB0D9FC-7B7E-07ED-50D5-C1B4FE49FC77}"/>
          </ac:spMkLst>
        </pc:spChg>
      </pc:sldChg>
      <pc:sldChg chg="modSp">
        <pc:chgData name="Lynu Kuruvilla" userId="98cb4e06d798a9ec" providerId="Windows Live" clId="Web-{A24AE161-8AD6-2B69-3DAE-B4987B03BBE8}" dt="2025-03-06T14:59:50.187" v="614" actId="20577"/>
        <pc:sldMkLst>
          <pc:docMk/>
          <pc:sldMk cId="3643985019" sldId="1669"/>
        </pc:sldMkLst>
        <pc:spChg chg="mod">
          <ac:chgData name="Lynu Kuruvilla" userId="98cb4e06d798a9ec" providerId="Windows Live" clId="Web-{A24AE161-8AD6-2B69-3DAE-B4987B03BBE8}" dt="2025-03-06T14:52:48.552" v="517" actId="20577"/>
          <ac:spMkLst>
            <pc:docMk/>
            <pc:sldMk cId="3643985019" sldId="1669"/>
            <ac:spMk id="2" creationId="{F0348E75-8A16-528C-1AC3-C8B305818F4F}"/>
          </ac:spMkLst>
        </pc:spChg>
        <pc:spChg chg="mod">
          <ac:chgData name="Lynu Kuruvilla" userId="98cb4e06d798a9ec" providerId="Windows Live" clId="Web-{A24AE161-8AD6-2B69-3DAE-B4987B03BBE8}" dt="2025-03-06T14:57:43.497" v="584" actId="20577"/>
          <ac:spMkLst>
            <pc:docMk/>
            <pc:sldMk cId="3643985019" sldId="1669"/>
            <ac:spMk id="5" creationId="{6E1FB840-812A-3FAD-D690-64BC2134ACDA}"/>
          </ac:spMkLst>
        </pc:spChg>
        <pc:spChg chg="mod">
          <ac:chgData name="Lynu Kuruvilla" userId="98cb4e06d798a9ec" providerId="Windows Live" clId="Web-{A24AE161-8AD6-2B69-3DAE-B4987B03BBE8}" dt="2025-03-06T14:59:50.187" v="614" actId="20577"/>
          <ac:spMkLst>
            <pc:docMk/>
            <pc:sldMk cId="3643985019" sldId="1669"/>
            <ac:spMk id="6" creationId="{DE15E6F3-0E1F-59C7-D8D9-6B7E8C06AF57}"/>
          </ac:spMkLst>
        </pc:spChg>
      </pc:sldChg>
      <pc:sldChg chg="modSp">
        <pc:chgData name="Lynu Kuruvilla" userId="98cb4e06d798a9ec" providerId="Windows Live" clId="Web-{A24AE161-8AD6-2B69-3DAE-B4987B03BBE8}" dt="2025-03-06T15:01:44.065" v="650" actId="20577"/>
        <pc:sldMkLst>
          <pc:docMk/>
          <pc:sldMk cId="1661972239" sldId="1670"/>
        </pc:sldMkLst>
        <pc:spChg chg="mod">
          <ac:chgData name="Lynu Kuruvilla" userId="98cb4e06d798a9ec" providerId="Windows Live" clId="Web-{A24AE161-8AD6-2B69-3DAE-B4987B03BBE8}" dt="2025-03-06T15:00:31.876" v="620"/>
          <ac:spMkLst>
            <pc:docMk/>
            <pc:sldMk cId="1661972239" sldId="1670"/>
            <ac:spMk id="2" creationId="{A947FEAC-9566-ADB4-8035-3010256A2BB4}"/>
          </ac:spMkLst>
        </pc:spChg>
        <pc:spChg chg="mod">
          <ac:chgData name="Lynu Kuruvilla" userId="98cb4e06d798a9ec" providerId="Windows Live" clId="Web-{A24AE161-8AD6-2B69-3DAE-B4987B03BBE8}" dt="2025-03-06T15:00:31.891" v="621"/>
          <ac:spMkLst>
            <pc:docMk/>
            <pc:sldMk cId="1661972239" sldId="1670"/>
            <ac:spMk id="4" creationId="{D7891372-A555-B0EC-826F-81BDABEC758D}"/>
          </ac:spMkLst>
        </pc:spChg>
        <pc:spChg chg="mod">
          <ac:chgData name="Lynu Kuruvilla" userId="98cb4e06d798a9ec" providerId="Windows Live" clId="Web-{A24AE161-8AD6-2B69-3DAE-B4987B03BBE8}" dt="2025-03-06T15:01:44.065" v="650" actId="20577"/>
          <ac:spMkLst>
            <pc:docMk/>
            <pc:sldMk cId="1661972239" sldId="1670"/>
            <ac:spMk id="5" creationId="{F11875A7-D8A7-D6EA-1966-B49BAB5F74AD}"/>
          </ac:spMkLst>
        </pc:spChg>
        <pc:spChg chg="mod">
          <ac:chgData name="Lynu Kuruvilla" userId="98cb4e06d798a9ec" providerId="Windows Live" clId="Web-{A24AE161-8AD6-2B69-3DAE-B4987B03BBE8}" dt="2025-03-06T15:01:41.612" v="648" actId="14100"/>
          <ac:spMkLst>
            <pc:docMk/>
            <pc:sldMk cId="1661972239" sldId="1670"/>
            <ac:spMk id="6" creationId="{F50507EE-49D0-C243-AB75-4A3545523603}"/>
          </ac:spMkLst>
        </pc:spChg>
      </pc:sldChg>
      <pc:sldChg chg="modSp">
        <pc:chgData name="Lynu Kuruvilla" userId="98cb4e06d798a9ec" providerId="Windows Live" clId="Web-{A24AE161-8AD6-2B69-3DAE-B4987B03BBE8}" dt="2025-03-06T15:03:08.255" v="691" actId="20577"/>
        <pc:sldMkLst>
          <pc:docMk/>
          <pc:sldMk cId="655396309" sldId="1672"/>
        </pc:sldMkLst>
        <pc:spChg chg="mod">
          <ac:chgData name="Lynu Kuruvilla" userId="98cb4e06d798a9ec" providerId="Windows Live" clId="Web-{A24AE161-8AD6-2B69-3DAE-B4987B03BBE8}" dt="2025-03-06T14:53:01.005" v="520" actId="20577"/>
          <ac:spMkLst>
            <pc:docMk/>
            <pc:sldMk cId="655396309" sldId="1672"/>
            <ac:spMk id="2" creationId="{954E97CA-ABFA-FF94-9E67-79B9179740F0}"/>
          </ac:spMkLst>
        </pc:spChg>
        <pc:spChg chg="mod">
          <ac:chgData name="Lynu Kuruvilla" userId="98cb4e06d798a9ec" providerId="Windows Live" clId="Web-{A24AE161-8AD6-2B69-3DAE-B4987B03BBE8}" dt="2025-03-06T15:02:07.753" v="656" actId="20577"/>
          <ac:spMkLst>
            <pc:docMk/>
            <pc:sldMk cId="655396309" sldId="1672"/>
            <ac:spMk id="5" creationId="{19FACCED-2380-B47D-F670-F389B13E3643}"/>
          </ac:spMkLst>
        </pc:spChg>
        <pc:spChg chg="mod">
          <ac:chgData name="Lynu Kuruvilla" userId="98cb4e06d798a9ec" providerId="Windows Live" clId="Web-{A24AE161-8AD6-2B69-3DAE-B4987B03BBE8}" dt="2025-03-06T15:03:08.255" v="691" actId="20577"/>
          <ac:spMkLst>
            <pc:docMk/>
            <pc:sldMk cId="655396309" sldId="1672"/>
            <ac:spMk id="6" creationId="{0C82EF60-45A8-F88E-2872-2F105FD09DA0}"/>
          </ac:spMkLst>
        </pc:spChg>
      </pc:sldChg>
      <pc:sldChg chg="modSp del">
        <pc:chgData name="Lynu Kuruvilla" userId="98cb4e06d798a9ec" providerId="Windows Live" clId="Web-{A24AE161-8AD6-2B69-3DAE-B4987B03BBE8}" dt="2025-03-06T15:03:16.239" v="693"/>
        <pc:sldMkLst>
          <pc:docMk/>
          <pc:sldMk cId="1802518508" sldId="1674"/>
        </pc:sldMkLst>
      </pc:sldChg>
      <pc:sldChg chg="modSp del">
        <pc:chgData name="Lynu Kuruvilla" userId="98cb4e06d798a9ec" providerId="Windows Live" clId="Web-{A24AE161-8AD6-2B69-3DAE-B4987B03BBE8}" dt="2025-03-06T15:01:54.112" v="653"/>
        <pc:sldMkLst>
          <pc:docMk/>
          <pc:sldMk cId="1733253648" sldId="1676"/>
        </pc:sldMkLst>
      </pc:sldChg>
      <pc:sldChg chg="modSp del">
        <pc:chgData name="Lynu Kuruvilla" userId="98cb4e06d798a9ec" providerId="Windows Live" clId="Web-{A24AE161-8AD6-2B69-3DAE-B4987B03BBE8}" dt="2025-03-06T15:03:13.208" v="692"/>
        <pc:sldMkLst>
          <pc:docMk/>
          <pc:sldMk cId="376688903" sldId="1677"/>
        </pc:sldMkLst>
      </pc:sldChg>
      <pc:sldChg chg="del">
        <pc:chgData name="Lynu Kuruvilla" userId="98cb4e06d798a9ec" providerId="Windows Live" clId="Web-{A24AE161-8AD6-2B69-3DAE-B4987B03BBE8}" dt="2025-03-06T14:53:16.318" v="523"/>
        <pc:sldMkLst>
          <pc:docMk/>
          <pc:sldMk cId="1963815033" sldId="1678"/>
        </pc:sldMkLst>
      </pc:sldChg>
      <pc:sldChg chg="modSp">
        <pc:chgData name="Lynu Kuruvilla" userId="98cb4e06d798a9ec" providerId="Windows Live" clId="Web-{A24AE161-8AD6-2B69-3DAE-B4987B03BBE8}" dt="2025-03-06T15:06:30.025" v="731" actId="20577"/>
        <pc:sldMkLst>
          <pc:docMk/>
          <pc:sldMk cId="2170825706" sldId="1679"/>
        </pc:sldMkLst>
        <pc:spChg chg="mod">
          <ac:chgData name="Lynu Kuruvilla" userId="98cb4e06d798a9ec" providerId="Windows Live" clId="Web-{A24AE161-8AD6-2B69-3DAE-B4987B03BBE8}" dt="2025-03-06T15:04:30.678" v="709" actId="20577"/>
          <ac:spMkLst>
            <pc:docMk/>
            <pc:sldMk cId="2170825706" sldId="1679"/>
            <ac:spMk id="2" creationId="{F1F5B4FD-F767-72BB-F1E7-36E7D6814CE8}"/>
          </ac:spMkLst>
        </pc:spChg>
        <pc:spChg chg="mod">
          <ac:chgData name="Lynu Kuruvilla" userId="98cb4e06d798a9ec" providerId="Windows Live" clId="Web-{A24AE161-8AD6-2B69-3DAE-B4987B03BBE8}" dt="2025-03-06T15:06:30.025" v="731" actId="20577"/>
          <ac:spMkLst>
            <pc:docMk/>
            <pc:sldMk cId="2170825706" sldId="1679"/>
            <ac:spMk id="5" creationId="{69658B22-7CD0-4C4F-9369-DF22677F531A}"/>
          </ac:spMkLst>
        </pc:spChg>
        <pc:spChg chg="mod">
          <ac:chgData name="Lynu Kuruvilla" userId="98cb4e06d798a9ec" providerId="Windows Live" clId="Web-{A24AE161-8AD6-2B69-3DAE-B4987B03BBE8}" dt="2025-03-06T15:05:56.337" v="729" actId="20577"/>
          <ac:spMkLst>
            <pc:docMk/>
            <pc:sldMk cId="2170825706" sldId="1679"/>
            <ac:spMk id="6" creationId="{0BAD9EF5-2286-3DE3-F2A3-0055009A2470}"/>
          </ac:spMkLst>
        </pc:spChg>
      </pc:sldChg>
      <pc:sldChg chg="del">
        <pc:chgData name="Lynu Kuruvilla" userId="98cb4e06d798a9ec" providerId="Windows Live" clId="Web-{A24AE161-8AD6-2B69-3DAE-B4987B03BBE8}" dt="2025-03-06T15:06:36.041" v="732"/>
        <pc:sldMkLst>
          <pc:docMk/>
          <pc:sldMk cId="706222788" sldId="1680"/>
        </pc:sldMkLst>
      </pc:sldChg>
      <pc:sldChg chg="modSp">
        <pc:chgData name="Lynu Kuruvilla" userId="98cb4e06d798a9ec" providerId="Windows Live" clId="Web-{A24AE161-8AD6-2B69-3DAE-B4987B03BBE8}" dt="2025-03-06T13:58:56.860" v="48" actId="20577"/>
        <pc:sldMkLst>
          <pc:docMk/>
          <pc:sldMk cId="1360630459" sldId="1681"/>
        </pc:sldMkLst>
        <pc:spChg chg="mod">
          <ac:chgData name="Lynu Kuruvilla" userId="98cb4e06d798a9ec" providerId="Windows Live" clId="Web-{A24AE161-8AD6-2B69-3DAE-B4987B03BBE8}" dt="2025-03-06T13:58:56.860" v="48" actId="20577"/>
          <ac:spMkLst>
            <pc:docMk/>
            <pc:sldMk cId="1360630459" sldId="1681"/>
            <ac:spMk id="3" creationId="{FB608659-4DF5-5C60-8111-DCC2A77E42D7}"/>
          </ac:spMkLst>
        </pc:spChg>
      </pc:sldChg>
      <pc:sldChg chg="modSp">
        <pc:chgData name="Lynu Kuruvilla" userId="98cb4e06d798a9ec" providerId="Windows Live" clId="Web-{A24AE161-8AD6-2B69-3DAE-B4987B03BBE8}" dt="2025-03-06T13:59:52.049" v="56" actId="20577"/>
        <pc:sldMkLst>
          <pc:docMk/>
          <pc:sldMk cId="1268972511" sldId="1682"/>
        </pc:sldMkLst>
      </pc:sldChg>
      <pc:sldChg chg="modSp">
        <pc:chgData name="Lynu Kuruvilla" userId="98cb4e06d798a9ec" providerId="Windows Live" clId="Web-{A24AE161-8AD6-2B69-3DAE-B4987B03BBE8}" dt="2025-03-06T14:00:06.893" v="58" actId="14100"/>
        <pc:sldMkLst>
          <pc:docMk/>
          <pc:sldMk cId="727661844" sldId="1683"/>
        </pc:sldMkLst>
      </pc:sldChg>
      <pc:sldChg chg="modSp">
        <pc:chgData name="Lynu Kuruvilla" userId="98cb4e06d798a9ec" providerId="Windows Live" clId="Web-{A24AE161-8AD6-2B69-3DAE-B4987B03BBE8}" dt="2025-03-06T13:58:49.406" v="44" actId="20577"/>
        <pc:sldMkLst>
          <pc:docMk/>
          <pc:sldMk cId="2905971098" sldId="1684"/>
        </pc:sldMkLst>
        <pc:spChg chg="mod">
          <ac:chgData name="Lynu Kuruvilla" userId="98cb4e06d798a9ec" providerId="Windows Live" clId="Web-{A24AE161-8AD6-2B69-3DAE-B4987B03BBE8}" dt="2025-03-06T13:58:49.406" v="44" actId="20577"/>
          <ac:spMkLst>
            <pc:docMk/>
            <pc:sldMk cId="2905971098" sldId="1684"/>
            <ac:spMk id="3" creationId="{38854FEE-CA48-6C52-C796-E2BDBF3466EA}"/>
          </ac:spMkLst>
        </pc:spChg>
      </pc:sldChg>
      <pc:sldChg chg="modSp">
        <pc:chgData name="Lynu Kuruvilla" userId="98cb4e06d798a9ec" providerId="Windows Live" clId="Web-{A24AE161-8AD6-2B69-3DAE-B4987B03BBE8}" dt="2025-03-06T13:59:16.938" v="52" actId="20577"/>
        <pc:sldMkLst>
          <pc:docMk/>
          <pc:sldMk cId="1480647829" sldId="1685"/>
        </pc:sldMkLst>
      </pc:sldChg>
      <pc:sldChg chg="modSp add ord replId">
        <pc:chgData name="Lynu Kuruvilla" userId="98cb4e06d798a9ec" providerId="Windows Live" clId="Web-{A24AE161-8AD6-2B69-3DAE-B4987B03BBE8}" dt="2025-03-06T14:29:26.704" v="335" actId="20577"/>
        <pc:sldMkLst>
          <pc:docMk/>
          <pc:sldMk cId="2690966618" sldId="1687"/>
        </pc:sldMkLst>
        <pc:spChg chg="mod">
          <ac:chgData name="Lynu Kuruvilla" userId="98cb4e06d798a9ec" providerId="Windows Live" clId="Web-{A24AE161-8AD6-2B69-3DAE-B4987B03BBE8}" dt="2025-03-06T14:29:26.704" v="335" actId="20577"/>
          <ac:spMkLst>
            <pc:docMk/>
            <pc:sldMk cId="2690966618" sldId="1687"/>
            <ac:spMk id="5" creationId="{E119959B-393F-5062-2FE5-28235A4F571F}"/>
          </ac:spMkLst>
        </pc:spChg>
      </pc:sldChg>
      <pc:sldChg chg="modSp add ord replId">
        <pc:chgData name="Lynu Kuruvilla" userId="98cb4e06d798a9ec" providerId="Windows Live" clId="Web-{A24AE161-8AD6-2B69-3DAE-B4987B03BBE8}" dt="2025-03-06T14:29:32.001" v="336" actId="20577"/>
        <pc:sldMkLst>
          <pc:docMk/>
          <pc:sldMk cId="97059506" sldId="1688"/>
        </pc:sldMkLst>
        <pc:spChg chg="mod">
          <ac:chgData name="Lynu Kuruvilla" userId="98cb4e06d798a9ec" providerId="Windows Live" clId="Web-{A24AE161-8AD6-2B69-3DAE-B4987B03BBE8}" dt="2025-03-06T14:29:32.001" v="336" actId="20577"/>
          <ac:spMkLst>
            <pc:docMk/>
            <pc:sldMk cId="97059506" sldId="1688"/>
            <ac:spMk id="5" creationId="{579002FA-760E-8425-880C-D9AF10170DCF}"/>
          </ac:spMkLst>
        </pc:spChg>
      </pc:sldChg>
      <pc:sldChg chg="modSp add ord replId">
        <pc:chgData name="Lynu Kuruvilla" userId="98cb4e06d798a9ec" providerId="Windows Live" clId="Web-{A24AE161-8AD6-2B69-3DAE-B4987B03BBE8}" dt="2025-03-06T14:32:27.475" v="349" actId="20577"/>
        <pc:sldMkLst>
          <pc:docMk/>
          <pc:sldMk cId="1857387569" sldId="1689"/>
        </pc:sldMkLst>
        <pc:spChg chg="mod">
          <ac:chgData name="Lynu Kuruvilla" userId="98cb4e06d798a9ec" providerId="Windows Live" clId="Web-{A24AE161-8AD6-2B69-3DAE-B4987B03BBE8}" dt="2025-03-06T14:32:27.475" v="349" actId="20577"/>
          <ac:spMkLst>
            <pc:docMk/>
            <pc:sldMk cId="1857387569" sldId="1689"/>
            <ac:spMk id="5" creationId="{0885044C-54E8-2C0B-7AC0-EC905F322929}"/>
          </ac:spMkLst>
        </pc:spChg>
      </pc:sldChg>
    </pc:docChg>
  </pc:docChgLst>
  <pc:docChgLst>
    <pc:chgData name="Sini Mathew" userId="3875fe58a975fc01" providerId="LiveId" clId="{33B07675-EC5C-4876-A702-75A31B585C74}"/>
    <pc:docChg chg="undo custSel addSld modSld sldOrd">
      <pc:chgData name="Sini Mathew" userId="3875fe58a975fc01" providerId="LiveId" clId="{33B07675-EC5C-4876-A702-75A31B585C74}" dt="2025-03-04T03:28:03.947" v="2426" actId="20577"/>
      <pc:docMkLst>
        <pc:docMk/>
      </pc:docMkLst>
      <pc:sldChg chg="modSp mod">
        <pc:chgData name="Sini Mathew" userId="3875fe58a975fc01" providerId="LiveId" clId="{33B07675-EC5C-4876-A702-75A31B585C74}" dt="2025-03-03T01:11:39.591" v="49" actId="20577"/>
        <pc:sldMkLst>
          <pc:docMk/>
          <pc:sldMk cId="4206118844" sldId="811"/>
        </pc:sldMkLst>
        <pc:spChg chg="mod">
          <ac:chgData name="Sini Mathew" userId="3875fe58a975fc01" providerId="LiveId" clId="{33B07675-EC5C-4876-A702-75A31B585C74}" dt="2025-03-03T01:11:39.591" v="49" actId="20577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Sini Mathew" userId="3875fe58a975fc01" providerId="LiveId" clId="{33B07675-EC5C-4876-A702-75A31B585C74}" dt="2025-03-03T01:10:59.232" v="1" actId="20577"/>
        <pc:sldMkLst>
          <pc:docMk/>
          <pc:sldMk cId="717388547" sldId="813"/>
        </pc:sldMkLst>
        <pc:spChg chg="mod">
          <ac:chgData name="Sini Mathew" userId="3875fe58a975fc01" providerId="LiveId" clId="{33B07675-EC5C-4876-A702-75A31B585C74}" dt="2025-03-03T01:10:59.232" v="1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Sini Mathew" userId="3875fe58a975fc01" providerId="LiveId" clId="{33B07675-EC5C-4876-A702-75A31B585C74}" dt="2025-03-03T01:14:33.841" v="52" actId="20577"/>
        <pc:sldMkLst>
          <pc:docMk/>
          <pc:sldMk cId="3717493800" sldId="821"/>
        </pc:sldMkLst>
        <pc:spChg chg="mod">
          <ac:chgData name="Sini Mathew" userId="3875fe58a975fc01" providerId="LiveId" clId="{33B07675-EC5C-4876-A702-75A31B585C74}" dt="2025-03-03T01:14:33.841" v="52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addSp delSp modSp mod">
        <pc:chgData name="Sini Mathew" userId="3875fe58a975fc01" providerId="LiveId" clId="{33B07675-EC5C-4876-A702-75A31B585C74}" dt="2025-03-04T03:26:50.492" v="2394" actId="20577"/>
        <pc:sldMkLst>
          <pc:docMk/>
          <pc:sldMk cId="140346443" sldId="822"/>
        </pc:sldMkLst>
        <pc:spChg chg="mod">
          <ac:chgData name="Sini Mathew" userId="3875fe58a975fc01" providerId="LiveId" clId="{33B07675-EC5C-4876-A702-75A31B585C74}" dt="2025-03-03T04:26:56.726" v="342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Sini Mathew" userId="3875fe58a975fc01" providerId="LiveId" clId="{33B07675-EC5C-4876-A702-75A31B585C74}" dt="2025-03-04T03:26:17.010" v="2388" actId="1076"/>
          <ac:spMkLst>
            <pc:docMk/>
            <pc:sldMk cId="140346443" sldId="822"/>
            <ac:spMk id="3" creationId="{DFD3087A-542A-9E8A-2F04-286C1B72B61A}"/>
          </ac:spMkLst>
        </pc:spChg>
        <pc:spChg chg="mod">
          <ac:chgData name="Sini Mathew" userId="3875fe58a975fc01" providerId="LiveId" clId="{33B07675-EC5C-4876-A702-75A31B585C74}" dt="2025-03-04T03:26:50.492" v="2394" actId="20577"/>
          <ac:spMkLst>
            <pc:docMk/>
            <pc:sldMk cId="140346443" sldId="822"/>
            <ac:spMk id="6" creationId="{B48AEF40-D79D-77F3-773C-095D81075E36}"/>
          </ac:spMkLst>
        </pc:spChg>
        <pc:picChg chg="add mod">
          <ac:chgData name="Sini Mathew" userId="3875fe58a975fc01" providerId="LiveId" clId="{33B07675-EC5C-4876-A702-75A31B585C74}" dt="2025-03-04T03:02:16.731" v="1345" actId="1076"/>
          <ac:picMkLst>
            <pc:docMk/>
            <pc:sldMk cId="140346443" sldId="822"/>
            <ac:picMk id="5" creationId="{A75CDA5A-B1E1-29B3-F471-8A5E40EAC6FD}"/>
          </ac:picMkLst>
        </pc:picChg>
      </pc:sldChg>
      <pc:sldChg chg="modSp mod">
        <pc:chgData name="Sini Mathew" userId="3875fe58a975fc01" providerId="LiveId" clId="{33B07675-EC5C-4876-A702-75A31B585C74}" dt="2025-03-04T02:54:01.875" v="1329" actId="120"/>
        <pc:sldMkLst>
          <pc:docMk/>
          <pc:sldMk cId="2771250690" sldId="851"/>
        </pc:sldMkLst>
        <pc:spChg chg="mod">
          <ac:chgData name="Sini Mathew" userId="3875fe58a975fc01" providerId="LiveId" clId="{33B07675-EC5C-4876-A702-75A31B585C74}" dt="2025-03-04T02:54:01.875" v="1329" actId="120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Sini Mathew" userId="3875fe58a975fc01" providerId="LiveId" clId="{33B07675-EC5C-4876-A702-75A31B585C74}" dt="2025-03-04T02:53:37.271" v="1327" actId="948"/>
        <pc:sldMkLst>
          <pc:docMk/>
          <pc:sldMk cId="2716954731" sldId="1390"/>
        </pc:sldMkLst>
        <pc:spChg chg="mod">
          <ac:chgData name="Sini Mathew" userId="3875fe58a975fc01" providerId="LiveId" clId="{33B07675-EC5C-4876-A702-75A31B585C74}" dt="2025-03-03T01:11:06.111" v="3" actId="20577"/>
          <ac:spMkLst>
            <pc:docMk/>
            <pc:sldMk cId="2716954731" sldId="1390"/>
            <ac:spMk id="2" creationId="{00000000-0000-0000-0000-000000000000}"/>
          </ac:spMkLst>
        </pc:spChg>
        <pc:spChg chg="mod">
          <ac:chgData name="Sini Mathew" userId="3875fe58a975fc01" providerId="LiveId" clId="{33B07675-EC5C-4876-A702-75A31B585C74}" dt="2025-03-04T02:53:37.271" v="1327" actId="948"/>
          <ac:spMkLst>
            <pc:docMk/>
            <pc:sldMk cId="2716954731" sldId="1390"/>
            <ac:spMk id="7" creationId="{094E9A69-B612-35E4-DEEF-5092DA0A0A97}"/>
          </ac:spMkLst>
        </pc:spChg>
      </pc:sldChg>
      <pc:sldChg chg="modSp mod">
        <pc:chgData name="Sini Mathew" userId="3875fe58a975fc01" providerId="LiveId" clId="{33B07675-EC5C-4876-A702-75A31B585C74}" dt="2025-03-04T02:53:25.544" v="1326" actId="948"/>
        <pc:sldMkLst>
          <pc:docMk/>
          <pc:sldMk cId="2217838844" sldId="1648"/>
        </pc:sldMkLst>
        <pc:spChg chg="mod">
          <ac:chgData name="Sini Mathew" userId="3875fe58a975fc01" providerId="LiveId" clId="{33B07675-EC5C-4876-A702-75A31B585C74}" dt="2025-03-04T02:53:25.544" v="1326" actId="948"/>
          <ac:spMkLst>
            <pc:docMk/>
            <pc:sldMk cId="2217838844" sldId="1648"/>
            <ac:spMk id="7" creationId="{E29A6687-39DF-B246-979B-08C80C08F7D4}"/>
          </ac:spMkLst>
        </pc:spChg>
      </pc:sldChg>
      <pc:sldChg chg="modSp mod">
        <pc:chgData name="Sini Mathew" userId="3875fe58a975fc01" providerId="LiveId" clId="{33B07675-EC5C-4876-A702-75A31B585C74}" dt="2025-03-04T02:53:16.653" v="1325" actId="948"/>
        <pc:sldMkLst>
          <pc:docMk/>
          <pc:sldMk cId="3067729131" sldId="1650"/>
        </pc:sldMkLst>
        <pc:spChg chg="mod">
          <ac:chgData name="Sini Mathew" userId="3875fe58a975fc01" providerId="LiveId" clId="{33B07675-EC5C-4876-A702-75A31B585C74}" dt="2025-03-04T02:53:16.653" v="1325" actId="948"/>
          <ac:spMkLst>
            <pc:docMk/>
            <pc:sldMk cId="3067729131" sldId="1650"/>
            <ac:spMk id="7" creationId="{80E38BDA-FE8E-E9F8-FE50-2A850A81255E}"/>
          </ac:spMkLst>
        </pc:spChg>
      </pc:sldChg>
      <pc:sldChg chg="modSp mod">
        <pc:chgData name="Sini Mathew" userId="3875fe58a975fc01" providerId="LiveId" clId="{33B07675-EC5C-4876-A702-75A31B585C74}" dt="2025-03-04T02:53:02.061" v="1323" actId="14100"/>
        <pc:sldMkLst>
          <pc:docMk/>
          <pc:sldMk cId="986701546" sldId="1651"/>
        </pc:sldMkLst>
        <pc:spChg chg="mod">
          <ac:chgData name="Sini Mathew" userId="3875fe58a975fc01" providerId="LiveId" clId="{33B07675-EC5C-4876-A702-75A31B585C74}" dt="2025-03-04T02:53:02.061" v="1323" actId="14100"/>
          <ac:spMkLst>
            <pc:docMk/>
            <pc:sldMk cId="986701546" sldId="1651"/>
            <ac:spMk id="7" creationId="{9DE9F646-38A7-A135-82CB-CB7704755801}"/>
          </ac:spMkLst>
        </pc:spChg>
      </pc:sldChg>
      <pc:sldChg chg="addSp delSp modSp mod">
        <pc:chgData name="Sini Mathew" userId="3875fe58a975fc01" providerId="LiveId" clId="{33B07675-EC5C-4876-A702-75A31B585C74}" dt="2025-03-04T03:27:09.724" v="2402" actId="20577"/>
        <pc:sldMkLst>
          <pc:docMk/>
          <pc:sldMk cId="3217866785" sldId="1652"/>
        </pc:sldMkLst>
        <pc:spChg chg="mod">
          <ac:chgData name="Sini Mathew" userId="3875fe58a975fc01" providerId="LiveId" clId="{33B07675-EC5C-4876-A702-75A31B585C74}" dt="2025-03-04T03:25:50.271" v="2384" actId="1076"/>
          <ac:spMkLst>
            <pc:docMk/>
            <pc:sldMk cId="3217866785" sldId="1652"/>
            <ac:spMk id="3" creationId="{9360F643-EC6D-AF12-0E46-3DE2699A0EDF}"/>
          </ac:spMkLst>
        </pc:spChg>
        <pc:spChg chg="mod">
          <ac:chgData name="Sini Mathew" userId="3875fe58a975fc01" providerId="LiveId" clId="{33B07675-EC5C-4876-A702-75A31B585C74}" dt="2025-03-04T03:27:09.724" v="2402" actId="20577"/>
          <ac:spMkLst>
            <pc:docMk/>
            <pc:sldMk cId="3217866785" sldId="1652"/>
            <ac:spMk id="6" creationId="{4E25969D-748D-C9D9-F7EC-2D87129B9A5A}"/>
          </ac:spMkLst>
        </pc:spChg>
        <pc:picChg chg="add mod">
          <ac:chgData name="Sini Mathew" userId="3875fe58a975fc01" providerId="LiveId" clId="{33B07675-EC5C-4876-A702-75A31B585C74}" dt="2025-03-04T03:10:28.253" v="1590"/>
          <ac:picMkLst>
            <pc:docMk/>
            <pc:sldMk cId="3217866785" sldId="1652"/>
            <ac:picMk id="5" creationId="{21BF14A5-6ED6-81CC-3B42-866FCCFEA2D3}"/>
          </ac:picMkLst>
        </pc:picChg>
      </pc:sldChg>
      <pc:sldChg chg="addSp delSp modSp mod">
        <pc:chgData name="Sini Mathew" userId="3875fe58a975fc01" providerId="LiveId" clId="{33B07675-EC5C-4876-A702-75A31B585C74}" dt="2025-03-04T03:27:21.984" v="2406" actId="20577"/>
        <pc:sldMkLst>
          <pc:docMk/>
          <pc:sldMk cId="1079567730" sldId="1653"/>
        </pc:sldMkLst>
        <pc:spChg chg="mod">
          <ac:chgData name="Sini Mathew" userId="3875fe58a975fc01" providerId="LiveId" clId="{33B07675-EC5C-4876-A702-75A31B585C74}" dt="2025-03-04T03:25:39.384" v="2382" actId="1076"/>
          <ac:spMkLst>
            <pc:docMk/>
            <pc:sldMk cId="1079567730" sldId="1653"/>
            <ac:spMk id="3" creationId="{96BB7DF4-5D24-CADE-EE48-6C7727E9E18C}"/>
          </ac:spMkLst>
        </pc:spChg>
        <pc:spChg chg="mod">
          <ac:chgData name="Sini Mathew" userId="3875fe58a975fc01" providerId="LiveId" clId="{33B07675-EC5C-4876-A702-75A31B585C74}" dt="2025-03-04T03:27:21.984" v="2406" actId="20577"/>
          <ac:spMkLst>
            <pc:docMk/>
            <pc:sldMk cId="1079567730" sldId="1653"/>
            <ac:spMk id="6" creationId="{80910726-B6CC-8764-2848-996E73A9E34A}"/>
          </ac:spMkLst>
        </pc:spChg>
        <pc:spChg chg="mod">
          <ac:chgData name="Sini Mathew" userId="3875fe58a975fc01" providerId="LiveId" clId="{33B07675-EC5C-4876-A702-75A31B585C74}" dt="2025-03-04T03:15:54.498" v="1958" actId="1076"/>
          <ac:spMkLst>
            <pc:docMk/>
            <pc:sldMk cId="1079567730" sldId="1653"/>
            <ac:spMk id="7" creationId="{9190197E-933A-0389-58CF-B3F6719F137D}"/>
          </ac:spMkLst>
        </pc:spChg>
        <pc:picChg chg="add mod">
          <ac:chgData name="Sini Mathew" userId="3875fe58a975fc01" providerId="LiveId" clId="{33B07675-EC5C-4876-A702-75A31B585C74}" dt="2025-03-04T03:12:38.589" v="1759"/>
          <ac:picMkLst>
            <pc:docMk/>
            <pc:sldMk cId="1079567730" sldId="1653"/>
            <ac:picMk id="4" creationId="{407FE7B7-8A52-8032-7976-C9329A88BB2F}"/>
          </ac:picMkLst>
        </pc:picChg>
      </pc:sldChg>
      <pc:sldChg chg="modSp add mod">
        <pc:chgData name="Sini Mathew" userId="3875fe58a975fc01" providerId="LiveId" clId="{33B07675-EC5C-4876-A702-75A31B585C74}" dt="2025-03-04T03:27:40.326" v="2414" actId="20577"/>
        <pc:sldMkLst>
          <pc:docMk/>
          <pc:sldMk cId="1360630459" sldId="1681"/>
        </pc:sldMkLst>
        <pc:spChg chg="mod">
          <ac:chgData name="Sini Mathew" userId="3875fe58a975fc01" providerId="LiveId" clId="{33B07675-EC5C-4876-A702-75A31B585C74}" dt="2025-03-04T03:25:16.368" v="2378" actId="1076"/>
          <ac:spMkLst>
            <pc:docMk/>
            <pc:sldMk cId="1360630459" sldId="1681"/>
            <ac:spMk id="3" creationId="{FB608659-4DF5-5C60-8111-DCC2A77E42D7}"/>
          </ac:spMkLst>
        </pc:spChg>
        <pc:spChg chg="mod">
          <ac:chgData name="Sini Mathew" userId="3875fe58a975fc01" providerId="LiveId" clId="{33B07675-EC5C-4876-A702-75A31B585C74}" dt="2025-03-04T03:27:40.326" v="2414" actId="20577"/>
          <ac:spMkLst>
            <pc:docMk/>
            <pc:sldMk cId="1360630459" sldId="1681"/>
            <ac:spMk id="6" creationId="{FDDF97B1-630C-3514-277A-31F835B38FDC}"/>
          </ac:spMkLst>
        </pc:spChg>
      </pc:sldChg>
      <pc:sldChg chg="modSp add mod">
        <pc:chgData name="Sini Mathew" userId="3875fe58a975fc01" providerId="LiveId" clId="{33B07675-EC5C-4876-A702-75A31B585C74}" dt="2025-03-04T03:27:30.360" v="2410" actId="20577"/>
        <pc:sldMkLst>
          <pc:docMk/>
          <pc:sldMk cId="1268972511" sldId="1682"/>
        </pc:sldMkLst>
      </pc:sldChg>
      <pc:sldChg chg="modSp add mod">
        <pc:chgData name="Sini Mathew" userId="3875fe58a975fc01" providerId="LiveId" clId="{33B07675-EC5C-4876-A702-75A31B585C74}" dt="2025-03-04T03:27:48.603" v="2418" actId="20577"/>
        <pc:sldMkLst>
          <pc:docMk/>
          <pc:sldMk cId="727661844" sldId="1683"/>
        </pc:sldMkLst>
      </pc:sldChg>
      <pc:sldChg chg="modSp add mod ord">
        <pc:chgData name="Sini Mathew" userId="3875fe58a975fc01" providerId="LiveId" clId="{33B07675-EC5C-4876-A702-75A31B585C74}" dt="2025-03-04T03:27:56.191" v="2422" actId="20577"/>
        <pc:sldMkLst>
          <pc:docMk/>
          <pc:sldMk cId="2905971098" sldId="1684"/>
        </pc:sldMkLst>
        <pc:spChg chg="mod">
          <ac:chgData name="Sini Mathew" userId="3875fe58a975fc01" providerId="LiveId" clId="{33B07675-EC5C-4876-A702-75A31B585C74}" dt="2025-03-04T03:24:37.495" v="2371" actId="948"/>
          <ac:spMkLst>
            <pc:docMk/>
            <pc:sldMk cId="2905971098" sldId="1684"/>
            <ac:spMk id="3" creationId="{38854FEE-CA48-6C52-C796-E2BDBF3466EA}"/>
          </ac:spMkLst>
        </pc:spChg>
        <pc:spChg chg="mod">
          <ac:chgData name="Sini Mathew" userId="3875fe58a975fc01" providerId="LiveId" clId="{33B07675-EC5C-4876-A702-75A31B585C74}" dt="2025-03-04T03:27:56.191" v="2422" actId="20577"/>
          <ac:spMkLst>
            <pc:docMk/>
            <pc:sldMk cId="2905971098" sldId="1684"/>
            <ac:spMk id="6" creationId="{6FAFBBE7-CD5E-D3C7-1B3D-282A49507A11}"/>
          </ac:spMkLst>
        </pc:spChg>
      </pc:sldChg>
      <pc:sldChg chg="modSp add mod ord">
        <pc:chgData name="Sini Mathew" userId="3875fe58a975fc01" providerId="LiveId" clId="{33B07675-EC5C-4876-A702-75A31B585C74}" dt="2025-03-04T03:28:03.947" v="2426" actId="20577"/>
        <pc:sldMkLst>
          <pc:docMk/>
          <pc:sldMk cId="1480647829" sldId="1685"/>
        </pc:sldMkLst>
      </pc:sldChg>
      <pc:sldChg chg="modSp add mod">
        <pc:chgData name="Sini Mathew" userId="3875fe58a975fc01" providerId="LiveId" clId="{33B07675-EC5C-4876-A702-75A31B585C74}" dt="2025-03-04T03:26:59.371" v="2398" actId="20577"/>
        <pc:sldMkLst>
          <pc:docMk/>
          <pc:sldMk cId="2794826874" sldId="1686"/>
        </pc:sldMkLst>
        <pc:spChg chg="mod">
          <ac:chgData name="Sini Mathew" userId="3875fe58a975fc01" providerId="LiveId" clId="{33B07675-EC5C-4876-A702-75A31B585C74}" dt="2025-03-04T03:26:33.245" v="2392" actId="1076"/>
          <ac:spMkLst>
            <pc:docMk/>
            <pc:sldMk cId="2794826874" sldId="1686"/>
            <ac:spMk id="3" creationId="{3FFD0E17-A986-2FB1-1458-7E7664CCAA94}"/>
          </ac:spMkLst>
        </pc:spChg>
        <pc:spChg chg="mod">
          <ac:chgData name="Sini Mathew" userId="3875fe58a975fc01" providerId="LiveId" clId="{33B07675-EC5C-4876-A702-75A31B585C74}" dt="2025-03-04T03:26:59.371" v="2398" actId="20577"/>
          <ac:spMkLst>
            <pc:docMk/>
            <pc:sldMk cId="2794826874" sldId="1686"/>
            <ac:spMk id="6" creationId="{9CF9D641-0A5A-8176-DE66-6208B87EC2D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08/03/2025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26 Jan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26 Jan 2025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26 Jan 2025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26 Jan 2025</a:t>
            </a: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3/8/2025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032065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GB" sz="3600" b="1" i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Jesus Christ who holds together the neglected </a:t>
            </a: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Opening Hymn</a:t>
            </a:r>
          </a:p>
          <a:p>
            <a:r>
              <a:rPr lang="en-US" dirty="0">
                <a:solidFill>
                  <a:schemeClr val="bg1"/>
                </a:solidFill>
              </a:rPr>
              <a:t>Song no: 5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Song no: 5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736001" y="831409"/>
            <a:ext cx="7915835" cy="37168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800" dirty="0"/>
              <a:t>Immortal, invisible, God only wise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In light inaccessible hid from our eyes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Most blessed, most glorious, the Ancient of Days 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Almighty, victorious, Thy great name we praise </a:t>
            </a:r>
            <a:endParaRPr lang="en-GB" sz="2800" dirty="0">
              <a:cs typeface="Segoe UI"/>
            </a:endParaRP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1 of 4</a:t>
            </a: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9DCC-FF1C-627E-B31C-A8F1C322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6877-2B4C-ACDD-1D0F-6A4EF360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Song no: 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BF0D2C0-8780-3569-4798-4330D727F88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9A6687-39DF-B246-979B-08C80C08F7D4}"/>
              </a:ext>
            </a:extLst>
          </p:cNvPr>
          <p:cNvSpPr txBox="1"/>
          <p:nvPr/>
        </p:nvSpPr>
        <p:spPr>
          <a:xfrm>
            <a:off x="923365" y="1193734"/>
            <a:ext cx="7915835" cy="32437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dirty="0" err="1"/>
              <a:t>Unresting</a:t>
            </a:r>
            <a:r>
              <a:rPr lang="en-GB" sz="2800" dirty="0"/>
              <a:t>, unhasting, and silent as light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Nor wanting, nor wasting, Thou </a:t>
            </a:r>
            <a:r>
              <a:rPr lang="en-GB" sz="2800" dirty="0" err="1"/>
              <a:t>rulest</a:t>
            </a:r>
            <a:r>
              <a:rPr lang="en-GB" sz="2800" dirty="0"/>
              <a:t> in might 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Thy justice, like mountains, high soaring above 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Thy clouds which are fountains of goodness and love.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D04E0-2BA2-B70E-C21F-60C1511AA59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2 of 4</a:t>
            </a:r>
          </a:p>
        </p:txBody>
      </p:sp>
    </p:spTree>
    <p:extLst>
      <p:ext uri="{BB962C8B-B14F-4D97-AF65-F5344CB8AC3E}">
        <p14:creationId xmlns:p14="http://schemas.microsoft.com/office/powerpoint/2010/main" val="221783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F6C1-ACA7-CB03-7D98-F10633134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A7FB-B28B-77E6-5E83-24123D1F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Song no: 5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C9E51F-13F8-65B7-1C0C-CCEC88DE61A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E38BDA-FE8E-E9F8-FE50-2A850A81255E}"/>
              </a:ext>
            </a:extLst>
          </p:cNvPr>
          <p:cNvSpPr txBox="1"/>
          <p:nvPr/>
        </p:nvSpPr>
        <p:spPr>
          <a:xfrm>
            <a:off x="672463" y="1193734"/>
            <a:ext cx="8166737" cy="32437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dirty="0"/>
              <a:t>To all, life Thou </a:t>
            </a:r>
            <a:r>
              <a:rPr lang="en-GB" sz="2800" dirty="0" err="1"/>
              <a:t>givest</a:t>
            </a:r>
            <a:r>
              <a:rPr lang="en-GB" sz="2800" dirty="0"/>
              <a:t>, both great and small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In all life thou </a:t>
            </a:r>
            <a:r>
              <a:rPr lang="en-GB" sz="2800" dirty="0" err="1"/>
              <a:t>livest</a:t>
            </a:r>
            <a:r>
              <a:rPr lang="en-GB" sz="2800" dirty="0"/>
              <a:t>, the true life of all 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We blossom and flourish as leaves on the tree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And wither and perish, but naught </a:t>
            </a:r>
            <a:r>
              <a:rPr lang="en-GB" sz="2800" dirty="0" err="1"/>
              <a:t>changeth</a:t>
            </a:r>
            <a:r>
              <a:rPr lang="en-GB" sz="2800" dirty="0"/>
              <a:t> Thee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5AB6B8-6EE4-4538-3B88-89DD2F61514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3 of 4</a:t>
            </a:r>
          </a:p>
        </p:txBody>
      </p:sp>
    </p:spTree>
    <p:extLst>
      <p:ext uri="{BB962C8B-B14F-4D97-AF65-F5344CB8AC3E}">
        <p14:creationId xmlns:p14="http://schemas.microsoft.com/office/powerpoint/2010/main" val="306772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D98DF-184E-3106-6AF8-B555F75A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A829-C4F2-A2F2-B628-D2001A46B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Song no: 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FBA177A-2C15-ECC9-3ACF-4E7DCF31563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9F646-38A7-A135-82CB-CB7704755801}"/>
              </a:ext>
            </a:extLst>
          </p:cNvPr>
          <p:cNvSpPr txBox="1"/>
          <p:nvPr/>
        </p:nvSpPr>
        <p:spPr>
          <a:xfrm>
            <a:off x="923365" y="1193733"/>
            <a:ext cx="7490793" cy="259737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dirty="0"/>
              <a:t>Great Father of Glory, pure Father of Light 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Thine angels adore Thee, all veiling their sight 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All praise we would render, O help us to see 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Tis only the splendour of light </a:t>
            </a:r>
            <a:r>
              <a:rPr lang="en-GB" sz="2800" dirty="0" err="1"/>
              <a:t>hideth</a:t>
            </a:r>
            <a:r>
              <a:rPr lang="en-GB" sz="2800" dirty="0"/>
              <a:t> Thee.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6889D-7E5D-259C-8015-2AE2549FBB7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4 of 4</a:t>
            </a:r>
          </a:p>
        </p:txBody>
      </p:sp>
    </p:spTree>
    <p:extLst>
      <p:ext uri="{BB962C8B-B14F-4D97-AF65-F5344CB8AC3E}">
        <p14:creationId xmlns:p14="http://schemas.microsoft.com/office/powerpoint/2010/main" val="986701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7"/>
            <a:ext cx="6117328" cy="1753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117328" cy="2120444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 </a:t>
            </a:r>
          </a:p>
          <a:p>
            <a:r>
              <a:rPr lang="en-GB" sz="4400" dirty="0">
                <a:solidFill>
                  <a:schemeClr val="bg1"/>
                </a:solidFill>
              </a:rPr>
              <a:t>Song no (871)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Thanksgiving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142322" y="613695"/>
            <a:ext cx="6859356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I’ve found a friend; oh, such a Friend!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He loved me ere I knew Him;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He drew me with the cords of love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And thus He bound me to Him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And round my heart still close-</a:t>
            </a:r>
            <a:r>
              <a:rPr lang="en-GB" sz="2800" dirty="0" err="1"/>
              <a:t>ly</a:t>
            </a:r>
            <a:r>
              <a:rPr lang="en-GB" sz="2800" dirty="0"/>
              <a:t> twine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Those ties which naught can sever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For I am His, and He is mine , For ever and for ever!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4860177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ctr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endParaRPr lang="en-GB" dirty="0">
              <a:solidFill>
                <a:schemeClr val="bg1"/>
              </a:solidFill>
              <a:latin typeface="Tenorite"/>
            </a:endParaRPr>
          </a:p>
          <a:p>
            <a:endParaRPr lang="en-GB" dirty="0">
              <a:solidFill>
                <a:schemeClr val="bg1"/>
              </a:solidFill>
              <a:latin typeface="Tenorite"/>
            </a:endParaRPr>
          </a:p>
          <a:p>
            <a:r>
              <a:rPr lang="en-GB" dirty="0">
                <a:solidFill>
                  <a:schemeClr val="bg1"/>
                </a:solidFill>
                <a:latin typeface="Tenorite"/>
              </a:rPr>
              <a:t>Offertory</a:t>
            </a:r>
            <a:endParaRPr lang="en-GB" dirty="0">
              <a:solidFill>
                <a:schemeClr val="bg1"/>
              </a:solidFill>
            </a:endParaRPr>
          </a:p>
          <a:p>
            <a:endParaRPr lang="en-GB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God of The Poor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1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201820" y="1225695"/>
            <a:ext cx="6608483" cy="290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500" dirty="0"/>
              <a:t>Beauty for brokenness, hope for despair</a:t>
            </a:r>
          </a:p>
          <a:p>
            <a:pPr>
              <a:lnSpc>
                <a:spcPct val="150000"/>
              </a:lnSpc>
            </a:pPr>
            <a:r>
              <a:rPr lang="en-GB" sz="2500" dirty="0"/>
              <a:t>Lord, in your </a:t>
            </a:r>
            <a:r>
              <a:rPr lang="en-GB" sz="2500" dirty="0" err="1"/>
              <a:t>suff’ring</a:t>
            </a:r>
            <a:r>
              <a:rPr lang="en-GB" sz="2500" dirty="0"/>
              <a:t> world, this is our prayer. </a:t>
            </a:r>
          </a:p>
          <a:p>
            <a:pPr>
              <a:lnSpc>
                <a:spcPct val="150000"/>
              </a:lnSpc>
            </a:pPr>
            <a:r>
              <a:rPr lang="en-GB" sz="2500" dirty="0"/>
              <a:t>Bread for the children, justice , joy, peace </a:t>
            </a:r>
          </a:p>
          <a:p>
            <a:pPr>
              <a:lnSpc>
                <a:spcPct val="150000"/>
              </a:lnSpc>
            </a:pPr>
            <a:r>
              <a:rPr lang="en-GB" sz="2500" dirty="0"/>
              <a:t>Sunrise to sunset, your kingdom increase</a:t>
            </a:r>
          </a:p>
          <a:p>
            <a:pPr>
              <a:lnSpc>
                <a:spcPct val="150000"/>
              </a:lnSpc>
            </a:pPr>
            <a:endParaRPr lang="en-GB" sz="2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5CDA5A-B1E1-29B3-F471-8A5E40EAC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83" y="613695"/>
            <a:ext cx="2468217" cy="252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82F0-9178-2CD2-F8E4-FC485935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C5167-5AA6-E9CB-3228-8B1EDC04E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God of The Poor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392D99C-391A-3473-9D6A-68CC83ED05EA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F9D641-0A5A-8176-DE66-6208B87EC2D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2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FD0E17-A986-2FB1-1458-7E7664CCAA94}"/>
              </a:ext>
            </a:extLst>
          </p:cNvPr>
          <p:cNvSpPr txBox="1"/>
          <p:nvPr/>
        </p:nvSpPr>
        <p:spPr>
          <a:xfrm>
            <a:off x="168264" y="1019032"/>
            <a:ext cx="6608483" cy="290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500" dirty="0"/>
              <a:t>Shelter for fragile lives, cures for their ills</a:t>
            </a:r>
          </a:p>
          <a:p>
            <a:pPr>
              <a:lnSpc>
                <a:spcPct val="150000"/>
              </a:lnSpc>
            </a:pPr>
            <a:r>
              <a:rPr lang="en-GB" sz="2500" dirty="0"/>
              <a:t>Work for the craftsmen, trade for their skills </a:t>
            </a:r>
          </a:p>
          <a:p>
            <a:pPr>
              <a:lnSpc>
                <a:spcPct val="150000"/>
              </a:lnSpc>
            </a:pPr>
            <a:r>
              <a:rPr lang="en-GB" sz="2500" dirty="0"/>
              <a:t>Land for the dispossessed, rights for the weak </a:t>
            </a:r>
          </a:p>
          <a:p>
            <a:pPr>
              <a:lnSpc>
                <a:spcPct val="150000"/>
              </a:lnSpc>
            </a:pPr>
            <a:r>
              <a:rPr lang="en-GB" sz="2500" dirty="0"/>
              <a:t>Voices to plead the cause, of those who can’t speak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648A6-0C34-8F16-45BA-EB7999B06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83" y="613695"/>
            <a:ext cx="2468217" cy="252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826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4C686-53D5-C30D-900F-0B873723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4857-B6BE-734D-1E0C-CC867B618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(703)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A9E012-FC1E-3FD4-8E4B-2CC7553E7C98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25969D-748D-C9D9-F7EC-2D87129B9A5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3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0F643-EC6D-AF12-0E46-3DE2699A0EDF}"/>
              </a:ext>
            </a:extLst>
          </p:cNvPr>
          <p:cNvSpPr txBox="1"/>
          <p:nvPr/>
        </p:nvSpPr>
        <p:spPr>
          <a:xfrm>
            <a:off x="144922" y="1283873"/>
            <a:ext cx="6878448" cy="23289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God of the poor, friend of the weak</a:t>
            </a:r>
          </a:p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Give us compassion we pray!!</a:t>
            </a:r>
          </a:p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Melt our cold hearts, let tears fall like rain !</a:t>
            </a:r>
          </a:p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Come change our love from a spark to a flame!!</a:t>
            </a:r>
            <a:endParaRPr lang="en-US" sz="2500" dirty="0">
              <a:solidFill>
                <a:srgbClr val="731A0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BF14A5-6ED6-81CC-3B42-866FCCFEA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83" y="613695"/>
            <a:ext cx="2468217" cy="252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866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FD017-73C9-D4E9-3559-55CA3AC2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CF06D-C914-2A55-DF20-24B365F32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(703)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90197E-933A-0389-58CF-B3F6719F137D}"/>
              </a:ext>
            </a:extLst>
          </p:cNvPr>
          <p:cNvSpPr txBox="1">
            <a:spLocks/>
          </p:cNvSpPr>
          <p:nvPr/>
        </p:nvSpPr>
        <p:spPr>
          <a:xfrm>
            <a:off x="6039585" y="4484310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910726-B6CC-8764-2848-996E73A9E34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4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B7DF4-5D24-CADE-EE48-6C7727E9E18C}"/>
              </a:ext>
            </a:extLst>
          </p:cNvPr>
          <p:cNvSpPr txBox="1"/>
          <p:nvPr/>
        </p:nvSpPr>
        <p:spPr>
          <a:xfrm>
            <a:off x="107692" y="725794"/>
            <a:ext cx="6568091" cy="40602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500" dirty="0"/>
              <a:t>Refuge from cruel wars, havens from fear, </a:t>
            </a:r>
          </a:p>
          <a:p>
            <a:pPr>
              <a:lnSpc>
                <a:spcPct val="150000"/>
              </a:lnSpc>
            </a:pPr>
            <a:r>
              <a:rPr lang="en-GB" sz="2500" dirty="0"/>
              <a:t>Cities for </a:t>
            </a:r>
            <a:r>
              <a:rPr lang="en-GB" sz="2500" dirty="0" err="1"/>
              <a:t>sanctu’ry</a:t>
            </a:r>
            <a:r>
              <a:rPr lang="en-GB" sz="2500" dirty="0"/>
              <a:t>, freedoms to share, </a:t>
            </a:r>
            <a:endParaRPr lang="en-GB" sz="2500" dirty="0"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GB" sz="2500" dirty="0"/>
              <a:t>Peace to the killing fields, scorched earth to green</a:t>
            </a:r>
          </a:p>
          <a:p>
            <a:pPr>
              <a:lnSpc>
                <a:spcPct val="150000"/>
              </a:lnSpc>
            </a:pPr>
            <a:r>
              <a:rPr lang="en-GB" sz="2500" dirty="0"/>
              <a:t>Christ for the bitterness, His cross for the pain</a:t>
            </a:r>
          </a:p>
          <a:p>
            <a:pPr>
              <a:lnSpc>
                <a:spcPct val="150000"/>
              </a:lnSpc>
            </a:pPr>
            <a:r>
              <a:rPr lang="en-GB" sz="25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7FE7B7-8A52-8032-7976-C9329A88B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83" y="613695"/>
            <a:ext cx="2468217" cy="252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567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8EA22-AECC-D9E1-512C-5BF334DF4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A93D-E241-C8C8-16BC-3F3F180EC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(703)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8F429D9-D3EC-E44A-1382-B8C00263C8EE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593E0-8DC6-7C56-97EE-F8D7C3027C3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5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51D5DC-C0A7-57C8-2185-32985D5197D7}"/>
              </a:ext>
            </a:extLst>
          </p:cNvPr>
          <p:cNvSpPr txBox="1"/>
          <p:nvPr/>
        </p:nvSpPr>
        <p:spPr>
          <a:xfrm>
            <a:off x="144922" y="1283873"/>
            <a:ext cx="6878448" cy="23289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God of the poor, friend of the weak</a:t>
            </a:r>
          </a:p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Give us compassion we pray!!</a:t>
            </a:r>
          </a:p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Melt our cold hearts, let tears fall like rain !</a:t>
            </a:r>
          </a:p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Come change our love from a spark to a flame!!</a:t>
            </a:r>
            <a:endParaRPr lang="en-US" sz="2500" dirty="0">
              <a:solidFill>
                <a:srgbClr val="731A0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3F7D49-B019-4EFC-0193-187249430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83" y="613695"/>
            <a:ext cx="2468217" cy="252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210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B363E-FE56-8CD1-BB6B-178955789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E6998-404B-FC10-CBEE-CE00B631E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(703)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620B1F8-9200-4F76-CC18-14C8FF8274E7}"/>
              </a:ext>
            </a:extLst>
          </p:cNvPr>
          <p:cNvSpPr txBox="1">
            <a:spLocks/>
          </p:cNvSpPr>
          <p:nvPr/>
        </p:nvSpPr>
        <p:spPr>
          <a:xfrm>
            <a:off x="6039585" y="4484310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DF97B1-630C-3514-277A-31F835B38FD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6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608659-4DF5-5C60-8111-DCC2A77E42D7}"/>
              </a:ext>
            </a:extLst>
          </p:cNvPr>
          <p:cNvSpPr txBox="1"/>
          <p:nvPr/>
        </p:nvSpPr>
        <p:spPr>
          <a:xfrm>
            <a:off x="90425" y="725794"/>
            <a:ext cx="6585358" cy="40602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500" dirty="0"/>
              <a:t>Rest for the ravaged earth, oceans and streams</a:t>
            </a:r>
          </a:p>
          <a:p>
            <a:pPr>
              <a:lnSpc>
                <a:spcPct val="150000"/>
              </a:lnSpc>
            </a:pPr>
            <a:r>
              <a:rPr lang="en-GB" sz="2500" dirty="0"/>
              <a:t>Plundered and poisoned, our future , our dreams, </a:t>
            </a:r>
          </a:p>
          <a:p>
            <a:pPr>
              <a:lnSpc>
                <a:spcPct val="150000"/>
              </a:lnSpc>
            </a:pPr>
            <a:r>
              <a:rPr lang="en-GB" sz="2500" dirty="0"/>
              <a:t>Lord, end our madness, careless-ness, greed. </a:t>
            </a:r>
            <a:endParaRPr lang="en-GB" sz="2500" dirty="0"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GB" sz="2500" dirty="0"/>
              <a:t>Make us content with the things that we need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003ECF-BA4A-56A1-62AD-39D4DB0C6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83" y="613695"/>
            <a:ext cx="2468217" cy="252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30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90A62-F6B8-F5F8-2BAE-2CBFC01BF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1A37F-02BE-BB5A-F9C4-0BEBAA7F1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(703)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D9E0950-796E-F109-0D7A-F85CA163AF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31EAFB-B5F1-B60D-9E1E-8A9C3E9DBCC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7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B65F9-7B50-CF90-A223-2C69E51586F6}"/>
              </a:ext>
            </a:extLst>
          </p:cNvPr>
          <p:cNvSpPr txBox="1"/>
          <p:nvPr/>
        </p:nvSpPr>
        <p:spPr>
          <a:xfrm>
            <a:off x="144922" y="1283873"/>
            <a:ext cx="6878448" cy="23289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God of the poor, friend of the weak</a:t>
            </a:r>
          </a:p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Give us compassion we pray!!</a:t>
            </a:r>
          </a:p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Melt our cold hearts, let tears fall like rain !</a:t>
            </a:r>
          </a:p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Come change our love from a spark to a flame!!</a:t>
            </a:r>
            <a:endParaRPr lang="en-US" sz="2500" dirty="0">
              <a:solidFill>
                <a:srgbClr val="731A0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7D497-06BA-4EE8-2E4A-16DADBA3B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83" y="613695"/>
            <a:ext cx="2468217" cy="252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56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69513-2CB4-01BB-15D6-66095570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96BE5-FFB0-8784-B343-017EC9743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(703)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700158-618B-62FA-9932-FB0F45D9CB74}"/>
              </a:ext>
            </a:extLst>
          </p:cNvPr>
          <p:cNvSpPr txBox="1">
            <a:spLocks/>
          </p:cNvSpPr>
          <p:nvPr/>
        </p:nvSpPr>
        <p:spPr>
          <a:xfrm>
            <a:off x="6039585" y="4484310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AFBBE7-CD5E-D3C7-1B3D-282A49507A1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8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854FEE-CA48-6C52-C796-E2BDBF3466EA}"/>
              </a:ext>
            </a:extLst>
          </p:cNvPr>
          <p:cNvSpPr txBox="1"/>
          <p:nvPr/>
        </p:nvSpPr>
        <p:spPr>
          <a:xfrm>
            <a:off x="234893" y="1028347"/>
            <a:ext cx="6375632" cy="29060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500" dirty="0"/>
              <a:t>Lighten our darkness, breathe on this flame, </a:t>
            </a:r>
          </a:p>
          <a:p>
            <a:pPr>
              <a:lnSpc>
                <a:spcPct val="150000"/>
              </a:lnSpc>
            </a:pPr>
            <a:r>
              <a:rPr lang="en-GB" sz="2500" dirty="0"/>
              <a:t>Until your justice burns brightly again, </a:t>
            </a:r>
            <a:endParaRPr lang="en-GB" sz="2500" dirty="0"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GB" sz="2500" dirty="0"/>
              <a:t>Until the nations learn of Your ways, </a:t>
            </a:r>
          </a:p>
          <a:p>
            <a:pPr>
              <a:lnSpc>
                <a:spcPct val="150000"/>
              </a:lnSpc>
            </a:pPr>
            <a:r>
              <a:rPr lang="en-GB" sz="2500" dirty="0"/>
              <a:t>Seek your salvation and bring you their praise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3A582A-C3C2-816D-D317-A5CB7A10B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83" y="613695"/>
            <a:ext cx="2468217" cy="252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971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D5A27-4CA5-54E4-D6A1-E17696189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AE182-4CA8-BF91-23EE-5E377E9CE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(703)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B615D10-0561-FCFD-BA6E-DC4B4C4354B4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07979-1A85-9B50-E140-6B7FF6A8233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9 of 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A6B524-59D7-7D64-473E-CBD79F058F19}"/>
              </a:ext>
            </a:extLst>
          </p:cNvPr>
          <p:cNvSpPr txBox="1"/>
          <p:nvPr/>
        </p:nvSpPr>
        <p:spPr>
          <a:xfrm>
            <a:off x="144922" y="1283873"/>
            <a:ext cx="6878448" cy="23289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God of the poor, friend of the weak</a:t>
            </a:r>
          </a:p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Give us compassion we pray!!</a:t>
            </a:r>
          </a:p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Melt our cold hearts, let tears fall like rain !</a:t>
            </a:r>
          </a:p>
          <a:p>
            <a:pPr>
              <a:lnSpc>
                <a:spcPct val="150000"/>
              </a:lnSpc>
            </a:pPr>
            <a:r>
              <a:rPr lang="en-GB" sz="2500" dirty="0">
                <a:solidFill>
                  <a:srgbClr val="731A02"/>
                </a:solidFill>
              </a:rPr>
              <a:t>Come change our love from a spark to a flame!!</a:t>
            </a:r>
            <a:endParaRPr lang="en-US" sz="2500" dirty="0">
              <a:solidFill>
                <a:srgbClr val="731A0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2CF10-0131-7591-78A0-DC650A9ED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83" y="613695"/>
            <a:ext cx="2468217" cy="252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30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Confession – Song</a:t>
            </a:r>
            <a:endParaRPr lang="en-US" sz="2000" dirty="0">
              <a:latin typeface="Segoe UI"/>
              <a:cs typeface="Segoe UI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16826" y="1193642"/>
            <a:ext cx="7301974" cy="195438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O for a heart to praise my God,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/>
                <a:cs typeface="Segoe UI"/>
              </a:rPr>
              <a:t>A heart from sin set free,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/>
                <a:cs typeface="Segoe UI"/>
              </a:rPr>
              <a:t>A heart that always feels Thy blood,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/>
                <a:cs typeface="Segoe UI"/>
              </a:rPr>
              <a:t>So freely shed for me.</a:t>
            </a:r>
            <a:br>
              <a:rPr lang="en-SG" sz="900" dirty="0">
                <a:latin typeface="Verdana"/>
                <a:ea typeface="Verdana"/>
                <a:cs typeface="Segoe UI" panose="020B0502040204020203" pitchFamily="34" charset="0"/>
              </a:rPr>
            </a:br>
            <a:endParaRPr lang="en-SG" sz="900" dirty="0">
              <a:solidFill>
                <a:srgbClr val="0A3F64"/>
              </a:solidFill>
              <a:latin typeface="Verdana"/>
              <a:ea typeface="Verdan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Song 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Song </a:t>
            </a:r>
            <a:endParaRPr lang="en-US" sz="2000" dirty="0">
              <a:latin typeface="Segoe UI"/>
              <a:cs typeface="Segoe UI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1 of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781711" y="1076973"/>
            <a:ext cx="7301974" cy="321113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O for a heart to praise my God,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/>
                <a:cs typeface="Segoe UI"/>
              </a:rPr>
              <a:t>A heart from sin set free;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/>
                <a:cs typeface="Segoe UI"/>
              </a:rPr>
              <a:t>A heart that always feels Thy blood,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/>
                <a:cs typeface="Segoe UI"/>
              </a:rPr>
              <a:t>So freely shed for me.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FEE8-9166-609D-69D4-A0F256C0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064F-8FEA-7732-AF60-04F2FE84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Song </a:t>
            </a:r>
            <a:endParaRPr lang="en-US" sz="20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56D1E71-1BF5-F60F-4558-3B7E4E099F3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06A5D-3B75-8DE6-0D59-53A9C570391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2 of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569F9C-4B9A-ACAD-1B28-41FA1B1FE62F}"/>
              </a:ext>
            </a:extLst>
          </p:cNvPr>
          <p:cNvSpPr/>
          <p:nvPr/>
        </p:nvSpPr>
        <p:spPr>
          <a:xfrm>
            <a:off x="972506" y="701607"/>
            <a:ext cx="7417174" cy="22980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endParaRPr lang="en-GB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A heart resigned, submissive, meek,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My great Redeemer's throne;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Where only Christ is heard to speak,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Where Jesus reigns alone.</a:t>
            </a:r>
            <a:endParaRPr lang="en-SG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86521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A615C-E6CB-EF90-105D-6EF0E5CF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B723-F67B-77F9-DC36-F30BA08F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Song </a:t>
            </a:r>
            <a:endParaRPr lang="en-US" sz="20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5069C52-C941-82A8-9560-3679A8CA285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D1C0-BA56-0BDF-1463-A8337358525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3 of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31FDCD-936E-0855-CAA3-9498D8546990}"/>
              </a:ext>
            </a:extLst>
          </p:cNvPr>
          <p:cNvSpPr/>
          <p:nvPr/>
        </p:nvSpPr>
        <p:spPr>
          <a:xfrm>
            <a:off x="942026" y="654600"/>
            <a:ext cx="7301974" cy="22980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endParaRPr lang="en-GB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 A humble, lowly, contrite heart,</a:t>
            </a:r>
            <a:b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2800" dirty="0">
                <a:latin typeface="Segoe UI"/>
                <a:cs typeface="Segoe UI"/>
              </a:rPr>
              <a:t>Believing, true, and clean,</a:t>
            </a:r>
            <a:b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2800" dirty="0">
                <a:latin typeface="Segoe UI"/>
                <a:cs typeface="Segoe UI"/>
              </a:rPr>
              <a:t>Which neither life nor death can part,</a:t>
            </a:r>
            <a:b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2800" dirty="0">
                <a:latin typeface="Segoe UI"/>
                <a:cs typeface="Segoe UI"/>
              </a:rPr>
              <a:t>From Him that dwells within.</a:t>
            </a:r>
            <a:endParaRPr lang="en-GB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046034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A9B14-A9D3-C65A-C09C-E95CE22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D01A-F8CC-074B-2038-88EA8C883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Song no</a:t>
            </a:r>
            <a:endParaRPr lang="en-US" sz="20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87A03D9-3C29-01ED-CC98-390B4DE8678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04B4B-A627-D36C-BB2A-2C83EB4FD51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4 of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C57061-1B4D-527A-D605-4861CAA7F632}"/>
              </a:ext>
            </a:extLst>
          </p:cNvPr>
          <p:cNvSpPr/>
          <p:nvPr/>
        </p:nvSpPr>
        <p:spPr>
          <a:xfrm>
            <a:off x="942026" y="605813"/>
            <a:ext cx="7834774" cy="22980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endParaRPr lang="en-GB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A heart in every thought renewed,</a:t>
            </a:r>
            <a:b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2800" dirty="0">
                <a:latin typeface="Segoe UI"/>
                <a:cs typeface="Segoe UI"/>
              </a:rPr>
              <a:t>And full of love divine;</a:t>
            </a:r>
            <a:b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2800" dirty="0">
                <a:latin typeface="Segoe UI"/>
                <a:cs typeface="Segoe UI"/>
              </a:rPr>
              <a:t>Perfect, and right, and pure, and good,</a:t>
            </a:r>
            <a:b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2800" dirty="0">
                <a:latin typeface="Segoe UI"/>
                <a:cs typeface="Segoe UI"/>
              </a:rPr>
              <a:t>A copy, Lord, of Thine.</a:t>
            </a:r>
            <a:endParaRPr lang="en-GB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68835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FFCEC-F7AA-D29A-8CF4-3D927D5E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6156-3C79-40C4-2359-01DD012D7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Song </a:t>
            </a:r>
            <a:endParaRPr lang="en-US" sz="20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B4EFC8F-D21D-53CE-ADB3-AFD42BF6130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A8522C-636C-9306-AD45-D50DBBEE3E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5 of 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59D717-029E-E002-CDC0-9C01BEAC425B}"/>
              </a:ext>
            </a:extLst>
          </p:cNvPr>
          <p:cNvSpPr/>
          <p:nvPr/>
        </p:nvSpPr>
        <p:spPr>
          <a:xfrm>
            <a:off x="781711" y="1076973"/>
            <a:ext cx="7301974" cy="278024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endParaRPr lang="en-GB" sz="2800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Thy nature, gracious Lord, impart,</a:t>
            </a:r>
            <a:b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2800" dirty="0">
                <a:latin typeface="Segoe UI"/>
                <a:cs typeface="Segoe UI"/>
              </a:rPr>
              <a:t>Come quickly from above,</a:t>
            </a:r>
            <a:b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2800" dirty="0">
                <a:latin typeface="Segoe UI"/>
                <a:cs typeface="Segoe UI"/>
              </a:rPr>
              <a:t>Write Thy new name upon my heart,</a:t>
            </a:r>
            <a:br>
              <a:rPr lang="en-GB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GB" sz="2800" dirty="0">
                <a:latin typeface="Segoe UI"/>
                <a:cs typeface="Segoe UI"/>
              </a:rPr>
              <a:t>Thy new, best name of Love.</a:t>
            </a:r>
            <a:endParaRPr lang="en-GB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2680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Song no: (416)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Song no: (416)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763200" y="787933"/>
            <a:ext cx="8229600" cy="31598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dirty="0">
                <a:solidFill>
                  <a:srgbClr val="000000"/>
                </a:solidFill>
                <a:latin typeface="Segoe UI"/>
                <a:cs typeface="Segoe UI"/>
              </a:rPr>
              <a:t>From the cross uplifted high,</a:t>
            </a:r>
            <a:br>
              <a:rPr lang="en-US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US" sz="2800" dirty="0">
                <a:solidFill>
                  <a:srgbClr val="000000"/>
                </a:solidFill>
                <a:latin typeface="Segoe UI"/>
                <a:cs typeface="Segoe UI"/>
              </a:rPr>
              <a:t>Where the Saviour deigns to die,</a:t>
            </a:r>
            <a:br>
              <a:rPr lang="en-US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US" sz="2800" dirty="0">
                <a:solidFill>
                  <a:srgbClr val="000000"/>
                </a:solidFill>
                <a:latin typeface="Segoe UI"/>
                <a:cs typeface="Segoe UI"/>
              </a:rPr>
              <a:t>What melodious sounds we hear,</a:t>
            </a:r>
            <a:br>
              <a:rPr lang="en-US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US" sz="2800" dirty="0">
                <a:solidFill>
                  <a:srgbClr val="000000"/>
                </a:solidFill>
                <a:latin typeface="Segoe UI"/>
                <a:cs typeface="Segoe UI"/>
              </a:rPr>
              <a:t>Bursting on the ravished ear!,</a:t>
            </a:r>
            <a:br>
              <a:rPr lang="en-US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US" sz="2800" dirty="0">
                <a:solidFill>
                  <a:srgbClr val="000000"/>
                </a:solidFill>
                <a:latin typeface="Segoe UI"/>
                <a:cs typeface="Segoe UI"/>
              </a:rPr>
              <a:t>"Love's redeeming work is done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,</a:t>
            </a:r>
            <a:br>
              <a:rPr lang="en-US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US" sz="2800" dirty="0">
                <a:solidFill>
                  <a:srgbClr val="000000"/>
                </a:solidFill>
                <a:latin typeface="Segoe UI"/>
                <a:cs typeface="Segoe UI"/>
              </a:rPr>
              <a:t>Come and welcome! sinner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, come</a:t>
            </a:r>
            <a:r>
              <a:rPr lang="en-US" sz="2800" dirty="0">
                <a:solidFill>
                  <a:srgbClr val="000000"/>
                </a:solidFill>
                <a:latin typeface="Segoe UI"/>
                <a:cs typeface="Segoe UI"/>
              </a:rPr>
              <a:t>!</a:t>
            </a:r>
            <a:endParaRPr lang="en-US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63482-863C-67DA-CD42-A79A018D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9733-FC3E-0FF0-CEFA-1C827401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Song no: (416)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F098E-92C0-9CF9-D393-2A240CD93E1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584EB-F7E4-4C12-E7EA-1A9A33CBD7A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29BD4A-091C-351A-1475-399223B97080}"/>
              </a:ext>
            </a:extLst>
          </p:cNvPr>
          <p:cNvSpPr/>
          <p:nvPr/>
        </p:nvSpPr>
        <p:spPr>
          <a:xfrm>
            <a:off x="763200" y="613695"/>
            <a:ext cx="8229600" cy="31598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Spread for thee, the festal board,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See with richest bounty stored;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To </a:t>
            </a: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thy Father's bosom pressed,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Though shalt be a child confessed,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Never</a:t>
            </a: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 from His house to roam;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Come and welcome! sinner, come!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586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514BE-5F13-CCF6-C43B-576F36CE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4499-0F96-3755-C0E1-EA14C01C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Song no: (416)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632DC-F88D-8285-3F8F-BC330122F90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E5C5A6-D498-A4CD-E3E0-68907B514CA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2522C9-65CC-1B51-5332-34472F01637D}"/>
              </a:ext>
            </a:extLst>
          </p:cNvPr>
          <p:cNvSpPr/>
          <p:nvPr/>
        </p:nvSpPr>
        <p:spPr>
          <a:xfrm>
            <a:off x="763200" y="613695"/>
            <a:ext cx="8229600" cy="31598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Soon the days of life shall end,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Lo, I come, your Saviour, Friend!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Safe your spirit to convey,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To the realms of endless day,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Up to My eternal home,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Come and welcome! sinner, come!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021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91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94698" y="1135382"/>
            <a:ext cx="735460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Take the name of Jesus with you,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Child of sorrow and of woe;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It will joy and comfort give you;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Take it then </a:t>
            </a:r>
            <a:r>
              <a:rPr lang="en-GB" sz="2800" dirty="0" err="1">
                <a:latin typeface="Segoe UI"/>
                <a:cs typeface="Segoe UI"/>
              </a:rPr>
              <a:t>where'er</a:t>
            </a:r>
            <a:r>
              <a:rPr lang="en-GB" sz="2800" dirty="0">
                <a:latin typeface="Segoe UI"/>
                <a:cs typeface="Segoe UI"/>
              </a:rPr>
              <a:t> you 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1983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3E00-9453-9B5B-7A5B-04392F046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22730-3B0F-8D16-BC23-7CE85FF3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DD52A-07D5-8C4F-1351-0A6E3F9CF1C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7BEE56-2D6B-FABE-748B-4AB2925CBEB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D6C592-9D64-BDB6-0049-18EC894C99AA}"/>
              </a:ext>
            </a:extLst>
          </p:cNvPr>
          <p:cNvSpPr/>
          <p:nvPr/>
        </p:nvSpPr>
        <p:spPr>
          <a:xfrm>
            <a:off x="894698" y="1586865"/>
            <a:ext cx="735460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Precious name, oh how sweet!</a:t>
            </a:r>
            <a:b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Hope of Earth and joy of Heav'n.</a:t>
            </a:r>
            <a:b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Precious name, oh how sweet!</a:t>
            </a:r>
            <a:b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Hope of Earth and joy of Heav'n.</a:t>
            </a:r>
            <a:endParaRPr lang="en-US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909532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DAB4-9587-74F7-4A56-EC3544806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EEC85-D21B-F91E-606B-337C9F21C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0B3C8-9A98-8AA4-54E0-B55DFAA7B7C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31F6F-27BD-6EF4-0448-66F5302D67D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3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86D761-CC6A-AC47-F183-044B5BBD5379}"/>
              </a:ext>
            </a:extLst>
          </p:cNvPr>
          <p:cNvSpPr/>
          <p:nvPr/>
        </p:nvSpPr>
        <p:spPr>
          <a:xfrm>
            <a:off x="650858" y="1061007"/>
            <a:ext cx="735460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 Take the name of Jesus ever,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As a shield from </a:t>
            </a:r>
            <a:r>
              <a:rPr lang="en-GB" sz="2800" dirty="0" err="1">
                <a:latin typeface="Segoe UI"/>
                <a:cs typeface="Segoe UI"/>
              </a:rPr>
              <a:t>ev'ry</a:t>
            </a:r>
            <a:r>
              <a:rPr lang="en-GB" sz="2800" dirty="0">
                <a:latin typeface="Segoe UI"/>
                <a:cs typeface="Segoe UI"/>
              </a:rPr>
              <a:t> snare;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If temptations round you gather,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Breathe that holy name in prayer.</a:t>
            </a:r>
            <a:endParaRPr lang="en-US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384147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6449-5C74-CD8A-21C0-221C66350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11A8-37B3-7063-D2E5-857EB43A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5D7A2-31B4-3F2D-F624-FA594D2D857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9959B-393F-5062-2FE5-28235A4F571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4 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3B9CCD-775A-2DC6-26E3-AB335939DF75}"/>
              </a:ext>
            </a:extLst>
          </p:cNvPr>
          <p:cNvSpPr/>
          <p:nvPr/>
        </p:nvSpPr>
        <p:spPr>
          <a:xfrm>
            <a:off x="894698" y="1586865"/>
            <a:ext cx="735460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Precious name, oh how sweet!</a:t>
            </a:r>
            <a:b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Hope of Earth and joy of Heav'n.</a:t>
            </a:r>
            <a:b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Precious name, oh how sweet!</a:t>
            </a:r>
            <a:b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Hope of Earth and joy of Heav'n.</a:t>
            </a:r>
            <a:endParaRPr lang="en-US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909666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2F71A-92B7-5E11-C83B-9FD401B99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DBD0E-C207-C96A-0CF7-4AC7F0B1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697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4C49D-2267-ADDD-246A-219B130E000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C47872-24B6-9A94-960C-840C77416EC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5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3E15CA-FD22-C161-9CF5-751DF153CDCD}"/>
              </a:ext>
            </a:extLst>
          </p:cNvPr>
          <p:cNvSpPr/>
          <p:nvPr/>
        </p:nvSpPr>
        <p:spPr>
          <a:xfrm>
            <a:off x="650858" y="1061007"/>
            <a:ext cx="735460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Oh, the precious name of Jesus,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How it thrills our souls with joy,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When His loving arms receive us,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And His songs our tongues employ.</a:t>
            </a:r>
            <a:endParaRPr lang="en-US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3952420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F50BC-2657-5A92-9C5B-D1B848288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DF435-9563-3ADE-0C3A-94F17B63B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564D3-5FB7-F5D2-6223-C3DF6BF2CF4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9002FA-760E-8425-880C-D9AF10170DC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6 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FC4C53-E27B-5C51-A0D2-4A8418730A5D}"/>
              </a:ext>
            </a:extLst>
          </p:cNvPr>
          <p:cNvSpPr/>
          <p:nvPr/>
        </p:nvSpPr>
        <p:spPr>
          <a:xfrm>
            <a:off x="894698" y="1586865"/>
            <a:ext cx="735460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Precious name, oh how sweet!</a:t>
            </a:r>
            <a:b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Hope of Earth and joy of Heav'n.</a:t>
            </a:r>
            <a:b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Precious name, oh how sweet!</a:t>
            </a:r>
            <a:b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Hope of Earth and joy of Heav'n.</a:t>
            </a:r>
            <a:endParaRPr lang="en-US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970595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35C81-E09A-C48C-1048-BE437E228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F89B-6F25-B1EB-9157-21529FB2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50013-06B1-BCBD-65DA-3A8354E18E1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44DD1D-2CA3-2CF0-92D5-F93514F0DE6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7 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FA9967-6F2E-766D-1E06-0A76C25CEA4A}"/>
              </a:ext>
            </a:extLst>
          </p:cNvPr>
          <p:cNvSpPr/>
          <p:nvPr/>
        </p:nvSpPr>
        <p:spPr>
          <a:xfrm>
            <a:off x="650858" y="1061007"/>
            <a:ext cx="735460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At the name of Jesus bowing,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Falling prostrate at His feet,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King of kings in Heaven we'll crown Him,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When our journey is complete.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2572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53983-D0A0-1A35-0666-C2A9D3D6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C7DBC-EE3E-9BDA-8302-E6BEC3076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91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71C34-9D7E-0166-B077-2ED710B7B87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85044C-54E8-2C0B-7AC0-EC905F32292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3 : 8 of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D2D5A8-E2AB-5588-92A0-635C8F509357}"/>
              </a:ext>
            </a:extLst>
          </p:cNvPr>
          <p:cNvSpPr/>
          <p:nvPr/>
        </p:nvSpPr>
        <p:spPr>
          <a:xfrm>
            <a:off x="894698" y="1586865"/>
            <a:ext cx="7354603" cy="181588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Precious name, oh how sweet!</a:t>
            </a:r>
            <a:b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Hope of Earth and joy of Heav'n.</a:t>
            </a:r>
            <a:b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Precious name, oh how sweet!</a:t>
            </a:r>
            <a:b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  <a:t>Hope of Earth and joy of Heav'n.</a:t>
            </a:r>
            <a:endParaRPr lang="en-US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573875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871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47401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871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88907" y="691499"/>
            <a:ext cx="842549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I’ve found a Friend, Oh such a Friend!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He loved me ere I knew Him;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He drew me with the cords of love,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And thus He bound me to Him.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And round my heart still closely twine,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Those ties which naught can sever,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For I am His, and He is mine,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Forever and forever.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8920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BEFA9-10E4-681A-2B02-DC5A3FA6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9294-F742-0DA7-B126-58954EE7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871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F41C6-EB02-4952-FF86-EA9B8722AAF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8F43F-29CA-3642-EA06-2779C9CF247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354AAB-489D-9B13-2AEA-C13909F8854C}"/>
              </a:ext>
            </a:extLst>
          </p:cNvPr>
          <p:cNvSpPr/>
          <p:nvPr/>
        </p:nvSpPr>
        <p:spPr>
          <a:xfrm>
            <a:off x="588907" y="691499"/>
            <a:ext cx="842549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I’ve found a Friend, Oh such a Friend!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He bled, He died to save me;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And not alone the gift of life,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But His own self He gave me.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Naught that I have my own I call,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I hold it for the giver;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My heart, my strength, my life, my all,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Are His, and His forever.</a:t>
            </a:r>
            <a:endParaRPr lang="en-GB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2803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BDE84-47A2-15D6-CB87-8F097347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B6AB-65AD-1CAC-23AA-C6FF4BB5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871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10F4D-65F1-2FA2-7451-AEB18A9112C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AB612-BDA6-D0D9-9E9E-572C6CC66F9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99118C-5BC6-AD6F-25A8-B5FD54581C50}"/>
              </a:ext>
            </a:extLst>
          </p:cNvPr>
          <p:cNvSpPr/>
          <p:nvPr/>
        </p:nvSpPr>
        <p:spPr>
          <a:xfrm>
            <a:off x="588907" y="691499"/>
            <a:ext cx="842549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I’ve found a friend, Oh such a friend!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All pow­er to Him is giv­en,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To guard me on my on­ward course,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And bring me safe to Heav­en.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 err="1">
                <a:latin typeface="Segoe UI"/>
                <a:cs typeface="Segoe UI"/>
              </a:rPr>
              <a:t>Th’</a:t>
            </a:r>
            <a:r>
              <a:rPr lang="en-GB" sz="2800" dirty="0" err="1">
                <a:solidFill>
                  <a:srgbClr val="000000"/>
                </a:solidFill>
                <a:latin typeface="Segoe UI"/>
                <a:cs typeface="Segoe UI"/>
              </a:rPr>
              <a:t>eter­nal</a:t>
            </a: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 glo­ries gleam afar,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To nerve my faint endeavour;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So now to watch, to work, to war,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And then to rest for­ev­er.</a:t>
            </a:r>
            <a:endParaRPr lang="en-US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026956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0543B-46A6-3576-ED54-337992B7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D7F6-BA22-313D-C68D-0385F160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871</a:t>
            </a:r>
            <a:endParaRPr lang="en-US" b="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AC1B6-7893-754C-365D-0B172838BFA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B8516-E8CD-2B5F-6D23-94E48D6D0C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F25A9-E2C9-C829-2CB7-AF4D0DB8CD85}"/>
              </a:ext>
            </a:extLst>
          </p:cNvPr>
          <p:cNvSpPr/>
          <p:nvPr/>
        </p:nvSpPr>
        <p:spPr>
          <a:xfrm>
            <a:off x="588907" y="691499"/>
            <a:ext cx="8425493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I’ve found a Friend, Oh such a Friend!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So kind, and true, and tender,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So wise a Counsellor and Guide,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So mighty a Defender!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From </a:t>
            </a: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Him, who loves me now so well,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What power my soul can sever?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Shall life or death, or earth or hell?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No! I am His forever.</a:t>
            </a:r>
            <a:endParaRPr lang="en-US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154070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978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56023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978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1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FE297-14FD-8C75-D483-AE1329AD46AD}"/>
              </a:ext>
            </a:extLst>
          </p:cNvPr>
          <p:cNvSpPr/>
          <p:nvPr/>
        </p:nvSpPr>
        <p:spPr>
          <a:xfrm>
            <a:off x="229870" y="613695"/>
            <a:ext cx="8684259" cy="40729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  <a:defRPr/>
            </a:pPr>
            <a:r>
              <a:rPr lang="en-GB" sz="2800" dirty="0" err="1">
                <a:solidFill>
                  <a:prstClr val="black"/>
                </a:solidFill>
                <a:latin typeface="Segoe UI"/>
                <a:cs typeface="Segoe UI"/>
              </a:rPr>
              <a:t>Some</a:t>
            </a:r>
            <a:r>
              <a:rPr lang="en-GB" sz="2800" dirty="0" err="1">
                <a:solidFill>
                  <a:srgbClr val="000000"/>
                </a:solidFill>
                <a:latin typeface="Segoe UI"/>
                <a:cs typeface="Segoe UI"/>
              </a:rPr>
              <a:t> day</a:t>
            </a: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 the silver cord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will </a:t>
            </a: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break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,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And </a:t>
            </a: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I no more as now shall sing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;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But oh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, the </a:t>
            </a: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joy when I shall wake</a:t>
            </a:r>
            <a:b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Within the palace of </a:t>
            </a:r>
            <a:r>
              <a:rPr kumimoji="0" lang="en-GB" sz="28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cs typeface="Segoe UI"/>
              </a:rPr>
              <a:t>the </a:t>
            </a:r>
            <a:r>
              <a:rPr lang="en-GB" sz="2800" dirty="0">
                <a:solidFill>
                  <a:srgbClr val="000000"/>
                </a:solidFill>
                <a:latin typeface="Segoe UI"/>
                <a:cs typeface="Segoe UI"/>
              </a:rPr>
              <a:t>King!</a:t>
            </a:r>
            <a:endParaRPr lang="en-US" dirty="0">
              <a:solidFill>
                <a:srgbClr val="000000"/>
              </a:solidFill>
              <a:latin typeface="Segoe UI"/>
              <a:cs typeface="Segoe UI"/>
            </a:endParaRPr>
          </a:p>
          <a:p>
            <a:pPr lvl="2">
              <a:spcAft>
                <a:spcPts val="400"/>
              </a:spcAft>
              <a:defRPr/>
            </a:pPr>
            <a:r>
              <a:rPr lang="en-GB" sz="2800" i="1" dirty="0">
                <a:solidFill>
                  <a:srgbClr val="731A02"/>
                </a:solidFill>
                <a:cs typeface="Segoe UI"/>
              </a:rPr>
              <a:t>And I shall see Him face to face,</a:t>
            </a:r>
            <a:br>
              <a:rPr lang="en-GB" sz="2800" i="1" dirty="0">
                <a:cs typeface="Segoe UI"/>
              </a:rPr>
            </a:br>
            <a:r>
              <a:rPr lang="en-GB" sz="2800" i="1" dirty="0">
                <a:solidFill>
                  <a:srgbClr val="731A02"/>
                </a:solidFill>
                <a:cs typeface="Segoe UI"/>
              </a:rPr>
              <a:t>And tell the story– Saved by grace;</a:t>
            </a:r>
            <a:br>
              <a:rPr lang="en-GB" sz="2800" i="1" dirty="0">
                <a:cs typeface="Segoe UI"/>
              </a:rPr>
            </a:br>
            <a:r>
              <a:rPr lang="en-GB" sz="2800" i="1" dirty="0">
                <a:solidFill>
                  <a:srgbClr val="731A02"/>
                </a:solidFill>
                <a:cs typeface="Segoe UI"/>
              </a:rPr>
              <a:t>And I shall see Him face to face,</a:t>
            </a:r>
            <a:br>
              <a:rPr lang="en-GB" sz="2800" i="1" dirty="0">
                <a:cs typeface="Segoe UI"/>
              </a:rPr>
            </a:br>
            <a:r>
              <a:rPr lang="en-GB" sz="2800" i="1" dirty="0">
                <a:solidFill>
                  <a:srgbClr val="731A02"/>
                </a:solidFill>
                <a:cs typeface="Segoe UI"/>
              </a:rPr>
              <a:t>And tell the story– Saved by grace</a:t>
            </a:r>
            <a:r>
              <a:rPr lang="en-GB" sz="2800" dirty="0">
                <a:solidFill>
                  <a:srgbClr val="731A02"/>
                </a:solidFill>
                <a:cs typeface="Segoe UI"/>
              </a:rPr>
              <a:t>.</a:t>
            </a:r>
            <a:endParaRPr lang="en-US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859207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006C-7E0E-CE62-E81A-D00CB5A5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DB583-958F-3C2C-F909-971D943C2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978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E085B-90FF-32DC-97B6-9999BC3B8F6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9B698A-052A-728D-D44D-DAA92EB528C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2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9776D4-43C4-10A2-6A32-E21969A40FA5}"/>
              </a:ext>
            </a:extLst>
          </p:cNvPr>
          <p:cNvSpPr/>
          <p:nvPr/>
        </p:nvSpPr>
        <p:spPr>
          <a:xfrm>
            <a:off x="229870" y="613695"/>
            <a:ext cx="8684259" cy="191847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	</a:t>
            </a:r>
            <a:endParaRPr lang="en-US" dirty="0">
              <a:solidFill>
                <a:prstClr val="black"/>
              </a:solidFill>
            </a:endParaRPr>
          </a:p>
          <a:p>
            <a:pPr>
              <a:spcAft>
                <a:spcPts val="400"/>
              </a:spcAft>
              <a:defRPr/>
            </a:pPr>
            <a:br>
              <a:rPr lang="en-GB" sz="2800" dirty="0">
                <a:solidFill>
                  <a:srgbClr val="731A02"/>
                </a:solidFill>
                <a:latin typeface="Segoe UI"/>
                <a:cs typeface="Segoe UI"/>
              </a:rPr>
            </a:br>
            <a:endParaRPr lang="en-GB" sz="2800">
              <a:solidFill>
                <a:srgbClr val="731A02"/>
              </a:solidFill>
              <a:latin typeface="Segoe UI"/>
              <a:cs typeface="Segoe UI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9A4CBA-D23A-0C0D-8E6D-8B3BB4361CE3}"/>
              </a:ext>
            </a:extLst>
          </p:cNvPr>
          <p:cNvSpPr txBox="1"/>
          <p:nvPr/>
        </p:nvSpPr>
        <p:spPr>
          <a:xfrm>
            <a:off x="377748" y="1025912"/>
            <a:ext cx="8151541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cs typeface="Segoe UI"/>
              </a:rPr>
              <a:t>Some day my earthly house will fall,</a:t>
            </a:r>
            <a:br>
              <a:rPr lang="en-US" sz="2800" dirty="0">
                <a:cs typeface="Segoe UI"/>
              </a:rPr>
            </a:br>
            <a:r>
              <a:rPr lang="en-US" sz="2800" dirty="0">
                <a:cs typeface="Segoe UI"/>
              </a:rPr>
              <a:t>I cannot tell how soon ’t will be;</a:t>
            </a:r>
            <a:br>
              <a:rPr lang="en-US" sz="2800" dirty="0">
                <a:cs typeface="Segoe UI"/>
              </a:rPr>
            </a:br>
            <a:r>
              <a:rPr lang="en-US" sz="2800" dirty="0">
                <a:cs typeface="Segoe UI"/>
              </a:rPr>
              <a:t>But this I know– my All in All,</a:t>
            </a:r>
            <a:br>
              <a:rPr lang="en-US" sz="2800" dirty="0">
                <a:cs typeface="Segoe UI"/>
              </a:rPr>
            </a:br>
            <a:r>
              <a:rPr lang="en-US" sz="2800" dirty="0">
                <a:cs typeface="Segoe UI"/>
              </a:rPr>
              <a:t>Has now a place in heaven for me.</a:t>
            </a:r>
            <a:endParaRPr lang="en-US" dirty="0"/>
          </a:p>
          <a:p>
            <a:pPr lvl="2"/>
            <a:r>
              <a:rPr lang="en-GB" sz="2800" i="1" dirty="0">
                <a:solidFill>
                  <a:srgbClr val="731A02"/>
                </a:solidFill>
                <a:cs typeface="Segoe UI"/>
              </a:rPr>
              <a:t>And I shall see Him face to face,</a:t>
            </a:r>
            <a:br>
              <a:rPr lang="en-GB" sz="2800" i="1" dirty="0">
                <a:cs typeface="Segoe UI"/>
              </a:rPr>
            </a:br>
            <a:r>
              <a:rPr lang="en-GB" sz="2800" i="1" dirty="0">
                <a:solidFill>
                  <a:srgbClr val="731A02"/>
                </a:solidFill>
                <a:cs typeface="Segoe UI"/>
              </a:rPr>
              <a:t>And tell the story– Saved by grace;</a:t>
            </a:r>
            <a:br>
              <a:rPr lang="en-GB" sz="2800" i="1" dirty="0">
                <a:cs typeface="Segoe UI"/>
              </a:rPr>
            </a:br>
            <a:r>
              <a:rPr lang="en-GB" sz="2800" i="1" dirty="0">
                <a:solidFill>
                  <a:srgbClr val="731A02"/>
                </a:solidFill>
                <a:cs typeface="Segoe UI"/>
              </a:rPr>
              <a:t>And I shall see Him face to face,</a:t>
            </a:r>
            <a:br>
              <a:rPr lang="en-GB" sz="2800" i="1" dirty="0">
                <a:cs typeface="Segoe UI"/>
              </a:rPr>
            </a:br>
            <a:r>
              <a:rPr lang="en-GB" sz="2800" i="1" dirty="0">
                <a:solidFill>
                  <a:srgbClr val="731A02"/>
                </a:solidFill>
                <a:cs typeface="Segoe UI"/>
              </a:rPr>
              <a:t>And tell the story– Saved by grace.</a:t>
            </a:r>
            <a:endParaRPr lang="en-US" sz="2800" i="1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6085575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EBB9-4B1D-02D4-90CC-5D12E333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CCE8C-7B9D-306C-47D5-96328306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978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E96BB-B38F-E991-C124-06C89D5BC86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DF8922-E112-8450-F81D-E9F87CE7F90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3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89B8BF-FCA5-9897-B84C-0C983BD9FCEE}"/>
              </a:ext>
            </a:extLst>
          </p:cNvPr>
          <p:cNvSpPr/>
          <p:nvPr/>
        </p:nvSpPr>
        <p:spPr>
          <a:xfrm>
            <a:off x="229870" y="613695"/>
            <a:ext cx="8684259" cy="402161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/>
            </a:pPr>
            <a:r>
              <a:rPr lang="en-GB" sz="2800" dirty="0" err="1">
                <a:solidFill>
                  <a:prstClr val="black"/>
                </a:solidFill>
                <a:latin typeface="Segoe UI"/>
                <a:cs typeface="Segoe UI"/>
              </a:rPr>
              <a:t>Some day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,</a:t>
            </a: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 when fades the golden sun,</a:t>
            </a:r>
            <a:b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Beneath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the </a:t>
            </a: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rosy-tinted west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,</a:t>
            </a:r>
            <a:b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My blessed Lord shall say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, </a:t>
            </a: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“Well done!”</a:t>
            </a:r>
            <a:b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And I shall enter into rest.			</a:t>
            </a:r>
            <a:endParaRPr lang="en-US" dirty="0">
              <a:solidFill>
                <a:prstClr val="black"/>
              </a:solidFill>
            </a:endParaRPr>
          </a:p>
          <a:p>
            <a:pPr lvl="2">
              <a:defRPr/>
            </a:pPr>
            <a:r>
              <a:rPr lang="en-GB" sz="2800" i="1" dirty="0">
                <a:solidFill>
                  <a:srgbClr val="731A02"/>
                </a:solidFill>
                <a:latin typeface="Segoe UI"/>
                <a:cs typeface="Segoe UI"/>
              </a:rPr>
              <a:t>And I shall see Him face to face,</a:t>
            </a:r>
            <a:br>
              <a:rPr lang="en-GB" sz="2800" i="1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i="1" dirty="0">
                <a:solidFill>
                  <a:srgbClr val="731A02"/>
                </a:solidFill>
                <a:latin typeface="Segoe UI"/>
                <a:cs typeface="Segoe UI"/>
              </a:rPr>
              <a:t>And tell</a:t>
            </a: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srgbClr val="731A02"/>
                </a:solidFill>
                <a:effectLst/>
                <a:uLnTx/>
                <a:uFillTx/>
                <a:latin typeface="Segoe UI"/>
                <a:cs typeface="Segoe UI"/>
              </a:rPr>
              <a:t> the </a:t>
            </a:r>
            <a:r>
              <a:rPr lang="en-GB" sz="2800" i="1" dirty="0">
                <a:solidFill>
                  <a:srgbClr val="731A02"/>
                </a:solidFill>
                <a:latin typeface="Segoe UI"/>
                <a:cs typeface="Segoe UI"/>
              </a:rPr>
              <a:t>story– Saved by grace;</a:t>
            </a:r>
            <a:br>
              <a:rPr lang="en-GB" sz="2800" i="1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i="1" dirty="0">
                <a:solidFill>
                  <a:srgbClr val="731A02"/>
                </a:solidFill>
                <a:latin typeface="Segoe UI"/>
                <a:cs typeface="Segoe UI"/>
              </a:rPr>
              <a:t>And I shall see Him face to face</a:t>
            </a:r>
            <a:r>
              <a:rPr kumimoji="0" lang="en-GB" sz="2800" b="0" i="1" u="none" strike="noStrike" kern="1200" cap="none" spc="0" normalizeH="0" baseline="0" noProof="0" dirty="0">
                <a:ln>
                  <a:noFill/>
                </a:ln>
                <a:solidFill>
                  <a:srgbClr val="731A02"/>
                </a:solidFill>
                <a:effectLst/>
                <a:uLnTx/>
                <a:uFillTx/>
                <a:latin typeface="Segoe UI"/>
                <a:cs typeface="Segoe UI"/>
              </a:rPr>
              <a:t>,</a:t>
            </a:r>
            <a:br>
              <a:rPr lang="en-GB" sz="2800" i="1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i="1" dirty="0">
                <a:solidFill>
                  <a:srgbClr val="731A02"/>
                </a:solidFill>
                <a:latin typeface="Segoe UI"/>
                <a:cs typeface="Segoe UI"/>
              </a:rPr>
              <a:t>And tell the story– Saved by grace.</a:t>
            </a:r>
          </a:p>
          <a:p>
            <a:pPr>
              <a:spcAft>
                <a:spcPts val="400"/>
              </a:spcAft>
              <a:defRPr/>
            </a:pP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7346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D5F23-ADFE-B279-1760-48E8DF6D1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85DBF-24EB-CEE8-0F1B-754B855A9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978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2474A-60D7-1A49-4698-129DA8B3495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AF226-B6CB-7BB9-1048-9623DAE7EF5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4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B0D9FC-7B7E-07ED-50D5-C1B4FE49FC77}"/>
              </a:ext>
            </a:extLst>
          </p:cNvPr>
          <p:cNvSpPr/>
          <p:nvPr/>
        </p:nvSpPr>
        <p:spPr>
          <a:xfrm>
            <a:off x="229870" y="613695"/>
            <a:ext cx="8684259" cy="359072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/>
            </a:pPr>
            <a:r>
              <a:rPr lang="en-GB" sz="2800" dirty="0" err="1">
                <a:solidFill>
                  <a:prstClr val="black"/>
                </a:solidFill>
                <a:latin typeface="Segoe UI"/>
                <a:cs typeface="Segoe UI"/>
              </a:rPr>
              <a:t>Some day</a:t>
            </a: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, till then I’ll watch and wait,</a:t>
            </a:r>
            <a:b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My lamp all trimmed and burning bright,</a:t>
            </a:r>
            <a:b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That when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my </a:t>
            </a: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Savior </a:t>
            </a:r>
            <a:r>
              <a:rPr lang="en-GB" sz="2800" dirty="0" err="1">
                <a:solidFill>
                  <a:prstClr val="black"/>
                </a:solidFill>
                <a:latin typeface="Segoe UI"/>
                <a:cs typeface="Segoe UI"/>
              </a:rPr>
              <a:t>opes</a:t>
            </a: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 the gate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,</a:t>
            </a:r>
            <a:b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My soul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to Him </a:t>
            </a: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may take its flight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cs typeface="Segoe UI"/>
              </a:rPr>
              <a:t>. </a:t>
            </a:r>
            <a:r>
              <a:rPr lang="en-GB" sz="2800" dirty="0">
                <a:solidFill>
                  <a:prstClr val="black"/>
                </a:solidFill>
                <a:latin typeface="Segoe UI"/>
                <a:cs typeface="Segoe UI"/>
              </a:rPr>
              <a:t>			</a:t>
            </a:r>
            <a:endParaRPr lang="en-US" dirty="0">
              <a:solidFill>
                <a:prstClr val="black"/>
              </a:solidFill>
              <a:latin typeface="Segoe UI"/>
              <a:cs typeface="Segoe UI"/>
            </a:endParaRPr>
          </a:p>
          <a:p>
            <a:pPr lvl="2">
              <a:spcAft>
                <a:spcPts val="400"/>
              </a:spcAft>
              <a:defRPr/>
            </a:pPr>
            <a:r>
              <a:rPr lang="en-GB" sz="2800" i="1" dirty="0">
                <a:solidFill>
                  <a:srgbClr val="731A02"/>
                </a:solidFill>
                <a:latin typeface="Segoe UI"/>
                <a:cs typeface="Segoe UI"/>
              </a:rPr>
              <a:t>And I shall see Him face to face,</a:t>
            </a:r>
            <a:br>
              <a:rPr lang="en-GB" sz="2800" i="1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i="1" dirty="0">
                <a:solidFill>
                  <a:srgbClr val="731A02"/>
                </a:solidFill>
                <a:latin typeface="Segoe UI"/>
                <a:cs typeface="Segoe UI"/>
              </a:rPr>
              <a:t>And tell the story– Saved by grace;</a:t>
            </a:r>
            <a:br>
              <a:rPr lang="en-GB" sz="2800" i="1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i="1" dirty="0">
                <a:solidFill>
                  <a:srgbClr val="731A02"/>
                </a:solidFill>
                <a:latin typeface="Segoe UI"/>
                <a:cs typeface="Segoe UI"/>
              </a:rPr>
              <a:t>And I shall see Him face to face,</a:t>
            </a:r>
            <a:br>
              <a:rPr lang="en-GB" sz="2800" i="1" dirty="0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GB" sz="2800" i="1" dirty="0">
                <a:solidFill>
                  <a:srgbClr val="731A02"/>
                </a:solidFill>
                <a:latin typeface="Segoe UI"/>
                <a:cs typeface="Segoe UI"/>
              </a:rPr>
              <a:t>And tell the story– Saved by grace.	</a:t>
            </a:r>
            <a:endParaRPr lang="en-GB" sz="2800" b="0" u="none" strike="noStrike" kern="1200" cap="none" spc="0" normalizeH="0" baseline="0" noProof="0" dirty="0">
              <a:ln>
                <a:noFill/>
              </a:ln>
              <a:solidFill>
                <a:srgbClr val="731A02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6654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401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0483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401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590" y="699328"/>
            <a:ext cx="8888819" cy="412420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Art thou weary, art thou languid,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Art thou sore </a:t>
            </a:r>
            <a:r>
              <a:rPr lang="en-GB" sz="2800" err="1">
                <a:latin typeface="Segoe UI"/>
                <a:cs typeface="Segoe UI"/>
              </a:rPr>
              <a:t>distrest</a:t>
            </a:r>
            <a:r>
              <a:rPr lang="en-GB" sz="2800" dirty="0">
                <a:latin typeface="Segoe UI"/>
                <a:cs typeface="Segoe UI"/>
              </a:rPr>
              <a:t>?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'Come to Me,' saith One, and coming, </a:t>
            </a:r>
            <a:endParaRPr lang="en-GB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Be at rest!</a:t>
            </a:r>
            <a:endParaRPr lang="en-GB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>
              <a:spcAft>
                <a:spcPts val="400"/>
              </a:spcAft>
            </a:pPr>
            <a:endParaRPr lang="en-GB" sz="2800" dirty="0">
              <a:latin typeface="Segoe UI"/>
              <a:cs typeface="Segoe UI"/>
            </a:endParaRPr>
          </a:p>
          <a:p>
            <a:pPr lvl="1"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Hath He marks to lead me to Him,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If He be my guide?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In His feet and hands are wound-prints,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And his side.</a:t>
            </a:r>
            <a:endParaRPr lang="en-GB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762991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F4757-6029-1E17-1366-FDAB9D129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8E75-8A16-528C-1AC3-C8B305818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401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DC585-C6C7-C8D6-E0F5-EB4D5A1A6CA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1FB840-812A-3FAD-D690-64BC2134ACD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15E6F3-0E1F-59C7-D8D9-6B7E8C06AF57}"/>
              </a:ext>
            </a:extLst>
          </p:cNvPr>
          <p:cNvSpPr/>
          <p:nvPr/>
        </p:nvSpPr>
        <p:spPr>
          <a:xfrm>
            <a:off x="57895" y="647727"/>
            <a:ext cx="8888819" cy="450379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Is there diadem as Monarch,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That His brow adorns?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>
                <a:latin typeface="Segoe UI"/>
                <a:cs typeface="Segoe UI"/>
              </a:rPr>
              <a:t>Yea, a crown in very surety,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>
                <a:latin typeface="Segoe UI"/>
                <a:cs typeface="Segoe UI"/>
              </a:rPr>
              <a:t>But of thorns.</a:t>
            </a:r>
            <a:br>
              <a:rPr lang="en-GB" sz="2800" dirty="0">
                <a:latin typeface="Segoe UI"/>
                <a:cs typeface="Segoe UI"/>
              </a:rPr>
            </a:br>
            <a:endParaRPr lang="en-GB" sz="2800" dirty="0">
              <a:latin typeface="Segoe UI"/>
              <a:cs typeface="Segoe UI"/>
            </a:endParaRPr>
          </a:p>
          <a:p>
            <a:pPr lvl="1"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If I find Him, if I follow,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What His guerdon here?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Many a sorrow, many a labour,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Many a tear.</a:t>
            </a:r>
          </a:p>
          <a:p>
            <a:pPr lvl="1" algn="ctr">
              <a:spcAft>
                <a:spcPts val="400"/>
              </a:spcAft>
            </a:pPr>
            <a:endParaRPr lang="en-GB" sz="2800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9850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545A-9049-A592-51E6-938296F4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FEAC-9566-ADB4-8035-3010256A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401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91372-A555-B0EC-826F-81BDABEC758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/>
              <a:t>56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875A7-D8A7-D6EA-1966-B49BAB5F74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dirty="0"/>
              <a:t>Communion 6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0507EE-49D0-C243-AB75-4A3545523603}"/>
              </a:ext>
            </a:extLst>
          </p:cNvPr>
          <p:cNvSpPr/>
          <p:nvPr/>
        </p:nvSpPr>
        <p:spPr>
          <a:xfrm>
            <a:off x="392431" y="678420"/>
            <a:ext cx="7801576" cy="402161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If I still hold closely to Him,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What has He at last?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Sorrow vanquished, labour ended,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Jordan passed.</a:t>
            </a:r>
            <a:br>
              <a:rPr lang="en-GB" sz="2800" dirty="0">
                <a:latin typeface="Segoe UI"/>
                <a:cs typeface="Segoe UI"/>
              </a:rPr>
            </a:br>
            <a:endParaRPr lang="en-GB" sz="2800" dirty="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GB" sz="2800" dirty="0">
                <a:latin typeface="Segoe UI"/>
                <a:cs typeface="Segoe UI"/>
              </a:rPr>
              <a:t>If I ask Him to receive me,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Will He say me nay?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Not till earth, and not till heaven</a:t>
            </a:r>
            <a:br>
              <a:rPr lang="en-GB" sz="2800" dirty="0">
                <a:latin typeface="Segoe UI"/>
                <a:cs typeface="Segoe UI"/>
              </a:rPr>
            </a:br>
            <a:r>
              <a:rPr lang="en-GB" sz="2800" dirty="0">
                <a:latin typeface="Segoe UI"/>
                <a:cs typeface="Segoe UI"/>
              </a:rPr>
              <a:t>Pass away.</a:t>
            </a:r>
            <a:endParaRPr lang="en-GB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619722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A9E4-5C54-8E5F-CD32-9C47C179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E97CA-ABFA-FF94-9E67-79B917974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no. 401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DB09A-3F0F-654B-BF90-62175CB7F0C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ACCED-2380-B47D-F670-F389B13E364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6 : 4 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82EF60-45A8-F88E-2872-2F105FD09DA0}"/>
              </a:ext>
            </a:extLst>
          </p:cNvPr>
          <p:cNvSpPr/>
          <p:nvPr/>
        </p:nvSpPr>
        <p:spPr>
          <a:xfrm>
            <a:off x="127590" y="887505"/>
            <a:ext cx="8888819" cy="186717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lang="en-GB" sz="28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Finding, following, keeping, struggling,</a:t>
            </a:r>
            <a:br>
              <a:rPr lang="en-GB" sz="28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Is He sure to bless?</a:t>
            </a:r>
            <a:br>
              <a:rPr lang="en-GB" sz="28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</a:br>
            <a:r>
              <a:rPr lang="en-GB" sz="28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Saints, Apostles, Prophets, Martyrs, </a:t>
            </a:r>
            <a:endParaRPr lang="en-US">
              <a:solidFill>
                <a:srgbClr val="000000"/>
              </a:solidFill>
              <a:latin typeface="Segoe UI"/>
              <a:ea typeface="Verdana"/>
              <a:cs typeface="Segoe UI"/>
            </a:endParaRPr>
          </a:p>
          <a:p>
            <a:pPr lvl="1">
              <a:spcAft>
                <a:spcPts val="400"/>
              </a:spcAft>
            </a:pPr>
            <a:r>
              <a:rPr lang="en-GB" sz="2800" dirty="0">
                <a:solidFill>
                  <a:srgbClr val="000000"/>
                </a:solidFill>
                <a:latin typeface="Segoe UI"/>
                <a:ea typeface="Verdana"/>
                <a:cs typeface="Segoe UI"/>
              </a:rPr>
              <a:t>Answer, Yes!</a:t>
            </a:r>
            <a:endParaRPr lang="en-US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6553963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4BF63-9600-AB32-BCBE-CD0D63783073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Theme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US" sz="60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Closing Hymn</a:t>
            </a:r>
          </a:p>
          <a:p>
            <a:r>
              <a:rPr lang="en-GB" dirty="0">
                <a:solidFill>
                  <a:schemeClr val="bg1"/>
                </a:solidFill>
                <a:latin typeface="Tenorite"/>
              </a:rPr>
              <a:t> Song No. 541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A977-306D-A1A0-1430-C6484934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4FD-F767-72BB-F1E7-36E7D681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GB" dirty="0">
                <a:effectLst/>
                <a:latin typeface="Segoe UI"/>
                <a:ea typeface="Calibri"/>
                <a:cs typeface="Segoe UI"/>
              </a:rPr>
              <a:t> </a:t>
            </a:r>
            <a:r>
              <a:rPr lang="en-GB" dirty="0">
                <a:latin typeface="Segoe UI"/>
                <a:ea typeface="Calibri"/>
                <a:cs typeface="Segoe UI"/>
              </a:rPr>
              <a:t>Song No. 541</a:t>
            </a:r>
            <a:r>
              <a:rPr lang="en-GB" dirty="0">
                <a:effectLst/>
                <a:latin typeface="Segoe UI"/>
                <a:ea typeface="Calibri"/>
                <a:cs typeface="Segoe UI"/>
              </a:rPr>
              <a:t> </a:t>
            </a:r>
            <a:endParaRPr lang="en-US" dirty="0">
              <a:effectLst/>
              <a:latin typeface="Segoe UI"/>
              <a:ea typeface="Calibr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01C8-2DFC-AC1B-DB61-237A8B284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58B22-7CD0-4C4F-9369-DF22677F531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: 1 of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9EF5-2286-3DE3-F2A3-0055009A2470}"/>
              </a:ext>
            </a:extLst>
          </p:cNvPr>
          <p:cNvSpPr/>
          <p:nvPr/>
        </p:nvSpPr>
        <p:spPr>
          <a:xfrm>
            <a:off x="227836" y="669614"/>
            <a:ext cx="8416516" cy="389337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/>
              <a:t>Under His wings, I am safely abiding;</a:t>
            </a:r>
            <a:br>
              <a:rPr lang="en-SG" sz="2800"/>
            </a:br>
            <a:r>
              <a:rPr lang="en-SG" sz="2800"/>
              <a:t>Tho’ </a:t>
            </a:r>
            <a:r>
              <a:rPr lang="en-SG" sz="2800" dirty="0"/>
              <a:t>the night deepens and tempests are wild,</a:t>
            </a:r>
            <a:br>
              <a:rPr lang="en-SG" sz="2800" dirty="0"/>
            </a:br>
            <a:r>
              <a:rPr lang="en-SG" sz="2800" dirty="0"/>
              <a:t>Still I can trust Him, I know He will keep me;</a:t>
            </a:r>
            <a:br>
              <a:rPr lang="en-SG" sz="2800" dirty="0"/>
            </a:br>
            <a:r>
              <a:rPr lang="en-SG" sz="2800" dirty="0"/>
              <a:t>He has redeemed me, and I am His child.</a:t>
            </a:r>
            <a:endParaRPr lang="en-US" dirty="0"/>
          </a:p>
          <a:p>
            <a:pPr>
              <a:spcAft>
                <a:spcPts val="600"/>
              </a:spcAft>
            </a:pPr>
            <a:endParaRPr lang="en-GB" dirty="0"/>
          </a:p>
          <a:p>
            <a:pPr lvl="2">
              <a:spcAft>
                <a:spcPts val="600"/>
              </a:spcAft>
            </a:pPr>
            <a:r>
              <a:rPr lang="en-SG" sz="2800" i="1" dirty="0">
                <a:solidFill>
                  <a:srgbClr val="731A02"/>
                </a:solidFill>
                <a:cs typeface="Segoe UI"/>
              </a:rPr>
              <a:t>Under His wings, under His wings,</a:t>
            </a:r>
            <a:br>
              <a:rPr lang="en-SG" sz="2800" i="1" dirty="0">
                <a:solidFill>
                  <a:srgbClr val="731A02"/>
                </a:solidFill>
                <a:cs typeface="Segoe UI"/>
              </a:rPr>
            </a:br>
            <a:r>
              <a:rPr lang="en-SG" sz="2800" i="1" dirty="0">
                <a:solidFill>
                  <a:srgbClr val="731A02"/>
                </a:solidFill>
                <a:cs typeface="Segoe UI"/>
              </a:rPr>
              <a:t>Who from His love can sever?</a:t>
            </a:r>
            <a:br>
              <a:rPr lang="en-SG" sz="2800" i="1" dirty="0">
                <a:solidFill>
                  <a:srgbClr val="731A02"/>
                </a:solidFill>
                <a:cs typeface="Segoe UI"/>
              </a:rPr>
            </a:br>
            <a:r>
              <a:rPr lang="en-SG" sz="2800" i="1" dirty="0">
                <a:solidFill>
                  <a:srgbClr val="731A02"/>
                </a:solidFill>
                <a:cs typeface="Segoe UI"/>
              </a:rPr>
              <a:t>Under His wings my soul shall abide,</a:t>
            </a:r>
            <a:br>
              <a:rPr lang="en-SG" sz="2800" i="1" dirty="0">
                <a:solidFill>
                  <a:srgbClr val="731A02"/>
                </a:solidFill>
                <a:cs typeface="Segoe UI"/>
              </a:rPr>
            </a:br>
            <a:r>
              <a:rPr lang="en-SG" sz="2800" i="1" dirty="0">
                <a:solidFill>
                  <a:srgbClr val="731A02"/>
                </a:solidFill>
                <a:cs typeface="Segoe UI"/>
              </a:rPr>
              <a:t>Safely abide forever.</a:t>
            </a:r>
            <a:endParaRPr lang="en-GB" sz="2800" i="1" dirty="0">
              <a:solidFill>
                <a:srgbClr val="731A02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708257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C5B0-B837-3B6C-3D5A-23065A2F3ABA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18279</TotalTime>
  <Words>2693</Words>
  <Application>Microsoft Office PowerPoint</Application>
  <PresentationFormat>On-screen Show (16:9)</PresentationFormat>
  <Paragraphs>273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62</vt:i4>
      </vt:variant>
    </vt:vector>
  </HeadingPairs>
  <TitlesOfParts>
    <vt:vector size="77" baseType="lpstr">
      <vt:lpstr>Arial</vt:lpstr>
      <vt:lpstr>Bahnschrift</vt:lpstr>
      <vt:lpstr>Calibri</vt:lpstr>
      <vt:lpstr>Calibri Light</vt:lpstr>
      <vt:lpstr>Footlight MT Light</vt:lpstr>
      <vt:lpstr>Gill Sans MT</vt:lpstr>
      <vt:lpstr>Segoe UI</vt:lpstr>
      <vt:lpstr>Tenorite</vt:lpstr>
      <vt:lpstr>Verdana</vt:lpstr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Song no: 5</vt:lpstr>
      <vt:lpstr>Song no: 5</vt:lpstr>
      <vt:lpstr>Song no: 5</vt:lpstr>
      <vt:lpstr>Song no: 5</vt:lpstr>
      <vt:lpstr>PowerPoint Presentation</vt:lpstr>
      <vt:lpstr>PowerPoint Presentation</vt:lpstr>
      <vt:lpstr>Thanksgiving</vt:lpstr>
      <vt:lpstr>PowerPoint Presentation</vt:lpstr>
      <vt:lpstr>Offertory – God of The Poor</vt:lpstr>
      <vt:lpstr>Offertory – God of The Poor</vt:lpstr>
      <vt:lpstr>Offertory – Song no. (703)</vt:lpstr>
      <vt:lpstr>Offertory – Song no. (703)</vt:lpstr>
      <vt:lpstr>Offertory – Song no. (703)</vt:lpstr>
      <vt:lpstr>Offertory – Song no. (703)</vt:lpstr>
      <vt:lpstr>Offertory – Song no. (703)</vt:lpstr>
      <vt:lpstr>Offertory – Song no. (703)</vt:lpstr>
      <vt:lpstr>Offertory – Song no. (703)</vt:lpstr>
      <vt:lpstr>PowerPoint Presentation</vt:lpstr>
      <vt:lpstr>PowerPoint Presentation</vt:lpstr>
      <vt:lpstr>Confession – Song</vt:lpstr>
      <vt:lpstr>PowerPoint Presentation</vt:lpstr>
      <vt:lpstr>Holy Communion – Song </vt:lpstr>
      <vt:lpstr>Holy Communion – Song </vt:lpstr>
      <vt:lpstr>Holy Communion – Song </vt:lpstr>
      <vt:lpstr>Holy Communion – Song </vt:lpstr>
      <vt:lpstr>Holy Communion – Song no</vt:lpstr>
      <vt:lpstr>Holy Communion – Song </vt:lpstr>
      <vt:lpstr>Holy Communion – Song no: (416)</vt:lpstr>
      <vt:lpstr>Holy Communion – Song no: (416)</vt:lpstr>
      <vt:lpstr>Holy Communion – Song no: (416)</vt:lpstr>
      <vt:lpstr>Holy Communion – Song no: (416)</vt:lpstr>
      <vt:lpstr>Holy Communion – Song no. 91</vt:lpstr>
      <vt:lpstr>Holy Communion – Song no. 91</vt:lpstr>
      <vt:lpstr>Holy Communion – Song no. 91</vt:lpstr>
      <vt:lpstr>Holy Communion – Song no. 91</vt:lpstr>
      <vt:lpstr>Holy Communion – Song no. 91</vt:lpstr>
      <vt:lpstr>Holy Communion – Song no. 697</vt:lpstr>
      <vt:lpstr>Holy Communion – Song no. 91</vt:lpstr>
      <vt:lpstr>Holy Communion – Song no. 91</vt:lpstr>
      <vt:lpstr>Holy Communion – Song no. 91</vt:lpstr>
      <vt:lpstr>Holy Communion – Song no. 871</vt:lpstr>
      <vt:lpstr>Holy Communion – Song no. 871</vt:lpstr>
      <vt:lpstr>Holy Communion – Song no. 871</vt:lpstr>
      <vt:lpstr>Holy Communion – Song no. 871</vt:lpstr>
      <vt:lpstr>Holy Communion – Song no. 871</vt:lpstr>
      <vt:lpstr>Holy Communion – Song no. 978</vt:lpstr>
      <vt:lpstr>Holy Communion – Song no. 978</vt:lpstr>
      <vt:lpstr>Holy Communion – Song no. 978</vt:lpstr>
      <vt:lpstr>Holy Communion – Song no. 978</vt:lpstr>
      <vt:lpstr>Holy Communion – Song no. 978</vt:lpstr>
      <vt:lpstr>Holy Communion – Song no. 401</vt:lpstr>
      <vt:lpstr>Holy Communion – Song no. 401</vt:lpstr>
      <vt:lpstr>Holy Communion – Song no. 401</vt:lpstr>
      <vt:lpstr>Holy Communion – Song no. 401</vt:lpstr>
      <vt:lpstr>Holy Communion – Song no. 401</vt:lpstr>
      <vt:lpstr>PowerPoint Presentation</vt:lpstr>
      <vt:lpstr>PowerPoint Presentation</vt:lpstr>
      <vt:lpstr>PowerPoint Presentation</vt:lpstr>
      <vt:lpstr>Closing Hymn –  Song No. 541 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Reuben Stephen</cp:lastModifiedBy>
  <cp:revision>2008</cp:revision>
  <dcterms:created xsi:type="dcterms:W3CDTF">2020-09-02T02:55:07Z</dcterms:created>
  <dcterms:modified xsi:type="dcterms:W3CDTF">2025-03-08T00:19:01Z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