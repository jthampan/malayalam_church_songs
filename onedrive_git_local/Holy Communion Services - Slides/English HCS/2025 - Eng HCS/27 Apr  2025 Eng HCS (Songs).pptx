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70"/>
  </p:notesMasterIdLst>
  <p:handoutMasterIdLst>
    <p:handoutMasterId r:id="rId71"/>
  </p:handoutMasterIdLst>
  <p:sldIdLst>
    <p:sldId id="1729" r:id="rId2"/>
    <p:sldId id="1773" r:id="rId3"/>
    <p:sldId id="1774" r:id="rId4"/>
    <p:sldId id="1730" r:id="rId5"/>
    <p:sldId id="1775" r:id="rId6"/>
    <p:sldId id="1776" r:id="rId7"/>
    <p:sldId id="1777" r:id="rId8"/>
    <p:sldId id="1778" r:id="rId9"/>
    <p:sldId id="1779" r:id="rId10"/>
    <p:sldId id="1780" r:id="rId11"/>
    <p:sldId id="1781" r:id="rId12"/>
    <p:sldId id="1731" r:id="rId13"/>
    <p:sldId id="821" r:id="rId14"/>
    <p:sldId id="1696" r:id="rId15"/>
    <p:sldId id="1318" r:id="rId16"/>
    <p:sldId id="1697" r:id="rId17"/>
    <p:sldId id="1732" r:id="rId18"/>
    <p:sldId id="1733" r:id="rId19"/>
    <p:sldId id="1734" r:id="rId20"/>
    <p:sldId id="1324" r:id="rId21"/>
    <p:sldId id="823" r:id="rId22"/>
    <p:sldId id="824" r:id="rId23"/>
    <p:sldId id="1735" r:id="rId24"/>
    <p:sldId id="825" r:id="rId25"/>
    <p:sldId id="1388" r:id="rId26"/>
    <p:sldId id="1736" r:id="rId27"/>
    <p:sldId id="1737" r:id="rId28"/>
    <p:sldId id="1738" r:id="rId29"/>
    <p:sldId id="1739" r:id="rId30"/>
    <p:sldId id="949" r:id="rId31"/>
    <p:sldId id="1740" r:id="rId32"/>
    <p:sldId id="1741" r:id="rId33"/>
    <p:sldId id="1743" r:id="rId34"/>
    <p:sldId id="1742" r:id="rId35"/>
    <p:sldId id="1744" r:id="rId36"/>
    <p:sldId id="1745" r:id="rId37"/>
    <p:sldId id="1747" r:id="rId38"/>
    <p:sldId id="1746" r:id="rId39"/>
    <p:sldId id="1748" r:id="rId40"/>
    <p:sldId id="1749" r:id="rId41"/>
    <p:sldId id="1750" r:id="rId42"/>
    <p:sldId id="1751" r:id="rId43"/>
    <p:sldId id="1753" r:id="rId44"/>
    <p:sldId id="1752" r:id="rId45"/>
    <p:sldId id="1754" r:id="rId46"/>
    <p:sldId id="1755" r:id="rId47"/>
    <p:sldId id="1756" r:id="rId48"/>
    <p:sldId id="1757" r:id="rId49"/>
    <p:sldId id="1758" r:id="rId50"/>
    <p:sldId id="1759" r:id="rId51"/>
    <p:sldId id="1760" r:id="rId52"/>
    <p:sldId id="1761" r:id="rId53"/>
    <p:sldId id="1762" r:id="rId54"/>
    <p:sldId id="1766" r:id="rId55"/>
    <p:sldId id="1764" r:id="rId56"/>
    <p:sldId id="1763" r:id="rId57"/>
    <p:sldId id="1765" r:id="rId58"/>
    <p:sldId id="1767" r:id="rId59"/>
    <p:sldId id="1768" r:id="rId60"/>
    <p:sldId id="1769" r:id="rId61"/>
    <p:sldId id="1770" r:id="rId62"/>
    <p:sldId id="1771" r:id="rId63"/>
    <p:sldId id="1772" r:id="rId64"/>
    <p:sldId id="1259" r:id="rId65"/>
    <p:sldId id="820" r:id="rId66"/>
    <p:sldId id="1201" r:id="rId67"/>
    <p:sldId id="1679" r:id="rId68"/>
    <p:sldId id="829" r:id="rId6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D0A3B-32F1-4B19-9728-7461296CDEEE}" v="5" dt="2025-05-10T03:29:06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70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79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Windows Live" clId="Web-{CC388B8E-6199-EDAD-65AB-59127FC59BCA}"/>
    <pc:docChg chg="modSld">
      <pc:chgData name="Sini Mathew" userId="3875fe58a975fc01" providerId="Windows Live" clId="Web-{CC388B8E-6199-EDAD-65AB-59127FC59BCA}" dt="2025-04-25T04:50:25.854" v="1" actId="20577"/>
      <pc:docMkLst>
        <pc:docMk/>
      </pc:docMkLst>
      <pc:sldChg chg="modSp">
        <pc:chgData name="Sini Mathew" userId="3875fe58a975fc01" providerId="Windows Live" clId="Web-{CC388B8E-6199-EDAD-65AB-59127FC59BCA}" dt="2025-04-25T04:50:25.854" v="1" actId="20577"/>
        <pc:sldMkLst>
          <pc:docMk/>
          <pc:sldMk cId="2050755449" sldId="1751"/>
        </pc:sldMkLst>
        <pc:spChg chg="mod">
          <ac:chgData name="Sini Mathew" userId="3875fe58a975fc01" providerId="Windows Live" clId="Web-{CC388B8E-6199-EDAD-65AB-59127FC59BCA}" dt="2025-04-25T04:50:25.854" v="1" actId="20577"/>
          <ac:spMkLst>
            <pc:docMk/>
            <pc:sldMk cId="2050755449" sldId="1751"/>
            <ac:spMk id="3" creationId="{7D52D05D-ADDE-99C9-CC68-4FF58CA7984E}"/>
          </ac:spMkLst>
        </pc:spChg>
      </pc:sldChg>
    </pc:docChg>
  </pc:docChgLst>
  <pc:docChgLst>
    <pc:chgData name="Rosmin Elsa" userId="8f13a6be4da41318" providerId="Windows Live" clId="Web-{036B68E0-AFC0-0805-C6FB-DD75689DA490}"/>
    <pc:docChg chg="modSld">
      <pc:chgData name="Rosmin Elsa" userId="8f13a6be4da41318" providerId="Windows Live" clId="Web-{036B68E0-AFC0-0805-C6FB-DD75689DA490}" dt="2025-04-25T04:14:45.417" v="3" actId="20577"/>
      <pc:docMkLst>
        <pc:docMk/>
      </pc:docMkLst>
      <pc:sldChg chg="modSp">
        <pc:chgData name="Rosmin Elsa" userId="8f13a6be4da41318" providerId="Windows Live" clId="Web-{036B68E0-AFC0-0805-C6FB-DD75689DA490}" dt="2025-04-25T04:14:45.417" v="3" actId="20577"/>
        <pc:sldMkLst>
          <pc:docMk/>
          <pc:sldMk cId="4765592" sldId="1388"/>
        </pc:sldMkLst>
        <pc:spChg chg="mod">
          <ac:chgData name="Rosmin Elsa" userId="8f13a6be4da41318" providerId="Windows Live" clId="Web-{036B68E0-AFC0-0805-C6FB-DD75689DA490}" dt="2025-04-25T04:14:45.417" v="3" actId="20577"/>
          <ac:spMkLst>
            <pc:docMk/>
            <pc:sldMk cId="4765592" sldId="1388"/>
            <ac:spMk id="2" creationId="{00000000-0000-0000-0000-000000000000}"/>
          </ac:spMkLst>
        </pc:spChg>
      </pc:sldChg>
    </pc:docChg>
  </pc:docChgLst>
  <pc:docChgLst>
    <pc:chgData name="Reuben Stephen" userId="6a6eda1f0b9c2b70" providerId="LiveId" clId="{AE6D0A3B-32F1-4B19-9728-7461296CDEEE}"/>
    <pc:docChg chg="undo redo custSel addSld delSld modSld sldOrd">
      <pc:chgData name="Reuben Stephen" userId="6a6eda1f0b9c2b70" providerId="LiveId" clId="{AE6D0A3B-32F1-4B19-9728-7461296CDEEE}" dt="2025-05-10T03:33:19.954" v="1827" actId="20577"/>
      <pc:docMkLst>
        <pc:docMk/>
      </pc:docMkLst>
      <pc:sldChg chg="del">
        <pc:chgData name="Reuben Stephen" userId="6a6eda1f0b9c2b70" providerId="LiveId" clId="{AE6D0A3B-32F1-4B19-9728-7461296CDEEE}" dt="2025-05-10T02:45:03.794" v="598" actId="47"/>
        <pc:sldMkLst>
          <pc:docMk/>
          <pc:sldMk cId="717388547" sldId="813"/>
        </pc:sldMkLst>
      </pc:sldChg>
      <pc:sldChg chg="addSp delSp modSp mod modClrScheme chgLayout">
        <pc:chgData name="Reuben Stephen" userId="6a6eda1f0b9c2b70" providerId="LiveId" clId="{AE6D0A3B-32F1-4B19-9728-7461296CDEEE}" dt="2025-05-10T02:44:16.945" v="593" actId="6549"/>
        <pc:sldMkLst>
          <pc:docMk/>
          <pc:sldMk cId="809210977" sldId="1729"/>
        </pc:sldMkLst>
        <pc:spChg chg="mod ord">
          <ac:chgData name="Reuben Stephen" userId="6a6eda1f0b9c2b70" providerId="LiveId" clId="{AE6D0A3B-32F1-4B19-9728-7461296CDEEE}" dt="2025-05-10T02:31:25.323" v="42" actId="700"/>
          <ac:spMkLst>
            <pc:docMk/>
            <pc:sldMk cId="809210977" sldId="1729"/>
            <ac:spMk id="2" creationId="{00000000-0000-0000-0000-000000000000}"/>
          </ac:spMkLst>
        </pc:spChg>
        <pc:spChg chg="add del mod ord">
          <ac:chgData name="Reuben Stephen" userId="6a6eda1f0b9c2b70" providerId="LiveId" clId="{AE6D0A3B-32F1-4B19-9728-7461296CDEEE}" dt="2025-05-10T02:31:25.323" v="42" actId="700"/>
          <ac:spMkLst>
            <pc:docMk/>
            <pc:sldMk cId="809210977" sldId="1729"/>
            <ac:spMk id="3" creationId="{03DDABB3-D18C-4F3B-679B-8EA999CD55FF}"/>
          </ac:spMkLst>
        </pc:spChg>
        <pc:spChg chg="add del mod ord">
          <ac:chgData name="Reuben Stephen" userId="6a6eda1f0b9c2b70" providerId="LiveId" clId="{AE6D0A3B-32F1-4B19-9728-7461296CDEEE}" dt="2025-05-10T02:31:25.323" v="42" actId="700"/>
          <ac:spMkLst>
            <pc:docMk/>
            <pc:sldMk cId="809210977" sldId="1729"/>
            <ac:spMk id="4" creationId="{4CD46256-4081-6840-8BD6-3B07DDF1427A}"/>
          </ac:spMkLst>
        </pc:spChg>
        <pc:spChg chg="mod">
          <ac:chgData name="Reuben Stephen" userId="6a6eda1f0b9c2b70" providerId="LiveId" clId="{AE6D0A3B-32F1-4B19-9728-7461296CDEEE}" dt="2025-05-10T02:44:16.945" v="593" actId="6549"/>
          <ac:spMkLst>
            <pc:docMk/>
            <pc:sldMk cId="809210977" sldId="1729"/>
            <ac:spMk id="5" creationId="{F23B1A82-CA2E-08BD-1D0D-5AA03047C3D2}"/>
          </ac:spMkLst>
        </pc:spChg>
        <pc:spChg chg="mod">
          <ac:chgData name="Reuben Stephen" userId="6a6eda1f0b9c2b70" providerId="LiveId" clId="{AE6D0A3B-32F1-4B19-9728-7461296CDEEE}" dt="2025-05-10T02:37:15.392" v="414" actId="20577"/>
          <ac:spMkLst>
            <pc:docMk/>
            <pc:sldMk cId="809210977" sldId="1729"/>
            <ac:spMk id="7" creationId="{094E9A69-B612-35E4-DEEF-5092DA0A0A97}"/>
          </ac:spMkLst>
        </pc:spChg>
        <pc:spChg chg="add mod">
          <ac:chgData name="Reuben Stephen" userId="6a6eda1f0b9c2b70" providerId="LiveId" clId="{AE6D0A3B-32F1-4B19-9728-7461296CDEEE}" dt="2025-05-10T02:37:31.965" v="418" actId="404"/>
          <ac:spMkLst>
            <pc:docMk/>
            <pc:sldMk cId="809210977" sldId="1729"/>
            <ac:spMk id="8" creationId="{6029258F-F655-A304-159A-DCF640E64A09}"/>
          </ac:spMkLst>
        </pc:spChg>
      </pc:sldChg>
      <pc:sldChg chg="modSp mod">
        <pc:chgData name="Reuben Stephen" userId="6a6eda1f0b9c2b70" providerId="LiveId" clId="{AE6D0A3B-32F1-4B19-9728-7461296CDEEE}" dt="2025-05-10T02:46:42.018" v="622" actId="1076"/>
        <pc:sldMkLst>
          <pc:docMk/>
          <pc:sldMk cId="140015982" sldId="1730"/>
        </pc:sldMkLst>
        <pc:spChg chg="mod">
          <ac:chgData name="Reuben Stephen" userId="6a6eda1f0b9c2b70" providerId="LiveId" clId="{AE6D0A3B-32F1-4B19-9728-7461296CDEEE}" dt="2025-05-10T02:45:18.878" v="610" actId="20577"/>
          <ac:spMkLst>
            <pc:docMk/>
            <pc:sldMk cId="140015982" sldId="1730"/>
            <ac:spMk id="2" creationId="{E26569E3-DC90-B003-2A61-0AC57E9BC58B}"/>
          </ac:spMkLst>
        </pc:spChg>
        <pc:spChg chg="mod">
          <ac:chgData name="Reuben Stephen" userId="6a6eda1f0b9c2b70" providerId="LiveId" clId="{AE6D0A3B-32F1-4B19-9728-7461296CDEEE}" dt="2025-05-10T02:46:28.903" v="620" actId="6549"/>
          <ac:spMkLst>
            <pc:docMk/>
            <pc:sldMk cId="140015982" sldId="1730"/>
            <ac:spMk id="5" creationId="{9A443565-BB21-0F44-1AE9-E884007AD3F5}"/>
          </ac:spMkLst>
        </pc:spChg>
        <pc:spChg chg="mod">
          <ac:chgData name="Reuben Stephen" userId="6a6eda1f0b9c2b70" providerId="LiveId" clId="{AE6D0A3B-32F1-4B19-9728-7461296CDEEE}" dt="2025-05-10T02:46:42.018" v="622" actId="1076"/>
          <ac:spMkLst>
            <pc:docMk/>
            <pc:sldMk cId="140015982" sldId="1730"/>
            <ac:spMk id="7" creationId="{7AAF871A-E7AB-F9F4-AF44-155635F7B305}"/>
          </ac:spMkLst>
        </pc:spChg>
      </pc:sldChg>
      <pc:sldChg chg="addSp modSp add mod">
        <pc:chgData name="Reuben Stephen" userId="6a6eda1f0b9c2b70" providerId="LiveId" clId="{AE6D0A3B-32F1-4B19-9728-7461296CDEEE}" dt="2025-05-10T02:44:21.717" v="596" actId="20577"/>
        <pc:sldMkLst>
          <pc:docMk/>
          <pc:sldMk cId="2440787751" sldId="1773"/>
        </pc:sldMkLst>
        <pc:spChg chg="add mod">
          <ac:chgData name="Reuben Stephen" userId="6a6eda1f0b9c2b70" providerId="LiveId" clId="{AE6D0A3B-32F1-4B19-9728-7461296CDEEE}" dt="2025-05-10T02:37:53.854" v="421" actId="404"/>
          <ac:spMkLst>
            <pc:docMk/>
            <pc:sldMk cId="2440787751" sldId="1773"/>
            <ac:spMk id="3" creationId="{46A2324E-B429-67D3-B4C9-12FE89BCB6C0}"/>
          </ac:spMkLst>
        </pc:spChg>
        <pc:spChg chg="mod">
          <ac:chgData name="Reuben Stephen" userId="6a6eda1f0b9c2b70" providerId="LiveId" clId="{AE6D0A3B-32F1-4B19-9728-7461296CDEEE}" dt="2025-05-10T02:44:21.717" v="596" actId="20577"/>
          <ac:spMkLst>
            <pc:docMk/>
            <pc:sldMk cId="2440787751" sldId="1773"/>
            <ac:spMk id="5" creationId="{F7F7AA39-5114-1312-40D2-630C41254D46}"/>
          </ac:spMkLst>
        </pc:spChg>
        <pc:spChg chg="mod">
          <ac:chgData name="Reuben Stephen" userId="6a6eda1f0b9c2b70" providerId="LiveId" clId="{AE6D0A3B-32F1-4B19-9728-7461296CDEEE}" dt="2025-05-10T02:37:42.337" v="420" actId="404"/>
          <ac:spMkLst>
            <pc:docMk/>
            <pc:sldMk cId="2440787751" sldId="1773"/>
            <ac:spMk id="7" creationId="{F30FE727-D5CB-8CE0-9CED-10664CC0C5E9}"/>
          </ac:spMkLst>
        </pc:spChg>
      </pc:sldChg>
      <pc:sldChg chg="modSp add mod">
        <pc:chgData name="Reuben Stephen" userId="6a6eda1f0b9c2b70" providerId="LiveId" clId="{AE6D0A3B-32F1-4B19-9728-7461296CDEEE}" dt="2025-05-10T02:44:25.846" v="597" actId="20577"/>
        <pc:sldMkLst>
          <pc:docMk/>
          <pc:sldMk cId="2628383047" sldId="1774"/>
        </pc:sldMkLst>
        <pc:spChg chg="mod">
          <ac:chgData name="Reuben Stephen" userId="6a6eda1f0b9c2b70" providerId="LiveId" clId="{AE6D0A3B-32F1-4B19-9728-7461296CDEEE}" dt="2025-05-10T02:44:02.188" v="590" actId="20577"/>
          <ac:spMkLst>
            <pc:docMk/>
            <pc:sldMk cId="2628383047" sldId="1774"/>
            <ac:spMk id="3" creationId="{CA097A25-D195-05B4-513E-1A9FC7F6DDE8}"/>
          </ac:spMkLst>
        </pc:spChg>
        <pc:spChg chg="mod">
          <ac:chgData name="Reuben Stephen" userId="6a6eda1f0b9c2b70" providerId="LiveId" clId="{AE6D0A3B-32F1-4B19-9728-7461296CDEEE}" dt="2025-05-10T02:44:25.846" v="597" actId="20577"/>
          <ac:spMkLst>
            <pc:docMk/>
            <pc:sldMk cId="2628383047" sldId="1774"/>
            <ac:spMk id="5" creationId="{7D59FF4B-3552-A397-C06B-20779B599219}"/>
          </ac:spMkLst>
        </pc:spChg>
        <pc:spChg chg="mod">
          <ac:chgData name="Reuben Stephen" userId="6a6eda1f0b9c2b70" providerId="LiveId" clId="{AE6D0A3B-32F1-4B19-9728-7461296CDEEE}" dt="2025-05-10T02:44:07.052" v="592" actId="404"/>
          <ac:spMkLst>
            <pc:docMk/>
            <pc:sldMk cId="2628383047" sldId="1774"/>
            <ac:spMk id="7" creationId="{C5A67C93-F47F-0420-6200-03CE3FCF21A4}"/>
          </ac:spMkLst>
        </pc:spChg>
      </pc:sldChg>
      <pc:sldChg chg="modSp add mod">
        <pc:chgData name="Reuben Stephen" userId="6a6eda1f0b9c2b70" providerId="LiveId" clId="{AE6D0A3B-32F1-4B19-9728-7461296CDEEE}" dt="2025-05-10T02:50:49.055" v="627" actId="20577"/>
        <pc:sldMkLst>
          <pc:docMk/>
          <pc:sldMk cId="4002190130" sldId="1775"/>
        </pc:sldMkLst>
        <pc:spChg chg="mod">
          <ac:chgData name="Reuben Stephen" userId="6a6eda1f0b9c2b70" providerId="LiveId" clId="{AE6D0A3B-32F1-4B19-9728-7461296CDEEE}" dt="2025-05-10T02:50:49.055" v="627" actId="20577"/>
          <ac:spMkLst>
            <pc:docMk/>
            <pc:sldMk cId="4002190130" sldId="1775"/>
            <ac:spMk id="7" creationId="{C9E857EC-65C9-17E8-B20F-25AC099E321B}"/>
          </ac:spMkLst>
        </pc:spChg>
      </pc:sldChg>
      <pc:sldChg chg="modSp add mod">
        <pc:chgData name="Reuben Stephen" userId="6a6eda1f0b9c2b70" providerId="LiveId" clId="{AE6D0A3B-32F1-4B19-9728-7461296CDEEE}" dt="2025-05-10T02:51:20.950" v="634" actId="404"/>
        <pc:sldMkLst>
          <pc:docMk/>
          <pc:sldMk cId="3374468748" sldId="1776"/>
        </pc:sldMkLst>
        <pc:spChg chg="mod">
          <ac:chgData name="Reuben Stephen" userId="6a6eda1f0b9c2b70" providerId="LiveId" clId="{AE6D0A3B-32F1-4B19-9728-7461296CDEEE}" dt="2025-05-10T02:51:20.950" v="634" actId="404"/>
          <ac:spMkLst>
            <pc:docMk/>
            <pc:sldMk cId="3374468748" sldId="1776"/>
            <ac:spMk id="7" creationId="{E8EDB528-A02A-7913-4AFF-52F9C24A1B96}"/>
          </ac:spMkLst>
        </pc:spChg>
      </pc:sldChg>
      <pc:sldChg chg="modSp add mod ord">
        <pc:chgData name="Reuben Stephen" userId="6a6eda1f0b9c2b70" providerId="LiveId" clId="{AE6D0A3B-32F1-4B19-9728-7461296CDEEE}" dt="2025-05-10T02:59:38.575" v="947" actId="6549"/>
        <pc:sldMkLst>
          <pc:docMk/>
          <pc:sldMk cId="1029807239" sldId="1777"/>
        </pc:sldMkLst>
        <pc:spChg chg="mod">
          <ac:chgData name="Reuben Stephen" userId="6a6eda1f0b9c2b70" providerId="LiveId" clId="{AE6D0A3B-32F1-4B19-9728-7461296CDEEE}" dt="2025-05-10T02:53:43.256" v="659" actId="20577"/>
          <ac:spMkLst>
            <pc:docMk/>
            <pc:sldMk cId="1029807239" sldId="1777"/>
            <ac:spMk id="2" creationId="{16214C0B-F2A1-9B0A-481F-683D36206145}"/>
          </ac:spMkLst>
        </pc:spChg>
        <pc:spChg chg="mod">
          <ac:chgData name="Reuben Stephen" userId="6a6eda1f0b9c2b70" providerId="LiveId" clId="{AE6D0A3B-32F1-4B19-9728-7461296CDEEE}" dt="2025-05-10T02:59:38.575" v="947" actId="6549"/>
          <ac:spMkLst>
            <pc:docMk/>
            <pc:sldMk cId="1029807239" sldId="1777"/>
            <ac:spMk id="3" creationId="{875B1FF7-4834-51C2-8BFD-7825D37398F1}"/>
          </ac:spMkLst>
        </pc:spChg>
        <pc:spChg chg="mod">
          <ac:chgData name="Reuben Stephen" userId="6a6eda1f0b9c2b70" providerId="LiveId" clId="{AE6D0A3B-32F1-4B19-9728-7461296CDEEE}" dt="2025-05-10T02:56:29.466" v="792"/>
          <ac:spMkLst>
            <pc:docMk/>
            <pc:sldMk cId="1029807239" sldId="1777"/>
            <ac:spMk id="7" creationId="{AFDA6E80-569C-BA47-A77B-0D516856EBE6}"/>
          </ac:spMkLst>
        </pc:spChg>
      </pc:sldChg>
      <pc:sldChg chg="modSp add mod">
        <pc:chgData name="Reuben Stephen" userId="6a6eda1f0b9c2b70" providerId="LiveId" clId="{AE6D0A3B-32F1-4B19-9728-7461296CDEEE}" dt="2025-05-10T03:02:19.511" v="1067" actId="20577"/>
        <pc:sldMkLst>
          <pc:docMk/>
          <pc:sldMk cId="4132799136" sldId="1778"/>
        </pc:sldMkLst>
        <pc:spChg chg="mod">
          <ac:chgData name="Reuben Stephen" userId="6a6eda1f0b9c2b70" providerId="LiveId" clId="{AE6D0A3B-32F1-4B19-9728-7461296CDEEE}" dt="2025-05-10T03:02:19.511" v="1067" actId="20577"/>
          <ac:spMkLst>
            <pc:docMk/>
            <pc:sldMk cId="4132799136" sldId="1778"/>
            <ac:spMk id="3" creationId="{0F793CD0-40B3-5DBF-CC0F-2EDBB6DAEB61}"/>
          </ac:spMkLst>
        </pc:spChg>
        <pc:spChg chg="mod">
          <ac:chgData name="Reuben Stephen" userId="6a6eda1f0b9c2b70" providerId="LiveId" clId="{AE6D0A3B-32F1-4B19-9728-7461296CDEEE}" dt="2025-05-10T03:00:50.567" v="951"/>
          <ac:spMkLst>
            <pc:docMk/>
            <pc:sldMk cId="4132799136" sldId="1778"/>
            <ac:spMk id="7" creationId="{E79EB359-B580-F03D-439E-4F3BA624BA35}"/>
          </ac:spMkLst>
        </pc:spChg>
      </pc:sldChg>
      <pc:sldChg chg="modSp add mod">
        <pc:chgData name="Reuben Stephen" userId="6a6eda1f0b9c2b70" providerId="LiveId" clId="{AE6D0A3B-32F1-4B19-9728-7461296CDEEE}" dt="2025-05-10T03:33:14.475" v="1825" actId="20577"/>
        <pc:sldMkLst>
          <pc:docMk/>
          <pc:sldMk cId="1917815685" sldId="1779"/>
        </pc:sldMkLst>
        <pc:spChg chg="mod">
          <ac:chgData name="Reuben Stephen" userId="6a6eda1f0b9c2b70" providerId="LiveId" clId="{AE6D0A3B-32F1-4B19-9728-7461296CDEEE}" dt="2025-05-10T03:07:25.005" v="1087" actId="20577"/>
          <ac:spMkLst>
            <pc:docMk/>
            <pc:sldMk cId="1917815685" sldId="1779"/>
            <ac:spMk id="2" creationId="{99F1FADC-5B1D-DC5A-BEC0-B8D63AF82901}"/>
          </ac:spMkLst>
        </pc:spChg>
        <pc:spChg chg="mod">
          <ac:chgData name="Reuben Stephen" userId="6a6eda1f0b9c2b70" providerId="LiveId" clId="{AE6D0A3B-32F1-4B19-9728-7461296CDEEE}" dt="2025-05-10T03:26:42.129" v="1600" actId="20577"/>
          <ac:spMkLst>
            <pc:docMk/>
            <pc:sldMk cId="1917815685" sldId="1779"/>
            <ac:spMk id="3" creationId="{DC9A628B-783D-EC24-7023-312EDF2C79CF}"/>
          </ac:spMkLst>
        </pc:spChg>
        <pc:spChg chg="mod">
          <ac:chgData name="Reuben Stephen" userId="6a6eda1f0b9c2b70" providerId="LiveId" clId="{AE6D0A3B-32F1-4B19-9728-7461296CDEEE}" dt="2025-05-10T03:33:14.475" v="1825" actId="20577"/>
          <ac:spMkLst>
            <pc:docMk/>
            <pc:sldMk cId="1917815685" sldId="1779"/>
            <ac:spMk id="7" creationId="{3A27C99C-8695-BD65-7294-DB5A155BA6CD}"/>
          </ac:spMkLst>
        </pc:spChg>
      </pc:sldChg>
      <pc:sldChg chg="modSp add mod">
        <pc:chgData name="Reuben Stephen" userId="6a6eda1f0b9c2b70" providerId="LiveId" clId="{AE6D0A3B-32F1-4B19-9728-7461296CDEEE}" dt="2025-05-10T03:33:19.954" v="1827" actId="20577"/>
        <pc:sldMkLst>
          <pc:docMk/>
          <pc:sldMk cId="2918437033" sldId="1780"/>
        </pc:sldMkLst>
        <pc:spChg chg="mod">
          <ac:chgData name="Reuben Stephen" userId="6a6eda1f0b9c2b70" providerId="LiveId" clId="{AE6D0A3B-32F1-4B19-9728-7461296CDEEE}" dt="2025-05-10T03:32:32.637" v="1823"/>
          <ac:spMkLst>
            <pc:docMk/>
            <pc:sldMk cId="2918437033" sldId="1780"/>
            <ac:spMk id="3" creationId="{C57DF467-B199-8ED9-F574-4B8CB542D1A5}"/>
          </ac:spMkLst>
        </pc:spChg>
        <pc:spChg chg="mod">
          <ac:chgData name="Reuben Stephen" userId="6a6eda1f0b9c2b70" providerId="LiveId" clId="{AE6D0A3B-32F1-4B19-9728-7461296CDEEE}" dt="2025-05-10T03:33:19.954" v="1827" actId="20577"/>
          <ac:spMkLst>
            <pc:docMk/>
            <pc:sldMk cId="2918437033" sldId="1780"/>
            <ac:spMk id="7" creationId="{C26D399E-D922-2BDE-04EF-BAD992A84BB3}"/>
          </ac:spMkLst>
        </pc:spChg>
      </pc:sldChg>
      <pc:sldChg chg="add">
        <pc:chgData name="Reuben Stephen" userId="6a6eda1f0b9c2b70" providerId="LiveId" clId="{AE6D0A3B-32F1-4B19-9728-7461296CDEEE}" dt="2025-05-10T03:32:45.394" v="1824" actId="2890"/>
        <pc:sldMkLst>
          <pc:docMk/>
          <pc:sldMk cId="2647052654" sldId="1781"/>
        </pc:sldMkLst>
      </pc:sldChg>
    </pc:docChg>
  </pc:docChgLst>
  <pc:docChgLst>
    <pc:chgData name="Sini Mathew" userId="3875fe58a975fc01" providerId="LiveId" clId="{21149DB3-4FED-48A8-ACA9-1042CEABF9F1}"/>
    <pc:docChg chg="undo custSel modSld">
      <pc:chgData name="Sini Mathew" userId="3875fe58a975fc01" providerId="LiveId" clId="{21149DB3-4FED-48A8-ACA9-1042CEABF9F1}" dt="2025-04-24T13:46:30.070" v="302" actId="1076"/>
      <pc:docMkLst>
        <pc:docMk/>
      </pc:docMkLst>
      <pc:sldChg chg="addSp modSp mod">
        <pc:chgData name="Sini Mathew" userId="3875fe58a975fc01" providerId="LiveId" clId="{21149DB3-4FED-48A8-ACA9-1042CEABF9F1}" dt="2025-04-24T13:30:29.244" v="269" actId="20577"/>
        <pc:sldMkLst>
          <pc:docMk/>
          <pc:sldMk cId="2170825706" sldId="1679"/>
        </pc:sldMkLst>
        <pc:spChg chg="add mod">
          <ac:chgData name="Sini Mathew" userId="3875fe58a975fc01" providerId="LiveId" clId="{21149DB3-4FED-48A8-ACA9-1042CEABF9F1}" dt="2025-04-24T13:30:29.244" v="269" actId="20577"/>
          <ac:spMkLst>
            <pc:docMk/>
            <pc:sldMk cId="2170825706" sldId="1679"/>
            <ac:spMk id="3" creationId="{3496875F-44C8-572F-C4B3-9F22D1C25425}"/>
          </ac:spMkLst>
        </pc:spChg>
      </pc:sldChg>
      <pc:sldChg chg="addSp modSp mod">
        <pc:chgData name="Sini Mathew" userId="3875fe58a975fc01" providerId="LiveId" clId="{21149DB3-4FED-48A8-ACA9-1042CEABF9F1}" dt="2025-04-24T13:22:22.195" v="99" actId="20577"/>
        <pc:sldMkLst>
          <pc:docMk/>
          <pc:sldMk cId="349032193" sldId="1696"/>
        </pc:sldMkLst>
        <pc:spChg chg="add mod">
          <ac:chgData name="Sini Mathew" userId="3875fe58a975fc01" providerId="LiveId" clId="{21149DB3-4FED-48A8-ACA9-1042CEABF9F1}" dt="2025-04-24T13:16:46.010" v="10" actId="6549"/>
          <ac:spMkLst>
            <pc:docMk/>
            <pc:sldMk cId="349032193" sldId="1696"/>
            <ac:spMk id="4" creationId="{9915776B-1877-3F35-762D-01B38B9003C9}"/>
          </ac:spMkLst>
        </pc:spChg>
        <pc:spChg chg="add mod">
          <ac:chgData name="Sini Mathew" userId="3875fe58a975fc01" providerId="LiveId" clId="{21149DB3-4FED-48A8-ACA9-1042CEABF9F1}" dt="2025-04-24T13:22:22.195" v="99" actId="20577"/>
          <ac:spMkLst>
            <pc:docMk/>
            <pc:sldMk cId="349032193" sldId="1696"/>
            <ac:spMk id="6" creationId="{8A088950-B376-C96A-8B0B-9B72F55FC9AA}"/>
          </ac:spMkLst>
        </pc:spChg>
      </pc:sldChg>
      <pc:sldChg chg="addSp modSp mod">
        <pc:chgData name="Sini Mathew" userId="3875fe58a975fc01" providerId="LiveId" clId="{21149DB3-4FED-48A8-ACA9-1042CEABF9F1}" dt="2025-04-24T13:22:52.496" v="117" actId="20577"/>
        <pc:sldMkLst>
          <pc:docMk/>
          <pc:sldMk cId="2768732953" sldId="1697"/>
        </pc:sldMkLst>
        <pc:spChg chg="add mod">
          <ac:chgData name="Sini Mathew" userId="3875fe58a975fc01" providerId="LiveId" clId="{21149DB3-4FED-48A8-ACA9-1042CEABF9F1}" dt="2025-04-24T13:16:55.040" v="11"/>
          <ac:spMkLst>
            <pc:docMk/>
            <pc:sldMk cId="2768732953" sldId="1697"/>
            <ac:spMk id="3" creationId="{1ACB26A7-F812-E2FB-E559-AB310F5DFF2F}"/>
          </ac:spMkLst>
        </pc:spChg>
        <pc:spChg chg="add mod">
          <ac:chgData name="Sini Mathew" userId="3875fe58a975fc01" providerId="LiveId" clId="{21149DB3-4FED-48A8-ACA9-1042CEABF9F1}" dt="2025-04-24T13:22:52.496" v="117" actId="20577"/>
          <ac:spMkLst>
            <pc:docMk/>
            <pc:sldMk cId="2768732953" sldId="1697"/>
            <ac:spMk id="4" creationId="{47BB17A6-7B26-AAD0-2C06-65D1898E75F1}"/>
          </ac:spMkLst>
        </pc:spChg>
        <pc:spChg chg="mod">
          <ac:chgData name="Sini Mathew" userId="3875fe58a975fc01" providerId="LiveId" clId="{21149DB3-4FED-48A8-ACA9-1042CEABF9F1}" dt="2025-04-24T13:15:32.629" v="1" actId="207"/>
          <ac:spMkLst>
            <pc:docMk/>
            <pc:sldMk cId="2768732953" sldId="1697"/>
            <ac:spMk id="5" creationId="{026B7693-4F9F-8359-2A47-6935FBC77FCA}"/>
          </ac:spMkLst>
        </pc:spChg>
      </pc:sldChg>
      <pc:sldChg chg="addSp modSp mod">
        <pc:chgData name="Sini Mathew" userId="3875fe58a975fc01" providerId="LiveId" clId="{21149DB3-4FED-48A8-ACA9-1042CEABF9F1}" dt="2025-04-24T13:23:06.753" v="120" actId="20577"/>
        <pc:sldMkLst>
          <pc:docMk/>
          <pc:sldMk cId="1598349589" sldId="1732"/>
        </pc:sldMkLst>
        <pc:spChg chg="add mod">
          <ac:chgData name="Sini Mathew" userId="3875fe58a975fc01" providerId="LiveId" clId="{21149DB3-4FED-48A8-ACA9-1042CEABF9F1}" dt="2025-04-24T13:17:01.939" v="12"/>
          <ac:spMkLst>
            <pc:docMk/>
            <pc:sldMk cId="1598349589" sldId="1732"/>
            <ac:spMk id="3" creationId="{B2338689-06A8-C7E4-64A4-E1AECF827BA0}"/>
          </ac:spMkLst>
        </pc:spChg>
        <pc:spChg chg="add mod">
          <ac:chgData name="Sini Mathew" userId="3875fe58a975fc01" providerId="LiveId" clId="{21149DB3-4FED-48A8-ACA9-1042CEABF9F1}" dt="2025-04-24T13:23:06.753" v="120" actId="20577"/>
          <ac:spMkLst>
            <pc:docMk/>
            <pc:sldMk cId="1598349589" sldId="1732"/>
            <ac:spMk id="4" creationId="{DFE43B4F-48E6-AE48-6E3C-6E2BA945B90D}"/>
          </ac:spMkLst>
        </pc:spChg>
        <pc:spChg chg="mod">
          <ac:chgData name="Sini Mathew" userId="3875fe58a975fc01" providerId="LiveId" clId="{21149DB3-4FED-48A8-ACA9-1042CEABF9F1}" dt="2025-04-24T13:15:40.317" v="3" actId="207"/>
          <ac:spMkLst>
            <pc:docMk/>
            <pc:sldMk cId="1598349589" sldId="1732"/>
            <ac:spMk id="5" creationId="{9C1B4D34-E234-9FCD-195B-0B3CED134ACC}"/>
          </ac:spMkLst>
        </pc:spChg>
      </pc:sldChg>
      <pc:sldChg chg="addSp modSp mod">
        <pc:chgData name="Sini Mathew" userId="3875fe58a975fc01" providerId="LiveId" clId="{21149DB3-4FED-48A8-ACA9-1042CEABF9F1}" dt="2025-04-24T13:23:15.896" v="123" actId="20577"/>
        <pc:sldMkLst>
          <pc:docMk/>
          <pc:sldMk cId="49133690" sldId="1733"/>
        </pc:sldMkLst>
        <pc:spChg chg="add mod">
          <ac:chgData name="Sini Mathew" userId="3875fe58a975fc01" providerId="LiveId" clId="{21149DB3-4FED-48A8-ACA9-1042CEABF9F1}" dt="2025-04-24T13:17:08.707" v="13"/>
          <ac:spMkLst>
            <pc:docMk/>
            <pc:sldMk cId="49133690" sldId="1733"/>
            <ac:spMk id="3" creationId="{05F80CF7-3707-89C1-5584-9F6522A33428}"/>
          </ac:spMkLst>
        </pc:spChg>
        <pc:spChg chg="add mod">
          <ac:chgData name="Sini Mathew" userId="3875fe58a975fc01" providerId="LiveId" clId="{21149DB3-4FED-48A8-ACA9-1042CEABF9F1}" dt="2025-04-24T13:23:15.896" v="123" actId="20577"/>
          <ac:spMkLst>
            <pc:docMk/>
            <pc:sldMk cId="49133690" sldId="1733"/>
            <ac:spMk id="4" creationId="{59059040-D8BE-0566-45BA-3BBE46082CE9}"/>
          </ac:spMkLst>
        </pc:spChg>
        <pc:spChg chg="mod">
          <ac:chgData name="Sini Mathew" userId="3875fe58a975fc01" providerId="LiveId" clId="{21149DB3-4FED-48A8-ACA9-1042CEABF9F1}" dt="2025-04-24T13:15:49.851" v="5" actId="207"/>
          <ac:spMkLst>
            <pc:docMk/>
            <pc:sldMk cId="49133690" sldId="1733"/>
            <ac:spMk id="5" creationId="{F3872AE1-AC20-0F54-270E-3613A0150C80}"/>
          </ac:spMkLst>
        </pc:spChg>
      </pc:sldChg>
      <pc:sldChg chg="addSp modSp mod">
        <pc:chgData name="Sini Mathew" userId="3875fe58a975fc01" providerId="LiveId" clId="{21149DB3-4FED-48A8-ACA9-1042CEABF9F1}" dt="2025-04-24T13:40:47.565" v="270" actId="1076"/>
        <pc:sldMkLst>
          <pc:docMk/>
          <pc:sldMk cId="2647950402" sldId="1734"/>
        </pc:sldMkLst>
        <pc:spChg chg="add mod">
          <ac:chgData name="Sini Mathew" userId="3875fe58a975fc01" providerId="LiveId" clId="{21149DB3-4FED-48A8-ACA9-1042CEABF9F1}" dt="2025-04-24T13:17:13.040" v="14"/>
          <ac:spMkLst>
            <pc:docMk/>
            <pc:sldMk cId="2647950402" sldId="1734"/>
            <ac:spMk id="3" creationId="{B1E3FA38-0E25-0457-62DE-8D6468EFE5C0}"/>
          </ac:spMkLst>
        </pc:spChg>
        <pc:spChg chg="add mod">
          <ac:chgData name="Sini Mathew" userId="3875fe58a975fc01" providerId="LiveId" clId="{21149DB3-4FED-48A8-ACA9-1042CEABF9F1}" dt="2025-04-24T13:23:22.335" v="126" actId="20577"/>
          <ac:spMkLst>
            <pc:docMk/>
            <pc:sldMk cId="2647950402" sldId="1734"/>
            <ac:spMk id="4" creationId="{CFB9DE63-78F8-802C-D62D-5FB13F30A23E}"/>
          </ac:spMkLst>
        </pc:spChg>
        <pc:spChg chg="mod">
          <ac:chgData name="Sini Mathew" userId="3875fe58a975fc01" providerId="LiveId" clId="{21149DB3-4FED-48A8-ACA9-1042CEABF9F1}" dt="2025-04-24T13:40:47.565" v="270" actId="1076"/>
          <ac:spMkLst>
            <pc:docMk/>
            <pc:sldMk cId="2647950402" sldId="1734"/>
            <ac:spMk id="5" creationId="{23C2C7E9-6297-64E8-9777-CF7F56153F74}"/>
          </ac:spMkLst>
        </pc:spChg>
      </pc:sldChg>
      <pc:sldChg chg="addSp modSp mod">
        <pc:chgData name="Sini Mathew" userId="3875fe58a975fc01" providerId="LiveId" clId="{21149DB3-4FED-48A8-ACA9-1042CEABF9F1}" dt="2025-04-24T13:23:41.885" v="139" actId="20577"/>
        <pc:sldMkLst>
          <pc:docMk/>
          <pc:sldMk cId="2110593104" sldId="1735"/>
        </pc:sldMkLst>
        <pc:spChg chg="mod">
          <ac:chgData name="Sini Mathew" userId="3875fe58a975fc01" providerId="LiveId" clId="{21149DB3-4FED-48A8-ACA9-1042CEABF9F1}" dt="2025-04-24T13:17:35.174" v="16" actId="6549"/>
          <ac:spMkLst>
            <pc:docMk/>
            <pc:sldMk cId="2110593104" sldId="1735"/>
            <ac:spMk id="2" creationId="{3A984626-A550-0334-4F22-1EFDB235E4B7}"/>
          </ac:spMkLst>
        </pc:spChg>
        <pc:spChg chg="add mod">
          <ac:chgData name="Sini Mathew" userId="3875fe58a975fc01" providerId="LiveId" clId="{21149DB3-4FED-48A8-ACA9-1042CEABF9F1}" dt="2025-04-24T13:17:23.674" v="15"/>
          <ac:spMkLst>
            <pc:docMk/>
            <pc:sldMk cId="2110593104" sldId="1735"/>
            <ac:spMk id="4" creationId="{AFFEA471-E5B3-2477-FBA0-0007072FC91E}"/>
          </ac:spMkLst>
        </pc:spChg>
        <pc:spChg chg="add mod">
          <ac:chgData name="Sini Mathew" userId="3875fe58a975fc01" providerId="LiveId" clId="{21149DB3-4FED-48A8-ACA9-1042CEABF9F1}" dt="2025-04-24T13:23:41.885" v="139" actId="20577"/>
          <ac:spMkLst>
            <pc:docMk/>
            <pc:sldMk cId="2110593104" sldId="1735"/>
            <ac:spMk id="5" creationId="{9506FC08-6A0B-F656-EF0D-27BC784EA24C}"/>
          </ac:spMkLst>
        </pc:spChg>
      </pc:sldChg>
      <pc:sldChg chg="addSp modSp mod">
        <pc:chgData name="Sini Mathew" userId="3875fe58a975fc01" providerId="LiveId" clId="{21149DB3-4FED-48A8-ACA9-1042CEABF9F1}" dt="2025-04-24T13:41:29.192" v="274" actId="1076"/>
        <pc:sldMkLst>
          <pc:docMk/>
          <pc:sldMk cId="3840611579" sldId="1736"/>
        </pc:sldMkLst>
        <pc:spChg chg="mod">
          <ac:chgData name="Sini Mathew" userId="3875fe58a975fc01" providerId="LiveId" clId="{21149DB3-4FED-48A8-ACA9-1042CEABF9F1}" dt="2025-04-24T13:41:29.192" v="274" actId="1076"/>
          <ac:spMkLst>
            <pc:docMk/>
            <pc:sldMk cId="3840611579" sldId="1736"/>
            <ac:spMk id="3" creationId="{A1B386EF-806C-8EA8-C1A7-4A6ECD28C4FD}"/>
          </ac:spMkLst>
        </pc:spChg>
        <pc:spChg chg="add mod">
          <ac:chgData name="Sini Mathew" userId="3875fe58a975fc01" providerId="LiveId" clId="{21149DB3-4FED-48A8-ACA9-1042CEABF9F1}" dt="2025-04-24T13:17:50.304" v="17"/>
          <ac:spMkLst>
            <pc:docMk/>
            <pc:sldMk cId="3840611579" sldId="1736"/>
            <ac:spMk id="4" creationId="{4B008AD5-DB58-0E01-12EF-CF830D6AD6E7}"/>
          </ac:spMkLst>
        </pc:spChg>
        <pc:spChg chg="add mod">
          <ac:chgData name="Sini Mathew" userId="3875fe58a975fc01" providerId="LiveId" clId="{21149DB3-4FED-48A8-ACA9-1042CEABF9F1}" dt="2025-04-24T13:24:40.585" v="151" actId="20577"/>
          <ac:spMkLst>
            <pc:docMk/>
            <pc:sldMk cId="3840611579" sldId="1736"/>
            <ac:spMk id="5" creationId="{CF21D7B5-E19A-E93E-3D91-D6F1DAEF6765}"/>
          </ac:spMkLst>
        </pc:spChg>
      </pc:sldChg>
      <pc:sldChg chg="addSp modSp mod">
        <pc:chgData name="Sini Mathew" userId="3875fe58a975fc01" providerId="LiveId" clId="{21149DB3-4FED-48A8-ACA9-1042CEABF9F1}" dt="2025-04-24T13:41:37.178" v="275" actId="1076"/>
        <pc:sldMkLst>
          <pc:docMk/>
          <pc:sldMk cId="3605567078" sldId="1737"/>
        </pc:sldMkLst>
        <pc:spChg chg="mod">
          <ac:chgData name="Sini Mathew" userId="3875fe58a975fc01" providerId="LiveId" clId="{21149DB3-4FED-48A8-ACA9-1042CEABF9F1}" dt="2025-04-24T13:41:37.178" v="275" actId="1076"/>
          <ac:spMkLst>
            <pc:docMk/>
            <pc:sldMk cId="3605567078" sldId="1737"/>
            <ac:spMk id="3" creationId="{A3B232E8-4E3D-43D1-3295-6FCAC44E2D19}"/>
          </ac:spMkLst>
        </pc:spChg>
        <pc:spChg chg="add mod">
          <ac:chgData name="Sini Mathew" userId="3875fe58a975fc01" providerId="LiveId" clId="{21149DB3-4FED-48A8-ACA9-1042CEABF9F1}" dt="2025-04-24T13:17:57.917" v="18"/>
          <ac:spMkLst>
            <pc:docMk/>
            <pc:sldMk cId="3605567078" sldId="1737"/>
            <ac:spMk id="4" creationId="{9A5A62DB-3ED6-ADBB-555B-CC4C8A02CBE6}"/>
          </ac:spMkLst>
        </pc:spChg>
        <pc:spChg chg="add mod">
          <ac:chgData name="Sini Mathew" userId="3875fe58a975fc01" providerId="LiveId" clId="{21149DB3-4FED-48A8-ACA9-1042CEABF9F1}" dt="2025-04-24T13:24:52.772" v="154" actId="20577"/>
          <ac:spMkLst>
            <pc:docMk/>
            <pc:sldMk cId="3605567078" sldId="1737"/>
            <ac:spMk id="5" creationId="{BA1E737E-A626-69A8-90E3-64FAA415B6A8}"/>
          </ac:spMkLst>
        </pc:spChg>
      </pc:sldChg>
      <pc:sldChg chg="addSp modSp mod">
        <pc:chgData name="Sini Mathew" userId="3875fe58a975fc01" providerId="LiveId" clId="{21149DB3-4FED-48A8-ACA9-1042CEABF9F1}" dt="2025-04-24T13:41:43.447" v="276" actId="1076"/>
        <pc:sldMkLst>
          <pc:docMk/>
          <pc:sldMk cId="2521481144" sldId="1738"/>
        </pc:sldMkLst>
        <pc:spChg chg="mod">
          <ac:chgData name="Sini Mathew" userId="3875fe58a975fc01" providerId="LiveId" clId="{21149DB3-4FED-48A8-ACA9-1042CEABF9F1}" dt="2025-04-24T13:41:43.447" v="276" actId="1076"/>
          <ac:spMkLst>
            <pc:docMk/>
            <pc:sldMk cId="2521481144" sldId="1738"/>
            <ac:spMk id="3" creationId="{5DE940C9-B9D3-1573-9B93-0644DDFDDCCE}"/>
          </ac:spMkLst>
        </pc:spChg>
        <pc:spChg chg="add mod">
          <ac:chgData name="Sini Mathew" userId="3875fe58a975fc01" providerId="LiveId" clId="{21149DB3-4FED-48A8-ACA9-1042CEABF9F1}" dt="2025-04-24T13:18:04.707" v="19"/>
          <ac:spMkLst>
            <pc:docMk/>
            <pc:sldMk cId="2521481144" sldId="1738"/>
            <ac:spMk id="4" creationId="{B9CDBE6A-A945-AF87-3C08-96E664B4246D}"/>
          </ac:spMkLst>
        </pc:spChg>
        <pc:spChg chg="add mod">
          <ac:chgData name="Sini Mathew" userId="3875fe58a975fc01" providerId="LiveId" clId="{21149DB3-4FED-48A8-ACA9-1042CEABF9F1}" dt="2025-04-24T13:24:59.603" v="157" actId="20577"/>
          <ac:spMkLst>
            <pc:docMk/>
            <pc:sldMk cId="2521481144" sldId="1738"/>
            <ac:spMk id="5" creationId="{D6B76B36-008C-0743-2913-D88A50D7CFF1}"/>
          </ac:spMkLst>
        </pc:spChg>
      </pc:sldChg>
      <pc:sldChg chg="addSp modSp mod">
        <pc:chgData name="Sini Mathew" userId="3875fe58a975fc01" providerId="LiveId" clId="{21149DB3-4FED-48A8-ACA9-1042CEABF9F1}" dt="2025-04-24T13:41:51.353" v="277" actId="1076"/>
        <pc:sldMkLst>
          <pc:docMk/>
          <pc:sldMk cId="2792831605" sldId="1739"/>
        </pc:sldMkLst>
        <pc:spChg chg="mod">
          <ac:chgData name="Sini Mathew" userId="3875fe58a975fc01" providerId="LiveId" clId="{21149DB3-4FED-48A8-ACA9-1042CEABF9F1}" dt="2025-04-24T13:41:51.353" v="277" actId="1076"/>
          <ac:spMkLst>
            <pc:docMk/>
            <pc:sldMk cId="2792831605" sldId="1739"/>
            <ac:spMk id="3" creationId="{E7F9115C-D77D-CC44-D2B8-305BCBB71C59}"/>
          </ac:spMkLst>
        </pc:spChg>
        <pc:spChg chg="add mod">
          <ac:chgData name="Sini Mathew" userId="3875fe58a975fc01" providerId="LiveId" clId="{21149DB3-4FED-48A8-ACA9-1042CEABF9F1}" dt="2025-04-24T13:18:09.647" v="20"/>
          <ac:spMkLst>
            <pc:docMk/>
            <pc:sldMk cId="2792831605" sldId="1739"/>
            <ac:spMk id="4" creationId="{94739F30-9200-6629-380C-363467EF02CE}"/>
          </ac:spMkLst>
        </pc:spChg>
        <pc:spChg chg="add mod">
          <ac:chgData name="Sini Mathew" userId="3875fe58a975fc01" providerId="LiveId" clId="{21149DB3-4FED-48A8-ACA9-1042CEABF9F1}" dt="2025-04-24T13:25:06.011" v="160" actId="20577"/>
          <ac:spMkLst>
            <pc:docMk/>
            <pc:sldMk cId="2792831605" sldId="1739"/>
            <ac:spMk id="5" creationId="{39DAAEB4-E388-6378-4F02-80E5A170BF8D}"/>
          </ac:spMkLst>
        </pc:spChg>
      </pc:sldChg>
      <pc:sldChg chg="addSp modSp mod">
        <pc:chgData name="Sini Mathew" userId="3875fe58a975fc01" providerId="LiveId" clId="{21149DB3-4FED-48A8-ACA9-1042CEABF9F1}" dt="2025-04-24T13:42:48.157" v="279" actId="1076"/>
        <pc:sldMkLst>
          <pc:docMk/>
          <pc:sldMk cId="3994283021" sldId="1740"/>
        </pc:sldMkLst>
        <pc:spChg chg="mod">
          <ac:chgData name="Sini Mathew" userId="3875fe58a975fc01" providerId="LiveId" clId="{21149DB3-4FED-48A8-ACA9-1042CEABF9F1}" dt="2025-04-24T13:42:48.157" v="279" actId="1076"/>
          <ac:spMkLst>
            <pc:docMk/>
            <pc:sldMk cId="3994283021" sldId="1740"/>
            <ac:spMk id="3" creationId="{06A1C59A-2389-E27C-D4AC-CEC5D2672F89}"/>
          </ac:spMkLst>
        </pc:spChg>
        <pc:spChg chg="add mod">
          <ac:chgData name="Sini Mathew" userId="3875fe58a975fc01" providerId="LiveId" clId="{21149DB3-4FED-48A8-ACA9-1042CEABF9F1}" dt="2025-04-24T13:18:16.059" v="21"/>
          <ac:spMkLst>
            <pc:docMk/>
            <pc:sldMk cId="3994283021" sldId="1740"/>
            <ac:spMk id="4" creationId="{6EA9ECF7-8F1C-D28F-45BD-00E8D1C090A2}"/>
          </ac:spMkLst>
        </pc:spChg>
        <pc:spChg chg="add mod">
          <ac:chgData name="Sini Mathew" userId="3875fe58a975fc01" providerId="LiveId" clId="{21149DB3-4FED-48A8-ACA9-1042CEABF9F1}" dt="2025-04-24T13:25:26.426" v="165" actId="20577"/>
          <ac:spMkLst>
            <pc:docMk/>
            <pc:sldMk cId="3994283021" sldId="1740"/>
            <ac:spMk id="5" creationId="{D02D9EED-B5A5-EFD0-ECFB-AB07ED6BAE90}"/>
          </ac:spMkLst>
        </pc:spChg>
      </pc:sldChg>
      <pc:sldChg chg="addSp modSp mod">
        <pc:chgData name="Sini Mathew" userId="3875fe58a975fc01" providerId="LiveId" clId="{21149DB3-4FED-48A8-ACA9-1042CEABF9F1}" dt="2025-04-24T13:42:53.467" v="280" actId="1076"/>
        <pc:sldMkLst>
          <pc:docMk/>
          <pc:sldMk cId="199191597" sldId="1741"/>
        </pc:sldMkLst>
        <pc:spChg chg="mod">
          <ac:chgData name="Sini Mathew" userId="3875fe58a975fc01" providerId="LiveId" clId="{21149DB3-4FED-48A8-ACA9-1042CEABF9F1}" dt="2025-04-24T13:18:18.389" v="22" actId="1076"/>
          <ac:spMkLst>
            <pc:docMk/>
            <pc:sldMk cId="199191597" sldId="1741"/>
            <ac:spMk id="2" creationId="{06ADCF87-E0C3-606D-43AF-9FF96D2305A3}"/>
          </ac:spMkLst>
        </pc:spChg>
        <pc:spChg chg="mod">
          <ac:chgData name="Sini Mathew" userId="3875fe58a975fc01" providerId="LiveId" clId="{21149DB3-4FED-48A8-ACA9-1042CEABF9F1}" dt="2025-04-24T13:42:53.467" v="280" actId="1076"/>
          <ac:spMkLst>
            <pc:docMk/>
            <pc:sldMk cId="199191597" sldId="1741"/>
            <ac:spMk id="3" creationId="{56F93395-ADFF-0D7B-B267-B300A8B90A5C}"/>
          </ac:spMkLst>
        </pc:spChg>
        <pc:spChg chg="add mod">
          <ac:chgData name="Sini Mathew" userId="3875fe58a975fc01" providerId="LiveId" clId="{21149DB3-4FED-48A8-ACA9-1042CEABF9F1}" dt="2025-04-24T13:18:19.103" v="23"/>
          <ac:spMkLst>
            <pc:docMk/>
            <pc:sldMk cId="199191597" sldId="1741"/>
            <ac:spMk id="4" creationId="{BEBF9867-9688-C572-E433-CD8E511B1DED}"/>
          </ac:spMkLst>
        </pc:spChg>
        <pc:spChg chg="add mod">
          <ac:chgData name="Sini Mathew" userId="3875fe58a975fc01" providerId="LiveId" clId="{21149DB3-4FED-48A8-ACA9-1042CEABF9F1}" dt="2025-04-24T13:25:36.744" v="168" actId="20577"/>
          <ac:spMkLst>
            <pc:docMk/>
            <pc:sldMk cId="199191597" sldId="1741"/>
            <ac:spMk id="5" creationId="{21AF9120-ED07-79AD-DFFC-383FF8B2BE3D}"/>
          </ac:spMkLst>
        </pc:spChg>
      </pc:sldChg>
      <pc:sldChg chg="addSp modSp mod">
        <pc:chgData name="Sini Mathew" userId="3875fe58a975fc01" providerId="LiveId" clId="{21149DB3-4FED-48A8-ACA9-1042CEABF9F1}" dt="2025-04-24T13:43:22.304" v="282" actId="1076"/>
        <pc:sldMkLst>
          <pc:docMk/>
          <pc:sldMk cId="3045483442" sldId="1742"/>
        </pc:sldMkLst>
        <pc:spChg chg="mod">
          <ac:chgData name="Sini Mathew" userId="3875fe58a975fc01" providerId="LiveId" clId="{21149DB3-4FED-48A8-ACA9-1042CEABF9F1}" dt="2025-04-24T13:43:22.304" v="282" actId="1076"/>
          <ac:spMkLst>
            <pc:docMk/>
            <pc:sldMk cId="3045483442" sldId="1742"/>
            <ac:spMk id="3" creationId="{6AD3117D-A6E2-0776-9399-CDE2BEB4D611}"/>
          </ac:spMkLst>
        </pc:spChg>
        <pc:spChg chg="add mod">
          <ac:chgData name="Sini Mathew" userId="3875fe58a975fc01" providerId="LiveId" clId="{21149DB3-4FED-48A8-ACA9-1042CEABF9F1}" dt="2025-04-24T13:18:26.016" v="25"/>
          <ac:spMkLst>
            <pc:docMk/>
            <pc:sldMk cId="3045483442" sldId="1742"/>
            <ac:spMk id="4" creationId="{1BE2EDFB-3007-EDF9-C69F-D80805CA46DF}"/>
          </ac:spMkLst>
        </pc:spChg>
        <pc:spChg chg="add mod">
          <ac:chgData name="Sini Mathew" userId="3875fe58a975fc01" providerId="LiveId" clId="{21149DB3-4FED-48A8-ACA9-1042CEABF9F1}" dt="2025-04-24T13:25:54.561" v="174" actId="20577"/>
          <ac:spMkLst>
            <pc:docMk/>
            <pc:sldMk cId="3045483442" sldId="1742"/>
            <ac:spMk id="5" creationId="{C19FDB29-6952-EB11-AADC-2657F83F1ADC}"/>
          </ac:spMkLst>
        </pc:spChg>
      </pc:sldChg>
      <pc:sldChg chg="addSp modSp mod">
        <pc:chgData name="Sini Mathew" userId="3875fe58a975fc01" providerId="LiveId" clId="{21149DB3-4FED-48A8-ACA9-1042CEABF9F1}" dt="2025-04-24T13:43:06.305" v="281" actId="1076"/>
        <pc:sldMkLst>
          <pc:docMk/>
          <pc:sldMk cId="4144455259" sldId="1743"/>
        </pc:sldMkLst>
        <pc:spChg chg="mod">
          <ac:chgData name="Sini Mathew" userId="3875fe58a975fc01" providerId="LiveId" clId="{21149DB3-4FED-48A8-ACA9-1042CEABF9F1}" dt="2025-04-24T13:43:06.305" v="281" actId="1076"/>
          <ac:spMkLst>
            <pc:docMk/>
            <pc:sldMk cId="4144455259" sldId="1743"/>
            <ac:spMk id="3" creationId="{98CB4FD4-7DEB-F534-C2A1-3EF575DB9E1F}"/>
          </ac:spMkLst>
        </pc:spChg>
        <pc:spChg chg="add mod">
          <ac:chgData name="Sini Mathew" userId="3875fe58a975fc01" providerId="LiveId" clId="{21149DB3-4FED-48A8-ACA9-1042CEABF9F1}" dt="2025-04-24T13:18:22.898" v="24"/>
          <ac:spMkLst>
            <pc:docMk/>
            <pc:sldMk cId="4144455259" sldId="1743"/>
            <ac:spMk id="4" creationId="{BD6AA88D-686E-0987-BE97-3100C63A3EF1}"/>
          </ac:spMkLst>
        </pc:spChg>
        <pc:spChg chg="add mod">
          <ac:chgData name="Sini Mathew" userId="3875fe58a975fc01" providerId="LiveId" clId="{21149DB3-4FED-48A8-ACA9-1042CEABF9F1}" dt="2025-04-24T13:25:45.095" v="171" actId="20577"/>
          <ac:spMkLst>
            <pc:docMk/>
            <pc:sldMk cId="4144455259" sldId="1743"/>
            <ac:spMk id="5" creationId="{5CC7A491-EB77-DD10-813C-C4A148A6CE6C}"/>
          </ac:spMkLst>
        </pc:spChg>
      </pc:sldChg>
      <pc:sldChg chg="addSp modSp mod">
        <pc:chgData name="Sini Mathew" userId="3875fe58a975fc01" providerId="LiveId" clId="{21149DB3-4FED-48A8-ACA9-1042CEABF9F1}" dt="2025-04-24T13:43:28.411" v="283" actId="1076"/>
        <pc:sldMkLst>
          <pc:docMk/>
          <pc:sldMk cId="2826993686" sldId="1744"/>
        </pc:sldMkLst>
        <pc:spChg chg="mod">
          <ac:chgData name="Sini Mathew" userId="3875fe58a975fc01" providerId="LiveId" clId="{21149DB3-4FED-48A8-ACA9-1042CEABF9F1}" dt="2025-04-24T13:43:28.411" v="283" actId="1076"/>
          <ac:spMkLst>
            <pc:docMk/>
            <pc:sldMk cId="2826993686" sldId="1744"/>
            <ac:spMk id="3" creationId="{D93591F6-AEC0-9329-693F-F00D08C59723}"/>
          </ac:spMkLst>
        </pc:spChg>
        <pc:spChg chg="add mod">
          <ac:chgData name="Sini Mathew" userId="3875fe58a975fc01" providerId="LiveId" clId="{21149DB3-4FED-48A8-ACA9-1042CEABF9F1}" dt="2025-04-24T13:18:29.687" v="26"/>
          <ac:spMkLst>
            <pc:docMk/>
            <pc:sldMk cId="2826993686" sldId="1744"/>
            <ac:spMk id="4" creationId="{DD9AAF0B-1BEA-F9F0-849A-C1A0D3A075A9}"/>
          </ac:spMkLst>
        </pc:spChg>
        <pc:spChg chg="add mod">
          <ac:chgData name="Sini Mathew" userId="3875fe58a975fc01" providerId="LiveId" clId="{21149DB3-4FED-48A8-ACA9-1042CEABF9F1}" dt="2025-04-24T13:26:02.467" v="177" actId="20577"/>
          <ac:spMkLst>
            <pc:docMk/>
            <pc:sldMk cId="2826993686" sldId="1744"/>
            <ac:spMk id="5" creationId="{DF8D4A50-E09F-900C-FCC5-383A8EEA0E25}"/>
          </ac:spMkLst>
        </pc:spChg>
      </pc:sldChg>
      <pc:sldChg chg="addSp modSp mod">
        <pc:chgData name="Sini Mathew" userId="3875fe58a975fc01" providerId="LiveId" clId="{21149DB3-4FED-48A8-ACA9-1042CEABF9F1}" dt="2025-04-24T13:43:33.634" v="284" actId="1076"/>
        <pc:sldMkLst>
          <pc:docMk/>
          <pc:sldMk cId="3870074213" sldId="1745"/>
        </pc:sldMkLst>
        <pc:spChg chg="mod">
          <ac:chgData name="Sini Mathew" userId="3875fe58a975fc01" providerId="LiveId" clId="{21149DB3-4FED-48A8-ACA9-1042CEABF9F1}" dt="2025-04-24T13:43:33.634" v="284" actId="1076"/>
          <ac:spMkLst>
            <pc:docMk/>
            <pc:sldMk cId="3870074213" sldId="1745"/>
            <ac:spMk id="3" creationId="{E44FDF62-FCAC-1FFD-966F-A162D8B888E0}"/>
          </ac:spMkLst>
        </pc:spChg>
        <pc:spChg chg="add mod">
          <ac:chgData name="Sini Mathew" userId="3875fe58a975fc01" providerId="LiveId" clId="{21149DB3-4FED-48A8-ACA9-1042CEABF9F1}" dt="2025-04-24T13:18:32.769" v="27"/>
          <ac:spMkLst>
            <pc:docMk/>
            <pc:sldMk cId="3870074213" sldId="1745"/>
            <ac:spMk id="4" creationId="{42685B23-72C3-E597-FA36-9ADF3FE0C7AE}"/>
          </ac:spMkLst>
        </pc:spChg>
        <pc:spChg chg="add mod">
          <ac:chgData name="Sini Mathew" userId="3875fe58a975fc01" providerId="LiveId" clId="{21149DB3-4FED-48A8-ACA9-1042CEABF9F1}" dt="2025-04-24T13:26:09.327" v="180" actId="20577"/>
          <ac:spMkLst>
            <pc:docMk/>
            <pc:sldMk cId="3870074213" sldId="1745"/>
            <ac:spMk id="5" creationId="{B0CB5AE8-B90D-8488-5842-28B31969BAC0}"/>
          </ac:spMkLst>
        </pc:spChg>
      </pc:sldChg>
      <pc:sldChg chg="addSp modSp mod">
        <pc:chgData name="Sini Mathew" userId="3875fe58a975fc01" providerId="LiveId" clId="{21149DB3-4FED-48A8-ACA9-1042CEABF9F1}" dt="2025-04-24T13:43:48.089" v="285" actId="1076"/>
        <pc:sldMkLst>
          <pc:docMk/>
          <pc:sldMk cId="2898199234" sldId="1746"/>
        </pc:sldMkLst>
        <pc:spChg chg="mod">
          <ac:chgData name="Sini Mathew" userId="3875fe58a975fc01" providerId="LiveId" clId="{21149DB3-4FED-48A8-ACA9-1042CEABF9F1}" dt="2025-04-24T13:43:48.089" v="285" actId="1076"/>
          <ac:spMkLst>
            <pc:docMk/>
            <pc:sldMk cId="2898199234" sldId="1746"/>
            <ac:spMk id="3" creationId="{AB0AE3D2-BED1-A750-BCBB-2E65A66F41DD}"/>
          </ac:spMkLst>
        </pc:spChg>
        <pc:spChg chg="add mod">
          <ac:chgData name="Sini Mathew" userId="3875fe58a975fc01" providerId="LiveId" clId="{21149DB3-4FED-48A8-ACA9-1042CEABF9F1}" dt="2025-04-24T13:18:37.382" v="28"/>
          <ac:spMkLst>
            <pc:docMk/>
            <pc:sldMk cId="2898199234" sldId="1746"/>
            <ac:spMk id="4" creationId="{19B34BDE-F7FF-919A-E8F6-9921B63C2B8A}"/>
          </ac:spMkLst>
        </pc:spChg>
        <pc:spChg chg="add mod">
          <ac:chgData name="Sini Mathew" userId="3875fe58a975fc01" providerId="LiveId" clId="{21149DB3-4FED-48A8-ACA9-1042CEABF9F1}" dt="2025-04-24T13:26:29.630" v="185" actId="20577"/>
          <ac:spMkLst>
            <pc:docMk/>
            <pc:sldMk cId="2898199234" sldId="1746"/>
            <ac:spMk id="5" creationId="{C9A233E9-7EEE-0762-8E7B-A5C217493714}"/>
          </ac:spMkLst>
        </pc:spChg>
      </pc:sldChg>
      <pc:sldChg chg="addSp modSp mod">
        <pc:chgData name="Sini Mathew" userId="3875fe58a975fc01" providerId="LiveId" clId="{21149DB3-4FED-48A8-ACA9-1042CEABF9F1}" dt="2025-04-24T13:26:40.245" v="188" actId="20577"/>
        <pc:sldMkLst>
          <pc:docMk/>
          <pc:sldMk cId="2373137736" sldId="1748"/>
        </pc:sldMkLst>
        <pc:spChg chg="mod">
          <ac:chgData name="Sini Mathew" userId="3875fe58a975fc01" providerId="LiveId" clId="{21149DB3-4FED-48A8-ACA9-1042CEABF9F1}" dt="2025-04-24T13:18:53.895" v="32" actId="1076"/>
          <ac:spMkLst>
            <pc:docMk/>
            <pc:sldMk cId="2373137736" sldId="1748"/>
            <ac:spMk id="3" creationId="{C117910F-1482-4652-1DFD-D1C3CDF706BA}"/>
          </ac:spMkLst>
        </pc:spChg>
        <pc:spChg chg="add mod">
          <ac:chgData name="Sini Mathew" userId="3875fe58a975fc01" providerId="LiveId" clId="{21149DB3-4FED-48A8-ACA9-1042CEABF9F1}" dt="2025-04-24T13:18:41.638" v="29"/>
          <ac:spMkLst>
            <pc:docMk/>
            <pc:sldMk cId="2373137736" sldId="1748"/>
            <ac:spMk id="4" creationId="{3C16BFAC-CE2B-F31A-5F51-47EC49BD225B}"/>
          </ac:spMkLst>
        </pc:spChg>
        <pc:spChg chg="add mod">
          <ac:chgData name="Sini Mathew" userId="3875fe58a975fc01" providerId="LiveId" clId="{21149DB3-4FED-48A8-ACA9-1042CEABF9F1}" dt="2025-04-24T13:26:40.245" v="188" actId="20577"/>
          <ac:spMkLst>
            <pc:docMk/>
            <pc:sldMk cId="2373137736" sldId="1748"/>
            <ac:spMk id="5" creationId="{74F5961A-1281-858A-0332-D63043F20776}"/>
          </ac:spMkLst>
        </pc:spChg>
      </pc:sldChg>
      <pc:sldChg chg="addSp modSp mod">
        <pc:chgData name="Sini Mathew" userId="3875fe58a975fc01" providerId="LiveId" clId="{21149DB3-4FED-48A8-ACA9-1042CEABF9F1}" dt="2025-04-24T13:44:07.180" v="286" actId="1076"/>
        <pc:sldMkLst>
          <pc:docMk/>
          <pc:sldMk cId="1054115946" sldId="1749"/>
        </pc:sldMkLst>
        <pc:spChg chg="mod">
          <ac:chgData name="Sini Mathew" userId="3875fe58a975fc01" providerId="LiveId" clId="{21149DB3-4FED-48A8-ACA9-1042CEABF9F1}" dt="2025-04-24T13:44:07.180" v="286" actId="1076"/>
          <ac:spMkLst>
            <pc:docMk/>
            <pc:sldMk cId="1054115946" sldId="1749"/>
            <ac:spMk id="3" creationId="{AC3FC9F9-5A0C-A7EE-CB2B-A9C42993AD00}"/>
          </ac:spMkLst>
        </pc:spChg>
        <pc:spChg chg="add mod">
          <ac:chgData name="Sini Mathew" userId="3875fe58a975fc01" providerId="LiveId" clId="{21149DB3-4FED-48A8-ACA9-1042CEABF9F1}" dt="2025-04-24T13:18:56.686" v="33"/>
          <ac:spMkLst>
            <pc:docMk/>
            <pc:sldMk cId="1054115946" sldId="1749"/>
            <ac:spMk id="4" creationId="{DD3DF68E-8415-DA2F-F9C1-81D7BAD6C0AB}"/>
          </ac:spMkLst>
        </pc:spChg>
        <pc:spChg chg="add mod">
          <ac:chgData name="Sini Mathew" userId="3875fe58a975fc01" providerId="LiveId" clId="{21149DB3-4FED-48A8-ACA9-1042CEABF9F1}" dt="2025-04-24T13:26:46.478" v="191" actId="20577"/>
          <ac:spMkLst>
            <pc:docMk/>
            <pc:sldMk cId="1054115946" sldId="1749"/>
            <ac:spMk id="5" creationId="{62724A6F-6D05-8250-8B60-0AFBA1F9EC08}"/>
          </ac:spMkLst>
        </pc:spChg>
      </pc:sldChg>
      <pc:sldChg chg="addSp modSp mod">
        <pc:chgData name="Sini Mathew" userId="3875fe58a975fc01" providerId="LiveId" clId="{21149DB3-4FED-48A8-ACA9-1042CEABF9F1}" dt="2025-04-24T13:26:54.953" v="194" actId="20577"/>
        <pc:sldMkLst>
          <pc:docMk/>
          <pc:sldMk cId="2646288963" sldId="1750"/>
        </pc:sldMkLst>
        <pc:spChg chg="mod">
          <ac:chgData name="Sini Mathew" userId="3875fe58a975fc01" providerId="LiveId" clId="{21149DB3-4FED-48A8-ACA9-1042CEABF9F1}" dt="2025-04-24T13:19:06.144" v="36" actId="1076"/>
          <ac:spMkLst>
            <pc:docMk/>
            <pc:sldMk cId="2646288963" sldId="1750"/>
            <ac:spMk id="3" creationId="{94FD870F-8956-156C-4D4C-A11DE4472773}"/>
          </ac:spMkLst>
        </pc:spChg>
        <pc:spChg chg="add mod">
          <ac:chgData name="Sini Mathew" userId="3875fe58a975fc01" providerId="LiveId" clId="{21149DB3-4FED-48A8-ACA9-1042CEABF9F1}" dt="2025-04-24T13:19:07.740" v="37"/>
          <ac:spMkLst>
            <pc:docMk/>
            <pc:sldMk cId="2646288963" sldId="1750"/>
            <ac:spMk id="4" creationId="{40532B96-67BD-FA73-1C89-0C1ACFAD2FD4}"/>
          </ac:spMkLst>
        </pc:spChg>
        <pc:spChg chg="add mod">
          <ac:chgData name="Sini Mathew" userId="3875fe58a975fc01" providerId="LiveId" clId="{21149DB3-4FED-48A8-ACA9-1042CEABF9F1}" dt="2025-04-24T13:26:54.953" v="194" actId="20577"/>
          <ac:spMkLst>
            <pc:docMk/>
            <pc:sldMk cId="2646288963" sldId="1750"/>
            <ac:spMk id="5" creationId="{FC250D4A-C540-02D8-1D72-E19446B359EB}"/>
          </ac:spMkLst>
        </pc:spChg>
      </pc:sldChg>
      <pc:sldChg chg="addSp modSp mod">
        <pc:chgData name="Sini Mathew" userId="3875fe58a975fc01" providerId="LiveId" clId="{21149DB3-4FED-48A8-ACA9-1042CEABF9F1}" dt="2025-04-24T13:44:22.725" v="287" actId="1076"/>
        <pc:sldMkLst>
          <pc:docMk/>
          <pc:sldMk cId="2050755449" sldId="1751"/>
        </pc:sldMkLst>
        <pc:spChg chg="mod">
          <ac:chgData name="Sini Mathew" userId="3875fe58a975fc01" providerId="LiveId" clId="{21149DB3-4FED-48A8-ACA9-1042CEABF9F1}" dt="2025-04-24T13:44:22.725" v="287" actId="1076"/>
          <ac:spMkLst>
            <pc:docMk/>
            <pc:sldMk cId="2050755449" sldId="1751"/>
            <ac:spMk id="3" creationId="{7D52D05D-ADDE-99C9-CC68-4FF58CA7984E}"/>
          </ac:spMkLst>
        </pc:spChg>
        <pc:spChg chg="add mod">
          <ac:chgData name="Sini Mathew" userId="3875fe58a975fc01" providerId="LiveId" clId="{21149DB3-4FED-48A8-ACA9-1042CEABF9F1}" dt="2025-04-24T13:19:11.635" v="38"/>
          <ac:spMkLst>
            <pc:docMk/>
            <pc:sldMk cId="2050755449" sldId="1751"/>
            <ac:spMk id="4" creationId="{9629FE27-FA64-A8E7-3059-1401F32191DD}"/>
          </ac:spMkLst>
        </pc:spChg>
        <pc:spChg chg="add mod">
          <ac:chgData name="Sini Mathew" userId="3875fe58a975fc01" providerId="LiveId" clId="{21149DB3-4FED-48A8-ACA9-1042CEABF9F1}" dt="2025-04-24T13:27:02.370" v="197" actId="20577"/>
          <ac:spMkLst>
            <pc:docMk/>
            <pc:sldMk cId="2050755449" sldId="1751"/>
            <ac:spMk id="5" creationId="{E11A9CB3-621C-0CD4-D5EC-7F626119E5B7}"/>
          </ac:spMkLst>
        </pc:spChg>
      </pc:sldChg>
      <pc:sldChg chg="addSp modSp mod">
        <pc:chgData name="Sini Mathew" userId="3875fe58a975fc01" providerId="LiveId" clId="{21149DB3-4FED-48A8-ACA9-1042CEABF9F1}" dt="2025-04-24T13:44:36.248" v="288" actId="1076"/>
        <pc:sldMkLst>
          <pc:docMk/>
          <pc:sldMk cId="2777111997" sldId="1752"/>
        </pc:sldMkLst>
        <pc:spChg chg="mod">
          <ac:chgData name="Sini Mathew" userId="3875fe58a975fc01" providerId="LiveId" clId="{21149DB3-4FED-48A8-ACA9-1042CEABF9F1}" dt="2025-04-24T13:44:36.248" v="288" actId="1076"/>
          <ac:spMkLst>
            <pc:docMk/>
            <pc:sldMk cId="2777111997" sldId="1752"/>
            <ac:spMk id="3" creationId="{79745949-72C6-E40D-82B6-7284994002B7}"/>
          </ac:spMkLst>
        </pc:spChg>
        <pc:spChg chg="add mod">
          <ac:chgData name="Sini Mathew" userId="3875fe58a975fc01" providerId="LiveId" clId="{21149DB3-4FED-48A8-ACA9-1042CEABF9F1}" dt="2025-04-24T13:19:23.810" v="43"/>
          <ac:spMkLst>
            <pc:docMk/>
            <pc:sldMk cId="2777111997" sldId="1752"/>
            <ac:spMk id="4" creationId="{BDA8F689-1F05-52A6-58A6-496BA2416D09}"/>
          </ac:spMkLst>
        </pc:spChg>
        <pc:spChg chg="add mod">
          <ac:chgData name="Sini Mathew" userId="3875fe58a975fc01" providerId="LiveId" clId="{21149DB3-4FED-48A8-ACA9-1042CEABF9F1}" dt="2025-04-24T13:27:14.997" v="203" actId="20577"/>
          <ac:spMkLst>
            <pc:docMk/>
            <pc:sldMk cId="2777111997" sldId="1752"/>
            <ac:spMk id="5" creationId="{3785F464-3A1A-1F8F-8750-5D0713235002}"/>
          </ac:spMkLst>
        </pc:spChg>
      </pc:sldChg>
      <pc:sldChg chg="addSp modSp mod">
        <pc:chgData name="Sini Mathew" userId="3875fe58a975fc01" providerId="LiveId" clId="{21149DB3-4FED-48A8-ACA9-1042CEABF9F1}" dt="2025-04-24T13:27:08.542" v="200" actId="20577"/>
        <pc:sldMkLst>
          <pc:docMk/>
          <pc:sldMk cId="2033311550" sldId="1753"/>
        </pc:sldMkLst>
        <pc:spChg chg="mod">
          <ac:chgData name="Sini Mathew" userId="3875fe58a975fc01" providerId="LiveId" clId="{21149DB3-4FED-48A8-ACA9-1042CEABF9F1}" dt="2025-04-24T13:19:19.008" v="41" actId="1076"/>
          <ac:spMkLst>
            <pc:docMk/>
            <pc:sldMk cId="2033311550" sldId="1753"/>
            <ac:spMk id="3" creationId="{EB76ADD5-31B0-75EC-48A3-0FC54F961A49}"/>
          </ac:spMkLst>
        </pc:spChg>
        <pc:spChg chg="add mod">
          <ac:chgData name="Sini Mathew" userId="3875fe58a975fc01" providerId="LiveId" clId="{21149DB3-4FED-48A8-ACA9-1042CEABF9F1}" dt="2025-04-24T13:19:20.791" v="42"/>
          <ac:spMkLst>
            <pc:docMk/>
            <pc:sldMk cId="2033311550" sldId="1753"/>
            <ac:spMk id="4" creationId="{5EA4B6B1-5C76-A205-DE9B-94585F47C55E}"/>
          </ac:spMkLst>
        </pc:spChg>
        <pc:spChg chg="add mod">
          <ac:chgData name="Sini Mathew" userId="3875fe58a975fc01" providerId="LiveId" clId="{21149DB3-4FED-48A8-ACA9-1042CEABF9F1}" dt="2025-04-24T13:27:08.542" v="200" actId="20577"/>
          <ac:spMkLst>
            <pc:docMk/>
            <pc:sldMk cId="2033311550" sldId="1753"/>
            <ac:spMk id="5" creationId="{4B0754E4-D6A2-E4A0-4CDA-02E957FD3754}"/>
          </ac:spMkLst>
        </pc:spChg>
      </pc:sldChg>
      <pc:sldChg chg="addSp modSp mod">
        <pc:chgData name="Sini Mathew" userId="3875fe58a975fc01" providerId="LiveId" clId="{21149DB3-4FED-48A8-ACA9-1042CEABF9F1}" dt="2025-04-24T13:27:22.219" v="206" actId="20577"/>
        <pc:sldMkLst>
          <pc:docMk/>
          <pc:sldMk cId="1641478450" sldId="1754"/>
        </pc:sldMkLst>
        <pc:spChg chg="mod">
          <ac:chgData name="Sini Mathew" userId="3875fe58a975fc01" providerId="LiveId" clId="{21149DB3-4FED-48A8-ACA9-1042CEABF9F1}" dt="2025-04-24T13:19:33.041" v="47" actId="114"/>
          <ac:spMkLst>
            <pc:docMk/>
            <pc:sldMk cId="1641478450" sldId="1754"/>
            <ac:spMk id="3" creationId="{3BD246F7-52E4-BF25-4207-E82257D95EEB}"/>
          </ac:spMkLst>
        </pc:spChg>
        <pc:spChg chg="add mod">
          <ac:chgData name="Sini Mathew" userId="3875fe58a975fc01" providerId="LiveId" clId="{21149DB3-4FED-48A8-ACA9-1042CEABF9F1}" dt="2025-04-24T13:19:28.087" v="44"/>
          <ac:spMkLst>
            <pc:docMk/>
            <pc:sldMk cId="1641478450" sldId="1754"/>
            <ac:spMk id="4" creationId="{9B1B6EA9-9476-5664-CC51-8433F255ED9F}"/>
          </ac:spMkLst>
        </pc:spChg>
        <pc:spChg chg="add mod">
          <ac:chgData name="Sini Mathew" userId="3875fe58a975fc01" providerId="LiveId" clId="{21149DB3-4FED-48A8-ACA9-1042CEABF9F1}" dt="2025-04-24T13:27:22.219" v="206" actId="20577"/>
          <ac:spMkLst>
            <pc:docMk/>
            <pc:sldMk cId="1641478450" sldId="1754"/>
            <ac:spMk id="5" creationId="{9278C15F-8356-78E8-2D50-24EF8A019E10}"/>
          </ac:spMkLst>
        </pc:spChg>
      </pc:sldChg>
      <pc:sldChg chg="addSp modSp mod">
        <pc:chgData name="Sini Mathew" userId="3875fe58a975fc01" providerId="LiveId" clId="{21149DB3-4FED-48A8-ACA9-1042CEABF9F1}" dt="2025-04-24T13:44:52.784" v="289" actId="1076"/>
        <pc:sldMkLst>
          <pc:docMk/>
          <pc:sldMk cId="2326586410" sldId="1756"/>
        </pc:sldMkLst>
        <pc:spChg chg="mod">
          <ac:chgData name="Sini Mathew" userId="3875fe58a975fc01" providerId="LiveId" clId="{21149DB3-4FED-48A8-ACA9-1042CEABF9F1}" dt="2025-04-24T13:44:52.784" v="289" actId="1076"/>
          <ac:spMkLst>
            <pc:docMk/>
            <pc:sldMk cId="2326586410" sldId="1756"/>
            <ac:spMk id="3" creationId="{940837A4-F2BC-5C28-A4FE-E2DA8828732E}"/>
          </ac:spMkLst>
        </pc:spChg>
        <pc:spChg chg="add mod">
          <ac:chgData name="Sini Mathew" userId="3875fe58a975fc01" providerId="LiveId" clId="{21149DB3-4FED-48A8-ACA9-1042CEABF9F1}" dt="2025-04-24T13:19:38.913" v="48"/>
          <ac:spMkLst>
            <pc:docMk/>
            <pc:sldMk cId="2326586410" sldId="1756"/>
            <ac:spMk id="4" creationId="{C18BE2B6-5D1F-314A-2F21-18E9621D21E6}"/>
          </ac:spMkLst>
        </pc:spChg>
        <pc:spChg chg="add mod">
          <ac:chgData name="Sini Mathew" userId="3875fe58a975fc01" providerId="LiveId" clId="{21149DB3-4FED-48A8-ACA9-1042CEABF9F1}" dt="2025-04-24T13:27:42.327" v="211" actId="20577"/>
          <ac:spMkLst>
            <pc:docMk/>
            <pc:sldMk cId="2326586410" sldId="1756"/>
            <ac:spMk id="5" creationId="{7A3609C6-9C51-5A0A-6369-C1AA1815900C}"/>
          </ac:spMkLst>
        </pc:spChg>
      </pc:sldChg>
      <pc:sldChg chg="addSp modSp mod">
        <pc:chgData name="Sini Mathew" userId="3875fe58a975fc01" providerId="LiveId" clId="{21149DB3-4FED-48A8-ACA9-1042CEABF9F1}" dt="2025-04-24T13:45:01.275" v="290" actId="1076"/>
        <pc:sldMkLst>
          <pc:docMk/>
          <pc:sldMk cId="2172510132" sldId="1757"/>
        </pc:sldMkLst>
        <pc:spChg chg="mod">
          <ac:chgData name="Sini Mathew" userId="3875fe58a975fc01" providerId="LiveId" clId="{21149DB3-4FED-48A8-ACA9-1042CEABF9F1}" dt="2025-04-24T13:45:01.275" v="290" actId="1076"/>
          <ac:spMkLst>
            <pc:docMk/>
            <pc:sldMk cId="2172510132" sldId="1757"/>
            <ac:spMk id="3" creationId="{E13D527C-ABD0-8194-F3B4-3B1061950B36}"/>
          </ac:spMkLst>
        </pc:spChg>
        <pc:spChg chg="add mod">
          <ac:chgData name="Sini Mathew" userId="3875fe58a975fc01" providerId="LiveId" clId="{21149DB3-4FED-48A8-ACA9-1042CEABF9F1}" dt="2025-04-24T13:19:47.924" v="51"/>
          <ac:spMkLst>
            <pc:docMk/>
            <pc:sldMk cId="2172510132" sldId="1757"/>
            <ac:spMk id="4" creationId="{1DAA221A-3BF7-7C0C-31CA-F55A7B7F6154}"/>
          </ac:spMkLst>
        </pc:spChg>
        <pc:spChg chg="add mod">
          <ac:chgData name="Sini Mathew" userId="3875fe58a975fc01" providerId="LiveId" clId="{21149DB3-4FED-48A8-ACA9-1042CEABF9F1}" dt="2025-04-24T13:27:53.905" v="214" actId="20577"/>
          <ac:spMkLst>
            <pc:docMk/>
            <pc:sldMk cId="2172510132" sldId="1757"/>
            <ac:spMk id="5" creationId="{3EC41519-75DF-6C9F-BEA7-6378346E54D2}"/>
          </ac:spMkLst>
        </pc:spChg>
      </pc:sldChg>
      <pc:sldChg chg="addSp modSp mod">
        <pc:chgData name="Sini Mathew" userId="3875fe58a975fc01" providerId="LiveId" clId="{21149DB3-4FED-48A8-ACA9-1042CEABF9F1}" dt="2025-04-24T13:45:10.705" v="291" actId="1076"/>
        <pc:sldMkLst>
          <pc:docMk/>
          <pc:sldMk cId="4270454067" sldId="1758"/>
        </pc:sldMkLst>
        <pc:spChg chg="mod">
          <ac:chgData name="Sini Mathew" userId="3875fe58a975fc01" providerId="LiveId" clId="{21149DB3-4FED-48A8-ACA9-1042CEABF9F1}" dt="2025-04-24T13:45:10.705" v="291" actId="1076"/>
          <ac:spMkLst>
            <pc:docMk/>
            <pc:sldMk cId="4270454067" sldId="1758"/>
            <ac:spMk id="3" creationId="{1869B4EC-75BE-1E63-E9C3-AC459F67F96E}"/>
          </ac:spMkLst>
        </pc:spChg>
        <pc:spChg chg="add mod">
          <ac:chgData name="Sini Mathew" userId="3875fe58a975fc01" providerId="LiveId" clId="{21149DB3-4FED-48A8-ACA9-1042CEABF9F1}" dt="2025-04-24T13:19:56.733" v="54"/>
          <ac:spMkLst>
            <pc:docMk/>
            <pc:sldMk cId="4270454067" sldId="1758"/>
            <ac:spMk id="4" creationId="{BE5710EC-9252-F419-56C7-E1E3B81D99A3}"/>
          </ac:spMkLst>
        </pc:spChg>
        <pc:spChg chg="add mod">
          <ac:chgData name="Sini Mathew" userId="3875fe58a975fc01" providerId="LiveId" clId="{21149DB3-4FED-48A8-ACA9-1042CEABF9F1}" dt="2025-04-24T13:28:01.584" v="217" actId="20577"/>
          <ac:spMkLst>
            <pc:docMk/>
            <pc:sldMk cId="4270454067" sldId="1758"/>
            <ac:spMk id="5" creationId="{1FA8D410-2134-19DD-B544-6E1D73770FC5}"/>
          </ac:spMkLst>
        </pc:spChg>
      </pc:sldChg>
      <pc:sldChg chg="addSp modSp mod">
        <pc:chgData name="Sini Mathew" userId="3875fe58a975fc01" providerId="LiveId" clId="{21149DB3-4FED-48A8-ACA9-1042CEABF9F1}" dt="2025-04-24T13:45:19.099" v="292" actId="1076"/>
        <pc:sldMkLst>
          <pc:docMk/>
          <pc:sldMk cId="1572766948" sldId="1759"/>
        </pc:sldMkLst>
        <pc:spChg chg="mod">
          <ac:chgData name="Sini Mathew" userId="3875fe58a975fc01" providerId="LiveId" clId="{21149DB3-4FED-48A8-ACA9-1042CEABF9F1}" dt="2025-04-24T13:45:19.099" v="292" actId="1076"/>
          <ac:spMkLst>
            <pc:docMk/>
            <pc:sldMk cId="1572766948" sldId="1759"/>
            <ac:spMk id="3" creationId="{41E798A4-1088-5D62-43B8-3C39E803460D}"/>
          </ac:spMkLst>
        </pc:spChg>
        <pc:spChg chg="add mod">
          <ac:chgData name="Sini Mathew" userId="3875fe58a975fc01" providerId="LiveId" clId="{21149DB3-4FED-48A8-ACA9-1042CEABF9F1}" dt="2025-04-24T13:20:04.931" v="57"/>
          <ac:spMkLst>
            <pc:docMk/>
            <pc:sldMk cId="1572766948" sldId="1759"/>
            <ac:spMk id="4" creationId="{46FE3C13-24C7-4E04-8DB8-B0A46FDDFCA9}"/>
          </ac:spMkLst>
        </pc:spChg>
        <pc:spChg chg="add mod">
          <ac:chgData name="Sini Mathew" userId="3875fe58a975fc01" providerId="LiveId" clId="{21149DB3-4FED-48A8-ACA9-1042CEABF9F1}" dt="2025-04-24T13:28:08.482" v="220" actId="20577"/>
          <ac:spMkLst>
            <pc:docMk/>
            <pc:sldMk cId="1572766948" sldId="1759"/>
            <ac:spMk id="5" creationId="{171627EB-2110-3353-7954-8AB8B1041659}"/>
          </ac:spMkLst>
        </pc:spChg>
      </pc:sldChg>
      <pc:sldChg chg="addSp modSp mod">
        <pc:chgData name="Sini Mathew" userId="3875fe58a975fc01" providerId="LiveId" clId="{21149DB3-4FED-48A8-ACA9-1042CEABF9F1}" dt="2025-04-24T13:45:25.284" v="293" actId="1076"/>
        <pc:sldMkLst>
          <pc:docMk/>
          <pc:sldMk cId="737844318" sldId="1760"/>
        </pc:sldMkLst>
        <pc:spChg chg="mod">
          <ac:chgData name="Sini Mathew" userId="3875fe58a975fc01" providerId="LiveId" clId="{21149DB3-4FED-48A8-ACA9-1042CEABF9F1}" dt="2025-04-24T13:45:25.284" v="293" actId="1076"/>
          <ac:spMkLst>
            <pc:docMk/>
            <pc:sldMk cId="737844318" sldId="1760"/>
            <ac:spMk id="3" creationId="{D3091DAB-33B5-E088-A69C-3CBCE55B4FA4}"/>
          </ac:spMkLst>
        </pc:spChg>
        <pc:spChg chg="add mod">
          <ac:chgData name="Sini Mathew" userId="3875fe58a975fc01" providerId="LiveId" clId="{21149DB3-4FED-48A8-ACA9-1042CEABF9F1}" dt="2025-04-24T13:20:14.133" v="60"/>
          <ac:spMkLst>
            <pc:docMk/>
            <pc:sldMk cId="737844318" sldId="1760"/>
            <ac:spMk id="4" creationId="{00FC4A1B-00BA-21D6-06CF-148E4CC9DB7C}"/>
          </ac:spMkLst>
        </pc:spChg>
        <pc:spChg chg="add mod">
          <ac:chgData name="Sini Mathew" userId="3875fe58a975fc01" providerId="LiveId" clId="{21149DB3-4FED-48A8-ACA9-1042CEABF9F1}" dt="2025-04-24T13:28:16.627" v="223" actId="20577"/>
          <ac:spMkLst>
            <pc:docMk/>
            <pc:sldMk cId="737844318" sldId="1760"/>
            <ac:spMk id="5" creationId="{21B67039-00D8-F61B-32A0-6A7875262AA6}"/>
          </ac:spMkLst>
        </pc:spChg>
      </pc:sldChg>
      <pc:sldChg chg="addSp modSp mod">
        <pc:chgData name="Sini Mathew" userId="3875fe58a975fc01" providerId="LiveId" clId="{21149DB3-4FED-48A8-ACA9-1042CEABF9F1}" dt="2025-04-24T13:45:33.335" v="294" actId="1076"/>
        <pc:sldMkLst>
          <pc:docMk/>
          <pc:sldMk cId="2993599896" sldId="1762"/>
        </pc:sldMkLst>
        <pc:spChg chg="mod">
          <ac:chgData name="Sini Mathew" userId="3875fe58a975fc01" providerId="LiveId" clId="{21149DB3-4FED-48A8-ACA9-1042CEABF9F1}" dt="2025-04-24T13:45:33.335" v="294" actId="1076"/>
          <ac:spMkLst>
            <pc:docMk/>
            <pc:sldMk cId="2993599896" sldId="1762"/>
            <ac:spMk id="3" creationId="{8C45982D-2B1A-1EB9-536D-C1B85A80C24C}"/>
          </ac:spMkLst>
        </pc:spChg>
        <pc:spChg chg="add mod">
          <ac:chgData name="Sini Mathew" userId="3875fe58a975fc01" providerId="LiveId" clId="{21149DB3-4FED-48A8-ACA9-1042CEABF9F1}" dt="2025-04-24T13:20:23.590" v="63"/>
          <ac:spMkLst>
            <pc:docMk/>
            <pc:sldMk cId="2993599896" sldId="1762"/>
            <ac:spMk id="4" creationId="{9BB68FE4-8555-F217-D48B-C7E38BAA9091}"/>
          </ac:spMkLst>
        </pc:spChg>
        <pc:spChg chg="add mod">
          <ac:chgData name="Sini Mathew" userId="3875fe58a975fc01" providerId="LiveId" clId="{21149DB3-4FED-48A8-ACA9-1042CEABF9F1}" dt="2025-04-24T13:28:39.882" v="228" actId="20577"/>
          <ac:spMkLst>
            <pc:docMk/>
            <pc:sldMk cId="2993599896" sldId="1762"/>
            <ac:spMk id="5" creationId="{F175089D-D533-451E-8F83-FB61E90F27AD}"/>
          </ac:spMkLst>
        </pc:spChg>
      </pc:sldChg>
      <pc:sldChg chg="addSp modSp mod">
        <pc:chgData name="Sini Mathew" userId="3875fe58a975fc01" providerId="LiveId" clId="{21149DB3-4FED-48A8-ACA9-1042CEABF9F1}" dt="2025-04-24T13:29:06.428" v="239" actId="20577"/>
        <pc:sldMkLst>
          <pc:docMk/>
          <pc:sldMk cId="3066792844" sldId="1763"/>
        </pc:sldMkLst>
        <pc:spChg chg="mod">
          <ac:chgData name="Sini Mathew" userId="3875fe58a975fc01" providerId="LiveId" clId="{21149DB3-4FED-48A8-ACA9-1042CEABF9F1}" dt="2025-04-24T13:20:52.084" v="71" actId="1076"/>
          <ac:spMkLst>
            <pc:docMk/>
            <pc:sldMk cId="3066792844" sldId="1763"/>
            <ac:spMk id="3" creationId="{34FFE2CC-2F8A-D5DD-2331-F245D2422FDB}"/>
          </ac:spMkLst>
        </pc:spChg>
        <pc:spChg chg="add mod">
          <ac:chgData name="Sini Mathew" userId="3875fe58a975fc01" providerId="LiveId" clId="{21149DB3-4FED-48A8-ACA9-1042CEABF9F1}" dt="2025-04-24T13:20:53.248" v="72"/>
          <ac:spMkLst>
            <pc:docMk/>
            <pc:sldMk cId="3066792844" sldId="1763"/>
            <ac:spMk id="4" creationId="{194F0158-40E1-F558-D01D-9F86F5AD3609}"/>
          </ac:spMkLst>
        </pc:spChg>
        <pc:spChg chg="add mod">
          <ac:chgData name="Sini Mathew" userId="3875fe58a975fc01" providerId="LiveId" clId="{21149DB3-4FED-48A8-ACA9-1042CEABF9F1}" dt="2025-04-24T13:29:06.428" v="239" actId="20577"/>
          <ac:spMkLst>
            <pc:docMk/>
            <pc:sldMk cId="3066792844" sldId="1763"/>
            <ac:spMk id="5" creationId="{D9982E29-81A9-E49E-FCA4-54E210B11B64}"/>
          </ac:spMkLst>
        </pc:spChg>
      </pc:sldChg>
      <pc:sldChg chg="addSp modSp mod">
        <pc:chgData name="Sini Mathew" userId="3875fe58a975fc01" providerId="LiveId" clId="{21149DB3-4FED-48A8-ACA9-1042CEABF9F1}" dt="2025-04-24T13:45:42.742" v="295" actId="1076"/>
        <pc:sldMkLst>
          <pc:docMk/>
          <pc:sldMk cId="1963966871" sldId="1764"/>
        </pc:sldMkLst>
        <pc:spChg chg="mod">
          <ac:chgData name="Sini Mathew" userId="3875fe58a975fc01" providerId="LiveId" clId="{21149DB3-4FED-48A8-ACA9-1042CEABF9F1}" dt="2025-04-24T13:45:42.742" v="295" actId="1076"/>
          <ac:spMkLst>
            <pc:docMk/>
            <pc:sldMk cId="1963966871" sldId="1764"/>
            <ac:spMk id="3" creationId="{8067AE41-9889-C155-EAC2-C509E4ECB572}"/>
          </ac:spMkLst>
        </pc:spChg>
        <pc:spChg chg="add mod">
          <ac:chgData name="Sini Mathew" userId="3875fe58a975fc01" providerId="LiveId" clId="{21149DB3-4FED-48A8-ACA9-1042CEABF9F1}" dt="2025-04-24T13:20:33.993" v="65"/>
          <ac:spMkLst>
            <pc:docMk/>
            <pc:sldMk cId="1963966871" sldId="1764"/>
            <ac:spMk id="4" creationId="{B72DF4B4-2646-E1C3-BA15-C8CFE8BC6AF5}"/>
          </ac:spMkLst>
        </pc:spChg>
        <pc:spChg chg="add mod">
          <ac:chgData name="Sini Mathew" userId="3875fe58a975fc01" providerId="LiveId" clId="{21149DB3-4FED-48A8-ACA9-1042CEABF9F1}" dt="2025-04-24T13:28:58.115" v="236" actId="20577"/>
          <ac:spMkLst>
            <pc:docMk/>
            <pc:sldMk cId="1963966871" sldId="1764"/>
            <ac:spMk id="5" creationId="{5F2A1D76-D064-FE31-62CC-ECA20AABFA4A}"/>
          </ac:spMkLst>
        </pc:spChg>
      </pc:sldChg>
      <pc:sldChg chg="addSp modSp mod">
        <pc:chgData name="Sini Mathew" userId="3875fe58a975fc01" providerId="LiveId" clId="{21149DB3-4FED-48A8-ACA9-1042CEABF9F1}" dt="2025-04-24T13:45:51.840" v="296" actId="1076"/>
        <pc:sldMkLst>
          <pc:docMk/>
          <pc:sldMk cId="3458437429" sldId="1765"/>
        </pc:sldMkLst>
        <pc:spChg chg="mod">
          <ac:chgData name="Sini Mathew" userId="3875fe58a975fc01" providerId="LiveId" clId="{21149DB3-4FED-48A8-ACA9-1042CEABF9F1}" dt="2025-04-24T13:45:51.840" v="296" actId="1076"/>
          <ac:spMkLst>
            <pc:docMk/>
            <pc:sldMk cId="3458437429" sldId="1765"/>
            <ac:spMk id="3" creationId="{2D4F4B6C-F992-259E-0502-CE7F90CC001F}"/>
          </ac:spMkLst>
        </pc:spChg>
        <pc:spChg chg="add mod">
          <ac:chgData name="Sini Mathew" userId="3875fe58a975fc01" providerId="LiveId" clId="{21149DB3-4FED-48A8-ACA9-1042CEABF9F1}" dt="2025-04-24T13:20:56.326" v="73"/>
          <ac:spMkLst>
            <pc:docMk/>
            <pc:sldMk cId="3458437429" sldId="1765"/>
            <ac:spMk id="4" creationId="{132057DE-DFF9-1FB0-7887-F9EACD62DA2E}"/>
          </ac:spMkLst>
        </pc:spChg>
        <pc:spChg chg="add mod">
          <ac:chgData name="Sini Mathew" userId="3875fe58a975fc01" providerId="LiveId" clId="{21149DB3-4FED-48A8-ACA9-1042CEABF9F1}" dt="2025-04-24T13:29:14.466" v="242" actId="20577"/>
          <ac:spMkLst>
            <pc:docMk/>
            <pc:sldMk cId="3458437429" sldId="1765"/>
            <ac:spMk id="5" creationId="{8B8CA4A5-33E4-9E5D-F102-02A0941BB595}"/>
          </ac:spMkLst>
        </pc:spChg>
      </pc:sldChg>
      <pc:sldChg chg="addSp modSp mod">
        <pc:chgData name="Sini Mathew" userId="3875fe58a975fc01" providerId="LiveId" clId="{21149DB3-4FED-48A8-ACA9-1042CEABF9F1}" dt="2025-04-24T13:28:49.477" v="231" actId="20577"/>
        <pc:sldMkLst>
          <pc:docMk/>
          <pc:sldMk cId="1889716058" sldId="1766"/>
        </pc:sldMkLst>
        <pc:spChg chg="mod">
          <ac:chgData name="Sini Mathew" userId="3875fe58a975fc01" providerId="LiveId" clId="{21149DB3-4FED-48A8-ACA9-1042CEABF9F1}" dt="2025-04-24T13:20:44.780" v="68" actId="1076"/>
          <ac:spMkLst>
            <pc:docMk/>
            <pc:sldMk cId="1889716058" sldId="1766"/>
            <ac:spMk id="3" creationId="{8242B303-AFA4-94F4-F871-5A8EC581D16A}"/>
          </ac:spMkLst>
        </pc:spChg>
        <pc:spChg chg="add mod">
          <ac:chgData name="Sini Mathew" userId="3875fe58a975fc01" providerId="LiveId" clId="{21149DB3-4FED-48A8-ACA9-1042CEABF9F1}" dt="2025-04-24T13:20:30.403" v="64"/>
          <ac:spMkLst>
            <pc:docMk/>
            <pc:sldMk cId="1889716058" sldId="1766"/>
            <ac:spMk id="4" creationId="{07305701-78C9-9F48-BCC6-0DF7984A034E}"/>
          </ac:spMkLst>
        </pc:spChg>
        <pc:spChg chg="add mod">
          <ac:chgData name="Sini Mathew" userId="3875fe58a975fc01" providerId="LiveId" clId="{21149DB3-4FED-48A8-ACA9-1042CEABF9F1}" dt="2025-04-24T13:28:49.477" v="231" actId="20577"/>
          <ac:spMkLst>
            <pc:docMk/>
            <pc:sldMk cId="1889716058" sldId="1766"/>
            <ac:spMk id="5" creationId="{416D2EA0-16C6-3069-3F70-FCDF667B5B51}"/>
          </ac:spMkLst>
        </pc:spChg>
      </pc:sldChg>
      <pc:sldChg chg="addSp modSp mod">
        <pc:chgData name="Sini Mathew" userId="3875fe58a975fc01" providerId="LiveId" clId="{21149DB3-4FED-48A8-ACA9-1042CEABF9F1}" dt="2025-04-24T13:29:23.288" v="245" actId="20577"/>
        <pc:sldMkLst>
          <pc:docMk/>
          <pc:sldMk cId="3955984173" sldId="1767"/>
        </pc:sldMkLst>
        <pc:spChg chg="mod">
          <ac:chgData name="Sini Mathew" userId="3875fe58a975fc01" providerId="LiveId" clId="{21149DB3-4FED-48A8-ACA9-1042CEABF9F1}" dt="2025-04-24T13:21:04.023" v="76" actId="1076"/>
          <ac:spMkLst>
            <pc:docMk/>
            <pc:sldMk cId="3955984173" sldId="1767"/>
            <ac:spMk id="3" creationId="{38D0C9AA-7806-F10D-2CDB-3ABBF01D09DA}"/>
          </ac:spMkLst>
        </pc:spChg>
        <pc:spChg chg="add mod">
          <ac:chgData name="Sini Mathew" userId="3875fe58a975fc01" providerId="LiveId" clId="{21149DB3-4FED-48A8-ACA9-1042CEABF9F1}" dt="2025-04-24T13:21:05.248" v="77"/>
          <ac:spMkLst>
            <pc:docMk/>
            <pc:sldMk cId="3955984173" sldId="1767"/>
            <ac:spMk id="4" creationId="{65F8997F-8A71-9DEC-7120-C1E85A378514}"/>
          </ac:spMkLst>
        </pc:spChg>
        <pc:spChg chg="add mod">
          <ac:chgData name="Sini Mathew" userId="3875fe58a975fc01" providerId="LiveId" clId="{21149DB3-4FED-48A8-ACA9-1042CEABF9F1}" dt="2025-04-24T13:29:23.288" v="245" actId="20577"/>
          <ac:spMkLst>
            <pc:docMk/>
            <pc:sldMk cId="3955984173" sldId="1767"/>
            <ac:spMk id="5" creationId="{0312A3AB-857B-EAED-02C9-2AABD1B8EF1E}"/>
          </ac:spMkLst>
        </pc:spChg>
      </pc:sldChg>
      <pc:sldChg chg="addSp modSp mod">
        <pc:chgData name="Sini Mathew" userId="3875fe58a975fc01" providerId="LiveId" clId="{21149DB3-4FED-48A8-ACA9-1042CEABF9F1}" dt="2025-04-24T13:46:02.698" v="297" actId="1076"/>
        <pc:sldMkLst>
          <pc:docMk/>
          <pc:sldMk cId="934320047" sldId="1769"/>
        </pc:sldMkLst>
        <pc:spChg chg="mod">
          <ac:chgData name="Sini Mathew" userId="3875fe58a975fc01" providerId="LiveId" clId="{21149DB3-4FED-48A8-ACA9-1042CEABF9F1}" dt="2025-04-24T13:46:02.698" v="297" actId="1076"/>
          <ac:spMkLst>
            <pc:docMk/>
            <pc:sldMk cId="934320047" sldId="1769"/>
            <ac:spMk id="3" creationId="{50DA494B-0E99-25CB-E4E2-ED8BA8CB5F6A}"/>
          </ac:spMkLst>
        </pc:spChg>
        <pc:spChg chg="add mod">
          <ac:chgData name="Sini Mathew" userId="3875fe58a975fc01" providerId="LiveId" clId="{21149DB3-4FED-48A8-ACA9-1042CEABF9F1}" dt="2025-04-24T13:21:10.472" v="78"/>
          <ac:spMkLst>
            <pc:docMk/>
            <pc:sldMk cId="934320047" sldId="1769"/>
            <ac:spMk id="4" creationId="{6FFA1CC7-36D2-4B5F-A577-FD4653E1A3D7}"/>
          </ac:spMkLst>
        </pc:spChg>
        <pc:spChg chg="add mod">
          <ac:chgData name="Sini Mathew" userId="3875fe58a975fc01" providerId="LiveId" clId="{21149DB3-4FED-48A8-ACA9-1042CEABF9F1}" dt="2025-04-24T13:29:48.900" v="250" actId="20577"/>
          <ac:spMkLst>
            <pc:docMk/>
            <pc:sldMk cId="934320047" sldId="1769"/>
            <ac:spMk id="5" creationId="{CC894141-D671-B328-D943-F31888DFC903}"/>
          </ac:spMkLst>
        </pc:spChg>
      </pc:sldChg>
      <pc:sldChg chg="addSp modSp mod">
        <pc:chgData name="Sini Mathew" userId="3875fe58a975fc01" providerId="LiveId" clId="{21149DB3-4FED-48A8-ACA9-1042CEABF9F1}" dt="2025-04-24T13:46:10.560" v="298" actId="1076"/>
        <pc:sldMkLst>
          <pc:docMk/>
          <pc:sldMk cId="2317770220" sldId="1770"/>
        </pc:sldMkLst>
        <pc:spChg chg="mod">
          <ac:chgData name="Sini Mathew" userId="3875fe58a975fc01" providerId="LiveId" clId="{21149DB3-4FED-48A8-ACA9-1042CEABF9F1}" dt="2025-04-24T13:46:10.560" v="298" actId="1076"/>
          <ac:spMkLst>
            <pc:docMk/>
            <pc:sldMk cId="2317770220" sldId="1770"/>
            <ac:spMk id="3" creationId="{C77B9972-FE9B-E0D3-3411-5C4A6CAD1362}"/>
          </ac:spMkLst>
        </pc:spChg>
        <pc:spChg chg="add mod">
          <ac:chgData name="Sini Mathew" userId="3875fe58a975fc01" providerId="LiveId" clId="{21149DB3-4FED-48A8-ACA9-1042CEABF9F1}" dt="2025-04-24T13:21:14.951" v="79"/>
          <ac:spMkLst>
            <pc:docMk/>
            <pc:sldMk cId="2317770220" sldId="1770"/>
            <ac:spMk id="4" creationId="{87B2C4E7-C33A-865F-74D6-9503B92F1549}"/>
          </ac:spMkLst>
        </pc:spChg>
        <pc:spChg chg="add mod">
          <ac:chgData name="Sini Mathew" userId="3875fe58a975fc01" providerId="LiveId" clId="{21149DB3-4FED-48A8-ACA9-1042CEABF9F1}" dt="2025-04-24T13:29:58.281" v="253" actId="20577"/>
          <ac:spMkLst>
            <pc:docMk/>
            <pc:sldMk cId="2317770220" sldId="1770"/>
            <ac:spMk id="5" creationId="{9502F7EF-DADB-B009-8949-E6F435EE2FA4}"/>
          </ac:spMkLst>
        </pc:spChg>
      </pc:sldChg>
      <pc:sldChg chg="addSp modSp mod">
        <pc:chgData name="Sini Mathew" userId="3875fe58a975fc01" providerId="LiveId" clId="{21149DB3-4FED-48A8-ACA9-1042CEABF9F1}" dt="2025-04-24T13:46:17.522" v="299" actId="1076"/>
        <pc:sldMkLst>
          <pc:docMk/>
          <pc:sldMk cId="4248061860" sldId="1771"/>
        </pc:sldMkLst>
        <pc:spChg chg="mod">
          <ac:chgData name="Sini Mathew" userId="3875fe58a975fc01" providerId="LiveId" clId="{21149DB3-4FED-48A8-ACA9-1042CEABF9F1}" dt="2025-04-24T13:46:17.522" v="299" actId="1076"/>
          <ac:spMkLst>
            <pc:docMk/>
            <pc:sldMk cId="4248061860" sldId="1771"/>
            <ac:spMk id="3" creationId="{742E3263-FFA4-441C-B03B-DE7A6F367108}"/>
          </ac:spMkLst>
        </pc:spChg>
        <pc:spChg chg="add mod">
          <ac:chgData name="Sini Mathew" userId="3875fe58a975fc01" providerId="LiveId" clId="{21149DB3-4FED-48A8-ACA9-1042CEABF9F1}" dt="2025-04-24T13:21:18.378" v="80"/>
          <ac:spMkLst>
            <pc:docMk/>
            <pc:sldMk cId="4248061860" sldId="1771"/>
            <ac:spMk id="4" creationId="{57D3D24E-BB69-3AD7-04ED-C97A5BED981B}"/>
          </ac:spMkLst>
        </pc:spChg>
        <pc:spChg chg="add mod">
          <ac:chgData name="Sini Mathew" userId="3875fe58a975fc01" providerId="LiveId" clId="{21149DB3-4FED-48A8-ACA9-1042CEABF9F1}" dt="2025-04-24T13:30:05.294" v="256" actId="20577"/>
          <ac:spMkLst>
            <pc:docMk/>
            <pc:sldMk cId="4248061860" sldId="1771"/>
            <ac:spMk id="5" creationId="{0A92E819-6BB1-D20E-B3D7-D60290D4E32B}"/>
          </ac:spMkLst>
        </pc:spChg>
      </pc:sldChg>
      <pc:sldChg chg="addSp modSp mod">
        <pc:chgData name="Sini Mathew" userId="3875fe58a975fc01" providerId="LiveId" clId="{21149DB3-4FED-48A8-ACA9-1042CEABF9F1}" dt="2025-04-24T13:46:30.070" v="302" actId="1076"/>
        <pc:sldMkLst>
          <pc:docMk/>
          <pc:sldMk cId="3483020696" sldId="1772"/>
        </pc:sldMkLst>
        <pc:spChg chg="mod">
          <ac:chgData name="Sini Mathew" userId="3875fe58a975fc01" providerId="LiveId" clId="{21149DB3-4FED-48A8-ACA9-1042CEABF9F1}" dt="2025-04-24T13:46:30.070" v="302" actId="1076"/>
          <ac:spMkLst>
            <pc:docMk/>
            <pc:sldMk cId="3483020696" sldId="1772"/>
            <ac:spMk id="3" creationId="{A1E3E310-69A4-0B92-14CC-2E94A637B23C}"/>
          </ac:spMkLst>
        </pc:spChg>
        <pc:spChg chg="add mod">
          <ac:chgData name="Sini Mathew" userId="3875fe58a975fc01" providerId="LiveId" clId="{21149DB3-4FED-48A8-ACA9-1042CEABF9F1}" dt="2025-04-24T13:21:22.171" v="81"/>
          <ac:spMkLst>
            <pc:docMk/>
            <pc:sldMk cId="3483020696" sldId="1772"/>
            <ac:spMk id="4" creationId="{51B9A5B3-0726-345E-C351-E15A1844EF0A}"/>
          </ac:spMkLst>
        </pc:spChg>
        <pc:spChg chg="add mod">
          <ac:chgData name="Sini Mathew" userId="3875fe58a975fc01" providerId="LiveId" clId="{21149DB3-4FED-48A8-ACA9-1042CEABF9F1}" dt="2025-04-24T13:30:11.545" v="259" actId="20577"/>
          <ac:spMkLst>
            <pc:docMk/>
            <pc:sldMk cId="3483020696" sldId="1772"/>
            <ac:spMk id="5" creationId="{F6FA898F-87B2-CF76-5C64-B2F2BEAD5A3C}"/>
          </ac:spMkLst>
        </pc:spChg>
      </pc:sldChg>
    </pc:docChg>
  </pc:docChgLst>
  <pc:docChgLst>
    <pc:chgData name="Rosmin Elsa" userId="8f13a6be4da41318" providerId="LiveId" clId="{3EB94399-0941-3740-94C7-B8D9A63ECCF8}"/>
    <pc:docChg chg="modSld">
      <pc:chgData name="Rosmin Elsa" userId="8f13a6be4da41318" providerId="LiveId" clId="{3EB94399-0941-3740-94C7-B8D9A63ECCF8}" dt="2025-04-24T09:59:10.668" v="11" actId="1076"/>
      <pc:docMkLst>
        <pc:docMk/>
      </pc:docMkLst>
      <pc:sldChg chg="modSp">
        <pc:chgData name="Rosmin Elsa" userId="8f13a6be4da41318" providerId="LiveId" clId="{3EB94399-0941-3740-94C7-B8D9A63ECCF8}" dt="2025-04-24T09:56:14.766" v="8" actId="20577"/>
        <pc:sldMkLst>
          <pc:docMk/>
          <pc:sldMk cId="140015982" sldId="1730"/>
        </pc:sldMkLst>
        <pc:spChg chg="mod">
          <ac:chgData name="Rosmin Elsa" userId="8f13a6be4da41318" providerId="LiveId" clId="{3EB94399-0941-3740-94C7-B8D9A63ECCF8}" dt="2025-04-24T09:56:14.766" v="8" actId="20577"/>
          <ac:spMkLst>
            <pc:docMk/>
            <pc:sldMk cId="140015982" sldId="1730"/>
            <ac:spMk id="5" creationId="{9A443565-BB21-0F44-1AE9-E884007AD3F5}"/>
          </ac:spMkLst>
        </pc:spChg>
      </pc:sldChg>
      <pc:sldChg chg="modSp">
        <pc:chgData name="Rosmin Elsa" userId="8f13a6be4da41318" providerId="LiveId" clId="{3EB94399-0941-3740-94C7-B8D9A63ECCF8}" dt="2025-04-24T09:56:22.904" v="9" actId="20577"/>
        <pc:sldMkLst>
          <pc:docMk/>
          <pc:sldMk cId="4166509675" sldId="1731"/>
        </pc:sldMkLst>
        <pc:spChg chg="mod">
          <ac:chgData name="Rosmin Elsa" userId="8f13a6be4da41318" providerId="LiveId" clId="{3EB94399-0941-3740-94C7-B8D9A63ECCF8}" dt="2025-04-24T09:56:22.904" v="9" actId="20577"/>
          <ac:spMkLst>
            <pc:docMk/>
            <pc:sldMk cId="4166509675" sldId="1731"/>
            <ac:spMk id="5" creationId="{A54485B4-2F0E-D1E8-8105-57268A53806E}"/>
          </ac:spMkLst>
        </pc:spChg>
        <pc:spChg chg="mod">
          <ac:chgData name="Rosmin Elsa" userId="8f13a6be4da41318" providerId="LiveId" clId="{3EB94399-0941-3740-94C7-B8D9A63ECCF8}" dt="2025-04-24T09:56:02.992" v="4" actId="20577"/>
          <ac:spMkLst>
            <pc:docMk/>
            <pc:sldMk cId="4166509675" sldId="1731"/>
            <ac:spMk id="7" creationId="{63D27735-479A-63A0-CAF9-927A0D1478E6}"/>
          </ac:spMkLst>
        </pc:spChg>
      </pc:sldChg>
      <pc:sldChg chg="modSp">
        <pc:chgData name="Rosmin Elsa" userId="8f13a6be4da41318" providerId="LiveId" clId="{3EB94399-0941-3740-94C7-B8D9A63ECCF8}" dt="2025-04-24T09:59:10.668" v="11" actId="1076"/>
        <pc:sldMkLst>
          <pc:docMk/>
          <pc:sldMk cId="2110593104" sldId="1735"/>
        </pc:sldMkLst>
        <pc:spChg chg="mod">
          <ac:chgData name="Rosmin Elsa" userId="8f13a6be4da41318" providerId="LiveId" clId="{3EB94399-0941-3740-94C7-B8D9A63ECCF8}" dt="2025-04-24T09:59:10.668" v="11" actId="1076"/>
          <ac:spMkLst>
            <pc:docMk/>
            <pc:sldMk cId="2110593104" sldId="1735"/>
            <ac:spMk id="3" creationId="{1004A87E-DC4A-8235-F048-BE3C8D21177F}"/>
          </ac:spMkLst>
        </pc:spChg>
      </pc:sldChg>
    </pc:docChg>
  </pc:docChgLst>
  <pc:docChgLst>
    <pc:chgData name="Rosmin Elsa" userId="8f13a6be4da41318" providerId="LiveId" clId="{AE0D5A33-5140-4BFF-AB3D-C96E4F300DCB}"/>
    <pc:docChg chg="undo custSel modSld">
      <pc:chgData name="Rosmin Elsa" userId="8f13a6be4da41318" providerId="LiveId" clId="{AE0D5A33-5140-4BFF-AB3D-C96E4F300DCB}" dt="2025-04-25T04:09:27.361" v="44" actId="20577"/>
      <pc:docMkLst>
        <pc:docMk/>
      </pc:docMkLst>
      <pc:sldChg chg="modSp mod">
        <pc:chgData name="Rosmin Elsa" userId="8f13a6be4da41318" providerId="LiveId" clId="{AE0D5A33-5140-4BFF-AB3D-C96E4F300DCB}" dt="2025-04-25T04:03:40.495" v="1" actId="6549"/>
        <pc:sldMkLst>
          <pc:docMk/>
          <pc:sldMk cId="2768732953" sldId="1697"/>
        </pc:sldMkLst>
        <pc:spChg chg="mod">
          <ac:chgData name="Rosmin Elsa" userId="8f13a6be4da41318" providerId="LiveId" clId="{AE0D5A33-5140-4BFF-AB3D-C96E4F300DCB}" dt="2025-04-25T04:03:40.495" v="1" actId="6549"/>
          <ac:spMkLst>
            <pc:docMk/>
            <pc:sldMk cId="2768732953" sldId="1697"/>
            <ac:spMk id="5" creationId="{026B7693-4F9F-8359-2A47-6935FBC77FCA}"/>
          </ac:spMkLst>
        </pc:spChg>
      </pc:sldChg>
      <pc:sldChg chg="modSp mod">
        <pc:chgData name="Rosmin Elsa" userId="8f13a6be4da41318" providerId="LiveId" clId="{AE0D5A33-5140-4BFF-AB3D-C96E4F300DCB}" dt="2025-04-25T04:04:46.501" v="6" actId="1076"/>
        <pc:sldMkLst>
          <pc:docMk/>
          <pc:sldMk cId="3840611579" sldId="1736"/>
        </pc:sldMkLst>
        <pc:spChg chg="mod">
          <ac:chgData name="Rosmin Elsa" userId="8f13a6be4da41318" providerId="LiveId" clId="{AE0D5A33-5140-4BFF-AB3D-C96E4F300DCB}" dt="2025-04-25T04:04:46.501" v="6" actId="1076"/>
          <ac:spMkLst>
            <pc:docMk/>
            <pc:sldMk cId="3840611579" sldId="1736"/>
            <ac:spMk id="3" creationId="{A1B386EF-806C-8EA8-C1A7-4A6ECD28C4FD}"/>
          </ac:spMkLst>
        </pc:spChg>
      </pc:sldChg>
      <pc:sldChg chg="modSp mod">
        <pc:chgData name="Rosmin Elsa" userId="8f13a6be4da41318" providerId="LiveId" clId="{AE0D5A33-5140-4BFF-AB3D-C96E4F300DCB}" dt="2025-04-25T04:04:16.246" v="3" actId="1076"/>
        <pc:sldMkLst>
          <pc:docMk/>
          <pc:sldMk cId="3605567078" sldId="1737"/>
        </pc:sldMkLst>
        <pc:spChg chg="mod">
          <ac:chgData name="Rosmin Elsa" userId="8f13a6be4da41318" providerId="LiveId" clId="{AE0D5A33-5140-4BFF-AB3D-C96E4F300DCB}" dt="2025-04-25T04:04:16.246" v="3" actId="1076"/>
          <ac:spMkLst>
            <pc:docMk/>
            <pc:sldMk cId="3605567078" sldId="1737"/>
            <ac:spMk id="3" creationId="{A3B232E8-4E3D-43D1-3295-6FCAC44E2D19}"/>
          </ac:spMkLst>
        </pc:spChg>
      </pc:sldChg>
      <pc:sldChg chg="modSp mod">
        <pc:chgData name="Rosmin Elsa" userId="8f13a6be4da41318" providerId="LiveId" clId="{AE0D5A33-5140-4BFF-AB3D-C96E4F300DCB}" dt="2025-04-25T04:04:28.420" v="4" actId="1076"/>
        <pc:sldMkLst>
          <pc:docMk/>
          <pc:sldMk cId="2521481144" sldId="1738"/>
        </pc:sldMkLst>
        <pc:spChg chg="mod">
          <ac:chgData name="Rosmin Elsa" userId="8f13a6be4da41318" providerId="LiveId" clId="{AE0D5A33-5140-4BFF-AB3D-C96E4F300DCB}" dt="2025-04-25T04:04:28.420" v="4" actId="1076"/>
          <ac:spMkLst>
            <pc:docMk/>
            <pc:sldMk cId="2521481144" sldId="1738"/>
            <ac:spMk id="3" creationId="{5DE940C9-B9D3-1573-9B93-0644DDFDDCCE}"/>
          </ac:spMkLst>
        </pc:spChg>
      </pc:sldChg>
      <pc:sldChg chg="modSp mod">
        <pc:chgData name="Rosmin Elsa" userId="8f13a6be4da41318" providerId="LiveId" clId="{AE0D5A33-5140-4BFF-AB3D-C96E4F300DCB}" dt="2025-04-25T04:04:38.847" v="5" actId="1076"/>
        <pc:sldMkLst>
          <pc:docMk/>
          <pc:sldMk cId="2792831605" sldId="1739"/>
        </pc:sldMkLst>
        <pc:spChg chg="mod">
          <ac:chgData name="Rosmin Elsa" userId="8f13a6be4da41318" providerId="LiveId" clId="{AE0D5A33-5140-4BFF-AB3D-C96E4F300DCB}" dt="2025-04-25T04:04:38.847" v="5" actId="1076"/>
          <ac:spMkLst>
            <pc:docMk/>
            <pc:sldMk cId="2792831605" sldId="1739"/>
            <ac:spMk id="3" creationId="{E7F9115C-D77D-CC44-D2B8-305BCBB71C59}"/>
          </ac:spMkLst>
        </pc:spChg>
      </pc:sldChg>
      <pc:sldChg chg="modSp mod">
        <pc:chgData name="Rosmin Elsa" userId="8f13a6be4da41318" providerId="LiveId" clId="{AE0D5A33-5140-4BFF-AB3D-C96E4F300DCB}" dt="2025-04-25T04:05:40.952" v="11" actId="20577"/>
        <pc:sldMkLst>
          <pc:docMk/>
          <pc:sldMk cId="3994283021" sldId="1740"/>
        </pc:sldMkLst>
        <pc:spChg chg="mod">
          <ac:chgData name="Rosmin Elsa" userId="8f13a6be4da41318" providerId="LiveId" clId="{AE0D5A33-5140-4BFF-AB3D-C96E4F300DCB}" dt="2025-04-25T04:05:40.952" v="11" actId="20577"/>
          <ac:spMkLst>
            <pc:docMk/>
            <pc:sldMk cId="3994283021" sldId="1740"/>
            <ac:spMk id="3" creationId="{06A1C59A-2389-E27C-D4AC-CEC5D2672F89}"/>
          </ac:spMkLst>
        </pc:spChg>
      </pc:sldChg>
      <pc:sldChg chg="modSp mod">
        <pc:chgData name="Rosmin Elsa" userId="8f13a6be4da41318" providerId="LiveId" clId="{AE0D5A33-5140-4BFF-AB3D-C96E4F300DCB}" dt="2025-04-25T04:05:45.900" v="12" actId="20577"/>
        <pc:sldMkLst>
          <pc:docMk/>
          <pc:sldMk cId="199191597" sldId="1741"/>
        </pc:sldMkLst>
        <pc:spChg chg="mod">
          <ac:chgData name="Rosmin Elsa" userId="8f13a6be4da41318" providerId="LiveId" clId="{AE0D5A33-5140-4BFF-AB3D-C96E4F300DCB}" dt="2025-04-25T04:05:45.900" v="12" actId="20577"/>
          <ac:spMkLst>
            <pc:docMk/>
            <pc:sldMk cId="199191597" sldId="1741"/>
            <ac:spMk id="3" creationId="{56F93395-ADFF-0D7B-B267-B300A8B90A5C}"/>
          </ac:spMkLst>
        </pc:spChg>
      </pc:sldChg>
      <pc:sldChg chg="modSp mod">
        <pc:chgData name="Rosmin Elsa" userId="8f13a6be4da41318" providerId="LiveId" clId="{AE0D5A33-5140-4BFF-AB3D-C96E4F300DCB}" dt="2025-04-25T04:05:55.007" v="14" actId="20577"/>
        <pc:sldMkLst>
          <pc:docMk/>
          <pc:sldMk cId="3045483442" sldId="1742"/>
        </pc:sldMkLst>
        <pc:spChg chg="mod">
          <ac:chgData name="Rosmin Elsa" userId="8f13a6be4da41318" providerId="LiveId" clId="{AE0D5A33-5140-4BFF-AB3D-C96E4F300DCB}" dt="2025-04-25T04:05:55.007" v="14" actId="20577"/>
          <ac:spMkLst>
            <pc:docMk/>
            <pc:sldMk cId="3045483442" sldId="1742"/>
            <ac:spMk id="3" creationId="{6AD3117D-A6E2-0776-9399-CDE2BEB4D611}"/>
          </ac:spMkLst>
        </pc:spChg>
      </pc:sldChg>
      <pc:sldChg chg="modSp mod">
        <pc:chgData name="Rosmin Elsa" userId="8f13a6be4da41318" providerId="LiveId" clId="{AE0D5A33-5140-4BFF-AB3D-C96E4F300DCB}" dt="2025-04-25T04:05:50.125" v="13" actId="20577"/>
        <pc:sldMkLst>
          <pc:docMk/>
          <pc:sldMk cId="4144455259" sldId="1743"/>
        </pc:sldMkLst>
        <pc:spChg chg="mod">
          <ac:chgData name="Rosmin Elsa" userId="8f13a6be4da41318" providerId="LiveId" clId="{AE0D5A33-5140-4BFF-AB3D-C96E4F300DCB}" dt="2025-04-25T04:05:50.125" v="13" actId="20577"/>
          <ac:spMkLst>
            <pc:docMk/>
            <pc:sldMk cId="4144455259" sldId="1743"/>
            <ac:spMk id="3" creationId="{98CB4FD4-7DEB-F534-C2A1-3EF575DB9E1F}"/>
          </ac:spMkLst>
        </pc:spChg>
      </pc:sldChg>
      <pc:sldChg chg="modSp mod">
        <pc:chgData name="Rosmin Elsa" userId="8f13a6be4da41318" providerId="LiveId" clId="{AE0D5A33-5140-4BFF-AB3D-C96E4F300DCB}" dt="2025-04-25T04:06:03.409" v="16" actId="20577"/>
        <pc:sldMkLst>
          <pc:docMk/>
          <pc:sldMk cId="2826993686" sldId="1744"/>
        </pc:sldMkLst>
        <pc:spChg chg="mod">
          <ac:chgData name="Rosmin Elsa" userId="8f13a6be4da41318" providerId="LiveId" clId="{AE0D5A33-5140-4BFF-AB3D-C96E4F300DCB}" dt="2025-04-25T04:06:03.409" v="16" actId="20577"/>
          <ac:spMkLst>
            <pc:docMk/>
            <pc:sldMk cId="2826993686" sldId="1744"/>
            <ac:spMk id="3" creationId="{D93591F6-AEC0-9329-693F-F00D08C59723}"/>
          </ac:spMkLst>
        </pc:spChg>
      </pc:sldChg>
      <pc:sldChg chg="modSp mod">
        <pc:chgData name="Rosmin Elsa" userId="8f13a6be4da41318" providerId="LiveId" clId="{AE0D5A33-5140-4BFF-AB3D-C96E4F300DCB}" dt="2025-04-25T04:06:10.757" v="18" actId="20577"/>
        <pc:sldMkLst>
          <pc:docMk/>
          <pc:sldMk cId="3870074213" sldId="1745"/>
        </pc:sldMkLst>
        <pc:spChg chg="mod">
          <ac:chgData name="Rosmin Elsa" userId="8f13a6be4da41318" providerId="LiveId" clId="{AE0D5A33-5140-4BFF-AB3D-C96E4F300DCB}" dt="2025-04-25T04:06:10.757" v="18" actId="20577"/>
          <ac:spMkLst>
            <pc:docMk/>
            <pc:sldMk cId="3870074213" sldId="1745"/>
            <ac:spMk id="3" creationId="{E44FDF62-FCAC-1FFD-966F-A162D8B888E0}"/>
          </ac:spMkLst>
        </pc:spChg>
      </pc:sldChg>
      <pc:sldChg chg="modSp mod">
        <pc:chgData name="Rosmin Elsa" userId="8f13a6be4da41318" providerId="LiveId" clId="{AE0D5A33-5140-4BFF-AB3D-C96E4F300DCB}" dt="2025-04-25T04:06:23.383" v="19" actId="1076"/>
        <pc:sldMkLst>
          <pc:docMk/>
          <pc:sldMk cId="2898199234" sldId="1746"/>
        </pc:sldMkLst>
        <pc:spChg chg="mod">
          <ac:chgData name="Rosmin Elsa" userId="8f13a6be4da41318" providerId="LiveId" clId="{AE0D5A33-5140-4BFF-AB3D-C96E4F300DCB}" dt="2025-04-25T04:06:23.383" v="19" actId="1076"/>
          <ac:spMkLst>
            <pc:docMk/>
            <pc:sldMk cId="2898199234" sldId="1746"/>
            <ac:spMk id="3" creationId="{AB0AE3D2-BED1-A750-BCBB-2E65A66F41DD}"/>
          </ac:spMkLst>
        </pc:spChg>
      </pc:sldChg>
      <pc:sldChg chg="modSp mod">
        <pc:chgData name="Rosmin Elsa" userId="8f13a6be4da41318" providerId="LiveId" clId="{AE0D5A33-5140-4BFF-AB3D-C96E4F300DCB}" dt="2025-04-25T04:07:38.824" v="29" actId="122"/>
        <pc:sldMkLst>
          <pc:docMk/>
          <pc:sldMk cId="2373137736" sldId="1748"/>
        </pc:sldMkLst>
        <pc:spChg chg="mod">
          <ac:chgData name="Rosmin Elsa" userId="8f13a6be4da41318" providerId="LiveId" clId="{AE0D5A33-5140-4BFF-AB3D-C96E4F300DCB}" dt="2025-04-25T04:07:38.824" v="29" actId="122"/>
          <ac:spMkLst>
            <pc:docMk/>
            <pc:sldMk cId="2373137736" sldId="1748"/>
            <ac:spMk id="3" creationId="{C117910F-1482-4652-1DFD-D1C3CDF706BA}"/>
          </ac:spMkLst>
        </pc:spChg>
      </pc:sldChg>
      <pc:sldChg chg="modSp mod">
        <pc:chgData name="Rosmin Elsa" userId="8f13a6be4da41318" providerId="LiveId" clId="{AE0D5A33-5140-4BFF-AB3D-C96E4F300DCB}" dt="2025-04-25T04:07:03.494" v="25" actId="1076"/>
        <pc:sldMkLst>
          <pc:docMk/>
          <pc:sldMk cId="1054115946" sldId="1749"/>
        </pc:sldMkLst>
        <pc:spChg chg="mod">
          <ac:chgData name="Rosmin Elsa" userId="8f13a6be4da41318" providerId="LiveId" clId="{AE0D5A33-5140-4BFF-AB3D-C96E4F300DCB}" dt="2025-04-25T04:07:03.494" v="25" actId="1076"/>
          <ac:spMkLst>
            <pc:docMk/>
            <pc:sldMk cId="1054115946" sldId="1749"/>
            <ac:spMk id="3" creationId="{AC3FC9F9-5A0C-A7EE-CB2B-A9C42993AD00}"/>
          </ac:spMkLst>
        </pc:spChg>
      </pc:sldChg>
      <pc:sldChg chg="modSp mod">
        <pc:chgData name="Rosmin Elsa" userId="8f13a6be4da41318" providerId="LiveId" clId="{AE0D5A33-5140-4BFF-AB3D-C96E4F300DCB}" dt="2025-04-25T04:07:20.031" v="27" actId="20577"/>
        <pc:sldMkLst>
          <pc:docMk/>
          <pc:sldMk cId="2646288963" sldId="1750"/>
        </pc:sldMkLst>
        <pc:spChg chg="mod">
          <ac:chgData name="Rosmin Elsa" userId="8f13a6be4da41318" providerId="LiveId" clId="{AE0D5A33-5140-4BFF-AB3D-C96E4F300DCB}" dt="2025-04-25T04:07:20.031" v="27" actId="20577"/>
          <ac:spMkLst>
            <pc:docMk/>
            <pc:sldMk cId="2646288963" sldId="1750"/>
            <ac:spMk id="3" creationId="{94FD870F-8956-156C-4D4C-A11DE4472773}"/>
          </ac:spMkLst>
        </pc:spChg>
      </pc:sldChg>
      <pc:sldChg chg="modSp mod">
        <pc:chgData name="Rosmin Elsa" userId="8f13a6be4da41318" providerId="LiveId" clId="{AE0D5A33-5140-4BFF-AB3D-C96E4F300DCB}" dt="2025-04-25T04:07:51.609" v="30" actId="1076"/>
        <pc:sldMkLst>
          <pc:docMk/>
          <pc:sldMk cId="2050755449" sldId="1751"/>
        </pc:sldMkLst>
        <pc:spChg chg="mod">
          <ac:chgData name="Rosmin Elsa" userId="8f13a6be4da41318" providerId="LiveId" clId="{AE0D5A33-5140-4BFF-AB3D-C96E4F300DCB}" dt="2025-04-25T04:07:51.609" v="30" actId="1076"/>
          <ac:spMkLst>
            <pc:docMk/>
            <pc:sldMk cId="2050755449" sldId="1751"/>
            <ac:spMk id="3" creationId="{7D52D05D-ADDE-99C9-CC68-4FF58CA7984E}"/>
          </ac:spMkLst>
        </pc:spChg>
      </pc:sldChg>
      <pc:sldChg chg="modSp mod">
        <pc:chgData name="Rosmin Elsa" userId="8f13a6be4da41318" providerId="LiveId" clId="{AE0D5A33-5140-4BFF-AB3D-C96E4F300DCB}" dt="2025-04-25T04:08:18.734" v="33" actId="1076"/>
        <pc:sldMkLst>
          <pc:docMk/>
          <pc:sldMk cId="2777111997" sldId="1752"/>
        </pc:sldMkLst>
        <pc:spChg chg="mod">
          <ac:chgData name="Rosmin Elsa" userId="8f13a6be4da41318" providerId="LiveId" clId="{AE0D5A33-5140-4BFF-AB3D-C96E4F300DCB}" dt="2025-04-25T04:08:18.734" v="33" actId="1076"/>
          <ac:spMkLst>
            <pc:docMk/>
            <pc:sldMk cId="2777111997" sldId="1752"/>
            <ac:spMk id="3" creationId="{79745949-72C6-E40D-82B6-7284994002B7}"/>
          </ac:spMkLst>
        </pc:spChg>
      </pc:sldChg>
      <pc:sldChg chg="modSp mod">
        <pc:chgData name="Rosmin Elsa" userId="8f13a6be4da41318" providerId="LiveId" clId="{AE0D5A33-5140-4BFF-AB3D-C96E4F300DCB}" dt="2025-04-25T04:08:34.893" v="37" actId="20577"/>
        <pc:sldMkLst>
          <pc:docMk/>
          <pc:sldMk cId="2033311550" sldId="1753"/>
        </pc:sldMkLst>
        <pc:spChg chg="mod">
          <ac:chgData name="Rosmin Elsa" userId="8f13a6be4da41318" providerId="LiveId" clId="{AE0D5A33-5140-4BFF-AB3D-C96E4F300DCB}" dt="2025-04-25T04:08:34.893" v="37" actId="20577"/>
          <ac:spMkLst>
            <pc:docMk/>
            <pc:sldMk cId="2033311550" sldId="1753"/>
            <ac:spMk id="3" creationId="{EB76ADD5-31B0-75EC-48A3-0FC54F961A49}"/>
          </ac:spMkLst>
        </pc:spChg>
      </pc:sldChg>
      <pc:sldChg chg="modSp mod">
        <pc:chgData name="Rosmin Elsa" userId="8f13a6be4da41318" providerId="LiveId" clId="{AE0D5A33-5140-4BFF-AB3D-C96E4F300DCB}" dt="2025-04-25T04:08:23.768" v="35" actId="20577"/>
        <pc:sldMkLst>
          <pc:docMk/>
          <pc:sldMk cId="1641478450" sldId="1754"/>
        </pc:sldMkLst>
        <pc:spChg chg="mod">
          <ac:chgData name="Rosmin Elsa" userId="8f13a6be4da41318" providerId="LiveId" clId="{AE0D5A33-5140-4BFF-AB3D-C96E4F300DCB}" dt="2025-04-25T04:08:23.768" v="35" actId="20577"/>
          <ac:spMkLst>
            <pc:docMk/>
            <pc:sldMk cId="1641478450" sldId="1754"/>
            <ac:spMk id="3" creationId="{3BD246F7-52E4-BF25-4207-E82257D95EEB}"/>
          </ac:spMkLst>
        </pc:spChg>
      </pc:sldChg>
      <pc:sldChg chg="modSp mod">
        <pc:chgData name="Rosmin Elsa" userId="8f13a6be4da41318" providerId="LiveId" clId="{AE0D5A33-5140-4BFF-AB3D-C96E4F300DCB}" dt="2025-04-25T04:09:13.112" v="41" actId="20577"/>
        <pc:sldMkLst>
          <pc:docMk/>
          <pc:sldMk cId="3066792844" sldId="1763"/>
        </pc:sldMkLst>
        <pc:spChg chg="mod">
          <ac:chgData name="Rosmin Elsa" userId="8f13a6be4da41318" providerId="LiveId" clId="{AE0D5A33-5140-4BFF-AB3D-C96E4F300DCB}" dt="2025-04-25T04:09:13.112" v="41" actId="20577"/>
          <ac:spMkLst>
            <pc:docMk/>
            <pc:sldMk cId="3066792844" sldId="1763"/>
            <ac:spMk id="3" creationId="{34FFE2CC-2F8A-D5DD-2331-F245D2422FDB}"/>
          </ac:spMkLst>
        </pc:spChg>
      </pc:sldChg>
      <pc:sldChg chg="modSp mod">
        <pc:chgData name="Rosmin Elsa" userId="8f13a6be4da41318" providerId="LiveId" clId="{AE0D5A33-5140-4BFF-AB3D-C96E4F300DCB}" dt="2025-04-25T04:09:06.274" v="39" actId="20577"/>
        <pc:sldMkLst>
          <pc:docMk/>
          <pc:sldMk cId="1889716058" sldId="1766"/>
        </pc:sldMkLst>
        <pc:spChg chg="mod">
          <ac:chgData name="Rosmin Elsa" userId="8f13a6be4da41318" providerId="LiveId" clId="{AE0D5A33-5140-4BFF-AB3D-C96E4F300DCB}" dt="2025-04-25T04:09:06.274" v="39" actId="20577"/>
          <ac:spMkLst>
            <pc:docMk/>
            <pc:sldMk cId="1889716058" sldId="1766"/>
            <ac:spMk id="3" creationId="{8242B303-AFA4-94F4-F871-5A8EC581D16A}"/>
          </ac:spMkLst>
        </pc:spChg>
      </pc:sldChg>
      <pc:sldChg chg="modSp mod">
        <pc:chgData name="Rosmin Elsa" userId="8f13a6be4da41318" providerId="LiveId" clId="{AE0D5A33-5140-4BFF-AB3D-C96E4F300DCB}" dt="2025-04-25T04:09:27.361" v="44" actId="20577"/>
        <pc:sldMkLst>
          <pc:docMk/>
          <pc:sldMk cId="3955984173" sldId="1767"/>
        </pc:sldMkLst>
        <pc:spChg chg="mod">
          <ac:chgData name="Rosmin Elsa" userId="8f13a6be4da41318" providerId="LiveId" clId="{AE0D5A33-5140-4BFF-AB3D-C96E4F300DCB}" dt="2025-04-25T04:09:27.361" v="44" actId="20577"/>
          <ac:spMkLst>
            <pc:docMk/>
            <pc:sldMk cId="3955984173" sldId="1767"/>
            <ac:spMk id="3" creationId="{38D0C9AA-7806-F10D-2CDB-3ABBF01D09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F014B5-3B06-B6EC-6977-3E7D2C7823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8E8415-EB4A-FEC1-D375-D3738EB33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99566-77EB-7F4F-949F-A9F7C7C44ACC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BE659-8F3F-5443-3CD2-67A0AD3342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F740D-A17C-ED14-952F-AEB963FA61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3098F-EC50-ED4F-A77A-F67DF55A0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50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365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640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024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27 April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2438415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Srishtavam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Daivame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298547" y="754135"/>
            <a:ext cx="42734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Srishtavam</a:t>
            </a:r>
            <a:r>
              <a:rPr lang="en-US" sz="2000" dirty="0"/>
              <a:t> </a:t>
            </a:r>
            <a:r>
              <a:rPr lang="en-US" sz="2000" dirty="0" err="1"/>
              <a:t>Daivame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Yeshuve</a:t>
            </a:r>
            <a:endParaRPr lang="en-US" sz="2000" dirty="0"/>
          </a:p>
          <a:p>
            <a:r>
              <a:rPr lang="en-US" sz="2000" dirty="0" err="1"/>
              <a:t>Nithyanam</a:t>
            </a:r>
            <a:r>
              <a:rPr lang="en-US" sz="2000" dirty="0"/>
              <a:t> </a:t>
            </a:r>
            <a:r>
              <a:rPr lang="en-US" sz="2000" dirty="0" err="1"/>
              <a:t>Daivame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Yeshuve</a:t>
            </a:r>
            <a:endParaRPr lang="en-US" sz="2000" dirty="0"/>
          </a:p>
          <a:p>
            <a:r>
              <a:rPr lang="en-US" sz="2000" dirty="0" err="1"/>
              <a:t>Unnathanam</a:t>
            </a:r>
            <a:r>
              <a:rPr lang="en-US" sz="2000" dirty="0"/>
              <a:t> </a:t>
            </a:r>
            <a:r>
              <a:rPr lang="en-US" sz="2000" dirty="0" err="1"/>
              <a:t>naayakane</a:t>
            </a:r>
            <a:r>
              <a:rPr lang="en-US" sz="2000" dirty="0"/>
              <a:t> </a:t>
            </a:r>
            <a:r>
              <a:rPr lang="en-US" sz="2000" dirty="0" err="1"/>
              <a:t>vandithanam</a:t>
            </a:r>
            <a:r>
              <a:rPr lang="en-US" sz="2000" dirty="0"/>
              <a:t> </a:t>
            </a:r>
            <a:r>
              <a:rPr lang="en-US" sz="2000" dirty="0" err="1"/>
              <a:t>naayakane</a:t>
            </a:r>
            <a:endParaRPr lang="en-US" sz="2000" dirty="0"/>
          </a:p>
          <a:p>
            <a:r>
              <a:rPr lang="en-US" sz="2000" dirty="0" err="1"/>
              <a:t>Soughyathin</a:t>
            </a:r>
            <a:r>
              <a:rPr lang="en-US" sz="2000" dirty="0"/>
              <a:t> </a:t>
            </a:r>
            <a:r>
              <a:rPr lang="en-US" sz="2000" dirty="0" err="1"/>
              <a:t>daayakane</a:t>
            </a:r>
            <a:r>
              <a:rPr lang="en-US" sz="2000" dirty="0"/>
              <a:t> </a:t>
            </a:r>
            <a:r>
              <a:rPr lang="en-US" sz="2000" dirty="0" err="1"/>
              <a:t>Karthaadhi</a:t>
            </a:r>
            <a:r>
              <a:rPr lang="en-US" sz="2000" dirty="0"/>
              <a:t> </a:t>
            </a:r>
            <a:r>
              <a:rPr lang="en-US" sz="2000" dirty="0" err="1"/>
              <a:t>Karthaave</a:t>
            </a:r>
            <a:endParaRPr lang="en-US" sz="2000" dirty="0"/>
          </a:p>
          <a:p>
            <a:r>
              <a:rPr lang="en-US" sz="2000" dirty="0" err="1"/>
              <a:t>Varunnu</a:t>
            </a:r>
            <a:r>
              <a:rPr lang="en-US" sz="2000" dirty="0"/>
              <a:t> </a:t>
            </a:r>
            <a:r>
              <a:rPr lang="en-US" sz="2000" dirty="0" err="1"/>
              <a:t>njan</a:t>
            </a:r>
            <a:r>
              <a:rPr lang="en-US" sz="2000" dirty="0"/>
              <a:t> </a:t>
            </a:r>
            <a:r>
              <a:rPr lang="en-US" sz="2000" dirty="0" err="1"/>
              <a:t>nin</a:t>
            </a:r>
            <a:r>
              <a:rPr lang="en-US" sz="2000" dirty="0"/>
              <a:t> </a:t>
            </a:r>
            <a:r>
              <a:rPr lang="en-US" sz="2000" dirty="0" err="1"/>
              <a:t>thiru</a:t>
            </a:r>
            <a:r>
              <a:rPr lang="en-US" sz="2000" dirty="0"/>
              <a:t> </a:t>
            </a:r>
            <a:r>
              <a:rPr lang="en-US" sz="2000" dirty="0" err="1"/>
              <a:t>sannidhiyil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Parishudhane</a:t>
            </a:r>
            <a:r>
              <a:rPr lang="en-US" sz="2000" dirty="0"/>
              <a:t> </a:t>
            </a:r>
            <a:r>
              <a:rPr lang="en-US" sz="2000" dirty="0" err="1"/>
              <a:t>Rajave</a:t>
            </a:r>
            <a:r>
              <a:rPr lang="en-US" sz="2000" dirty="0"/>
              <a:t> </a:t>
            </a:r>
            <a:r>
              <a:rPr lang="en-US" sz="2000" dirty="0" err="1"/>
              <a:t>ange</a:t>
            </a:r>
            <a:r>
              <a:rPr lang="en-US" sz="2000" dirty="0"/>
              <a:t> </a:t>
            </a:r>
            <a:r>
              <a:rPr lang="en-US" sz="2000" dirty="0" err="1"/>
              <a:t>vazhtheedunnitha</a:t>
            </a:r>
            <a:endParaRPr lang="en-US" sz="2000" dirty="0"/>
          </a:p>
          <a:p>
            <a:r>
              <a:rPr lang="en-US" sz="2000" dirty="0" err="1"/>
              <a:t>Veeranam</a:t>
            </a:r>
            <a:r>
              <a:rPr lang="en-US" sz="2000" dirty="0"/>
              <a:t> </a:t>
            </a:r>
            <a:r>
              <a:rPr lang="en-US" sz="2000" dirty="0" err="1"/>
              <a:t>daivame</a:t>
            </a:r>
            <a:r>
              <a:rPr lang="en-US" sz="2000" dirty="0"/>
              <a:t> </a:t>
            </a:r>
            <a:r>
              <a:rPr lang="en-US" sz="2000" dirty="0" err="1"/>
              <a:t>ange</a:t>
            </a:r>
            <a:r>
              <a:rPr lang="en-US" sz="2000" dirty="0"/>
              <a:t> </a:t>
            </a:r>
            <a:r>
              <a:rPr lang="en-US" sz="2000" dirty="0" err="1"/>
              <a:t>namicheedunne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1 of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9258F-F655-A304-159A-DCF640E64A09}"/>
              </a:ext>
            </a:extLst>
          </p:cNvPr>
          <p:cNvSpPr txBox="1"/>
          <p:nvPr/>
        </p:nvSpPr>
        <p:spPr>
          <a:xfrm>
            <a:off x="4572000" y="754134"/>
            <a:ext cx="42734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My Jesus, God of all creation</a:t>
            </a:r>
          </a:p>
          <a:p>
            <a:r>
              <a:rPr lang="en-US" sz="2000" dirty="0"/>
              <a:t>My Jesus, eternal God</a:t>
            </a:r>
          </a:p>
          <a:p>
            <a:r>
              <a:rPr lang="en-US" sz="2000" dirty="0"/>
              <a:t>Our highest authority and revered Master</a:t>
            </a:r>
          </a:p>
          <a:p>
            <a:r>
              <a:rPr lang="en-US" sz="2000" dirty="0"/>
              <a:t>Our healer and Lord of lords</a:t>
            </a:r>
          </a:p>
          <a:p>
            <a:r>
              <a:rPr lang="en-US" sz="2000" dirty="0"/>
              <a:t>I come unto your holy presence</a:t>
            </a:r>
          </a:p>
          <a:p>
            <a:endParaRPr lang="en-US" sz="2000" dirty="0"/>
          </a:p>
          <a:p>
            <a:r>
              <a:rPr lang="en-US" sz="2000" dirty="0"/>
              <a:t>O holy One, our King, we praise You</a:t>
            </a:r>
          </a:p>
          <a:p>
            <a:r>
              <a:rPr lang="en-US" sz="2000" dirty="0"/>
              <a:t>Our mighty God, we bow before You</a:t>
            </a:r>
          </a:p>
        </p:txBody>
      </p:sp>
    </p:spTree>
    <p:extLst>
      <p:ext uri="{BB962C8B-B14F-4D97-AF65-F5344CB8AC3E}">
        <p14:creationId xmlns:p14="http://schemas.microsoft.com/office/powerpoint/2010/main" val="80921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FDA4-6D2D-DF6E-B681-CC61075F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9766-6EE4-7A34-1005-C7434D2B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Srishtavam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Daivame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B7BEBCC-DB90-4FB9-AFDD-05BCEA36CD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0FE727-D5CB-8CE0-9CED-10664CC0C5E9}"/>
              </a:ext>
            </a:extLst>
          </p:cNvPr>
          <p:cNvSpPr txBox="1"/>
          <p:nvPr/>
        </p:nvSpPr>
        <p:spPr>
          <a:xfrm>
            <a:off x="298547" y="754135"/>
            <a:ext cx="42734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Avanente</a:t>
            </a:r>
            <a:r>
              <a:rPr lang="en-US" sz="2000" dirty="0"/>
              <a:t> </a:t>
            </a:r>
            <a:r>
              <a:rPr lang="en-US" sz="2000" dirty="0" err="1"/>
              <a:t>shailavum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kottayum</a:t>
            </a:r>
            <a:endParaRPr lang="en-US" sz="2000" dirty="0"/>
          </a:p>
          <a:p>
            <a:r>
              <a:rPr lang="en-US" sz="2000" dirty="0" err="1"/>
              <a:t>Avanente</a:t>
            </a:r>
            <a:r>
              <a:rPr lang="en-US" sz="2000" dirty="0"/>
              <a:t> </a:t>
            </a:r>
            <a:r>
              <a:rPr lang="en-US" sz="2000" dirty="0" err="1"/>
              <a:t>rakshayum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aashrayam</a:t>
            </a:r>
            <a:endParaRPr lang="en-US" sz="2000" dirty="0"/>
          </a:p>
          <a:p>
            <a:r>
              <a:rPr lang="en-US" sz="2000" dirty="0"/>
              <a:t>En </a:t>
            </a:r>
            <a:r>
              <a:rPr lang="en-US" sz="2000" dirty="0" err="1"/>
              <a:t>paarayaakunnavan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parichayaakunnavan</a:t>
            </a:r>
            <a:endParaRPr lang="en-US" sz="2000" dirty="0"/>
          </a:p>
          <a:p>
            <a:r>
              <a:rPr lang="en-US" sz="2000" dirty="0" err="1"/>
              <a:t>Avanente</a:t>
            </a:r>
            <a:r>
              <a:rPr lang="en-US" sz="2000" dirty="0"/>
              <a:t> </a:t>
            </a:r>
            <a:r>
              <a:rPr lang="en-US" sz="2000" dirty="0" err="1"/>
              <a:t>upanidhiye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Parishudhane</a:t>
            </a:r>
            <a:r>
              <a:rPr lang="en-US" sz="2000" dirty="0"/>
              <a:t> </a:t>
            </a:r>
            <a:r>
              <a:rPr lang="en-US" sz="2000" dirty="0" err="1"/>
              <a:t>Rajave</a:t>
            </a:r>
            <a:r>
              <a:rPr lang="en-US" sz="2000" dirty="0"/>
              <a:t> </a:t>
            </a:r>
            <a:r>
              <a:rPr lang="en-US" sz="2000" dirty="0" err="1"/>
              <a:t>ange</a:t>
            </a:r>
            <a:r>
              <a:rPr lang="en-US" sz="2000" dirty="0"/>
              <a:t> </a:t>
            </a:r>
            <a:r>
              <a:rPr lang="en-US" sz="2000" dirty="0" err="1"/>
              <a:t>vazhtheedunnitha</a:t>
            </a:r>
            <a:endParaRPr lang="en-US" sz="2000" dirty="0"/>
          </a:p>
          <a:p>
            <a:r>
              <a:rPr lang="en-US" sz="2000" dirty="0" err="1"/>
              <a:t>Veeranam</a:t>
            </a:r>
            <a:r>
              <a:rPr lang="en-US" sz="2000" dirty="0"/>
              <a:t> </a:t>
            </a:r>
            <a:r>
              <a:rPr lang="en-US" sz="2000" dirty="0" err="1"/>
              <a:t>daivame</a:t>
            </a:r>
            <a:r>
              <a:rPr lang="en-US" sz="2000" dirty="0"/>
              <a:t> </a:t>
            </a:r>
            <a:r>
              <a:rPr lang="en-US" sz="2000" dirty="0" err="1"/>
              <a:t>ange</a:t>
            </a:r>
            <a:r>
              <a:rPr lang="en-US" sz="2000" dirty="0"/>
              <a:t> </a:t>
            </a:r>
            <a:r>
              <a:rPr lang="en-US" sz="2000" dirty="0" err="1"/>
              <a:t>namicheedunne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7AA39-5114-1312-40D2-630C41254D4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2324E-B429-67D3-B4C9-12FE89BCB6C0}"/>
              </a:ext>
            </a:extLst>
          </p:cNvPr>
          <p:cNvSpPr txBox="1"/>
          <p:nvPr/>
        </p:nvSpPr>
        <p:spPr>
          <a:xfrm>
            <a:off x="4572000" y="754135"/>
            <a:ext cx="427345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He is my rock and my fortress</a:t>
            </a:r>
          </a:p>
          <a:p>
            <a:r>
              <a:rPr lang="en-US" sz="2000" dirty="0"/>
              <a:t>He is my </a:t>
            </a:r>
            <a:r>
              <a:rPr lang="en-US" sz="2000" dirty="0" err="1"/>
              <a:t>saviour</a:t>
            </a:r>
            <a:r>
              <a:rPr lang="en-US" sz="2000" dirty="0"/>
              <a:t> and my refuge</a:t>
            </a:r>
          </a:p>
          <a:p>
            <a:r>
              <a:rPr lang="en-US" sz="2000" dirty="0"/>
              <a:t>He is my rock and my shield, and my portion</a:t>
            </a:r>
          </a:p>
          <a:p>
            <a:endParaRPr lang="en-US" sz="2000" dirty="0"/>
          </a:p>
          <a:p>
            <a:r>
              <a:rPr lang="en-US" sz="2000" dirty="0"/>
              <a:t>O holy One, our King, we praise You</a:t>
            </a:r>
          </a:p>
          <a:p>
            <a:r>
              <a:rPr lang="en-US" sz="2000" dirty="0"/>
              <a:t>Our mighty God, we bow before You</a:t>
            </a:r>
          </a:p>
        </p:txBody>
      </p:sp>
    </p:spTree>
    <p:extLst>
      <p:ext uri="{BB962C8B-B14F-4D97-AF65-F5344CB8AC3E}">
        <p14:creationId xmlns:p14="http://schemas.microsoft.com/office/powerpoint/2010/main" val="2440787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AC0EB-8476-9E4A-755A-5237471D4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7DE63-2057-892B-A4BB-F1623C01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Srishtavam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Daivame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7FC13F-F404-21BE-2366-F028C6D0BE0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67C93-F47F-0420-6200-03CE3FCF21A4}"/>
              </a:ext>
            </a:extLst>
          </p:cNvPr>
          <p:cNvSpPr txBox="1"/>
          <p:nvPr/>
        </p:nvSpPr>
        <p:spPr>
          <a:xfrm>
            <a:off x="298547" y="754135"/>
            <a:ext cx="42734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Nin </a:t>
            </a:r>
            <a:r>
              <a:rPr lang="en-US" sz="2000" dirty="0" err="1"/>
              <a:t>hitham</a:t>
            </a:r>
            <a:r>
              <a:rPr lang="en-US" sz="2000" dirty="0"/>
              <a:t> </a:t>
            </a:r>
            <a:r>
              <a:rPr lang="en-US" sz="2000" dirty="0" err="1"/>
              <a:t>polenne</a:t>
            </a:r>
            <a:r>
              <a:rPr lang="en-US" sz="2000" dirty="0"/>
              <a:t> </a:t>
            </a:r>
            <a:r>
              <a:rPr lang="en-US" sz="2000" dirty="0" err="1"/>
              <a:t>nadathane</a:t>
            </a:r>
            <a:endParaRPr lang="en-US" sz="2000" dirty="0"/>
          </a:p>
          <a:p>
            <a:r>
              <a:rPr lang="en-US" sz="2000" dirty="0" err="1"/>
              <a:t>Pokenda</a:t>
            </a:r>
            <a:r>
              <a:rPr lang="en-US" sz="2000" dirty="0"/>
              <a:t> </a:t>
            </a:r>
            <a:r>
              <a:rPr lang="en-US" sz="2000" dirty="0" err="1"/>
              <a:t>vazhiyenne</a:t>
            </a:r>
            <a:r>
              <a:rPr lang="en-US" sz="2000" dirty="0"/>
              <a:t> </a:t>
            </a:r>
            <a:r>
              <a:rPr lang="en-US" sz="2000" dirty="0" err="1"/>
              <a:t>kaanikkane</a:t>
            </a:r>
            <a:endParaRPr lang="en-US" sz="2000" dirty="0"/>
          </a:p>
          <a:p>
            <a:r>
              <a:rPr lang="en-US" sz="2000" dirty="0" err="1"/>
              <a:t>Koorirulayaalum</a:t>
            </a:r>
            <a:r>
              <a:rPr lang="en-US" sz="2000" dirty="0"/>
              <a:t> </a:t>
            </a:r>
            <a:r>
              <a:rPr lang="en-US" sz="2000" dirty="0" err="1"/>
              <a:t>thaazhvarayayaalum</a:t>
            </a:r>
            <a:endParaRPr lang="en-US" sz="2000" dirty="0"/>
          </a:p>
          <a:p>
            <a:r>
              <a:rPr lang="en-US" sz="2000" dirty="0"/>
              <a:t>En </a:t>
            </a:r>
            <a:r>
              <a:rPr lang="en-US" sz="2000" dirty="0" err="1"/>
              <a:t>koode</a:t>
            </a:r>
            <a:r>
              <a:rPr lang="en-US" sz="2000" dirty="0"/>
              <a:t> </a:t>
            </a:r>
            <a:r>
              <a:rPr lang="en-US" sz="2000" dirty="0" err="1"/>
              <a:t>irikkunnone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Parishudhane</a:t>
            </a:r>
            <a:r>
              <a:rPr lang="en-US" sz="2000" dirty="0"/>
              <a:t> </a:t>
            </a:r>
            <a:r>
              <a:rPr lang="en-US" sz="2000" dirty="0" err="1"/>
              <a:t>Rajave</a:t>
            </a:r>
            <a:r>
              <a:rPr lang="en-US" sz="2000" dirty="0"/>
              <a:t> </a:t>
            </a:r>
            <a:r>
              <a:rPr lang="en-US" sz="2000" dirty="0" err="1"/>
              <a:t>ange</a:t>
            </a:r>
            <a:r>
              <a:rPr lang="en-US" sz="2000" dirty="0"/>
              <a:t> </a:t>
            </a:r>
            <a:r>
              <a:rPr lang="en-US" sz="2000" dirty="0" err="1"/>
              <a:t>vazhtheedunnitha</a:t>
            </a:r>
            <a:endParaRPr lang="en-US" sz="2000" dirty="0"/>
          </a:p>
          <a:p>
            <a:r>
              <a:rPr lang="en-US" sz="2000" dirty="0" err="1"/>
              <a:t>Veeranam</a:t>
            </a:r>
            <a:r>
              <a:rPr lang="en-US" sz="2000" dirty="0"/>
              <a:t> </a:t>
            </a:r>
            <a:r>
              <a:rPr lang="en-US" sz="2000" dirty="0" err="1"/>
              <a:t>daivame</a:t>
            </a:r>
            <a:r>
              <a:rPr lang="en-US" sz="2000" dirty="0"/>
              <a:t> </a:t>
            </a:r>
            <a:r>
              <a:rPr lang="en-US" sz="2000" dirty="0" err="1"/>
              <a:t>ange</a:t>
            </a:r>
            <a:r>
              <a:rPr lang="en-US" sz="2000" dirty="0"/>
              <a:t> </a:t>
            </a:r>
            <a:r>
              <a:rPr lang="en-US" sz="2000" dirty="0" err="1"/>
              <a:t>namicheedunne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9FF4B-3552-A397-C06B-20779B59921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97A25-D195-05B4-513E-1A9FC7F6DDE8}"/>
              </a:ext>
            </a:extLst>
          </p:cNvPr>
          <p:cNvSpPr txBox="1"/>
          <p:nvPr/>
        </p:nvSpPr>
        <p:spPr>
          <a:xfrm>
            <a:off x="4572000" y="754135"/>
            <a:ext cx="42734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Help me walk according to Your will</a:t>
            </a:r>
          </a:p>
          <a:p>
            <a:r>
              <a:rPr lang="en-US" sz="2000" dirty="0"/>
              <a:t>Show me the path I should take</a:t>
            </a:r>
          </a:p>
          <a:p>
            <a:r>
              <a:rPr lang="en-US" sz="2000" dirty="0"/>
              <a:t>Whether in the darkness or the deep valley, You are always right beside me</a:t>
            </a:r>
          </a:p>
          <a:p>
            <a:endParaRPr lang="en-US" sz="2000" dirty="0"/>
          </a:p>
          <a:p>
            <a:r>
              <a:rPr lang="en-US" sz="2000" dirty="0"/>
              <a:t>O holy One, our King, we praise You</a:t>
            </a:r>
          </a:p>
          <a:p>
            <a:r>
              <a:rPr lang="en-US" sz="2000" dirty="0"/>
              <a:t>Our mighty God, we bow before You</a:t>
            </a:r>
          </a:p>
        </p:txBody>
      </p:sp>
    </p:spTree>
    <p:extLst>
      <p:ext uri="{BB962C8B-B14F-4D97-AF65-F5344CB8AC3E}">
        <p14:creationId xmlns:p14="http://schemas.microsoft.com/office/powerpoint/2010/main" val="262838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287A-9363-227A-ACF3-2DD1A413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69E3-DC90-B003-2A61-0AC57E9B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317B350-E421-0F5B-C87A-4E86220DD4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F871A-E7AB-F9F4-AF44-155635F7B305}"/>
              </a:ext>
            </a:extLst>
          </p:cNvPr>
          <p:cNvSpPr txBox="1"/>
          <p:nvPr/>
        </p:nvSpPr>
        <p:spPr>
          <a:xfrm>
            <a:off x="367259" y="619185"/>
            <a:ext cx="84094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thousand generations falling down in worship</a:t>
            </a:r>
          </a:p>
          <a:p>
            <a:r>
              <a:rPr lang="en-US" dirty="0"/>
              <a:t>To sing the song of ages to the Lamb</a:t>
            </a:r>
          </a:p>
          <a:p>
            <a:r>
              <a:rPr lang="en-US" dirty="0"/>
              <a:t>And all who've gone before us and all who will believe</a:t>
            </a:r>
          </a:p>
          <a:p>
            <a:r>
              <a:rPr lang="en-US" dirty="0"/>
              <a:t>Will sing the song of ages to the Lamb</a:t>
            </a:r>
          </a:p>
          <a:p>
            <a:endParaRPr lang="en-US" dirty="0"/>
          </a:p>
          <a:p>
            <a:r>
              <a:rPr lang="en-US" dirty="0"/>
              <a:t>Your name is the highest</a:t>
            </a:r>
          </a:p>
          <a:p>
            <a:r>
              <a:rPr lang="en-US" dirty="0"/>
              <a:t>Your name is the greatest</a:t>
            </a:r>
          </a:p>
          <a:p>
            <a:r>
              <a:rPr lang="en-US" dirty="0"/>
              <a:t>Your name stands above them all</a:t>
            </a:r>
          </a:p>
          <a:p>
            <a:r>
              <a:rPr lang="en-US" dirty="0"/>
              <a:t>All thrones and dominions</a:t>
            </a:r>
          </a:p>
          <a:p>
            <a:r>
              <a:rPr lang="en-US" dirty="0"/>
              <a:t>All powers and positions</a:t>
            </a:r>
          </a:p>
          <a:p>
            <a:r>
              <a:rPr lang="en-US" dirty="0"/>
              <a:t>Your name stands above them all</a:t>
            </a:r>
          </a:p>
          <a:p>
            <a:endParaRPr lang="en-US" dirty="0"/>
          </a:p>
          <a:p>
            <a:r>
              <a:rPr lang="en-US" dirty="0"/>
              <a:t>And the angels cry, Holy</a:t>
            </a:r>
          </a:p>
          <a:p>
            <a:r>
              <a:rPr lang="en-US" dirty="0"/>
              <a:t>All creation cries, Holy</a:t>
            </a:r>
          </a:p>
          <a:p>
            <a:r>
              <a:rPr lang="en-US" dirty="0"/>
              <a:t>You are lifted high, Holy</a:t>
            </a:r>
          </a:p>
          <a:p>
            <a:r>
              <a:rPr lang="en-US" dirty="0"/>
              <a:t>Holy forever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43565-BB21-0F44-1AE9-E884007AD3F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400" dirty="0"/>
              <a:t>2 </a:t>
            </a:r>
            <a:r>
              <a:rPr lang="en-US" sz="1400" dirty="0"/>
              <a:t>of 3</a:t>
            </a:r>
          </a:p>
        </p:txBody>
      </p:sp>
    </p:spTree>
    <p:extLst>
      <p:ext uri="{BB962C8B-B14F-4D97-AF65-F5344CB8AC3E}">
        <p14:creationId xmlns:p14="http://schemas.microsoft.com/office/powerpoint/2010/main" val="14001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ABE88-89AF-7021-EEFE-A840BB65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F6223-CF01-830F-C88F-BA13A7AF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3296BE3-CE76-E7B4-2889-0BBFC9AD203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857EC-65C9-17E8-B20F-25AC099E321B}"/>
              </a:ext>
            </a:extLst>
          </p:cNvPr>
          <p:cNvSpPr txBox="1"/>
          <p:nvPr/>
        </p:nvSpPr>
        <p:spPr>
          <a:xfrm>
            <a:off x="367259" y="619185"/>
            <a:ext cx="84094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you've been forgiven and if you've been redeemed</a:t>
            </a:r>
          </a:p>
          <a:p>
            <a:r>
              <a:rPr lang="en-US" dirty="0"/>
              <a:t>Sing the song forever to the Lamb</a:t>
            </a:r>
          </a:p>
          <a:p>
            <a:r>
              <a:rPr lang="en-US" dirty="0"/>
              <a:t>If you walk in freedom and if you bear His name</a:t>
            </a:r>
          </a:p>
          <a:p>
            <a:r>
              <a:rPr lang="en-US" dirty="0"/>
              <a:t>Sing the song forever to the Lamb</a:t>
            </a:r>
          </a:p>
          <a:p>
            <a:r>
              <a:rPr lang="en-US" dirty="0"/>
              <a:t>We'll sing the song forever and amen</a:t>
            </a:r>
          </a:p>
          <a:p>
            <a:endParaRPr lang="en-US" dirty="0"/>
          </a:p>
          <a:p>
            <a:r>
              <a:rPr lang="en-US" dirty="0"/>
              <a:t>And the angels cry, Holy</a:t>
            </a:r>
          </a:p>
          <a:p>
            <a:r>
              <a:rPr lang="en-US" dirty="0"/>
              <a:t>All creation cries, Holy</a:t>
            </a:r>
          </a:p>
          <a:p>
            <a:r>
              <a:rPr lang="en-US" dirty="0"/>
              <a:t>You are lifted high, Holy</a:t>
            </a:r>
          </a:p>
          <a:p>
            <a:r>
              <a:rPr lang="en-US" dirty="0"/>
              <a:t>Holy forever</a:t>
            </a:r>
          </a:p>
          <a:p>
            <a:r>
              <a:rPr lang="en-US" dirty="0"/>
              <a:t>Hear your people sing, Holy</a:t>
            </a:r>
          </a:p>
          <a:p>
            <a:r>
              <a:rPr lang="en-US" dirty="0"/>
              <a:t>To the King of Kings, Holy</a:t>
            </a:r>
          </a:p>
          <a:p>
            <a:r>
              <a:rPr lang="en-US" dirty="0"/>
              <a:t>You will always be, Holy</a:t>
            </a:r>
          </a:p>
          <a:p>
            <a:r>
              <a:rPr lang="en-US" dirty="0"/>
              <a:t>Holy forever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6F372-992A-5505-8E10-95F0E7D05EF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400" dirty="0"/>
              <a:t>2 </a:t>
            </a:r>
            <a:r>
              <a:rPr lang="en-US" sz="1400" dirty="0"/>
              <a:t>of 3</a:t>
            </a:r>
          </a:p>
        </p:txBody>
      </p:sp>
    </p:spTree>
    <p:extLst>
      <p:ext uri="{BB962C8B-B14F-4D97-AF65-F5344CB8AC3E}">
        <p14:creationId xmlns:p14="http://schemas.microsoft.com/office/powerpoint/2010/main" val="4002190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33EA1-B43F-9A67-13F9-51089AC6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3A6E-39F0-87ED-6D9A-BB5ACB50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Holy Forever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96BFAA1-8216-04F9-DA7C-A437FC6C92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DB528-A02A-7913-4AFF-52F9C24A1B96}"/>
              </a:ext>
            </a:extLst>
          </p:cNvPr>
          <p:cNvSpPr txBox="1"/>
          <p:nvPr/>
        </p:nvSpPr>
        <p:spPr>
          <a:xfrm>
            <a:off x="367259" y="619185"/>
            <a:ext cx="840948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Your name is the highest</a:t>
            </a:r>
          </a:p>
          <a:p>
            <a:r>
              <a:rPr lang="en-US" sz="1600" dirty="0"/>
              <a:t>Your name is the greatest</a:t>
            </a:r>
          </a:p>
          <a:p>
            <a:r>
              <a:rPr lang="en-US" sz="1600" dirty="0"/>
              <a:t>Your name stands above them all</a:t>
            </a:r>
          </a:p>
          <a:p>
            <a:r>
              <a:rPr lang="en-US" sz="1600" dirty="0"/>
              <a:t>All thrones and dominions</a:t>
            </a:r>
          </a:p>
          <a:p>
            <a:r>
              <a:rPr lang="en-US" sz="1600" dirty="0"/>
              <a:t>All powers and positions</a:t>
            </a:r>
          </a:p>
          <a:p>
            <a:r>
              <a:rPr lang="en-US" sz="1600" dirty="0"/>
              <a:t>Your name stands above them all</a:t>
            </a:r>
          </a:p>
          <a:p>
            <a:endParaRPr lang="en-US" sz="1600" dirty="0"/>
          </a:p>
          <a:p>
            <a:r>
              <a:rPr lang="en-US" sz="1600" dirty="0"/>
              <a:t>And the angels cry, Holy</a:t>
            </a:r>
          </a:p>
          <a:p>
            <a:r>
              <a:rPr lang="en-US" sz="1600" dirty="0"/>
              <a:t>All creation cries, Holy</a:t>
            </a:r>
          </a:p>
          <a:p>
            <a:r>
              <a:rPr lang="en-US" sz="1600" dirty="0"/>
              <a:t>You are lifted high, Holy</a:t>
            </a:r>
          </a:p>
          <a:p>
            <a:r>
              <a:rPr lang="en-US" sz="1600" dirty="0"/>
              <a:t>Holy forever (forever)</a:t>
            </a:r>
          </a:p>
          <a:p>
            <a:r>
              <a:rPr lang="en-US" sz="1600" dirty="0"/>
              <a:t>Hear your people sing, (we will sing) Holy</a:t>
            </a:r>
          </a:p>
          <a:p>
            <a:r>
              <a:rPr lang="en-US" sz="1600" dirty="0"/>
              <a:t>To the King of Kings, (holy) Holy (holy is the Lord)</a:t>
            </a:r>
          </a:p>
          <a:p>
            <a:r>
              <a:rPr lang="en-US" sz="1600" dirty="0"/>
              <a:t>You will always be, Holy</a:t>
            </a:r>
          </a:p>
          <a:p>
            <a:r>
              <a:rPr lang="en-US" sz="1600" dirty="0"/>
              <a:t>Holy forever</a:t>
            </a:r>
          </a:p>
          <a:p>
            <a:r>
              <a:rPr lang="en-US" sz="1600" dirty="0"/>
              <a:t>You will always be, Holy</a:t>
            </a:r>
          </a:p>
          <a:p>
            <a:r>
              <a:rPr lang="en-US" sz="1600" dirty="0"/>
              <a:t>Holy forever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8B583F-F120-9FD0-9E9F-E531B5AC1E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400" dirty="0"/>
              <a:t>2 </a:t>
            </a:r>
            <a:r>
              <a:rPr lang="en-US" sz="1400" dirty="0"/>
              <a:t>of 3</a:t>
            </a:r>
          </a:p>
        </p:txBody>
      </p:sp>
    </p:spTree>
    <p:extLst>
      <p:ext uri="{BB962C8B-B14F-4D97-AF65-F5344CB8AC3E}">
        <p14:creationId xmlns:p14="http://schemas.microsoft.com/office/powerpoint/2010/main" val="337446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3D4C-583F-FE13-A11E-588734A40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4C0B-F2A1-9B0A-481F-683D3620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Sarva </a:t>
            </a:r>
            <a:r>
              <a:rPr lang="en-US" dirty="0" err="1">
                <a:solidFill>
                  <a:schemeClr val="bg1"/>
                </a:solidFill>
              </a:rPr>
              <a:t>nanmakalkkum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E4C2426-4CF9-3C46-2F29-44E8D7ADB87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A6E80-569C-BA47-A77B-0D516856EBE6}"/>
              </a:ext>
            </a:extLst>
          </p:cNvPr>
          <p:cNvSpPr txBox="1"/>
          <p:nvPr/>
        </p:nvSpPr>
        <p:spPr>
          <a:xfrm>
            <a:off x="298547" y="754135"/>
            <a:ext cx="427345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Sarvananmakalkkum</a:t>
            </a:r>
            <a:r>
              <a:rPr lang="en-US" sz="2000" dirty="0"/>
              <a:t> </a:t>
            </a:r>
            <a:r>
              <a:rPr lang="en-US" sz="2000" dirty="0" err="1"/>
              <a:t>sarvadaanangalkkum</a:t>
            </a:r>
            <a:endParaRPr lang="en-US" sz="2000" dirty="0"/>
          </a:p>
          <a:p>
            <a:r>
              <a:rPr lang="en-US" sz="2000" dirty="0" err="1"/>
              <a:t>Uravidamam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Yeshuve</a:t>
            </a:r>
            <a:endParaRPr lang="en-US" sz="2000" dirty="0"/>
          </a:p>
          <a:p>
            <a:r>
              <a:rPr lang="en-US" sz="2000" dirty="0"/>
              <a:t>Ange </a:t>
            </a:r>
            <a:r>
              <a:rPr lang="en-US" sz="2000" dirty="0" err="1"/>
              <a:t>njan</a:t>
            </a:r>
            <a:r>
              <a:rPr lang="en-US" sz="2000" dirty="0"/>
              <a:t> </a:t>
            </a:r>
            <a:r>
              <a:rPr lang="en-US" sz="2000" dirty="0" err="1"/>
              <a:t>sthuthichidunnu</a:t>
            </a:r>
            <a:endParaRPr lang="en-US" sz="2000" dirty="0"/>
          </a:p>
          <a:p>
            <a:r>
              <a:rPr lang="en-US" sz="2000" dirty="0" err="1"/>
              <a:t>Dinavum</a:t>
            </a:r>
            <a:r>
              <a:rPr lang="en-US" sz="2000" dirty="0"/>
              <a:t> </a:t>
            </a:r>
            <a:r>
              <a:rPr lang="en-US" sz="2000" dirty="0" err="1"/>
              <a:t>parane</a:t>
            </a:r>
            <a:r>
              <a:rPr lang="en-US" sz="2000" dirty="0"/>
              <a:t> </a:t>
            </a:r>
            <a:r>
              <a:rPr lang="en-US" sz="2000" dirty="0" err="1"/>
              <a:t>nanniyaal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Aazhiyaazhathil</a:t>
            </a:r>
            <a:r>
              <a:rPr lang="en-US" sz="2000" dirty="0"/>
              <a:t> </a:t>
            </a:r>
            <a:r>
              <a:rPr lang="en-US" sz="2000" dirty="0" err="1"/>
              <a:t>njan</a:t>
            </a:r>
            <a:r>
              <a:rPr lang="en-US" sz="2000" dirty="0"/>
              <a:t> </a:t>
            </a:r>
            <a:r>
              <a:rPr lang="en-US" sz="2000" dirty="0" err="1"/>
              <a:t>kidannu</a:t>
            </a:r>
            <a:endParaRPr lang="en-US" sz="2000" dirty="0"/>
          </a:p>
          <a:p>
            <a:r>
              <a:rPr lang="en-US" sz="2000" dirty="0" err="1"/>
              <a:t>Koorirul</a:t>
            </a:r>
            <a:r>
              <a:rPr lang="en-US" sz="2000" dirty="0"/>
              <a:t> </a:t>
            </a:r>
            <a:r>
              <a:rPr lang="en-US" sz="2000" dirty="0" err="1"/>
              <a:t>enne</a:t>
            </a:r>
            <a:r>
              <a:rPr lang="en-US" sz="2000" dirty="0"/>
              <a:t> </a:t>
            </a:r>
            <a:r>
              <a:rPr lang="en-US" sz="2000" dirty="0" err="1"/>
              <a:t>marapidichchu</a:t>
            </a:r>
            <a:endParaRPr lang="en-US" sz="2000" dirty="0"/>
          </a:p>
          <a:p>
            <a:r>
              <a:rPr lang="en-US" sz="2000" dirty="0" err="1"/>
              <a:t>Thaathan</a:t>
            </a:r>
            <a:r>
              <a:rPr lang="en-US" sz="2000" dirty="0"/>
              <a:t> </a:t>
            </a:r>
            <a:r>
              <a:rPr lang="en-US" sz="2000" dirty="0" err="1"/>
              <a:t>thirukkaram</a:t>
            </a:r>
            <a:r>
              <a:rPr lang="en-US" sz="2000" dirty="0"/>
              <a:t> </a:t>
            </a:r>
            <a:r>
              <a:rPr lang="en-US" sz="2000" dirty="0" err="1"/>
              <a:t>thediyeththi</a:t>
            </a:r>
            <a:endParaRPr lang="en-US" sz="2000" dirty="0"/>
          </a:p>
          <a:p>
            <a:r>
              <a:rPr lang="en-US" sz="2000" dirty="0"/>
              <a:t>Enne </a:t>
            </a:r>
            <a:r>
              <a:rPr lang="en-US" sz="2000" dirty="0" err="1"/>
              <a:t>maarvodu</a:t>
            </a:r>
            <a:r>
              <a:rPr lang="en-US" sz="2000" dirty="0"/>
              <a:t> </a:t>
            </a:r>
            <a:r>
              <a:rPr lang="en-US" sz="2000" dirty="0" err="1"/>
              <a:t>cherththanachchu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5D40C-9739-E213-6A35-6CA9B15D9C6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B1FF7-4834-51C2-8BFD-7825D37398F1}"/>
              </a:ext>
            </a:extLst>
          </p:cNvPr>
          <p:cNvSpPr txBox="1"/>
          <p:nvPr/>
        </p:nvSpPr>
        <p:spPr>
          <a:xfrm>
            <a:off x="4572000" y="754135"/>
            <a:ext cx="42734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Source of all good</a:t>
            </a:r>
          </a:p>
          <a:p>
            <a:r>
              <a:rPr lang="en-US" sz="2000" dirty="0"/>
              <a:t>Source of all gifts</a:t>
            </a:r>
          </a:p>
          <a:p>
            <a:r>
              <a:rPr lang="en-US" sz="2000" dirty="0"/>
              <a:t>My Jesus</a:t>
            </a:r>
          </a:p>
          <a:p>
            <a:endParaRPr lang="en-US" sz="2000" dirty="0"/>
          </a:p>
          <a:p>
            <a:r>
              <a:rPr lang="en-US" sz="2000" dirty="0"/>
              <a:t>I praise You everyday Lord, with thankfulness</a:t>
            </a:r>
          </a:p>
          <a:p>
            <a:endParaRPr lang="en-US" sz="2000" dirty="0"/>
          </a:p>
          <a:p>
            <a:r>
              <a:rPr lang="en-US" sz="2000" dirty="0"/>
              <a:t>I lay in the deepest of the deep</a:t>
            </a:r>
          </a:p>
          <a:p>
            <a:r>
              <a:rPr lang="en-US" sz="2000" dirty="0"/>
              <a:t>Darkness covered me</a:t>
            </a:r>
          </a:p>
          <a:p>
            <a:r>
              <a:rPr lang="en-US" sz="2000" dirty="0"/>
              <a:t>The Father’s divine hand in search of me</a:t>
            </a:r>
          </a:p>
          <a:p>
            <a:r>
              <a:rPr lang="en-US" sz="2000" dirty="0"/>
              <a:t>Held me in His bosom</a:t>
            </a:r>
          </a:p>
        </p:txBody>
      </p:sp>
    </p:spTree>
    <p:extLst>
      <p:ext uri="{BB962C8B-B14F-4D97-AF65-F5344CB8AC3E}">
        <p14:creationId xmlns:p14="http://schemas.microsoft.com/office/powerpoint/2010/main" val="1029807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92B97-E9A6-E8A4-4EB6-678377FE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C472-DAFB-350D-604E-6CDBEC62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Sarva </a:t>
            </a:r>
            <a:r>
              <a:rPr lang="en-US" dirty="0" err="1">
                <a:solidFill>
                  <a:schemeClr val="bg1"/>
                </a:solidFill>
              </a:rPr>
              <a:t>nanmakalkkum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C072985-78E5-6510-8F65-E102FD8FD3F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EB359-B580-F03D-439E-4F3BA624BA35}"/>
              </a:ext>
            </a:extLst>
          </p:cNvPr>
          <p:cNvSpPr txBox="1"/>
          <p:nvPr/>
        </p:nvSpPr>
        <p:spPr>
          <a:xfrm>
            <a:off x="298547" y="754135"/>
            <a:ext cx="4273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Parishudhdhaathmaavaal</a:t>
            </a:r>
            <a:r>
              <a:rPr lang="en-US" sz="2000" dirty="0"/>
              <a:t> </a:t>
            </a:r>
            <a:r>
              <a:rPr lang="en-US" sz="2000" dirty="0" err="1"/>
              <a:t>nirakka</a:t>
            </a:r>
            <a:endParaRPr lang="en-US" sz="2000" dirty="0"/>
          </a:p>
          <a:p>
            <a:r>
              <a:rPr lang="en-US" sz="2000" dirty="0" err="1"/>
              <a:t>Anudinavum</a:t>
            </a:r>
            <a:r>
              <a:rPr lang="en-US" sz="2000" dirty="0"/>
              <a:t> </a:t>
            </a:r>
            <a:r>
              <a:rPr lang="en-US" sz="2000" dirty="0" err="1"/>
              <a:t>enne</a:t>
            </a:r>
            <a:r>
              <a:rPr lang="en-US" sz="2000" dirty="0"/>
              <a:t> </a:t>
            </a:r>
            <a:r>
              <a:rPr lang="en-US" sz="2000" dirty="0" err="1"/>
              <a:t>parane</a:t>
            </a:r>
            <a:endParaRPr lang="en-US" sz="2000" dirty="0"/>
          </a:p>
          <a:p>
            <a:r>
              <a:rPr lang="en-US" sz="2000" dirty="0" err="1"/>
              <a:t>Thiruvelaye</a:t>
            </a:r>
            <a:r>
              <a:rPr lang="en-US" sz="2000" dirty="0"/>
              <a:t> </a:t>
            </a:r>
            <a:r>
              <a:rPr lang="en-US" sz="2000" dirty="0" err="1"/>
              <a:t>thikachcheeduvaan</a:t>
            </a:r>
            <a:endParaRPr lang="en-US" sz="2000" dirty="0"/>
          </a:p>
          <a:p>
            <a:r>
              <a:rPr lang="en-US" sz="2000" dirty="0" err="1"/>
              <a:t>Nalvarangale</a:t>
            </a:r>
            <a:r>
              <a:rPr lang="en-US" sz="2000" dirty="0"/>
              <a:t> </a:t>
            </a:r>
            <a:r>
              <a:rPr lang="en-US" sz="2000" dirty="0" err="1"/>
              <a:t>nalkeeduka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14C08-0473-7EBB-F9A5-92CFDDF0436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93CD0-40B3-5DBF-CC0F-2EDBB6DAEB61}"/>
              </a:ext>
            </a:extLst>
          </p:cNvPr>
          <p:cNvSpPr txBox="1"/>
          <p:nvPr/>
        </p:nvSpPr>
        <p:spPr>
          <a:xfrm>
            <a:off x="4572000" y="754135"/>
            <a:ext cx="4273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Fill me with the Holy Spirit</a:t>
            </a:r>
          </a:p>
          <a:p>
            <a:r>
              <a:rPr lang="en-US" sz="2000" dirty="0"/>
              <a:t>Everyday Lord</a:t>
            </a:r>
          </a:p>
          <a:p>
            <a:r>
              <a:rPr lang="en-US" sz="2000" dirty="0"/>
              <a:t>To complete Your work</a:t>
            </a:r>
          </a:p>
          <a:p>
            <a:r>
              <a:rPr lang="en-US" sz="2000" dirty="0"/>
              <a:t>Give Your boons</a:t>
            </a:r>
          </a:p>
        </p:txBody>
      </p:sp>
    </p:spTree>
    <p:extLst>
      <p:ext uri="{BB962C8B-B14F-4D97-AF65-F5344CB8AC3E}">
        <p14:creationId xmlns:p14="http://schemas.microsoft.com/office/powerpoint/2010/main" val="413279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BB037-634A-22DE-859E-539F61562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FADC-5B1D-DC5A-BEC0-B8D63AF82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Yehovah Yireh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77CC755-8883-F7AA-70AC-30BFC588BDE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7C99C-8695-BD65-7294-DB5A155BA6CD}"/>
              </a:ext>
            </a:extLst>
          </p:cNvPr>
          <p:cNvSpPr txBox="1"/>
          <p:nvPr/>
        </p:nvSpPr>
        <p:spPr>
          <a:xfrm>
            <a:off x="298547" y="754135"/>
            <a:ext cx="42734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Yehova</a:t>
            </a:r>
            <a:r>
              <a:rPr lang="en-US" sz="2000" dirty="0"/>
              <a:t> </a:t>
            </a:r>
            <a:r>
              <a:rPr lang="en-US" sz="2000" dirty="0" err="1"/>
              <a:t>yire</a:t>
            </a:r>
            <a:r>
              <a:rPr lang="en-US" sz="2000" dirty="0"/>
              <a:t> </a:t>
            </a:r>
            <a:r>
              <a:rPr lang="en-US" sz="2000" dirty="0" err="1"/>
              <a:t>dathavam</a:t>
            </a:r>
            <a:r>
              <a:rPr lang="en-US" sz="2000" dirty="0"/>
              <a:t> </a:t>
            </a:r>
            <a:r>
              <a:rPr lang="en-US" sz="2000" dirty="0" err="1"/>
              <a:t>daivam</a:t>
            </a:r>
            <a:endParaRPr lang="en-US" sz="2000" dirty="0"/>
          </a:p>
          <a:p>
            <a:r>
              <a:rPr lang="en-US" sz="2000" dirty="0"/>
              <a:t>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r>
              <a:rPr lang="en-US" sz="2000" dirty="0"/>
              <a:t> </a:t>
            </a:r>
            <a:r>
              <a:rPr lang="en-US" sz="2000" dirty="0" err="1"/>
              <a:t>yenike</a:t>
            </a:r>
            <a:endParaRPr lang="en-US" sz="2000" dirty="0"/>
          </a:p>
          <a:p>
            <a:r>
              <a:rPr lang="en-US" sz="2000" dirty="0" err="1"/>
              <a:t>Yehova</a:t>
            </a:r>
            <a:r>
              <a:rPr lang="en-US" sz="2000" dirty="0"/>
              <a:t> </a:t>
            </a:r>
            <a:r>
              <a:rPr lang="en-US" sz="2000" dirty="0" err="1"/>
              <a:t>rafa</a:t>
            </a:r>
            <a:r>
              <a:rPr lang="en-US" sz="2000" dirty="0"/>
              <a:t> </a:t>
            </a:r>
            <a:r>
              <a:rPr lang="en-US" sz="2000" dirty="0" err="1"/>
              <a:t>saukya</a:t>
            </a:r>
            <a:r>
              <a:rPr lang="en-US" sz="2000" dirty="0"/>
              <a:t> </a:t>
            </a:r>
            <a:r>
              <a:rPr lang="en-US" sz="2000" dirty="0" err="1"/>
              <a:t>dayakan</a:t>
            </a:r>
            <a:endParaRPr lang="en-US" sz="2000" dirty="0"/>
          </a:p>
          <a:p>
            <a:r>
              <a:rPr lang="en-US" sz="2000" dirty="0"/>
              <a:t>Than </a:t>
            </a:r>
            <a:r>
              <a:rPr lang="en-US" sz="2000" dirty="0" err="1"/>
              <a:t>adipinaral</a:t>
            </a:r>
            <a:r>
              <a:rPr lang="en-US" sz="2000" dirty="0"/>
              <a:t> </a:t>
            </a:r>
            <a:r>
              <a:rPr lang="en-US" sz="2000" dirty="0" err="1"/>
              <a:t>saukyam</a:t>
            </a:r>
            <a:endParaRPr lang="en-US" sz="2000" dirty="0"/>
          </a:p>
          <a:p>
            <a:r>
              <a:rPr lang="en-US" sz="2000" dirty="0" err="1"/>
              <a:t>Yehova</a:t>
            </a:r>
            <a:r>
              <a:rPr lang="en-US" sz="2000" dirty="0"/>
              <a:t> </a:t>
            </a:r>
            <a:r>
              <a:rPr lang="en-US" sz="2000" dirty="0" err="1"/>
              <a:t>samma</a:t>
            </a:r>
            <a:r>
              <a:rPr lang="en-US" sz="2000" dirty="0"/>
              <a:t> </a:t>
            </a:r>
            <a:r>
              <a:rPr lang="en-US" sz="2000" dirty="0" err="1"/>
              <a:t>koode</a:t>
            </a:r>
            <a:r>
              <a:rPr lang="en-US" sz="2000" dirty="0"/>
              <a:t> </a:t>
            </a:r>
            <a:r>
              <a:rPr lang="en-US" sz="2000" dirty="0" err="1"/>
              <a:t>irikum</a:t>
            </a:r>
            <a:endParaRPr lang="en-US" sz="2000" dirty="0"/>
          </a:p>
          <a:p>
            <a:r>
              <a:rPr lang="en-US" sz="2000" dirty="0" err="1"/>
              <a:t>Nalkum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aavasyangal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r>
              <a:rPr lang="en-US" sz="2000" dirty="0"/>
              <a:t> 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endParaRPr lang="en-US" sz="2000" dirty="0"/>
          </a:p>
          <a:p>
            <a:r>
              <a:rPr lang="en-US" sz="2000" dirty="0"/>
              <a:t>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r>
              <a:rPr lang="en-US" sz="2000" dirty="0"/>
              <a:t> </a:t>
            </a:r>
            <a:r>
              <a:rPr lang="en-US" sz="2000" dirty="0" err="1"/>
              <a:t>enike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D4DFA-73C4-FFEF-DE8D-5570DD1038C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A628B-783D-EC24-7023-312EDF2C79CF}"/>
              </a:ext>
            </a:extLst>
          </p:cNvPr>
          <p:cNvSpPr txBox="1"/>
          <p:nvPr/>
        </p:nvSpPr>
        <p:spPr>
          <a:xfrm>
            <a:off x="4572000" y="754135"/>
            <a:ext cx="42734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Jehovah Jireh, God who provides</a:t>
            </a:r>
          </a:p>
          <a:p>
            <a:r>
              <a:rPr lang="en-US" sz="2000" dirty="0"/>
              <a:t>I need only You</a:t>
            </a:r>
          </a:p>
          <a:p>
            <a:r>
              <a:rPr lang="en-US" sz="2000" dirty="0"/>
              <a:t>Jehovah Rapha, the Healer</a:t>
            </a:r>
          </a:p>
          <a:p>
            <a:r>
              <a:rPr lang="en-US" sz="2000" dirty="0"/>
              <a:t>His </a:t>
            </a:r>
            <a:r>
              <a:rPr lang="ml-IN" sz="2000" dirty="0"/>
              <a:t>wounds </a:t>
            </a:r>
            <a:r>
              <a:rPr lang="en-US" sz="2000" dirty="0"/>
              <a:t>heal</a:t>
            </a:r>
            <a:endParaRPr lang="ml-IN" sz="2000" dirty="0"/>
          </a:p>
          <a:p>
            <a:r>
              <a:rPr lang="ml-IN" sz="2000" dirty="0"/>
              <a:t>Jehovah </a:t>
            </a:r>
            <a:r>
              <a:rPr lang="en-SG" sz="2000" dirty="0"/>
              <a:t>Shammah, will be with me</a:t>
            </a:r>
          </a:p>
          <a:p>
            <a:r>
              <a:rPr lang="en-SG" sz="2000" dirty="0"/>
              <a:t>Will provide for my needs</a:t>
            </a:r>
          </a:p>
          <a:p>
            <a:endParaRPr lang="en-SG" sz="2000" dirty="0"/>
          </a:p>
          <a:p>
            <a:r>
              <a:rPr lang="en-US" sz="2000" dirty="0"/>
              <a:t>Need only You, need only You, I need only You</a:t>
            </a:r>
          </a:p>
        </p:txBody>
      </p:sp>
    </p:spTree>
    <p:extLst>
      <p:ext uri="{BB962C8B-B14F-4D97-AF65-F5344CB8AC3E}">
        <p14:creationId xmlns:p14="http://schemas.microsoft.com/office/powerpoint/2010/main" val="1917815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3455B-6543-C28D-C9C4-F091C8C7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E18F-A2A7-AE5E-E883-5936DC8B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Yehovah Yireh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8FA04D9-DB30-9D1C-A1DF-4D30A76605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6D399E-D922-2BDE-04EF-BAD992A84BB3}"/>
              </a:ext>
            </a:extLst>
          </p:cNvPr>
          <p:cNvSpPr txBox="1"/>
          <p:nvPr/>
        </p:nvSpPr>
        <p:spPr>
          <a:xfrm>
            <a:off x="298547" y="754135"/>
            <a:ext cx="427345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Yehova</a:t>
            </a:r>
            <a:r>
              <a:rPr lang="en-US" sz="2000" dirty="0"/>
              <a:t> </a:t>
            </a:r>
            <a:r>
              <a:rPr lang="en-US" sz="2000" dirty="0" err="1"/>
              <a:t>elohim</a:t>
            </a:r>
            <a:r>
              <a:rPr lang="en-US" sz="2000" dirty="0"/>
              <a:t> </a:t>
            </a:r>
            <a:r>
              <a:rPr lang="en-US" sz="2000" dirty="0" err="1"/>
              <a:t>srishtavam</a:t>
            </a:r>
            <a:r>
              <a:rPr lang="en-US" sz="2000" dirty="0"/>
              <a:t> </a:t>
            </a:r>
            <a:r>
              <a:rPr lang="en-US" sz="2000" dirty="0" err="1"/>
              <a:t>daivam</a:t>
            </a:r>
            <a:endParaRPr lang="en-US" sz="2000" dirty="0"/>
          </a:p>
          <a:p>
            <a:r>
              <a:rPr lang="en-US" sz="2000" dirty="0"/>
              <a:t>Nin </a:t>
            </a:r>
            <a:r>
              <a:rPr lang="en-US" sz="2000" dirty="0" err="1"/>
              <a:t>vachanathal</a:t>
            </a:r>
            <a:r>
              <a:rPr lang="en-US" sz="2000" dirty="0"/>
              <a:t> </a:t>
            </a:r>
            <a:r>
              <a:rPr lang="en-US" sz="2000" dirty="0" err="1"/>
              <a:t>ulavayellam</a:t>
            </a:r>
            <a:endParaRPr lang="en-US" sz="2000" dirty="0"/>
          </a:p>
          <a:p>
            <a:r>
              <a:rPr lang="en-US" sz="2000" dirty="0" err="1"/>
              <a:t>Yehova</a:t>
            </a:r>
            <a:r>
              <a:rPr lang="en-US" sz="2000" dirty="0"/>
              <a:t> </a:t>
            </a:r>
            <a:r>
              <a:rPr lang="en-US" sz="2000" dirty="0" err="1"/>
              <a:t>ellyon</a:t>
            </a:r>
            <a:r>
              <a:rPr lang="en-US" sz="2000" dirty="0"/>
              <a:t> </a:t>
            </a:r>
            <a:r>
              <a:rPr lang="en-US" sz="2000" dirty="0" err="1"/>
              <a:t>athyunnathan</a:t>
            </a:r>
            <a:r>
              <a:rPr lang="en-US" sz="2000" dirty="0"/>
              <a:t> nee</a:t>
            </a:r>
          </a:p>
          <a:p>
            <a:r>
              <a:rPr lang="en-US" sz="2000" dirty="0" err="1"/>
              <a:t>Ninnepole</a:t>
            </a:r>
            <a:r>
              <a:rPr lang="en-US" sz="2000" dirty="0"/>
              <a:t> </a:t>
            </a:r>
            <a:r>
              <a:rPr lang="en-US" sz="2000" dirty="0" err="1"/>
              <a:t>mattarumilla</a:t>
            </a:r>
            <a:endParaRPr lang="en-US" sz="2000" dirty="0"/>
          </a:p>
          <a:p>
            <a:r>
              <a:rPr lang="en-US" sz="2000" dirty="0" err="1"/>
              <a:t>Yehova</a:t>
            </a:r>
            <a:r>
              <a:rPr lang="en-US" sz="2000" dirty="0"/>
              <a:t> shalom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samathanam</a:t>
            </a:r>
            <a:endParaRPr lang="en-US" sz="2000" dirty="0"/>
          </a:p>
          <a:p>
            <a:r>
              <a:rPr lang="en-US" sz="2000" dirty="0"/>
              <a:t>Nalki </a:t>
            </a:r>
            <a:r>
              <a:rPr lang="en-US" sz="2000" dirty="0" err="1"/>
              <a:t>nin</a:t>
            </a:r>
            <a:r>
              <a:rPr lang="en-US" sz="2000" dirty="0"/>
              <a:t> </a:t>
            </a:r>
            <a:r>
              <a:rPr lang="en-US" sz="2000" dirty="0" err="1"/>
              <a:t>shandhi</a:t>
            </a:r>
            <a:r>
              <a:rPr lang="en-US" sz="2000" dirty="0"/>
              <a:t> </a:t>
            </a:r>
            <a:r>
              <a:rPr lang="en-US" sz="2000" dirty="0" err="1"/>
              <a:t>ennil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r>
              <a:rPr lang="en-US" sz="2000" dirty="0"/>
              <a:t> 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endParaRPr lang="en-US" sz="2000" dirty="0"/>
          </a:p>
          <a:p>
            <a:r>
              <a:rPr lang="en-US" sz="2000" dirty="0"/>
              <a:t>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r>
              <a:rPr lang="en-US" sz="2000" dirty="0"/>
              <a:t> </a:t>
            </a:r>
            <a:r>
              <a:rPr lang="en-US" sz="2000" dirty="0" err="1"/>
              <a:t>enike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1967B-81C0-E192-E6AB-BD60F2D83FE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7DF467-B199-8ED9-F574-4B8CB542D1A5}"/>
              </a:ext>
            </a:extLst>
          </p:cNvPr>
          <p:cNvSpPr txBox="1"/>
          <p:nvPr/>
        </p:nvSpPr>
        <p:spPr>
          <a:xfrm>
            <a:off x="4572000" y="754135"/>
            <a:ext cx="42734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Jehovah Elohim, God creator</a:t>
            </a:r>
          </a:p>
          <a:p>
            <a:r>
              <a:rPr lang="en-US" sz="2000" dirty="0"/>
              <a:t>By Your Word all came into being</a:t>
            </a:r>
          </a:p>
          <a:p>
            <a:r>
              <a:rPr lang="en-US" sz="2000" dirty="0"/>
              <a:t>Jehovah Elyon, You are most high</a:t>
            </a:r>
          </a:p>
          <a:p>
            <a:r>
              <a:rPr lang="en-SG" sz="2000" dirty="0"/>
              <a:t>There is none like You</a:t>
            </a:r>
            <a:endParaRPr lang="ml-IN" sz="2000" dirty="0"/>
          </a:p>
          <a:p>
            <a:r>
              <a:rPr lang="ml-IN" sz="2000" dirty="0"/>
              <a:t>Jehovah </a:t>
            </a:r>
            <a:r>
              <a:rPr lang="en-SG" sz="2000" dirty="0"/>
              <a:t>Shalom, my peace</a:t>
            </a:r>
          </a:p>
          <a:p>
            <a:r>
              <a:rPr lang="en-SG" sz="2000" dirty="0"/>
              <a:t>You gave Your peace in me</a:t>
            </a:r>
          </a:p>
          <a:p>
            <a:endParaRPr lang="en-SG" sz="2000" dirty="0"/>
          </a:p>
          <a:p>
            <a:r>
              <a:rPr lang="en-US" sz="2000" dirty="0"/>
              <a:t>Need only You, need only You, I need only You</a:t>
            </a:r>
          </a:p>
        </p:txBody>
      </p:sp>
    </p:spTree>
    <p:extLst>
      <p:ext uri="{BB962C8B-B14F-4D97-AF65-F5344CB8AC3E}">
        <p14:creationId xmlns:p14="http://schemas.microsoft.com/office/powerpoint/2010/main" val="291843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46B61-F221-A874-7A1A-EE1FF9B0D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7240-C293-311D-5866-08D2080EC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Yehovah Yireh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6BF0D91-3018-26A9-948E-D853410AA5E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BE296-12BA-BD16-8792-691CBDAE15D3}"/>
              </a:ext>
            </a:extLst>
          </p:cNvPr>
          <p:cNvSpPr txBox="1"/>
          <p:nvPr/>
        </p:nvSpPr>
        <p:spPr>
          <a:xfrm>
            <a:off x="298547" y="754135"/>
            <a:ext cx="427345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Yehova</a:t>
            </a:r>
            <a:r>
              <a:rPr lang="en-US" sz="2000" dirty="0"/>
              <a:t> </a:t>
            </a:r>
            <a:r>
              <a:rPr lang="en-US" sz="2000" dirty="0" err="1"/>
              <a:t>elohim</a:t>
            </a:r>
            <a:r>
              <a:rPr lang="en-US" sz="2000" dirty="0"/>
              <a:t> </a:t>
            </a:r>
            <a:r>
              <a:rPr lang="en-US" sz="2000" dirty="0" err="1"/>
              <a:t>srishtavam</a:t>
            </a:r>
            <a:r>
              <a:rPr lang="en-US" sz="2000" dirty="0"/>
              <a:t> </a:t>
            </a:r>
            <a:r>
              <a:rPr lang="en-US" sz="2000" dirty="0" err="1"/>
              <a:t>daivam</a:t>
            </a:r>
            <a:endParaRPr lang="en-US" sz="2000" dirty="0"/>
          </a:p>
          <a:p>
            <a:r>
              <a:rPr lang="en-US" sz="2000" dirty="0"/>
              <a:t>Nin </a:t>
            </a:r>
            <a:r>
              <a:rPr lang="en-US" sz="2000" dirty="0" err="1"/>
              <a:t>vachanathal</a:t>
            </a:r>
            <a:r>
              <a:rPr lang="en-US" sz="2000" dirty="0"/>
              <a:t> </a:t>
            </a:r>
            <a:r>
              <a:rPr lang="en-US" sz="2000" dirty="0" err="1"/>
              <a:t>ulavayellam</a:t>
            </a:r>
            <a:endParaRPr lang="en-US" sz="2000" dirty="0"/>
          </a:p>
          <a:p>
            <a:r>
              <a:rPr lang="en-US" sz="2000" dirty="0" err="1"/>
              <a:t>Jehova</a:t>
            </a:r>
            <a:r>
              <a:rPr lang="en-US" sz="2000" dirty="0"/>
              <a:t> </a:t>
            </a:r>
            <a:r>
              <a:rPr lang="en-US" sz="2000" dirty="0" err="1"/>
              <a:t>ellyon</a:t>
            </a:r>
            <a:r>
              <a:rPr lang="en-US" sz="2000" dirty="0"/>
              <a:t> </a:t>
            </a:r>
            <a:r>
              <a:rPr lang="en-US" sz="2000" dirty="0" err="1"/>
              <a:t>athyunnathan</a:t>
            </a:r>
            <a:r>
              <a:rPr lang="en-US" sz="2000" dirty="0"/>
              <a:t> nee</a:t>
            </a:r>
          </a:p>
          <a:p>
            <a:r>
              <a:rPr lang="en-US" sz="2000" dirty="0" err="1"/>
              <a:t>Ninnepole</a:t>
            </a:r>
            <a:r>
              <a:rPr lang="en-US" sz="2000" dirty="0"/>
              <a:t> </a:t>
            </a:r>
            <a:r>
              <a:rPr lang="en-US" sz="2000" dirty="0" err="1"/>
              <a:t>mattarumilla</a:t>
            </a:r>
            <a:endParaRPr lang="en-US" sz="2000" dirty="0"/>
          </a:p>
          <a:p>
            <a:r>
              <a:rPr lang="en-US" sz="2000" dirty="0" err="1"/>
              <a:t>Yehova</a:t>
            </a:r>
            <a:r>
              <a:rPr lang="en-US" sz="2000" dirty="0"/>
              <a:t> shalom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samathanam</a:t>
            </a:r>
            <a:endParaRPr lang="en-US" sz="2000" dirty="0"/>
          </a:p>
          <a:p>
            <a:r>
              <a:rPr lang="en-US" sz="2000" dirty="0"/>
              <a:t>Nalki </a:t>
            </a:r>
            <a:r>
              <a:rPr lang="en-US" sz="2000" dirty="0" err="1"/>
              <a:t>nin</a:t>
            </a:r>
            <a:r>
              <a:rPr lang="en-US" sz="2000" dirty="0"/>
              <a:t> </a:t>
            </a:r>
            <a:r>
              <a:rPr lang="en-US" sz="2000" dirty="0" err="1"/>
              <a:t>shandhi</a:t>
            </a:r>
            <a:r>
              <a:rPr lang="en-US" sz="2000" dirty="0"/>
              <a:t> </a:t>
            </a:r>
            <a:r>
              <a:rPr lang="en-US" sz="2000" dirty="0" err="1"/>
              <a:t>ennil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r>
              <a:rPr lang="en-US" sz="2000" dirty="0"/>
              <a:t> 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endParaRPr lang="en-US" sz="2000" dirty="0"/>
          </a:p>
          <a:p>
            <a:r>
              <a:rPr lang="en-US" sz="2000" dirty="0"/>
              <a:t>Nee </a:t>
            </a:r>
            <a:r>
              <a:rPr lang="en-US" sz="2000" dirty="0" err="1"/>
              <a:t>mathram</a:t>
            </a:r>
            <a:r>
              <a:rPr lang="en-US" sz="2000" dirty="0"/>
              <a:t> </a:t>
            </a:r>
            <a:r>
              <a:rPr lang="en-US" sz="2000" dirty="0" err="1"/>
              <a:t>mathi</a:t>
            </a:r>
            <a:r>
              <a:rPr lang="en-US" sz="2000" dirty="0"/>
              <a:t> </a:t>
            </a:r>
            <a:r>
              <a:rPr lang="en-US" sz="2000" dirty="0" err="1"/>
              <a:t>enike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CCDCD-8F7C-6F86-07AA-385F284AC94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D5FFCA-CCCA-D6B1-72C5-A49BA420E9D1}"/>
              </a:ext>
            </a:extLst>
          </p:cNvPr>
          <p:cNvSpPr txBox="1"/>
          <p:nvPr/>
        </p:nvSpPr>
        <p:spPr>
          <a:xfrm>
            <a:off x="4572000" y="754135"/>
            <a:ext cx="42734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Jehovah Elohim, God creator</a:t>
            </a:r>
          </a:p>
          <a:p>
            <a:r>
              <a:rPr lang="en-US" sz="2000" dirty="0"/>
              <a:t>By Your Word all came into being</a:t>
            </a:r>
          </a:p>
          <a:p>
            <a:r>
              <a:rPr lang="en-US" sz="2000" dirty="0"/>
              <a:t>Jehovah Elyon, You are most high</a:t>
            </a:r>
          </a:p>
          <a:p>
            <a:r>
              <a:rPr lang="en-SG" sz="2000" dirty="0"/>
              <a:t>There is none like You</a:t>
            </a:r>
            <a:endParaRPr lang="ml-IN" sz="2000" dirty="0"/>
          </a:p>
          <a:p>
            <a:r>
              <a:rPr lang="ml-IN" sz="2000" dirty="0"/>
              <a:t>Jehovah </a:t>
            </a:r>
            <a:r>
              <a:rPr lang="en-SG" sz="2000" dirty="0"/>
              <a:t>Shalom, my peace</a:t>
            </a:r>
          </a:p>
          <a:p>
            <a:r>
              <a:rPr lang="en-SG" sz="2000"/>
              <a:t>You gave Your peace in </a:t>
            </a:r>
            <a:r>
              <a:rPr lang="en-SG" sz="2000" dirty="0"/>
              <a:t>me</a:t>
            </a:r>
          </a:p>
          <a:p>
            <a:endParaRPr lang="en-SG" sz="2000" dirty="0"/>
          </a:p>
          <a:p>
            <a:r>
              <a:rPr lang="en-US" sz="2000" dirty="0"/>
              <a:t>Need only You, need only You, I need only You</a:t>
            </a:r>
          </a:p>
        </p:txBody>
      </p:sp>
    </p:spTree>
    <p:extLst>
      <p:ext uri="{BB962C8B-B14F-4D97-AF65-F5344CB8AC3E}">
        <p14:creationId xmlns:p14="http://schemas.microsoft.com/office/powerpoint/2010/main" val="2647052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6F9F-E91E-B974-5CAB-8A2EAB01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686F-D239-0704-3D19-FA568FEC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chemeClr val="bg1"/>
                </a:solidFill>
              </a:rPr>
              <a:t>Song no: (11)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D78C9FA-B77F-8A01-F196-EE41F024010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27735-479A-63A0-CAF9-927A0D1478E6}"/>
              </a:ext>
            </a:extLst>
          </p:cNvPr>
          <p:cNvSpPr txBox="1"/>
          <p:nvPr/>
        </p:nvSpPr>
        <p:spPr>
          <a:xfrm>
            <a:off x="736001" y="831409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O measureless Might! </a:t>
            </a:r>
          </a:p>
          <a:p>
            <a:r>
              <a:rPr lang="en-US" sz="2800"/>
              <a:t>Ineffable Love!</a:t>
            </a:r>
          </a:p>
          <a:p>
            <a:r>
              <a:rPr lang="en-US" sz="2800"/>
              <a:t>While angels delight</a:t>
            </a:r>
            <a:r>
              <a:rPr lang="en-SG" sz="2800"/>
              <a:t>, </a:t>
            </a:r>
            <a:r>
              <a:rPr lang="en-US" sz="2800"/>
              <a:t>To hymn Thee above,</a:t>
            </a:r>
          </a:p>
          <a:p>
            <a:r>
              <a:rPr lang="en-US" sz="2800"/>
              <a:t>The humbler creation, </a:t>
            </a:r>
          </a:p>
          <a:p>
            <a:r>
              <a:rPr lang="en-US" sz="2800"/>
              <a:t>Though feeble their lays,</a:t>
            </a:r>
          </a:p>
          <a:p>
            <a:r>
              <a:rPr lang="en-US" sz="2800"/>
              <a:t>With true adoration, </a:t>
            </a:r>
          </a:p>
          <a:p>
            <a:r>
              <a:rPr lang="en-US" sz="2800"/>
              <a:t>Shall sing to Thy praise.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485B4-2F0E-D1E8-8105-57268A53806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Opening: </a:t>
            </a:r>
            <a:r>
              <a:rPr lang="en-SG" sz="1400"/>
              <a:t>3</a:t>
            </a:r>
            <a:r>
              <a:rPr lang="en-US" sz="1400"/>
              <a:t> of 3</a:t>
            </a:r>
          </a:p>
        </p:txBody>
      </p:sp>
    </p:spTree>
    <p:extLst>
      <p:ext uri="{BB962C8B-B14F-4D97-AF65-F5344CB8AC3E}">
        <p14:creationId xmlns:p14="http://schemas.microsoft.com/office/powerpoint/2010/main" val="4166509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Thanksgiving Prayers </a:t>
            </a:r>
          </a:p>
          <a:p>
            <a:r>
              <a:rPr lang="en-SG" sz="4400" i="1">
                <a:solidFill>
                  <a:schemeClr val="bg1"/>
                </a:solidFill>
              </a:rPr>
              <a:t>I am His and He is mine</a:t>
            </a:r>
          </a:p>
          <a:p>
            <a:r>
              <a:rPr lang="en-SG" sz="4400" i="1">
                <a:solidFill>
                  <a:schemeClr val="bg1"/>
                </a:solidFill>
              </a:rPr>
              <a:t>Song no: 852 (v4)</a:t>
            </a:r>
            <a:endParaRPr lang="en-GB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76DE0F-B99A-DD23-E23D-8DB82A503A74}"/>
              </a:ext>
            </a:extLst>
          </p:cNvPr>
          <p:cNvSpPr txBox="1"/>
          <p:nvPr/>
        </p:nvSpPr>
        <p:spPr>
          <a:xfrm>
            <a:off x="736001" y="831409"/>
            <a:ext cx="7915835" cy="37079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His for ever, only His;</a:t>
            </a:r>
          </a:p>
          <a:p>
            <a:r>
              <a:rPr lang="en-US" sz="2800"/>
              <a:t>Who the Lord and me shall part?</a:t>
            </a:r>
          </a:p>
          <a:p>
            <a:r>
              <a:rPr lang="en-US" sz="2800"/>
              <a:t>Ah, with what a rest of bliss</a:t>
            </a:r>
          </a:p>
          <a:p>
            <a:r>
              <a:rPr lang="en-US" sz="2800"/>
              <a:t>Christ can fill the loving heart!</a:t>
            </a:r>
          </a:p>
          <a:p>
            <a:r>
              <a:rPr lang="en-US" sz="2800"/>
              <a:t>Heaven and earth may fade and flee,</a:t>
            </a:r>
          </a:p>
          <a:p>
            <a:r>
              <a:rPr lang="en-US" sz="2800"/>
              <a:t>First born light in gloom decline;</a:t>
            </a:r>
          </a:p>
          <a:p>
            <a:r>
              <a:rPr lang="en-US" sz="2800"/>
              <a:t>But, while God and I shall be,</a:t>
            </a:r>
          </a:p>
          <a:p>
            <a:r>
              <a:rPr lang="en-US" sz="2800"/>
              <a:t>I am His, and He is mine.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9880D-A854-8F6C-63C9-44A34B5D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sz="2800" i="1">
                <a:solidFill>
                  <a:schemeClr val="bg1"/>
                </a:solidFill>
              </a:rPr>
              <a:t>Song no: 852 (v4)</a:t>
            </a:r>
            <a:endParaRPr lang="en-GB" sz="2800" i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7BD00-4BE9-56E0-6106-6F630CB7C566}"/>
              </a:ext>
            </a:extLst>
          </p:cNvPr>
          <p:cNvSpPr txBox="1"/>
          <p:nvPr/>
        </p:nvSpPr>
        <p:spPr>
          <a:xfrm>
            <a:off x="1607127" y="1302327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5776B-1877-3F35-762D-01B38B9003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88950-B376-C96A-8B0B-9B72F55FC9AA}"/>
              </a:ext>
            </a:extLst>
          </p:cNvPr>
          <p:cNvSpPr txBox="1"/>
          <p:nvPr/>
        </p:nvSpPr>
        <p:spPr>
          <a:xfrm>
            <a:off x="6794770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Thanksgiving:  1 of 1</a:t>
            </a:r>
          </a:p>
        </p:txBody>
      </p:sp>
    </p:spTree>
    <p:extLst>
      <p:ext uri="{BB962C8B-B14F-4D97-AF65-F5344CB8AC3E}">
        <p14:creationId xmlns:p14="http://schemas.microsoft.com/office/powerpoint/2010/main" val="349032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77428" y="1278318"/>
            <a:ext cx="5260417" cy="2372082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SG" sz="4400" i="1">
                <a:solidFill>
                  <a:schemeClr val="bg1"/>
                </a:solidFill>
              </a:rPr>
              <a:t>And can it be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6B7693-4F9F-8359-2A47-6935FBC77FCA}"/>
              </a:ext>
            </a:extLst>
          </p:cNvPr>
          <p:cNvSpPr txBox="1"/>
          <p:nvPr/>
        </p:nvSpPr>
        <p:spPr>
          <a:xfrm>
            <a:off x="180829" y="755209"/>
            <a:ext cx="7915835" cy="40889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And can it be that I should gain </a:t>
            </a:r>
          </a:p>
          <a:p>
            <a:r>
              <a:rPr lang="en-US" sz="2800"/>
              <a:t>An </a:t>
            </a:r>
            <a:r>
              <a:rPr lang="en-US" sz="2800" err="1"/>
              <a:t>int’rest</a:t>
            </a:r>
            <a:r>
              <a:rPr lang="en-US" sz="2800"/>
              <a:t> in the </a:t>
            </a:r>
            <a:r>
              <a:rPr lang="en-US" sz="2800" err="1"/>
              <a:t>Saviour’s</a:t>
            </a:r>
            <a:r>
              <a:rPr lang="en-US" sz="2800"/>
              <a:t> blood?</a:t>
            </a:r>
          </a:p>
          <a:p>
            <a:r>
              <a:rPr lang="en-US" sz="2800"/>
              <a:t>Died He for me, who caused His pain?</a:t>
            </a:r>
          </a:p>
          <a:p>
            <a:r>
              <a:rPr lang="en-US" sz="2800"/>
              <a:t>For me, who Him to death pursued?</a:t>
            </a:r>
          </a:p>
          <a:p>
            <a:r>
              <a:rPr lang="en-US" sz="2800"/>
              <a:t>Amazing love! how can it be</a:t>
            </a:r>
          </a:p>
          <a:p>
            <a:r>
              <a:rPr lang="en-US" sz="2800"/>
              <a:t>That Thou, my God shouldst die for me?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Amazing love! how can it be</a:t>
            </a:r>
          </a:p>
          <a:p>
            <a:r>
              <a:rPr lang="en-US" sz="2800" i="1">
                <a:solidFill>
                  <a:srgbClr val="FF0000"/>
                </a:solidFill>
              </a:rPr>
              <a:t>That Thou, my God, shouldst die for me!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9F1FC-84A6-5BF5-3A08-898F9356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Offertory – And can it be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86FF593-9C09-C7A8-8C61-AEED2E347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656" y="755208"/>
            <a:ext cx="2736906" cy="280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3A6D9A-330B-AE7E-BAA6-3D095EE7E99D}"/>
              </a:ext>
            </a:extLst>
          </p:cNvPr>
          <p:cNvSpPr txBox="1"/>
          <p:nvPr/>
        </p:nvSpPr>
        <p:spPr>
          <a:xfrm>
            <a:off x="6299301" y="3466604"/>
            <a:ext cx="2977438" cy="469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0" i="0" u="none" strike="noStrike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UEN - S86CC0315K</a:t>
            </a:r>
            <a:r>
              <a:rPr lang="en-GB" sz="2400" b="0" i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​</a:t>
            </a:r>
            <a:endParaRPr lang="en-US" sz="24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ACB26A7-F812-E2FB-E559-AB310F5DFF2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B17A6-7B26-AAD0-2C06-65D1898E75F1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Offertory: 1 of 4</a:t>
            </a:r>
          </a:p>
        </p:txBody>
      </p:sp>
    </p:spTree>
    <p:extLst>
      <p:ext uri="{BB962C8B-B14F-4D97-AF65-F5344CB8AC3E}">
        <p14:creationId xmlns:p14="http://schemas.microsoft.com/office/powerpoint/2010/main" val="2768732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4EA5-7540-B9DD-3690-F11C01C7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1B4D34-E234-9FCD-195B-0B3CED134ACC}"/>
              </a:ext>
            </a:extLst>
          </p:cNvPr>
          <p:cNvSpPr txBox="1"/>
          <p:nvPr/>
        </p:nvSpPr>
        <p:spPr>
          <a:xfrm>
            <a:off x="180829" y="755209"/>
            <a:ext cx="7915835" cy="429576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He left His Father’s throne above,</a:t>
            </a:r>
          </a:p>
          <a:p>
            <a:r>
              <a:rPr lang="en-US" sz="2800"/>
              <a:t>So free, so infinite His grace!</a:t>
            </a:r>
          </a:p>
          <a:p>
            <a:r>
              <a:rPr lang="en-US" sz="2800"/>
              <a:t>Emptied Himself of all but love,</a:t>
            </a:r>
          </a:p>
          <a:p>
            <a:r>
              <a:rPr lang="en-US" sz="2800"/>
              <a:t>And bled for Adam’s helpless race!</a:t>
            </a:r>
          </a:p>
          <a:p>
            <a:r>
              <a:rPr lang="en-US" sz="2800"/>
              <a:t>’Tis mercy all, immense and free,</a:t>
            </a:r>
          </a:p>
          <a:p>
            <a:r>
              <a:rPr lang="en-US" sz="2800"/>
              <a:t>For, O my God, it found out me.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Amazing love! how can it be</a:t>
            </a:r>
          </a:p>
          <a:p>
            <a:r>
              <a:rPr lang="en-US" sz="2800" i="1">
                <a:solidFill>
                  <a:srgbClr val="FF0000"/>
                </a:solidFill>
              </a:rPr>
              <a:t>That Thou, my God, shouldst die for me! </a:t>
            </a:r>
          </a:p>
          <a:p>
            <a:pPr algn="ctr"/>
            <a:endParaRPr lang="en-US" sz="2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6A512-B455-1075-C14D-7C48B484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Offertory – And can it be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E34055-E97D-D4C2-7879-EB1D64E53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656" y="755208"/>
            <a:ext cx="2736906" cy="280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0715BC-999C-663D-6575-0AF1D19FC5F0}"/>
              </a:ext>
            </a:extLst>
          </p:cNvPr>
          <p:cNvSpPr txBox="1"/>
          <p:nvPr/>
        </p:nvSpPr>
        <p:spPr>
          <a:xfrm>
            <a:off x="6299301" y="3466604"/>
            <a:ext cx="2977438" cy="469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0" i="0" u="none" strike="noStrike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UEN - S86CC0315K</a:t>
            </a:r>
            <a:r>
              <a:rPr lang="en-GB" sz="2400" b="0" i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​</a:t>
            </a:r>
            <a:endParaRPr lang="en-US" sz="24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2338689-06A8-C7E4-64A4-E1AECF827BA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43B4F-48E6-AE48-6E3C-6E2BA945B90D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Offertory: 2 of 4</a:t>
            </a:r>
          </a:p>
        </p:txBody>
      </p:sp>
    </p:spTree>
    <p:extLst>
      <p:ext uri="{BB962C8B-B14F-4D97-AF65-F5344CB8AC3E}">
        <p14:creationId xmlns:p14="http://schemas.microsoft.com/office/powerpoint/2010/main" val="1598349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C985F-BBA0-9519-C689-B358DDF08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872AE1-AC20-0F54-270E-3613A0150C80}"/>
              </a:ext>
            </a:extLst>
          </p:cNvPr>
          <p:cNvSpPr txBox="1"/>
          <p:nvPr/>
        </p:nvSpPr>
        <p:spPr>
          <a:xfrm>
            <a:off x="180829" y="755208"/>
            <a:ext cx="7915835" cy="43865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Long my imprisoned spirit  lay</a:t>
            </a:r>
          </a:p>
          <a:p>
            <a:r>
              <a:rPr lang="en-US" sz="2800"/>
              <a:t>Fast bound in sin and nature’s night.</a:t>
            </a:r>
          </a:p>
          <a:p>
            <a:r>
              <a:rPr lang="en-US" sz="2800"/>
              <a:t>Thine eye diffused a </a:t>
            </a:r>
            <a:r>
              <a:rPr lang="en-US" sz="2800" err="1"/>
              <a:t>quick’ning</a:t>
            </a:r>
            <a:r>
              <a:rPr lang="en-US" sz="2800"/>
              <a:t> ray:</a:t>
            </a:r>
          </a:p>
          <a:p>
            <a:r>
              <a:rPr lang="en-US" sz="2800"/>
              <a:t>I woke the dungeon flamed with light!</a:t>
            </a:r>
          </a:p>
          <a:p>
            <a:r>
              <a:rPr lang="en-US" sz="2800"/>
              <a:t>My chains fell off, my heart was free,</a:t>
            </a:r>
          </a:p>
          <a:p>
            <a:r>
              <a:rPr lang="en-US" sz="2800"/>
              <a:t>I rose, went forth, and followed Thee.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Amazing love! how can it be</a:t>
            </a:r>
          </a:p>
          <a:p>
            <a:r>
              <a:rPr lang="en-US" sz="2800" i="1">
                <a:solidFill>
                  <a:srgbClr val="FF0000"/>
                </a:solidFill>
              </a:rPr>
              <a:t>That Thou, my God, shouldst die for me</a:t>
            </a:r>
            <a:r>
              <a:rPr lang="en-US" sz="2800"/>
              <a:t>! </a:t>
            </a:r>
          </a:p>
          <a:p>
            <a:pPr algn="ctr"/>
            <a:endParaRPr lang="en-US" sz="2800"/>
          </a:p>
          <a:p>
            <a:endParaRPr lang="en-US" sz="2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C95B8-8A23-4BC8-0F18-EF786098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Offertory – And can it be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ED56152-9B40-34CC-967C-358D89314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656" y="755208"/>
            <a:ext cx="2736906" cy="280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609962-FD2A-6EE1-4B00-54EF0DAEBC98}"/>
              </a:ext>
            </a:extLst>
          </p:cNvPr>
          <p:cNvSpPr txBox="1"/>
          <p:nvPr/>
        </p:nvSpPr>
        <p:spPr>
          <a:xfrm>
            <a:off x="6299301" y="3466604"/>
            <a:ext cx="2977438" cy="469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0" i="0" u="none" strike="noStrike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UEN - S86CC0315K</a:t>
            </a:r>
            <a:r>
              <a:rPr lang="en-GB" sz="2400" b="0" i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​</a:t>
            </a:r>
            <a:endParaRPr lang="en-US" sz="24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5F80CF7-3707-89C1-5584-9F6522A3342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59040-D8BE-0566-45BA-3BBE46082CE9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Offertory: 3 of 4</a:t>
            </a:r>
          </a:p>
        </p:txBody>
      </p:sp>
    </p:spTree>
    <p:extLst>
      <p:ext uri="{BB962C8B-B14F-4D97-AF65-F5344CB8AC3E}">
        <p14:creationId xmlns:p14="http://schemas.microsoft.com/office/powerpoint/2010/main" val="49133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99D8-700D-E0B9-6344-1DF0D8F1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C2C7E9-6297-64E8-9777-CF7F56153F74}"/>
              </a:ext>
            </a:extLst>
          </p:cNvPr>
          <p:cNvSpPr txBox="1"/>
          <p:nvPr/>
        </p:nvSpPr>
        <p:spPr>
          <a:xfrm>
            <a:off x="171685" y="769754"/>
            <a:ext cx="8020464" cy="43865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No condemnation now I dread:</a:t>
            </a:r>
          </a:p>
          <a:p>
            <a:r>
              <a:rPr lang="en-US" sz="2800"/>
              <a:t>Jesus, and all in Him, is mine!</a:t>
            </a:r>
          </a:p>
          <a:p>
            <a:r>
              <a:rPr lang="en-US" sz="2800"/>
              <a:t>Alive in Him, my living Head,</a:t>
            </a:r>
          </a:p>
          <a:p>
            <a:r>
              <a:rPr lang="en-US" sz="2800"/>
              <a:t>And clothed in righteousness divine,</a:t>
            </a:r>
          </a:p>
          <a:p>
            <a:r>
              <a:rPr lang="en-US" sz="2800"/>
              <a:t>Bold I approach </a:t>
            </a:r>
            <a:r>
              <a:rPr lang="en-US" sz="2800" err="1"/>
              <a:t>th</a:t>
            </a:r>
            <a:r>
              <a:rPr lang="en-US" sz="2800"/>
              <a:t>' eternal throne,</a:t>
            </a:r>
          </a:p>
          <a:p>
            <a:r>
              <a:rPr lang="en-US" sz="2800"/>
              <a:t>And claim the crown, thru Christ my own.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Amazing love! how can it be</a:t>
            </a:r>
          </a:p>
          <a:p>
            <a:r>
              <a:rPr lang="en-US" sz="2800" i="1">
                <a:solidFill>
                  <a:srgbClr val="FF0000"/>
                </a:solidFill>
              </a:rPr>
              <a:t>That Thou, my God, shouldst die for me! </a:t>
            </a:r>
          </a:p>
          <a:p>
            <a:pPr algn="ctr"/>
            <a:endParaRPr lang="en-US" sz="2800"/>
          </a:p>
          <a:p>
            <a:endParaRPr lang="en-US" sz="2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CE0A4-1966-CD65-B230-39B0F658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Offertory – And can it be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BC3BBB-D50D-9B0A-1848-C4CCF430B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514" y="755209"/>
            <a:ext cx="2533048" cy="259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887F8B-5DF3-394B-2A7D-DA00B13ED3B3}"/>
              </a:ext>
            </a:extLst>
          </p:cNvPr>
          <p:cNvSpPr txBox="1"/>
          <p:nvPr/>
        </p:nvSpPr>
        <p:spPr>
          <a:xfrm>
            <a:off x="6618514" y="3284508"/>
            <a:ext cx="24606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100" b="0" i="0" u="none" strike="noStrike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UEN - S86CC0315K</a:t>
            </a:r>
            <a:r>
              <a:rPr lang="en-GB" sz="2100" b="0" i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​</a:t>
            </a:r>
            <a:endParaRPr lang="en-US" sz="210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1E3FA38-0E25-0457-62DE-8D6468EFE5C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9DE63-78F8-802C-D62D-5FB13F30A23E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Offertory: 4 of 4</a:t>
            </a:r>
          </a:p>
        </p:txBody>
      </p:sp>
    </p:spTree>
    <p:extLst>
      <p:ext uri="{BB962C8B-B14F-4D97-AF65-F5344CB8AC3E}">
        <p14:creationId xmlns:p14="http://schemas.microsoft.com/office/powerpoint/2010/main" val="264795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B45D-8A46-D440-56AB-1450F2E4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4626-A550-0334-4F22-1EFDB235E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Confession: My faith looks up to Thee (Song no: 235)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4A87E-DC4A-8235-F048-BE3C8D21177F}"/>
              </a:ext>
            </a:extLst>
          </p:cNvPr>
          <p:cNvSpPr txBox="1"/>
          <p:nvPr/>
        </p:nvSpPr>
        <p:spPr>
          <a:xfrm>
            <a:off x="614082" y="1111699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800"/>
              <a:t>My faith looks up to Thee,</a:t>
            </a:r>
          </a:p>
          <a:p>
            <a:pPr algn="ctr"/>
            <a:r>
              <a:rPr lang="en-US" sz="2800"/>
              <a:t>Thou Lamb of Calvary,</a:t>
            </a:r>
          </a:p>
          <a:p>
            <a:pPr algn="ctr"/>
            <a:r>
              <a:rPr lang="en-US" sz="2800"/>
              <a:t>Saviour divine;</a:t>
            </a:r>
          </a:p>
          <a:p>
            <a:pPr algn="ctr"/>
            <a:r>
              <a:rPr lang="en-US" sz="2800"/>
              <a:t>Now hear me while I pray;</a:t>
            </a:r>
          </a:p>
          <a:p>
            <a:pPr algn="ctr"/>
            <a:r>
              <a:rPr lang="en-US" sz="2800"/>
              <a:t>Take all my guilt away;</a:t>
            </a:r>
          </a:p>
          <a:p>
            <a:pPr algn="ctr"/>
            <a:r>
              <a:rPr lang="en-US" sz="2800"/>
              <a:t>Oh, let me from this day</a:t>
            </a:r>
          </a:p>
          <a:p>
            <a:pPr algn="ctr"/>
            <a:r>
              <a:rPr lang="en-US" sz="2800"/>
              <a:t>Be wholly Thine.</a:t>
            </a:r>
          </a:p>
          <a:p>
            <a:pPr algn="ctr"/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EA471-E5B3-2477-FBA0-0007072FC91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6FC08-6A0B-F656-EF0D-27BC784EA24C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</p:spTree>
    <p:extLst>
      <p:ext uri="{BB962C8B-B14F-4D97-AF65-F5344CB8AC3E}">
        <p14:creationId xmlns:p14="http://schemas.microsoft.com/office/powerpoint/2010/main" val="2110593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solidFill>
                  <a:prstClr val="white"/>
                </a:solidFill>
                <a:ea typeface="+mj-lt"/>
                <a:cs typeface="+mj-lt"/>
              </a:rPr>
              <a:t>My faith looks up to Thee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AE71-28D8-C4B6-AFED-14EC0385D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F779-19C8-8E59-7EAB-DAAC12C1C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(235)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386EF-806C-8EA8-C1A7-4A6ECD28C4FD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My faith looks up to Thee,</a:t>
            </a:r>
          </a:p>
          <a:p>
            <a:r>
              <a:rPr lang="en-US" sz="2800"/>
              <a:t>Thou Lamb of Calvary,</a:t>
            </a:r>
          </a:p>
          <a:p>
            <a:r>
              <a:rPr lang="en-US" sz="2800"/>
              <a:t>Saviour divine;</a:t>
            </a:r>
          </a:p>
          <a:p>
            <a:r>
              <a:rPr lang="en-US" sz="2800"/>
              <a:t>Now hear me while I pray;</a:t>
            </a:r>
          </a:p>
          <a:p>
            <a:r>
              <a:rPr lang="en-US" sz="2800"/>
              <a:t>Take all my guilt away;</a:t>
            </a:r>
          </a:p>
          <a:p>
            <a:r>
              <a:rPr lang="en-US" sz="2800"/>
              <a:t>Oh, let me from this day</a:t>
            </a:r>
          </a:p>
          <a:p>
            <a:r>
              <a:rPr lang="en-US" sz="2800"/>
              <a:t>Be wholly Thine.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08AD5-DB58-0E01-12EF-CF830D6AD6E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1D7B5-E19A-E93E-3D91-D6F1DAEF6765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1: 1 of 4</a:t>
            </a:r>
          </a:p>
        </p:txBody>
      </p:sp>
    </p:spTree>
    <p:extLst>
      <p:ext uri="{BB962C8B-B14F-4D97-AF65-F5344CB8AC3E}">
        <p14:creationId xmlns:p14="http://schemas.microsoft.com/office/powerpoint/2010/main" val="3840611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664E-AD44-BD8D-AC6D-94104478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7F25-2B04-6643-7C7D-F62433C47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(235)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232E8-4E3D-43D1-3295-6FCAC44E2D19}"/>
              </a:ext>
            </a:extLst>
          </p:cNvPr>
          <p:cNvSpPr txBox="1"/>
          <p:nvPr/>
        </p:nvSpPr>
        <p:spPr>
          <a:xfrm>
            <a:off x="618565" y="9191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May Thy rich grace impart</a:t>
            </a:r>
          </a:p>
          <a:p>
            <a:r>
              <a:rPr lang="en-US" sz="2800"/>
              <a:t>Strength to my fainting heart,</a:t>
            </a:r>
          </a:p>
          <a:p>
            <a:r>
              <a:rPr lang="en-US" sz="2800"/>
              <a:t>My zeal inspire;</a:t>
            </a:r>
          </a:p>
          <a:p>
            <a:r>
              <a:rPr lang="en-US" sz="2800"/>
              <a:t>As Thou hast died for me,</a:t>
            </a:r>
          </a:p>
          <a:p>
            <a:r>
              <a:rPr lang="en-US" sz="2800"/>
              <a:t>Oh, may my love to Thee Pure,</a:t>
            </a:r>
          </a:p>
          <a:p>
            <a:r>
              <a:rPr lang="en-US" sz="2800"/>
              <a:t>warm and changeless be-</a:t>
            </a:r>
          </a:p>
          <a:p>
            <a:r>
              <a:rPr lang="en-US" sz="2800"/>
              <a:t>A living fire.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A62DB-3ED6-ADBB-555B-CC4C8A02CBE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E737E-A626-69A8-90E3-64FAA415B6A8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1: 2 of 4</a:t>
            </a:r>
          </a:p>
        </p:txBody>
      </p:sp>
    </p:spTree>
    <p:extLst>
      <p:ext uri="{BB962C8B-B14F-4D97-AF65-F5344CB8AC3E}">
        <p14:creationId xmlns:p14="http://schemas.microsoft.com/office/powerpoint/2010/main" val="3605567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1E23B-CB19-9CF2-A832-0A1D6600A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BA17-FA30-AFD3-BDC3-DEFF8F38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(235)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940C9-B9D3-1573-9B93-0644DDFDDCCE}"/>
              </a:ext>
            </a:extLst>
          </p:cNvPr>
          <p:cNvSpPr txBox="1"/>
          <p:nvPr/>
        </p:nvSpPr>
        <p:spPr>
          <a:xfrm>
            <a:off x="618565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While life’s dark maze I tread,</a:t>
            </a:r>
          </a:p>
          <a:p>
            <a:r>
              <a:rPr lang="en-US" sz="2800"/>
              <a:t>And griefs around me spread,</a:t>
            </a:r>
          </a:p>
          <a:p>
            <a:r>
              <a:rPr lang="en-US" sz="2800"/>
              <a:t>Be Thou my Guide:</a:t>
            </a:r>
          </a:p>
          <a:p>
            <a:r>
              <a:rPr lang="en-US" sz="2800"/>
              <a:t>Bid darkness turn today,</a:t>
            </a:r>
          </a:p>
          <a:p>
            <a:r>
              <a:rPr lang="en-US" sz="2800"/>
              <a:t>Wipe sorrow’s tears away;</a:t>
            </a:r>
          </a:p>
          <a:p>
            <a:r>
              <a:rPr lang="en-US" sz="2800"/>
              <a:t>Nor let me ever stray</a:t>
            </a:r>
          </a:p>
          <a:p>
            <a:r>
              <a:rPr lang="en-US" sz="2800"/>
              <a:t>From Thee aside.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DBE6A-A945-AF87-3C08-96E664B4246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76B36-008C-0743-2913-D88A50D7CFF1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1: 3 of 4</a:t>
            </a:r>
          </a:p>
        </p:txBody>
      </p:sp>
    </p:spTree>
    <p:extLst>
      <p:ext uri="{BB962C8B-B14F-4D97-AF65-F5344CB8AC3E}">
        <p14:creationId xmlns:p14="http://schemas.microsoft.com/office/powerpoint/2010/main" val="2521481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C1A6-4950-2348-0725-33A41361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53D9-B3FD-F06B-52F2-4B30F48D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(235)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9115C-D77D-CC44-D2B8-305BCBB71C59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When ends life’s transient dream-</a:t>
            </a:r>
          </a:p>
          <a:p>
            <a:r>
              <a:rPr lang="en-US" sz="2800"/>
              <a:t>When death’s cold sullen stream</a:t>
            </a:r>
          </a:p>
          <a:p>
            <a:r>
              <a:rPr lang="en-US" sz="2800"/>
              <a:t>Shall o’er me roll-</a:t>
            </a:r>
          </a:p>
          <a:p>
            <a:r>
              <a:rPr lang="en-US" sz="2800"/>
              <a:t>Blest Saviour, then in love,</a:t>
            </a:r>
          </a:p>
          <a:p>
            <a:r>
              <a:rPr lang="en-US" sz="2800"/>
              <a:t>Fear and distress remove;</a:t>
            </a:r>
          </a:p>
          <a:p>
            <a:r>
              <a:rPr lang="en-US" sz="2800"/>
              <a:t>Oh, bear me safe above-</a:t>
            </a:r>
          </a:p>
          <a:p>
            <a:r>
              <a:rPr lang="en-US" sz="2800"/>
              <a:t>A ransomed soul.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39F30-9200-6629-380C-363467EF02C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AAEB4-E388-6378-4F02-80E5A170BF8D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1: 4 of 4</a:t>
            </a:r>
          </a:p>
        </p:txBody>
      </p:sp>
    </p:spTree>
    <p:extLst>
      <p:ext uri="{BB962C8B-B14F-4D97-AF65-F5344CB8AC3E}">
        <p14:creationId xmlns:p14="http://schemas.microsoft.com/office/powerpoint/2010/main" val="2792831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/>
              <a:t>Join all the Glorious Names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B61D9-D786-37E9-A2E2-ABCFF6E2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7320-707F-4E66-AEBF-CA6BDB83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1C59A-2389-E27C-D4AC-CEC5D2672F89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br>
              <a:rPr lang="en-US" sz="2800"/>
            </a:br>
            <a:r>
              <a:rPr lang="en-US" sz="2800"/>
              <a:t>Join all the glorious names</a:t>
            </a:r>
          </a:p>
          <a:p>
            <a:r>
              <a:rPr lang="en-US" sz="2800"/>
              <a:t>Of wisdom, love, and pow’r,</a:t>
            </a:r>
          </a:p>
          <a:p>
            <a:r>
              <a:rPr lang="en-US" sz="2800"/>
              <a:t>That mortals ever knew,</a:t>
            </a:r>
          </a:p>
          <a:p>
            <a:r>
              <a:rPr lang="en-US" sz="2800"/>
              <a:t>That angels ever bore:</a:t>
            </a:r>
          </a:p>
          <a:p>
            <a:r>
              <a:rPr lang="en-US" sz="2800"/>
              <a:t>All are too mean to speak His worth,</a:t>
            </a:r>
          </a:p>
          <a:p>
            <a:r>
              <a:rPr lang="en-US" sz="2800"/>
              <a:t>Too mean to set my Saviour forth.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9ECF7-8F1C-D28F-45BD-00E8D1C090A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D9EED-B5A5-EFD0-ECFB-AB07ED6BAE90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1 of 6</a:t>
            </a:r>
          </a:p>
        </p:txBody>
      </p:sp>
    </p:spTree>
    <p:extLst>
      <p:ext uri="{BB962C8B-B14F-4D97-AF65-F5344CB8AC3E}">
        <p14:creationId xmlns:p14="http://schemas.microsoft.com/office/powerpoint/2010/main" val="39942830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6186-8DB5-189F-A064-C3C84511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CF87-E0C3-606D-43AF-9FF96D23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93395-ADFF-0D7B-B267-B300A8B90A5C}"/>
              </a:ext>
            </a:extLst>
          </p:cNvPr>
          <p:cNvSpPr txBox="1"/>
          <p:nvPr/>
        </p:nvSpPr>
        <p:spPr>
          <a:xfrm>
            <a:off x="618565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br>
              <a:rPr lang="en-US" sz="2800"/>
            </a:br>
            <a:r>
              <a:rPr lang="en-US" sz="2800"/>
              <a:t>Great Prophet of my God,</a:t>
            </a:r>
          </a:p>
          <a:p>
            <a:r>
              <a:rPr lang="en-US" sz="2800"/>
              <a:t>My tongue would bless Thy name;</a:t>
            </a:r>
          </a:p>
          <a:p>
            <a:r>
              <a:rPr lang="en-US" sz="2800"/>
              <a:t>By Thee the joyful news</a:t>
            </a:r>
          </a:p>
          <a:p>
            <a:r>
              <a:rPr lang="en-US" sz="2800"/>
              <a:t>Of our salvation came:</a:t>
            </a:r>
          </a:p>
          <a:p>
            <a:r>
              <a:rPr lang="en-US" sz="2800"/>
              <a:t>The joyful news of sins </a:t>
            </a:r>
            <a:r>
              <a:rPr lang="en-US" sz="2800" err="1"/>
              <a:t>forgiv’n</a:t>
            </a:r>
            <a:endParaRPr lang="en-US" sz="2800"/>
          </a:p>
          <a:p>
            <a:r>
              <a:rPr lang="en-US" sz="2800"/>
              <a:t>Of hell subdued, and peace with heav’n.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F9867-9688-C572-E433-CD8E511B1DE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F9120-ED07-79AD-DFFC-383FF8B2BE3D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2 of 6</a:t>
            </a:r>
          </a:p>
        </p:txBody>
      </p:sp>
    </p:spTree>
    <p:extLst>
      <p:ext uri="{BB962C8B-B14F-4D97-AF65-F5344CB8AC3E}">
        <p14:creationId xmlns:p14="http://schemas.microsoft.com/office/powerpoint/2010/main" val="199191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48BB-06A4-A4C9-D573-CF4A8FBE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5A0B-E1C9-D687-C4AE-61522B76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B4FD4-7DEB-F534-C2A1-3EF575DB9E1F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br>
              <a:rPr lang="en-US" sz="2800"/>
            </a:br>
            <a:r>
              <a:rPr lang="en-US" sz="2800"/>
              <a:t>Jesus, my great High Priest,</a:t>
            </a:r>
          </a:p>
          <a:p>
            <a:r>
              <a:rPr lang="en-US" sz="2800"/>
              <a:t>Offered His blood, and died;</a:t>
            </a:r>
          </a:p>
          <a:p>
            <a:r>
              <a:rPr lang="en-US" sz="2800"/>
              <a:t>My guilty conscience seeks</a:t>
            </a:r>
          </a:p>
          <a:p>
            <a:r>
              <a:rPr lang="en-US" sz="2800"/>
              <a:t>No sacrifice beside;</a:t>
            </a:r>
          </a:p>
          <a:p>
            <a:r>
              <a:rPr lang="en-US" sz="2800"/>
              <a:t>His powerful blood did once atone-</a:t>
            </a:r>
          </a:p>
          <a:p>
            <a:r>
              <a:rPr lang="en-US" sz="2800"/>
              <a:t>And now it pleads before the throne.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AA88D-686E-0987-BE97-3100C63A3EF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7A491-EB77-DD10-813C-C4A148A6CE6C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3 of 6</a:t>
            </a:r>
          </a:p>
        </p:txBody>
      </p:sp>
    </p:spTree>
    <p:extLst>
      <p:ext uri="{BB962C8B-B14F-4D97-AF65-F5344CB8AC3E}">
        <p14:creationId xmlns:p14="http://schemas.microsoft.com/office/powerpoint/2010/main" val="4144455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FC55D-B3E4-F0D7-4B6D-90FB3B41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D12D-D93A-CA03-3F6D-3B5FF699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3117D-A6E2-0776-9399-CDE2BEB4D611}"/>
              </a:ext>
            </a:extLst>
          </p:cNvPr>
          <p:cNvSpPr txBox="1"/>
          <p:nvPr/>
        </p:nvSpPr>
        <p:spPr>
          <a:xfrm>
            <a:off x="618565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br>
              <a:rPr lang="en-US" sz="2800"/>
            </a:br>
            <a:r>
              <a:rPr lang="en-US" sz="2800"/>
              <a:t>My dear Almighty Lord,</a:t>
            </a:r>
          </a:p>
          <a:p>
            <a:r>
              <a:rPr lang="en-US" sz="2800"/>
              <a:t>My Conqueror and my King!</a:t>
            </a:r>
          </a:p>
          <a:p>
            <a:r>
              <a:rPr lang="en-US" sz="2800"/>
              <a:t>Thy matchless power and love,</a:t>
            </a:r>
          </a:p>
          <a:p>
            <a:r>
              <a:rPr lang="en-US" sz="2800"/>
              <a:t>Thy saving grace, I sing;</a:t>
            </a:r>
          </a:p>
          <a:p>
            <a:r>
              <a:rPr lang="en-US" sz="2800"/>
              <a:t>Thine is the power-oh, may I sit</a:t>
            </a:r>
          </a:p>
          <a:p>
            <a:r>
              <a:rPr lang="en-US" sz="2800"/>
              <a:t>In willing bonds beneath Thy feet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2EDFB-3007-EDF9-C69F-D80805CA46D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FDB29-6952-EB11-AADC-2657F83F1ADC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4 of 6</a:t>
            </a:r>
          </a:p>
        </p:txBody>
      </p:sp>
    </p:spTree>
    <p:extLst>
      <p:ext uri="{BB962C8B-B14F-4D97-AF65-F5344CB8AC3E}">
        <p14:creationId xmlns:p14="http://schemas.microsoft.com/office/powerpoint/2010/main" val="3045483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F2FD-1117-B81F-59EE-3ABBCEA4E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E811-B686-C022-1106-C3C6896D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591F6-AEC0-9329-693F-F00D08C59723}"/>
              </a:ext>
            </a:extLst>
          </p:cNvPr>
          <p:cNvSpPr txBox="1"/>
          <p:nvPr/>
        </p:nvSpPr>
        <p:spPr>
          <a:xfrm>
            <a:off x="618565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br>
              <a:rPr lang="en-US" sz="2800"/>
            </a:br>
            <a:r>
              <a:rPr lang="en-US" sz="2800"/>
              <a:t>Then let my soul arise,</a:t>
            </a:r>
          </a:p>
          <a:p>
            <a:r>
              <a:rPr lang="en-US" sz="2800"/>
              <a:t>And tread the tempter down;</a:t>
            </a:r>
          </a:p>
          <a:p>
            <a:r>
              <a:rPr lang="en-US" sz="2800"/>
              <a:t>My Captain leads me forth</a:t>
            </a:r>
          </a:p>
          <a:p>
            <a:r>
              <a:rPr lang="en-US" sz="2800"/>
              <a:t>To conquest and a crown.</a:t>
            </a:r>
          </a:p>
          <a:p>
            <a:r>
              <a:rPr lang="en-US" sz="2800"/>
              <a:t>The feeblest saint shall win the day,</a:t>
            </a:r>
          </a:p>
          <a:p>
            <a:r>
              <a:rPr lang="en-US" sz="2800"/>
              <a:t>Though death and hell obstruct the way.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AAF0B-1BEA-F9F0-849A-C1A0D3A075A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D4A50-E09F-900C-FCC5-383A8EEA0E25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5 of 6</a:t>
            </a:r>
          </a:p>
        </p:txBody>
      </p:sp>
    </p:spTree>
    <p:extLst>
      <p:ext uri="{BB962C8B-B14F-4D97-AF65-F5344CB8AC3E}">
        <p14:creationId xmlns:p14="http://schemas.microsoft.com/office/powerpoint/2010/main" val="2826993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4505-023C-8DFE-7B57-48DD40B42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C8D0-D8C9-8D99-32C3-68CC6276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FDF62-FCAC-1FFD-966F-A162D8B888E0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br>
              <a:rPr lang="en-US" sz="2800"/>
            </a:br>
            <a:r>
              <a:rPr lang="en-US" sz="2800"/>
              <a:t>Should all the hosts of death,</a:t>
            </a:r>
          </a:p>
          <a:p>
            <a:r>
              <a:rPr lang="en-US" sz="2800"/>
              <a:t>And powers of hell unknown,</a:t>
            </a:r>
          </a:p>
          <a:p>
            <a:r>
              <a:rPr lang="en-US" sz="2800"/>
              <a:t>Put their most dreadful forms</a:t>
            </a:r>
          </a:p>
          <a:p>
            <a:r>
              <a:rPr lang="en-US" sz="2800"/>
              <a:t>Of rage and mischief on,</a:t>
            </a:r>
          </a:p>
          <a:p>
            <a:r>
              <a:rPr lang="en-US" sz="2800"/>
              <a:t>I shall be safe, for Christ displays</a:t>
            </a:r>
          </a:p>
          <a:p>
            <a:r>
              <a:rPr lang="en-US" sz="2800"/>
              <a:t>Superior power and guardian grace.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85B23-72C3-E597-FA36-9ADF3FE0C7A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B5AE8-B90D-8488-5842-28B31969BAC0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6 of 6</a:t>
            </a:r>
          </a:p>
        </p:txBody>
      </p:sp>
    </p:spTree>
    <p:extLst>
      <p:ext uri="{BB962C8B-B14F-4D97-AF65-F5344CB8AC3E}">
        <p14:creationId xmlns:p14="http://schemas.microsoft.com/office/powerpoint/2010/main" val="3870074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E97B3-C9FF-8E6D-5E80-7EB56CB3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9792-4DAE-9E2E-9543-7DA1F509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/>
              <a:t>I love to tell the Story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2CA4F-AF75-4341-8B27-A9D265F1FB3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39B210A-5BF0-0823-0D5B-776BBD0BBD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7682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F1E13-B54E-9CF8-871D-92BA15B32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26D5-7E22-C33C-B210-7A884C82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AE3D2-BED1-A750-BCBB-2E65A66F41DD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I love to tell the story; </a:t>
            </a:r>
          </a:p>
          <a:p>
            <a:r>
              <a:rPr lang="en-US" sz="2800"/>
              <a:t>Of unseen things above,</a:t>
            </a:r>
          </a:p>
          <a:p>
            <a:r>
              <a:rPr lang="en-US" sz="2800"/>
              <a:t>Of Jesus and His glory, </a:t>
            </a:r>
          </a:p>
          <a:p>
            <a:r>
              <a:rPr lang="en-US" sz="2800"/>
              <a:t>Of Jesus and His love.</a:t>
            </a:r>
          </a:p>
          <a:p>
            <a:r>
              <a:rPr lang="en-US" sz="2800"/>
              <a:t>I love to tell the Story,</a:t>
            </a:r>
          </a:p>
          <a:p>
            <a:r>
              <a:rPr lang="en-US" sz="2800"/>
              <a:t>Because I know it’s true;</a:t>
            </a:r>
          </a:p>
          <a:p>
            <a:r>
              <a:rPr lang="en-US" sz="2800"/>
              <a:t>It satisfies my longings</a:t>
            </a:r>
          </a:p>
          <a:p>
            <a:r>
              <a:rPr lang="en-US" sz="2800"/>
              <a:t>As nothing else can do.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34BDE-F7FF-919A-E8F6-9921B63C2B8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233E9-7EEE-0762-8E7B-A5C217493714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1 of 8</a:t>
            </a:r>
          </a:p>
        </p:txBody>
      </p:sp>
    </p:spTree>
    <p:extLst>
      <p:ext uri="{BB962C8B-B14F-4D97-AF65-F5344CB8AC3E}">
        <p14:creationId xmlns:p14="http://schemas.microsoft.com/office/powerpoint/2010/main" val="2898199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2098-081C-01FC-743A-D6BC76EA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D520-AD19-85C4-1EA3-D9477DA7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17910F-1482-4652-1DFD-D1C3CDF706BA}"/>
              </a:ext>
            </a:extLst>
          </p:cNvPr>
          <p:cNvSpPr txBox="1"/>
          <p:nvPr/>
        </p:nvSpPr>
        <p:spPr>
          <a:xfrm>
            <a:off x="848341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/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I love to tell the Story, </a:t>
            </a:r>
          </a:p>
          <a:p>
            <a:pPr algn="ctr"/>
            <a:r>
              <a:rPr lang="en-US" sz="2800" i="1" err="1">
                <a:solidFill>
                  <a:srgbClr val="FF0000"/>
                </a:solidFill>
              </a:rPr>
              <a:t>‘Twill</a:t>
            </a:r>
            <a:r>
              <a:rPr lang="en-US" sz="2800" i="1">
                <a:solidFill>
                  <a:srgbClr val="FF0000"/>
                </a:solidFill>
              </a:rPr>
              <a:t> be my theme in glory,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To tell the Old, Old Story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Of Jesus and His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6BFAC-CE2B-F31A-5F51-47EC49BD225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5961A-1281-858A-0332-D63043F20776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2 of 8</a:t>
            </a:r>
          </a:p>
        </p:txBody>
      </p:sp>
    </p:spTree>
    <p:extLst>
      <p:ext uri="{BB962C8B-B14F-4D97-AF65-F5344CB8AC3E}">
        <p14:creationId xmlns:p14="http://schemas.microsoft.com/office/powerpoint/2010/main" val="2373137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CF20-CC2A-09BE-407A-82B46ABD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7A61-796D-84B3-1C73-767CB508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FC9F9-5A0C-A7EE-CB2B-A9C42993AD00}"/>
              </a:ext>
            </a:extLst>
          </p:cNvPr>
          <p:cNvSpPr txBox="1"/>
          <p:nvPr/>
        </p:nvSpPr>
        <p:spPr>
          <a:xfrm>
            <a:off x="618565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I love to tell the Story;</a:t>
            </a:r>
          </a:p>
          <a:p>
            <a:r>
              <a:rPr lang="en-US" sz="2800"/>
              <a:t>More wonderful it seems</a:t>
            </a:r>
          </a:p>
          <a:p>
            <a:r>
              <a:rPr lang="en-US" sz="2800"/>
              <a:t>Than all the golden fancies</a:t>
            </a:r>
          </a:p>
          <a:p>
            <a:r>
              <a:rPr lang="en-US" sz="2800"/>
              <a:t>Of all our golden dreams.</a:t>
            </a:r>
          </a:p>
          <a:p>
            <a:r>
              <a:rPr lang="en-US" sz="2800"/>
              <a:t>I love to tell the Story;</a:t>
            </a:r>
          </a:p>
          <a:p>
            <a:r>
              <a:rPr lang="en-US" sz="2800"/>
              <a:t>It did so much for me;</a:t>
            </a:r>
          </a:p>
          <a:p>
            <a:r>
              <a:rPr lang="en-US" sz="2800"/>
              <a:t>And that is just the reason</a:t>
            </a:r>
          </a:p>
          <a:p>
            <a:r>
              <a:rPr lang="en-US" sz="2800"/>
              <a:t>I tell it now to thee.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DF68E-8415-DA2F-F9C1-81D7BAD6C0A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24A6F-6D05-8250-8B60-0AFBA1F9EC08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3 of 8</a:t>
            </a:r>
          </a:p>
        </p:txBody>
      </p:sp>
    </p:spTree>
    <p:extLst>
      <p:ext uri="{BB962C8B-B14F-4D97-AF65-F5344CB8AC3E}">
        <p14:creationId xmlns:p14="http://schemas.microsoft.com/office/powerpoint/2010/main" val="10541159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E283-6524-4E8B-6064-2C081D02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1CD3-6CF3-4F72-8727-36B777320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D870F-8956-156C-4D4C-A11DE4472773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I love to tell the Story, </a:t>
            </a:r>
          </a:p>
          <a:p>
            <a:pPr algn="ctr"/>
            <a:r>
              <a:rPr lang="en-US" sz="2800" i="1" err="1">
                <a:solidFill>
                  <a:srgbClr val="FF0000"/>
                </a:solidFill>
              </a:rPr>
              <a:t>‘Twill</a:t>
            </a:r>
            <a:r>
              <a:rPr lang="en-US" sz="2800" i="1">
                <a:solidFill>
                  <a:srgbClr val="FF0000"/>
                </a:solidFill>
              </a:rPr>
              <a:t> be my theme in glory,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To tell the Old, Old Story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Of Jesus and His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32B96-67BD-FA73-1C89-0C1ACFAD2FD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50D4A-C540-02D8-1D72-E19446B359EB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4 of 8</a:t>
            </a:r>
          </a:p>
        </p:txBody>
      </p:sp>
    </p:spTree>
    <p:extLst>
      <p:ext uri="{BB962C8B-B14F-4D97-AF65-F5344CB8AC3E}">
        <p14:creationId xmlns:p14="http://schemas.microsoft.com/office/powerpoint/2010/main" val="2646288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F2BB-046A-FA1F-6EE0-BBD8B6AB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9177-E51B-E606-C0DC-249F8A36B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2D05D-ADDE-99C9-CC68-4FF58CA7984E}"/>
              </a:ext>
            </a:extLst>
          </p:cNvPr>
          <p:cNvSpPr txBox="1"/>
          <p:nvPr/>
        </p:nvSpPr>
        <p:spPr>
          <a:xfrm>
            <a:off x="618565" y="842968"/>
            <a:ext cx="7915835" cy="34575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r>
              <a:rPr lang="en-US" sz="2800" dirty="0"/>
              <a:t>I love to tell the Story;</a:t>
            </a:r>
          </a:p>
          <a:p>
            <a:r>
              <a:rPr lang="en-US" sz="2800" dirty="0"/>
              <a:t>’Tis pleasant to repeat</a:t>
            </a:r>
          </a:p>
          <a:p>
            <a:r>
              <a:rPr lang="en-US" sz="2800" dirty="0"/>
              <a:t>What seems, each time I tell it,</a:t>
            </a:r>
            <a:endParaRPr lang="en-US" sz="2800" dirty="0">
              <a:cs typeface="Segoe UI"/>
            </a:endParaRPr>
          </a:p>
          <a:p>
            <a:r>
              <a:rPr lang="en-US" sz="2800" dirty="0"/>
              <a:t>More wonderfully sweet.</a:t>
            </a:r>
            <a:endParaRPr lang="en-US" sz="2800" dirty="0">
              <a:cs typeface="Segoe UI"/>
            </a:endParaRPr>
          </a:p>
          <a:p>
            <a:r>
              <a:rPr lang="en-US" sz="2800" dirty="0"/>
              <a:t>I love to tell the Story;</a:t>
            </a:r>
            <a:endParaRPr lang="en-US" sz="2800" dirty="0">
              <a:cs typeface="Segoe UI"/>
            </a:endParaRPr>
          </a:p>
          <a:p>
            <a:r>
              <a:rPr lang="en-US" sz="2800" dirty="0"/>
              <a:t>For some have never heard</a:t>
            </a:r>
            <a:endParaRPr lang="en-US" sz="2800" dirty="0">
              <a:cs typeface="Segoe UI"/>
            </a:endParaRPr>
          </a:p>
          <a:p>
            <a:r>
              <a:rPr lang="en-US" sz="2800" dirty="0"/>
              <a:t>The message of salvation</a:t>
            </a:r>
            <a:endParaRPr lang="en-US" sz="2800" dirty="0">
              <a:cs typeface="Segoe UI"/>
            </a:endParaRPr>
          </a:p>
          <a:p>
            <a:r>
              <a:rPr lang="en-US" sz="2800" dirty="0"/>
              <a:t>From God’s own Holy Word.</a:t>
            </a:r>
            <a:endParaRPr lang="en-US" sz="2800" dirty="0"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9FE27-FA64-A8E7-3059-1401F32191D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A9CB3-621C-0CD4-D5EC-7F626119E5B7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5 of 8</a:t>
            </a:r>
          </a:p>
        </p:txBody>
      </p:sp>
    </p:spTree>
    <p:extLst>
      <p:ext uri="{BB962C8B-B14F-4D97-AF65-F5344CB8AC3E}">
        <p14:creationId xmlns:p14="http://schemas.microsoft.com/office/powerpoint/2010/main" val="2050755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AE9F-0494-3F18-14E3-B07B1460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A3B5-CF47-4F34-E840-00EA9BCD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6ADD5-31B0-75EC-48A3-0FC54F961A49}"/>
              </a:ext>
            </a:extLst>
          </p:cNvPr>
          <p:cNvSpPr txBox="1"/>
          <p:nvPr/>
        </p:nvSpPr>
        <p:spPr>
          <a:xfrm>
            <a:off x="546589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I love to tell the Story, </a:t>
            </a:r>
          </a:p>
          <a:p>
            <a:pPr algn="ctr"/>
            <a:r>
              <a:rPr lang="en-US" sz="2800" i="1" err="1">
                <a:solidFill>
                  <a:srgbClr val="FF0000"/>
                </a:solidFill>
              </a:rPr>
              <a:t>‘Twill</a:t>
            </a:r>
            <a:r>
              <a:rPr lang="en-US" sz="2800" i="1">
                <a:solidFill>
                  <a:srgbClr val="FF0000"/>
                </a:solidFill>
              </a:rPr>
              <a:t> be my theme in glory,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To tell the Old, Old Story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Of Jesus and His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4B6B1-5C76-A205-DE9B-94585F47C55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754E4-D6A2-E4A0-4CDA-02E957FD3754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6 of 8</a:t>
            </a:r>
          </a:p>
        </p:txBody>
      </p:sp>
    </p:spTree>
    <p:extLst>
      <p:ext uri="{BB962C8B-B14F-4D97-AF65-F5344CB8AC3E}">
        <p14:creationId xmlns:p14="http://schemas.microsoft.com/office/powerpoint/2010/main" val="2033311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1353-DD3F-868D-8116-0729265C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E34E-63FF-8873-33B6-6742ADE0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745949-72C6-E40D-82B6-7284994002B7}"/>
              </a:ext>
            </a:extLst>
          </p:cNvPr>
          <p:cNvSpPr txBox="1"/>
          <p:nvPr/>
        </p:nvSpPr>
        <p:spPr>
          <a:xfrm>
            <a:off x="618565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I love to tell the Story;</a:t>
            </a:r>
          </a:p>
          <a:p>
            <a:r>
              <a:rPr lang="en-US" sz="2800"/>
              <a:t>For those who know it best</a:t>
            </a:r>
          </a:p>
          <a:p>
            <a:r>
              <a:rPr lang="en-US" sz="2800"/>
              <a:t>Seem hungering and thirsting</a:t>
            </a:r>
          </a:p>
          <a:p>
            <a:r>
              <a:rPr lang="en-US" sz="2800"/>
              <a:t>To hear it like the rest.</a:t>
            </a:r>
          </a:p>
          <a:p>
            <a:r>
              <a:rPr lang="en-US" sz="2800"/>
              <a:t>And when, in scenes of glory,</a:t>
            </a:r>
          </a:p>
          <a:p>
            <a:r>
              <a:rPr lang="en-US" sz="2800"/>
              <a:t>I sing the new, new song</a:t>
            </a:r>
          </a:p>
          <a:p>
            <a:r>
              <a:rPr lang="en-US" sz="2800"/>
              <a:t>‘T will be the old </a:t>
            </a:r>
            <a:r>
              <a:rPr lang="en-US" sz="2800" err="1"/>
              <a:t>old</a:t>
            </a:r>
            <a:r>
              <a:rPr lang="en-US" sz="2800"/>
              <a:t> Story</a:t>
            </a:r>
          </a:p>
          <a:p>
            <a:r>
              <a:rPr lang="en-US" sz="2800"/>
              <a:t>That I have loved so long.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8F689-1F05-52A6-58A6-496BA2416D0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5F464-3A1A-1F8F-8750-5D0713235002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7 of 8</a:t>
            </a:r>
          </a:p>
        </p:txBody>
      </p:sp>
    </p:spTree>
    <p:extLst>
      <p:ext uri="{BB962C8B-B14F-4D97-AF65-F5344CB8AC3E}">
        <p14:creationId xmlns:p14="http://schemas.microsoft.com/office/powerpoint/2010/main" val="27771119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BC3DE-22C5-63B3-9C09-B682A999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3EBD-52FD-42FF-90A7-A95B4CEC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(46)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246F7-52E4-BF25-4207-E82257D95EEB}"/>
              </a:ext>
            </a:extLst>
          </p:cNvPr>
          <p:cNvSpPr txBox="1"/>
          <p:nvPr/>
        </p:nvSpPr>
        <p:spPr>
          <a:xfrm>
            <a:off x="614082" y="842968"/>
            <a:ext cx="7915835" cy="34575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I love to tell the Story, </a:t>
            </a:r>
          </a:p>
          <a:p>
            <a:pPr algn="ctr"/>
            <a:r>
              <a:rPr lang="en-US" sz="2800" i="1" err="1">
                <a:solidFill>
                  <a:srgbClr val="FF0000"/>
                </a:solidFill>
              </a:rPr>
              <a:t>‘Twill</a:t>
            </a:r>
            <a:r>
              <a:rPr lang="en-US" sz="2800" i="1">
                <a:solidFill>
                  <a:srgbClr val="FF0000"/>
                </a:solidFill>
              </a:rPr>
              <a:t> be my theme in glory,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To tell the Old, Old Story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Of Jesus and His love.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B6EA9-9476-5664-CC51-8433F255ED9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8C15F-8356-78E8-2D50-24EF8A019E10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3: 8 of 8</a:t>
            </a:r>
          </a:p>
        </p:txBody>
      </p:sp>
    </p:spTree>
    <p:extLst>
      <p:ext uri="{BB962C8B-B14F-4D97-AF65-F5344CB8AC3E}">
        <p14:creationId xmlns:p14="http://schemas.microsoft.com/office/powerpoint/2010/main" val="16414784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FA25-7D19-A89E-BD2C-DE48BE30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852C-6E86-093D-F3E3-22662F2A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/>
              <a:t>Trust and Obey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A71D-44E1-6A3C-074F-3B8F67B9B9B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A3F70CAC-37C8-591B-C83D-004E5615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28526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8759-D69C-E223-162B-6246F2E8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5776-A4D8-95C0-4C3E-4C039716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(642)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837A4-F2BC-5C28-A4FE-E2DA8828732E}"/>
              </a:ext>
            </a:extLst>
          </p:cNvPr>
          <p:cNvSpPr txBox="1"/>
          <p:nvPr/>
        </p:nvSpPr>
        <p:spPr>
          <a:xfrm>
            <a:off x="427717" y="776725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When we walk with the Lord</a:t>
            </a:r>
          </a:p>
          <a:p>
            <a:r>
              <a:rPr lang="en-US" sz="2800"/>
              <a:t>In the light of His Word,</a:t>
            </a:r>
          </a:p>
          <a:p>
            <a:r>
              <a:rPr lang="en-US" sz="2800"/>
              <a:t>What a glory He sheds on our way!</a:t>
            </a:r>
          </a:p>
          <a:p>
            <a:r>
              <a:rPr lang="en-US" sz="2800"/>
              <a:t>While we do His goodwill,</a:t>
            </a:r>
          </a:p>
          <a:p>
            <a:r>
              <a:rPr lang="en-US" sz="2800"/>
              <a:t>He abides with us still,</a:t>
            </a:r>
          </a:p>
          <a:p>
            <a:r>
              <a:rPr lang="en-US" sz="2800"/>
              <a:t>And with all who will trust and obey.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Trust and obey, for there’s no other way</a:t>
            </a:r>
          </a:p>
          <a:p>
            <a:r>
              <a:rPr lang="en-US" sz="2800" i="1">
                <a:solidFill>
                  <a:srgbClr val="FF0000"/>
                </a:solidFill>
              </a:rPr>
              <a:t>To be happy in Jesus but to trust and obey.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E2B6-5D1F-314A-2F21-18E9621D21E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609C6-9C51-5A0A-6369-C1AA1815900C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4: 1 of 5</a:t>
            </a:r>
          </a:p>
        </p:txBody>
      </p:sp>
    </p:spTree>
    <p:extLst>
      <p:ext uri="{BB962C8B-B14F-4D97-AF65-F5344CB8AC3E}">
        <p14:creationId xmlns:p14="http://schemas.microsoft.com/office/powerpoint/2010/main" val="23265864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B6C8-D522-FF2B-D847-4255DB2A9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D230-16A2-BD2A-968D-91D4E127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(642)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3D527C-ABD0-8194-F3B4-3B1061950B36}"/>
              </a:ext>
            </a:extLst>
          </p:cNvPr>
          <p:cNvSpPr txBox="1"/>
          <p:nvPr/>
        </p:nvSpPr>
        <p:spPr>
          <a:xfrm>
            <a:off x="455149" y="776725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Not a shadow can rise,</a:t>
            </a:r>
          </a:p>
          <a:p>
            <a:r>
              <a:rPr lang="en-US" sz="2800"/>
              <a:t>Not a cloud in the skies,</a:t>
            </a:r>
          </a:p>
          <a:p>
            <a:r>
              <a:rPr lang="en-US" sz="2800"/>
              <a:t>But His smile quickly drives it away;</a:t>
            </a:r>
          </a:p>
          <a:p>
            <a:r>
              <a:rPr lang="en-US" sz="2800"/>
              <a:t>Not a doubt nor a fear,</a:t>
            </a:r>
          </a:p>
          <a:p>
            <a:r>
              <a:rPr lang="en-US" sz="2800"/>
              <a:t>Not a sigh nor a tear,</a:t>
            </a:r>
          </a:p>
          <a:p>
            <a:r>
              <a:rPr lang="en-US" sz="2800"/>
              <a:t>Can abide while we trust and obey.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Trust and obey, for there’s no other way</a:t>
            </a:r>
          </a:p>
          <a:p>
            <a:r>
              <a:rPr lang="en-US" sz="2800" i="1">
                <a:solidFill>
                  <a:srgbClr val="FF0000"/>
                </a:solidFill>
              </a:rPr>
              <a:t>To be happy in Jesus but to trust and obey.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A221A-3BF7-7C0C-31CA-F55A7B7F615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41519-75DF-6C9F-BEA7-6378346E54D2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4: 2 of 5</a:t>
            </a:r>
          </a:p>
        </p:txBody>
      </p:sp>
    </p:spTree>
    <p:extLst>
      <p:ext uri="{BB962C8B-B14F-4D97-AF65-F5344CB8AC3E}">
        <p14:creationId xmlns:p14="http://schemas.microsoft.com/office/powerpoint/2010/main" val="21725101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7000-7153-1056-8CAA-737E6CDE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E694-508D-32AA-2421-EDBA4558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(642)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9B4EC-75BE-1E63-E9C3-AC459F67F96E}"/>
              </a:ext>
            </a:extLst>
          </p:cNvPr>
          <p:cNvSpPr txBox="1"/>
          <p:nvPr/>
        </p:nvSpPr>
        <p:spPr>
          <a:xfrm>
            <a:off x="436861" y="776725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Not a burden we bear,</a:t>
            </a:r>
          </a:p>
          <a:p>
            <a:r>
              <a:rPr lang="en-US" sz="2800"/>
              <a:t>Not a sorrow we share,</a:t>
            </a:r>
          </a:p>
          <a:p>
            <a:r>
              <a:rPr lang="en-US" sz="2800"/>
              <a:t>But our toil He doth richly repay;</a:t>
            </a:r>
          </a:p>
          <a:p>
            <a:r>
              <a:rPr lang="en-US" sz="2800"/>
              <a:t>Not a grief nor a loss,</a:t>
            </a:r>
          </a:p>
          <a:p>
            <a:r>
              <a:rPr lang="en-US" sz="2800"/>
              <a:t>Not a frown nor a cross,</a:t>
            </a:r>
          </a:p>
          <a:p>
            <a:r>
              <a:rPr lang="en-US" sz="2800"/>
              <a:t>But is blest if we trust and obey.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Trust and obey, for there’s no other way</a:t>
            </a:r>
          </a:p>
          <a:p>
            <a:r>
              <a:rPr lang="en-US" sz="2800" i="1">
                <a:solidFill>
                  <a:srgbClr val="FF0000"/>
                </a:solidFill>
              </a:rPr>
              <a:t>To be happy in Jesus but to trust and obey.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710EC-9252-F419-56C7-E1E3B81D99A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8D410-2134-19DD-B544-6E1D73770FC5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4: 3 of 5</a:t>
            </a:r>
          </a:p>
        </p:txBody>
      </p:sp>
    </p:spTree>
    <p:extLst>
      <p:ext uri="{BB962C8B-B14F-4D97-AF65-F5344CB8AC3E}">
        <p14:creationId xmlns:p14="http://schemas.microsoft.com/office/powerpoint/2010/main" val="42704540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BAC3-B174-8477-7814-D8B6098A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3F18-EFBF-1E63-946A-3DAEF055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(642)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798A4-1088-5D62-43B8-3C39E803460D}"/>
              </a:ext>
            </a:extLst>
          </p:cNvPr>
          <p:cNvSpPr txBox="1"/>
          <p:nvPr/>
        </p:nvSpPr>
        <p:spPr>
          <a:xfrm>
            <a:off x="455149" y="779954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But we never can prove</a:t>
            </a:r>
          </a:p>
          <a:p>
            <a:r>
              <a:rPr lang="en-US" sz="2800"/>
              <a:t>The delights of His love,</a:t>
            </a:r>
          </a:p>
          <a:p>
            <a:r>
              <a:rPr lang="en-US" sz="2800"/>
              <a:t>Until all on the altar we lay,</a:t>
            </a:r>
          </a:p>
          <a:p>
            <a:r>
              <a:rPr lang="en-US" sz="2800"/>
              <a:t>For the </a:t>
            </a:r>
            <a:r>
              <a:rPr lang="en-US" sz="2800" err="1"/>
              <a:t>favour</a:t>
            </a:r>
            <a:r>
              <a:rPr lang="en-US" sz="2800"/>
              <a:t> He shows,</a:t>
            </a:r>
          </a:p>
          <a:p>
            <a:r>
              <a:rPr lang="en-US" sz="2800"/>
              <a:t>And the joy He bestows,</a:t>
            </a:r>
          </a:p>
          <a:p>
            <a:r>
              <a:rPr lang="en-US" sz="2800"/>
              <a:t>Are for them who will trust and obey.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Trust and obey, for there’s no other way</a:t>
            </a:r>
          </a:p>
          <a:p>
            <a:r>
              <a:rPr lang="en-US" sz="2800" i="1">
                <a:solidFill>
                  <a:srgbClr val="FF0000"/>
                </a:solidFill>
              </a:rPr>
              <a:t>To be happy in Jesus but to trust and obey.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E3C13-24C7-4E04-8DB8-B0A46FDDFCA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627EB-2110-3353-7954-8AB8B1041659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4: 4 of 5</a:t>
            </a:r>
          </a:p>
        </p:txBody>
      </p:sp>
    </p:spTree>
    <p:extLst>
      <p:ext uri="{BB962C8B-B14F-4D97-AF65-F5344CB8AC3E}">
        <p14:creationId xmlns:p14="http://schemas.microsoft.com/office/powerpoint/2010/main" val="15727669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3624C-BDB0-C8C1-9140-5ED5A243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E7D03-BFE7-4664-E7C5-9E1592BD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(642)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91DAB-33B5-E088-A69C-3CBCE55B4FA4}"/>
              </a:ext>
            </a:extLst>
          </p:cNvPr>
          <p:cNvSpPr txBox="1"/>
          <p:nvPr/>
        </p:nvSpPr>
        <p:spPr>
          <a:xfrm>
            <a:off x="491725" y="846648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Then in fellowship sweet</a:t>
            </a:r>
          </a:p>
          <a:p>
            <a:r>
              <a:rPr lang="en-US" sz="2800"/>
              <a:t>We will sit at His feet,</a:t>
            </a:r>
          </a:p>
          <a:p>
            <a:r>
              <a:rPr lang="en-US" sz="2800"/>
              <a:t>Or we’ll walk by His side in the way;</a:t>
            </a:r>
          </a:p>
          <a:p>
            <a:r>
              <a:rPr lang="en-US" sz="2800"/>
              <a:t>What he says we will do,</a:t>
            </a:r>
          </a:p>
          <a:p>
            <a:r>
              <a:rPr lang="en-US" sz="2800"/>
              <a:t>Where He sends we will go,</a:t>
            </a:r>
          </a:p>
          <a:p>
            <a:r>
              <a:rPr lang="en-US" sz="2800"/>
              <a:t>Never fear, only trust and obey.</a:t>
            </a:r>
          </a:p>
          <a:p>
            <a:endParaRPr lang="en-US" sz="2800"/>
          </a:p>
          <a:p>
            <a:r>
              <a:rPr lang="en-US" sz="2800" i="1">
                <a:solidFill>
                  <a:srgbClr val="FF0000"/>
                </a:solidFill>
              </a:rPr>
              <a:t>Trust and obey, for there’s no other way</a:t>
            </a:r>
          </a:p>
          <a:p>
            <a:r>
              <a:rPr lang="en-US" sz="2800" i="1">
                <a:solidFill>
                  <a:srgbClr val="FF0000"/>
                </a:solidFill>
              </a:rPr>
              <a:t>To be happy in Jesus but to trust and obey.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C4A1B-00BA-21D6-06CF-148E4CC9DB7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67039-00D8-F61B-32A0-6A7875262AA6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4: 5 of 5</a:t>
            </a:r>
          </a:p>
        </p:txBody>
      </p:sp>
    </p:spTree>
    <p:extLst>
      <p:ext uri="{BB962C8B-B14F-4D97-AF65-F5344CB8AC3E}">
        <p14:creationId xmlns:p14="http://schemas.microsoft.com/office/powerpoint/2010/main" val="7378443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3540-967B-FAA5-9FD8-6277BC77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5C0A-D05A-710A-1611-F6CBE307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/>
              <a:t>Yield not to temptation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EDAAD-BA83-B64C-704B-0A15B7E5364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CDFE75F-43AE-B712-6617-E60F32BFB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866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2E80-3995-639C-80FF-1C63114B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ED30-ACAA-F7C6-8874-283582DD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(698)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5982D-2B1A-1EB9-536D-C1B85A80C24C}"/>
              </a:ext>
            </a:extLst>
          </p:cNvPr>
          <p:cNvSpPr txBox="1"/>
          <p:nvPr/>
        </p:nvSpPr>
        <p:spPr>
          <a:xfrm>
            <a:off x="473437" y="897266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Yield not to temptation,</a:t>
            </a:r>
          </a:p>
          <a:p>
            <a:r>
              <a:rPr lang="en-US" sz="2800"/>
              <a:t>For yielding is sin,</a:t>
            </a:r>
          </a:p>
          <a:p>
            <a:r>
              <a:rPr lang="en-US" sz="2800"/>
              <a:t>Each </a:t>
            </a:r>
            <a:r>
              <a:rPr lang="en-US" sz="2800" err="1"/>
              <a:t>vict’ry</a:t>
            </a:r>
            <a:r>
              <a:rPr lang="en-US" sz="2800"/>
              <a:t> will help you</a:t>
            </a:r>
          </a:p>
          <a:p>
            <a:r>
              <a:rPr lang="en-US" sz="2800"/>
              <a:t>Some other to win;</a:t>
            </a:r>
          </a:p>
          <a:p>
            <a:r>
              <a:rPr lang="en-US" sz="2800"/>
              <a:t>Fight manfully onward,</a:t>
            </a:r>
          </a:p>
          <a:p>
            <a:r>
              <a:rPr lang="en-US" sz="2800"/>
              <a:t>Dark passions subdue,</a:t>
            </a:r>
          </a:p>
          <a:p>
            <a:r>
              <a:rPr lang="en-US" sz="2800"/>
              <a:t>Look ever to Jesus,</a:t>
            </a:r>
          </a:p>
          <a:p>
            <a:r>
              <a:rPr lang="en-US" sz="2800"/>
              <a:t>He’ll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68FE4-8555-F217-D48B-C7E38BAA90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5089D-D533-451E-8F83-FB61E90F27AD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1 of 6</a:t>
            </a:r>
          </a:p>
        </p:txBody>
      </p:sp>
    </p:spTree>
    <p:extLst>
      <p:ext uri="{BB962C8B-B14F-4D97-AF65-F5344CB8AC3E}">
        <p14:creationId xmlns:p14="http://schemas.microsoft.com/office/powerpoint/2010/main" val="29935998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1818-2F6F-F756-E6C0-4C6B1ABC5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4772-4302-7339-6580-CF6B552B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(698)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2B303-AFA4-94F4-F871-5A8EC581D16A}"/>
              </a:ext>
            </a:extLst>
          </p:cNvPr>
          <p:cNvSpPr txBox="1"/>
          <p:nvPr/>
        </p:nvSpPr>
        <p:spPr>
          <a:xfrm>
            <a:off x="738613" y="773496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Ask the Saviour to help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Comfort, strengthen, and keep you;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is willing to aid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will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05701-78C9-9F48-BCC6-0DF7984A03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D2EA0-16C6-3069-3F70-FCDF667B5B51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2 of 6</a:t>
            </a:r>
          </a:p>
        </p:txBody>
      </p:sp>
    </p:spTree>
    <p:extLst>
      <p:ext uri="{BB962C8B-B14F-4D97-AF65-F5344CB8AC3E}">
        <p14:creationId xmlns:p14="http://schemas.microsoft.com/office/powerpoint/2010/main" val="18897160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5CEE-3E19-D80C-E67C-465A267F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5E2C-0656-A15E-1CD7-FFC829E3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(698)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7AE41-9889-C155-EAC2-C509E4ECB572}"/>
              </a:ext>
            </a:extLst>
          </p:cNvPr>
          <p:cNvSpPr txBox="1"/>
          <p:nvPr/>
        </p:nvSpPr>
        <p:spPr>
          <a:xfrm>
            <a:off x="464293" y="930613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Shun evil companions,</a:t>
            </a:r>
          </a:p>
          <a:p>
            <a:r>
              <a:rPr lang="en-US" sz="2800"/>
              <a:t>Bad language disdain,</a:t>
            </a:r>
          </a:p>
          <a:p>
            <a:r>
              <a:rPr lang="en-US" sz="2800"/>
              <a:t>God’s name hold in </a:t>
            </a:r>
            <a:r>
              <a:rPr lang="en-US" sz="2800" err="1"/>
              <a:t>rev’rence</a:t>
            </a:r>
            <a:r>
              <a:rPr lang="en-US" sz="2800"/>
              <a:t>, </a:t>
            </a:r>
          </a:p>
          <a:p>
            <a:r>
              <a:rPr lang="en-US" sz="2800"/>
              <a:t>Nor take it in vain;</a:t>
            </a:r>
          </a:p>
          <a:p>
            <a:r>
              <a:rPr lang="en-US" sz="2800"/>
              <a:t>Be thoughtful and earnest,</a:t>
            </a:r>
          </a:p>
          <a:p>
            <a:r>
              <a:rPr lang="en-US" sz="2800"/>
              <a:t>Kind  hearted and true;</a:t>
            </a:r>
          </a:p>
          <a:p>
            <a:r>
              <a:rPr lang="en-US" sz="2800"/>
              <a:t>Look ever to Jesus,</a:t>
            </a:r>
          </a:p>
          <a:p>
            <a:r>
              <a:rPr lang="en-US" sz="2800"/>
              <a:t>He’ll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DF4B4-2646-E1C3-BA15-C8CFE8BC6A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A1D76-D064-FE31-62CC-ECA20AABFA4A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3 of 6</a:t>
            </a:r>
          </a:p>
        </p:txBody>
      </p:sp>
    </p:spTree>
    <p:extLst>
      <p:ext uri="{BB962C8B-B14F-4D97-AF65-F5344CB8AC3E}">
        <p14:creationId xmlns:p14="http://schemas.microsoft.com/office/powerpoint/2010/main" val="19639668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B4C68-98D1-A8E2-0609-BD0940CF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0551-CBF6-13A7-6F18-D6DB2CDD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(698)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FE2CC-2F8A-D5DD-2331-F245D2422FDB}"/>
              </a:ext>
            </a:extLst>
          </p:cNvPr>
          <p:cNvSpPr txBox="1"/>
          <p:nvPr/>
        </p:nvSpPr>
        <p:spPr>
          <a:xfrm>
            <a:off x="802621" y="782640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Ask the Saviour to help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Comfort, strengthen, and keep you;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is willing to aid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will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0158-40E1-F558-D01D-9F86F5AD360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82E29-81A9-E49E-FCA4-54E210B11B64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4 of 6</a:t>
            </a:r>
          </a:p>
        </p:txBody>
      </p:sp>
    </p:spTree>
    <p:extLst>
      <p:ext uri="{BB962C8B-B14F-4D97-AF65-F5344CB8AC3E}">
        <p14:creationId xmlns:p14="http://schemas.microsoft.com/office/powerpoint/2010/main" val="30667928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87AC-0677-EFAE-1BA0-CF4187B6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3ADB-165A-7635-C8B1-482DA562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(698)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F4B6C-F992-259E-0502-CE7F90CC001F}"/>
              </a:ext>
            </a:extLst>
          </p:cNvPr>
          <p:cNvSpPr txBox="1"/>
          <p:nvPr/>
        </p:nvSpPr>
        <p:spPr>
          <a:xfrm>
            <a:off x="427717" y="906410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To him that o’er cometh</a:t>
            </a:r>
          </a:p>
          <a:p>
            <a:r>
              <a:rPr lang="en-US" sz="2800"/>
              <a:t>God giveth a crown;</a:t>
            </a:r>
          </a:p>
          <a:p>
            <a:r>
              <a:rPr lang="en-US" sz="2800"/>
              <a:t>Through faith we shall conquer,</a:t>
            </a:r>
          </a:p>
          <a:p>
            <a:r>
              <a:rPr lang="en-US" sz="2800"/>
              <a:t>Though often cast down;</a:t>
            </a:r>
          </a:p>
          <a:p>
            <a:r>
              <a:rPr lang="en-US" sz="2800"/>
              <a:t>He who is our Saviour</a:t>
            </a:r>
          </a:p>
          <a:p>
            <a:r>
              <a:rPr lang="en-US" sz="2800"/>
              <a:t>Our strength will renew;</a:t>
            </a:r>
          </a:p>
          <a:p>
            <a:r>
              <a:rPr lang="en-US" sz="2800"/>
              <a:t>Look ever to Jesus,</a:t>
            </a:r>
          </a:p>
          <a:p>
            <a:r>
              <a:rPr lang="en-US" sz="2800"/>
              <a:t>He’ll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057DE-DFF9-1FB0-7887-F9EACD62DA2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CA4A5-33E4-9E5D-F102-02A0941BB595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5 of 6</a:t>
            </a:r>
          </a:p>
        </p:txBody>
      </p:sp>
    </p:spTree>
    <p:extLst>
      <p:ext uri="{BB962C8B-B14F-4D97-AF65-F5344CB8AC3E}">
        <p14:creationId xmlns:p14="http://schemas.microsoft.com/office/powerpoint/2010/main" val="3458437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8390-001A-4644-7F2C-B4F216628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8F07-45A5-3681-C2FB-C9465E481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(698)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0C9AA-7806-F10D-2CDB-3ABBF01D09DA}"/>
              </a:ext>
            </a:extLst>
          </p:cNvPr>
          <p:cNvSpPr txBox="1"/>
          <p:nvPr/>
        </p:nvSpPr>
        <p:spPr>
          <a:xfrm>
            <a:off x="747757" y="764352"/>
            <a:ext cx="7915835" cy="4045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endParaRPr lang="en-US" sz="2800" i="1">
              <a:solidFill>
                <a:srgbClr val="FF0000"/>
              </a:solidFill>
            </a:endParaRPr>
          </a:p>
          <a:p>
            <a:pPr algn="ctr"/>
            <a:br>
              <a:rPr lang="en-US" sz="2800" i="1">
                <a:solidFill>
                  <a:srgbClr val="FF0000"/>
                </a:solidFill>
              </a:rPr>
            </a:br>
            <a:r>
              <a:rPr lang="en-US" sz="2800" i="1">
                <a:solidFill>
                  <a:srgbClr val="FF0000"/>
                </a:solidFill>
              </a:rPr>
              <a:t>Ask the Saviour to help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Comfort, strengthen, and keep you;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is willing to aid you, </a:t>
            </a:r>
          </a:p>
          <a:p>
            <a:pPr algn="ctr"/>
            <a:r>
              <a:rPr lang="en-US" sz="2800" i="1">
                <a:solidFill>
                  <a:srgbClr val="FF0000"/>
                </a:solidFill>
              </a:rPr>
              <a:t>He will carry you through.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8997F-8A71-9DEC-7120-C1E85A37851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2A3AB-857B-EAED-02C9-2AABD1B8EF1E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5: 6 of 6</a:t>
            </a:r>
          </a:p>
        </p:txBody>
      </p:sp>
    </p:spTree>
    <p:extLst>
      <p:ext uri="{BB962C8B-B14F-4D97-AF65-F5344CB8AC3E}">
        <p14:creationId xmlns:p14="http://schemas.microsoft.com/office/powerpoint/2010/main" val="39559841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0F2F3-6259-D9EF-CA3E-8C406791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F7C08-01DC-60A9-87EF-DC72CD33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/>
              <a:t>I am His, and He is mine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CE8BA-9A54-0122-1678-3FF04D6B260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2B73C828-B428-8D6E-D1EE-BA9EE7A7F0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28296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8A6D-67E6-AF81-D928-5A523CBB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EEEB-4284-B6F0-EC9E-ADAC0548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(852)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A494B-0E99-25CB-E4E2-ED8BA8CB5F6A}"/>
              </a:ext>
            </a:extLst>
          </p:cNvPr>
          <p:cNvSpPr txBox="1"/>
          <p:nvPr/>
        </p:nvSpPr>
        <p:spPr>
          <a:xfrm>
            <a:off x="409429" y="697395"/>
            <a:ext cx="7915835" cy="4278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Loved with everlasting love,</a:t>
            </a:r>
          </a:p>
          <a:p>
            <a:r>
              <a:rPr lang="en-US" sz="2800"/>
              <a:t>Led by grace that love to know;</a:t>
            </a:r>
          </a:p>
          <a:p>
            <a:r>
              <a:rPr lang="en-US" sz="2800"/>
              <a:t>Spirit breathing from above,</a:t>
            </a:r>
          </a:p>
          <a:p>
            <a:r>
              <a:rPr lang="en-US" sz="2800"/>
              <a:t>Thou hast taught me it is so!</a:t>
            </a:r>
          </a:p>
          <a:p>
            <a:r>
              <a:rPr lang="en-US" sz="2800"/>
              <a:t>Oh this full and perfect peace!</a:t>
            </a:r>
          </a:p>
          <a:p>
            <a:r>
              <a:rPr lang="en-US" sz="2800"/>
              <a:t>Oh this transport all divine!</a:t>
            </a:r>
          </a:p>
          <a:p>
            <a:r>
              <a:rPr lang="en-US" sz="2800"/>
              <a:t>In a love which cannot cease,</a:t>
            </a:r>
          </a:p>
          <a:p>
            <a:r>
              <a:rPr lang="en-US" sz="2800"/>
              <a:t>I am His, and He is mine.</a:t>
            </a:r>
          </a:p>
          <a:p>
            <a:r>
              <a:rPr lang="en-US" sz="2800"/>
              <a:t>In a love which cannot cease,</a:t>
            </a:r>
          </a:p>
          <a:p>
            <a:r>
              <a:rPr lang="en-US" sz="2800"/>
              <a:t>I am His, and He is mine.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A1CC7-36D2-4B5F-A577-FD4653E1A3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94141-D671-B328-D943-F31888DFC903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6: 1 of 4</a:t>
            </a:r>
          </a:p>
        </p:txBody>
      </p:sp>
    </p:spTree>
    <p:extLst>
      <p:ext uri="{BB962C8B-B14F-4D97-AF65-F5344CB8AC3E}">
        <p14:creationId xmlns:p14="http://schemas.microsoft.com/office/powerpoint/2010/main" val="9343200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632EB-4B2B-BEDA-B677-9433EC84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9DD0-8E29-08FC-0478-B85D509D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(852)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7B9972-FE9B-E0D3-3411-5C4A6CAD1362}"/>
              </a:ext>
            </a:extLst>
          </p:cNvPr>
          <p:cNvSpPr txBox="1"/>
          <p:nvPr/>
        </p:nvSpPr>
        <p:spPr>
          <a:xfrm>
            <a:off x="418573" y="669686"/>
            <a:ext cx="7915835" cy="430631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Heav’n above is softer blue,</a:t>
            </a:r>
          </a:p>
          <a:p>
            <a:r>
              <a:rPr lang="en-US" sz="2800"/>
              <a:t>Earth around is sweeter green!</a:t>
            </a:r>
          </a:p>
          <a:p>
            <a:r>
              <a:rPr lang="en-US" sz="2800"/>
              <a:t>Something lives in </a:t>
            </a:r>
            <a:r>
              <a:rPr lang="en-US" sz="2800" err="1"/>
              <a:t>ev’ry</a:t>
            </a:r>
            <a:r>
              <a:rPr lang="en-US" sz="2800"/>
              <a:t> hue</a:t>
            </a:r>
          </a:p>
          <a:p>
            <a:r>
              <a:rPr lang="en-US" sz="2800"/>
              <a:t>Christless eyes have never seen;</a:t>
            </a:r>
          </a:p>
          <a:p>
            <a:r>
              <a:rPr lang="en-US" sz="2800"/>
              <a:t>Birds with gladder songs o’er flow,</a:t>
            </a:r>
          </a:p>
          <a:p>
            <a:r>
              <a:rPr lang="en-US" sz="2800" err="1"/>
              <a:t>Flow’rs</a:t>
            </a:r>
            <a:r>
              <a:rPr lang="en-US" sz="2800"/>
              <a:t> with deeper beauties shine,</a:t>
            </a:r>
          </a:p>
          <a:p>
            <a:r>
              <a:rPr lang="en-US" sz="2800"/>
              <a:t>Since I know, as now I know,</a:t>
            </a:r>
          </a:p>
          <a:p>
            <a:r>
              <a:rPr lang="en-US" sz="2800"/>
              <a:t>I am His, and He is mine.</a:t>
            </a:r>
          </a:p>
          <a:p>
            <a:r>
              <a:rPr lang="en-US" sz="2800"/>
              <a:t>Since I know, as now I know,</a:t>
            </a:r>
          </a:p>
          <a:p>
            <a:r>
              <a:rPr lang="en-US" sz="2800"/>
              <a:t>I am His, and He is mine.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2C4E7-C33A-865F-74D6-9503B92F154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2F7EF-DADB-B009-8949-E6F435EE2FA4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6: 2 of 4</a:t>
            </a:r>
          </a:p>
        </p:txBody>
      </p:sp>
    </p:spTree>
    <p:extLst>
      <p:ext uri="{BB962C8B-B14F-4D97-AF65-F5344CB8AC3E}">
        <p14:creationId xmlns:p14="http://schemas.microsoft.com/office/powerpoint/2010/main" val="23177702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AD69-3442-9960-3D93-587D8EBF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D8B5-9043-BBA5-60E6-9B8CA828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(852)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2E3263-FFA4-441C-B03B-DE7A6F367108}"/>
              </a:ext>
            </a:extLst>
          </p:cNvPr>
          <p:cNvSpPr txBox="1"/>
          <p:nvPr/>
        </p:nvSpPr>
        <p:spPr>
          <a:xfrm>
            <a:off x="400285" y="613694"/>
            <a:ext cx="7915835" cy="438659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Things that once were wild alarms</a:t>
            </a:r>
          </a:p>
          <a:p>
            <a:r>
              <a:rPr lang="en-US" sz="2800"/>
              <a:t>Cannot now disturb my rest;</a:t>
            </a:r>
          </a:p>
          <a:p>
            <a:r>
              <a:rPr lang="en-US" sz="2800"/>
              <a:t>Closed in everlasting arms,</a:t>
            </a:r>
          </a:p>
          <a:p>
            <a:r>
              <a:rPr lang="en-US" sz="2800"/>
              <a:t>Pillowed on the loving breast.</a:t>
            </a:r>
          </a:p>
          <a:p>
            <a:r>
              <a:rPr lang="en-US" sz="2800"/>
              <a:t>Oh to lie for ever here,</a:t>
            </a:r>
          </a:p>
          <a:p>
            <a:r>
              <a:rPr lang="en-US" sz="2800"/>
              <a:t>Doubt and care and self resign,</a:t>
            </a:r>
          </a:p>
          <a:p>
            <a:r>
              <a:rPr lang="en-US" sz="2800"/>
              <a:t>While He whispers in my ear-</a:t>
            </a:r>
          </a:p>
          <a:p>
            <a:r>
              <a:rPr lang="en-US" sz="2800"/>
              <a:t>I am His, and He is mine!</a:t>
            </a:r>
          </a:p>
          <a:p>
            <a:r>
              <a:rPr lang="en-US" sz="2800"/>
              <a:t>While He whispers in my ear-</a:t>
            </a:r>
          </a:p>
          <a:p>
            <a:r>
              <a:rPr lang="en-US" sz="2800"/>
              <a:t>I am His, and He is mine!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3D24E-BB69-3AD7-04ED-C97A5BED981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2E819-6BB1-D20E-B3D7-D60290D4E32B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6: 3 of 4</a:t>
            </a:r>
          </a:p>
        </p:txBody>
      </p:sp>
    </p:spTree>
    <p:extLst>
      <p:ext uri="{BB962C8B-B14F-4D97-AF65-F5344CB8AC3E}">
        <p14:creationId xmlns:p14="http://schemas.microsoft.com/office/powerpoint/2010/main" val="42480618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91F8-420B-E748-043A-4C01AB7C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4C46-8CA0-E888-5EB2-E0284BAC9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Holy Communion – Song no: (852)</a:t>
            </a:r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​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E310-69A4-0B92-14CC-2E94A637B23C}"/>
              </a:ext>
            </a:extLst>
          </p:cNvPr>
          <p:cNvSpPr txBox="1"/>
          <p:nvPr/>
        </p:nvSpPr>
        <p:spPr>
          <a:xfrm>
            <a:off x="381997" y="616572"/>
            <a:ext cx="7915835" cy="438659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2800"/>
              <a:t>His for ever, only His;</a:t>
            </a:r>
          </a:p>
          <a:p>
            <a:r>
              <a:rPr lang="en-US" sz="2800"/>
              <a:t>Who the Lord and me shall part?</a:t>
            </a:r>
          </a:p>
          <a:p>
            <a:r>
              <a:rPr lang="en-US" sz="2800"/>
              <a:t>Ah, with what a rest of bliss</a:t>
            </a:r>
          </a:p>
          <a:p>
            <a:r>
              <a:rPr lang="en-US" sz="2800"/>
              <a:t>Christ can fill the loving heart!</a:t>
            </a:r>
          </a:p>
          <a:p>
            <a:r>
              <a:rPr lang="en-US" sz="2800"/>
              <a:t>Heaven and earth may fade and flee,</a:t>
            </a:r>
          </a:p>
          <a:p>
            <a:r>
              <a:rPr lang="en-US" sz="2800"/>
              <a:t>First born light in gloom decline;</a:t>
            </a:r>
          </a:p>
          <a:p>
            <a:r>
              <a:rPr lang="en-US" sz="2800"/>
              <a:t>But,  while God and I shall be,</a:t>
            </a:r>
          </a:p>
          <a:p>
            <a:r>
              <a:rPr lang="en-US" sz="2800"/>
              <a:t>I am His, and He is mine.</a:t>
            </a:r>
          </a:p>
          <a:p>
            <a:r>
              <a:rPr lang="en-US" sz="2800"/>
              <a:t>But,  while God and I shall be,</a:t>
            </a:r>
          </a:p>
          <a:p>
            <a:r>
              <a:rPr lang="en-US" sz="2800"/>
              <a:t>I am His, and He is mine.</a:t>
            </a:r>
          </a:p>
          <a:p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9A5B3-0726-345E-C351-E15A1844EF0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A898F-87B2-CF76-5C64-B2F2BEAD5A3C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6: 4 of 4</a:t>
            </a:r>
          </a:p>
        </p:txBody>
      </p:sp>
    </p:spTree>
    <p:extLst>
      <p:ext uri="{BB962C8B-B14F-4D97-AF65-F5344CB8AC3E}">
        <p14:creationId xmlns:p14="http://schemas.microsoft.com/office/powerpoint/2010/main" val="34830206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US" sz="60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</a:rPr>
              <a:t>Closing Hymn</a:t>
            </a:r>
          </a:p>
          <a:p>
            <a:r>
              <a:rPr lang="en-GB" i="1">
                <a:solidFill>
                  <a:schemeClr val="bg1"/>
                </a:solidFill>
              </a:rPr>
              <a:t> God will take care of you</a:t>
            </a:r>
            <a:endParaRPr lang="en-US" sz="4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</a:t>
            </a:r>
            <a:r>
              <a:rPr lang="en-GB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God will take care of you (Song no: 517)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722671" y="825118"/>
            <a:ext cx="7698657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/>
              <a:t>God will take care of you, be not afraid,</a:t>
            </a:r>
          </a:p>
          <a:p>
            <a:r>
              <a:rPr lang="en-US" sz="2800"/>
              <a:t>He is your safeguard thro sunshine and shade;</a:t>
            </a:r>
          </a:p>
          <a:p>
            <a:r>
              <a:rPr lang="en-US" sz="2800"/>
              <a:t>Tenderly watching and keeping His own,</a:t>
            </a:r>
          </a:p>
          <a:p>
            <a:r>
              <a:rPr lang="en-US" sz="2800"/>
              <a:t>He will not leave you to wander alone.</a:t>
            </a:r>
          </a:p>
          <a:p>
            <a:endParaRPr lang="en-US" sz="2800"/>
          </a:p>
          <a:p>
            <a:r>
              <a:rPr lang="en-US" sz="2800"/>
              <a:t>God will take care of you still to the end;</a:t>
            </a:r>
          </a:p>
          <a:p>
            <a:r>
              <a:rPr lang="en-US" sz="2800"/>
              <a:t>Oh, what a Father, Redeemer, and Friend!</a:t>
            </a:r>
          </a:p>
          <a:p>
            <a:r>
              <a:rPr lang="en-US" sz="2800"/>
              <a:t>Jesus will answer whenever you call;</a:t>
            </a:r>
          </a:p>
          <a:p>
            <a:r>
              <a:rPr lang="en-US" sz="2800"/>
              <a:t>He will take care of you; trust Him for all!</a:t>
            </a:r>
          </a:p>
          <a:p>
            <a:pPr>
              <a:spcAft>
                <a:spcPts val="600"/>
              </a:spcAft>
            </a:pPr>
            <a:endParaRPr lang="en-SG" sz="2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6875F-44C8-572F-C4B3-9F22D1C25425}"/>
              </a:ext>
            </a:extLst>
          </p:cNvPr>
          <p:cNvSpPr txBox="1"/>
          <p:nvPr/>
        </p:nvSpPr>
        <p:spPr>
          <a:xfrm>
            <a:off x="6842541" y="4822117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Closing: 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3631</Words>
  <Application>Microsoft Office PowerPoint</Application>
  <PresentationFormat>On-screen Show (16:9)</PresentationFormat>
  <Paragraphs>664</Paragraphs>
  <Slides>68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Aptos</vt:lpstr>
      <vt:lpstr>Arial</vt:lpstr>
      <vt:lpstr>Bahnschrift</vt:lpstr>
      <vt:lpstr>Calibri</vt:lpstr>
      <vt:lpstr>Footlight MT Light</vt:lpstr>
      <vt:lpstr>Gill Sans MT</vt:lpstr>
      <vt:lpstr>Segoe UI</vt:lpstr>
      <vt:lpstr>4_Office Theme</vt:lpstr>
      <vt:lpstr>Srishtavam Daivame</vt:lpstr>
      <vt:lpstr>Srishtavam Daivame</vt:lpstr>
      <vt:lpstr>Srishtavam Daivame</vt:lpstr>
      <vt:lpstr>Holy Forever</vt:lpstr>
      <vt:lpstr>Holy Forever</vt:lpstr>
      <vt:lpstr>Holy Forever</vt:lpstr>
      <vt:lpstr>Sarva nanmakalkkum</vt:lpstr>
      <vt:lpstr>Sarva nanmakalkkum</vt:lpstr>
      <vt:lpstr>Yehovah Yireh</vt:lpstr>
      <vt:lpstr>Yehovah Yireh</vt:lpstr>
      <vt:lpstr>Yehovah Yireh</vt:lpstr>
      <vt:lpstr>Song no: (11)</vt:lpstr>
      <vt:lpstr>PowerPoint Presentation</vt:lpstr>
      <vt:lpstr>Song no: 852 (v4)</vt:lpstr>
      <vt:lpstr>PowerPoint Presentation</vt:lpstr>
      <vt:lpstr>Offertory – And can it be</vt:lpstr>
      <vt:lpstr>Offertory – And can it be</vt:lpstr>
      <vt:lpstr>Offertory – And can it be</vt:lpstr>
      <vt:lpstr>Offertory – And can it be</vt:lpstr>
      <vt:lpstr>PowerPoint Presentation</vt:lpstr>
      <vt:lpstr>PowerPoint Presentation</vt:lpstr>
      <vt:lpstr>PowerPoint Presentation</vt:lpstr>
      <vt:lpstr>Confession: My faith looks up to Thee (Song no: 235)</vt:lpstr>
      <vt:lpstr>PowerPoint Presentation</vt:lpstr>
      <vt:lpstr>Holy Communion – My faith looks up to Thee</vt:lpstr>
      <vt:lpstr>Holy Communion – Song no: (235)​</vt:lpstr>
      <vt:lpstr>Holy Communion – Song no: (235)​</vt:lpstr>
      <vt:lpstr>Holy Communion – Song no: (235)​</vt:lpstr>
      <vt:lpstr>Holy Communion – Song no: (235)​</vt:lpstr>
      <vt:lpstr>Holy Communion – Join all the Glorious Names</vt:lpstr>
      <vt:lpstr>Holy Communion – Song no: (86)​</vt:lpstr>
      <vt:lpstr>Holy Communion – Song no: (86)​</vt:lpstr>
      <vt:lpstr>Holy Communion – Song no: (86)​</vt:lpstr>
      <vt:lpstr>Holy Communion – Song no: (86)​</vt:lpstr>
      <vt:lpstr>Holy Communion – Song no: (86)​</vt:lpstr>
      <vt:lpstr>Holy Communion – Song no: (86)​</vt:lpstr>
      <vt:lpstr>Holy Communion – I love to tell the Story</vt:lpstr>
      <vt:lpstr>Holy Communion – Song no: (46)​</vt:lpstr>
      <vt:lpstr>Holy Communion – Song no: (46)​</vt:lpstr>
      <vt:lpstr>Holy Communion – Song no: (46)​</vt:lpstr>
      <vt:lpstr>Holy Communion – Song no: (46)​</vt:lpstr>
      <vt:lpstr>Holy Communion – Song no: (46)​</vt:lpstr>
      <vt:lpstr>Holy Communion – Song no: (46)​</vt:lpstr>
      <vt:lpstr>Holy Communion – Song no: (46)​</vt:lpstr>
      <vt:lpstr>Holy Communion – Song no: (46)​</vt:lpstr>
      <vt:lpstr>Holy Communion – Trust and Obey</vt:lpstr>
      <vt:lpstr>Holy Communion – Song no: (642)​</vt:lpstr>
      <vt:lpstr>Holy Communion – Song no: (642)​</vt:lpstr>
      <vt:lpstr>Holy Communion – Song no: (642)​</vt:lpstr>
      <vt:lpstr>Holy Communion – Song no: (642)​</vt:lpstr>
      <vt:lpstr>Holy Communion – Song no: (642)​</vt:lpstr>
      <vt:lpstr>Holy Communion – Yield not to temptation</vt:lpstr>
      <vt:lpstr>Holy Communion – Song no: (698)​</vt:lpstr>
      <vt:lpstr>Holy Communion – Song no: (698)​</vt:lpstr>
      <vt:lpstr>Holy Communion – Song no: (698)​</vt:lpstr>
      <vt:lpstr>Holy Communion – Song no: (698)​</vt:lpstr>
      <vt:lpstr>Holy Communion – Song no: (698)​</vt:lpstr>
      <vt:lpstr>Holy Communion – Song no: (698)​</vt:lpstr>
      <vt:lpstr>Holy Communion – I am His, and He is mine</vt:lpstr>
      <vt:lpstr>Holy Communion – Song no: (852)​</vt:lpstr>
      <vt:lpstr>Holy Communion – Song no: (852)​</vt:lpstr>
      <vt:lpstr>Holy Communion – Song no: (852)​</vt:lpstr>
      <vt:lpstr>Holy Communion – Song no: (852)​</vt:lpstr>
      <vt:lpstr>PowerPoint Presentation</vt:lpstr>
      <vt:lpstr>PowerPoint Presentation</vt:lpstr>
      <vt:lpstr>PowerPoint Presentation</vt:lpstr>
      <vt:lpstr>Closing Hymn –  God will take care of you (Song no: 517)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Reuben Stephen</cp:lastModifiedBy>
  <cp:revision>3</cp:revision>
  <dcterms:created xsi:type="dcterms:W3CDTF">2020-09-02T02:55:07Z</dcterms:created>
  <dcterms:modified xsi:type="dcterms:W3CDTF">2025-05-10T03:33:32Z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