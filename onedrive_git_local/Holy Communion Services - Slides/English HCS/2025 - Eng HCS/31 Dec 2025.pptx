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41"/>
  </p:notesMasterIdLst>
  <p:handoutMasterIdLst>
    <p:handoutMasterId r:id="rId42"/>
  </p:handoutMasterIdLst>
  <p:sldIdLst>
    <p:sldId id="1727" r:id="rId7"/>
    <p:sldId id="813" r:id="rId8"/>
    <p:sldId id="1915" r:id="rId9"/>
    <p:sldId id="2077" r:id="rId10"/>
    <p:sldId id="2078" r:id="rId11"/>
    <p:sldId id="821" r:id="rId12"/>
    <p:sldId id="851" r:id="rId13"/>
    <p:sldId id="2021" r:id="rId14"/>
    <p:sldId id="822" r:id="rId15"/>
    <p:sldId id="2079" r:id="rId16"/>
    <p:sldId id="2080" r:id="rId17"/>
    <p:sldId id="2081" r:id="rId18"/>
    <p:sldId id="2082" r:id="rId19"/>
    <p:sldId id="2083" r:id="rId20"/>
    <p:sldId id="2084" r:id="rId21"/>
    <p:sldId id="1388" r:id="rId22"/>
    <p:sldId id="2045" r:id="rId23"/>
    <p:sldId id="2085" r:id="rId24"/>
    <p:sldId id="2086" r:id="rId25"/>
    <p:sldId id="1829" r:id="rId26"/>
    <p:sldId id="2064" r:id="rId27"/>
    <p:sldId id="2087" r:id="rId28"/>
    <p:sldId id="2088" r:id="rId29"/>
    <p:sldId id="2016" r:id="rId30"/>
    <p:sldId id="2030" r:id="rId31"/>
    <p:sldId id="2089" r:id="rId32"/>
    <p:sldId id="1826" r:id="rId33"/>
    <p:sldId id="1827" r:id="rId34"/>
    <p:sldId id="2090" r:id="rId35"/>
    <p:sldId id="2091" r:id="rId36"/>
    <p:sldId id="2092" r:id="rId37"/>
    <p:sldId id="2093" r:id="rId38"/>
    <p:sldId id="820" r:id="rId39"/>
    <p:sldId id="858" r:id="rId4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BB2A0-87B4-4078-A01F-741C29CCF40C}" v="18" dt="2025-12-29T01:11:04.304"/>
    <p1510:client id="{A1768384-295C-4EC8-AE9A-8D560BF235CD}" v="882" dt="2025-12-29T04:40:18.547"/>
    <p1510:client id="{B81C093C-5249-4750-9EA2-D844380A9435}" v="1112" dt="2025-12-29T05:04:14.002"/>
    <p1510:client id="{EF70446C-CB94-4284-895A-AED30657E676}" v="15" dt="2025-12-29T00:48:15.360"/>
    <p1510:client id="{F6460E75-DFC8-4284-BC44-F1266B46AC2D}" v="25" dt="2025-12-29T01:17:08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EF70446C-CB94-4284-895A-AED30657E676}"/>
    <pc:docChg chg="modSld">
      <pc:chgData name="Guest User" userId="" providerId="Windows Live" clId="Web-{EF70446C-CB94-4284-895A-AED30657E676}" dt="2025-12-29T00:48:15.360" v="13" actId="20577"/>
      <pc:docMkLst>
        <pc:docMk/>
      </pc:docMkLst>
      <pc:sldChg chg="modSp">
        <pc:chgData name="Guest User" userId="" providerId="Windows Live" clId="Web-{EF70446C-CB94-4284-895A-AED30657E676}" dt="2025-12-29T00:48:15.360" v="13" actId="20577"/>
        <pc:sldMkLst>
          <pc:docMk/>
          <pc:sldMk cId="717388547" sldId="813"/>
        </pc:sldMkLst>
        <pc:spChg chg="mod">
          <ac:chgData name="Guest User" userId="" providerId="Windows Live" clId="Web-{EF70446C-CB94-4284-895A-AED30657E676}" dt="2025-12-29T00:48:15.360" v="13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Guest User" userId="" providerId="Windows Live" clId="Web-{EF70446C-CB94-4284-895A-AED30657E676}" dt="2025-12-29T00:47:45.172" v="3" actId="20577"/>
        <pc:sldMkLst>
          <pc:docMk/>
          <pc:sldMk cId="53611107" sldId="1727"/>
        </pc:sldMkLst>
        <pc:spChg chg="mod">
          <ac:chgData name="Guest User" userId="" providerId="Windows Live" clId="Web-{EF70446C-CB94-4284-895A-AED30657E676}" dt="2025-12-29T00:47:45.172" v="3" actId="20577"/>
          <ac:spMkLst>
            <pc:docMk/>
            <pc:sldMk cId="53611107" sldId="1727"/>
            <ac:spMk id="2" creationId="{3BF669AB-2DF7-61FD-29DC-4F5D5708F7EF}"/>
          </ac:spMkLst>
        </pc:spChg>
      </pc:sldChg>
    </pc:docChg>
  </pc:docChgLst>
  <pc:docChgLst>
    <pc:chgData name="Guest User" providerId="Windows Live" clId="Web-{B81C093C-5249-4750-9EA2-D844380A9435}"/>
    <pc:docChg chg="addSld delSld modSld">
      <pc:chgData name="Guest User" userId="" providerId="Windows Live" clId="Web-{B81C093C-5249-4750-9EA2-D844380A9435}" dt="2025-12-29T05:04:14.002" v="671" actId="20577"/>
      <pc:docMkLst>
        <pc:docMk/>
      </pc:docMkLst>
      <pc:sldChg chg="modSp">
        <pc:chgData name="Guest User" userId="" providerId="Windows Live" clId="Web-{B81C093C-5249-4750-9EA2-D844380A9435}" dt="2025-12-29T04:59:56.558" v="633" actId="20577"/>
        <pc:sldMkLst>
          <pc:docMk/>
          <pc:sldMk cId="3071323988" sldId="820"/>
        </pc:sldMkLst>
        <pc:spChg chg="mod">
          <ac:chgData name="Guest User" userId="" providerId="Windows Live" clId="Web-{B81C093C-5249-4750-9EA2-D844380A9435}" dt="2025-12-29T04:59:56.558" v="633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">
        <pc:chgData name="Guest User" userId="" providerId="Windows Live" clId="Web-{B81C093C-5249-4750-9EA2-D844380A9435}" dt="2025-12-29T05:04:14.002" v="671" actId="20577"/>
        <pc:sldMkLst>
          <pc:docMk/>
          <pc:sldMk cId="3441406009" sldId="858"/>
        </pc:sldMkLst>
        <pc:spChg chg="mod">
          <ac:chgData name="Guest User" userId="" providerId="Windows Live" clId="Web-{B81C093C-5249-4750-9EA2-D844380A9435}" dt="2025-12-29T05:00:59.825" v="635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Guest User" userId="" providerId="Windows Live" clId="Web-{B81C093C-5249-4750-9EA2-D844380A9435}" dt="2025-12-29T05:02:22.779" v="654" actId="20577"/>
          <ac:spMkLst>
            <pc:docMk/>
            <pc:sldMk cId="3441406009" sldId="858"/>
            <ac:spMk id="5" creationId="{089B1927-DD5B-EE66-1640-FBE3EE92B17A}"/>
          </ac:spMkLst>
        </pc:spChg>
        <pc:spChg chg="mod">
          <ac:chgData name="Guest User" userId="" providerId="Windows Live" clId="Web-{B81C093C-5249-4750-9EA2-D844380A9435}" dt="2025-12-29T05:04:14.002" v="671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">
        <pc:chgData name="Guest User" userId="" providerId="Windows Live" clId="Web-{B81C093C-5249-4750-9EA2-D844380A9435}" dt="2025-12-29T04:45:19.958" v="363" actId="20577"/>
        <pc:sldMkLst>
          <pc:docMk/>
          <pc:sldMk cId="2406581127" sldId="1826"/>
        </pc:sldMkLst>
        <pc:spChg chg="mod">
          <ac:chgData name="Guest User" userId="" providerId="Windows Live" clId="Web-{B81C093C-5249-4750-9EA2-D844380A9435}" dt="2025-12-29T04:45:19.958" v="363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delSp modSp">
        <pc:chgData name="Guest User" userId="" providerId="Windows Live" clId="Web-{B81C093C-5249-4750-9EA2-D844380A9435}" dt="2025-12-29T04:58:33.995" v="627" actId="20577"/>
        <pc:sldMkLst>
          <pc:docMk/>
          <pc:sldMk cId="3359142403" sldId="1827"/>
        </pc:sldMkLst>
        <pc:spChg chg="mod">
          <ac:chgData name="Guest User" userId="" providerId="Windows Live" clId="Web-{B81C093C-5249-4750-9EA2-D844380A9435}" dt="2025-12-29T04:45:26.130" v="367" actId="20577"/>
          <ac:spMkLst>
            <pc:docMk/>
            <pc:sldMk cId="3359142403" sldId="1827"/>
            <ac:spMk id="2" creationId="{C12247C4-7A0E-CA01-D3F5-C5DDF9F128FF}"/>
          </ac:spMkLst>
        </pc:spChg>
        <pc:spChg chg="add mod">
          <ac:chgData name="Guest User" userId="" providerId="Windows Live" clId="Web-{B81C093C-5249-4750-9EA2-D844380A9435}" dt="2025-12-29T04:58:33.995" v="627" actId="20577"/>
          <ac:spMkLst>
            <pc:docMk/>
            <pc:sldMk cId="3359142403" sldId="1827"/>
            <ac:spMk id="3" creationId="{3A869A07-32DC-4461-930D-671BDFC263DA}"/>
          </ac:spMkLst>
        </pc:spChg>
        <pc:spChg chg="mod">
          <ac:chgData name="Guest User" userId="" providerId="Windows Live" clId="Web-{B81C093C-5249-4750-9EA2-D844380A9435}" dt="2025-12-29T04:50:18.994" v="404" actId="20577"/>
          <ac:spMkLst>
            <pc:docMk/>
            <pc:sldMk cId="3359142403" sldId="1827"/>
            <ac:spMk id="4" creationId="{518E5F5E-AFCD-CA89-E3DF-EB5B7465010C}"/>
          </ac:spMkLst>
        </pc:spChg>
        <pc:spChg chg="del mod">
          <ac:chgData name="Guest User" userId="" providerId="Windows Live" clId="Web-{B81C093C-5249-4750-9EA2-D844380A9435}" dt="2025-12-29T04:45:38.864" v="370"/>
          <ac:spMkLst>
            <pc:docMk/>
            <pc:sldMk cId="3359142403" sldId="1827"/>
            <ac:spMk id="6" creationId="{D0F06AB0-20C4-0399-1C5E-ADD8E600E248}"/>
          </ac:spMkLst>
        </pc:spChg>
        <pc:spChg chg="del mod">
          <ac:chgData name="Guest User" userId="" providerId="Windows Live" clId="Web-{B81C093C-5249-4750-9EA2-D844380A9435}" dt="2025-12-29T04:48:58.613" v="383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B81C093C-5249-4750-9EA2-D844380A9435}" dt="2025-12-29T04:29:42.185" v="230" actId="20577"/>
        <pc:sldMkLst>
          <pc:docMk/>
          <pc:sldMk cId="2684712631" sldId="1829"/>
        </pc:sldMkLst>
        <pc:spChg chg="mod">
          <ac:chgData name="Guest User" userId="" providerId="Windows Live" clId="Web-{B81C093C-5249-4750-9EA2-D844380A9435}" dt="2025-12-29T04:29:42.185" v="230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Guest User" userId="" providerId="Windows Live" clId="Web-{B81C093C-5249-4750-9EA2-D844380A9435}" dt="2025-12-29T04:38:37.092" v="315" actId="20577"/>
        <pc:sldMkLst>
          <pc:docMk/>
          <pc:sldMk cId="1437468126" sldId="2016"/>
        </pc:sldMkLst>
        <pc:spChg chg="mod">
          <ac:chgData name="Guest User" userId="" providerId="Windows Live" clId="Web-{B81C093C-5249-4750-9EA2-D844380A9435}" dt="2025-12-29T04:38:37.092" v="315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del">
        <pc:chgData name="Guest User" userId="" providerId="Windows Live" clId="Web-{B81C093C-5249-4750-9EA2-D844380A9435}" dt="2025-12-29T04:58:55.011" v="629"/>
        <pc:sldMkLst>
          <pc:docMk/>
          <pc:sldMk cId="402026690" sldId="2017"/>
        </pc:sldMkLst>
      </pc:sldChg>
      <pc:sldChg chg="addSp modSp">
        <pc:chgData name="Guest User" userId="" providerId="Windows Live" clId="Web-{B81C093C-5249-4750-9EA2-D844380A9435}" dt="2025-12-29T04:43:12.862" v="339" actId="20577"/>
        <pc:sldMkLst>
          <pc:docMk/>
          <pc:sldMk cId="1973655286" sldId="2030"/>
        </pc:sldMkLst>
        <pc:spChg chg="mod">
          <ac:chgData name="Guest User" userId="" providerId="Windows Live" clId="Web-{B81C093C-5249-4750-9EA2-D844380A9435}" dt="2025-12-29T04:38:50.764" v="317" actId="20577"/>
          <ac:spMkLst>
            <pc:docMk/>
            <pc:sldMk cId="1973655286" sldId="2030"/>
            <ac:spMk id="2" creationId="{C3E8D805-7911-16CA-A722-063170F891E8}"/>
          </ac:spMkLst>
        </pc:spChg>
        <pc:spChg chg="mod">
          <ac:chgData name="Guest User" userId="" providerId="Windows Live" clId="Web-{B81C093C-5249-4750-9EA2-D844380A9435}" dt="2025-12-29T04:43:12.862" v="339" actId="20577"/>
          <ac:spMkLst>
            <pc:docMk/>
            <pc:sldMk cId="1973655286" sldId="2030"/>
            <ac:spMk id="4" creationId="{4B2E8C10-8BFC-A8B2-9E87-AAAAEB299522}"/>
          </ac:spMkLst>
        </pc:spChg>
        <pc:spChg chg="add mod">
          <ac:chgData name="Guest User" userId="" providerId="Windows Live" clId="Web-{B81C093C-5249-4750-9EA2-D844380A9435}" dt="2025-12-29T04:43:03.972" v="336" actId="20577"/>
          <ac:spMkLst>
            <pc:docMk/>
            <pc:sldMk cId="1973655286" sldId="2030"/>
            <ac:spMk id="5" creationId="{A8958CB2-547F-BF5F-9F61-8EA0331A1A96}"/>
          </ac:spMkLst>
        </pc:spChg>
        <pc:spChg chg="mod">
          <ac:chgData name="Guest User" userId="" providerId="Windows Live" clId="Web-{B81C093C-5249-4750-9EA2-D844380A9435}" dt="2025-12-29T04:38:58.686" v="318" actId="20577"/>
          <ac:spMkLst>
            <pc:docMk/>
            <pc:sldMk cId="1973655286" sldId="2030"/>
            <ac:spMk id="9" creationId="{EC1D59EC-CD8C-F999-74F8-B79769C11A43}"/>
          </ac:spMkLst>
        </pc:spChg>
      </pc:sldChg>
      <pc:sldChg chg="modSp">
        <pc:chgData name="Guest User" userId="" providerId="Windows Live" clId="Web-{B81C093C-5249-4750-9EA2-D844380A9435}" dt="2025-12-29T04:26:55.011" v="137" actId="20577"/>
        <pc:sldMkLst>
          <pc:docMk/>
          <pc:sldMk cId="1830807856" sldId="2045"/>
        </pc:sldMkLst>
        <pc:spChg chg="mod">
          <ac:chgData name="Guest User" userId="" providerId="Windows Live" clId="Web-{B81C093C-5249-4750-9EA2-D844380A9435}" dt="2025-12-29T04:26:55.011" v="137" actId="20577"/>
          <ac:spMkLst>
            <pc:docMk/>
            <pc:sldMk cId="1830807856" sldId="2045"/>
            <ac:spMk id="3" creationId="{4D8B4B08-B89A-2DE8-9D55-4BEDD01F5474}"/>
          </ac:spMkLst>
        </pc:spChg>
      </pc:sldChg>
      <pc:sldChg chg="modSp">
        <pc:chgData name="Guest User" userId="" providerId="Windows Live" clId="Web-{B81C093C-5249-4750-9EA2-D844380A9435}" dt="2025-12-29T04:31:40.651" v="253" actId="20577"/>
        <pc:sldMkLst>
          <pc:docMk/>
          <pc:sldMk cId="1319081704" sldId="2064"/>
        </pc:sldMkLst>
        <pc:spChg chg="mod">
          <ac:chgData name="Guest User" userId="" providerId="Windows Live" clId="Web-{B81C093C-5249-4750-9EA2-D844380A9435}" dt="2025-12-29T04:31:27.118" v="249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Guest User" userId="" providerId="Windows Live" clId="Web-{B81C093C-5249-4750-9EA2-D844380A9435}" dt="2025-12-29T04:31:40.651" v="253" actId="20577"/>
          <ac:spMkLst>
            <pc:docMk/>
            <pc:sldMk cId="1319081704" sldId="2064"/>
            <ac:spMk id="6" creationId="{02FCB3C4-ACB9-4791-CF0B-D2D340BB7563}"/>
          </ac:spMkLst>
        </pc:spChg>
      </pc:sldChg>
      <pc:sldChg chg="del">
        <pc:chgData name="Guest User" userId="" providerId="Windows Live" clId="Web-{B81C093C-5249-4750-9EA2-D844380A9435}" dt="2025-12-29T04:58:52.167" v="628"/>
        <pc:sldMkLst>
          <pc:docMk/>
          <pc:sldMk cId="3058911311" sldId="2076"/>
        </pc:sldMkLst>
      </pc:sldChg>
      <pc:sldChg chg="modSp">
        <pc:chgData name="Guest User" userId="" providerId="Windows Live" clId="Web-{B81C093C-5249-4750-9EA2-D844380A9435}" dt="2025-12-29T04:21:09.959" v="69" actId="20577"/>
        <pc:sldMkLst>
          <pc:docMk/>
          <pc:sldMk cId="3446764061" sldId="2084"/>
        </pc:sldMkLst>
        <pc:spChg chg="mod">
          <ac:chgData name="Guest User" userId="" providerId="Windows Live" clId="Web-{B81C093C-5249-4750-9EA2-D844380A9435}" dt="2025-12-29T04:21:09.959" v="69" actId="20577"/>
          <ac:spMkLst>
            <pc:docMk/>
            <pc:sldMk cId="3446764061" sldId="2084"/>
            <ac:spMk id="2" creationId="{2D83EA1B-049D-1F48-2018-4BF217E057C2}"/>
          </ac:spMkLst>
        </pc:spChg>
      </pc:sldChg>
      <pc:sldChg chg="modSp">
        <pc:chgData name="Guest User" userId="" providerId="Windows Live" clId="Web-{B81C093C-5249-4750-9EA2-D844380A9435}" dt="2025-12-29T04:20:18.770" v="53" actId="20577"/>
        <pc:sldMkLst>
          <pc:docMk/>
          <pc:sldMk cId="569864718" sldId="2085"/>
        </pc:sldMkLst>
        <pc:spChg chg="mod">
          <ac:chgData name="Guest User" userId="" providerId="Windows Live" clId="Web-{B81C093C-5249-4750-9EA2-D844380A9435}" dt="2025-12-29T04:20:18.770" v="53" actId="20577"/>
          <ac:spMkLst>
            <pc:docMk/>
            <pc:sldMk cId="569864718" sldId="2085"/>
            <ac:spMk id="3" creationId="{5E10D183-C6F9-9294-7CD9-494D52868BF7}"/>
          </ac:spMkLst>
        </pc:spChg>
        <pc:spChg chg="mod">
          <ac:chgData name="Guest User" userId="" providerId="Windows Live" clId="Web-{B81C093C-5249-4750-9EA2-D844380A9435}" dt="2025-12-29T04:16:34.088" v="2" actId="20577"/>
          <ac:spMkLst>
            <pc:docMk/>
            <pc:sldMk cId="569864718" sldId="2085"/>
            <ac:spMk id="4" creationId="{C18C4A53-9791-DB00-14A9-A7A59F4B12C6}"/>
          </ac:spMkLst>
        </pc:spChg>
      </pc:sldChg>
      <pc:sldChg chg="addSp modSp new">
        <pc:chgData name="Guest User" userId="" providerId="Windows Live" clId="Web-{B81C093C-5249-4750-9EA2-D844380A9435}" dt="2025-12-29T04:28:34.544" v="216" actId="20577"/>
        <pc:sldMkLst>
          <pc:docMk/>
          <pc:sldMk cId="269172013" sldId="2086"/>
        </pc:sldMkLst>
        <pc:spChg chg="mod">
          <ac:chgData name="Guest User" userId="" providerId="Windows Live" clId="Web-{B81C093C-5249-4750-9EA2-D844380A9435}" dt="2025-12-29T04:20:53.630" v="63" actId="20577"/>
          <ac:spMkLst>
            <pc:docMk/>
            <pc:sldMk cId="269172013" sldId="2086"/>
            <ac:spMk id="2" creationId="{BF2079A7-ADC7-22BF-48F5-7B63762A59AB}"/>
          </ac:spMkLst>
        </pc:spChg>
        <pc:spChg chg="add mod">
          <ac:chgData name="Guest User" userId="" providerId="Windows Live" clId="Web-{B81C093C-5249-4750-9EA2-D844380A9435}" dt="2025-12-29T04:28:34.544" v="216" actId="20577"/>
          <ac:spMkLst>
            <pc:docMk/>
            <pc:sldMk cId="269172013" sldId="2086"/>
            <ac:spMk id="3" creationId="{8DA2352E-0C47-62D0-C798-216BA7626EEB}"/>
          </ac:spMkLst>
        </pc:spChg>
      </pc:sldChg>
      <pc:sldChg chg="addSp modSp new">
        <pc:chgData name="Guest User" userId="" providerId="Windows Live" clId="Web-{B81C093C-5249-4750-9EA2-D844380A9435}" dt="2025-12-29T04:36:26.463" v="308" actId="20577"/>
        <pc:sldMkLst>
          <pc:docMk/>
          <pc:sldMk cId="2047681877" sldId="2087"/>
        </pc:sldMkLst>
        <pc:spChg chg="mod">
          <ac:chgData name="Guest User" userId="" providerId="Windows Live" clId="Web-{B81C093C-5249-4750-9EA2-D844380A9435}" dt="2025-12-29T04:32:56.406" v="271" actId="20577"/>
          <ac:spMkLst>
            <pc:docMk/>
            <pc:sldMk cId="2047681877" sldId="2087"/>
            <ac:spMk id="2" creationId="{C4FEF80D-F539-AB62-537A-93C780FFD615}"/>
          </ac:spMkLst>
        </pc:spChg>
        <pc:spChg chg="add mod">
          <ac:chgData name="Guest User" userId="" providerId="Windows Live" clId="Web-{B81C093C-5249-4750-9EA2-D844380A9435}" dt="2025-12-29T04:36:26.463" v="308" actId="20577"/>
          <ac:spMkLst>
            <pc:docMk/>
            <pc:sldMk cId="2047681877" sldId="2087"/>
            <ac:spMk id="3" creationId="{3BA105A7-D551-54E0-E94A-654D38FA6694}"/>
          </ac:spMkLst>
        </pc:spChg>
      </pc:sldChg>
      <pc:sldChg chg="modSp add replId">
        <pc:chgData name="Guest User" userId="" providerId="Windows Live" clId="Web-{B81C093C-5249-4750-9EA2-D844380A9435}" dt="2025-12-29T04:36:47.542" v="313" actId="14100"/>
        <pc:sldMkLst>
          <pc:docMk/>
          <pc:sldMk cId="1012316017" sldId="2088"/>
        </pc:sldMkLst>
        <pc:spChg chg="mod">
          <ac:chgData name="Guest User" userId="" providerId="Windows Live" clId="Web-{B81C093C-5249-4750-9EA2-D844380A9435}" dt="2025-12-29T04:36:47.542" v="313" actId="14100"/>
          <ac:spMkLst>
            <pc:docMk/>
            <pc:sldMk cId="1012316017" sldId="2088"/>
            <ac:spMk id="3" creationId="{C5B400DC-86FF-DE7B-B050-44E9F55A5256}"/>
          </ac:spMkLst>
        </pc:spChg>
      </pc:sldChg>
      <pc:sldChg chg="modSp add replId">
        <pc:chgData name="Guest User" userId="" providerId="Windows Live" clId="Web-{B81C093C-5249-4750-9EA2-D844380A9435}" dt="2025-12-29T04:44:13.144" v="358" actId="14100"/>
        <pc:sldMkLst>
          <pc:docMk/>
          <pc:sldMk cId="2988957849" sldId="2089"/>
        </pc:sldMkLst>
        <pc:spChg chg="mod">
          <ac:chgData name="Guest User" userId="" providerId="Windows Live" clId="Web-{B81C093C-5249-4750-9EA2-D844380A9435}" dt="2025-12-29T04:43:26.050" v="344" actId="20577"/>
          <ac:spMkLst>
            <pc:docMk/>
            <pc:sldMk cId="2988957849" sldId="2089"/>
            <ac:spMk id="4" creationId="{767B95ED-8C5C-0F5D-7622-736CA7596027}"/>
          </ac:spMkLst>
        </pc:spChg>
        <pc:spChg chg="mod">
          <ac:chgData name="Guest User" userId="" providerId="Windows Live" clId="Web-{B81C093C-5249-4750-9EA2-D844380A9435}" dt="2025-12-29T04:44:13.144" v="358" actId="14100"/>
          <ac:spMkLst>
            <pc:docMk/>
            <pc:sldMk cId="2988957849" sldId="2089"/>
            <ac:spMk id="5" creationId="{C3BA24F3-69D4-F535-F8C4-BC0667920F2E}"/>
          </ac:spMkLst>
        </pc:spChg>
      </pc:sldChg>
      <pc:sldChg chg="modSp add replId">
        <pc:chgData name="Guest User" userId="" providerId="Windows Live" clId="Web-{B81C093C-5249-4750-9EA2-D844380A9435}" dt="2025-12-29T04:58:13.588" v="625" actId="20577"/>
        <pc:sldMkLst>
          <pc:docMk/>
          <pc:sldMk cId="3333682538" sldId="2090"/>
        </pc:sldMkLst>
        <pc:spChg chg="mod">
          <ac:chgData name="Guest User" userId="" providerId="Windows Live" clId="Web-{B81C093C-5249-4750-9EA2-D844380A9435}" dt="2025-12-29T04:58:13.588" v="625" actId="20577"/>
          <ac:spMkLst>
            <pc:docMk/>
            <pc:sldMk cId="3333682538" sldId="2090"/>
            <ac:spMk id="3" creationId="{13F9CFA7-9312-BCE5-3A8A-430E406757E0}"/>
          </ac:spMkLst>
        </pc:spChg>
        <pc:spChg chg="mod">
          <ac:chgData name="Guest User" userId="" providerId="Windows Live" clId="Web-{B81C093C-5249-4750-9EA2-D844380A9435}" dt="2025-12-29T04:51:40.592" v="415" actId="20577"/>
          <ac:spMkLst>
            <pc:docMk/>
            <pc:sldMk cId="3333682538" sldId="2090"/>
            <ac:spMk id="4" creationId="{EBF91AF1-BC8A-7405-AB1B-72EF8D8DAF63}"/>
          </ac:spMkLst>
        </pc:spChg>
      </pc:sldChg>
      <pc:sldChg chg="modSp add replId">
        <pc:chgData name="Guest User" userId="" providerId="Windows Live" clId="Web-{B81C093C-5249-4750-9EA2-D844380A9435}" dt="2025-12-29T04:58:08.854" v="624" actId="20577"/>
        <pc:sldMkLst>
          <pc:docMk/>
          <pc:sldMk cId="1781898297" sldId="2091"/>
        </pc:sldMkLst>
        <pc:spChg chg="mod">
          <ac:chgData name="Guest User" userId="" providerId="Windows Live" clId="Web-{B81C093C-5249-4750-9EA2-D844380A9435}" dt="2025-12-29T04:58:08.854" v="624" actId="20577"/>
          <ac:spMkLst>
            <pc:docMk/>
            <pc:sldMk cId="1781898297" sldId="2091"/>
            <ac:spMk id="3" creationId="{30818083-865C-B963-8840-DFFBC7A3AE5C}"/>
          </ac:spMkLst>
        </pc:spChg>
        <pc:spChg chg="mod">
          <ac:chgData name="Guest User" userId="" providerId="Windows Live" clId="Web-{B81C093C-5249-4750-9EA2-D844380A9435}" dt="2025-12-29T04:54:48.412" v="480" actId="20577"/>
          <ac:spMkLst>
            <pc:docMk/>
            <pc:sldMk cId="1781898297" sldId="2091"/>
            <ac:spMk id="4" creationId="{5DF79816-7597-A3CF-8151-73E3539F8882}"/>
          </ac:spMkLst>
        </pc:spChg>
      </pc:sldChg>
      <pc:sldChg chg="modSp add replId">
        <pc:chgData name="Guest User" userId="" providerId="Windows Live" clId="Web-{B81C093C-5249-4750-9EA2-D844380A9435}" dt="2025-12-29T04:58:04.025" v="623" actId="20577"/>
        <pc:sldMkLst>
          <pc:docMk/>
          <pc:sldMk cId="247220600" sldId="2092"/>
        </pc:sldMkLst>
        <pc:spChg chg="mod">
          <ac:chgData name="Guest User" userId="" providerId="Windows Live" clId="Web-{B81C093C-5249-4750-9EA2-D844380A9435}" dt="2025-12-29T04:58:04.025" v="623" actId="20577"/>
          <ac:spMkLst>
            <pc:docMk/>
            <pc:sldMk cId="247220600" sldId="2092"/>
            <ac:spMk id="3" creationId="{052032CE-3A1C-B92E-ADDD-796F071FA368}"/>
          </ac:spMkLst>
        </pc:spChg>
        <pc:spChg chg="mod">
          <ac:chgData name="Guest User" userId="" providerId="Windows Live" clId="Web-{B81C093C-5249-4750-9EA2-D844380A9435}" dt="2025-12-29T04:55:06.084" v="484" actId="20577"/>
          <ac:spMkLst>
            <pc:docMk/>
            <pc:sldMk cId="247220600" sldId="2092"/>
            <ac:spMk id="4" creationId="{62072921-8AE5-2603-C394-56E11977D605}"/>
          </ac:spMkLst>
        </pc:spChg>
      </pc:sldChg>
      <pc:sldChg chg="modSp add replId">
        <pc:chgData name="Guest User" userId="" providerId="Windows Live" clId="Web-{B81C093C-5249-4750-9EA2-D844380A9435}" dt="2025-12-29T04:57:58.025" v="622" actId="14100"/>
        <pc:sldMkLst>
          <pc:docMk/>
          <pc:sldMk cId="3081372581" sldId="2093"/>
        </pc:sldMkLst>
        <pc:spChg chg="mod">
          <ac:chgData name="Guest User" userId="" providerId="Windows Live" clId="Web-{B81C093C-5249-4750-9EA2-D844380A9435}" dt="2025-12-29T04:57:58.025" v="622" actId="14100"/>
          <ac:spMkLst>
            <pc:docMk/>
            <pc:sldMk cId="3081372581" sldId="2093"/>
            <ac:spMk id="3" creationId="{5DD36D27-B241-9054-65DA-F37629E80697}"/>
          </ac:spMkLst>
        </pc:spChg>
        <pc:spChg chg="mod">
          <ac:chgData name="Guest User" userId="" providerId="Windows Live" clId="Web-{B81C093C-5249-4750-9EA2-D844380A9435}" dt="2025-12-29T04:56:45.790" v="581" actId="20577"/>
          <ac:spMkLst>
            <pc:docMk/>
            <pc:sldMk cId="3081372581" sldId="2093"/>
            <ac:spMk id="4" creationId="{F590758E-1143-9CBF-3960-C1C062655E88}"/>
          </ac:spMkLst>
        </pc:spChg>
      </pc:sldChg>
    </pc:docChg>
  </pc:docChgLst>
  <pc:docChgLst>
    <pc:chgData name="Guest User" providerId="Windows Live" clId="Web-{F6460E75-DFC8-4284-BC44-F1266B46AC2D}"/>
    <pc:docChg chg="addSld modSld">
      <pc:chgData name="Guest User" userId="" providerId="Windows Live" clId="Web-{F6460E75-DFC8-4284-BC44-F1266B46AC2D}" dt="2025-12-29T01:17:06.175" v="21" actId="20577"/>
      <pc:docMkLst>
        <pc:docMk/>
      </pc:docMkLst>
      <pc:sldChg chg="addSp modSp new">
        <pc:chgData name="Guest User" userId="" providerId="Windows Live" clId="Web-{F6460E75-DFC8-4284-BC44-F1266B46AC2D}" dt="2025-12-29T01:16:10.874" v="12" actId="14100"/>
        <pc:sldMkLst>
          <pc:docMk/>
          <pc:sldMk cId="3242473364" sldId="2077"/>
        </pc:sldMkLst>
        <pc:spChg chg="mod">
          <ac:chgData name="Guest User" userId="" providerId="Windows Live" clId="Web-{F6460E75-DFC8-4284-BC44-F1266B46AC2D}" dt="2025-12-29T01:15:41.059" v="8" actId="20577"/>
          <ac:spMkLst>
            <pc:docMk/>
            <pc:sldMk cId="3242473364" sldId="2077"/>
            <ac:spMk id="2" creationId="{F9899B83-1FD9-C29B-6360-E34A2EC7A1CF}"/>
          </ac:spMkLst>
        </pc:spChg>
        <pc:spChg chg="add mod">
          <ac:chgData name="Guest User" userId="" providerId="Windows Live" clId="Web-{F6460E75-DFC8-4284-BC44-F1266B46AC2D}" dt="2025-12-29T01:16:10.874" v="12" actId="14100"/>
          <ac:spMkLst>
            <pc:docMk/>
            <pc:sldMk cId="3242473364" sldId="2077"/>
            <ac:spMk id="3" creationId="{FAAE434B-C128-C31F-55D2-D1CA9CF1FDA6}"/>
          </ac:spMkLst>
        </pc:spChg>
      </pc:sldChg>
      <pc:sldChg chg="modSp new">
        <pc:chgData name="Guest User" userId="" providerId="Windows Live" clId="Web-{F6460E75-DFC8-4284-BC44-F1266B46AC2D}" dt="2025-12-29T01:17:06.175" v="21" actId="20577"/>
        <pc:sldMkLst>
          <pc:docMk/>
          <pc:sldMk cId="2945291164" sldId="2078"/>
        </pc:sldMkLst>
        <pc:spChg chg="mod">
          <ac:chgData name="Guest User" userId="" providerId="Windows Live" clId="Web-{F6460E75-DFC8-4284-BC44-F1266B46AC2D}" dt="2025-12-29T01:17:06.175" v="21" actId="20577"/>
          <ac:spMkLst>
            <pc:docMk/>
            <pc:sldMk cId="2945291164" sldId="2078"/>
            <ac:spMk id="2" creationId="{F7DCDE37-DC0D-1FAF-B97D-BA2407D57AA0}"/>
          </ac:spMkLst>
        </pc:spChg>
      </pc:sldChg>
    </pc:docChg>
  </pc:docChgLst>
  <pc:docChgLst>
    <pc:chgData name="Guest User" providerId="Windows Live" clId="Web-{A1768384-295C-4EC8-AE9A-8D560BF235CD}"/>
    <pc:docChg chg="addSld delSld modSld">
      <pc:chgData name="Guest User" userId="" providerId="Windows Live" clId="Web-{A1768384-295C-4EC8-AE9A-8D560BF235CD}" dt="2025-12-29T04:40:18.547" v="600" actId="20577"/>
      <pc:docMkLst>
        <pc:docMk/>
      </pc:docMkLst>
      <pc:sldChg chg="modSp">
        <pc:chgData name="Guest User" userId="" providerId="Windows Live" clId="Web-{A1768384-295C-4EC8-AE9A-8D560BF235CD}" dt="2025-12-29T01:24:25.397" v="51" actId="20577"/>
        <pc:sldMkLst>
          <pc:docMk/>
          <pc:sldMk cId="3717493800" sldId="821"/>
        </pc:sldMkLst>
        <pc:spChg chg="mod">
          <ac:chgData name="Guest User" userId="" providerId="Windows Live" clId="Web-{A1768384-295C-4EC8-AE9A-8D560BF235CD}" dt="2025-12-29T01:24:25.397" v="51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Guest User" userId="" providerId="Windows Live" clId="Web-{A1768384-295C-4EC8-AE9A-8D560BF235CD}" dt="2025-12-29T01:44:20.220" v="256" actId="20577"/>
        <pc:sldMkLst>
          <pc:docMk/>
          <pc:sldMk cId="140346443" sldId="822"/>
        </pc:sldMkLst>
        <pc:spChg chg="mod">
          <ac:chgData name="Guest User" userId="" providerId="Windows Live" clId="Web-{A1768384-295C-4EC8-AE9A-8D560BF235CD}" dt="2025-12-29T01:33:58.357" v="164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Guest User" userId="" providerId="Windows Live" clId="Web-{A1768384-295C-4EC8-AE9A-8D560BF235CD}" dt="2025-12-29T01:44:20.220" v="256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Guest User" userId="" providerId="Windows Live" clId="Web-{A1768384-295C-4EC8-AE9A-8D560BF235CD}" dt="2025-12-29T01:36:56.530" v="192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del">
        <pc:chgData name="Guest User" userId="" providerId="Windows Live" clId="Web-{A1768384-295C-4EC8-AE9A-8D560BF235CD}" dt="2025-12-29T01:39:05.146" v="211"/>
        <pc:sldMkLst>
          <pc:docMk/>
          <pc:sldMk cId="986987420" sldId="823"/>
        </pc:sldMkLst>
      </pc:sldChg>
      <pc:sldChg chg="del">
        <pc:chgData name="Guest User" userId="" providerId="Windows Live" clId="Web-{A1768384-295C-4EC8-AE9A-8D560BF235CD}" dt="2025-12-29T01:47:12.005" v="354"/>
        <pc:sldMkLst>
          <pc:docMk/>
          <pc:sldMk cId="3394056638" sldId="824"/>
        </pc:sldMkLst>
      </pc:sldChg>
      <pc:sldChg chg="modSp">
        <pc:chgData name="Guest User" userId="" providerId="Windows Live" clId="Web-{A1768384-295C-4EC8-AE9A-8D560BF235CD}" dt="2025-12-29T01:32:02.712" v="139" actId="20577"/>
        <pc:sldMkLst>
          <pc:docMk/>
          <pc:sldMk cId="2771250690" sldId="851"/>
        </pc:sldMkLst>
        <pc:spChg chg="mod">
          <ac:chgData name="Guest User" userId="" providerId="Windows Live" clId="Web-{A1768384-295C-4EC8-AE9A-8D560BF235CD}" dt="2025-12-29T01:24:46.772" v="57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A1768384-295C-4EC8-AE9A-8D560BF235CD}" dt="2025-12-29T01:32:02.712" v="139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A1768384-295C-4EC8-AE9A-8D560BF235CD}" dt="2025-12-29T02:32:58.929" v="554" actId="20577"/>
        <pc:sldMkLst>
          <pc:docMk/>
          <pc:sldMk cId="4765592" sldId="1388"/>
        </pc:sldMkLst>
        <pc:spChg chg="mod">
          <ac:chgData name="Guest User" userId="" providerId="Windows Live" clId="Web-{A1768384-295C-4EC8-AE9A-8D560BF235CD}" dt="2025-12-29T02:32:58.929" v="554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del">
        <pc:chgData name="Guest User" userId="" providerId="Windows Live" clId="Web-{A1768384-295C-4EC8-AE9A-8D560BF235CD}" dt="2025-12-29T01:58:59.112" v="425"/>
        <pc:sldMkLst>
          <pc:docMk/>
          <pc:sldMk cId="4050471080" sldId="1989"/>
        </pc:sldMkLst>
        <pc:spChg chg="mod">
          <ac:chgData name="Guest User" userId="" providerId="Windows Live" clId="Web-{A1768384-295C-4EC8-AE9A-8D560BF235CD}" dt="2025-12-29T01:54:32.697" v="395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Guest User" userId="" providerId="Windows Live" clId="Web-{A1768384-295C-4EC8-AE9A-8D560BF235CD}" dt="2025-12-29T01:57:49.048" v="405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modSp">
        <pc:chgData name="Guest User" userId="" providerId="Windows Live" clId="Web-{A1768384-295C-4EC8-AE9A-8D560BF235CD}" dt="2025-12-29T01:29:57.912" v="124" actId="20577"/>
        <pc:sldMkLst>
          <pc:docMk/>
          <pc:sldMk cId="2858801894" sldId="2021"/>
        </pc:sldMkLst>
        <pc:spChg chg="mod">
          <ac:chgData name="Guest User" userId="" providerId="Windows Live" clId="Web-{A1768384-295C-4EC8-AE9A-8D560BF235CD}" dt="2025-12-29T01:29:57.912" v="124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delSp modSp">
        <pc:chgData name="Guest User" userId="" providerId="Windows Live" clId="Web-{A1768384-295C-4EC8-AE9A-8D560BF235CD}" dt="2025-12-29T02:37:48.965" v="584" actId="20577"/>
        <pc:sldMkLst>
          <pc:docMk/>
          <pc:sldMk cId="1830807856" sldId="2045"/>
        </pc:sldMkLst>
        <pc:spChg chg="mod">
          <ac:chgData name="Guest User" userId="" providerId="Windows Live" clId="Web-{A1768384-295C-4EC8-AE9A-8D560BF235CD}" dt="2025-12-29T02:33:25.054" v="562" actId="20577"/>
          <ac:spMkLst>
            <pc:docMk/>
            <pc:sldMk cId="1830807856" sldId="2045"/>
            <ac:spMk id="2" creationId="{8F227A13-13E7-8349-7588-9EA80AF984BF}"/>
          </ac:spMkLst>
        </pc:spChg>
        <pc:spChg chg="mod">
          <ac:chgData name="Guest User" userId="" providerId="Windows Live" clId="Web-{A1768384-295C-4EC8-AE9A-8D560BF235CD}" dt="2025-12-29T02:37:48.965" v="584" actId="20577"/>
          <ac:spMkLst>
            <pc:docMk/>
            <pc:sldMk cId="1830807856" sldId="2045"/>
            <ac:spMk id="3" creationId="{4D8B4B08-B89A-2DE8-9D55-4BEDD01F5474}"/>
          </ac:spMkLst>
        </pc:spChg>
        <pc:spChg chg="del mod">
          <ac:chgData name="Guest User" userId="" providerId="Windows Live" clId="Web-{A1768384-295C-4EC8-AE9A-8D560BF235CD}" dt="2025-12-29T02:33:13.960" v="557"/>
          <ac:spMkLst>
            <pc:docMk/>
            <pc:sldMk cId="1830807856" sldId="2045"/>
            <ac:spMk id="7" creationId="{B7C35D21-174A-6D3C-3E6C-E85A610ACE43}"/>
          </ac:spMkLst>
        </pc:spChg>
      </pc:sldChg>
      <pc:sldChg chg="modSp">
        <pc:chgData name="Guest User" userId="" providerId="Windows Live" clId="Web-{A1768384-295C-4EC8-AE9A-8D560BF235CD}" dt="2025-12-29T02:38:32.983" v="586"/>
        <pc:sldMkLst>
          <pc:docMk/>
          <pc:sldMk cId="1319081704" sldId="2064"/>
        </pc:sldMkLst>
        <pc:spChg chg="mod">
          <ac:chgData name="Guest User" userId="" providerId="Windows Live" clId="Web-{A1768384-295C-4EC8-AE9A-8D560BF235CD}" dt="2025-12-29T02:38:32.983" v="586"/>
          <ac:spMkLst>
            <pc:docMk/>
            <pc:sldMk cId="1319081704" sldId="2064"/>
            <ac:spMk id="6" creationId="{02FCB3C4-ACB9-4791-CF0B-D2D340BB7563}"/>
          </ac:spMkLst>
        </pc:spChg>
      </pc:sldChg>
      <pc:sldChg chg="addSp modSp">
        <pc:chgData name="Guest User" userId="" providerId="Windows Live" clId="Web-{A1768384-295C-4EC8-AE9A-8D560BF235CD}" dt="2025-12-29T01:20:06.880" v="14" actId="20577"/>
        <pc:sldMkLst>
          <pc:docMk/>
          <pc:sldMk cId="3242473364" sldId="2077"/>
        </pc:sldMkLst>
        <pc:spChg chg="add mod">
          <ac:chgData name="Guest User" userId="" providerId="Windows Live" clId="Web-{A1768384-295C-4EC8-AE9A-8D560BF235CD}" dt="2025-12-29T01:20:06.880" v="14" actId="20577"/>
          <ac:spMkLst>
            <pc:docMk/>
            <pc:sldMk cId="3242473364" sldId="2077"/>
            <ac:spMk id="4" creationId="{FF278F4E-CCEA-5D87-423A-7CC779065E25}"/>
          </ac:spMkLst>
        </pc:spChg>
      </pc:sldChg>
      <pc:sldChg chg="addSp modSp">
        <pc:chgData name="Guest User" userId="" providerId="Windows Live" clId="Web-{A1768384-295C-4EC8-AE9A-8D560BF235CD}" dt="2025-12-29T01:20:28.146" v="19" actId="20577"/>
        <pc:sldMkLst>
          <pc:docMk/>
          <pc:sldMk cId="2945291164" sldId="2078"/>
        </pc:sldMkLst>
        <pc:spChg chg="add mod">
          <ac:chgData name="Guest User" userId="" providerId="Windows Live" clId="Web-{A1768384-295C-4EC8-AE9A-8D560BF235CD}" dt="2025-12-29T01:19:24.880" v="5" actId="14100"/>
          <ac:spMkLst>
            <pc:docMk/>
            <pc:sldMk cId="2945291164" sldId="2078"/>
            <ac:spMk id="3" creationId="{BBABA245-3E83-D0F8-1EB3-006D906EC3BD}"/>
          </ac:spMkLst>
        </pc:spChg>
        <pc:spChg chg="add mod">
          <ac:chgData name="Guest User" userId="" providerId="Windows Live" clId="Web-{A1768384-295C-4EC8-AE9A-8D560BF235CD}" dt="2025-12-29T01:20:28.146" v="19" actId="20577"/>
          <ac:spMkLst>
            <pc:docMk/>
            <pc:sldMk cId="2945291164" sldId="2078"/>
            <ac:spMk id="4" creationId="{D06DF5B3-A5D4-2645-58E9-DCDD40368AF3}"/>
          </ac:spMkLst>
        </pc:spChg>
      </pc:sldChg>
      <pc:sldChg chg="addSp modSp new add del">
        <pc:chgData name="Guest User" userId="" providerId="Windows Live" clId="Web-{A1768384-295C-4EC8-AE9A-8D560BF235CD}" dt="2025-12-29T01:44:58.331" v="267" actId="14100"/>
        <pc:sldMkLst>
          <pc:docMk/>
          <pc:sldMk cId="1426865055" sldId="2079"/>
        </pc:sldMkLst>
        <pc:spChg chg="mod">
          <ac:chgData name="Guest User" userId="" providerId="Windows Live" clId="Web-{A1768384-295C-4EC8-AE9A-8D560BF235CD}" dt="2025-12-29T01:39:49.070" v="213" actId="14100"/>
          <ac:spMkLst>
            <pc:docMk/>
            <pc:sldMk cId="1426865055" sldId="2079"/>
            <ac:spMk id="2" creationId="{C2A36604-29F1-A453-BEA4-404E1E80841D}"/>
          </ac:spMkLst>
        </pc:spChg>
        <pc:spChg chg="add mod">
          <ac:chgData name="Guest User" userId="" providerId="Windows Live" clId="Web-{A1768384-295C-4EC8-AE9A-8D560BF235CD}" dt="2025-12-29T01:40:46.760" v="227" actId="14100"/>
          <ac:spMkLst>
            <pc:docMk/>
            <pc:sldMk cId="1426865055" sldId="2079"/>
            <ac:spMk id="3" creationId="{F2CB81B4-5203-FE90-7FD0-A7F36054CD47}"/>
          </ac:spMkLst>
        </pc:spChg>
        <pc:spChg chg="add mod">
          <ac:chgData name="Guest User" userId="" providerId="Windows Live" clId="Web-{A1768384-295C-4EC8-AE9A-8D560BF235CD}" dt="2025-12-29T01:44:58.331" v="267" actId="14100"/>
          <ac:spMkLst>
            <pc:docMk/>
            <pc:sldMk cId="1426865055" sldId="2079"/>
            <ac:spMk id="4" creationId="{3DDC0892-11AA-E526-11FD-156BCA80D676}"/>
          </ac:spMkLst>
        </pc:spChg>
      </pc:sldChg>
      <pc:sldChg chg="addSp modSp add">
        <pc:chgData name="Guest User" userId="" providerId="Windows Live" clId="Web-{A1768384-295C-4EC8-AE9A-8D560BF235CD}" dt="2025-12-29T01:47:00.052" v="353" actId="14100"/>
        <pc:sldMkLst>
          <pc:docMk/>
          <pc:sldMk cId="4209612526" sldId="2080"/>
        </pc:sldMkLst>
        <pc:spChg chg="add mod">
          <ac:chgData name="Guest User" userId="" providerId="Windows Live" clId="Web-{A1768384-295C-4EC8-AE9A-8D560BF235CD}" dt="2025-12-29T01:47:00.052" v="353" actId="14100"/>
          <ac:spMkLst>
            <pc:docMk/>
            <pc:sldMk cId="4209612526" sldId="2080"/>
            <ac:spMk id="3" creationId="{2432B76A-69CB-B4FD-716C-46E2BA60A5ED}"/>
          </ac:spMkLst>
        </pc:spChg>
      </pc:sldChg>
      <pc:sldChg chg="add del replId">
        <pc:chgData name="Guest User" userId="" providerId="Windows Live" clId="Web-{A1768384-295C-4EC8-AE9A-8D560BF235CD}" dt="2025-12-29T01:45:20.300" v="269"/>
        <pc:sldMkLst>
          <pc:docMk/>
          <pc:sldMk cId="1992015090" sldId="2081"/>
        </pc:sldMkLst>
      </pc:sldChg>
      <pc:sldChg chg="addSp modSp new">
        <pc:chgData name="Guest User" userId="" providerId="Windows Live" clId="Web-{A1768384-295C-4EC8-AE9A-8D560BF235CD}" dt="2025-12-29T02:04:53.517" v="495" actId="1076"/>
        <pc:sldMkLst>
          <pc:docMk/>
          <pc:sldMk cId="3842841075" sldId="2081"/>
        </pc:sldMkLst>
        <pc:spChg chg="mod">
          <ac:chgData name="Guest User" userId="" providerId="Windows Live" clId="Web-{A1768384-295C-4EC8-AE9A-8D560BF235CD}" dt="2025-12-29T01:48:10.772" v="372" actId="20577"/>
          <ac:spMkLst>
            <pc:docMk/>
            <pc:sldMk cId="3842841075" sldId="2081"/>
            <ac:spMk id="2" creationId="{37F641F7-3598-3001-D304-B528B73A6174}"/>
          </ac:spMkLst>
        </pc:spChg>
        <pc:spChg chg="add mod">
          <ac:chgData name="Guest User" userId="" providerId="Windows Live" clId="Web-{A1768384-295C-4EC8-AE9A-8D560BF235CD}" dt="2025-12-29T01:58:57.253" v="424" actId="20577"/>
          <ac:spMkLst>
            <pc:docMk/>
            <pc:sldMk cId="3842841075" sldId="2081"/>
            <ac:spMk id="3" creationId="{DA6BF708-DE58-BE66-AD71-17C911C3D924}"/>
          </ac:spMkLst>
        </pc:spChg>
        <pc:spChg chg="add mod">
          <ac:chgData name="Guest User" userId="" providerId="Windows Live" clId="Web-{A1768384-295C-4EC8-AE9A-8D560BF235CD}" dt="2025-12-29T02:04:53.517" v="495" actId="1076"/>
          <ac:spMkLst>
            <pc:docMk/>
            <pc:sldMk cId="3842841075" sldId="2081"/>
            <ac:spMk id="4" creationId="{AA4D52F7-A47D-29F9-42C8-B6B72382EEB9}"/>
          </ac:spMkLst>
        </pc:spChg>
      </pc:sldChg>
      <pc:sldChg chg="addSp modSp add replId">
        <pc:chgData name="Guest User" userId="" providerId="Windows Live" clId="Web-{A1768384-295C-4EC8-AE9A-8D560BF235CD}" dt="2025-12-29T02:05:46.784" v="500" actId="20577"/>
        <pc:sldMkLst>
          <pc:docMk/>
          <pc:sldMk cId="3454456521" sldId="2082"/>
        </pc:sldMkLst>
        <pc:spChg chg="mod">
          <ac:chgData name="Guest User" userId="" providerId="Windows Live" clId="Web-{A1768384-295C-4EC8-AE9A-8D560BF235CD}" dt="2025-12-29T02:01:11.135" v="457" actId="20577"/>
          <ac:spMkLst>
            <pc:docMk/>
            <pc:sldMk cId="3454456521" sldId="2082"/>
            <ac:spMk id="3" creationId="{8E097B13-A095-0D2E-7FAB-759B90F24953}"/>
          </ac:spMkLst>
        </pc:spChg>
        <pc:spChg chg="add mod">
          <ac:chgData name="Guest User" userId="" providerId="Windows Live" clId="Web-{A1768384-295C-4EC8-AE9A-8D560BF235CD}" dt="2025-12-29T02:05:46.784" v="500" actId="20577"/>
          <ac:spMkLst>
            <pc:docMk/>
            <pc:sldMk cId="3454456521" sldId="2082"/>
            <ac:spMk id="4" creationId="{A20E44FB-E7B6-D782-848D-B2A94B281364}"/>
          </ac:spMkLst>
        </pc:spChg>
      </pc:sldChg>
      <pc:sldChg chg="addSp modSp add replId">
        <pc:chgData name="Guest User" userId="" providerId="Windows Live" clId="Web-{A1768384-295C-4EC8-AE9A-8D560BF235CD}" dt="2025-12-29T02:06:33.332" v="506" actId="20577"/>
        <pc:sldMkLst>
          <pc:docMk/>
          <pc:sldMk cId="2674569083" sldId="2083"/>
        </pc:sldMkLst>
        <pc:spChg chg="mod">
          <ac:chgData name="Guest User" userId="" providerId="Windows Live" clId="Web-{A1768384-295C-4EC8-AE9A-8D560BF235CD}" dt="2025-12-29T02:06:16.957" v="502" actId="14100"/>
          <ac:spMkLst>
            <pc:docMk/>
            <pc:sldMk cId="2674569083" sldId="2083"/>
            <ac:spMk id="3" creationId="{BA72ABA3-7F59-F853-7A5F-13827D792C2C}"/>
          </ac:spMkLst>
        </pc:spChg>
        <pc:spChg chg="add mod">
          <ac:chgData name="Guest User" userId="" providerId="Windows Live" clId="Web-{A1768384-295C-4EC8-AE9A-8D560BF235CD}" dt="2025-12-29T02:06:33.332" v="506" actId="20577"/>
          <ac:spMkLst>
            <pc:docMk/>
            <pc:sldMk cId="2674569083" sldId="2083"/>
            <ac:spMk id="4" creationId="{BAC7E3EC-D2CD-E2B3-7268-6FFD661E8143}"/>
          </ac:spMkLst>
        </pc:spChg>
      </pc:sldChg>
      <pc:sldChg chg="addSp delSp modSp add replId">
        <pc:chgData name="Guest User" userId="" providerId="Windows Live" clId="Web-{A1768384-295C-4EC8-AE9A-8D560BF235CD}" dt="2025-12-29T02:31:57.490" v="551" actId="14100"/>
        <pc:sldMkLst>
          <pc:docMk/>
          <pc:sldMk cId="3446764061" sldId="2084"/>
        </pc:sldMkLst>
        <pc:spChg chg="mod">
          <ac:chgData name="Guest User" userId="" providerId="Windows Live" clId="Web-{A1768384-295C-4EC8-AE9A-8D560BF235CD}" dt="2025-12-29T02:24:22.312" v="520" actId="20577"/>
          <ac:spMkLst>
            <pc:docMk/>
            <pc:sldMk cId="3446764061" sldId="2084"/>
            <ac:spMk id="2" creationId="{2D83EA1B-049D-1F48-2018-4BF217E057C2}"/>
          </ac:spMkLst>
        </pc:spChg>
        <pc:spChg chg="del mod">
          <ac:chgData name="Guest User" userId="" providerId="Windows Live" clId="Web-{A1768384-295C-4EC8-AE9A-8D560BF235CD}" dt="2025-12-29T02:24:29.734" v="523"/>
          <ac:spMkLst>
            <pc:docMk/>
            <pc:sldMk cId="3446764061" sldId="2084"/>
            <ac:spMk id="3" creationId="{462BCDF9-7AB1-8205-7CFF-5FF438226170}"/>
          </ac:spMkLst>
        </pc:spChg>
        <pc:spChg chg="mod">
          <ac:chgData name="Guest User" userId="" providerId="Windows Live" clId="Web-{A1768384-295C-4EC8-AE9A-8D560BF235CD}" dt="2025-12-29T02:24:47.140" v="528" actId="20577"/>
          <ac:spMkLst>
            <pc:docMk/>
            <pc:sldMk cId="3446764061" sldId="2084"/>
            <ac:spMk id="4" creationId="{920D1D43-1F19-B0D4-5529-532492189842}"/>
          </ac:spMkLst>
        </pc:spChg>
        <pc:spChg chg="add mod">
          <ac:chgData name="Guest User" userId="" providerId="Windows Live" clId="Web-{A1768384-295C-4EC8-AE9A-8D560BF235CD}" dt="2025-12-29T02:31:57.490" v="551" actId="14100"/>
          <ac:spMkLst>
            <pc:docMk/>
            <pc:sldMk cId="3446764061" sldId="2084"/>
            <ac:spMk id="5" creationId="{5B2AA8EA-7B1E-2817-2935-33DCC57148CF}"/>
          </ac:spMkLst>
        </pc:spChg>
      </pc:sldChg>
      <pc:sldChg chg="addSp delSp modSp add replId">
        <pc:chgData name="Guest User" userId="" providerId="Windows Live" clId="Web-{A1768384-295C-4EC8-AE9A-8D560BF235CD}" dt="2025-12-29T04:40:18.547" v="600" actId="20577"/>
        <pc:sldMkLst>
          <pc:docMk/>
          <pc:sldMk cId="569864718" sldId="2085"/>
        </pc:sldMkLst>
        <pc:spChg chg="del mod">
          <ac:chgData name="Guest User" userId="" providerId="Windows Live" clId="Web-{A1768384-295C-4EC8-AE9A-8D560BF235CD}" dt="2025-12-29T04:40:03.359" v="593"/>
          <ac:spMkLst>
            <pc:docMk/>
            <pc:sldMk cId="569864718" sldId="2085"/>
            <ac:spMk id="3" creationId="{5E10D183-C6F9-9294-7CD9-494D52868BF7}"/>
          </ac:spMkLst>
        </pc:spChg>
        <pc:spChg chg="add mod">
          <ac:chgData name="Guest User" userId="" providerId="Windows Live" clId="Web-{A1768384-295C-4EC8-AE9A-8D560BF235CD}" dt="2025-12-29T04:40:18.547" v="600" actId="20577"/>
          <ac:spMkLst>
            <pc:docMk/>
            <pc:sldMk cId="569864718" sldId="2085"/>
            <ac:spMk id="6" creationId="{EF9345D3-3066-6101-6DD3-663F3BDBFE83}"/>
          </ac:spMkLst>
        </pc:spChg>
      </pc:sldChg>
    </pc:docChg>
  </pc:docChgLst>
  <pc:docChgLst>
    <pc:chgData name="Guest User" providerId="Windows Live" clId="Web-{5B0BB2A0-87B4-4078-A01F-741C29CCF40C}"/>
    <pc:docChg chg="modSld">
      <pc:chgData name="Guest User" userId="" providerId="Windows Live" clId="Web-{5B0BB2A0-87B4-4078-A01F-741C29CCF40C}" dt="2025-12-29T01:11:04.304" v="11" actId="1076"/>
      <pc:docMkLst>
        <pc:docMk/>
      </pc:docMkLst>
      <pc:sldChg chg="addSp delSp modSp">
        <pc:chgData name="Guest User" userId="" providerId="Windows Live" clId="Web-{5B0BB2A0-87B4-4078-A01F-741C29CCF40C}" dt="2025-12-29T01:11:04.304" v="11" actId="1076"/>
        <pc:sldMkLst>
          <pc:docMk/>
          <pc:sldMk cId="3366721836" sldId="1915"/>
        </pc:sldMkLst>
        <pc:spChg chg="add mod">
          <ac:chgData name="Guest User" userId="" providerId="Windows Live" clId="Web-{5B0BB2A0-87B4-4078-A01F-741C29CCF40C}" dt="2025-12-29T01:11:04.304" v="11" actId="1076"/>
          <ac:spMkLst>
            <pc:docMk/>
            <pc:sldMk cId="3366721836" sldId="1915"/>
            <ac:spMk id="3" creationId="{1251086C-E49F-5C06-316C-6A1A3B00C2A5}"/>
          </ac:spMkLst>
        </pc:spChg>
        <pc:spChg chg="del mod">
          <ac:chgData name="Guest User" userId="" providerId="Windows Live" clId="Web-{5B0BB2A0-87B4-4078-A01F-741C29CCF40C}" dt="2025-12-29T01:10:52.913" v="9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Guest User" userId="" providerId="Windows Live" clId="Web-{5B0BB2A0-87B4-4078-A01F-741C29CCF40C}" dt="2025-12-29T01:10:35.396" v="6" actId="20577"/>
          <ac:spMkLst>
            <pc:docMk/>
            <pc:sldMk cId="3366721836" sldId="1915"/>
            <ac:spMk id="5" creationId="{A580248D-7344-851E-94DE-44524E9F4F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ED72-C752-04AD-9C66-786C33C4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B9638-B59D-4AEE-F3FD-3E7D478F3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485AB-8955-8729-BC73-F773E30E7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DBD33-CC64-49C1-95B2-70CD1A55C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300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226-4902-45C2-D070-81F39852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9FE1E-5776-65C9-E29F-F5A2B46C9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89F9A-B8EB-EF57-222D-B5AA4BFB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A2F0-D4CC-E1D6-6EAA-9F186C8E1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9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F426-0ACD-5FAB-C429-7D430CD5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4B82F-5E64-5718-481D-6A5A66FA6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C581-7CAA-A9C2-8578-2BE63254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EFF0F-004D-3902-6FB4-944DFE06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34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B50D-F90D-11B6-0461-7AA5B409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43E18-0C6A-15EF-E17F-B7B921325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ABA00-571A-1168-5AB7-F73F4ABDC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28AC-E323-5DFC-3791-340B9D620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362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51E3-BEDB-85E5-8161-C5AE2B78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89103-B7B4-405F-0E8F-D99FCE552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78CCF-ECAA-E9EF-EC92-4111E750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27F4-CB01-E5EF-A87A-CAABB5E7C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30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D3AE-0A1B-9249-458B-B637E743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15599-E655-C814-3FC6-DB1BBC73A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F3342-B839-8EF9-5238-7C463985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64AD-FE17-F703-8774-118F31CE5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1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Dec 31st,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Now thank we all our God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1086C-E49F-5C06-316C-6A1A3B00C2A5}"/>
              </a:ext>
            </a:extLst>
          </p:cNvPr>
          <p:cNvSpPr txBox="1"/>
          <p:nvPr/>
        </p:nvSpPr>
        <p:spPr>
          <a:xfrm>
            <a:off x="928688" y="1029350"/>
            <a:ext cx="5637067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Now thank we all our God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heart and hands and voices,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Who wondrous things hath done,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 whom his world rejoices;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Who from our mothers' arms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Hath blessed us on our way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countless gifts of love,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still is ours today.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9B83-1FD9-C29B-6360-E34A2EC7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Opening Hymn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E434B-C128-C31F-55D2-D1CA9CF1FDA6}"/>
              </a:ext>
            </a:extLst>
          </p:cNvPr>
          <p:cNvSpPr txBox="1"/>
          <p:nvPr/>
        </p:nvSpPr>
        <p:spPr>
          <a:xfrm>
            <a:off x="1029350" y="828027"/>
            <a:ext cx="582865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 may this bounteous God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Through all our life be near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ever joyful hearts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blessed peace to cheer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keep us in his grace,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guide us when perplexed,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free us from all ills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 this world and the next.</a:t>
            </a: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8F4E-CCEA-5D87-423A-7CC779065E25}"/>
              </a:ext>
            </a:extLst>
          </p:cNvPr>
          <p:cNvSpPr txBox="1"/>
          <p:nvPr/>
        </p:nvSpPr>
        <p:spPr>
          <a:xfrm>
            <a:off x="7406769" y="4627203"/>
            <a:ext cx="3740728" cy="601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Segoe UI"/>
              </a:rPr>
              <a:t>Opening:</a:t>
            </a:r>
            <a:r>
              <a:rPr lang="en-US" sz="1400">
                <a:latin typeface="Segoe UI"/>
              </a:rPr>
              <a:t>2 of</a:t>
            </a:r>
            <a:r>
              <a:rPr lang="en-US" sz="1400" baseline="0">
                <a:latin typeface="Segoe UI"/>
              </a:rPr>
              <a:t>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47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DE37-DC0D-1FAF-B97D-BA2407D5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Opening Hymn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BA245-3E83-D0F8-1EB3-006D906EC3BD}"/>
              </a:ext>
            </a:extLst>
          </p:cNvPr>
          <p:cNvSpPr txBox="1"/>
          <p:nvPr/>
        </p:nvSpPr>
        <p:spPr>
          <a:xfrm>
            <a:off x="993631" y="613713"/>
            <a:ext cx="580592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 may this bounteous God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Through all our life be near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With ever joyful hearts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blessed peace to cheer us,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keep us in his grace,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guide us when perplexed,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free us from all ills</a:t>
            </a:r>
            <a:b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</a:br>
            <a:r>
              <a:rPr lang="en-SG" sz="2800" kern="12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 this world and the next.</a:t>
            </a: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DF5B3-A5D4-2645-58E9-DCDD40368AF3}"/>
              </a:ext>
            </a:extLst>
          </p:cNvPr>
          <p:cNvSpPr txBox="1"/>
          <p:nvPr/>
        </p:nvSpPr>
        <p:spPr>
          <a:xfrm>
            <a:off x="7491196" y="4679156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Segoe UI"/>
              </a:rPr>
              <a:t>Opening: </a:t>
            </a:r>
            <a:r>
              <a:rPr lang="en-US" sz="1400">
                <a:latin typeface="Segoe UI"/>
              </a:rPr>
              <a:t>3 </a:t>
            </a:r>
            <a:r>
              <a:rPr lang="en-US" sz="1400" baseline="0">
                <a:latin typeface="Segoe UI"/>
              </a:rPr>
              <a:t>of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29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Ennodulla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nin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sarva</a:t>
            </a:r>
            <a:r>
              <a:rPr lang="en-SG" sz="3600" b="0">
                <a:solidFill>
                  <a:srgbClr val="FFFFFF"/>
                </a:solidFill>
                <a:latin typeface="Tenorite"/>
                <a:cs typeface="Segoe UI"/>
              </a:rPr>
              <a:t> </a:t>
            </a:r>
            <a:r>
              <a:rPr lang="en-SG" sz="3600" b="0" err="1">
                <a:solidFill>
                  <a:srgbClr val="FFFFFF"/>
                </a:solidFill>
                <a:latin typeface="Tenorite"/>
                <a:cs typeface="Segoe UI"/>
              </a:rPr>
              <a:t>nanmakalkkai</a:t>
            </a:r>
            <a:endParaRPr lang="en-SG" sz="3600" b="0" err="1">
              <a:solidFill>
                <a:srgbClr val="FFFFFF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 </a:t>
            </a:r>
            <a:r>
              <a:rPr lang="en-SG" sz="2800">
                <a:solidFill>
                  <a:srgbClr val="FFFFFF"/>
                </a:solidFill>
                <a:latin typeface="Segoe UI"/>
                <a:cs typeface="Segoe UI"/>
              </a:rPr>
              <a:t>Hymn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156598" y="1181435"/>
            <a:ext cx="8357453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SG" sz="2800" b="1">
              <a:ea typeface="+mn-lt"/>
              <a:cs typeface="+mn-lt"/>
            </a:endParaRPr>
          </a:p>
          <a:p>
            <a:pPr lvl="1"/>
            <a:r>
              <a:rPr lang="en-SG" sz="2800" err="1">
                <a:ea typeface="+mn-lt"/>
                <a:cs typeface="+mn-lt"/>
              </a:rPr>
              <a:t>Ennodulla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nin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sarva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nanmakalkkaayi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njaan</a:t>
            </a:r>
            <a:br>
              <a:rPr lang="en-SG" sz="2800">
                <a:ea typeface="+mn-lt"/>
                <a:cs typeface="+mn-lt"/>
              </a:rPr>
            </a:br>
            <a:r>
              <a:rPr lang="en-SG" sz="2800" err="1">
                <a:ea typeface="+mn-lt"/>
                <a:cs typeface="+mn-lt"/>
              </a:rPr>
              <a:t>enthu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cheyyendu</a:t>
            </a:r>
            <a:r>
              <a:rPr lang="en-SG" sz="2800">
                <a:ea typeface="+mn-lt"/>
                <a:cs typeface="+mn-lt"/>
              </a:rPr>
              <a:t> </a:t>
            </a:r>
            <a:r>
              <a:rPr lang="en-SG" sz="2800" err="1">
                <a:ea typeface="+mn-lt"/>
                <a:cs typeface="+mn-lt"/>
              </a:rPr>
              <a:t>ninakkeshu</a:t>
            </a:r>
            <a:r>
              <a:rPr lang="en-SG" sz="2800">
                <a:ea typeface="+mn-lt"/>
                <a:cs typeface="+mn-lt"/>
              </a:rPr>
              <a:t> para-</a:t>
            </a:r>
            <a:r>
              <a:rPr lang="en-SG" sz="2800" err="1">
                <a:ea typeface="+mn-lt"/>
                <a:cs typeface="+mn-lt"/>
              </a:rPr>
              <a:t>ippol</a:t>
            </a:r>
            <a:endParaRPr lang="en-SG" sz="2800">
              <a:ea typeface="+mn-lt"/>
              <a:cs typeface="+mn-lt"/>
            </a:endParaRPr>
          </a:p>
          <a:p>
            <a:pPr lvl="1"/>
            <a:endParaRPr lang="en-SG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Great Is Thy Faithfulness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–Great is Thy Faithfulness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6028467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O God my Father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There is no shadow of turning with Thee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Thou </a:t>
            </a:r>
            <a:r>
              <a:rPr lang="en-SG" sz="240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changest</a:t>
            </a: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 not, Thy compassions, they fail not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As Thou hast been, Thou forever will be</a:t>
            </a: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Morning by morning new mercies I see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All I have needed Thy hand hath provided</a:t>
            </a:r>
            <a:br>
              <a:rPr lang="en-SG" sz="240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en-SG" sz="24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Great is Thy faithfulness, Lord, unto me</a:t>
            </a:r>
            <a:endParaRPr lang="en-SG" sz="2400">
              <a:cs typeface="Segoe UI"/>
            </a:endParaRP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cs typeface="Segoe UI"/>
            </a:endParaRP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cs typeface="Segoe UI"/>
            </a:endParaRP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cs typeface="Segoe UI"/>
            </a:endParaRPr>
          </a:p>
          <a:p>
            <a:endParaRPr lang="en-SG" sz="2400">
              <a:solidFill>
                <a:srgbClr val="0A0A0A"/>
              </a:solidFill>
              <a:highlight>
                <a:srgbClr val="FFFFFF"/>
              </a:highlight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6604-29F1-A453-BEA4-404E1E80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0" y="-2940"/>
            <a:ext cx="9144000" cy="381452"/>
          </a:xfrm>
        </p:spPr>
        <p:txBody>
          <a:bodyPr/>
          <a:lstStyle/>
          <a:p>
            <a:r>
              <a:rPr lang="en-GB">
                <a:cs typeface="Segoe UI"/>
              </a:rPr>
              <a:t>Offertory hymn-Great is Thy Faithfulness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B81B4-5203-FE90-7FD0-A7F36054CD47}"/>
              </a:ext>
            </a:extLst>
          </p:cNvPr>
          <p:cNvSpPr txBox="1"/>
          <p:nvPr/>
        </p:nvSpPr>
        <p:spPr>
          <a:xfrm>
            <a:off x="425380" y="509806"/>
            <a:ext cx="6646932" cy="4640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Summer and winter and springtime and harvest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Sun, moon and stars in their courses above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Join with all nature in manifold witness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To Thy great faithfulness, mercy and love</a:t>
            </a:r>
          </a:p>
          <a:p>
            <a:endParaRPr lang="en-US" sz="2400">
              <a:solidFill>
                <a:srgbClr val="0A0A0A"/>
              </a:solidFill>
              <a:latin typeface="Segoe UI"/>
              <a:ea typeface="Google Sans"/>
              <a:cs typeface="Segoe UI"/>
            </a:endParaRPr>
          </a:p>
          <a:p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Great is Thy faithfulness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Great is Thy faithfulness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Morning by morning new mercies I see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All I have needed Thy hand hath provided</a:t>
            </a:r>
            <a:br>
              <a:rPr lang="en-US" sz="2400">
                <a:latin typeface="Segoe UI"/>
                <a:ea typeface="Google Sans"/>
                <a:cs typeface="Segoe UI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Segoe UI"/>
              </a:rPr>
              <a:t>Great is Thy faithfulness, Lord, unto me</a:t>
            </a:r>
          </a:p>
          <a:p>
            <a:endParaRPr lang="en-US" sz="2400">
              <a:latin typeface="Segoe UI"/>
              <a:cs typeface="Segoe UI"/>
            </a:endParaRPr>
          </a:p>
          <a:p>
            <a:pPr algn="ctr"/>
            <a:endParaRPr lang="en-GB" sz="24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C0892-11AA-E526-11FD-156BCA80D676}"/>
              </a:ext>
            </a:extLst>
          </p:cNvPr>
          <p:cNvSpPr txBox="1"/>
          <p:nvPr/>
        </p:nvSpPr>
        <p:spPr>
          <a:xfrm>
            <a:off x="7075559" y="4555765"/>
            <a:ext cx="15846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Segoe UI"/>
              </a:rPr>
              <a:t>Offertory : </a:t>
            </a:r>
            <a:r>
              <a:rPr lang="en-US" sz="1400">
                <a:latin typeface="Segoe UI"/>
              </a:rPr>
              <a:t>2of</a:t>
            </a:r>
            <a:r>
              <a:rPr lang="en-US" sz="1400" baseline="0">
                <a:latin typeface="Segoe UI"/>
              </a:rPr>
              <a:t>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865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6604-29F1-A453-BEA4-404E1E80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Segoe UI"/>
              </a:rPr>
              <a:t>Offertory hymn-Great is Thy Faithfulness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2B76A-69CB-B4FD-716C-46E2BA60A5ED}"/>
              </a:ext>
            </a:extLst>
          </p:cNvPr>
          <p:cNvSpPr txBox="1"/>
          <p:nvPr/>
        </p:nvSpPr>
        <p:spPr>
          <a:xfrm>
            <a:off x="110405" y="724117"/>
            <a:ext cx="8338702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Pardon for sin and a peace that </a:t>
            </a:r>
            <a:r>
              <a:rPr lang="en-US" sz="2400" err="1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endureth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Thine own dear presence to cheer and to guide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Strength for today and bright hope for tomorrow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Blessings all mine with ten thousand beside</a:t>
            </a:r>
          </a:p>
          <a:p>
            <a:endParaRPr lang="en-US" sz="2400">
              <a:solidFill>
                <a:srgbClr val="0A0A0A"/>
              </a:solidFill>
              <a:latin typeface="Segoe UI"/>
              <a:ea typeface="Google Sans"/>
              <a:cs typeface="Google Sans"/>
            </a:endParaRPr>
          </a:p>
          <a:p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Great is Thy faithfulness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Great is Thy faithfulness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Morning by morning new mercies I see</a:t>
            </a:r>
            <a:br>
              <a:rPr lang="en-US" sz="2400">
                <a:latin typeface="Segoe UI"/>
                <a:ea typeface="Google Sans"/>
                <a:cs typeface="Google Sans"/>
              </a:rPr>
            </a:br>
            <a:r>
              <a:rPr lang="en-US" sz="2400">
                <a:solidFill>
                  <a:srgbClr val="0A0A0A"/>
                </a:solidFill>
                <a:latin typeface="Segoe UI"/>
                <a:ea typeface="Google Sans"/>
                <a:cs typeface="Google Sans"/>
              </a:rPr>
              <a:t>All I have needed Thy hand hath provided</a:t>
            </a:r>
          </a:p>
          <a:p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latin typeface="Segoe UI"/>
                <a:ea typeface="+mn-lt"/>
                <a:cs typeface="+mn-lt"/>
              </a:rPr>
              <a:t>Great is Thy faithfulness, Lord, unto me </a:t>
            </a:r>
            <a:r>
              <a:rPr lang="en-US" sz="2400">
                <a:solidFill>
                  <a:srgbClr val="0A0A0A"/>
                </a:solidFill>
                <a:highlight>
                  <a:srgbClr val="FFFFFF"/>
                </a:highlight>
                <a:latin typeface="Segoe UI"/>
                <a:ea typeface="+mn-lt"/>
                <a:cs typeface="Calibri"/>
              </a:rPr>
              <a:t>             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Segoe UI"/>
                <a:ea typeface="+mn-lt"/>
                <a:cs typeface="Segoe UI"/>
              </a:rPr>
              <a:t>                                                                                                                                      Offertory : 3 of 3</a:t>
            </a:r>
            <a:endParaRPr lang="en-US"/>
          </a:p>
          <a:p>
            <a:endParaRPr lang="en-US" sz="2400">
              <a:solidFill>
                <a:srgbClr val="0A0A0A"/>
              </a:solidFill>
              <a:highlight>
                <a:srgbClr val="FFFFFF"/>
              </a:highlight>
              <a:latin typeface="Segoe UI"/>
              <a:ea typeface="Calibri"/>
              <a:cs typeface="Calibri"/>
            </a:endParaRPr>
          </a:p>
          <a:p>
            <a:pPr algn="ctr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9612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41F7-3598-3001-D304-B528B73A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BF708-DE58-BE66-AD71-17C911C3D924}"/>
              </a:ext>
            </a:extLst>
          </p:cNvPr>
          <p:cNvSpPr txBox="1"/>
          <p:nvPr/>
        </p:nvSpPr>
        <p:spPr>
          <a:xfrm>
            <a:off x="974149" y="1003373"/>
            <a:ext cx="5883851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is dawning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Dear Father, let it be,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In working or in waiting,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with Thee;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progress,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praise,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proving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Thy presence all the days.</a:t>
            </a:r>
            <a:endParaRPr lang="en-US"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D52F7-A47D-29F9-42C8-B6B72382EEB9}"/>
              </a:ext>
            </a:extLst>
          </p:cNvPr>
          <p:cNvSpPr txBox="1"/>
          <p:nvPr/>
        </p:nvSpPr>
        <p:spPr>
          <a:xfrm>
            <a:off x="6517048" y="4559011"/>
            <a:ext cx="25197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ighlight>
                  <a:srgbClr val="FFFFFF"/>
                </a:highlight>
                <a:latin typeface="Segoe UI"/>
              </a:rPr>
              <a:t>Midnight Song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1 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of 3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84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E00B-C11A-40E2-BE9A-34164C74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DB2-FD83-12CD-6926-96BB385D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97B13-A095-0D2E-7FAB-759B90F24953}"/>
              </a:ext>
            </a:extLst>
          </p:cNvPr>
          <p:cNvSpPr txBox="1"/>
          <p:nvPr/>
        </p:nvSpPr>
        <p:spPr>
          <a:xfrm>
            <a:off x="974149" y="1003373"/>
            <a:ext cx="5883851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mercies,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Of faithfulness and grace;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gladness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In the shining of Thy face;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leaning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Upon Thy loving breast;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trusting,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Of quiet, happy rest.</a:t>
            </a:r>
            <a:endParaRPr lang="en-US"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44FB-E7B6-D782-848D-B2A94B281364}"/>
              </a:ext>
            </a:extLst>
          </p:cNvPr>
          <p:cNvSpPr txBox="1"/>
          <p:nvPr/>
        </p:nvSpPr>
        <p:spPr>
          <a:xfrm>
            <a:off x="6198827" y="4438866"/>
            <a:ext cx="244186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highlight>
                  <a:srgbClr val="FFFFFF"/>
                </a:highlight>
                <a:latin typeface="Segoe UI"/>
              </a:rPr>
              <a:t>Midnight Song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2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of 3</a:t>
            </a:r>
            <a:r>
              <a:rPr lang="en-GB" sz="1400" baseline="0">
                <a:latin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45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8D25-F7FA-3F17-B8CD-5AA2D012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5BDE-0D93-31A8-DCC3-FAF3394F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Hymn at Midnight- Another year is dawning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ABA3-7F59-F853-7A5F-13827D792C2C}"/>
              </a:ext>
            </a:extLst>
          </p:cNvPr>
          <p:cNvSpPr txBox="1"/>
          <p:nvPr/>
        </p:nvSpPr>
        <p:spPr>
          <a:xfrm>
            <a:off x="974149" y="1003373"/>
            <a:ext cx="800749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service,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of witness for Thy love;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of training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for holier work above.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is dawning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Dear Father, let it be,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On earth or else in Heaven,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800">
                <a:solidFill>
                  <a:srgbClr val="0A3F64"/>
                </a:solidFill>
                <a:ea typeface="+mn-lt"/>
                <a:cs typeface="+mn-lt"/>
              </a:rPr>
              <a:t>Another year for Thee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7E3EC-D2CD-E2B3-7268-6FFD661E8143}"/>
              </a:ext>
            </a:extLst>
          </p:cNvPr>
          <p:cNvSpPr txBox="1"/>
          <p:nvPr/>
        </p:nvSpPr>
        <p:spPr>
          <a:xfrm>
            <a:off x="6338455" y="4403148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highlight>
                  <a:srgbClr val="FFFFFF"/>
                </a:highlight>
                <a:latin typeface="Segoe UI"/>
              </a:rPr>
              <a:t>Midnight Song : </a:t>
            </a:r>
            <a:r>
              <a:rPr lang="en-US" sz="1400">
                <a:highlight>
                  <a:srgbClr val="FFFFFF"/>
                </a:highlight>
                <a:latin typeface="Segoe UI"/>
              </a:rPr>
              <a:t>3</a:t>
            </a:r>
            <a:r>
              <a:rPr lang="en-US" sz="1400" baseline="0">
                <a:highlight>
                  <a:srgbClr val="FFFFFF"/>
                </a:highlight>
                <a:latin typeface="Segoe UI"/>
              </a:rPr>
              <a:t> of 3</a:t>
            </a:r>
            <a:r>
              <a:rPr lang="en-GB" sz="1400" baseline="0">
                <a:latin typeface="Segoe UI"/>
              </a:rPr>
              <a:t>​</a:t>
            </a:r>
            <a:r>
              <a:rPr sz="1400">
                <a:latin typeface="Segoe UI"/>
                <a:ea typeface="Segoe UI"/>
                <a:cs typeface="Segoe U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69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CDA9-7369-4F5B-1CDE-3D3F3B2C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EA1B-049D-1F48-2018-4BF217E0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Confession :Hymn No 42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1D43-1F19-B0D4-5529-532492189842}"/>
              </a:ext>
            </a:extLst>
          </p:cNvPr>
          <p:cNvSpPr txBox="1"/>
          <p:nvPr/>
        </p:nvSpPr>
        <p:spPr>
          <a:xfrm>
            <a:off x="6338455" y="4403148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Song :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 of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endParaRPr lang="en-GB" sz="1400" dirty="0">
              <a:latin typeface="Segoe UI"/>
              <a:cs typeface="Segoe UI"/>
            </a:endParaRPr>
          </a:p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AA8EA-7B1E-2817-2935-33DCC57148CF}"/>
              </a:ext>
            </a:extLst>
          </p:cNvPr>
          <p:cNvSpPr txBox="1"/>
          <p:nvPr/>
        </p:nvSpPr>
        <p:spPr>
          <a:xfrm>
            <a:off x="123394" y="756589"/>
            <a:ext cx="8809538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There is no love like the love of Jesus,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Never to fail or fall,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Till into the fold of the peace of God,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He has gathered us all.</a:t>
            </a:r>
          </a:p>
          <a:p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Chorus: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Jesus' love, precious love,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Boundless and pure and free!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Oh, turn to that love, weary, </a:t>
            </a:r>
            <a:r>
              <a:rPr lang="en-US" sz="2800" err="1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wand'ring</a:t>
            </a: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 soul,</a:t>
            </a:r>
            <a:br>
              <a:rPr lang="en-US" sz="2800" dirty="0">
                <a:latin typeface="Segoe UI"/>
                <a:ea typeface="NotoSansArabicOnly"/>
                <a:cs typeface="NotoSansArabicOnly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Jesus </a:t>
            </a:r>
            <a:r>
              <a:rPr lang="en-US" sz="2800" err="1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pleadeth</a:t>
            </a: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 for thee.</a:t>
            </a:r>
          </a:p>
          <a:p>
            <a:endParaRPr lang="en-US" sz="2800" dirty="0">
              <a:solidFill>
                <a:srgbClr val="0A3F64"/>
              </a:solidFill>
              <a:latin typeface="Segoe UI"/>
            </a:endParaRPr>
          </a:p>
          <a:p>
            <a:pPr algn="ctr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676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42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42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B646A-33D3-6781-E901-E023277C66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Holy Communion 1: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B4B08-B89A-2DE8-9D55-4BEDD01F5474}"/>
              </a:ext>
            </a:extLst>
          </p:cNvPr>
          <p:cNvSpPr txBox="1"/>
          <p:nvPr/>
        </p:nvSpPr>
        <p:spPr>
          <a:xfrm>
            <a:off x="193102" y="701435"/>
            <a:ext cx="8948355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There is no love like the love of Jesus,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Never to fail or fall,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Till into the fold of the peace of God,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He has gathered us all.</a:t>
            </a:r>
            <a:endParaRPr lang="en-US" sz="2800" dirty="0">
              <a:latin typeface="Segoe UI"/>
              <a:cs typeface="Segoe UI"/>
            </a:endParaRPr>
          </a:p>
          <a:p>
            <a:endParaRPr lang="en-US" sz="2800" dirty="0">
              <a:solidFill>
                <a:srgbClr val="0A3F64"/>
              </a:solidFill>
              <a:latin typeface="Segoe UI"/>
              <a:cs typeface="Segoe UI"/>
            </a:endParaRPr>
          </a:p>
          <a:p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Chorus: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Jesus' love, precious love,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Boundless and pure and free!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Oh, turn to that love, weary, </a:t>
            </a:r>
            <a:r>
              <a:rPr lang="en-US" sz="2800" dirty="0" err="1">
                <a:solidFill>
                  <a:srgbClr val="0A3F64"/>
                </a:solidFill>
                <a:latin typeface="Segoe UI"/>
                <a:cs typeface="Segoe UI"/>
              </a:rPr>
              <a:t>wand'ring</a:t>
            </a: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 soul,</a:t>
            </a:r>
            <a:b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Jesus </a:t>
            </a:r>
            <a:r>
              <a:rPr lang="en-US" sz="2800" dirty="0" err="1">
                <a:solidFill>
                  <a:srgbClr val="0A3F64"/>
                </a:solidFill>
                <a:latin typeface="Segoe UI"/>
                <a:cs typeface="Segoe UI"/>
              </a:rPr>
              <a:t>pleadeth</a:t>
            </a:r>
            <a:r>
              <a:rPr lang="en-US" sz="2800" dirty="0">
                <a:solidFill>
                  <a:srgbClr val="0A3F64"/>
                </a:solidFill>
                <a:latin typeface="Segoe UI"/>
                <a:cs typeface="Segoe UI"/>
              </a:rPr>
              <a:t> for thee.</a:t>
            </a:r>
            <a:endParaRPr lang="en-US" sz="2800" dirty="0">
              <a:latin typeface="Segoe UI"/>
              <a:cs typeface="Segoe UI"/>
            </a:endParaRPr>
          </a:p>
          <a:p>
            <a:pPr algn="r"/>
            <a:r>
              <a:rPr lang="en-US" sz="1400" dirty="0">
                <a:latin typeface="Segoe UI"/>
                <a:cs typeface="Segoe UI"/>
              </a:rPr>
              <a:t>Holy Communion 1: 1 of 3</a:t>
            </a: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CC2A-8CF2-ABB6-706D-58C11E89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B339-666F-9BF1-3A72-98B759B7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42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451C82-5410-80BA-B48D-A08EA2281A4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C4A53-9791-DB00-14A9-A7A59F4B12C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1: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345D3-3066-6101-6DD3-663F3BDBFE83}"/>
              </a:ext>
            </a:extLst>
          </p:cNvPr>
          <p:cNvSpPr txBox="1"/>
          <p:nvPr/>
        </p:nvSpPr>
        <p:spPr>
          <a:xfrm>
            <a:off x="405895" y="805296"/>
            <a:ext cx="645210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A3F64"/>
                </a:solidFill>
                <a:latin typeface="NotoSansArabicOnly"/>
                <a:ea typeface="NotoSansArabicOnly"/>
                <a:cs typeface="NotoSansArabicOnly"/>
              </a:rPr>
              <a:t>For thy mercy and thy grace,</a:t>
            </a:r>
            <a:br>
              <a:rPr lang="en-US"/>
            </a:br>
            <a:r>
              <a:rPr lang="en-US">
                <a:solidFill>
                  <a:srgbClr val="0A3F64"/>
                </a:solidFill>
                <a:latin typeface="NotoSansArabicOnly"/>
                <a:ea typeface="NotoSansArabicOnly"/>
                <a:cs typeface="NotoSansArabicOnly"/>
              </a:rPr>
              <a:t>faithful through another year,</a:t>
            </a:r>
            <a:br>
              <a:rPr lang="en-US"/>
            </a:br>
            <a:r>
              <a:rPr lang="en-US">
                <a:solidFill>
                  <a:srgbClr val="0A3F64"/>
                </a:solidFill>
                <a:latin typeface="NotoSansArabicOnly"/>
                <a:ea typeface="NotoSansArabicOnly"/>
                <a:cs typeface="NotoSansArabicOnly"/>
              </a:rPr>
              <a:t>hear our song of thankfulness;</a:t>
            </a:r>
            <a:br>
              <a:rPr lang="en-US"/>
            </a:br>
            <a:r>
              <a:rPr lang="en-US">
                <a:solidFill>
                  <a:srgbClr val="0A3F64"/>
                </a:solidFill>
                <a:latin typeface="NotoSansArabicOnly"/>
                <a:ea typeface="NotoSansArabicOnly"/>
                <a:cs typeface="NotoSansArabicOnly"/>
              </a:rPr>
              <a:t>Jesus, our Redeemer, hear.</a:t>
            </a:r>
            <a:endParaRPr lang="en-US"/>
          </a:p>
          <a:p>
            <a:endParaRPr lang="en-US">
              <a:solidFill>
                <a:srgbClr val="0A3F64"/>
              </a:solidFill>
              <a:latin typeface="NotoSansArabicOnly"/>
            </a:endParaRPr>
          </a:p>
          <a:p>
            <a:endParaRPr lang="en-US">
              <a:solidFill>
                <a:srgbClr val="0A3F64"/>
              </a:solidFill>
              <a:latin typeface="NotoSansArabicOnly"/>
              <a:ea typeface="Calibri"/>
              <a:cs typeface="Calibri"/>
            </a:endParaRPr>
          </a:p>
          <a:p>
            <a:pPr algn="ctr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9864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79A7-ADC7-22BF-48F5-7B63762A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Holy Communion : Hymn No 42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2352E-0C47-62D0-C798-216BA7626EEB}"/>
              </a:ext>
            </a:extLst>
          </p:cNvPr>
          <p:cNvSpPr txBox="1"/>
          <p:nvPr/>
        </p:nvSpPr>
        <p:spPr>
          <a:xfrm>
            <a:off x="120145" y="607219"/>
            <a:ext cx="9075806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Oh, let us hark to the voice of Jesus!</a:t>
            </a:r>
            <a:br>
              <a:rPr lang="en-US" sz="2800" dirty="0">
                <a:latin typeface="Segoe UI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Oh, may we never roam;</a:t>
            </a:r>
            <a:endParaRPr lang="en-US" sz="2800" dirty="0">
              <a:latin typeface="Segoe UI"/>
              <a:ea typeface="Calibri"/>
              <a:cs typeface="Calibri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Till safe we rest on His loving breast,</a:t>
            </a:r>
            <a:br>
              <a:rPr lang="en-US" sz="2800" dirty="0">
                <a:latin typeface="Segoe UI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In the dear heavenly home</a:t>
            </a:r>
          </a:p>
          <a:p>
            <a:endParaRPr lang="en-US" sz="2800" dirty="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r>
              <a:rPr lang="en-US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Chorus</a:t>
            </a:r>
          </a:p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Jesus' love, precious love,</a:t>
            </a:r>
            <a:br>
              <a:rPr lang="en-US" sz="2800" dirty="0">
                <a:highlight>
                  <a:srgbClr val="F0EDD3"/>
                </a:highlight>
                <a:latin typeface="Segoe UI"/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Boundless and pure and free!</a:t>
            </a:r>
            <a:br>
              <a:rPr lang="en-US" sz="2800" dirty="0">
                <a:highlight>
                  <a:srgbClr val="F0EDD3"/>
                </a:highlight>
                <a:latin typeface="Segoe UI"/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Oh, turn to that love, weary, </a:t>
            </a:r>
            <a:r>
              <a:rPr lang="en-US" sz="2800" dirty="0" err="1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wand'ring</a:t>
            </a: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 soul,</a:t>
            </a:r>
            <a:br>
              <a:rPr lang="en-US" sz="2800" dirty="0">
                <a:highlight>
                  <a:srgbClr val="F0EDD3"/>
                </a:highlight>
                <a:latin typeface="Segoe UI"/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Jesus </a:t>
            </a:r>
            <a:r>
              <a:rPr lang="en-US" sz="2800" dirty="0" err="1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pleadeth</a:t>
            </a: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 for thee.</a:t>
            </a:r>
            <a:br>
              <a:rPr lang="en-US" sz="2800" dirty="0">
                <a:highlight>
                  <a:srgbClr val="F0EDD3"/>
                </a:highlight>
                <a:latin typeface="Segoe UI"/>
                <a:ea typeface="+mn-lt"/>
                <a:cs typeface="+mn-lt"/>
              </a:rPr>
            </a:br>
            <a:r>
              <a:rPr lang="en-US" sz="1400" dirty="0">
                <a:solidFill>
                  <a:srgbClr val="000000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                                                                                                                                          Holy Communion 1: 3 of 3</a:t>
            </a:r>
          </a:p>
          <a:p>
            <a:endParaRPr lang="en-US" sz="2800" dirty="0">
              <a:highlight>
                <a:srgbClr val="F0EDD3"/>
              </a:highlight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172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–At Thy feet our God and Father 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At Thy feet our God and Father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Holy Communion 2: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448217" y="832683"/>
            <a:ext cx="854570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At Thy feet, our God and Father,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Who hast blessed us all our days,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We with grateful hearts would gather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To begin this hour with praise: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Praise for light so brightly shining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On our steps from heaven above;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Praise for mercies daily twining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GB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Round us golden cords of love.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F80D-F539-AB62-537A-93C780FF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Segoe UI"/>
              </a:rPr>
              <a:t>Holy Communion-At Thy feet our God and Father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5A7-D551-54E0-E94A-654D38FA6694}"/>
              </a:ext>
            </a:extLst>
          </p:cNvPr>
          <p:cNvSpPr txBox="1"/>
          <p:nvPr/>
        </p:nvSpPr>
        <p:spPr>
          <a:xfrm>
            <a:off x="233796" y="613714"/>
            <a:ext cx="8861493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Jesus, for Thy love most tender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On the cross for sinners shown,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We would praise Thee and surrender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All our hearts to be Thine own.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With so blest a Friend provided,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We upon our way would go,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Sure of being safely guided,</a:t>
            </a:r>
            <a:br>
              <a:rPr lang="en-US" sz="2800" dirty="0"/>
            </a:br>
            <a:r>
              <a:rPr lang="en-US" sz="2800" dirty="0">
                <a:solidFill>
                  <a:srgbClr val="0A3F64"/>
                </a:solidFill>
                <a:latin typeface="Segoe UI"/>
                <a:ea typeface="NotoSansArabicOnly"/>
                <a:cs typeface="NotoSansArabicOnly"/>
              </a:rPr>
              <a:t>Guarded well from every foe.</a:t>
            </a:r>
            <a:endParaRPr lang="en-US" sz="2800">
              <a:latin typeface="Segoe UI"/>
              <a:cs typeface="Segoe UI"/>
            </a:endParaRPr>
          </a:p>
          <a:p>
            <a:endParaRPr lang="en-US" sz="2800" dirty="0">
              <a:solidFill>
                <a:srgbClr val="0A3F64"/>
              </a:solidFill>
              <a:cs typeface="Segoe UI"/>
            </a:endParaRPr>
          </a:p>
          <a:p>
            <a:pPr algn="r"/>
            <a:r>
              <a:rPr lang="en-US" sz="1400" dirty="0">
                <a:solidFill>
                  <a:srgbClr val="000000"/>
                </a:solidFill>
                <a:cs typeface="Segoe UI"/>
              </a:rPr>
              <a:t>Holy Communion 2: 2 of 3</a:t>
            </a:r>
          </a:p>
          <a:p>
            <a:endParaRPr lang="en-US" sz="2800" dirty="0">
              <a:solidFill>
                <a:srgbClr val="0A3F64"/>
              </a:solidFill>
              <a:cs typeface="Segoe UI"/>
            </a:endParaRPr>
          </a:p>
          <a:p>
            <a:pPr algn="ctr"/>
            <a:endParaRPr lang="en-GB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47681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CBB42-B64E-BF4F-DD99-C801DBD2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987C-7413-6D67-D112-0AC6630C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Segoe UI"/>
              </a:rPr>
              <a:t>Holy Communion-At Thy feet our God and Father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400DC-86FF-DE7B-B050-44E9F55A5256}"/>
              </a:ext>
            </a:extLst>
          </p:cNvPr>
          <p:cNvSpPr txBox="1"/>
          <p:nvPr/>
        </p:nvSpPr>
        <p:spPr>
          <a:xfrm>
            <a:off x="360435" y="720870"/>
            <a:ext cx="8712126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+mn-lt"/>
              </a:rPr>
              <a:t>Every</a:t>
            </a: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 day will be the brighter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When Thy gracious face we see;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Every burden will be lighter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When we know it comes from Thee.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Spread Thy love’s broad banner o’er us;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Give us strength to serve and wait,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Till Thy glory breaks before us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Thro' the city’s open gate.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endParaRPr lang="en-US" sz="2800">
              <a:solidFill>
                <a:srgbClr val="0A3F64"/>
              </a:solidFill>
              <a:highlight>
                <a:srgbClr val="F0EDD3"/>
              </a:highlight>
              <a:ea typeface="+mn-lt"/>
              <a:cs typeface="+mn-lt"/>
            </a:endParaRPr>
          </a:p>
          <a:p>
            <a:pPr algn="r"/>
            <a:r>
              <a:rPr lang="en-US" sz="1400" dirty="0">
                <a:solidFill>
                  <a:srgbClr val="000000"/>
                </a:solidFill>
                <a:cs typeface="Segoe UI"/>
              </a:rPr>
              <a:t>Holy Communion 2: 3 of 3</a:t>
            </a:r>
          </a:p>
          <a:p>
            <a:endParaRPr lang="en-US" sz="2800" dirty="0">
              <a:solidFill>
                <a:srgbClr val="0A3F64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12316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1050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1050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58CB2-547F-BF5F-9F61-8EA0331A1A96}"/>
              </a:ext>
            </a:extLst>
          </p:cNvPr>
          <p:cNvSpPr txBox="1"/>
          <p:nvPr/>
        </p:nvSpPr>
        <p:spPr>
          <a:xfrm>
            <a:off x="305234" y="675410"/>
            <a:ext cx="655276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For thy mercy and thy grace,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faithful through another year,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hear our song of thankfulness;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Jesus, our Redeemer, hear.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endParaRPr lang="en-US" sz="2800" dirty="0">
              <a:solidFill>
                <a:srgbClr val="0A3F64"/>
              </a:solidFill>
              <a:highlight>
                <a:srgbClr val="F0EDD3"/>
              </a:highlight>
              <a:latin typeface="Segoe UI"/>
              <a:ea typeface="+mn-lt"/>
              <a:cs typeface="Segoe UI"/>
            </a:endParaRPr>
          </a:p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 In our weakness and distress,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rock of strength, be Thou our stay;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in the pathless wilderness</a:t>
            </a:r>
            <a:b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latin typeface="Segoe UI"/>
                <a:ea typeface="+mn-lt"/>
                <a:cs typeface="Segoe UI"/>
              </a:rPr>
              <a:t>be our true and living Way.</a:t>
            </a:r>
            <a:endParaRPr lang="en-US" sz="2800" dirty="0">
              <a:highlight>
                <a:srgbClr val="F0EDD3"/>
              </a:highlight>
              <a:latin typeface="Segoe UI"/>
              <a:ea typeface="+mn-lt"/>
              <a:cs typeface="Segoe UI"/>
            </a:endParaRPr>
          </a:p>
          <a:p>
            <a:endParaRPr lang="en-US" sz="2800" dirty="0">
              <a:solidFill>
                <a:srgbClr val="0A3F64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06EF-70BB-ED12-F743-D9558FDE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83A3-A1A1-F3C0-BD8B-09392C56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1050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B95ED-8C5C-0F5D-7622-736CA759602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2of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397D4-0654-10A6-A379-393BD2C2559D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F388E7A-E6D3-CDBC-CCF8-2AA5F5BE0A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A24F3-69D4-F535-F8C4-BC0667920F2E}"/>
              </a:ext>
            </a:extLst>
          </p:cNvPr>
          <p:cNvSpPr txBox="1"/>
          <p:nvPr/>
        </p:nvSpPr>
        <p:spPr>
          <a:xfrm>
            <a:off x="97416" y="691645"/>
            <a:ext cx="9043336" cy="48158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Make us faithful, keep us pure,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keep us evermore thine own,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help, O help us to endure,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fit us for thy promised crown.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endParaRPr lang="en-US" sz="2800" dirty="0">
              <a:solidFill>
                <a:srgbClr val="0A3F64"/>
              </a:solidFill>
              <a:highlight>
                <a:srgbClr val="F0EDD3"/>
              </a:highlight>
              <a:ea typeface="+mn-lt"/>
              <a:cs typeface="+mn-lt"/>
            </a:endParaRPr>
          </a:p>
          <a:p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So within thy palace gate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we shall praise, on golden strings,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thee the only Potentate,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r>
              <a:rPr lang="en-US" sz="28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  <a:t>Lord of lords, and King of kings.</a:t>
            </a:r>
            <a:br>
              <a:rPr lang="en-US" sz="2800" dirty="0">
                <a:highlight>
                  <a:srgbClr val="F0EDD3"/>
                </a:highlight>
                <a:ea typeface="+mn-lt"/>
                <a:cs typeface="+mn-lt"/>
              </a:rPr>
            </a:br>
            <a:endParaRPr lang="en-US" sz="2800" dirty="0">
              <a:solidFill>
                <a:srgbClr val="0A3F64"/>
              </a:solidFill>
              <a:highlight>
                <a:srgbClr val="F0EDD3"/>
              </a:highlight>
              <a:ea typeface="+mn-lt"/>
              <a:cs typeface="+mn-lt"/>
            </a:endParaRPr>
          </a:p>
          <a:p>
            <a:endParaRPr lang="en-US" sz="2800" dirty="0">
              <a:solidFill>
                <a:srgbClr val="0A3F64"/>
              </a:solidFill>
              <a:highlight>
                <a:srgbClr val="F0EDD3"/>
              </a:highlight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88957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601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69A07-32DC-4461-930D-671BDFC263DA}"/>
              </a:ext>
            </a:extLst>
          </p:cNvPr>
          <p:cNvSpPr txBox="1"/>
          <p:nvPr/>
        </p:nvSpPr>
        <p:spPr>
          <a:xfrm>
            <a:off x="90921" y="727364"/>
            <a:ext cx="898164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Him I freely give;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will ever love and trust Him,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In His presence daily live.</a:t>
            </a:r>
          </a:p>
          <a:p>
            <a:endParaRPr lang="en-US" sz="2800" dirty="0">
              <a:latin typeface="Segoe UI"/>
              <a:ea typeface="Helvetica Neue"/>
              <a:cs typeface="Helvetica Neue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dirty="0" err="1"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endParaRPr lang="en-US">
              <a:latin typeface="Helvetica Neue"/>
              <a:ea typeface="Helvetica Neue"/>
              <a:cs typeface="Helvetica Neue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1DD2-9DEA-7519-3E2E-8587A06C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8A48-5971-46A5-2454-7988A437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FE48F9A-E4E4-84A0-9E9A-BF4821095B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91AF1-BC8A-7405-AB1B-72EF8D8DAF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9CFA7-9312-BCE5-3A8A-430E406757E0}"/>
              </a:ext>
            </a:extLst>
          </p:cNvPr>
          <p:cNvSpPr txBox="1"/>
          <p:nvPr/>
        </p:nvSpPr>
        <p:spPr>
          <a:xfrm>
            <a:off x="90921" y="727364"/>
            <a:ext cx="898164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Humbly at His feet I bow,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Worldly pleasures all forsaken;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Take me, Jesus, take me now.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.</a:t>
            </a:r>
            <a:endParaRPr lang="en-US" sz="2800">
              <a:cs typeface="Segoe UI"/>
            </a:endParaRPr>
          </a:p>
          <a:p>
            <a:endParaRPr lang="en-US" sz="2800" dirty="0">
              <a:latin typeface="Segoe UI"/>
              <a:ea typeface="Helvetica Neue"/>
              <a:cs typeface="Helvetica Neue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dirty="0" err="1"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33682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511B-B1BA-09FE-522F-D1116381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7E07-C805-FAFC-133E-081057B7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693034-03E1-026E-0ED2-7132E58847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79816-7597-A3CF-8151-73E3539F88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18083-865C-B963-8840-DFFBC7A3AE5C}"/>
              </a:ext>
            </a:extLst>
          </p:cNvPr>
          <p:cNvSpPr txBox="1"/>
          <p:nvPr/>
        </p:nvSpPr>
        <p:spPr>
          <a:xfrm>
            <a:off x="-6494" y="529288"/>
            <a:ext cx="914724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Make me, </a:t>
            </a:r>
            <a:r>
              <a:rPr lang="en-US" sz="2800" err="1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, wholly Thine;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Let the Holy Spirit witness,</a:t>
            </a:r>
            <a:endParaRPr lang="en-US" sz="2800">
              <a:latin typeface="Segoe UI"/>
              <a:ea typeface="Helvetica Neue"/>
              <a:cs typeface="Segoe UI"/>
            </a:endParaRPr>
          </a:p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I am Thine and Thou art mine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endParaRPr lang="en-US" sz="280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dirty="0" err="1"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81898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2992-A1A0-B8BD-F61A-F21D9BBD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EB0A-EAD9-6C22-21B8-8C2B94A0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D03AA-E6F5-98D5-1CCE-47A00D23AAE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72921-8AE5-2603-C394-56E11977D60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4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032CE-3A1C-B92E-ADDD-796F071FA368}"/>
              </a:ext>
            </a:extLst>
          </p:cNvPr>
          <p:cNvSpPr txBox="1"/>
          <p:nvPr/>
        </p:nvSpPr>
        <p:spPr>
          <a:xfrm>
            <a:off x="-6494" y="529288"/>
            <a:ext cx="914724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Lord I give </a:t>
            </a:r>
            <a:r>
              <a:rPr lang="en-US" sz="2800" err="1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mysef</a:t>
            </a: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 to Thee</a:t>
            </a:r>
            <a:endParaRPr lang="en-US" sz="2800" dirty="0">
              <a:highlight>
                <a:srgbClr val="FFFFFF"/>
              </a:highlight>
              <a:latin typeface="Segoe UI"/>
              <a:ea typeface="Helvetica Neue"/>
              <a:cs typeface="Segoe UI"/>
            </a:endParaRPr>
          </a:p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Fill me with Thy love and power</a:t>
            </a:r>
          </a:p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Let Thy blessing fall on me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endParaRPr lang="en-US" sz="280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dirty="0" err="1"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7220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DB9C-358D-E485-F3D3-9EF56A6F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7E4A-0C23-D3F4-F05F-D1CBBEEF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601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DDDA07A-5CD8-6DB0-FA54-3CA616DEC82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0758E-1143-9CBF-3960-C1C062655E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36D27-B241-9054-65DA-F37629E80697}"/>
              </a:ext>
            </a:extLst>
          </p:cNvPr>
          <p:cNvSpPr txBox="1"/>
          <p:nvPr/>
        </p:nvSpPr>
        <p:spPr>
          <a:xfrm>
            <a:off x="-6494" y="529288"/>
            <a:ext cx="914724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All to Jesus I surrender,</a:t>
            </a:r>
            <a:b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Now I feel the sacred flame</a:t>
            </a:r>
            <a:endParaRPr lang="en-US" sz="2800" dirty="0"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Oh the joy of full salvation</a:t>
            </a:r>
          </a:p>
          <a:p>
            <a:r>
              <a:rPr lang="en-US" sz="2800" dirty="0">
                <a:highlight>
                  <a:srgbClr val="FFFFFF"/>
                </a:highlight>
                <a:latin typeface="Segoe UI"/>
                <a:ea typeface="Helvetica Neue"/>
                <a:cs typeface="Helvetica Neue"/>
              </a:rPr>
              <a:t>Glory, glory to His name</a:t>
            </a:r>
          </a:p>
          <a:p>
            <a:endParaRPr lang="en-US" sz="2800" dirty="0">
              <a:highlight>
                <a:srgbClr val="FFFFFF"/>
              </a:highlight>
              <a:latin typeface="Segoe UI"/>
              <a:ea typeface="Helvetica Neue"/>
              <a:cs typeface="Helvetica Neue"/>
            </a:endParaRPr>
          </a:p>
          <a:p>
            <a:r>
              <a:rPr lang="en-US" sz="2800" dirty="0">
                <a:latin typeface="Segoe UI"/>
                <a:ea typeface="Helvetica Neue"/>
                <a:cs typeface="Helvetica Neue"/>
              </a:rPr>
              <a:t>I surrender all,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All to Thee, my blessed </a:t>
            </a:r>
            <a:r>
              <a:rPr lang="en-US" sz="2800" dirty="0" err="1">
                <a:latin typeface="Segoe UI"/>
                <a:ea typeface="Helvetica Neue"/>
                <a:cs typeface="Helvetica Neue"/>
              </a:rPr>
              <a:t>Saviour</a:t>
            </a:r>
            <a:r>
              <a:rPr lang="en-US" sz="2800" dirty="0">
                <a:latin typeface="Segoe UI"/>
                <a:ea typeface="Helvetica Neue"/>
                <a:cs typeface="Helvetica Neue"/>
              </a:rPr>
              <a:t>,</a:t>
            </a:r>
            <a:br>
              <a:rPr lang="en-US" sz="2800" dirty="0">
                <a:latin typeface="Segoe UI"/>
                <a:ea typeface="Helvetica Neue"/>
                <a:cs typeface="Helvetica Neue"/>
              </a:rPr>
            </a:br>
            <a:r>
              <a:rPr lang="en-US" sz="2800" dirty="0">
                <a:latin typeface="Segoe UI"/>
                <a:ea typeface="Helvetica Neue"/>
                <a:cs typeface="Helvetica Neue"/>
              </a:rPr>
              <a:t>I surrender all.</a:t>
            </a:r>
          </a:p>
          <a:p>
            <a:pPr algn="ctr"/>
            <a:endParaRPr lang="en-GB">
              <a:latin typeface="Segoe UI"/>
              <a:ea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81372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Closing Hymn 513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513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128441" y="757991"/>
            <a:ext cx="8292887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  <a:t>O God, our help in ages past,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  <a:t>Our hope for years to come,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Our shelter from the stormy blast,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And our eternal home.</a:t>
            </a:r>
            <a:endParaRPr lang="en-US" sz="2800">
              <a:latin typeface="Segoe UI"/>
              <a:cs typeface="Segoe UI"/>
            </a:endParaRPr>
          </a:p>
          <a:p>
            <a:endParaRPr lang="en-SG" sz="2800" dirty="0">
              <a:solidFill>
                <a:srgbClr val="444444"/>
              </a:solidFill>
              <a:highlight>
                <a:srgbClr val="DDDDDD"/>
              </a:highlight>
              <a:latin typeface="Segoe UI"/>
              <a:cs typeface="Segoe UI"/>
            </a:endParaRPr>
          </a:p>
          <a:p>
            <a: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  <a:t>Under the shadow of Thy throne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  <a:t>Thy saints have dwelt secure;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Sufficient is Thine arm alone,</a:t>
            </a:r>
            <a:br>
              <a:rPr lang="en-SG" sz="2800" dirty="0">
                <a:highlight>
                  <a:srgbClr val="FFFFFF"/>
                </a:highlight>
                <a:latin typeface="Segoe UI"/>
                <a:cs typeface="Segoe UI"/>
              </a:rPr>
            </a:br>
            <a:r>
              <a:rPr lang="en-SG" sz="2800">
                <a:highlight>
                  <a:srgbClr val="FFFFFF"/>
                </a:highlight>
                <a:latin typeface="Segoe UI"/>
                <a:cs typeface="Segoe UI"/>
              </a:rPr>
              <a:t>And our defence is sure.</a:t>
            </a:r>
            <a:endParaRPr lang="en-SG" sz="2800"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34</Slides>
  <Notes>11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 </vt:lpstr>
      <vt:lpstr>Opening Hymn</vt:lpstr>
      <vt:lpstr>Opening Hymn</vt:lpstr>
      <vt:lpstr>PowerPoint Presentation</vt:lpstr>
      <vt:lpstr>Thanksgiving Hymn</vt:lpstr>
      <vt:lpstr>PowerPoint Presentation</vt:lpstr>
      <vt:lpstr>Offertory –Great is Thy Faithfulness</vt:lpstr>
      <vt:lpstr>Offertory hymn-Great is Thy Faithfulness</vt:lpstr>
      <vt:lpstr>Offertory hymn-Great is Thy Faithfulness</vt:lpstr>
      <vt:lpstr>Hymn at Midnight- Another year is dawning</vt:lpstr>
      <vt:lpstr>Hymn at Midnight- Another year is dawning</vt:lpstr>
      <vt:lpstr>Hymn at Midnight- Another year is dawning</vt:lpstr>
      <vt:lpstr>Confession :Hymn No 42</vt:lpstr>
      <vt:lpstr>Holy Communion – Hymn No 42</vt:lpstr>
      <vt:lpstr>Holy Communion – Hymn No 42</vt:lpstr>
      <vt:lpstr>Holy Communion – Hymn No 42</vt:lpstr>
      <vt:lpstr>Holy Communion : Hymn No 42</vt:lpstr>
      <vt:lpstr>Holy Communion –At Thy feet our God and Father </vt:lpstr>
      <vt:lpstr>Holy Communion – At Thy feet our God and Father</vt:lpstr>
      <vt:lpstr>Holy Communion-At Thy feet our God and Father</vt:lpstr>
      <vt:lpstr>Holy Communion-At Thy feet our God and Father</vt:lpstr>
      <vt:lpstr>Holy Communion – Hymn No 1050</vt:lpstr>
      <vt:lpstr>Holy Communion – Hymn No 1050</vt:lpstr>
      <vt:lpstr>Holy Communion – Hymn No 1050</vt:lpstr>
      <vt:lpstr>Holy Communion – Hymn No 601</vt:lpstr>
      <vt:lpstr>Holy Communion – Hymn No 601</vt:lpstr>
      <vt:lpstr>Holy Communion – Hymn No 601</vt:lpstr>
      <vt:lpstr>Holy Communion – Hymn No 601</vt:lpstr>
      <vt:lpstr>Holy Communion – Hymn No 601</vt:lpstr>
      <vt:lpstr>Holy Communion – Hymn No 601</vt:lpstr>
      <vt:lpstr>PowerPoint Presentation</vt:lpstr>
      <vt:lpstr>Closing Hymn – 513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361</cp:revision>
  <dcterms:created xsi:type="dcterms:W3CDTF">2020-09-02T02:55:07Z</dcterms:created>
  <dcterms:modified xsi:type="dcterms:W3CDTF">2025-12-29T05:26:45Z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