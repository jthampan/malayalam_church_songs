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744" r:id="rId2"/>
    <p:sldMasterId id="2147483770" r:id="rId3"/>
    <p:sldMasterId id="2147483783" r:id="rId4"/>
  </p:sldMasterIdLst>
  <p:notesMasterIdLst>
    <p:notesMasterId r:id="rId25"/>
  </p:notesMasterIdLst>
  <p:sldIdLst>
    <p:sldId id="1727" r:id="rId5"/>
    <p:sldId id="813" r:id="rId6"/>
    <p:sldId id="1766" r:id="rId7"/>
    <p:sldId id="1767" r:id="rId8"/>
    <p:sldId id="1768" r:id="rId9"/>
    <p:sldId id="1769" r:id="rId10"/>
    <p:sldId id="1298" r:id="rId11"/>
    <p:sldId id="1318" r:id="rId12"/>
    <p:sldId id="822" r:id="rId13"/>
    <p:sldId id="1770" r:id="rId14"/>
    <p:sldId id="1771" r:id="rId15"/>
    <p:sldId id="1772" r:id="rId16"/>
    <p:sldId id="1324" r:id="rId17"/>
    <p:sldId id="823" r:id="rId18"/>
    <p:sldId id="824" r:id="rId19"/>
    <p:sldId id="1733" r:id="rId20"/>
    <p:sldId id="820" r:id="rId21"/>
    <p:sldId id="1201" r:id="rId22"/>
    <p:sldId id="1679" r:id="rId23"/>
    <p:sldId id="1732" r:id="rId2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8A2EB1-43A1-45B8-8D8D-47A67D6419D5}" v="3" dt="2025-06-02T01:49:14.141"/>
    <p1510:client id="{330EE3F5-199B-6AC1-B4FB-696CD6F8BC9D}" v="16" dt="2025-06-02T02:53:32.297"/>
    <p1510:client id="{79610E63-FADF-1D5B-87B8-C43447425A18}" v="8" dt="2025-06-02T04:35:17.023"/>
    <p1510:client id="{C1903E2A-F197-A8DB-6977-548A7E3B40DD}" v="32" dt="2025-06-02T02:16:41.9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970" y="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i Mathew" userId="3875fe58a975fc01" providerId="LiveId" clId="{088A2EB1-43A1-45B8-8D8D-47A67D6419D5}"/>
    <pc:docChg chg="custSel addSld delSld modSld delMainMaster">
      <pc:chgData name="Sini Mathew" userId="3875fe58a975fc01" providerId="LiveId" clId="{088A2EB1-43A1-45B8-8D8D-47A67D6419D5}" dt="2025-06-02T02:14:39.781" v="3423" actId="20577"/>
      <pc:docMkLst>
        <pc:docMk/>
      </pc:docMkLst>
      <pc:sldChg chg="modSp mod">
        <pc:chgData name="Sini Mathew" userId="3875fe58a975fc01" providerId="LiveId" clId="{088A2EB1-43A1-45B8-8D8D-47A67D6419D5}" dt="2025-06-02T01:46:22.121" v="1019" actId="20577"/>
        <pc:sldMkLst>
          <pc:docMk/>
          <pc:sldMk cId="717388547" sldId="813"/>
        </pc:sldMkLst>
        <pc:spChg chg="mod">
          <ac:chgData name="Sini Mathew" userId="3875fe58a975fc01" providerId="LiveId" clId="{088A2EB1-43A1-45B8-8D8D-47A67D6419D5}" dt="2025-06-02T01:46:22.121" v="1019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del">
        <pc:chgData name="Sini Mathew" userId="3875fe58a975fc01" providerId="LiveId" clId="{088A2EB1-43A1-45B8-8D8D-47A67D6419D5}" dt="2025-06-02T00:32:09.556" v="714" actId="47"/>
        <pc:sldMkLst>
          <pc:docMk/>
          <pc:sldMk cId="3717493800" sldId="821"/>
        </pc:sldMkLst>
      </pc:sldChg>
      <pc:sldChg chg="modSp mod">
        <pc:chgData name="Sini Mathew" userId="3875fe58a975fc01" providerId="LiveId" clId="{088A2EB1-43A1-45B8-8D8D-47A67D6419D5}" dt="2025-06-02T02:03:45.131" v="2668" actId="20577"/>
        <pc:sldMkLst>
          <pc:docMk/>
          <pc:sldMk cId="140346443" sldId="822"/>
        </pc:sldMkLst>
        <pc:spChg chg="mod">
          <ac:chgData name="Sini Mathew" userId="3875fe58a975fc01" providerId="LiveId" clId="{088A2EB1-43A1-45B8-8D8D-47A67D6419D5}" dt="2025-06-02T01:53:23.870" v="1780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Sini Mathew" userId="3875fe58a975fc01" providerId="LiveId" clId="{088A2EB1-43A1-45B8-8D8D-47A67D6419D5}" dt="2025-06-02T02:03:45.131" v="2668" actId="20577"/>
          <ac:spMkLst>
            <pc:docMk/>
            <pc:sldMk cId="140346443" sldId="822"/>
            <ac:spMk id="6" creationId="{B48AEF40-D79D-77F3-773C-095D81075E36}"/>
          </ac:spMkLst>
        </pc:spChg>
        <pc:spChg chg="mod">
          <ac:chgData name="Sini Mathew" userId="3875fe58a975fc01" providerId="LiveId" clId="{088A2EB1-43A1-45B8-8D8D-47A67D6419D5}" dt="2025-06-02T01:54:49.364" v="2024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del">
        <pc:chgData name="Sini Mathew" userId="3875fe58a975fc01" providerId="LiveId" clId="{088A2EB1-43A1-45B8-8D8D-47A67D6419D5}" dt="2025-06-02T00:32:10.425" v="715" actId="47"/>
        <pc:sldMkLst>
          <pc:docMk/>
          <pc:sldMk cId="2771250690" sldId="851"/>
        </pc:sldMkLst>
      </pc:sldChg>
      <pc:sldChg chg="del">
        <pc:chgData name="Sini Mathew" userId="3875fe58a975fc01" providerId="LiveId" clId="{088A2EB1-43A1-45B8-8D8D-47A67D6419D5}" dt="2025-06-02T02:05:43.717" v="2696" actId="47"/>
        <pc:sldMkLst>
          <pc:docMk/>
          <pc:sldMk cId="1416329417" sldId="949"/>
        </pc:sldMkLst>
      </pc:sldChg>
      <pc:sldChg chg="modSp mod">
        <pc:chgData name="Sini Mathew" userId="3875fe58a975fc01" providerId="LiveId" clId="{088A2EB1-43A1-45B8-8D8D-47A67D6419D5}" dt="2025-06-02T02:06:06.466" v="2721" actId="20577"/>
        <pc:sldMkLst>
          <pc:docMk/>
          <pc:sldMk cId="1180184608" sldId="1201"/>
        </pc:sldMkLst>
        <pc:spChg chg="mod">
          <ac:chgData name="Sini Mathew" userId="3875fe58a975fc01" providerId="LiveId" clId="{088A2EB1-43A1-45B8-8D8D-47A67D6419D5}" dt="2025-06-02T02:06:06.466" v="2721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del">
        <pc:chgData name="Sini Mathew" userId="3875fe58a975fc01" providerId="LiveId" clId="{088A2EB1-43A1-45B8-8D8D-47A67D6419D5}" dt="2025-06-02T02:05:30.582" v="2681" actId="47"/>
        <pc:sldMkLst>
          <pc:docMk/>
          <pc:sldMk cId="858007124" sldId="1277"/>
        </pc:sldMkLst>
      </pc:sldChg>
      <pc:sldChg chg="modSp mod">
        <pc:chgData name="Sini Mathew" userId="3875fe58a975fc01" providerId="LiveId" clId="{088A2EB1-43A1-45B8-8D8D-47A67D6419D5}" dt="2025-06-02T01:53:16.434" v="1777" actId="20577"/>
        <pc:sldMkLst>
          <pc:docMk/>
          <pc:sldMk cId="1217883548" sldId="1318"/>
        </pc:sldMkLst>
        <pc:spChg chg="mod">
          <ac:chgData name="Sini Mathew" userId="3875fe58a975fc01" providerId="LiveId" clId="{088A2EB1-43A1-45B8-8D8D-47A67D6419D5}" dt="2025-06-02T01:53:16.434" v="1777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del">
        <pc:chgData name="Sini Mathew" userId="3875fe58a975fc01" providerId="LiveId" clId="{088A2EB1-43A1-45B8-8D8D-47A67D6419D5}" dt="2025-06-02T02:05:33.973" v="2682" actId="47"/>
        <pc:sldMkLst>
          <pc:docMk/>
          <pc:sldMk cId="4765592" sldId="1388"/>
        </pc:sldMkLst>
      </pc:sldChg>
      <pc:sldChg chg="del">
        <pc:chgData name="Sini Mathew" userId="3875fe58a975fc01" providerId="LiveId" clId="{088A2EB1-43A1-45B8-8D8D-47A67D6419D5}" dt="2025-06-02T02:05:44.397" v="2697" actId="47"/>
        <pc:sldMkLst>
          <pc:docMk/>
          <pc:sldMk cId="397177493" sldId="1389"/>
        </pc:sldMkLst>
      </pc:sldChg>
      <pc:sldChg chg="del">
        <pc:chgData name="Sini Mathew" userId="3875fe58a975fc01" providerId="LiveId" clId="{088A2EB1-43A1-45B8-8D8D-47A67D6419D5}" dt="2025-06-02T00:25:31.917" v="191" actId="47"/>
        <pc:sldMkLst>
          <pc:docMk/>
          <pc:sldMk cId="2716954731" sldId="1390"/>
        </pc:sldMkLst>
      </pc:sldChg>
      <pc:sldChg chg="del">
        <pc:chgData name="Sini Mathew" userId="3875fe58a975fc01" providerId="LiveId" clId="{088A2EB1-43A1-45B8-8D8D-47A67D6419D5}" dt="2025-06-02T02:05:34.875" v="2683" actId="47"/>
        <pc:sldMkLst>
          <pc:docMk/>
          <pc:sldMk cId="3559088401" sldId="1396"/>
        </pc:sldMkLst>
      </pc:sldChg>
      <pc:sldChg chg="del">
        <pc:chgData name="Sini Mathew" userId="3875fe58a975fc01" providerId="LiveId" clId="{088A2EB1-43A1-45B8-8D8D-47A67D6419D5}" dt="2025-06-02T02:05:46.079" v="2699" actId="47"/>
        <pc:sldMkLst>
          <pc:docMk/>
          <pc:sldMk cId="2451994672" sldId="1402"/>
        </pc:sldMkLst>
      </pc:sldChg>
      <pc:sldChg chg="del">
        <pc:chgData name="Sini Mathew" userId="3875fe58a975fc01" providerId="LiveId" clId="{088A2EB1-43A1-45B8-8D8D-47A67D6419D5}" dt="2025-06-02T02:05:46.655" v="2700" actId="47"/>
        <pc:sldMkLst>
          <pc:docMk/>
          <pc:sldMk cId="1432198362" sldId="1403"/>
        </pc:sldMkLst>
      </pc:sldChg>
      <pc:sldChg chg="del">
        <pc:chgData name="Sini Mathew" userId="3875fe58a975fc01" providerId="LiveId" clId="{088A2EB1-43A1-45B8-8D8D-47A67D6419D5}" dt="2025-06-02T02:05:49.652" v="2704" actId="47"/>
        <pc:sldMkLst>
          <pc:docMk/>
          <pc:sldMk cId="434740199" sldId="1407"/>
        </pc:sldMkLst>
      </pc:sldChg>
      <pc:sldChg chg="del">
        <pc:chgData name="Sini Mathew" userId="3875fe58a975fc01" providerId="LiveId" clId="{088A2EB1-43A1-45B8-8D8D-47A67D6419D5}" dt="2025-06-02T02:05:50.412" v="2705" actId="47"/>
        <pc:sldMkLst>
          <pc:docMk/>
          <pc:sldMk cId="584892078" sldId="1408"/>
        </pc:sldMkLst>
      </pc:sldChg>
      <pc:sldChg chg="modSp mod">
        <pc:chgData name="Sini Mathew" userId="3875fe58a975fc01" providerId="LiveId" clId="{088A2EB1-43A1-45B8-8D8D-47A67D6419D5}" dt="2025-06-02T02:14:25.739" v="3415" actId="20577"/>
        <pc:sldMkLst>
          <pc:docMk/>
          <pc:sldMk cId="2170825706" sldId="1679"/>
        </pc:sldMkLst>
        <pc:spChg chg="mod">
          <ac:chgData name="Sini Mathew" userId="3875fe58a975fc01" providerId="LiveId" clId="{088A2EB1-43A1-45B8-8D8D-47A67D6419D5}" dt="2025-06-02T02:06:15.255" v="2724" actId="20577"/>
          <ac:spMkLst>
            <pc:docMk/>
            <pc:sldMk cId="2170825706" sldId="1679"/>
            <ac:spMk id="2" creationId="{F1F5B4FD-F767-72BB-F1E7-36E7D6814CE8}"/>
          </ac:spMkLst>
        </pc:spChg>
        <pc:spChg chg="mod">
          <ac:chgData name="Sini Mathew" userId="3875fe58a975fc01" providerId="LiveId" clId="{088A2EB1-43A1-45B8-8D8D-47A67D6419D5}" dt="2025-06-02T02:08:19.947" v="2967" actId="20577"/>
          <ac:spMkLst>
            <pc:docMk/>
            <pc:sldMk cId="2170825706" sldId="1679"/>
            <ac:spMk id="6" creationId="{0BAD9EF5-2286-3DE3-F2A3-0055009A2470}"/>
          </ac:spMkLst>
        </pc:spChg>
        <pc:spChg chg="mod">
          <ac:chgData name="Sini Mathew" userId="3875fe58a975fc01" providerId="LiveId" clId="{088A2EB1-43A1-45B8-8D8D-47A67D6419D5}" dt="2025-06-02T02:14:25.739" v="3415" actId="20577"/>
          <ac:spMkLst>
            <pc:docMk/>
            <pc:sldMk cId="2170825706" sldId="1679"/>
            <ac:spMk id="7" creationId="{6E7CA167-15CB-A699-20A6-1A67EAD5EF7E}"/>
          </ac:spMkLst>
        </pc:spChg>
      </pc:sldChg>
      <pc:sldChg chg="del">
        <pc:chgData name="Sini Mathew" userId="3875fe58a975fc01" providerId="LiveId" clId="{088A2EB1-43A1-45B8-8D8D-47A67D6419D5}" dt="2025-06-02T02:05:47.493" v="2701" actId="47"/>
        <pc:sldMkLst>
          <pc:docMk/>
          <pc:sldMk cId="1855311215" sldId="1717"/>
        </pc:sldMkLst>
      </pc:sldChg>
      <pc:sldChg chg="del">
        <pc:chgData name="Sini Mathew" userId="3875fe58a975fc01" providerId="LiveId" clId="{088A2EB1-43A1-45B8-8D8D-47A67D6419D5}" dt="2025-06-02T02:05:48.047" v="2702" actId="47"/>
        <pc:sldMkLst>
          <pc:docMk/>
          <pc:sldMk cId="3623190158" sldId="1718"/>
        </pc:sldMkLst>
      </pc:sldChg>
      <pc:sldChg chg="del">
        <pc:chgData name="Sini Mathew" userId="3875fe58a975fc01" providerId="LiveId" clId="{088A2EB1-43A1-45B8-8D8D-47A67D6419D5}" dt="2025-06-02T02:05:48.761" v="2703" actId="47"/>
        <pc:sldMkLst>
          <pc:docMk/>
          <pc:sldMk cId="834867061" sldId="1719"/>
        </pc:sldMkLst>
      </pc:sldChg>
      <pc:sldChg chg="del">
        <pc:chgData name="Sini Mathew" userId="3875fe58a975fc01" providerId="LiveId" clId="{088A2EB1-43A1-45B8-8D8D-47A67D6419D5}" dt="2025-06-02T02:05:51.180" v="2706" actId="47"/>
        <pc:sldMkLst>
          <pc:docMk/>
          <pc:sldMk cId="2064210933" sldId="1720"/>
        </pc:sldMkLst>
      </pc:sldChg>
      <pc:sldChg chg="del">
        <pc:chgData name="Sini Mathew" userId="3875fe58a975fc01" providerId="LiveId" clId="{088A2EB1-43A1-45B8-8D8D-47A67D6419D5}" dt="2025-06-02T02:05:52.143" v="2707" actId="47"/>
        <pc:sldMkLst>
          <pc:docMk/>
          <pc:sldMk cId="2167142579" sldId="1721"/>
        </pc:sldMkLst>
      </pc:sldChg>
      <pc:sldChg chg="del">
        <pc:chgData name="Sini Mathew" userId="3875fe58a975fc01" providerId="LiveId" clId="{088A2EB1-43A1-45B8-8D8D-47A67D6419D5}" dt="2025-06-02T02:05:53.775" v="2708" actId="47"/>
        <pc:sldMkLst>
          <pc:docMk/>
          <pc:sldMk cId="4000831199" sldId="1731"/>
        </pc:sldMkLst>
      </pc:sldChg>
      <pc:sldChg chg="del">
        <pc:chgData name="Sini Mathew" userId="3875fe58a975fc01" providerId="LiveId" clId="{088A2EB1-43A1-45B8-8D8D-47A67D6419D5}" dt="2025-06-02T02:05:40.996" v="2692" actId="47"/>
        <pc:sldMkLst>
          <pc:docMk/>
          <pc:sldMk cId="3343842795" sldId="1734"/>
        </pc:sldMkLst>
      </pc:sldChg>
      <pc:sldChg chg="del">
        <pc:chgData name="Sini Mathew" userId="3875fe58a975fc01" providerId="LiveId" clId="{088A2EB1-43A1-45B8-8D8D-47A67D6419D5}" dt="2025-06-02T02:05:37.460" v="2686" actId="47"/>
        <pc:sldMkLst>
          <pc:docMk/>
          <pc:sldMk cId="3996198282" sldId="1735"/>
        </pc:sldMkLst>
      </pc:sldChg>
      <pc:sldChg chg="del">
        <pc:chgData name="Sini Mathew" userId="3875fe58a975fc01" providerId="LiveId" clId="{088A2EB1-43A1-45B8-8D8D-47A67D6419D5}" dt="2025-06-02T02:05:41.636" v="2693" actId="47"/>
        <pc:sldMkLst>
          <pc:docMk/>
          <pc:sldMk cId="238183944" sldId="1736"/>
        </pc:sldMkLst>
      </pc:sldChg>
      <pc:sldChg chg="del">
        <pc:chgData name="Sini Mathew" userId="3875fe58a975fc01" providerId="LiveId" clId="{088A2EB1-43A1-45B8-8D8D-47A67D6419D5}" dt="2025-06-02T02:05:38.162" v="2687" actId="47"/>
        <pc:sldMkLst>
          <pc:docMk/>
          <pc:sldMk cId="20239705" sldId="1742"/>
        </pc:sldMkLst>
      </pc:sldChg>
      <pc:sldChg chg="del">
        <pc:chgData name="Sini Mathew" userId="3875fe58a975fc01" providerId="LiveId" clId="{088A2EB1-43A1-45B8-8D8D-47A67D6419D5}" dt="2025-06-02T00:25:32.456" v="192" actId="47"/>
        <pc:sldMkLst>
          <pc:docMk/>
          <pc:sldMk cId="3766626925" sldId="1747"/>
        </pc:sldMkLst>
      </pc:sldChg>
      <pc:sldChg chg="del">
        <pc:chgData name="Sini Mathew" userId="3875fe58a975fc01" providerId="LiveId" clId="{088A2EB1-43A1-45B8-8D8D-47A67D6419D5}" dt="2025-06-02T00:25:33.434" v="194" actId="47"/>
        <pc:sldMkLst>
          <pc:docMk/>
          <pc:sldMk cId="2730798126" sldId="1748"/>
        </pc:sldMkLst>
      </pc:sldChg>
      <pc:sldChg chg="del">
        <pc:chgData name="Sini Mathew" userId="3875fe58a975fc01" providerId="LiveId" clId="{088A2EB1-43A1-45B8-8D8D-47A67D6419D5}" dt="2025-06-02T02:05:38.673" v="2688" actId="47"/>
        <pc:sldMkLst>
          <pc:docMk/>
          <pc:sldMk cId="1261389562" sldId="1749"/>
        </pc:sldMkLst>
      </pc:sldChg>
      <pc:sldChg chg="del">
        <pc:chgData name="Sini Mathew" userId="3875fe58a975fc01" providerId="LiveId" clId="{088A2EB1-43A1-45B8-8D8D-47A67D6419D5}" dt="2025-06-02T02:05:39.130" v="2689" actId="47"/>
        <pc:sldMkLst>
          <pc:docMk/>
          <pc:sldMk cId="1466468291" sldId="1750"/>
        </pc:sldMkLst>
      </pc:sldChg>
      <pc:sldChg chg="del">
        <pc:chgData name="Sini Mathew" userId="3875fe58a975fc01" providerId="LiveId" clId="{088A2EB1-43A1-45B8-8D8D-47A67D6419D5}" dt="2025-06-02T02:05:39.636" v="2690" actId="47"/>
        <pc:sldMkLst>
          <pc:docMk/>
          <pc:sldMk cId="718073192" sldId="1751"/>
        </pc:sldMkLst>
      </pc:sldChg>
      <pc:sldChg chg="del">
        <pc:chgData name="Sini Mathew" userId="3875fe58a975fc01" providerId="LiveId" clId="{088A2EB1-43A1-45B8-8D8D-47A67D6419D5}" dt="2025-06-02T02:05:40.381" v="2691" actId="47"/>
        <pc:sldMkLst>
          <pc:docMk/>
          <pc:sldMk cId="1320775382" sldId="1752"/>
        </pc:sldMkLst>
      </pc:sldChg>
      <pc:sldChg chg="del">
        <pc:chgData name="Sini Mathew" userId="3875fe58a975fc01" providerId="LiveId" clId="{088A2EB1-43A1-45B8-8D8D-47A67D6419D5}" dt="2025-06-02T02:05:42.269" v="2694" actId="47"/>
        <pc:sldMkLst>
          <pc:docMk/>
          <pc:sldMk cId="580689768" sldId="1753"/>
        </pc:sldMkLst>
      </pc:sldChg>
      <pc:sldChg chg="del">
        <pc:chgData name="Sini Mathew" userId="3875fe58a975fc01" providerId="LiveId" clId="{088A2EB1-43A1-45B8-8D8D-47A67D6419D5}" dt="2025-06-02T02:05:43.085" v="2695" actId="47"/>
        <pc:sldMkLst>
          <pc:docMk/>
          <pc:sldMk cId="2617795131" sldId="1754"/>
        </pc:sldMkLst>
      </pc:sldChg>
      <pc:sldChg chg="del">
        <pc:chgData name="Sini Mathew" userId="3875fe58a975fc01" providerId="LiveId" clId="{088A2EB1-43A1-45B8-8D8D-47A67D6419D5}" dt="2025-06-02T02:05:45.219" v="2698" actId="47"/>
        <pc:sldMkLst>
          <pc:docMk/>
          <pc:sldMk cId="1847994901" sldId="1755"/>
        </pc:sldMkLst>
      </pc:sldChg>
      <pc:sldChg chg="del">
        <pc:chgData name="Sini Mathew" userId="3875fe58a975fc01" providerId="LiveId" clId="{088A2EB1-43A1-45B8-8D8D-47A67D6419D5}" dt="2025-06-02T01:54:56.071" v="2025" actId="47"/>
        <pc:sldMkLst>
          <pc:docMk/>
          <pc:sldMk cId="2611065767" sldId="1756"/>
        </pc:sldMkLst>
      </pc:sldChg>
      <pc:sldChg chg="del">
        <pc:chgData name="Sini Mathew" userId="3875fe58a975fc01" providerId="LiveId" clId="{088A2EB1-43A1-45B8-8D8D-47A67D6419D5}" dt="2025-06-02T01:54:57.423" v="2027" actId="47"/>
        <pc:sldMkLst>
          <pc:docMk/>
          <pc:sldMk cId="2919235249" sldId="1757"/>
        </pc:sldMkLst>
      </pc:sldChg>
      <pc:sldChg chg="del">
        <pc:chgData name="Sini Mathew" userId="3875fe58a975fc01" providerId="LiveId" clId="{088A2EB1-43A1-45B8-8D8D-47A67D6419D5}" dt="2025-06-02T01:54:58.809" v="2029" actId="47"/>
        <pc:sldMkLst>
          <pc:docMk/>
          <pc:sldMk cId="3170314632" sldId="1758"/>
        </pc:sldMkLst>
      </pc:sldChg>
      <pc:sldChg chg="del">
        <pc:chgData name="Sini Mathew" userId="3875fe58a975fc01" providerId="LiveId" clId="{088A2EB1-43A1-45B8-8D8D-47A67D6419D5}" dt="2025-06-02T01:55:00.286" v="2031" actId="47"/>
        <pc:sldMkLst>
          <pc:docMk/>
          <pc:sldMk cId="3455854711" sldId="1759"/>
        </pc:sldMkLst>
      </pc:sldChg>
      <pc:sldChg chg="del">
        <pc:chgData name="Sini Mathew" userId="3875fe58a975fc01" providerId="LiveId" clId="{088A2EB1-43A1-45B8-8D8D-47A67D6419D5}" dt="2025-06-02T02:05:35.698" v="2684" actId="47"/>
        <pc:sldMkLst>
          <pc:docMk/>
          <pc:sldMk cId="2779074501" sldId="1760"/>
        </pc:sldMkLst>
      </pc:sldChg>
      <pc:sldChg chg="del">
        <pc:chgData name="Sini Mathew" userId="3875fe58a975fc01" providerId="LiveId" clId="{088A2EB1-43A1-45B8-8D8D-47A67D6419D5}" dt="2025-06-02T02:05:36.602" v="2685" actId="47"/>
        <pc:sldMkLst>
          <pc:docMk/>
          <pc:sldMk cId="4020765564" sldId="1761"/>
        </pc:sldMkLst>
      </pc:sldChg>
      <pc:sldChg chg="del">
        <pc:chgData name="Sini Mathew" userId="3875fe58a975fc01" providerId="LiveId" clId="{088A2EB1-43A1-45B8-8D8D-47A67D6419D5}" dt="2025-06-02T01:54:56.809" v="2026" actId="47"/>
        <pc:sldMkLst>
          <pc:docMk/>
          <pc:sldMk cId="3586759035" sldId="1762"/>
        </pc:sldMkLst>
      </pc:sldChg>
      <pc:sldChg chg="del">
        <pc:chgData name="Sini Mathew" userId="3875fe58a975fc01" providerId="LiveId" clId="{088A2EB1-43A1-45B8-8D8D-47A67D6419D5}" dt="2025-06-02T01:54:58.059" v="2028" actId="47"/>
        <pc:sldMkLst>
          <pc:docMk/>
          <pc:sldMk cId="2846401476" sldId="1763"/>
        </pc:sldMkLst>
      </pc:sldChg>
      <pc:sldChg chg="del">
        <pc:chgData name="Sini Mathew" userId="3875fe58a975fc01" providerId="LiveId" clId="{088A2EB1-43A1-45B8-8D8D-47A67D6419D5}" dt="2025-06-02T01:54:59.592" v="2030" actId="47"/>
        <pc:sldMkLst>
          <pc:docMk/>
          <pc:sldMk cId="3470077888" sldId="1764"/>
        </pc:sldMkLst>
      </pc:sldChg>
      <pc:sldChg chg="del">
        <pc:chgData name="Sini Mathew" userId="3875fe58a975fc01" providerId="LiveId" clId="{088A2EB1-43A1-45B8-8D8D-47A67D6419D5}" dt="2025-06-02T01:55:00.949" v="2032" actId="47"/>
        <pc:sldMkLst>
          <pc:docMk/>
          <pc:sldMk cId="3110100727" sldId="1765"/>
        </pc:sldMkLst>
      </pc:sldChg>
      <pc:sldChg chg="addSp modSp mod">
        <pc:chgData name="Sini Mathew" userId="3875fe58a975fc01" providerId="LiveId" clId="{088A2EB1-43A1-45B8-8D8D-47A67D6419D5}" dt="2025-06-02T01:49:05.633" v="1283" actId="1076"/>
        <pc:sldMkLst>
          <pc:docMk/>
          <pc:sldMk cId="3192769657" sldId="1766"/>
        </pc:sldMkLst>
        <pc:spChg chg="mod">
          <ac:chgData name="Sini Mathew" userId="3875fe58a975fc01" providerId="LiveId" clId="{088A2EB1-43A1-45B8-8D8D-47A67D6419D5}" dt="2025-06-02T01:46:29.625" v="1022" actId="20577"/>
          <ac:spMkLst>
            <pc:docMk/>
            <pc:sldMk cId="3192769657" sldId="1766"/>
            <ac:spMk id="2" creationId="{E0685611-F8C0-7B58-25FF-103D1B8382DF}"/>
          </ac:spMkLst>
        </pc:spChg>
        <pc:spChg chg="add mod">
          <ac:chgData name="Sini Mathew" userId="3875fe58a975fc01" providerId="LiveId" clId="{088A2EB1-43A1-45B8-8D8D-47A67D6419D5}" dt="2025-06-02T01:49:05.633" v="1283" actId="1076"/>
          <ac:spMkLst>
            <pc:docMk/>
            <pc:sldMk cId="3192769657" sldId="1766"/>
            <ac:spMk id="3" creationId="{1BFB4CC1-B878-B69C-7035-C8D6360665E9}"/>
          </ac:spMkLst>
        </pc:spChg>
        <pc:spChg chg="mod">
          <ac:chgData name="Sini Mathew" userId="3875fe58a975fc01" providerId="LiveId" clId="{088A2EB1-43A1-45B8-8D8D-47A67D6419D5}" dt="2025-06-02T00:44:36.721" v="749" actId="20577"/>
          <ac:spMkLst>
            <pc:docMk/>
            <pc:sldMk cId="3192769657" sldId="1766"/>
            <ac:spMk id="5" creationId="{47C06F40-95DD-32FD-9090-4DFCCE9E7180}"/>
          </ac:spMkLst>
        </pc:spChg>
        <pc:spChg chg="mod">
          <ac:chgData name="Sini Mathew" userId="3875fe58a975fc01" providerId="LiveId" clId="{088A2EB1-43A1-45B8-8D8D-47A67D6419D5}" dt="2025-06-02T01:49:00.675" v="1281" actId="1076"/>
          <ac:spMkLst>
            <pc:docMk/>
            <pc:sldMk cId="3192769657" sldId="1766"/>
            <ac:spMk id="7" creationId="{73BCB907-E0B2-54A2-70D6-6ED07B3192C6}"/>
          </ac:spMkLst>
        </pc:spChg>
      </pc:sldChg>
      <pc:sldChg chg="del">
        <pc:chgData name="Sini Mathew" userId="3875fe58a975fc01" providerId="LiveId" clId="{088A2EB1-43A1-45B8-8D8D-47A67D6419D5}" dt="2025-06-02T00:25:32.991" v="193" actId="47"/>
        <pc:sldMkLst>
          <pc:docMk/>
          <pc:sldMk cId="1078927608" sldId="1767"/>
        </pc:sldMkLst>
      </pc:sldChg>
      <pc:sldChg chg="modSp add del mod">
        <pc:chgData name="Sini Mathew" userId="3875fe58a975fc01" providerId="LiveId" clId="{088A2EB1-43A1-45B8-8D8D-47A67D6419D5}" dt="2025-06-02T01:46:33.113" v="1023" actId="47"/>
        <pc:sldMkLst>
          <pc:docMk/>
          <pc:sldMk cId="1160843353" sldId="1767"/>
        </pc:sldMkLst>
        <pc:spChg chg="mod">
          <ac:chgData name="Sini Mathew" userId="3875fe58a975fc01" providerId="LiveId" clId="{088A2EB1-43A1-45B8-8D8D-47A67D6419D5}" dt="2025-06-02T00:32:30.895" v="731" actId="20577"/>
          <ac:spMkLst>
            <pc:docMk/>
            <pc:sldMk cId="1160843353" sldId="1767"/>
            <ac:spMk id="2" creationId="{6AE66F21-9EEE-0881-396D-B4C5900228D3}"/>
          </ac:spMkLst>
        </pc:spChg>
        <pc:spChg chg="mod">
          <ac:chgData name="Sini Mathew" userId="3875fe58a975fc01" providerId="LiveId" clId="{088A2EB1-43A1-45B8-8D8D-47A67D6419D5}" dt="2025-06-02T00:44:31.483" v="747" actId="20577"/>
          <ac:spMkLst>
            <pc:docMk/>
            <pc:sldMk cId="1160843353" sldId="1767"/>
            <ac:spMk id="5" creationId="{602013F1-C5C6-20B1-D963-9227095C1409}"/>
          </ac:spMkLst>
        </pc:spChg>
        <pc:spChg chg="mod">
          <ac:chgData name="Sini Mathew" userId="3875fe58a975fc01" providerId="LiveId" clId="{088A2EB1-43A1-45B8-8D8D-47A67D6419D5}" dt="2025-06-02T00:26:59.143" v="380" actId="20577"/>
          <ac:spMkLst>
            <pc:docMk/>
            <pc:sldMk cId="1160843353" sldId="1767"/>
            <ac:spMk id="7" creationId="{07A45958-BEE9-E253-FD78-D6424032C189}"/>
          </ac:spMkLst>
        </pc:spChg>
      </pc:sldChg>
      <pc:sldChg chg="addSp delSp modSp add mod">
        <pc:chgData name="Sini Mathew" userId="3875fe58a975fc01" providerId="LiveId" clId="{088A2EB1-43A1-45B8-8D8D-47A67D6419D5}" dt="2025-06-02T01:52:44.372" v="1774" actId="20577"/>
        <pc:sldMkLst>
          <pc:docMk/>
          <pc:sldMk cId="2911218978" sldId="1767"/>
        </pc:sldMkLst>
        <pc:spChg chg="add mod">
          <ac:chgData name="Sini Mathew" userId="3875fe58a975fc01" providerId="LiveId" clId="{088A2EB1-43A1-45B8-8D8D-47A67D6419D5}" dt="2025-06-02T01:51:29.423" v="1638" actId="1076"/>
          <ac:spMkLst>
            <pc:docMk/>
            <pc:sldMk cId="2911218978" sldId="1767"/>
            <ac:spMk id="3" creationId="{DF183FCC-1C28-4C5B-C313-536C43897251}"/>
          </ac:spMkLst>
        </pc:spChg>
        <pc:spChg chg="add del mod">
          <ac:chgData name="Sini Mathew" userId="3875fe58a975fc01" providerId="LiveId" clId="{088A2EB1-43A1-45B8-8D8D-47A67D6419D5}" dt="2025-06-02T01:51:24.143" v="1637" actId="478"/>
          <ac:spMkLst>
            <pc:docMk/>
            <pc:sldMk cId="2911218978" sldId="1767"/>
            <ac:spMk id="4" creationId="{D6627ADF-A0E0-B02A-8D2D-5262C6EB1D06}"/>
          </ac:spMkLst>
        </pc:spChg>
        <pc:spChg chg="mod">
          <ac:chgData name="Sini Mathew" userId="3875fe58a975fc01" providerId="LiveId" clId="{088A2EB1-43A1-45B8-8D8D-47A67D6419D5}" dt="2025-06-02T01:52:44.372" v="1774" actId="20577"/>
          <ac:spMkLst>
            <pc:docMk/>
            <pc:sldMk cId="2911218978" sldId="1767"/>
            <ac:spMk id="5" creationId="{9FAC53E3-DE0D-106B-132D-7BCA1DDC5D8F}"/>
          </ac:spMkLst>
        </pc:spChg>
        <pc:spChg chg="del mod">
          <ac:chgData name="Sini Mathew" userId="3875fe58a975fc01" providerId="LiveId" clId="{088A2EB1-43A1-45B8-8D8D-47A67D6419D5}" dt="2025-06-02T01:48:53.996" v="1280" actId="21"/>
          <ac:spMkLst>
            <pc:docMk/>
            <pc:sldMk cId="2911218978" sldId="1767"/>
            <ac:spMk id="7" creationId="{1BFB4CC1-B878-B69C-7035-C8D6360665E9}"/>
          </ac:spMkLst>
        </pc:spChg>
      </pc:sldChg>
      <pc:sldChg chg="delSp modSp add mod">
        <pc:chgData name="Sini Mathew" userId="3875fe58a975fc01" providerId="LiveId" clId="{088A2EB1-43A1-45B8-8D8D-47A67D6419D5}" dt="2025-06-02T01:52:37.044" v="1772" actId="20577"/>
        <pc:sldMkLst>
          <pc:docMk/>
          <pc:sldMk cId="1844537085" sldId="1768"/>
        </pc:sldMkLst>
        <pc:spChg chg="del">
          <ac:chgData name="Sini Mathew" userId="3875fe58a975fc01" providerId="LiveId" clId="{088A2EB1-43A1-45B8-8D8D-47A67D6419D5}" dt="2025-06-02T01:51:36.807" v="1639" actId="478"/>
          <ac:spMkLst>
            <pc:docMk/>
            <pc:sldMk cId="1844537085" sldId="1768"/>
            <ac:spMk id="3" creationId="{D7CE84A7-A563-6684-A688-F25D8BFA06AA}"/>
          </ac:spMkLst>
        </pc:spChg>
        <pc:spChg chg="mod">
          <ac:chgData name="Sini Mathew" userId="3875fe58a975fc01" providerId="LiveId" clId="{088A2EB1-43A1-45B8-8D8D-47A67D6419D5}" dt="2025-06-02T01:51:41.748" v="1640" actId="1076"/>
          <ac:spMkLst>
            <pc:docMk/>
            <pc:sldMk cId="1844537085" sldId="1768"/>
            <ac:spMk id="4" creationId="{85713E9E-B2DD-398C-4B1B-65C72AB82865}"/>
          </ac:spMkLst>
        </pc:spChg>
        <pc:spChg chg="mod">
          <ac:chgData name="Sini Mathew" userId="3875fe58a975fc01" providerId="LiveId" clId="{088A2EB1-43A1-45B8-8D8D-47A67D6419D5}" dt="2025-06-02T01:52:37.044" v="1772" actId="20577"/>
          <ac:spMkLst>
            <pc:docMk/>
            <pc:sldMk cId="1844537085" sldId="1768"/>
            <ac:spMk id="5" creationId="{73272F27-0A84-4F8A-A09A-2661505E43FC}"/>
          </ac:spMkLst>
        </pc:spChg>
      </pc:sldChg>
      <pc:sldChg chg="modSp add del mod">
        <pc:chgData name="Sini Mathew" userId="3875fe58a975fc01" providerId="LiveId" clId="{088A2EB1-43A1-45B8-8D8D-47A67D6419D5}" dt="2025-06-02T01:46:34.078" v="1024" actId="47"/>
        <pc:sldMkLst>
          <pc:docMk/>
          <pc:sldMk cId="3074874409" sldId="1768"/>
        </pc:sldMkLst>
        <pc:spChg chg="mod">
          <ac:chgData name="Sini Mathew" userId="3875fe58a975fc01" providerId="LiveId" clId="{088A2EB1-43A1-45B8-8D8D-47A67D6419D5}" dt="2025-06-02T00:32:35.230" v="733" actId="20577"/>
          <ac:spMkLst>
            <pc:docMk/>
            <pc:sldMk cId="3074874409" sldId="1768"/>
            <ac:spMk id="2" creationId="{CC12812B-743C-49CE-8383-F14FDE85F3F9}"/>
          </ac:spMkLst>
        </pc:spChg>
        <pc:spChg chg="mod">
          <ac:chgData name="Sini Mathew" userId="3875fe58a975fc01" providerId="LiveId" clId="{088A2EB1-43A1-45B8-8D8D-47A67D6419D5}" dt="2025-06-02T00:44:24.251" v="743" actId="20577"/>
          <ac:spMkLst>
            <pc:docMk/>
            <pc:sldMk cId="3074874409" sldId="1768"/>
            <ac:spMk id="5" creationId="{1514B7D4-87DC-D4F7-E70C-E2CBB0F3F727}"/>
          </ac:spMkLst>
        </pc:spChg>
        <pc:spChg chg="mod">
          <ac:chgData name="Sini Mathew" userId="3875fe58a975fc01" providerId="LiveId" clId="{088A2EB1-43A1-45B8-8D8D-47A67D6419D5}" dt="2025-06-02T00:30:26.884" v="547" actId="20577"/>
          <ac:spMkLst>
            <pc:docMk/>
            <pc:sldMk cId="3074874409" sldId="1768"/>
            <ac:spMk id="7" creationId="{B2F39EBE-F964-DC40-0237-E028D791082F}"/>
          </ac:spMkLst>
        </pc:spChg>
      </pc:sldChg>
      <pc:sldChg chg="del">
        <pc:chgData name="Sini Mathew" userId="3875fe58a975fc01" providerId="LiveId" clId="{088A2EB1-43A1-45B8-8D8D-47A67D6419D5}" dt="2025-06-02T00:25:33.972" v="195" actId="47"/>
        <pc:sldMkLst>
          <pc:docMk/>
          <pc:sldMk cId="3489054694" sldId="1768"/>
        </pc:sldMkLst>
      </pc:sldChg>
      <pc:sldChg chg="modSp add del mod">
        <pc:chgData name="Sini Mathew" userId="3875fe58a975fc01" providerId="LiveId" clId="{088A2EB1-43A1-45B8-8D8D-47A67D6419D5}" dt="2025-06-02T01:46:34.854" v="1025" actId="47"/>
        <pc:sldMkLst>
          <pc:docMk/>
          <pc:sldMk cId="581835539" sldId="1769"/>
        </pc:sldMkLst>
        <pc:spChg chg="mod">
          <ac:chgData name="Sini Mathew" userId="3875fe58a975fc01" providerId="LiveId" clId="{088A2EB1-43A1-45B8-8D8D-47A67D6419D5}" dt="2025-06-02T00:32:38.894" v="735" actId="20577"/>
          <ac:spMkLst>
            <pc:docMk/>
            <pc:sldMk cId="581835539" sldId="1769"/>
            <ac:spMk id="2" creationId="{85CA9518-75C4-08F4-C263-7F4CC24435CD}"/>
          </ac:spMkLst>
        </pc:spChg>
        <pc:spChg chg="mod">
          <ac:chgData name="Sini Mathew" userId="3875fe58a975fc01" providerId="LiveId" clId="{088A2EB1-43A1-45B8-8D8D-47A67D6419D5}" dt="2025-06-02T00:32:45.138" v="739" actId="20577"/>
          <ac:spMkLst>
            <pc:docMk/>
            <pc:sldMk cId="581835539" sldId="1769"/>
            <ac:spMk id="5" creationId="{48A243DF-817E-0787-10FE-DFE7A862708F}"/>
          </ac:spMkLst>
        </pc:spChg>
        <pc:spChg chg="mod">
          <ac:chgData name="Sini Mathew" userId="3875fe58a975fc01" providerId="LiveId" clId="{088A2EB1-43A1-45B8-8D8D-47A67D6419D5}" dt="2025-06-02T00:31:41.368" v="713" actId="20577"/>
          <ac:spMkLst>
            <pc:docMk/>
            <pc:sldMk cId="581835539" sldId="1769"/>
            <ac:spMk id="7" creationId="{C10A6FFA-2F94-C41F-D3A1-944589A194A8}"/>
          </ac:spMkLst>
        </pc:spChg>
      </pc:sldChg>
      <pc:sldChg chg="modSp add mod">
        <pc:chgData name="Sini Mathew" userId="3875fe58a975fc01" providerId="LiveId" clId="{088A2EB1-43A1-45B8-8D8D-47A67D6419D5}" dt="2025-06-02T01:52:29.495" v="1770" actId="20577"/>
        <pc:sldMkLst>
          <pc:docMk/>
          <pc:sldMk cId="632388123" sldId="1769"/>
        </pc:sldMkLst>
        <pc:spChg chg="mod">
          <ac:chgData name="Sini Mathew" userId="3875fe58a975fc01" providerId="LiveId" clId="{088A2EB1-43A1-45B8-8D8D-47A67D6419D5}" dt="2025-06-02T01:52:19.973" v="1768" actId="20577"/>
          <ac:spMkLst>
            <pc:docMk/>
            <pc:sldMk cId="632388123" sldId="1769"/>
            <ac:spMk id="4" creationId="{68A3DD20-6B9E-7040-0341-4116CB177017}"/>
          </ac:spMkLst>
        </pc:spChg>
        <pc:spChg chg="mod">
          <ac:chgData name="Sini Mathew" userId="3875fe58a975fc01" providerId="LiveId" clId="{088A2EB1-43A1-45B8-8D8D-47A67D6419D5}" dt="2025-06-02T01:52:29.495" v="1770" actId="20577"/>
          <ac:spMkLst>
            <pc:docMk/>
            <pc:sldMk cId="632388123" sldId="1769"/>
            <ac:spMk id="5" creationId="{B5CEE5D7-3A25-88C7-80F7-9A1E0D168442}"/>
          </ac:spMkLst>
        </pc:spChg>
      </pc:sldChg>
      <pc:sldChg chg="modSp add mod">
        <pc:chgData name="Sini Mathew" userId="3875fe58a975fc01" providerId="LiveId" clId="{088A2EB1-43A1-45B8-8D8D-47A67D6419D5}" dt="2025-06-02T02:03:54.823" v="2672" actId="20577"/>
        <pc:sldMkLst>
          <pc:docMk/>
          <pc:sldMk cId="2358039164" sldId="1770"/>
        </pc:sldMkLst>
        <pc:spChg chg="mod">
          <ac:chgData name="Sini Mathew" userId="3875fe58a975fc01" providerId="LiveId" clId="{088A2EB1-43A1-45B8-8D8D-47A67D6419D5}" dt="2025-06-02T02:03:54.823" v="2672" actId="20577"/>
          <ac:spMkLst>
            <pc:docMk/>
            <pc:sldMk cId="2358039164" sldId="1770"/>
            <ac:spMk id="6" creationId="{5CC50B99-B9AB-B734-82D1-0228020B8BF0}"/>
          </ac:spMkLst>
        </pc:spChg>
        <pc:spChg chg="mod">
          <ac:chgData name="Sini Mathew" userId="3875fe58a975fc01" providerId="LiveId" clId="{088A2EB1-43A1-45B8-8D8D-47A67D6419D5}" dt="2025-06-02T01:59:52.054" v="2357" actId="20577"/>
          <ac:spMkLst>
            <pc:docMk/>
            <pc:sldMk cId="2358039164" sldId="1770"/>
            <ac:spMk id="10" creationId="{8BA15B8F-C177-BF5D-E3EE-3E87D374B818}"/>
          </ac:spMkLst>
        </pc:spChg>
      </pc:sldChg>
      <pc:sldChg chg="modSp add mod">
        <pc:chgData name="Sini Mathew" userId="3875fe58a975fc01" providerId="LiveId" clId="{088A2EB1-43A1-45B8-8D8D-47A67D6419D5}" dt="2025-06-02T02:04:03.608" v="2676" actId="20577"/>
        <pc:sldMkLst>
          <pc:docMk/>
          <pc:sldMk cId="3666156127" sldId="1771"/>
        </pc:sldMkLst>
        <pc:spChg chg="mod">
          <ac:chgData name="Sini Mathew" userId="3875fe58a975fc01" providerId="LiveId" clId="{088A2EB1-43A1-45B8-8D8D-47A67D6419D5}" dt="2025-06-02T02:04:03.608" v="2676" actId="20577"/>
          <ac:spMkLst>
            <pc:docMk/>
            <pc:sldMk cId="3666156127" sldId="1771"/>
            <ac:spMk id="6" creationId="{8CD40F3A-BDD9-03E6-1729-A121EC5BA914}"/>
          </ac:spMkLst>
        </pc:spChg>
        <pc:spChg chg="mod">
          <ac:chgData name="Sini Mathew" userId="3875fe58a975fc01" providerId="LiveId" clId="{088A2EB1-43A1-45B8-8D8D-47A67D6419D5}" dt="2025-06-02T02:00:45.538" v="2423" actId="20577"/>
          <ac:spMkLst>
            <pc:docMk/>
            <pc:sldMk cId="3666156127" sldId="1771"/>
            <ac:spMk id="10" creationId="{60B4FEA0-D3AD-964C-0738-3957E71AE572}"/>
          </ac:spMkLst>
        </pc:spChg>
      </pc:sldChg>
      <pc:sldChg chg="modSp add mod">
        <pc:chgData name="Sini Mathew" userId="3875fe58a975fc01" providerId="LiveId" clId="{088A2EB1-43A1-45B8-8D8D-47A67D6419D5}" dt="2025-06-02T02:04:12.621" v="2680" actId="20577"/>
        <pc:sldMkLst>
          <pc:docMk/>
          <pc:sldMk cId="3090255306" sldId="1772"/>
        </pc:sldMkLst>
        <pc:spChg chg="mod">
          <ac:chgData name="Sini Mathew" userId="3875fe58a975fc01" providerId="LiveId" clId="{088A2EB1-43A1-45B8-8D8D-47A67D6419D5}" dt="2025-06-02T02:04:12.621" v="2680" actId="20577"/>
          <ac:spMkLst>
            <pc:docMk/>
            <pc:sldMk cId="3090255306" sldId="1772"/>
            <ac:spMk id="6" creationId="{E146F329-B16D-DA14-A30D-6477875EE8CB}"/>
          </ac:spMkLst>
        </pc:spChg>
        <pc:spChg chg="mod">
          <ac:chgData name="Sini Mathew" userId="3875fe58a975fc01" providerId="LiveId" clId="{088A2EB1-43A1-45B8-8D8D-47A67D6419D5}" dt="2025-06-02T02:03:24.982" v="2666" actId="20577"/>
          <ac:spMkLst>
            <pc:docMk/>
            <pc:sldMk cId="3090255306" sldId="1772"/>
            <ac:spMk id="10" creationId="{49FC857D-3ABB-B5D4-01D1-7746822DBA89}"/>
          </ac:spMkLst>
        </pc:spChg>
      </pc:sldChg>
      <pc:sldChg chg="modSp add mod">
        <pc:chgData name="Sini Mathew" userId="3875fe58a975fc01" providerId="LiveId" clId="{088A2EB1-43A1-45B8-8D8D-47A67D6419D5}" dt="2025-06-02T02:14:32.839" v="3419" actId="20577"/>
        <pc:sldMkLst>
          <pc:docMk/>
          <pc:sldMk cId="1646636082" sldId="1773"/>
        </pc:sldMkLst>
        <pc:spChg chg="mod">
          <ac:chgData name="Sini Mathew" userId="3875fe58a975fc01" providerId="LiveId" clId="{088A2EB1-43A1-45B8-8D8D-47A67D6419D5}" dt="2025-06-02T02:11:26.303" v="3193" actId="20577"/>
          <ac:spMkLst>
            <pc:docMk/>
            <pc:sldMk cId="1646636082" sldId="1773"/>
            <ac:spMk id="6" creationId="{6011F1A0-CE70-0585-5FE2-3238CF5844ED}"/>
          </ac:spMkLst>
        </pc:spChg>
        <pc:spChg chg="mod">
          <ac:chgData name="Sini Mathew" userId="3875fe58a975fc01" providerId="LiveId" clId="{088A2EB1-43A1-45B8-8D8D-47A67D6419D5}" dt="2025-06-02T02:14:32.839" v="3419" actId="20577"/>
          <ac:spMkLst>
            <pc:docMk/>
            <pc:sldMk cId="1646636082" sldId="1773"/>
            <ac:spMk id="7" creationId="{78685117-9DC5-B7BB-6663-CA28A0C775B1}"/>
          </ac:spMkLst>
        </pc:spChg>
      </pc:sldChg>
      <pc:sldChg chg="modSp add mod">
        <pc:chgData name="Sini Mathew" userId="3875fe58a975fc01" providerId="LiveId" clId="{088A2EB1-43A1-45B8-8D8D-47A67D6419D5}" dt="2025-06-02T02:14:39.781" v="3423" actId="20577"/>
        <pc:sldMkLst>
          <pc:docMk/>
          <pc:sldMk cId="3658922335" sldId="1774"/>
        </pc:sldMkLst>
        <pc:spChg chg="mod">
          <ac:chgData name="Sini Mathew" userId="3875fe58a975fc01" providerId="LiveId" clId="{088A2EB1-43A1-45B8-8D8D-47A67D6419D5}" dt="2025-06-02T02:13:01.353" v="3413" actId="20577"/>
          <ac:spMkLst>
            <pc:docMk/>
            <pc:sldMk cId="3658922335" sldId="1774"/>
            <ac:spMk id="6" creationId="{3F5E6B6B-7688-F2F9-2E52-95DA2DF7110E}"/>
          </ac:spMkLst>
        </pc:spChg>
        <pc:spChg chg="mod">
          <ac:chgData name="Sini Mathew" userId="3875fe58a975fc01" providerId="LiveId" clId="{088A2EB1-43A1-45B8-8D8D-47A67D6419D5}" dt="2025-06-02T02:14:39.781" v="3423" actId="20577"/>
          <ac:spMkLst>
            <pc:docMk/>
            <pc:sldMk cId="3658922335" sldId="1774"/>
            <ac:spMk id="7" creationId="{AB31B9A7-2932-485D-6E66-AD87A8CB3E57}"/>
          </ac:spMkLst>
        </pc:spChg>
      </pc:sldChg>
      <pc:sldMasterChg chg="del delSldLayout">
        <pc:chgData name="Sini Mathew" userId="3875fe58a975fc01" providerId="LiveId" clId="{088A2EB1-43A1-45B8-8D8D-47A67D6419D5}" dt="2025-06-02T02:05:43.085" v="2695" actId="47"/>
        <pc:sldMasterMkLst>
          <pc:docMk/>
          <pc:sldMasterMk cId="589043077" sldId="2147483660"/>
        </pc:sldMasterMkLst>
        <pc:sldLayoutChg chg="del">
          <pc:chgData name="Sini Mathew" userId="3875fe58a975fc01" providerId="LiveId" clId="{088A2EB1-43A1-45B8-8D8D-47A67D6419D5}" dt="2025-06-02T02:05:43.085" v="2695" actId="47"/>
          <pc:sldLayoutMkLst>
            <pc:docMk/>
            <pc:sldMasterMk cId="589043077" sldId="2147483660"/>
            <pc:sldLayoutMk cId="1200457445" sldId="2147483661"/>
          </pc:sldLayoutMkLst>
        </pc:sldLayoutChg>
        <pc:sldLayoutChg chg="del">
          <pc:chgData name="Sini Mathew" userId="3875fe58a975fc01" providerId="LiveId" clId="{088A2EB1-43A1-45B8-8D8D-47A67D6419D5}" dt="2025-06-02T02:05:43.085" v="2695" actId="47"/>
          <pc:sldLayoutMkLst>
            <pc:docMk/>
            <pc:sldMasterMk cId="589043077" sldId="2147483660"/>
            <pc:sldLayoutMk cId="200849513" sldId="2147483662"/>
          </pc:sldLayoutMkLst>
        </pc:sldLayoutChg>
        <pc:sldLayoutChg chg="del">
          <pc:chgData name="Sini Mathew" userId="3875fe58a975fc01" providerId="LiveId" clId="{088A2EB1-43A1-45B8-8D8D-47A67D6419D5}" dt="2025-06-02T02:05:43.085" v="2695" actId="47"/>
          <pc:sldLayoutMkLst>
            <pc:docMk/>
            <pc:sldMasterMk cId="589043077" sldId="2147483660"/>
            <pc:sldLayoutMk cId="3896105621" sldId="2147483663"/>
          </pc:sldLayoutMkLst>
        </pc:sldLayoutChg>
        <pc:sldLayoutChg chg="del">
          <pc:chgData name="Sini Mathew" userId="3875fe58a975fc01" providerId="LiveId" clId="{088A2EB1-43A1-45B8-8D8D-47A67D6419D5}" dt="2025-06-02T02:05:43.085" v="2695" actId="47"/>
          <pc:sldLayoutMkLst>
            <pc:docMk/>
            <pc:sldMasterMk cId="589043077" sldId="2147483660"/>
            <pc:sldLayoutMk cId="3562991970" sldId="2147483664"/>
          </pc:sldLayoutMkLst>
        </pc:sldLayoutChg>
        <pc:sldLayoutChg chg="del">
          <pc:chgData name="Sini Mathew" userId="3875fe58a975fc01" providerId="LiveId" clId="{088A2EB1-43A1-45B8-8D8D-47A67D6419D5}" dt="2025-06-02T02:05:43.085" v="2695" actId="47"/>
          <pc:sldLayoutMkLst>
            <pc:docMk/>
            <pc:sldMasterMk cId="589043077" sldId="2147483660"/>
            <pc:sldLayoutMk cId="1002599112" sldId="2147483665"/>
          </pc:sldLayoutMkLst>
        </pc:sldLayoutChg>
        <pc:sldLayoutChg chg="del">
          <pc:chgData name="Sini Mathew" userId="3875fe58a975fc01" providerId="LiveId" clId="{088A2EB1-43A1-45B8-8D8D-47A67D6419D5}" dt="2025-06-02T02:05:43.085" v="2695" actId="47"/>
          <pc:sldLayoutMkLst>
            <pc:docMk/>
            <pc:sldMasterMk cId="589043077" sldId="2147483660"/>
            <pc:sldLayoutMk cId="2074230518" sldId="2147483666"/>
          </pc:sldLayoutMkLst>
        </pc:sldLayoutChg>
        <pc:sldLayoutChg chg="del">
          <pc:chgData name="Sini Mathew" userId="3875fe58a975fc01" providerId="LiveId" clId="{088A2EB1-43A1-45B8-8D8D-47A67D6419D5}" dt="2025-06-02T02:05:43.085" v="2695" actId="47"/>
          <pc:sldLayoutMkLst>
            <pc:docMk/>
            <pc:sldMasterMk cId="589043077" sldId="2147483660"/>
            <pc:sldLayoutMk cId="373109894" sldId="2147483667"/>
          </pc:sldLayoutMkLst>
        </pc:sldLayoutChg>
        <pc:sldLayoutChg chg="del">
          <pc:chgData name="Sini Mathew" userId="3875fe58a975fc01" providerId="LiveId" clId="{088A2EB1-43A1-45B8-8D8D-47A67D6419D5}" dt="2025-06-02T02:05:43.085" v="2695" actId="47"/>
          <pc:sldLayoutMkLst>
            <pc:docMk/>
            <pc:sldMasterMk cId="589043077" sldId="2147483660"/>
            <pc:sldLayoutMk cId="4258554345" sldId="2147483668"/>
          </pc:sldLayoutMkLst>
        </pc:sldLayoutChg>
        <pc:sldLayoutChg chg="del">
          <pc:chgData name="Sini Mathew" userId="3875fe58a975fc01" providerId="LiveId" clId="{088A2EB1-43A1-45B8-8D8D-47A67D6419D5}" dt="2025-06-02T02:05:43.085" v="2695" actId="47"/>
          <pc:sldLayoutMkLst>
            <pc:docMk/>
            <pc:sldMasterMk cId="589043077" sldId="2147483660"/>
            <pc:sldLayoutMk cId="1788362635" sldId="2147483669"/>
          </pc:sldLayoutMkLst>
        </pc:sldLayoutChg>
        <pc:sldLayoutChg chg="del">
          <pc:chgData name="Sini Mathew" userId="3875fe58a975fc01" providerId="LiveId" clId="{088A2EB1-43A1-45B8-8D8D-47A67D6419D5}" dt="2025-06-02T02:05:43.085" v="2695" actId="47"/>
          <pc:sldLayoutMkLst>
            <pc:docMk/>
            <pc:sldMasterMk cId="589043077" sldId="2147483660"/>
            <pc:sldLayoutMk cId="3898244745" sldId="2147483670"/>
          </pc:sldLayoutMkLst>
        </pc:sldLayoutChg>
        <pc:sldLayoutChg chg="del">
          <pc:chgData name="Sini Mathew" userId="3875fe58a975fc01" providerId="LiveId" clId="{088A2EB1-43A1-45B8-8D8D-47A67D6419D5}" dt="2025-06-02T02:05:43.085" v="2695" actId="47"/>
          <pc:sldLayoutMkLst>
            <pc:docMk/>
            <pc:sldMasterMk cId="589043077" sldId="2147483660"/>
            <pc:sldLayoutMk cId="320724435" sldId="2147483671"/>
          </pc:sldLayoutMkLst>
        </pc:sldLayoutChg>
        <pc:sldLayoutChg chg="del">
          <pc:chgData name="Sini Mathew" userId="3875fe58a975fc01" providerId="LiveId" clId="{088A2EB1-43A1-45B8-8D8D-47A67D6419D5}" dt="2025-06-02T02:05:43.085" v="2695" actId="47"/>
          <pc:sldLayoutMkLst>
            <pc:docMk/>
            <pc:sldMasterMk cId="589043077" sldId="2147483660"/>
            <pc:sldLayoutMk cId="1476624811" sldId="2147483672"/>
          </pc:sldLayoutMkLst>
        </pc:sldLayoutChg>
      </pc:sldMasterChg>
      <pc:sldMasterChg chg="del delSldLayout">
        <pc:chgData name="Sini Mathew" userId="3875fe58a975fc01" providerId="LiveId" clId="{088A2EB1-43A1-45B8-8D8D-47A67D6419D5}" dt="2025-06-02T00:32:10.425" v="715" actId="47"/>
        <pc:sldMasterMkLst>
          <pc:docMk/>
          <pc:sldMasterMk cId="2840347933" sldId="2147483757"/>
        </pc:sldMasterMkLst>
        <pc:sldLayoutChg chg="del">
          <pc:chgData name="Sini Mathew" userId="3875fe58a975fc01" providerId="LiveId" clId="{088A2EB1-43A1-45B8-8D8D-47A67D6419D5}" dt="2025-06-02T00:32:10.425" v="715" actId="47"/>
          <pc:sldLayoutMkLst>
            <pc:docMk/>
            <pc:sldMasterMk cId="2840347933" sldId="2147483757"/>
            <pc:sldLayoutMk cId="1584829499" sldId="2147483758"/>
          </pc:sldLayoutMkLst>
        </pc:sldLayoutChg>
        <pc:sldLayoutChg chg="del">
          <pc:chgData name="Sini Mathew" userId="3875fe58a975fc01" providerId="LiveId" clId="{088A2EB1-43A1-45B8-8D8D-47A67D6419D5}" dt="2025-06-02T00:32:10.425" v="715" actId="47"/>
          <pc:sldLayoutMkLst>
            <pc:docMk/>
            <pc:sldMasterMk cId="2840347933" sldId="2147483757"/>
            <pc:sldLayoutMk cId="1055974055" sldId="2147483759"/>
          </pc:sldLayoutMkLst>
        </pc:sldLayoutChg>
        <pc:sldLayoutChg chg="del">
          <pc:chgData name="Sini Mathew" userId="3875fe58a975fc01" providerId="LiveId" clId="{088A2EB1-43A1-45B8-8D8D-47A67D6419D5}" dt="2025-06-02T00:32:10.425" v="715" actId="47"/>
          <pc:sldLayoutMkLst>
            <pc:docMk/>
            <pc:sldMasterMk cId="2840347933" sldId="2147483757"/>
            <pc:sldLayoutMk cId="3400835127" sldId="2147483760"/>
          </pc:sldLayoutMkLst>
        </pc:sldLayoutChg>
        <pc:sldLayoutChg chg="del">
          <pc:chgData name="Sini Mathew" userId="3875fe58a975fc01" providerId="LiveId" clId="{088A2EB1-43A1-45B8-8D8D-47A67D6419D5}" dt="2025-06-02T00:32:10.425" v="715" actId="47"/>
          <pc:sldLayoutMkLst>
            <pc:docMk/>
            <pc:sldMasterMk cId="2840347933" sldId="2147483757"/>
            <pc:sldLayoutMk cId="439597465" sldId="2147483761"/>
          </pc:sldLayoutMkLst>
        </pc:sldLayoutChg>
        <pc:sldLayoutChg chg="del">
          <pc:chgData name="Sini Mathew" userId="3875fe58a975fc01" providerId="LiveId" clId="{088A2EB1-43A1-45B8-8D8D-47A67D6419D5}" dt="2025-06-02T00:32:10.425" v="715" actId="47"/>
          <pc:sldLayoutMkLst>
            <pc:docMk/>
            <pc:sldMasterMk cId="2840347933" sldId="2147483757"/>
            <pc:sldLayoutMk cId="3939502324" sldId="2147483762"/>
          </pc:sldLayoutMkLst>
        </pc:sldLayoutChg>
        <pc:sldLayoutChg chg="del">
          <pc:chgData name="Sini Mathew" userId="3875fe58a975fc01" providerId="LiveId" clId="{088A2EB1-43A1-45B8-8D8D-47A67D6419D5}" dt="2025-06-02T00:32:10.425" v="715" actId="47"/>
          <pc:sldLayoutMkLst>
            <pc:docMk/>
            <pc:sldMasterMk cId="2840347933" sldId="2147483757"/>
            <pc:sldLayoutMk cId="2964222497" sldId="2147483763"/>
          </pc:sldLayoutMkLst>
        </pc:sldLayoutChg>
        <pc:sldLayoutChg chg="del">
          <pc:chgData name="Sini Mathew" userId="3875fe58a975fc01" providerId="LiveId" clId="{088A2EB1-43A1-45B8-8D8D-47A67D6419D5}" dt="2025-06-02T00:32:10.425" v="715" actId="47"/>
          <pc:sldLayoutMkLst>
            <pc:docMk/>
            <pc:sldMasterMk cId="2840347933" sldId="2147483757"/>
            <pc:sldLayoutMk cId="585523756" sldId="2147483764"/>
          </pc:sldLayoutMkLst>
        </pc:sldLayoutChg>
        <pc:sldLayoutChg chg="del">
          <pc:chgData name="Sini Mathew" userId="3875fe58a975fc01" providerId="LiveId" clId="{088A2EB1-43A1-45B8-8D8D-47A67D6419D5}" dt="2025-06-02T00:32:10.425" v="715" actId="47"/>
          <pc:sldLayoutMkLst>
            <pc:docMk/>
            <pc:sldMasterMk cId="2840347933" sldId="2147483757"/>
            <pc:sldLayoutMk cId="596449170" sldId="2147483765"/>
          </pc:sldLayoutMkLst>
        </pc:sldLayoutChg>
        <pc:sldLayoutChg chg="del">
          <pc:chgData name="Sini Mathew" userId="3875fe58a975fc01" providerId="LiveId" clId="{088A2EB1-43A1-45B8-8D8D-47A67D6419D5}" dt="2025-06-02T00:32:10.425" v="715" actId="47"/>
          <pc:sldLayoutMkLst>
            <pc:docMk/>
            <pc:sldMasterMk cId="2840347933" sldId="2147483757"/>
            <pc:sldLayoutMk cId="4124594271" sldId="2147483766"/>
          </pc:sldLayoutMkLst>
        </pc:sldLayoutChg>
        <pc:sldLayoutChg chg="del">
          <pc:chgData name="Sini Mathew" userId="3875fe58a975fc01" providerId="LiveId" clId="{088A2EB1-43A1-45B8-8D8D-47A67D6419D5}" dt="2025-06-02T00:32:10.425" v="715" actId="47"/>
          <pc:sldLayoutMkLst>
            <pc:docMk/>
            <pc:sldMasterMk cId="2840347933" sldId="2147483757"/>
            <pc:sldLayoutMk cId="1597716288" sldId="2147483767"/>
          </pc:sldLayoutMkLst>
        </pc:sldLayoutChg>
        <pc:sldLayoutChg chg="del">
          <pc:chgData name="Sini Mathew" userId="3875fe58a975fc01" providerId="LiveId" clId="{088A2EB1-43A1-45B8-8D8D-47A67D6419D5}" dt="2025-06-02T00:32:10.425" v="715" actId="47"/>
          <pc:sldLayoutMkLst>
            <pc:docMk/>
            <pc:sldMasterMk cId="2840347933" sldId="2147483757"/>
            <pc:sldLayoutMk cId="172126820" sldId="2147483768"/>
          </pc:sldLayoutMkLst>
        </pc:sldLayoutChg>
        <pc:sldLayoutChg chg="del">
          <pc:chgData name="Sini Mathew" userId="3875fe58a975fc01" providerId="LiveId" clId="{088A2EB1-43A1-45B8-8D8D-47A67D6419D5}" dt="2025-06-02T00:32:10.425" v="715" actId="47"/>
          <pc:sldLayoutMkLst>
            <pc:docMk/>
            <pc:sldMasterMk cId="2840347933" sldId="2147483757"/>
            <pc:sldLayoutMk cId="2739943457" sldId="2147483769"/>
          </pc:sldLayoutMkLst>
        </pc:sldLayoutChg>
      </pc:sldMasterChg>
    </pc:docChg>
  </pc:docChgLst>
  <pc:docChgLst>
    <pc:chgData name="Sini Mathew" userId="3875fe58a975fc01" providerId="Windows Live" clId="Web-{C1903E2A-F197-A8DB-6977-548A7E3B40DD}"/>
    <pc:docChg chg="delSld modSld">
      <pc:chgData name="Sini Mathew" userId="3875fe58a975fc01" providerId="Windows Live" clId="Web-{C1903E2A-F197-A8DB-6977-548A7E3B40DD}" dt="2025-06-02T02:16:38.748" v="13" actId="20577"/>
      <pc:docMkLst>
        <pc:docMk/>
      </pc:docMkLst>
      <pc:sldChg chg="modSp">
        <pc:chgData name="Sini Mathew" userId="3875fe58a975fc01" providerId="Windows Live" clId="Web-{C1903E2A-F197-A8DB-6977-548A7E3B40DD}" dt="2025-06-02T02:16:16.325" v="11" actId="20577"/>
        <pc:sldMkLst>
          <pc:docMk/>
          <pc:sldMk cId="140346443" sldId="822"/>
        </pc:sldMkLst>
        <pc:spChg chg="mod">
          <ac:chgData name="Sini Mathew" userId="3875fe58a975fc01" providerId="Windows Live" clId="Web-{C1903E2A-F197-A8DB-6977-548A7E3B40DD}" dt="2025-06-02T02:16:16.325" v="11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modSp">
        <pc:chgData name="Sini Mathew" userId="3875fe58a975fc01" providerId="Windows Live" clId="Web-{C1903E2A-F197-A8DB-6977-548A7E3B40DD}" dt="2025-06-02T02:16:38.748" v="13" actId="20577"/>
        <pc:sldMkLst>
          <pc:docMk/>
          <pc:sldMk cId="2170825706" sldId="1679"/>
        </pc:sldMkLst>
        <pc:spChg chg="mod">
          <ac:chgData name="Sini Mathew" userId="3875fe58a975fc01" providerId="Windows Live" clId="Web-{C1903E2A-F197-A8DB-6977-548A7E3B40DD}" dt="2025-06-02T02:16:38.748" v="13" actId="20577"/>
          <ac:spMkLst>
            <pc:docMk/>
            <pc:sldMk cId="2170825706" sldId="1679"/>
            <ac:spMk id="6" creationId="{0BAD9EF5-2286-3DE3-F2A3-0055009A2470}"/>
          </ac:spMkLst>
        </pc:spChg>
      </pc:sldChg>
      <pc:sldChg chg="del">
        <pc:chgData name="Sini Mathew" userId="3875fe58a975fc01" providerId="Windows Live" clId="Web-{C1903E2A-F197-A8DB-6977-548A7E3B40DD}" dt="2025-06-02T02:15:19.449" v="0"/>
        <pc:sldMkLst>
          <pc:docMk/>
          <pc:sldMk cId="126902895" sldId="1746"/>
        </pc:sldMkLst>
      </pc:sldChg>
      <pc:sldChg chg="modSp">
        <pc:chgData name="Sini Mathew" userId="3875fe58a975fc01" providerId="Windows Live" clId="Web-{C1903E2A-F197-A8DB-6977-548A7E3B40DD}" dt="2025-06-02T02:16:20.700" v="12" actId="20577"/>
        <pc:sldMkLst>
          <pc:docMk/>
          <pc:sldMk cId="2358039164" sldId="1770"/>
        </pc:sldMkLst>
        <pc:spChg chg="mod">
          <ac:chgData name="Sini Mathew" userId="3875fe58a975fc01" providerId="Windows Live" clId="Web-{C1903E2A-F197-A8DB-6977-548A7E3B40DD}" dt="2025-06-02T02:16:20.700" v="12" actId="20577"/>
          <ac:spMkLst>
            <pc:docMk/>
            <pc:sldMk cId="2358039164" sldId="1770"/>
            <ac:spMk id="10" creationId="{8BA15B8F-C177-BF5D-E3EE-3E87D374B818}"/>
          </ac:spMkLst>
        </pc:spChg>
      </pc:sldChg>
    </pc:docChg>
  </pc:docChgLst>
  <pc:docChgLst>
    <pc:chgData name="Sini Mathew" userId="3875fe58a975fc01" providerId="Windows Live" clId="Web-{330EE3F5-199B-6AC1-B4FB-696CD6F8BC9D}"/>
    <pc:docChg chg="modSld">
      <pc:chgData name="Sini Mathew" userId="3875fe58a975fc01" providerId="Windows Live" clId="Web-{330EE3F5-199B-6AC1-B4FB-696CD6F8BC9D}" dt="2025-06-02T02:53:32.297" v="7" actId="20577"/>
      <pc:docMkLst>
        <pc:docMk/>
      </pc:docMkLst>
      <pc:sldChg chg="modSp">
        <pc:chgData name="Sini Mathew" userId="3875fe58a975fc01" providerId="Windows Live" clId="Web-{330EE3F5-199B-6AC1-B4FB-696CD6F8BC9D}" dt="2025-06-02T02:53:32.297" v="7" actId="20577"/>
        <pc:sldMkLst>
          <pc:docMk/>
          <pc:sldMk cId="2911218978" sldId="1767"/>
        </pc:sldMkLst>
        <pc:spChg chg="mod">
          <ac:chgData name="Sini Mathew" userId="3875fe58a975fc01" providerId="Windows Live" clId="Web-{330EE3F5-199B-6AC1-B4FB-696CD6F8BC9D}" dt="2025-06-02T02:53:32.297" v="7" actId="20577"/>
          <ac:spMkLst>
            <pc:docMk/>
            <pc:sldMk cId="2911218978" sldId="1767"/>
            <ac:spMk id="3" creationId="{DF183FCC-1C28-4C5B-C313-536C43897251}"/>
          </ac:spMkLst>
        </pc:spChg>
      </pc:sldChg>
    </pc:docChg>
  </pc:docChgLst>
  <pc:docChgLst>
    <pc:chgData name="Sini Mathew" userId="3875fe58a975fc01" providerId="Windows Live" clId="Web-{79610E63-FADF-1D5B-87B8-C43447425A18}"/>
    <pc:docChg chg="delSld modSld">
      <pc:chgData name="Sini Mathew" userId="3875fe58a975fc01" providerId="Windows Live" clId="Web-{79610E63-FADF-1D5B-87B8-C43447425A18}" dt="2025-06-02T04:35:14.835" v="3" actId="20577"/>
      <pc:docMkLst>
        <pc:docMk/>
      </pc:docMkLst>
      <pc:sldChg chg="modSp">
        <pc:chgData name="Sini Mathew" userId="3875fe58a975fc01" providerId="Windows Live" clId="Web-{79610E63-FADF-1D5B-87B8-C43447425A18}" dt="2025-06-02T04:35:14.835" v="3" actId="20577"/>
        <pc:sldMkLst>
          <pc:docMk/>
          <pc:sldMk cId="2170825706" sldId="1679"/>
        </pc:sldMkLst>
        <pc:spChg chg="mod">
          <ac:chgData name="Sini Mathew" userId="3875fe58a975fc01" providerId="Windows Live" clId="Web-{79610E63-FADF-1D5B-87B8-C43447425A18}" dt="2025-06-02T04:35:14.835" v="3" actId="20577"/>
          <ac:spMkLst>
            <pc:docMk/>
            <pc:sldMk cId="2170825706" sldId="1679"/>
            <ac:spMk id="7" creationId="{6E7CA167-15CB-A699-20A6-1A67EAD5EF7E}"/>
          </ac:spMkLst>
        </pc:spChg>
      </pc:sldChg>
      <pc:sldChg chg="del">
        <pc:chgData name="Sini Mathew" userId="3875fe58a975fc01" providerId="Windows Live" clId="Web-{79610E63-FADF-1D5B-87B8-C43447425A18}" dt="2025-06-02T04:35:08.929" v="1"/>
        <pc:sldMkLst>
          <pc:docMk/>
          <pc:sldMk cId="1646636082" sldId="1773"/>
        </pc:sldMkLst>
      </pc:sldChg>
      <pc:sldChg chg="del">
        <pc:chgData name="Sini Mathew" userId="3875fe58a975fc01" providerId="Windows Live" clId="Web-{79610E63-FADF-1D5B-87B8-C43447425A18}" dt="2025-06-02T04:35:07.226" v="0"/>
        <pc:sldMkLst>
          <pc:docMk/>
          <pc:sldMk cId="3658922335" sldId="17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01/06/2025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3568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2C9F6-4715-605A-5457-E8B3C29C8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133B0-6154-7360-C287-84ED48CAC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6FBB49-70F1-4960-1216-3258DC2B3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CA04C-D871-4E6E-0FD3-FBD4DD9D57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3740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09 Feb 2025,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6/1/2025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784-FB20-9301-9A44-6A1B213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F669AB-2DF7-61FD-29DC-4F5D5708F7EF}"/>
              </a:ext>
            </a:extLst>
          </p:cNvPr>
          <p:cNvSpPr txBox="1">
            <a:spLocks/>
          </p:cNvSpPr>
          <p:nvPr/>
        </p:nvSpPr>
        <p:spPr>
          <a:xfrm>
            <a:off x="1009567" y="1028892"/>
            <a:ext cx="7124865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Christ, the 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co</a:t>
            </a: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</a:rPr>
              <a:t>-</a:t>
            </a:r>
            <a:r>
              <a:rPr lang="en-US" sz="6000" b="1" err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traveller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1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587933" y="995380"/>
            <a:ext cx="5968133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724464" y="1668219"/>
            <a:ext cx="5695070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  <a:latin typeface="Tenorite"/>
              </a:rPr>
              <a:t>Opening Hymn</a:t>
            </a:r>
          </a:p>
          <a:p>
            <a:r>
              <a:rPr lang="en-US" sz="4800" dirty="0">
                <a:solidFill>
                  <a:schemeClr val="bg1"/>
                </a:solidFill>
              </a:rPr>
              <a:t>Hymn No 112</a:t>
            </a:r>
            <a:endParaRPr lang="en-US" dirty="0">
              <a:solidFill>
                <a:schemeClr val="bg1"/>
              </a:solidFill>
              <a:latin typeface="Tenorite"/>
            </a:endParaRP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B440D-9154-6D42-51FB-76FEAB1E1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85611-F8C0-7B58-25FF-103D1B83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Opening Hymn: Hymn No 112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566E2B1-42FB-58E2-1695-DC7C7590AF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BCB907-E0B2-54A2-70D6-6ED07B3192C6}"/>
              </a:ext>
            </a:extLst>
          </p:cNvPr>
          <p:cNvSpPr txBox="1"/>
          <p:nvPr/>
        </p:nvSpPr>
        <p:spPr>
          <a:xfrm>
            <a:off x="51848" y="689774"/>
            <a:ext cx="904030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/>
              <a:t>How sweet the Name of Jesus</a:t>
            </a:r>
          </a:p>
          <a:p>
            <a:pPr algn="ctr"/>
            <a:r>
              <a:rPr lang="en-SG" sz="2800" dirty="0"/>
              <a:t> sounds in a believer’s ear!</a:t>
            </a:r>
          </a:p>
          <a:p>
            <a:pPr algn="ctr"/>
            <a:r>
              <a:rPr lang="en-SG" sz="2800" dirty="0">
                <a:cs typeface="Segoe UI"/>
              </a:rPr>
              <a:t>It soothes his sorrows, heals his wounds </a:t>
            </a:r>
          </a:p>
          <a:p>
            <a:pPr algn="ctr"/>
            <a:r>
              <a:rPr lang="en-SG" sz="2800" dirty="0">
                <a:cs typeface="Segoe UI"/>
              </a:rPr>
              <a:t>and drives away his fear.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06F40-95DD-32FD-9090-4DFCCE9E718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1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FB4CC1-B878-B69C-7035-C8D6360665E9}"/>
              </a:ext>
            </a:extLst>
          </p:cNvPr>
          <p:cNvSpPr txBox="1"/>
          <p:nvPr/>
        </p:nvSpPr>
        <p:spPr>
          <a:xfrm>
            <a:off x="171117" y="3035409"/>
            <a:ext cx="904030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/>
              <a:t>It makes the wounded spirit whole </a:t>
            </a:r>
          </a:p>
          <a:p>
            <a:pPr algn="ctr"/>
            <a:r>
              <a:rPr lang="en-SG" sz="2800" dirty="0">
                <a:cs typeface="Segoe UI"/>
              </a:rPr>
              <a:t>And claims the troubled breast; </a:t>
            </a:r>
          </a:p>
          <a:p>
            <a:pPr algn="ctr"/>
            <a:r>
              <a:rPr lang="en-SG" sz="2800" dirty="0">
                <a:cs typeface="Segoe UI"/>
              </a:rPr>
              <a:t>‘Tis manna to the hungry soul, </a:t>
            </a:r>
          </a:p>
          <a:p>
            <a:pPr algn="ctr"/>
            <a:r>
              <a:rPr lang="en-SG" sz="2800" dirty="0">
                <a:cs typeface="Segoe UI"/>
              </a:rPr>
              <a:t>And to the weary rest. </a:t>
            </a:r>
          </a:p>
        </p:txBody>
      </p:sp>
    </p:spTree>
    <p:extLst>
      <p:ext uri="{BB962C8B-B14F-4D97-AF65-F5344CB8AC3E}">
        <p14:creationId xmlns:p14="http://schemas.microsoft.com/office/powerpoint/2010/main" val="3192769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75A24-0578-B0A4-3870-0D40ED2AC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69741-C781-F10F-6F73-023957D89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Opening Hymn: Hymn No 112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4C9E15F-73B6-C663-C7C6-AAA6A8CCF49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C53E3-DE0D-106B-132D-7BCA1DDC5D8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2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183FCC-1C28-4C5B-C313-536C43897251}"/>
              </a:ext>
            </a:extLst>
          </p:cNvPr>
          <p:cNvSpPr txBox="1"/>
          <p:nvPr/>
        </p:nvSpPr>
        <p:spPr>
          <a:xfrm>
            <a:off x="-31804" y="1663809"/>
            <a:ext cx="904030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/>
              <a:t>Dear Name, the Rock on which I build, </a:t>
            </a:r>
          </a:p>
          <a:p>
            <a:pPr algn="ctr"/>
            <a:r>
              <a:rPr lang="en-SG" sz="2800" dirty="0">
                <a:cs typeface="Segoe UI"/>
              </a:rPr>
              <a:t>My Shield and Hiding place, </a:t>
            </a:r>
          </a:p>
          <a:p>
            <a:pPr algn="ctr"/>
            <a:r>
              <a:rPr lang="en-SG" sz="2800" dirty="0">
                <a:cs typeface="Segoe UI"/>
              </a:rPr>
              <a:t>My never failing Treasury </a:t>
            </a:r>
            <a:r>
              <a:rPr lang="en-SG" sz="2800" dirty="0" err="1">
                <a:cs typeface="Segoe UI"/>
              </a:rPr>
              <a:t>fill’d</a:t>
            </a:r>
            <a:r>
              <a:rPr lang="en-SG" sz="2800" dirty="0">
                <a:cs typeface="Segoe UI"/>
              </a:rPr>
              <a:t> </a:t>
            </a:r>
          </a:p>
          <a:p>
            <a:pPr algn="ctr"/>
            <a:r>
              <a:rPr lang="en-SG" sz="2800" dirty="0">
                <a:cs typeface="Segoe UI"/>
              </a:rPr>
              <a:t>With boundless stores of grace. </a:t>
            </a:r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1218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AFED7-003B-AA2F-96C1-BE873791C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56488-ADE1-C5C4-46F5-21D1FF1CE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Opening Hymn: Hymn No 112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D7EB415-25E7-00A7-3B40-468D6E4266E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272F27-0A84-4F8A-A09A-2661505E43F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3 of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713E9E-B2DD-398C-4B1B-65C72AB82865}"/>
              </a:ext>
            </a:extLst>
          </p:cNvPr>
          <p:cNvSpPr txBox="1"/>
          <p:nvPr/>
        </p:nvSpPr>
        <p:spPr>
          <a:xfrm>
            <a:off x="171118" y="1663809"/>
            <a:ext cx="904030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/>
              <a:t>Jesus, my Shepherd, Saviour, Friend, </a:t>
            </a:r>
          </a:p>
          <a:p>
            <a:pPr algn="ctr"/>
            <a:r>
              <a:rPr lang="en-SG" sz="2800" dirty="0">
                <a:cs typeface="Segoe UI"/>
              </a:rPr>
              <a:t>My Prophet, Priest and King, </a:t>
            </a:r>
          </a:p>
          <a:p>
            <a:pPr algn="ctr"/>
            <a:r>
              <a:rPr lang="en-SG" sz="2800" dirty="0">
                <a:cs typeface="Segoe UI"/>
              </a:rPr>
              <a:t>My Lord, my Life, my Way, my End, </a:t>
            </a:r>
          </a:p>
          <a:p>
            <a:pPr algn="ctr"/>
            <a:r>
              <a:rPr lang="en-SG" sz="2800" dirty="0">
                <a:cs typeface="Segoe UI"/>
              </a:rPr>
              <a:t>Accept the praise I bring. </a:t>
            </a:r>
          </a:p>
        </p:txBody>
      </p:sp>
    </p:spTree>
    <p:extLst>
      <p:ext uri="{BB962C8B-B14F-4D97-AF65-F5344CB8AC3E}">
        <p14:creationId xmlns:p14="http://schemas.microsoft.com/office/powerpoint/2010/main" val="1844537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9CF5D-5446-D18E-0032-639A13AD4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9B22D-E456-8C65-710D-A00C8E35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Opening Hymn: Hymn No 112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4F5600D-F109-126C-D2D3-106718088AD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EE5D7-3A25-88C7-80F7-9A1E0D16844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4 of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A3DD20-6B9E-7040-0341-4116CB177017}"/>
              </a:ext>
            </a:extLst>
          </p:cNvPr>
          <p:cNvSpPr txBox="1"/>
          <p:nvPr/>
        </p:nvSpPr>
        <p:spPr>
          <a:xfrm>
            <a:off x="171118" y="1663809"/>
            <a:ext cx="9040304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 dirty="0"/>
              <a:t>I would Thy boundless love proclaim</a:t>
            </a:r>
          </a:p>
          <a:p>
            <a:pPr algn="ctr"/>
            <a:r>
              <a:rPr lang="en-SG" sz="2800" dirty="0">
                <a:cs typeface="Segoe UI"/>
              </a:rPr>
              <a:t>With every fleeting breath; </a:t>
            </a:r>
          </a:p>
          <a:p>
            <a:pPr algn="ctr"/>
            <a:r>
              <a:rPr lang="en-SG" sz="2800" dirty="0">
                <a:cs typeface="Segoe UI"/>
              </a:rPr>
              <a:t>So shall the music of Thy Name </a:t>
            </a:r>
          </a:p>
          <a:p>
            <a:pPr algn="ctr"/>
            <a:r>
              <a:rPr lang="en-SG" sz="2800" dirty="0">
                <a:cs typeface="Segoe UI"/>
              </a:rPr>
              <a:t>Refresh my soul in death. </a:t>
            </a:r>
          </a:p>
        </p:txBody>
      </p:sp>
    </p:spTree>
    <p:extLst>
      <p:ext uri="{BB962C8B-B14F-4D97-AF65-F5344CB8AC3E}">
        <p14:creationId xmlns:p14="http://schemas.microsoft.com/office/powerpoint/2010/main" val="632388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528709-983B-B99F-2E0F-36F5B23AD121}"/>
              </a:ext>
            </a:extLst>
          </p:cNvPr>
          <p:cNvSpPr txBox="1">
            <a:spLocks/>
          </p:cNvSpPr>
          <p:nvPr/>
        </p:nvSpPr>
        <p:spPr>
          <a:xfrm>
            <a:off x="1009567" y="1028892"/>
            <a:ext cx="7124865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Christ, the 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co</a:t>
            </a: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</a:rPr>
              <a:t>-</a:t>
            </a:r>
            <a:r>
              <a:rPr lang="en-US" sz="6000" b="1" err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traveller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1906155" y="1344885"/>
            <a:ext cx="5331690" cy="2238948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06156" y="1278318"/>
            <a:ext cx="5331690" cy="237208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Offertory</a:t>
            </a:r>
          </a:p>
          <a:p>
            <a:pPr>
              <a:spcAft>
                <a:spcPts val="0"/>
              </a:spcAft>
            </a:pPr>
            <a:r>
              <a:rPr lang="en-US" sz="4400" dirty="0">
                <a:solidFill>
                  <a:schemeClr val="bg1"/>
                </a:solidFill>
              </a:rPr>
              <a:t>Hymn No 608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/>
                <a:cs typeface="Segoe UI"/>
              </a:rPr>
              <a:t>Offertory – Hymn No 608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1 of 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74150" y="788606"/>
            <a:ext cx="5964555" cy="32932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 dirty="0"/>
              <a:t>Take time to be </a:t>
            </a:r>
            <a:r>
              <a:rPr lang="en-SG" sz="2600" dirty="0" err="1"/>
              <a:t>ho-ly</a:t>
            </a:r>
            <a:r>
              <a:rPr lang="en-SG" sz="2600" dirty="0"/>
              <a:t>; </a:t>
            </a:r>
          </a:p>
          <a:p>
            <a:r>
              <a:rPr lang="en-SG" sz="2600" dirty="0"/>
              <a:t>Speak </a:t>
            </a:r>
            <a:r>
              <a:rPr lang="en-SG" sz="2600" dirty="0" err="1"/>
              <a:t>oft</a:t>
            </a:r>
            <a:r>
              <a:rPr lang="en-SG" sz="2600" dirty="0"/>
              <a:t> with Thy Lo-</a:t>
            </a:r>
            <a:r>
              <a:rPr lang="en-SG" sz="2600" dirty="0" err="1"/>
              <a:t>rd</a:t>
            </a:r>
            <a:r>
              <a:rPr lang="en-SG" sz="2600" dirty="0"/>
              <a:t>; </a:t>
            </a:r>
            <a:endParaRPr lang="en-SG" sz="2600">
              <a:cs typeface="Segoe UI"/>
            </a:endParaRPr>
          </a:p>
          <a:p>
            <a:r>
              <a:rPr lang="en-SG" sz="2600" dirty="0"/>
              <a:t>A-bide in Him always, </a:t>
            </a:r>
            <a:endParaRPr lang="en-SG" sz="2600">
              <a:cs typeface="Segoe UI"/>
            </a:endParaRPr>
          </a:p>
          <a:p>
            <a:r>
              <a:rPr lang="en-SG" sz="2600" dirty="0"/>
              <a:t>And </a:t>
            </a:r>
            <a:r>
              <a:rPr lang="en-SG" sz="2600" dirty="0" err="1"/>
              <a:t>fe</a:t>
            </a:r>
            <a:r>
              <a:rPr lang="en-SG" sz="2600" dirty="0"/>
              <a:t>-ed on His Word. </a:t>
            </a:r>
            <a:endParaRPr lang="en-SG" sz="2600">
              <a:cs typeface="Segoe UI"/>
            </a:endParaRPr>
          </a:p>
          <a:p>
            <a:r>
              <a:rPr lang="en-SG" sz="2600" dirty="0"/>
              <a:t>Make </a:t>
            </a:r>
            <a:r>
              <a:rPr lang="en-SG" sz="2600" dirty="0" err="1"/>
              <a:t>frie-nds</a:t>
            </a:r>
            <a:r>
              <a:rPr lang="en-SG" sz="2600" dirty="0"/>
              <a:t> of God’s </a:t>
            </a:r>
            <a:r>
              <a:rPr lang="en-SG" sz="2600" dirty="0" err="1"/>
              <a:t>chil-dren</a:t>
            </a:r>
            <a:r>
              <a:rPr lang="en-SG" sz="2600" dirty="0"/>
              <a:t> </a:t>
            </a:r>
            <a:br>
              <a:rPr lang="en-SG" sz="2600" dirty="0"/>
            </a:br>
            <a:r>
              <a:rPr lang="en-SG" sz="2600" dirty="0"/>
              <a:t>Help those who are weak; </a:t>
            </a:r>
          </a:p>
          <a:p>
            <a:r>
              <a:rPr lang="en-SG" sz="2600" dirty="0" err="1"/>
              <a:t>Forgett-ing</a:t>
            </a:r>
            <a:r>
              <a:rPr lang="en-SG" sz="2600" dirty="0"/>
              <a:t> in no-thing </a:t>
            </a:r>
            <a:endParaRPr lang="en-SG" sz="2600">
              <a:cs typeface="Segoe UI"/>
            </a:endParaRPr>
          </a:p>
          <a:p>
            <a:r>
              <a:rPr lang="en-SG" sz="2600" dirty="0"/>
              <a:t>His </a:t>
            </a:r>
            <a:r>
              <a:rPr lang="en-SG" sz="2600" dirty="0" err="1"/>
              <a:t>ble-ssing</a:t>
            </a:r>
            <a:r>
              <a:rPr lang="en-SG" sz="2600" dirty="0"/>
              <a:t> to </a:t>
            </a:r>
            <a:r>
              <a:rPr lang="en-SG" sz="2600" dirty="0" err="1"/>
              <a:t>se</a:t>
            </a:r>
            <a:r>
              <a:rPr lang="en-SG" sz="2600" dirty="0"/>
              <a:t>-ek. </a:t>
            </a:r>
            <a:endParaRPr lang="en-SG" sz="2600" dirty="0">
              <a:cs typeface="Segoe U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DAB77CD-C930-CED9-AA7B-501A2E721A9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D3C40-F251-4744-4FB5-9A296FE49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FA21B-05E2-E5D1-4B38-6F3AEA20E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/>
                <a:cs typeface="Segoe UI"/>
              </a:rPr>
              <a:t>Offertory – Hymn No 608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56DA648-F3B1-2E2C-1010-79A2D8C14D14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C50B99-B9AB-B734-82D1-0228020B8BF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2 of 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BDC3ED-1AA9-D2F0-CF33-E525E7F46D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BA15B8F-C177-BF5D-E3EE-3E87D374B818}"/>
              </a:ext>
            </a:extLst>
          </p:cNvPr>
          <p:cNvSpPr txBox="1"/>
          <p:nvPr/>
        </p:nvSpPr>
        <p:spPr>
          <a:xfrm>
            <a:off x="74150" y="788606"/>
            <a:ext cx="5964555" cy="32932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 dirty="0"/>
              <a:t>Take time to be </a:t>
            </a:r>
            <a:r>
              <a:rPr lang="en-SG" sz="2600" dirty="0" err="1"/>
              <a:t>ho-ly</a:t>
            </a:r>
            <a:r>
              <a:rPr lang="en-SG" sz="2600" dirty="0"/>
              <a:t>; </a:t>
            </a:r>
          </a:p>
          <a:p>
            <a:r>
              <a:rPr lang="en-SG" sz="2600" dirty="0"/>
              <a:t>The world rush-es on; </a:t>
            </a:r>
          </a:p>
          <a:p>
            <a:r>
              <a:rPr lang="en-SG" sz="2600" dirty="0"/>
              <a:t>Spend much time in se-</a:t>
            </a:r>
            <a:r>
              <a:rPr lang="en-SG" sz="2600" dirty="0" err="1"/>
              <a:t>cret</a:t>
            </a:r>
            <a:r>
              <a:rPr lang="en-SG" sz="2600" dirty="0"/>
              <a:t>, </a:t>
            </a:r>
          </a:p>
          <a:p>
            <a:r>
              <a:rPr lang="en-SG" sz="2600" dirty="0"/>
              <a:t>With Jesus alone-</a:t>
            </a:r>
          </a:p>
          <a:p>
            <a:r>
              <a:rPr lang="en-SG" sz="2600" dirty="0"/>
              <a:t>By look-</a:t>
            </a:r>
            <a:r>
              <a:rPr lang="en-SG" sz="2600" dirty="0" err="1"/>
              <a:t>ing</a:t>
            </a:r>
            <a:r>
              <a:rPr lang="en-SG" sz="2600" dirty="0"/>
              <a:t> to Je-sus, </a:t>
            </a:r>
          </a:p>
          <a:p>
            <a:r>
              <a:rPr lang="en-SG" sz="2600" dirty="0"/>
              <a:t>Like Him Thou shalt be; </a:t>
            </a:r>
          </a:p>
          <a:p>
            <a:r>
              <a:rPr lang="en-SG" sz="2600" dirty="0"/>
              <a:t>Thy friends in Thy con-duct </a:t>
            </a:r>
          </a:p>
          <a:p>
            <a:r>
              <a:rPr lang="en-SG" sz="2600" dirty="0"/>
              <a:t>His like-ness shall see.  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1591610-C50A-7AFC-1904-01C2749D799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8039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0CD4B-A34D-7B12-4F82-2C88C7B47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42259-5CE0-E63E-80CB-E2BABE102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/>
                <a:cs typeface="Segoe UI"/>
              </a:rPr>
              <a:t>Offertory – Hymn No 608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EF4F8E7-BB25-9B43-7C47-ADB128164B53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40F3A-BDD9-03E6-1729-A121EC5BA91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3 of 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192911-14D9-2151-3ABC-D7F3DB482C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B4FEA0-D3AD-964C-0738-3957E71AE572}"/>
              </a:ext>
            </a:extLst>
          </p:cNvPr>
          <p:cNvSpPr txBox="1"/>
          <p:nvPr/>
        </p:nvSpPr>
        <p:spPr>
          <a:xfrm>
            <a:off x="74150" y="788606"/>
            <a:ext cx="5964555" cy="32932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 dirty="0"/>
              <a:t>Take time to be </a:t>
            </a:r>
            <a:r>
              <a:rPr lang="en-SG" sz="2600" dirty="0" err="1"/>
              <a:t>ho-ly</a:t>
            </a:r>
            <a:r>
              <a:rPr lang="en-SG" sz="2600" dirty="0"/>
              <a:t>; </a:t>
            </a:r>
          </a:p>
          <a:p>
            <a:r>
              <a:rPr lang="en-SG" sz="2600" dirty="0"/>
              <a:t>Let Him be Thy Guide; </a:t>
            </a:r>
          </a:p>
          <a:p>
            <a:r>
              <a:rPr lang="en-SG" sz="2600" dirty="0"/>
              <a:t>And run not be-fore Him, </a:t>
            </a:r>
          </a:p>
          <a:p>
            <a:r>
              <a:rPr lang="en-SG" sz="2600" dirty="0"/>
              <a:t>What-</a:t>
            </a:r>
            <a:r>
              <a:rPr lang="en-SG" sz="2600" dirty="0" err="1"/>
              <a:t>ev</a:t>
            </a:r>
            <a:r>
              <a:rPr lang="en-SG" sz="2600" dirty="0"/>
              <a:t>-er be-tide; </a:t>
            </a:r>
          </a:p>
          <a:p>
            <a:r>
              <a:rPr lang="en-SG" sz="2600" dirty="0"/>
              <a:t>In joy or in </a:t>
            </a:r>
            <a:r>
              <a:rPr lang="en-SG" sz="2600" dirty="0" err="1"/>
              <a:t>sor</a:t>
            </a:r>
            <a:r>
              <a:rPr lang="en-SG" sz="2600" dirty="0"/>
              <a:t>-row</a:t>
            </a:r>
          </a:p>
          <a:p>
            <a:r>
              <a:rPr lang="en-SG" sz="2600" dirty="0"/>
              <a:t>Still </a:t>
            </a:r>
            <a:r>
              <a:rPr lang="en-SG" sz="2600" dirty="0" err="1"/>
              <a:t>fol</a:t>
            </a:r>
            <a:r>
              <a:rPr lang="en-SG" sz="2600" dirty="0"/>
              <a:t>-low Thy Lord.</a:t>
            </a:r>
          </a:p>
          <a:p>
            <a:r>
              <a:rPr lang="en-SG" sz="2600" dirty="0"/>
              <a:t>And, look-</a:t>
            </a:r>
            <a:r>
              <a:rPr lang="en-SG" sz="2600" dirty="0" err="1"/>
              <a:t>ing</a:t>
            </a:r>
            <a:r>
              <a:rPr lang="en-SG" sz="2600" dirty="0"/>
              <a:t> to Jes-us, </a:t>
            </a:r>
          </a:p>
          <a:p>
            <a:r>
              <a:rPr lang="en-SG" sz="2600" dirty="0"/>
              <a:t>Still trust in His Word.   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7811CCFC-A86D-0EAF-E21B-DFEDF907505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56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88F09-0387-68D8-107A-4E234660B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6ACAF-8A88-AE64-3A79-7CD80F816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/>
                <a:cs typeface="Segoe UI"/>
              </a:rPr>
              <a:t>Offertory – Hymn No 608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A47EE75-7427-E3C4-4436-6D307A70137E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46F329-B16D-DA14-A30D-6477875EE8C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4 of 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3CEBB6-B2FB-6F82-14EB-39DBA44A01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FC857D-3ABB-B5D4-01D1-7746822DBA89}"/>
              </a:ext>
            </a:extLst>
          </p:cNvPr>
          <p:cNvSpPr txBox="1"/>
          <p:nvPr/>
        </p:nvSpPr>
        <p:spPr>
          <a:xfrm>
            <a:off x="74150" y="788606"/>
            <a:ext cx="5964555" cy="3693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600" dirty="0"/>
              <a:t>Take time to be </a:t>
            </a:r>
            <a:r>
              <a:rPr lang="en-SG" sz="2600" dirty="0" err="1"/>
              <a:t>ho-ly</a:t>
            </a:r>
            <a:r>
              <a:rPr lang="en-SG" sz="2600" dirty="0"/>
              <a:t>, </a:t>
            </a:r>
          </a:p>
          <a:p>
            <a:r>
              <a:rPr lang="en-SG" sz="2600" dirty="0"/>
              <a:t>Be calm in Thy soul; </a:t>
            </a:r>
          </a:p>
          <a:p>
            <a:r>
              <a:rPr lang="en-SG" sz="2600" dirty="0"/>
              <a:t>Each thought and each </a:t>
            </a:r>
            <a:r>
              <a:rPr lang="en-SG" sz="2600" dirty="0" err="1"/>
              <a:t>tem</a:t>
            </a:r>
            <a:r>
              <a:rPr lang="en-SG" sz="2600" dirty="0"/>
              <a:t>-per, </a:t>
            </a:r>
          </a:p>
          <a:p>
            <a:r>
              <a:rPr lang="en-SG" sz="2600" dirty="0"/>
              <a:t>Be-neath His con-troll; </a:t>
            </a:r>
          </a:p>
          <a:p>
            <a:r>
              <a:rPr lang="en-SG" sz="2600" dirty="0"/>
              <a:t>Thus led by His </a:t>
            </a:r>
            <a:r>
              <a:rPr lang="en-SG" sz="2600" dirty="0" err="1"/>
              <a:t>Spi-rit</a:t>
            </a:r>
            <a:endParaRPr lang="en-SG" sz="2600" dirty="0"/>
          </a:p>
          <a:p>
            <a:r>
              <a:rPr lang="en-SG" sz="2600" dirty="0"/>
              <a:t>To </a:t>
            </a:r>
            <a:r>
              <a:rPr lang="en-SG" sz="2600" dirty="0" err="1"/>
              <a:t>foun-tains</a:t>
            </a:r>
            <a:r>
              <a:rPr lang="en-SG" sz="2600" dirty="0"/>
              <a:t> of love. </a:t>
            </a:r>
          </a:p>
          <a:p>
            <a:r>
              <a:rPr lang="en-SG" sz="2600" dirty="0"/>
              <a:t>Thou soon shalt be fit-ted</a:t>
            </a:r>
          </a:p>
          <a:p>
            <a:r>
              <a:rPr lang="en-SG" sz="2600" dirty="0"/>
              <a:t>For ser-vice a—</a:t>
            </a:r>
            <a:r>
              <a:rPr lang="en-SG" sz="2600" dirty="0" err="1"/>
              <a:t>bove</a:t>
            </a:r>
            <a:r>
              <a:rPr lang="en-SG" sz="2600" dirty="0"/>
              <a:t>. </a:t>
            </a:r>
          </a:p>
          <a:p>
            <a:endParaRPr lang="en-SG" sz="260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EAD3ABB2-75DB-6683-F426-8DCE5742D9C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255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20F5E-F4AF-7EF5-7562-4C903EE25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ED5DF-FA89-7837-0B24-ADB6FA730AD2}"/>
              </a:ext>
            </a:extLst>
          </p:cNvPr>
          <p:cNvSpPr txBox="1">
            <a:spLocks/>
          </p:cNvSpPr>
          <p:nvPr/>
        </p:nvSpPr>
        <p:spPr>
          <a:xfrm>
            <a:off x="1009567" y="1163680"/>
            <a:ext cx="7124865" cy="2816139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Christ, the 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co</a:t>
            </a: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</a:rPr>
              <a:t>-</a:t>
            </a:r>
            <a:r>
              <a:rPr lang="en-US" sz="6000" b="1" err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traveller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3572170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2360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127376" y="1742945"/>
            <a:ext cx="6910801" cy="2284511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  <a:latin typeface="Tenorite"/>
              </a:rPr>
              <a:t>Closing Hymn</a:t>
            </a:r>
          </a:p>
          <a:p>
            <a:r>
              <a:rPr lang="en-GB" i="1" dirty="0">
                <a:solidFill>
                  <a:schemeClr val="bg1"/>
                </a:solidFill>
                <a:latin typeface="Tenorite"/>
              </a:rPr>
              <a:t> </a:t>
            </a:r>
            <a:r>
              <a:rPr lang="en-US" sz="3600" i="1" dirty="0">
                <a:solidFill>
                  <a:schemeClr val="bg1"/>
                </a:solidFill>
                <a:latin typeface="Tenorite"/>
              </a:rPr>
              <a:t>Hymn No 524</a:t>
            </a:r>
            <a:endParaRPr lang="en-US" sz="3600" dirty="0">
              <a:solidFill>
                <a:schemeClr val="bg1"/>
              </a:solidFill>
            </a:endParaRPr>
          </a:p>
          <a:p>
            <a:endParaRPr lang="en-US" sz="36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1A977-306D-A1A0-1430-C6484934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B4FD-F767-72BB-F1E7-36E7D681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 sz="2400" dirty="0">
                <a:effectLst/>
                <a:latin typeface="Segoe UI"/>
                <a:ea typeface="Calibri"/>
                <a:cs typeface="Segoe UI"/>
              </a:rPr>
              <a:t>Closing Hymn – </a:t>
            </a:r>
            <a:r>
              <a:rPr lang="en-GB" sz="2400" dirty="0">
                <a:effectLst/>
                <a:latin typeface="Segoe UI"/>
                <a:ea typeface="Calibri"/>
                <a:cs typeface="Segoe UI"/>
              </a:rPr>
              <a:t> </a:t>
            </a:r>
            <a:r>
              <a:rPr lang="en-US" sz="2400" dirty="0">
                <a:solidFill>
                  <a:prstClr val="white"/>
                </a:solidFill>
                <a:cs typeface="Segoe UI"/>
              </a:rPr>
              <a:t>Hymn No </a:t>
            </a:r>
            <a:r>
              <a:rPr lang="en-US" sz="2400" dirty="0"/>
              <a:t>524</a:t>
            </a:r>
            <a:endParaRPr lang="en-US" sz="2400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701C8-2DFC-AC1B-DB61-237A8B2847B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D9EF5-2286-3DE3-F2A3-0055009A2470}"/>
              </a:ext>
            </a:extLst>
          </p:cNvPr>
          <p:cNvSpPr/>
          <p:nvPr/>
        </p:nvSpPr>
        <p:spPr>
          <a:xfrm>
            <a:off x="438346" y="802035"/>
            <a:ext cx="8267307" cy="306237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SG" sz="2800" dirty="0"/>
              <a:t>Guide me, O thou great Je-</a:t>
            </a:r>
            <a:r>
              <a:rPr lang="en-SG" sz="2800" dirty="0" err="1"/>
              <a:t>ho</a:t>
            </a:r>
            <a:r>
              <a:rPr lang="en-SG" sz="2800" dirty="0"/>
              <a:t>-</a:t>
            </a:r>
            <a:r>
              <a:rPr lang="en-SG" sz="2800" dirty="0" err="1"/>
              <a:t>vah</a:t>
            </a:r>
            <a:r>
              <a:rPr lang="en-SG" sz="2800" dirty="0"/>
              <a:t>, </a:t>
            </a:r>
          </a:p>
          <a:p>
            <a:pPr algn="ctr">
              <a:spcAft>
                <a:spcPts val="600"/>
              </a:spcAft>
            </a:pPr>
            <a:r>
              <a:rPr lang="en-SG" sz="2800" dirty="0"/>
              <a:t>Pil-grim through this bar-ren land; </a:t>
            </a:r>
          </a:p>
          <a:p>
            <a:pPr algn="ctr">
              <a:spcAft>
                <a:spcPts val="600"/>
              </a:spcAft>
            </a:pPr>
            <a:r>
              <a:rPr lang="en-SG" sz="2800" dirty="0"/>
              <a:t>I am weak, but Thou art might-ty; </a:t>
            </a:r>
          </a:p>
          <a:p>
            <a:pPr algn="ctr">
              <a:spcAft>
                <a:spcPts val="600"/>
              </a:spcAft>
            </a:pPr>
            <a:r>
              <a:rPr lang="en-SG" sz="2800" dirty="0"/>
              <a:t>Hold me with Thy power-</a:t>
            </a:r>
            <a:r>
              <a:rPr lang="en-SG" sz="2800" dirty="0" err="1"/>
              <a:t>ful</a:t>
            </a:r>
            <a:r>
              <a:rPr lang="en-SG" sz="2800" dirty="0"/>
              <a:t> hand; </a:t>
            </a:r>
          </a:p>
          <a:p>
            <a:pPr algn="ctr">
              <a:spcAft>
                <a:spcPts val="600"/>
              </a:spcAft>
            </a:pPr>
            <a:r>
              <a:rPr lang="en-SG" sz="2800" dirty="0"/>
              <a:t>Bread of </a:t>
            </a:r>
            <a:r>
              <a:rPr lang="en-SG" sz="2800" dirty="0" err="1"/>
              <a:t>hea-ven</a:t>
            </a:r>
            <a:r>
              <a:rPr lang="en-SG" sz="2800" dirty="0"/>
              <a:t>, Bread of </a:t>
            </a:r>
            <a:r>
              <a:rPr lang="en-SG" sz="2800" dirty="0" err="1"/>
              <a:t>hea-ven</a:t>
            </a:r>
            <a:r>
              <a:rPr lang="en-SG" sz="2800" dirty="0"/>
              <a:t> </a:t>
            </a:r>
          </a:p>
          <a:p>
            <a:pPr algn="ctr">
              <a:spcAft>
                <a:spcPts val="600"/>
              </a:spcAft>
            </a:pPr>
            <a:r>
              <a:rPr lang="en-SG" sz="2800" dirty="0"/>
              <a:t>Feed me till I want no more.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7CA167-15CB-A699-20A6-1A67EAD5EF7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Closing Hymn : 1 of 1</a:t>
            </a:r>
          </a:p>
        </p:txBody>
      </p:sp>
    </p:spTree>
    <p:extLst>
      <p:ext uri="{BB962C8B-B14F-4D97-AF65-F5344CB8AC3E}">
        <p14:creationId xmlns:p14="http://schemas.microsoft.com/office/powerpoint/2010/main" val="2170825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5027-9F67-0CC7-D25E-2C11E34F0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58E9C-C22B-84C0-FA8A-A33227064885}"/>
              </a:ext>
            </a:extLst>
          </p:cNvPr>
          <p:cNvSpPr txBox="1">
            <a:spLocks/>
          </p:cNvSpPr>
          <p:nvPr/>
        </p:nvSpPr>
        <p:spPr>
          <a:xfrm>
            <a:off x="1009567" y="1163680"/>
            <a:ext cx="7124865" cy="2816139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Christ, the </a:t>
            </a:r>
            <a:b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</a:b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co</a:t>
            </a: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</a:rPr>
              <a:t>-</a:t>
            </a:r>
            <a:r>
              <a:rPr lang="en-US" sz="6000" b="1" err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traveller</a:t>
            </a:r>
            <a:endParaRPr lang="en-US" sz="6000"/>
          </a:p>
        </p:txBody>
      </p:sp>
    </p:spTree>
    <p:extLst>
      <p:ext uri="{BB962C8B-B14F-4D97-AF65-F5344CB8AC3E}">
        <p14:creationId xmlns:p14="http://schemas.microsoft.com/office/powerpoint/2010/main" val="250826700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</TotalTime>
  <Words>738</Words>
  <Application>Microsoft Office PowerPoint</Application>
  <PresentationFormat>On-screen Show (16:9)</PresentationFormat>
  <Paragraphs>140</Paragraphs>
  <Slides>20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1_Office Theme</vt:lpstr>
      <vt:lpstr>4_Office Theme</vt:lpstr>
      <vt:lpstr>5_Office Theme</vt:lpstr>
      <vt:lpstr>6_Office Theme</vt:lpstr>
      <vt:lpstr>PowerPoint Presentation</vt:lpstr>
      <vt:lpstr>PowerPoint Presentation</vt:lpstr>
      <vt:lpstr>Opening Hymn: Hymn No 112</vt:lpstr>
      <vt:lpstr>Opening Hymn: Hymn No 112</vt:lpstr>
      <vt:lpstr>Opening Hymn: Hymn No 112</vt:lpstr>
      <vt:lpstr>Opening Hymn: Hymn No 112</vt:lpstr>
      <vt:lpstr>PowerPoint Presentation</vt:lpstr>
      <vt:lpstr>PowerPoint Presentation</vt:lpstr>
      <vt:lpstr>Offertory – Hymn No 608</vt:lpstr>
      <vt:lpstr>Offertory – Hymn No 608</vt:lpstr>
      <vt:lpstr>Offertory – Hymn No 608</vt:lpstr>
      <vt:lpstr>Offertory – Hymn No 608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Closing Hymn –  Hymn No 524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Sini Mathew (Dr)</cp:lastModifiedBy>
  <cp:revision>16</cp:revision>
  <dcterms:created xsi:type="dcterms:W3CDTF">2020-09-02T02:55:07Z</dcterms:created>
  <dcterms:modified xsi:type="dcterms:W3CDTF">2025-06-02T04:35:17Z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