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57"/>
  </p:notesMasterIdLst>
  <p:sldIdLst>
    <p:sldId id="1746" r:id="rId7"/>
    <p:sldId id="1727" r:id="rId8"/>
    <p:sldId id="813" r:id="rId9"/>
    <p:sldId id="1766" r:id="rId10"/>
    <p:sldId id="1792" r:id="rId11"/>
    <p:sldId id="1793" r:id="rId12"/>
    <p:sldId id="1794" r:id="rId13"/>
    <p:sldId id="1298" r:id="rId14"/>
    <p:sldId id="821" r:id="rId15"/>
    <p:sldId id="851" r:id="rId16"/>
    <p:sldId id="1318" r:id="rId17"/>
    <p:sldId id="822" r:id="rId18"/>
    <p:sldId id="1795" r:id="rId19"/>
    <p:sldId id="1796" r:id="rId20"/>
    <p:sldId id="1324" r:id="rId21"/>
    <p:sldId id="823" r:id="rId22"/>
    <p:sldId id="824" r:id="rId23"/>
    <p:sldId id="1277" r:id="rId24"/>
    <p:sldId id="1733" r:id="rId25"/>
    <p:sldId id="1388" r:id="rId26"/>
    <p:sldId id="1396" r:id="rId27"/>
    <p:sldId id="1797" r:id="rId28"/>
    <p:sldId id="1798" r:id="rId29"/>
    <p:sldId id="1735" r:id="rId30"/>
    <p:sldId id="1799" r:id="rId31"/>
    <p:sldId id="1800" r:id="rId32"/>
    <p:sldId id="1801" r:id="rId33"/>
    <p:sldId id="1802" r:id="rId34"/>
    <p:sldId id="1803" r:id="rId35"/>
    <p:sldId id="1734" r:id="rId36"/>
    <p:sldId id="1736" r:id="rId37"/>
    <p:sldId id="1808" r:id="rId38"/>
    <p:sldId id="1809" r:id="rId39"/>
    <p:sldId id="949" r:id="rId40"/>
    <p:sldId id="1389" r:id="rId41"/>
    <p:sldId id="1804" r:id="rId42"/>
    <p:sldId id="1805" r:id="rId43"/>
    <p:sldId id="1402" r:id="rId44"/>
    <p:sldId id="1788" r:id="rId45"/>
    <p:sldId id="1806" r:id="rId46"/>
    <p:sldId id="1807" r:id="rId47"/>
    <p:sldId id="1811" r:id="rId48"/>
    <p:sldId id="1810" r:id="rId49"/>
    <p:sldId id="1812" r:id="rId50"/>
    <p:sldId id="1813" r:id="rId51"/>
    <p:sldId id="1731" r:id="rId52"/>
    <p:sldId id="820" r:id="rId53"/>
    <p:sldId id="1201" r:id="rId54"/>
    <p:sldId id="1679" r:id="rId55"/>
    <p:sldId id="1732" r:id="rId5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660A79-C15F-407F-BA90-D73F580CDCE2}" v="3" dt="2025-06-23T01:32:27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005" y="3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microsoft.com/office/2016/11/relationships/changesInfo" Target="changesInfos/changesInfo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61" Type="http://schemas.openxmlformats.org/officeDocument/2006/relationships/theme" Target="theme/theme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microsoft.com/office/2015/10/relationships/revisionInfo" Target="revisionInfo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viewProps" Target="viewProps.xml"/><Relationship Id="rId65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" userId="3875fe58a975fc01" providerId="Windows Live" clId="Web-{80B76886-6C58-6BC6-676B-F9506F97F5FA}"/>
    <pc:docChg chg="modSld">
      <pc:chgData name="Sini Mathew" userId="3875fe58a975fc01" providerId="Windows Live" clId="Web-{80B76886-6C58-6BC6-676B-F9506F97F5FA}" dt="2025-06-24T06:08:46.234" v="61" actId="20577"/>
      <pc:docMkLst>
        <pc:docMk/>
      </pc:docMkLst>
      <pc:sldChg chg="modSp">
        <pc:chgData name="Sini Mathew" userId="3875fe58a975fc01" providerId="Windows Live" clId="Web-{80B76886-6C58-6BC6-676B-F9506F97F5FA}" dt="2025-06-24T06:01:23.926" v="21" actId="20577"/>
        <pc:sldMkLst>
          <pc:docMk/>
          <pc:sldMk cId="3717493800" sldId="821"/>
        </pc:sldMkLst>
        <pc:spChg chg="mod">
          <ac:chgData name="Sini Mathew" userId="3875fe58a975fc01" providerId="Windows Live" clId="Web-{80B76886-6C58-6BC6-676B-F9506F97F5FA}" dt="2025-06-24T06:01:23.926" v="21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">
        <pc:chgData name="Sini Mathew" userId="3875fe58a975fc01" providerId="Windows Live" clId="Web-{80B76886-6C58-6BC6-676B-F9506F97F5FA}" dt="2025-06-24T06:04:36.852" v="49" actId="20577"/>
        <pc:sldMkLst>
          <pc:docMk/>
          <pc:sldMk cId="140346443" sldId="822"/>
        </pc:sldMkLst>
        <pc:spChg chg="mod">
          <ac:chgData name="Sini Mathew" userId="3875fe58a975fc01" providerId="Windows Live" clId="Web-{80B76886-6C58-6BC6-676B-F9506F97F5FA}" dt="2025-06-24T06:04:36.852" v="49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Sini Mathew" userId="3875fe58a975fc01" providerId="Windows Live" clId="Web-{80B76886-6C58-6BC6-676B-F9506F97F5FA}" dt="2025-06-24T06:01:10.613" v="14" actId="20577"/>
        <pc:sldMkLst>
          <pc:docMk/>
          <pc:sldMk cId="2771250690" sldId="851"/>
        </pc:sldMkLst>
        <pc:spChg chg="mod">
          <ac:chgData name="Sini Mathew" userId="3875fe58a975fc01" providerId="Windows Live" clId="Web-{80B76886-6C58-6BC6-676B-F9506F97F5FA}" dt="2025-06-24T06:01:10.613" v="14" actId="20577"/>
          <ac:spMkLst>
            <pc:docMk/>
            <pc:sldMk cId="2771250690" sldId="851"/>
            <ac:spMk id="2" creationId="{00000000-0000-0000-0000-000000000000}"/>
          </ac:spMkLst>
        </pc:spChg>
      </pc:sldChg>
      <pc:sldChg chg="modSp">
        <pc:chgData name="Sini Mathew" userId="3875fe58a975fc01" providerId="Windows Live" clId="Web-{80B76886-6C58-6BC6-676B-F9506F97F5FA}" dt="2025-06-24T06:05:57.604" v="52" actId="20577"/>
        <pc:sldMkLst>
          <pc:docMk/>
          <pc:sldMk cId="1534806361" sldId="1796"/>
        </pc:sldMkLst>
        <pc:spChg chg="mod">
          <ac:chgData name="Sini Mathew" userId="3875fe58a975fc01" providerId="Windows Live" clId="Web-{80B76886-6C58-6BC6-676B-F9506F97F5FA}" dt="2025-06-24T06:05:57.604" v="52" actId="20577"/>
          <ac:spMkLst>
            <pc:docMk/>
            <pc:sldMk cId="1534806361" sldId="1796"/>
            <ac:spMk id="10" creationId="{4108F458-BDBE-0AD1-8271-4CAD9CA63334}"/>
          </ac:spMkLst>
        </pc:spChg>
      </pc:sldChg>
      <pc:sldChg chg="modSp">
        <pc:chgData name="Sini Mathew" userId="3875fe58a975fc01" providerId="Windows Live" clId="Web-{80B76886-6C58-6BC6-676B-F9506F97F5FA}" dt="2025-06-24T06:08:46.234" v="61" actId="20577"/>
        <pc:sldMkLst>
          <pc:docMk/>
          <pc:sldMk cId="1975127801" sldId="1809"/>
        </pc:sldMkLst>
        <pc:spChg chg="mod">
          <ac:chgData name="Sini Mathew" userId="3875fe58a975fc01" providerId="Windows Live" clId="Web-{80B76886-6C58-6BC6-676B-F9506F97F5FA}" dt="2025-06-24T06:08:46.234" v="61" actId="20577"/>
          <ac:spMkLst>
            <pc:docMk/>
            <pc:sldMk cId="1975127801" sldId="1809"/>
            <ac:spMk id="12" creationId="{960D4BC8-092F-51C8-BC8A-B3AA3A07B32C}"/>
          </ac:spMkLst>
        </pc:spChg>
      </pc:sldChg>
    </pc:docChg>
  </pc:docChgLst>
  <pc:docChgLst>
    <pc:chgData name="Dave Shejo" userId="cc323264158ce297" providerId="Windows Live" clId="Web-{3747F830-AB5F-970C-2704-312D20368EE1}"/>
    <pc:docChg chg="addSld delSld modSld">
      <pc:chgData name="Dave Shejo" userId="cc323264158ce297" providerId="Windows Live" clId="Web-{3747F830-AB5F-970C-2704-312D20368EE1}" dt="2025-06-24T02:54:56.619" v="172" actId="20577"/>
      <pc:docMkLst>
        <pc:docMk/>
      </pc:docMkLst>
      <pc:sldChg chg="modSp">
        <pc:chgData name="Dave Shejo" userId="cc323264158ce297" providerId="Windows Live" clId="Web-{3747F830-AB5F-970C-2704-312D20368EE1}" dt="2025-06-24T02:22:34.423" v="19" actId="20577"/>
        <pc:sldMkLst>
          <pc:docMk/>
          <pc:sldMk cId="2771250690" sldId="851"/>
        </pc:sldMkLst>
        <pc:spChg chg="mod">
          <ac:chgData name="Dave Shejo" userId="cc323264158ce297" providerId="Windows Live" clId="Web-{3747F830-AB5F-970C-2704-312D20368EE1}" dt="2025-06-24T02:22:34.423" v="19" actId="20577"/>
          <ac:spMkLst>
            <pc:docMk/>
            <pc:sldMk cId="2771250690" sldId="851"/>
            <ac:spMk id="2" creationId="{00000000-0000-0000-0000-000000000000}"/>
          </ac:spMkLst>
        </pc:spChg>
      </pc:sldChg>
      <pc:sldChg chg="modSp">
        <pc:chgData name="Dave Shejo" userId="cc323264158ce297" providerId="Windows Live" clId="Web-{3747F830-AB5F-970C-2704-312D20368EE1}" dt="2025-06-24T02:12:26.781" v="11" actId="20577"/>
        <pc:sldMkLst>
          <pc:docMk/>
          <pc:sldMk cId="2170825706" sldId="1679"/>
        </pc:sldMkLst>
        <pc:spChg chg="mod">
          <ac:chgData name="Dave Shejo" userId="cc323264158ce297" providerId="Windows Live" clId="Web-{3747F830-AB5F-970C-2704-312D20368EE1}" dt="2025-06-24T02:12:26.781" v="11" actId="20577"/>
          <ac:spMkLst>
            <pc:docMk/>
            <pc:sldMk cId="2170825706" sldId="1679"/>
            <ac:spMk id="2" creationId="{F1F5B4FD-F767-72BB-F1E7-36E7D6814CE8}"/>
          </ac:spMkLst>
        </pc:spChg>
      </pc:sldChg>
      <pc:sldChg chg="modSp">
        <pc:chgData name="Dave Shejo" userId="cc323264158ce297" providerId="Windows Live" clId="Web-{3747F830-AB5F-970C-2704-312D20368EE1}" dt="2025-06-24T02:46:54.574" v="98" actId="20577"/>
        <pc:sldMkLst>
          <pc:docMk/>
          <pc:sldMk cId="238183944" sldId="1736"/>
        </pc:sldMkLst>
        <pc:spChg chg="mod">
          <ac:chgData name="Dave Shejo" userId="cc323264158ce297" providerId="Windows Live" clId="Web-{3747F830-AB5F-970C-2704-312D20368EE1}" dt="2025-06-24T02:46:54.574" v="98" actId="20577"/>
          <ac:spMkLst>
            <pc:docMk/>
            <pc:sldMk cId="238183944" sldId="1736"/>
            <ac:spMk id="4" creationId="{6ADC4A3A-E057-96AD-F3D7-4CD355656C7E}"/>
          </ac:spMkLst>
        </pc:spChg>
      </pc:sldChg>
      <pc:sldChg chg="modSp">
        <pc:chgData name="Dave Shejo" userId="cc323264158ce297" providerId="Windows Live" clId="Web-{3747F830-AB5F-970C-2704-312D20368EE1}" dt="2025-06-24T02:54:16.509" v="166" actId="20577"/>
        <pc:sldMkLst>
          <pc:docMk/>
          <pc:sldMk cId="2374215211" sldId="1788"/>
        </pc:sldMkLst>
        <pc:spChg chg="mod">
          <ac:chgData name="Dave Shejo" userId="cc323264158ce297" providerId="Windows Live" clId="Web-{3747F830-AB5F-970C-2704-312D20368EE1}" dt="2025-06-24T02:54:16.509" v="166" actId="20577"/>
          <ac:spMkLst>
            <pc:docMk/>
            <pc:sldMk cId="2374215211" sldId="1788"/>
            <ac:spMk id="5" creationId="{38D12105-4609-3D02-0584-9524569291D5}"/>
          </ac:spMkLst>
        </pc:spChg>
      </pc:sldChg>
      <pc:sldChg chg="modSp">
        <pc:chgData name="Dave Shejo" userId="cc323264158ce297" providerId="Windows Live" clId="Web-{3747F830-AB5F-970C-2704-312D20368EE1}" dt="2025-06-24T02:52:40.709" v="153" actId="20577"/>
        <pc:sldMkLst>
          <pc:docMk/>
          <pc:sldMk cId="2208677888" sldId="1799"/>
        </pc:sldMkLst>
        <pc:spChg chg="mod">
          <ac:chgData name="Dave Shejo" userId="cc323264158ce297" providerId="Windows Live" clId="Web-{3747F830-AB5F-970C-2704-312D20368EE1}" dt="2025-06-24T02:52:40.709" v="153" actId="20577"/>
          <ac:spMkLst>
            <pc:docMk/>
            <pc:sldMk cId="2208677888" sldId="1799"/>
            <ac:spMk id="4" creationId="{1FC0B96E-B512-4563-1177-932F7F2E7719}"/>
          </ac:spMkLst>
        </pc:spChg>
      </pc:sldChg>
      <pc:sldChg chg="modSp">
        <pc:chgData name="Dave Shejo" userId="cc323264158ce297" providerId="Windows Live" clId="Web-{3747F830-AB5F-970C-2704-312D20368EE1}" dt="2025-06-24T02:52:48.069" v="156" actId="20577"/>
        <pc:sldMkLst>
          <pc:docMk/>
          <pc:sldMk cId="3053905105" sldId="1800"/>
        </pc:sldMkLst>
        <pc:spChg chg="mod">
          <ac:chgData name="Dave Shejo" userId="cc323264158ce297" providerId="Windows Live" clId="Web-{3747F830-AB5F-970C-2704-312D20368EE1}" dt="2025-06-24T02:52:48.069" v="156" actId="20577"/>
          <ac:spMkLst>
            <pc:docMk/>
            <pc:sldMk cId="3053905105" sldId="1800"/>
            <ac:spMk id="4" creationId="{AB659026-4A8B-48BD-E55F-921D734F1AEA}"/>
          </ac:spMkLst>
        </pc:spChg>
      </pc:sldChg>
      <pc:sldChg chg="modSp">
        <pc:chgData name="Dave Shejo" userId="cc323264158ce297" providerId="Windows Live" clId="Web-{3747F830-AB5F-970C-2704-312D20368EE1}" dt="2025-06-24T02:52:55.709" v="161" actId="20577"/>
        <pc:sldMkLst>
          <pc:docMk/>
          <pc:sldMk cId="570147137" sldId="1801"/>
        </pc:sldMkLst>
        <pc:spChg chg="mod">
          <ac:chgData name="Dave Shejo" userId="cc323264158ce297" providerId="Windows Live" clId="Web-{3747F830-AB5F-970C-2704-312D20368EE1}" dt="2025-06-24T02:52:55.709" v="161" actId="20577"/>
          <ac:spMkLst>
            <pc:docMk/>
            <pc:sldMk cId="570147137" sldId="1801"/>
            <ac:spMk id="4" creationId="{60522C75-04F4-CDE9-407C-731FB4279A79}"/>
          </ac:spMkLst>
        </pc:spChg>
      </pc:sldChg>
      <pc:sldChg chg="modSp">
        <pc:chgData name="Dave Shejo" userId="cc323264158ce297" providerId="Windows Live" clId="Web-{3747F830-AB5F-970C-2704-312D20368EE1}" dt="2025-06-24T02:53:01.553" v="163" actId="20577"/>
        <pc:sldMkLst>
          <pc:docMk/>
          <pc:sldMk cId="553399454" sldId="1802"/>
        </pc:sldMkLst>
        <pc:spChg chg="mod">
          <ac:chgData name="Dave Shejo" userId="cc323264158ce297" providerId="Windows Live" clId="Web-{3747F830-AB5F-970C-2704-312D20368EE1}" dt="2025-06-24T02:53:01.553" v="163" actId="20577"/>
          <ac:spMkLst>
            <pc:docMk/>
            <pc:sldMk cId="553399454" sldId="1802"/>
            <ac:spMk id="4" creationId="{CC8BBAB2-20DC-4C31-6635-70EFC6480EED}"/>
          </ac:spMkLst>
        </pc:spChg>
      </pc:sldChg>
      <pc:sldChg chg="modSp">
        <pc:chgData name="Dave Shejo" userId="cc323264158ce297" providerId="Windows Live" clId="Web-{3747F830-AB5F-970C-2704-312D20368EE1}" dt="2025-06-24T02:53:05.491" v="165" actId="20577"/>
        <pc:sldMkLst>
          <pc:docMk/>
          <pc:sldMk cId="2730300172" sldId="1803"/>
        </pc:sldMkLst>
        <pc:spChg chg="mod">
          <ac:chgData name="Dave Shejo" userId="cc323264158ce297" providerId="Windows Live" clId="Web-{3747F830-AB5F-970C-2704-312D20368EE1}" dt="2025-06-24T02:53:05.491" v="165" actId="20577"/>
          <ac:spMkLst>
            <pc:docMk/>
            <pc:sldMk cId="2730300172" sldId="1803"/>
            <ac:spMk id="4" creationId="{6C1A7358-75D0-F69F-9DD9-084B7AFD3C8C}"/>
          </ac:spMkLst>
        </pc:spChg>
      </pc:sldChg>
      <pc:sldChg chg="modSp">
        <pc:chgData name="Dave Shejo" userId="cc323264158ce297" providerId="Windows Live" clId="Web-{3747F830-AB5F-970C-2704-312D20368EE1}" dt="2025-06-24T02:54:21.290" v="167" actId="20577"/>
        <pc:sldMkLst>
          <pc:docMk/>
          <pc:sldMk cId="2218811496" sldId="1806"/>
        </pc:sldMkLst>
        <pc:spChg chg="mod">
          <ac:chgData name="Dave Shejo" userId="cc323264158ce297" providerId="Windows Live" clId="Web-{3747F830-AB5F-970C-2704-312D20368EE1}" dt="2025-06-24T02:54:21.290" v="167" actId="20577"/>
          <ac:spMkLst>
            <pc:docMk/>
            <pc:sldMk cId="2218811496" sldId="1806"/>
            <ac:spMk id="5" creationId="{46B1198D-2425-1265-F08D-4E1EB82AEAF0}"/>
          </ac:spMkLst>
        </pc:spChg>
      </pc:sldChg>
      <pc:sldChg chg="addSp delSp modSp">
        <pc:chgData name="Dave Shejo" userId="cc323264158ce297" providerId="Windows Live" clId="Web-{3747F830-AB5F-970C-2704-312D20368EE1}" dt="2025-06-24T02:54:26.446" v="168" actId="20577"/>
        <pc:sldMkLst>
          <pc:docMk/>
          <pc:sldMk cId="216334578" sldId="1807"/>
        </pc:sldMkLst>
        <pc:spChg chg="add del mod">
          <ac:chgData name="Dave Shejo" userId="cc323264158ce297" providerId="Windows Live" clId="Web-{3747F830-AB5F-970C-2704-312D20368EE1}" dt="2025-06-24T02:22:45.814" v="23"/>
          <ac:spMkLst>
            <pc:docMk/>
            <pc:sldMk cId="216334578" sldId="1807"/>
            <ac:spMk id="3" creationId="{8B68973D-D672-99D0-2117-AA3BD80192AA}"/>
          </ac:spMkLst>
        </pc:spChg>
        <pc:spChg chg="mod">
          <ac:chgData name="Dave Shejo" userId="cc323264158ce297" providerId="Windows Live" clId="Web-{3747F830-AB5F-970C-2704-312D20368EE1}" dt="2025-06-24T02:54:26.446" v="168" actId="20577"/>
          <ac:spMkLst>
            <pc:docMk/>
            <pc:sldMk cId="216334578" sldId="1807"/>
            <ac:spMk id="5" creationId="{4884BA82-59DE-D1B1-6676-D00F45948016}"/>
          </ac:spMkLst>
        </pc:spChg>
      </pc:sldChg>
      <pc:sldChg chg="modSp">
        <pc:chgData name="Dave Shejo" userId="cc323264158ce297" providerId="Windows Live" clId="Web-{3747F830-AB5F-970C-2704-312D20368EE1}" dt="2025-06-24T02:46:59.902" v="99" actId="20577"/>
        <pc:sldMkLst>
          <pc:docMk/>
          <pc:sldMk cId="2131533244" sldId="1808"/>
        </pc:sldMkLst>
        <pc:spChg chg="mod">
          <ac:chgData name="Dave Shejo" userId="cc323264158ce297" providerId="Windows Live" clId="Web-{3747F830-AB5F-970C-2704-312D20368EE1}" dt="2025-06-24T02:46:59.902" v="99" actId="20577"/>
          <ac:spMkLst>
            <pc:docMk/>
            <pc:sldMk cId="2131533244" sldId="1808"/>
            <ac:spMk id="4" creationId="{0C45E70D-BA15-313F-755A-6B3823D39156}"/>
          </ac:spMkLst>
        </pc:spChg>
      </pc:sldChg>
      <pc:sldChg chg="modSp add replId">
        <pc:chgData name="Dave Shejo" userId="cc323264158ce297" providerId="Windows Live" clId="Web-{3747F830-AB5F-970C-2704-312D20368EE1}" dt="2025-06-24T02:47:06.184" v="103" actId="20577"/>
        <pc:sldMkLst>
          <pc:docMk/>
          <pc:sldMk cId="1975127801" sldId="1809"/>
        </pc:sldMkLst>
        <pc:spChg chg="mod">
          <ac:chgData name="Dave Shejo" userId="cc323264158ce297" providerId="Windows Live" clId="Web-{3747F830-AB5F-970C-2704-312D20368EE1}" dt="2025-06-24T02:47:06.184" v="103" actId="20577"/>
          <ac:spMkLst>
            <pc:docMk/>
            <pc:sldMk cId="1975127801" sldId="1809"/>
            <ac:spMk id="4" creationId="{5E72DEE2-33D8-6F1A-B5CB-D02EE7040646}"/>
          </ac:spMkLst>
        </pc:spChg>
        <pc:spChg chg="mod">
          <ac:chgData name="Dave Shejo" userId="cc323264158ce297" providerId="Windows Live" clId="Web-{3747F830-AB5F-970C-2704-312D20368EE1}" dt="2025-06-24T02:46:48.386" v="97" actId="20577"/>
          <ac:spMkLst>
            <pc:docMk/>
            <pc:sldMk cId="1975127801" sldId="1809"/>
            <ac:spMk id="12" creationId="{960D4BC8-092F-51C8-BC8A-B3AA3A07B32C}"/>
          </ac:spMkLst>
        </pc:spChg>
      </pc:sldChg>
      <pc:sldChg chg="modSp add replId">
        <pc:chgData name="Dave Shejo" userId="cc323264158ce297" providerId="Windows Live" clId="Web-{3747F830-AB5F-970C-2704-312D20368EE1}" dt="2025-06-24T02:54:46.994" v="170" actId="20577"/>
        <pc:sldMkLst>
          <pc:docMk/>
          <pc:sldMk cId="1412281853" sldId="1810"/>
        </pc:sldMkLst>
        <pc:spChg chg="mod">
          <ac:chgData name="Dave Shejo" userId="cc323264158ce297" providerId="Windows Live" clId="Web-{3747F830-AB5F-970C-2704-312D20368EE1}" dt="2025-06-24T02:34:36.475" v="48" actId="20577"/>
          <ac:spMkLst>
            <pc:docMk/>
            <pc:sldMk cId="1412281853" sldId="1810"/>
            <ac:spMk id="2" creationId="{EE551E42-B367-4E7B-A7AA-9CAF18F352B5}"/>
          </ac:spMkLst>
        </pc:spChg>
        <pc:spChg chg="mod">
          <ac:chgData name="Dave Shejo" userId="cc323264158ce297" providerId="Windows Live" clId="Web-{3747F830-AB5F-970C-2704-312D20368EE1}" dt="2025-06-24T02:54:46.994" v="170" actId="20577"/>
          <ac:spMkLst>
            <pc:docMk/>
            <pc:sldMk cId="1412281853" sldId="1810"/>
            <ac:spMk id="3" creationId="{9B1ED66C-CBD5-5F2F-0AD5-26092D9FDF59}"/>
          </ac:spMkLst>
        </pc:spChg>
        <pc:spChg chg="mod">
          <ac:chgData name="Dave Shejo" userId="cc323264158ce297" providerId="Windows Live" clId="Web-{3747F830-AB5F-970C-2704-312D20368EE1}" dt="2025-06-24T02:36:20.619" v="86" actId="20577"/>
          <ac:spMkLst>
            <pc:docMk/>
            <pc:sldMk cId="1412281853" sldId="1810"/>
            <ac:spMk id="5" creationId="{F7F84C0F-3FC9-3928-D5AB-FE57AAC7C2FF}"/>
          </ac:spMkLst>
        </pc:spChg>
      </pc:sldChg>
      <pc:sldChg chg="add del replId">
        <pc:chgData name="Dave Shejo" userId="cc323264158ce297" providerId="Windows Live" clId="Web-{3747F830-AB5F-970C-2704-312D20368EE1}" dt="2025-06-24T02:34:07.443" v="39"/>
        <pc:sldMkLst>
          <pc:docMk/>
          <pc:sldMk cId="1334927582" sldId="1811"/>
        </pc:sldMkLst>
      </pc:sldChg>
      <pc:sldChg chg="modSp add replId">
        <pc:chgData name="Dave Shejo" userId="cc323264158ce297" providerId="Windows Live" clId="Web-{3747F830-AB5F-970C-2704-312D20368EE1}" dt="2025-06-24T02:34:51.835" v="60" actId="20577"/>
        <pc:sldMkLst>
          <pc:docMk/>
          <pc:sldMk cId="2344477987" sldId="1811"/>
        </pc:sldMkLst>
        <pc:spChg chg="mod">
          <ac:chgData name="Dave Shejo" userId="cc323264158ce297" providerId="Windows Live" clId="Web-{3747F830-AB5F-970C-2704-312D20368EE1}" dt="2025-06-24T02:34:51.835" v="60" actId="20577"/>
          <ac:spMkLst>
            <pc:docMk/>
            <pc:sldMk cId="2344477987" sldId="1811"/>
            <ac:spMk id="2" creationId="{9CAF052C-00F0-A767-23FC-124413CC0A68}"/>
          </ac:spMkLst>
        </pc:spChg>
      </pc:sldChg>
      <pc:sldChg chg="modSp add del replId">
        <pc:chgData name="Dave Shejo" userId="cc323264158ce297" providerId="Windows Live" clId="Web-{3747F830-AB5F-970C-2704-312D20368EE1}" dt="2025-06-24T02:34:04.005" v="38"/>
        <pc:sldMkLst>
          <pc:docMk/>
          <pc:sldMk cId="1026258804" sldId="1812"/>
        </pc:sldMkLst>
        <pc:spChg chg="mod">
          <ac:chgData name="Dave Shejo" userId="cc323264158ce297" providerId="Windows Live" clId="Web-{3747F830-AB5F-970C-2704-312D20368EE1}" dt="2025-06-24T02:34:03.068" v="37"/>
          <ac:spMkLst>
            <pc:docMk/>
            <pc:sldMk cId="1026258804" sldId="1812"/>
            <ac:spMk id="5" creationId="{0C827F2C-8FA7-705F-DF17-B3567D529B63}"/>
          </ac:spMkLst>
        </pc:spChg>
      </pc:sldChg>
      <pc:sldChg chg="modSp add replId">
        <pc:chgData name="Dave Shejo" userId="cc323264158ce297" providerId="Windows Live" clId="Web-{3747F830-AB5F-970C-2704-312D20368EE1}" dt="2025-06-24T02:54:52.635" v="171" actId="20577"/>
        <pc:sldMkLst>
          <pc:docMk/>
          <pc:sldMk cId="2679454087" sldId="1812"/>
        </pc:sldMkLst>
        <pc:spChg chg="mod">
          <ac:chgData name="Dave Shejo" userId="cc323264158ce297" providerId="Windows Live" clId="Web-{3747F830-AB5F-970C-2704-312D20368EE1}" dt="2025-06-24T02:54:52.635" v="171" actId="20577"/>
          <ac:spMkLst>
            <pc:docMk/>
            <pc:sldMk cId="2679454087" sldId="1812"/>
            <ac:spMk id="3" creationId="{EC6D563F-B676-35B2-31D3-4F22EF9E7B59}"/>
          </ac:spMkLst>
        </pc:spChg>
        <pc:spChg chg="mod">
          <ac:chgData name="Dave Shejo" userId="cc323264158ce297" providerId="Windows Live" clId="Web-{3747F830-AB5F-970C-2704-312D20368EE1}" dt="2025-06-24T02:36:07.009" v="82" actId="20577"/>
          <ac:spMkLst>
            <pc:docMk/>
            <pc:sldMk cId="2679454087" sldId="1812"/>
            <ac:spMk id="5" creationId="{EE43EECD-7E33-9DA0-A563-C8BF46033DC7}"/>
          </ac:spMkLst>
        </pc:spChg>
      </pc:sldChg>
      <pc:sldChg chg="modSp add replId">
        <pc:chgData name="Dave Shejo" userId="cc323264158ce297" providerId="Windows Live" clId="Web-{3747F830-AB5F-970C-2704-312D20368EE1}" dt="2025-06-24T02:54:56.619" v="172" actId="20577"/>
        <pc:sldMkLst>
          <pc:docMk/>
          <pc:sldMk cId="4192672110" sldId="1813"/>
        </pc:sldMkLst>
        <pc:spChg chg="mod">
          <ac:chgData name="Dave Shejo" userId="cc323264158ce297" providerId="Windows Live" clId="Web-{3747F830-AB5F-970C-2704-312D20368EE1}" dt="2025-06-24T02:54:56.619" v="172" actId="20577"/>
          <ac:spMkLst>
            <pc:docMk/>
            <pc:sldMk cId="4192672110" sldId="1813"/>
            <ac:spMk id="3" creationId="{DE6ABF27-C9A1-7917-2836-1C479E860662}"/>
          </ac:spMkLst>
        </pc:spChg>
        <pc:spChg chg="mod">
          <ac:chgData name="Dave Shejo" userId="cc323264158ce297" providerId="Windows Live" clId="Web-{3747F830-AB5F-970C-2704-312D20368EE1}" dt="2025-06-24T02:36:58.510" v="95" actId="20577"/>
          <ac:spMkLst>
            <pc:docMk/>
            <pc:sldMk cId="4192672110" sldId="1813"/>
            <ac:spMk id="5" creationId="{A4D3651A-7631-50F8-4780-1B7AC09EB43D}"/>
          </ac:spMkLst>
        </pc:spChg>
      </pc:sldChg>
    </pc:docChg>
  </pc:docChgLst>
  <pc:docChgLst>
    <pc:chgData name="Sini Mathew" userId="3875fe58a975fc01" providerId="Windows Live" clId="Web-{DFF004CF-C56E-BF70-3D58-815B2FFCBA7E}"/>
    <pc:docChg chg="modSld">
      <pc:chgData name="Sini Mathew" userId="3875fe58a975fc01" providerId="Windows Live" clId="Web-{DFF004CF-C56E-BF70-3D58-815B2FFCBA7E}" dt="2025-06-23T03:49:12.522" v="30" actId="1076"/>
      <pc:docMkLst>
        <pc:docMk/>
      </pc:docMkLst>
      <pc:sldChg chg="modSp">
        <pc:chgData name="Sini Mathew" userId="3875fe58a975fc01" providerId="Windows Live" clId="Web-{DFF004CF-C56E-BF70-3D58-815B2FFCBA7E}" dt="2025-06-23T03:48:55.600" v="20" actId="1076"/>
        <pc:sldMkLst>
          <pc:docMk/>
          <pc:sldMk cId="3178306836" sldId="1792"/>
        </pc:sldMkLst>
        <pc:spChg chg="mod">
          <ac:chgData name="Sini Mathew" userId="3875fe58a975fc01" providerId="Windows Live" clId="Web-{DFF004CF-C56E-BF70-3D58-815B2FFCBA7E}" dt="2025-06-23T03:48:55.600" v="20" actId="1076"/>
          <ac:spMkLst>
            <pc:docMk/>
            <pc:sldMk cId="3178306836" sldId="1792"/>
            <ac:spMk id="7" creationId="{0E6C1CD3-801B-8BFC-B490-EEBD3023FFDB}"/>
          </ac:spMkLst>
        </pc:spChg>
      </pc:sldChg>
      <pc:sldChg chg="modSp">
        <pc:chgData name="Sini Mathew" userId="3875fe58a975fc01" providerId="Windows Live" clId="Web-{DFF004CF-C56E-BF70-3D58-815B2FFCBA7E}" dt="2025-06-23T03:48:26.052" v="10" actId="1076"/>
        <pc:sldMkLst>
          <pc:docMk/>
          <pc:sldMk cId="2954902843" sldId="1793"/>
        </pc:sldMkLst>
        <pc:spChg chg="mod">
          <ac:chgData name="Sini Mathew" userId="3875fe58a975fc01" providerId="Windows Live" clId="Web-{DFF004CF-C56E-BF70-3D58-815B2FFCBA7E}" dt="2025-06-23T03:48:26.052" v="10" actId="1076"/>
          <ac:spMkLst>
            <pc:docMk/>
            <pc:sldMk cId="2954902843" sldId="1793"/>
            <ac:spMk id="7" creationId="{4C582DA2-1997-F609-0167-81CF9BB774FB}"/>
          </ac:spMkLst>
        </pc:spChg>
      </pc:sldChg>
      <pc:sldChg chg="modSp">
        <pc:chgData name="Sini Mathew" userId="3875fe58a975fc01" providerId="Windows Live" clId="Web-{DFF004CF-C56E-BF70-3D58-815B2FFCBA7E}" dt="2025-06-23T03:49:12.522" v="30" actId="1076"/>
        <pc:sldMkLst>
          <pc:docMk/>
          <pc:sldMk cId="2289629979" sldId="1794"/>
        </pc:sldMkLst>
        <pc:spChg chg="mod">
          <ac:chgData name="Sini Mathew" userId="3875fe58a975fc01" providerId="Windows Live" clId="Web-{DFF004CF-C56E-BF70-3D58-815B2FFCBA7E}" dt="2025-06-23T03:49:12.522" v="30" actId="1076"/>
          <ac:spMkLst>
            <pc:docMk/>
            <pc:sldMk cId="2289629979" sldId="1794"/>
            <ac:spMk id="7" creationId="{E58565E5-70C3-4944-B29B-7E143019B7E9}"/>
          </ac:spMkLst>
        </pc:spChg>
      </pc:sldChg>
    </pc:docChg>
  </pc:docChgLst>
  <pc:docChgLst>
    <pc:chgData name="Dave Shejo" userId="cc323264158ce297" providerId="Windows Live" clId="Web-{EB3256F2-970F-C06E-5BCC-1515FB0962C7}"/>
    <pc:docChg chg="addSld delSld modSld">
      <pc:chgData name="Dave Shejo" userId="cc323264158ce297" providerId="Windows Live" clId="Web-{EB3256F2-970F-C06E-5BCC-1515FB0962C7}" dt="2025-06-23T03:55:50.649" v="64" actId="1076"/>
      <pc:docMkLst>
        <pc:docMk/>
      </pc:docMkLst>
      <pc:sldChg chg="modSp">
        <pc:chgData name="Dave Shejo" userId="cc323264158ce297" providerId="Windows Live" clId="Web-{EB3256F2-970F-C06E-5BCC-1515FB0962C7}" dt="2025-06-23T03:36:22.291" v="1" actId="20577"/>
        <pc:sldMkLst>
          <pc:docMk/>
          <pc:sldMk cId="717388547" sldId="813"/>
        </pc:sldMkLst>
        <pc:spChg chg="mod">
          <ac:chgData name="Dave Shejo" userId="cc323264158ce297" providerId="Windows Live" clId="Web-{EB3256F2-970F-C06E-5BCC-1515FB0962C7}" dt="2025-06-23T03:36:22.291" v="1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">
        <pc:chgData name="Dave Shejo" userId="cc323264158ce297" providerId="Windows Live" clId="Web-{EB3256F2-970F-C06E-5BCC-1515FB0962C7}" dt="2025-06-23T03:39:19.320" v="15" actId="20577"/>
        <pc:sldMkLst>
          <pc:docMk/>
          <pc:sldMk cId="1416329417" sldId="949"/>
        </pc:sldMkLst>
        <pc:spChg chg="mod">
          <ac:chgData name="Dave Shejo" userId="cc323264158ce297" providerId="Windows Live" clId="Web-{EB3256F2-970F-C06E-5BCC-1515FB0962C7}" dt="2025-06-23T03:39:19.320" v="15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">
        <pc:chgData name="Dave Shejo" userId="cc323264158ce297" providerId="Windows Live" clId="Web-{EB3256F2-970F-C06E-5BCC-1515FB0962C7}" dt="2025-06-23T03:38:16.253" v="6" actId="20577"/>
        <pc:sldMkLst>
          <pc:docMk/>
          <pc:sldMk cId="858007124" sldId="1277"/>
        </pc:sldMkLst>
        <pc:spChg chg="mod">
          <ac:chgData name="Dave Shejo" userId="cc323264158ce297" providerId="Windows Live" clId="Web-{EB3256F2-970F-C06E-5BCC-1515FB0962C7}" dt="2025-06-23T03:38:16.253" v="6" actId="20577"/>
          <ac:spMkLst>
            <pc:docMk/>
            <pc:sldMk cId="858007124" sldId="1277"/>
            <ac:spMk id="2" creationId="{1DA63A6A-450D-4603-B02C-80F270CA1D46}"/>
          </ac:spMkLst>
        </pc:spChg>
      </pc:sldChg>
      <pc:sldChg chg="modSp">
        <pc:chgData name="Dave Shejo" userId="cc323264158ce297" providerId="Windows Live" clId="Web-{EB3256F2-970F-C06E-5BCC-1515FB0962C7}" dt="2025-06-23T03:36:13.400" v="0" actId="20577"/>
        <pc:sldMkLst>
          <pc:docMk/>
          <pc:sldMk cId="1217883548" sldId="1318"/>
        </pc:sldMkLst>
        <pc:spChg chg="mod">
          <ac:chgData name="Dave Shejo" userId="cc323264158ce297" providerId="Windows Live" clId="Web-{EB3256F2-970F-C06E-5BCC-1515FB0962C7}" dt="2025-06-23T03:36:13.400" v="0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">
        <pc:chgData name="Dave Shejo" userId="cc323264158ce297" providerId="Windows Live" clId="Web-{EB3256F2-970F-C06E-5BCC-1515FB0962C7}" dt="2025-06-23T03:39:26.570" v="16" actId="20577"/>
        <pc:sldMkLst>
          <pc:docMk/>
          <pc:sldMk cId="397177493" sldId="1389"/>
        </pc:sldMkLst>
        <pc:spChg chg="mod">
          <ac:chgData name="Dave Shejo" userId="cc323264158ce297" providerId="Windows Live" clId="Web-{EB3256F2-970F-C06E-5BCC-1515FB0962C7}" dt="2025-06-23T03:39:26.570" v="16" actId="20577"/>
          <ac:spMkLst>
            <pc:docMk/>
            <pc:sldMk cId="397177493" sldId="1389"/>
            <ac:spMk id="2" creationId="{00000000-0000-0000-0000-000000000000}"/>
          </ac:spMkLst>
        </pc:spChg>
      </pc:sldChg>
      <pc:sldChg chg="modSp">
        <pc:chgData name="Dave Shejo" userId="cc323264158ce297" providerId="Windows Live" clId="Web-{EB3256F2-970F-C06E-5BCC-1515FB0962C7}" dt="2025-06-23T03:43:09.008" v="20" actId="20577"/>
        <pc:sldMkLst>
          <pc:docMk/>
          <pc:sldMk cId="2170825706" sldId="1679"/>
        </pc:sldMkLst>
        <pc:spChg chg="mod">
          <ac:chgData name="Dave Shejo" userId="cc323264158ce297" providerId="Windows Live" clId="Web-{EB3256F2-970F-C06E-5BCC-1515FB0962C7}" dt="2025-06-23T03:43:09.008" v="20" actId="20577"/>
          <ac:spMkLst>
            <pc:docMk/>
            <pc:sldMk cId="2170825706" sldId="1679"/>
            <ac:spMk id="2" creationId="{F1F5B4FD-F767-72BB-F1E7-36E7D6814CE8}"/>
          </ac:spMkLst>
        </pc:spChg>
      </pc:sldChg>
      <pc:sldChg chg="modSp">
        <pc:chgData name="Dave Shejo" userId="cc323264158ce297" providerId="Windows Live" clId="Web-{EB3256F2-970F-C06E-5BCC-1515FB0962C7}" dt="2025-06-23T03:38:53.427" v="8" actId="20577"/>
        <pc:sldMkLst>
          <pc:docMk/>
          <pc:sldMk cId="3996198282" sldId="1735"/>
        </pc:sldMkLst>
        <pc:spChg chg="mod">
          <ac:chgData name="Dave Shejo" userId="cc323264158ce297" providerId="Windows Live" clId="Web-{EB3256F2-970F-C06E-5BCC-1515FB0962C7}" dt="2025-06-23T03:38:53.427" v="8" actId="20577"/>
          <ac:spMkLst>
            <pc:docMk/>
            <pc:sldMk cId="3996198282" sldId="1735"/>
            <ac:spMk id="2" creationId="{38B63C6A-68B9-D5B5-FC17-961BF0258E22}"/>
          </ac:spMkLst>
        </pc:spChg>
      </pc:sldChg>
      <pc:sldChg chg="modSp">
        <pc:chgData name="Dave Shejo" userId="cc323264158ce297" providerId="Windows Live" clId="Web-{EB3256F2-970F-C06E-5BCC-1515FB0962C7}" dt="2025-06-23T03:48:47.736" v="44" actId="1076"/>
        <pc:sldMkLst>
          <pc:docMk/>
          <pc:sldMk cId="238183944" sldId="1736"/>
        </pc:sldMkLst>
        <pc:spChg chg="mod">
          <ac:chgData name="Dave Shejo" userId="cc323264158ce297" providerId="Windows Live" clId="Web-{EB3256F2-970F-C06E-5BCC-1515FB0962C7}" dt="2025-06-23T03:48:47.736" v="44" actId="1076"/>
          <ac:spMkLst>
            <pc:docMk/>
            <pc:sldMk cId="238183944" sldId="1736"/>
            <ac:spMk id="12" creationId="{693CBF08-A96F-CB4F-FA9C-16CD6D796E8D}"/>
          </ac:spMkLst>
        </pc:spChg>
      </pc:sldChg>
      <pc:sldChg chg="modSp">
        <pc:chgData name="Dave Shejo" userId="cc323264158ce297" providerId="Windows Live" clId="Web-{EB3256F2-970F-C06E-5BCC-1515FB0962C7}" dt="2025-06-23T03:36:27.401" v="2" actId="20577"/>
        <pc:sldMkLst>
          <pc:docMk/>
          <pc:sldMk cId="3192769657" sldId="1766"/>
        </pc:sldMkLst>
        <pc:spChg chg="mod">
          <ac:chgData name="Dave Shejo" userId="cc323264158ce297" providerId="Windows Live" clId="Web-{EB3256F2-970F-C06E-5BCC-1515FB0962C7}" dt="2025-06-23T03:36:27.401" v="2" actId="20577"/>
          <ac:spMkLst>
            <pc:docMk/>
            <pc:sldMk cId="3192769657" sldId="1766"/>
            <ac:spMk id="2" creationId="{E0685611-F8C0-7B58-25FF-103D1B8382DF}"/>
          </ac:spMkLst>
        </pc:spChg>
      </pc:sldChg>
      <pc:sldChg chg="modSp">
        <pc:chgData name="Dave Shejo" userId="cc323264158ce297" providerId="Windows Live" clId="Web-{EB3256F2-970F-C06E-5BCC-1515FB0962C7}" dt="2025-06-23T03:36:31.386" v="3" actId="20577"/>
        <pc:sldMkLst>
          <pc:docMk/>
          <pc:sldMk cId="3178306836" sldId="1792"/>
        </pc:sldMkLst>
        <pc:spChg chg="mod">
          <ac:chgData name="Dave Shejo" userId="cc323264158ce297" providerId="Windows Live" clId="Web-{EB3256F2-970F-C06E-5BCC-1515FB0962C7}" dt="2025-06-23T03:36:31.386" v="3" actId="20577"/>
          <ac:spMkLst>
            <pc:docMk/>
            <pc:sldMk cId="3178306836" sldId="1792"/>
            <ac:spMk id="2" creationId="{EE29E60F-6356-AC5E-8516-AF0D96B9E628}"/>
          </ac:spMkLst>
        </pc:spChg>
      </pc:sldChg>
      <pc:sldChg chg="modSp">
        <pc:chgData name="Dave Shejo" userId="cc323264158ce297" providerId="Windows Live" clId="Web-{EB3256F2-970F-C06E-5BCC-1515FB0962C7}" dt="2025-06-23T03:36:34.980" v="4" actId="20577"/>
        <pc:sldMkLst>
          <pc:docMk/>
          <pc:sldMk cId="2954902843" sldId="1793"/>
        </pc:sldMkLst>
        <pc:spChg chg="mod">
          <ac:chgData name="Dave Shejo" userId="cc323264158ce297" providerId="Windows Live" clId="Web-{EB3256F2-970F-C06E-5BCC-1515FB0962C7}" dt="2025-06-23T03:36:34.980" v="4" actId="20577"/>
          <ac:spMkLst>
            <pc:docMk/>
            <pc:sldMk cId="2954902843" sldId="1793"/>
            <ac:spMk id="2" creationId="{FADE0B84-9057-265E-E655-D774A55842C6}"/>
          </ac:spMkLst>
        </pc:spChg>
      </pc:sldChg>
      <pc:sldChg chg="modSp">
        <pc:chgData name="Dave Shejo" userId="cc323264158ce297" providerId="Windows Live" clId="Web-{EB3256F2-970F-C06E-5BCC-1515FB0962C7}" dt="2025-06-23T03:36:40.215" v="5" actId="20577"/>
        <pc:sldMkLst>
          <pc:docMk/>
          <pc:sldMk cId="2289629979" sldId="1794"/>
        </pc:sldMkLst>
        <pc:spChg chg="mod">
          <ac:chgData name="Dave Shejo" userId="cc323264158ce297" providerId="Windows Live" clId="Web-{EB3256F2-970F-C06E-5BCC-1515FB0962C7}" dt="2025-06-23T03:36:40.215" v="5" actId="20577"/>
          <ac:spMkLst>
            <pc:docMk/>
            <pc:sldMk cId="2289629979" sldId="1794"/>
            <ac:spMk id="2" creationId="{E6B499DC-9810-7BE7-2F97-139A5EC2A40B}"/>
          </ac:spMkLst>
        </pc:spChg>
      </pc:sldChg>
      <pc:sldChg chg="modSp">
        <pc:chgData name="Dave Shejo" userId="cc323264158ce297" providerId="Windows Live" clId="Web-{EB3256F2-970F-C06E-5BCC-1515FB0962C7}" dt="2025-06-23T03:38:29.472" v="7" actId="20577"/>
        <pc:sldMkLst>
          <pc:docMk/>
          <pc:sldMk cId="2208677888" sldId="1799"/>
        </pc:sldMkLst>
        <pc:spChg chg="mod">
          <ac:chgData name="Dave Shejo" userId="cc323264158ce297" providerId="Windows Live" clId="Web-{EB3256F2-970F-C06E-5BCC-1515FB0962C7}" dt="2025-06-23T03:38:29.472" v="7" actId="20577"/>
          <ac:spMkLst>
            <pc:docMk/>
            <pc:sldMk cId="2208677888" sldId="1799"/>
            <ac:spMk id="2" creationId="{07D90DF9-D40B-2993-AB41-58A27E13F0BF}"/>
          </ac:spMkLst>
        </pc:spChg>
      </pc:sldChg>
      <pc:sldChg chg="modSp">
        <pc:chgData name="Dave Shejo" userId="cc323264158ce297" providerId="Windows Live" clId="Web-{EB3256F2-970F-C06E-5BCC-1515FB0962C7}" dt="2025-06-23T03:38:59.162" v="9" actId="20577"/>
        <pc:sldMkLst>
          <pc:docMk/>
          <pc:sldMk cId="3053905105" sldId="1800"/>
        </pc:sldMkLst>
        <pc:spChg chg="mod">
          <ac:chgData name="Dave Shejo" userId="cc323264158ce297" providerId="Windows Live" clId="Web-{EB3256F2-970F-C06E-5BCC-1515FB0962C7}" dt="2025-06-23T03:38:59.162" v="9" actId="20577"/>
          <ac:spMkLst>
            <pc:docMk/>
            <pc:sldMk cId="3053905105" sldId="1800"/>
            <ac:spMk id="2" creationId="{EE09A875-ADFB-0553-61A9-020DC49ADA9E}"/>
          </ac:spMkLst>
        </pc:spChg>
      </pc:sldChg>
      <pc:sldChg chg="modSp">
        <pc:chgData name="Dave Shejo" userId="cc323264158ce297" providerId="Windows Live" clId="Web-{EB3256F2-970F-C06E-5BCC-1515FB0962C7}" dt="2025-06-23T03:39:05.319" v="12" actId="20577"/>
        <pc:sldMkLst>
          <pc:docMk/>
          <pc:sldMk cId="570147137" sldId="1801"/>
        </pc:sldMkLst>
        <pc:spChg chg="mod">
          <ac:chgData name="Dave Shejo" userId="cc323264158ce297" providerId="Windows Live" clId="Web-{EB3256F2-970F-C06E-5BCC-1515FB0962C7}" dt="2025-06-23T03:39:05.319" v="12" actId="20577"/>
          <ac:spMkLst>
            <pc:docMk/>
            <pc:sldMk cId="570147137" sldId="1801"/>
            <ac:spMk id="2" creationId="{39260BC6-AEB1-5DC5-8C2C-59091113703C}"/>
          </ac:spMkLst>
        </pc:spChg>
      </pc:sldChg>
      <pc:sldChg chg="modSp">
        <pc:chgData name="Dave Shejo" userId="cc323264158ce297" providerId="Windows Live" clId="Web-{EB3256F2-970F-C06E-5BCC-1515FB0962C7}" dt="2025-06-23T03:39:09.132" v="13" actId="20577"/>
        <pc:sldMkLst>
          <pc:docMk/>
          <pc:sldMk cId="553399454" sldId="1802"/>
        </pc:sldMkLst>
        <pc:spChg chg="mod">
          <ac:chgData name="Dave Shejo" userId="cc323264158ce297" providerId="Windows Live" clId="Web-{EB3256F2-970F-C06E-5BCC-1515FB0962C7}" dt="2025-06-23T03:39:09.132" v="13" actId="20577"/>
          <ac:spMkLst>
            <pc:docMk/>
            <pc:sldMk cId="553399454" sldId="1802"/>
            <ac:spMk id="2" creationId="{75FE437D-3006-08B9-7A87-E47587780359}"/>
          </ac:spMkLst>
        </pc:spChg>
      </pc:sldChg>
      <pc:sldChg chg="modSp">
        <pc:chgData name="Dave Shejo" userId="cc323264158ce297" providerId="Windows Live" clId="Web-{EB3256F2-970F-C06E-5BCC-1515FB0962C7}" dt="2025-06-23T03:39:12.022" v="14" actId="20577"/>
        <pc:sldMkLst>
          <pc:docMk/>
          <pc:sldMk cId="2730300172" sldId="1803"/>
        </pc:sldMkLst>
        <pc:spChg chg="mod">
          <ac:chgData name="Dave Shejo" userId="cc323264158ce297" providerId="Windows Live" clId="Web-{EB3256F2-970F-C06E-5BCC-1515FB0962C7}" dt="2025-06-23T03:39:12.022" v="14" actId="20577"/>
          <ac:spMkLst>
            <pc:docMk/>
            <pc:sldMk cId="2730300172" sldId="1803"/>
            <ac:spMk id="2" creationId="{CB236544-326C-ABCF-76E0-8BF23E423CFF}"/>
          </ac:spMkLst>
        </pc:spChg>
      </pc:sldChg>
      <pc:sldChg chg="modSp">
        <pc:chgData name="Dave Shejo" userId="cc323264158ce297" providerId="Windows Live" clId="Web-{EB3256F2-970F-C06E-5BCC-1515FB0962C7}" dt="2025-06-23T03:39:28.867" v="17" actId="20577"/>
        <pc:sldMkLst>
          <pc:docMk/>
          <pc:sldMk cId="3269598966" sldId="1804"/>
        </pc:sldMkLst>
        <pc:spChg chg="mod">
          <ac:chgData name="Dave Shejo" userId="cc323264158ce297" providerId="Windows Live" clId="Web-{EB3256F2-970F-C06E-5BCC-1515FB0962C7}" dt="2025-06-23T03:39:28.867" v="17" actId="20577"/>
          <ac:spMkLst>
            <pc:docMk/>
            <pc:sldMk cId="3269598966" sldId="1804"/>
            <ac:spMk id="2" creationId="{6806ED89-CDCC-860D-69F6-D7F747E19A7B}"/>
          </ac:spMkLst>
        </pc:spChg>
      </pc:sldChg>
      <pc:sldChg chg="modSp">
        <pc:chgData name="Dave Shejo" userId="cc323264158ce297" providerId="Windows Live" clId="Web-{EB3256F2-970F-C06E-5BCC-1515FB0962C7}" dt="2025-06-23T03:39:33.930" v="18" actId="20577"/>
        <pc:sldMkLst>
          <pc:docMk/>
          <pc:sldMk cId="3954750976" sldId="1805"/>
        </pc:sldMkLst>
        <pc:spChg chg="mod">
          <ac:chgData name="Dave Shejo" userId="cc323264158ce297" providerId="Windows Live" clId="Web-{EB3256F2-970F-C06E-5BCC-1515FB0962C7}" dt="2025-06-23T03:39:33.930" v="18" actId="20577"/>
          <ac:spMkLst>
            <pc:docMk/>
            <pc:sldMk cId="3954750976" sldId="1805"/>
            <ac:spMk id="2" creationId="{7CAEF52C-12DA-EC82-26FE-5E86B4EF39F4}"/>
          </ac:spMkLst>
        </pc:spChg>
      </pc:sldChg>
      <pc:sldChg chg="modSp add del replId">
        <pc:chgData name="Dave Shejo" userId="cc323264158ce297" providerId="Windows Live" clId="Web-{EB3256F2-970F-C06E-5BCC-1515FB0962C7}" dt="2025-06-23T03:55:50.649" v="64" actId="1076"/>
        <pc:sldMkLst>
          <pc:docMk/>
          <pc:sldMk cId="2131533244" sldId="1808"/>
        </pc:sldMkLst>
        <pc:spChg chg="mod">
          <ac:chgData name="Dave Shejo" userId="cc323264158ce297" providerId="Windows Live" clId="Web-{EB3256F2-970F-C06E-5BCC-1515FB0962C7}" dt="2025-06-23T03:44:39.812" v="22" actId="20577"/>
          <ac:spMkLst>
            <pc:docMk/>
            <pc:sldMk cId="2131533244" sldId="1808"/>
            <ac:spMk id="4" creationId="{0C45E70D-BA15-313F-755A-6B3823D39156}"/>
          </ac:spMkLst>
        </pc:spChg>
        <pc:spChg chg="mod">
          <ac:chgData name="Dave Shejo" userId="cc323264158ce297" providerId="Windows Live" clId="Web-{EB3256F2-970F-C06E-5BCC-1515FB0962C7}" dt="2025-06-23T03:55:50.649" v="64" actId="1076"/>
          <ac:spMkLst>
            <pc:docMk/>
            <pc:sldMk cId="2131533244" sldId="1808"/>
            <ac:spMk id="12" creationId="{5832C89F-F42E-4D10-5D3B-203EDD010755}"/>
          </ac:spMkLst>
        </pc:spChg>
      </pc:sldChg>
      <pc:sldChg chg="add del replId">
        <pc:chgData name="Dave Shejo" userId="cc323264158ce297" providerId="Windows Live" clId="Web-{EB3256F2-970F-C06E-5BCC-1515FB0962C7}" dt="2025-06-23T03:55:12.990" v="48"/>
        <pc:sldMkLst>
          <pc:docMk/>
          <pc:sldMk cId="1341062208" sldId="1809"/>
        </pc:sldMkLst>
      </pc:sldChg>
    </pc:docChg>
  </pc:docChgLst>
  <pc:docChgLst>
    <pc:chgData name="Sini Mathew" userId="3875fe58a975fc01" providerId="Windows Live" clId="Web-{C97C9CA2-E381-795C-BFF2-5F73CEB43B74}"/>
    <pc:docChg chg="modSld">
      <pc:chgData name="Sini Mathew" userId="3875fe58a975fc01" providerId="Windows Live" clId="Web-{C97C9CA2-E381-795C-BFF2-5F73CEB43B74}" dt="2025-06-23T00:24:44.194" v="16" actId="20577"/>
      <pc:docMkLst>
        <pc:docMk/>
      </pc:docMkLst>
      <pc:sldChg chg="delSp modSp">
        <pc:chgData name="Sini Mathew" userId="3875fe58a975fc01" providerId="Windows Live" clId="Web-{C97C9CA2-E381-795C-BFF2-5F73CEB43B74}" dt="2025-06-23T00:24:44.194" v="16" actId="20577"/>
        <pc:sldMkLst>
          <pc:docMk/>
          <pc:sldMk cId="126902895" sldId="1746"/>
        </pc:sldMkLst>
        <pc:spChg chg="mod">
          <ac:chgData name="Sini Mathew" userId="3875fe58a975fc01" providerId="Windows Live" clId="Web-{C97C9CA2-E381-795C-BFF2-5F73CEB43B74}" dt="2025-06-23T00:24:44.194" v="16" actId="20577"/>
          <ac:spMkLst>
            <pc:docMk/>
            <pc:sldMk cId="126902895" sldId="1746"/>
            <ac:spMk id="7" creationId="{565A7DE2-A0D3-0201-4DD7-DCA2BFDB505C}"/>
          </ac:spMkLst>
        </pc:spChg>
      </pc:sldChg>
    </pc:docChg>
  </pc:docChgLst>
  <pc:docChgLst>
    <pc:chgData name="Sini Mathew" userId="3875fe58a975fc01" providerId="LiveId" clId="{6E660A79-C15F-407F-BA90-D73F580CDCE2}"/>
    <pc:docChg chg="undo custSel addSld delSld modSld">
      <pc:chgData name="Sini Mathew" userId="3875fe58a975fc01" providerId="LiveId" clId="{6E660A79-C15F-407F-BA90-D73F580CDCE2}" dt="2025-06-25T11:32:22.749" v="4019" actId="1076"/>
      <pc:docMkLst>
        <pc:docMk/>
      </pc:docMkLst>
      <pc:sldChg chg="modSp mod">
        <pc:chgData name="Sini Mathew" userId="3875fe58a975fc01" providerId="LiveId" clId="{6E660A79-C15F-407F-BA90-D73F580CDCE2}" dt="2025-06-23T00:26:40.485" v="9" actId="20577"/>
        <pc:sldMkLst>
          <pc:docMk/>
          <pc:sldMk cId="717388547" sldId="813"/>
        </pc:sldMkLst>
        <pc:spChg chg="mod">
          <ac:chgData name="Sini Mathew" userId="3875fe58a975fc01" providerId="LiveId" clId="{6E660A79-C15F-407F-BA90-D73F580CDCE2}" dt="2025-06-23T00:26:40.485" v="9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Sini Mathew" userId="3875fe58a975fc01" providerId="LiveId" clId="{6E660A79-C15F-407F-BA90-D73F580CDCE2}" dt="2025-06-23T00:45:19.119" v="859" actId="20577"/>
        <pc:sldMkLst>
          <pc:docMk/>
          <pc:sldMk cId="3717493800" sldId="821"/>
        </pc:sldMkLst>
        <pc:spChg chg="mod">
          <ac:chgData name="Sini Mathew" userId="3875fe58a975fc01" providerId="LiveId" clId="{6E660A79-C15F-407F-BA90-D73F580CDCE2}" dt="2025-06-23T00:45:19.119" v="859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Sini Mathew" userId="3875fe58a975fc01" providerId="LiveId" clId="{6E660A79-C15F-407F-BA90-D73F580CDCE2}" dt="2025-06-25T11:28:36.178" v="4015" actId="20577"/>
        <pc:sldMkLst>
          <pc:docMk/>
          <pc:sldMk cId="140346443" sldId="822"/>
        </pc:sldMkLst>
        <pc:spChg chg="mod">
          <ac:chgData name="Sini Mathew" userId="3875fe58a975fc01" providerId="LiveId" clId="{6E660A79-C15F-407F-BA90-D73F580CDCE2}" dt="2025-06-23T00:47:54.814" v="894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Sini Mathew" userId="3875fe58a975fc01" providerId="LiveId" clId="{6E660A79-C15F-407F-BA90-D73F580CDCE2}" dt="2025-06-23T01:04:19.770" v="1644" actId="20577"/>
          <ac:spMkLst>
            <pc:docMk/>
            <pc:sldMk cId="140346443" sldId="822"/>
            <ac:spMk id="6" creationId="{B48AEF40-D79D-77F3-773C-095D81075E36}"/>
          </ac:spMkLst>
        </pc:spChg>
        <pc:spChg chg="mod">
          <ac:chgData name="Sini Mathew" userId="3875fe58a975fc01" providerId="LiveId" clId="{6E660A79-C15F-407F-BA90-D73F580CDCE2}" dt="2025-06-25T11:28:36.178" v="4015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addSp modSp mod">
        <pc:chgData name="Sini Mathew" userId="3875fe58a975fc01" providerId="LiveId" clId="{6E660A79-C15F-407F-BA90-D73F580CDCE2}" dt="2025-06-23T00:46:19.403" v="886" actId="1076"/>
        <pc:sldMkLst>
          <pc:docMk/>
          <pc:sldMk cId="2771250690" sldId="851"/>
        </pc:sldMkLst>
        <pc:spChg chg="mod">
          <ac:chgData name="Sini Mathew" userId="3875fe58a975fc01" providerId="LiveId" clId="{6E660A79-C15F-407F-BA90-D73F580CDCE2}" dt="2025-06-23T00:45:26.773" v="873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Sini Mathew" userId="3875fe58a975fc01" providerId="LiveId" clId="{6E660A79-C15F-407F-BA90-D73F580CDCE2}" dt="2025-06-23T00:45:48.566" v="877" actId="1076"/>
          <ac:spMkLst>
            <pc:docMk/>
            <pc:sldMk cId="2771250690" sldId="851"/>
            <ac:spMk id="5" creationId="{EF0E83AD-AD85-5E6C-33F5-D8EF739355C5}"/>
          </ac:spMkLst>
        </pc:spChg>
        <pc:spChg chg="add mod">
          <ac:chgData name="Sini Mathew" userId="3875fe58a975fc01" providerId="LiveId" clId="{6E660A79-C15F-407F-BA90-D73F580CDCE2}" dt="2025-06-23T00:46:19.403" v="886" actId="1076"/>
          <ac:spMkLst>
            <pc:docMk/>
            <pc:sldMk cId="2771250690" sldId="851"/>
            <ac:spMk id="6" creationId="{3F2F03F1-07A8-819E-1D72-D883DD55C88E}"/>
          </ac:spMkLst>
        </pc:spChg>
      </pc:sldChg>
      <pc:sldChg chg="modSp mod">
        <pc:chgData name="Sini Mathew" userId="3875fe58a975fc01" providerId="LiveId" clId="{6E660A79-C15F-407F-BA90-D73F580CDCE2}" dt="2025-06-23T01:44:17.947" v="3271" actId="20577"/>
        <pc:sldMkLst>
          <pc:docMk/>
          <pc:sldMk cId="1416329417" sldId="949"/>
        </pc:sldMkLst>
        <pc:spChg chg="mod">
          <ac:chgData name="Sini Mathew" userId="3875fe58a975fc01" providerId="LiveId" clId="{6E660A79-C15F-407F-BA90-D73F580CDCE2}" dt="2025-06-23T01:44:17.947" v="3271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Sini Mathew" userId="3875fe58a975fc01" providerId="LiveId" clId="{6E660A79-C15F-407F-BA90-D73F580CDCE2}" dt="2025-06-23T01:52:19.237" v="3862" actId="20577"/>
        <pc:sldMkLst>
          <pc:docMk/>
          <pc:sldMk cId="1180184608" sldId="1201"/>
        </pc:sldMkLst>
        <pc:spChg chg="mod">
          <ac:chgData name="Sini Mathew" userId="3875fe58a975fc01" providerId="LiveId" clId="{6E660A79-C15F-407F-BA90-D73F580CDCE2}" dt="2025-06-23T01:52:19.237" v="3862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addSp modSp mod">
        <pc:chgData name="Sini Mathew" userId="3875fe58a975fc01" providerId="LiveId" clId="{6E660A79-C15F-407F-BA90-D73F580CDCE2}" dt="2025-06-23T01:10:16.033" v="1910" actId="1076"/>
        <pc:sldMkLst>
          <pc:docMk/>
          <pc:sldMk cId="858007124" sldId="1277"/>
        </pc:sldMkLst>
        <pc:spChg chg="mod">
          <ac:chgData name="Sini Mathew" userId="3875fe58a975fc01" providerId="LiveId" clId="{6E660A79-C15F-407F-BA90-D73F580CDCE2}" dt="2025-06-23T01:07:08.258" v="1666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Sini Mathew" userId="3875fe58a975fc01" providerId="LiveId" clId="{6E660A79-C15F-407F-BA90-D73F580CDCE2}" dt="2025-06-23T01:10:16.033" v="1910" actId="1076"/>
          <ac:spMkLst>
            <pc:docMk/>
            <pc:sldMk cId="858007124" sldId="1277"/>
            <ac:spMk id="3" creationId="{DDD24EDA-CE43-82A2-B3E8-E6C307C397E9}"/>
          </ac:spMkLst>
        </pc:spChg>
        <pc:spChg chg="add mod">
          <ac:chgData name="Sini Mathew" userId="3875fe58a975fc01" providerId="LiveId" clId="{6E660A79-C15F-407F-BA90-D73F580CDCE2}" dt="2025-06-23T01:10:07.524" v="1909" actId="114"/>
          <ac:spMkLst>
            <pc:docMk/>
            <pc:sldMk cId="858007124" sldId="1277"/>
            <ac:spMk id="6" creationId="{776C0625-E2BB-4A41-1EB8-F6CB28FE18A4}"/>
          </ac:spMkLst>
        </pc:spChg>
      </pc:sldChg>
      <pc:sldChg chg="modSp mod">
        <pc:chgData name="Sini Mathew" userId="3875fe58a975fc01" providerId="LiveId" clId="{6E660A79-C15F-407F-BA90-D73F580CDCE2}" dt="2025-06-23T00:47:20.830" v="888" actId="6549"/>
        <pc:sldMkLst>
          <pc:docMk/>
          <pc:sldMk cId="1217883548" sldId="1318"/>
        </pc:sldMkLst>
        <pc:spChg chg="mod">
          <ac:chgData name="Sini Mathew" userId="3875fe58a975fc01" providerId="LiveId" clId="{6E660A79-C15F-407F-BA90-D73F580CDCE2}" dt="2025-06-23T00:47:20.830" v="888" actId="6549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Sini Mathew" userId="3875fe58a975fc01" providerId="LiveId" clId="{6E660A79-C15F-407F-BA90-D73F580CDCE2}" dt="2025-06-23T01:11:05.269" v="1927" actId="20577"/>
        <pc:sldMkLst>
          <pc:docMk/>
          <pc:sldMk cId="4765592" sldId="1388"/>
        </pc:sldMkLst>
        <pc:spChg chg="mod">
          <ac:chgData name="Sini Mathew" userId="3875fe58a975fc01" providerId="LiveId" clId="{6E660A79-C15F-407F-BA90-D73F580CDCE2}" dt="2025-06-23T01:11:05.269" v="1927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 mod">
        <pc:chgData name="Sini Mathew" userId="3875fe58a975fc01" providerId="LiveId" clId="{6E660A79-C15F-407F-BA90-D73F580CDCE2}" dt="2025-06-23T01:45:42.322" v="3469" actId="1076"/>
        <pc:sldMkLst>
          <pc:docMk/>
          <pc:sldMk cId="397177493" sldId="1389"/>
        </pc:sldMkLst>
        <pc:spChg chg="mod">
          <ac:chgData name="Sini Mathew" userId="3875fe58a975fc01" providerId="LiveId" clId="{6E660A79-C15F-407F-BA90-D73F580CDCE2}" dt="2025-06-23T01:44:25.709" v="3275" actId="20577"/>
          <ac:spMkLst>
            <pc:docMk/>
            <pc:sldMk cId="397177493" sldId="1389"/>
            <ac:spMk id="2" creationId="{00000000-0000-0000-0000-000000000000}"/>
          </ac:spMkLst>
        </pc:spChg>
        <pc:spChg chg="mod">
          <ac:chgData name="Sini Mathew" userId="3875fe58a975fc01" providerId="LiveId" clId="{6E660A79-C15F-407F-BA90-D73F580CDCE2}" dt="2025-06-23T01:45:42.322" v="3469" actId="1076"/>
          <ac:spMkLst>
            <pc:docMk/>
            <pc:sldMk cId="397177493" sldId="1389"/>
            <ac:spMk id="6" creationId="{00B7E6C3-DC3B-BC8E-EE75-86995C7F8ADF}"/>
          </ac:spMkLst>
        </pc:spChg>
      </pc:sldChg>
      <pc:sldChg chg="del">
        <pc:chgData name="Sini Mathew" userId="3875fe58a975fc01" providerId="LiveId" clId="{6E660A79-C15F-407F-BA90-D73F580CDCE2}" dt="2025-06-23T00:38:08.500" v="260" actId="47"/>
        <pc:sldMkLst>
          <pc:docMk/>
          <pc:sldMk cId="2716954731" sldId="1390"/>
        </pc:sldMkLst>
      </pc:sldChg>
      <pc:sldChg chg="modSp mod">
        <pc:chgData name="Sini Mathew" userId="3875fe58a975fc01" providerId="LiveId" clId="{6E660A79-C15F-407F-BA90-D73F580CDCE2}" dt="2025-06-23T01:31:58.319" v="2822" actId="20577"/>
        <pc:sldMkLst>
          <pc:docMk/>
          <pc:sldMk cId="3559088401" sldId="1396"/>
        </pc:sldMkLst>
        <pc:spChg chg="mod">
          <ac:chgData name="Sini Mathew" userId="3875fe58a975fc01" providerId="LiveId" clId="{6E660A79-C15F-407F-BA90-D73F580CDCE2}" dt="2025-06-23T01:11:14.316" v="1944" actId="20577"/>
          <ac:spMkLst>
            <pc:docMk/>
            <pc:sldMk cId="3559088401" sldId="1396"/>
            <ac:spMk id="2" creationId="{1DA63A6A-450D-4603-B02C-80F270CA1D46}"/>
          </ac:spMkLst>
        </pc:spChg>
        <pc:spChg chg="mod">
          <ac:chgData name="Sini Mathew" userId="3875fe58a975fc01" providerId="LiveId" clId="{6E660A79-C15F-407F-BA90-D73F580CDCE2}" dt="2025-06-23T01:27:17.415" v="2265" actId="1076"/>
          <ac:spMkLst>
            <pc:docMk/>
            <pc:sldMk cId="3559088401" sldId="1396"/>
            <ac:spMk id="3" creationId="{5E6C56DD-ADCC-6DFD-8630-1F687B543B27}"/>
          </ac:spMkLst>
        </pc:spChg>
        <pc:spChg chg="mod">
          <ac:chgData name="Sini Mathew" userId="3875fe58a975fc01" providerId="LiveId" clId="{6E660A79-C15F-407F-BA90-D73F580CDCE2}" dt="2025-06-23T01:31:58.319" v="2822" actId="20577"/>
          <ac:spMkLst>
            <pc:docMk/>
            <pc:sldMk cId="3559088401" sldId="1396"/>
            <ac:spMk id="4" creationId="{E8314BAA-A1C4-D93D-26CE-AE47C64DB6AB}"/>
          </ac:spMkLst>
        </pc:spChg>
        <pc:spChg chg="mod">
          <ac:chgData name="Sini Mathew" userId="3875fe58a975fc01" providerId="LiveId" clId="{6E660A79-C15F-407F-BA90-D73F580CDCE2}" dt="2025-06-23T01:27:12.056" v="2264" actId="1076"/>
          <ac:spMkLst>
            <pc:docMk/>
            <pc:sldMk cId="3559088401" sldId="1396"/>
            <ac:spMk id="12" creationId="{744042C2-B4E0-CA2C-4D84-9A8D229A26A8}"/>
          </ac:spMkLst>
        </pc:spChg>
      </pc:sldChg>
      <pc:sldChg chg="modSp mod">
        <pc:chgData name="Sini Mathew" userId="3875fe58a975fc01" providerId="LiveId" clId="{6E660A79-C15F-407F-BA90-D73F580CDCE2}" dt="2025-06-23T01:47:56.010" v="3772" actId="20577"/>
        <pc:sldMkLst>
          <pc:docMk/>
          <pc:sldMk cId="2451994672" sldId="1402"/>
        </pc:sldMkLst>
        <pc:spChg chg="mod">
          <ac:chgData name="Sini Mathew" userId="3875fe58a975fc01" providerId="LiveId" clId="{6E660A79-C15F-407F-BA90-D73F580CDCE2}" dt="2025-06-23T01:47:56.010" v="3772" actId="20577"/>
          <ac:spMkLst>
            <pc:docMk/>
            <pc:sldMk cId="2451994672" sldId="1402"/>
            <ac:spMk id="2" creationId="{00000000-0000-0000-0000-000000000000}"/>
          </ac:spMkLst>
        </pc:spChg>
      </pc:sldChg>
      <pc:sldChg chg="del">
        <pc:chgData name="Sini Mathew" userId="3875fe58a975fc01" providerId="LiveId" clId="{6E660A79-C15F-407F-BA90-D73F580CDCE2}" dt="2025-06-23T01:52:05.069" v="3841" actId="47"/>
        <pc:sldMkLst>
          <pc:docMk/>
          <pc:sldMk cId="1432198362" sldId="1403"/>
        </pc:sldMkLst>
      </pc:sldChg>
      <pc:sldChg chg="modSp mod">
        <pc:chgData name="Sini Mathew" userId="3875fe58a975fc01" providerId="LiveId" clId="{6E660A79-C15F-407F-BA90-D73F580CDCE2}" dt="2025-06-23T01:53:36.471" v="3881" actId="1076"/>
        <pc:sldMkLst>
          <pc:docMk/>
          <pc:sldMk cId="2170825706" sldId="1679"/>
        </pc:sldMkLst>
        <pc:spChg chg="mod">
          <ac:chgData name="Sini Mathew" userId="3875fe58a975fc01" providerId="LiveId" clId="{6E660A79-C15F-407F-BA90-D73F580CDCE2}" dt="2025-06-23T01:53:36.471" v="3881" actId="1076"/>
          <ac:spMkLst>
            <pc:docMk/>
            <pc:sldMk cId="2170825706" sldId="1679"/>
            <ac:spMk id="6" creationId="{0BAD9EF5-2286-3DE3-F2A3-0055009A2470}"/>
          </ac:spMkLst>
        </pc:spChg>
      </pc:sldChg>
      <pc:sldChg chg="modSp mod">
        <pc:chgData name="Sini Mathew" userId="3875fe58a975fc01" providerId="LiveId" clId="{6E660A79-C15F-407F-BA90-D73F580CDCE2}" dt="2025-06-23T01:43:23.322" v="3220" actId="20577"/>
        <pc:sldMkLst>
          <pc:docMk/>
          <pc:sldMk cId="3343842795" sldId="1734"/>
        </pc:sldMkLst>
        <pc:spChg chg="mod">
          <ac:chgData name="Sini Mathew" userId="3875fe58a975fc01" providerId="LiveId" clId="{6E660A79-C15F-407F-BA90-D73F580CDCE2}" dt="2025-06-23T01:43:23.322" v="3220" actId="20577"/>
          <ac:spMkLst>
            <pc:docMk/>
            <pc:sldMk cId="3343842795" sldId="1734"/>
            <ac:spMk id="2" creationId="{9D96C97E-D088-823A-8D74-8B3FE4366726}"/>
          </ac:spMkLst>
        </pc:spChg>
      </pc:sldChg>
      <pc:sldChg chg="modSp mod">
        <pc:chgData name="Sini Mathew" userId="3875fe58a975fc01" providerId="LiveId" clId="{6E660A79-C15F-407F-BA90-D73F580CDCE2}" dt="2025-06-23T01:32:33.682" v="2836" actId="20577"/>
        <pc:sldMkLst>
          <pc:docMk/>
          <pc:sldMk cId="3996198282" sldId="1735"/>
        </pc:sldMkLst>
        <pc:spChg chg="mod">
          <ac:chgData name="Sini Mathew" userId="3875fe58a975fc01" providerId="LiveId" clId="{6E660A79-C15F-407F-BA90-D73F580CDCE2}" dt="2025-06-23T01:32:33.682" v="2836" actId="20577"/>
          <ac:spMkLst>
            <pc:docMk/>
            <pc:sldMk cId="3996198282" sldId="1735"/>
            <ac:spMk id="2" creationId="{38B63C6A-68B9-D5B5-FC17-961BF0258E22}"/>
          </ac:spMkLst>
        </pc:spChg>
      </pc:sldChg>
      <pc:sldChg chg="modSp mod">
        <pc:chgData name="Sini Mathew" userId="3875fe58a975fc01" providerId="LiveId" clId="{6E660A79-C15F-407F-BA90-D73F580CDCE2}" dt="2025-06-25T11:32:18.818" v="4018" actId="1076"/>
        <pc:sldMkLst>
          <pc:docMk/>
          <pc:sldMk cId="238183944" sldId="1736"/>
        </pc:sldMkLst>
        <pc:spChg chg="mod">
          <ac:chgData name="Sini Mathew" userId="3875fe58a975fc01" providerId="LiveId" clId="{6E660A79-C15F-407F-BA90-D73F580CDCE2}" dt="2025-06-23T01:43:37.222" v="3264" actId="20577"/>
          <ac:spMkLst>
            <pc:docMk/>
            <pc:sldMk cId="238183944" sldId="1736"/>
            <ac:spMk id="2" creationId="{B3890570-C7BB-88D9-9CF9-F1E2C001F921}"/>
          </ac:spMkLst>
        </pc:spChg>
        <pc:spChg chg="mod">
          <ac:chgData name="Sini Mathew" userId="3875fe58a975fc01" providerId="LiveId" clId="{6E660A79-C15F-407F-BA90-D73F580CDCE2}" dt="2025-06-25T11:32:18.818" v="4018" actId="1076"/>
          <ac:spMkLst>
            <pc:docMk/>
            <pc:sldMk cId="238183944" sldId="1736"/>
            <ac:spMk id="12" creationId="{693CBF08-A96F-CB4F-FA9C-16CD6D796E8D}"/>
          </ac:spMkLst>
        </pc:spChg>
      </pc:sldChg>
      <pc:sldChg chg="del">
        <pc:chgData name="Sini Mathew" userId="3875fe58a975fc01" providerId="LiveId" clId="{6E660A79-C15F-407F-BA90-D73F580CDCE2}" dt="2025-06-23T01:32:37.970" v="2837" actId="47"/>
        <pc:sldMkLst>
          <pc:docMk/>
          <pc:sldMk cId="20239705" sldId="1742"/>
        </pc:sldMkLst>
      </pc:sldChg>
      <pc:sldChg chg="modSp mod">
        <pc:chgData name="Sini Mathew" userId="3875fe58a975fc01" providerId="LiveId" clId="{6E660A79-C15F-407F-BA90-D73F580CDCE2}" dt="2025-06-23T01:05:03.886" v="1654" actId="20577"/>
        <pc:sldMkLst>
          <pc:docMk/>
          <pc:sldMk cId="126902895" sldId="1746"/>
        </pc:sldMkLst>
        <pc:spChg chg="mod">
          <ac:chgData name="Sini Mathew" userId="3875fe58a975fc01" providerId="LiveId" clId="{6E660A79-C15F-407F-BA90-D73F580CDCE2}" dt="2025-06-23T01:05:03.886" v="1654" actId="20577"/>
          <ac:spMkLst>
            <pc:docMk/>
            <pc:sldMk cId="126902895" sldId="1746"/>
            <ac:spMk id="7" creationId="{565A7DE2-A0D3-0201-4DD7-DCA2BFDB505C}"/>
          </ac:spMkLst>
        </pc:spChg>
      </pc:sldChg>
      <pc:sldChg chg="del">
        <pc:chgData name="Sini Mathew" userId="3875fe58a975fc01" providerId="LiveId" clId="{6E660A79-C15F-407F-BA90-D73F580CDCE2}" dt="2025-06-23T00:38:08.989" v="261" actId="47"/>
        <pc:sldMkLst>
          <pc:docMk/>
          <pc:sldMk cId="3766626925" sldId="1747"/>
        </pc:sldMkLst>
      </pc:sldChg>
      <pc:sldChg chg="del">
        <pc:chgData name="Sini Mathew" userId="3875fe58a975fc01" providerId="LiveId" clId="{6E660A79-C15F-407F-BA90-D73F580CDCE2}" dt="2025-06-23T01:27:28.594" v="2267" actId="47"/>
        <pc:sldMkLst>
          <pc:docMk/>
          <pc:sldMk cId="2779074501" sldId="1760"/>
        </pc:sldMkLst>
      </pc:sldChg>
      <pc:sldChg chg="modSp mod">
        <pc:chgData name="Sini Mathew" userId="3875fe58a975fc01" providerId="LiveId" clId="{6E660A79-C15F-407F-BA90-D73F580CDCE2}" dt="2025-06-23T00:43:38.386" v="834" actId="255"/>
        <pc:sldMkLst>
          <pc:docMk/>
          <pc:sldMk cId="3192769657" sldId="1766"/>
        </pc:sldMkLst>
        <pc:spChg chg="mod">
          <ac:chgData name="Sini Mathew" userId="3875fe58a975fc01" providerId="LiveId" clId="{6E660A79-C15F-407F-BA90-D73F580CDCE2}" dt="2025-06-23T00:26:48.385" v="21" actId="20577"/>
          <ac:spMkLst>
            <pc:docMk/>
            <pc:sldMk cId="3192769657" sldId="1766"/>
            <ac:spMk id="2" creationId="{E0685611-F8C0-7B58-25FF-103D1B8382DF}"/>
          </ac:spMkLst>
        </pc:spChg>
        <pc:spChg chg="mod">
          <ac:chgData name="Sini Mathew" userId="3875fe58a975fc01" providerId="LiveId" clId="{6E660A79-C15F-407F-BA90-D73F580CDCE2}" dt="2025-06-23T00:43:38.386" v="834" actId="255"/>
          <ac:spMkLst>
            <pc:docMk/>
            <pc:sldMk cId="3192769657" sldId="1766"/>
            <ac:spMk id="7" creationId="{73BCB907-E0B2-54A2-70D6-6ED07B3192C6}"/>
          </ac:spMkLst>
        </pc:spChg>
      </pc:sldChg>
      <pc:sldChg chg="del">
        <pc:chgData name="Sini Mathew" userId="3875fe58a975fc01" providerId="LiveId" clId="{6E660A79-C15F-407F-BA90-D73F580CDCE2}" dt="2025-06-23T00:38:09.430" v="262" actId="47"/>
        <pc:sldMkLst>
          <pc:docMk/>
          <pc:sldMk cId="1078927608" sldId="1767"/>
        </pc:sldMkLst>
      </pc:sldChg>
      <pc:sldChg chg="del">
        <pc:chgData name="Sini Mathew" userId="3875fe58a975fc01" providerId="LiveId" clId="{6E660A79-C15F-407F-BA90-D73F580CDCE2}" dt="2025-06-23T01:52:05.686" v="3842" actId="47"/>
        <pc:sldMkLst>
          <pc:docMk/>
          <pc:sldMk cId="1427037526" sldId="1774"/>
        </pc:sldMkLst>
      </pc:sldChg>
      <pc:sldChg chg="del">
        <pc:chgData name="Sini Mathew" userId="3875fe58a975fc01" providerId="LiveId" clId="{6E660A79-C15F-407F-BA90-D73F580CDCE2}" dt="2025-06-23T01:52:06.446" v="3843" actId="47"/>
        <pc:sldMkLst>
          <pc:docMk/>
          <pc:sldMk cId="1643493504" sldId="1775"/>
        </pc:sldMkLst>
      </pc:sldChg>
      <pc:sldChg chg="del">
        <pc:chgData name="Sini Mathew" userId="3875fe58a975fc01" providerId="LiveId" clId="{6E660A79-C15F-407F-BA90-D73F580CDCE2}" dt="2025-06-23T01:52:07.269" v="3844" actId="47"/>
        <pc:sldMkLst>
          <pc:docMk/>
          <pc:sldMk cId="4254420280" sldId="1776"/>
        </pc:sldMkLst>
      </pc:sldChg>
      <pc:sldChg chg="del">
        <pc:chgData name="Sini Mathew" userId="3875fe58a975fc01" providerId="LiveId" clId="{6E660A79-C15F-407F-BA90-D73F580CDCE2}" dt="2025-06-23T00:51:01.970" v="1296" actId="47"/>
        <pc:sldMkLst>
          <pc:docMk/>
          <pc:sldMk cId="985041477" sldId="1777"/>
        </pc:sldMkLst>
      </pc:sldChg>
      <pc:sldChg chg="del">
        <pc:chgData name="Sini Mathew" userId="3875fe58a975fc01" providerId="LiveId" clId="{6E660A79-C15F-407F-BA90-D73F580CDCE2}" dt="2025-06-23T00:51:03.394" v="1297" actId="47"/>
        <pc:sldMkLst>
          <pc:docMk/>
          <pc:sldMk cId="3249649244" sldId="1778"/>
        </pc:sldMkLst>
      </pc:sldChg>
      <pc:sldChg chg="del">
        <pc:chgData name="Sini Mathew" userId="3875fe58a975fc01" providerId="LiveId" clId="{6E660A79-C15F-407F-BA90-D73F580CDCE2}" dt="2025-06-23T00:51:04.436" v="1298" actId="47"/>
        <pc:sldMkLst>
          <pc:docMk/>
          <pc:sldMk cId="3673154226" sldId="1779"/>
        </pc:sldMkLst>
      </pc:sldChg>
      <pc:sldChg chg="del">
        <pc:chgData name="Sini Mathew" userId="3875fe58a975fc01" providerId="LiveId" clId="{6E660A79-C15F-407F-BA90-D73F580CDCE2}" dt="2025-06-23T00:51:05.526" v="1299" actId="47"/>
        <pc:sldMkLst>
          <pc:docMk/>
          <pc:sldMk cId="3712012560" sldId="1780"/>
        </pc:sldMkLst>
      </pc:sldChg>
      <pc:sldChg chg="del">
        <pc:chgData name="Sini Mathew" userId="3875fe58a975fc01" providerId="LiveId" clId="{6E660A79-C15F-407F-BA90-D73F580CDCE2}" dt="2025-06-23T01:32:39.237" v="2838" actId="47"/>
        <pc:sldMkLst>
          <pc:docMk/>
          <pc:sldMk cId="680333822" sldId="1781"/>
        </pc:sldMkLst>
      </pc:sldChg>
      <pc:sldChg chg="del">
        <pc:chgData name="Sini Mathew" userId="3875fe58a975fc01" providerId="LiveId" clId="{6E660A79-C15F-407F-BA90-D73F580CDCE2}" dt="2025-06-23T01:43:42.005" v="3265" actId="47"/>
        <pc:sldMkLst>
          <pc:docMk/>
          <pc:sldMk cId="1879324931" sldId="1782"/>
        </pc:sldMkLst>
      </pc:sldChg>
      <pc:sldChg chg="del">
        <pc:chgData name="Sini Mathew" userId="3875fe58a975fc01" providerId="LiveId" clId="{6E660A79-C15F-407F-BA90-D73F580CDCE2}" dt="2025-06-23T01:43:43.749" v="3267" actId="47"/>
        <pc:sldMkLst>
          <pc:docMk/>
          <pc:sldMk cId="600947191" sldId="1783"/>
        </pc:sldMkLst>
      </pc:sldChg>
      <pc:sldChg chg="del">
        <pc:chgData name="Sini Mathew" userId="3875fe58a975fc01" providerId="LiveId" clId="{6E660A79-C15F-407F-BA90-D73F580CDCE2}" dt="2025-06-23T01:43:42.671" v="3266" actId="47"/>
        <pc:sldMkLst>
          <pc:docMk/>
          <pc:sldMk cId="693247002" sldId="1784"/>
        </pc:sldMkLst>
      </pc:sldChg>
      <pc:sldChg chg="del">
        <pc:chgData name="Sini Mathew" userId="3875fe58a975fc01" providerId="LiveId" clId="{6E660A79-C15F-407F-BA90-D73F580CDCE2}" dt="2025-06-23T01:45:47.154" v="3470" actId="47"/>
        <pc:sldMkLst>
          <pc:docMk/>
          <pc:sldMk cId="3056232215" sldId="1785"/>
        </pc:sldMkLst>
      </pc:sldChg>
      <pc:sldChg chg="del">
        <pc:chgData name="Sini Mathew" userId="3875fe58a975fc01" providerId="LiveId" clId="{6E660A79-C15F-407F-BA90-D73F580CDCE2}" dt="2025-06-23T01:45:48.165" v="3471" actId="47"/>
        <pc:sldMkLst>
          <pc:docMk/>
          <pc:sldMk cId="1726639074" sldId="1786"/>
        </pc:sldMkLst>
      </pc:sldChg>
      <pc:sldChg chg="del">
        <pc:chgData name="Sini Mathew" userId="3875fe58a975fc01" providerId="LiveId" clId="{6E660A79-C15F-407F-BA90-D73F580CDCE2}" dt="2025-06-23T01:52:04.224" v="3840" actId="47"/>
        <pc:sldMkLst>
          <pc:docMk/>
          <pc:sldMk cId="3622934316" sldId="1787"/>
        </pc:sldMkLst>
      </pc:sldChg>
      <pc:sldChg chg="modSp mod">
        <pc:chgData name="Sini Mathew" userId="3875fe58a975fc01" providerId="LiveId" clId="{6E660A79-C15F-407F-BA90-D73F580CDCE2}" dt="2025-06-23T01:51:28.750" v="3831" actId="20577"/>
        <pc:sldMkLst>
          <pc:docMk/>
          <pc:sldMk cId="2374215211" sldId="1788"/>
        </pc:sldMkLst>
        <pc:spChg chg="mod">
          <ac:chgData name="Sini Mathew" userId="3875fe58a975fc01" providerId="LiveId" clId="{6E660A79-C15F-407F-BA90-D73F580CDCE2}" dt="2025-06-23T01:48:36.988" v="3789" actId="20577"/>
          <ac:spMkLst>
            <pc:docMk/>
            <pc:sldMk cId="2374215211" sldId="1788"/>
            <ac:spMk id="2" creationId="{BB05714B-AA11-4B05-CCB3-5C4B7458156D}"/>
          </ac:spMkLst>
        </pc:spChg>
        <pc:spChg chg="mod">
          <ac:chgData name="Sini Mathew" userId="3875fe58a975fc01" providerId="LiveId" clId="{6E660A79-C15F-407F-BA90-D73F580CDCE2}" dt="2025-06-23T01:51:28.750" v="3831" actId="20577"/>
          <ac:spMkLst>
            <pc:docMk/>
            <pc:sldMk cId="2374215211" sldId="1788"/>
            <ac:spMk id="5" creationId="{38D12105-4609-3D02-0584-9524569291D5}"/>
          </ac:spMkLst>
        </pc:spChg>
        <pc:spChg chg="mod">
          <ac:chgData name="Sini Mathew" userId="3875fe58a975fc01" providerId="LiveId" clId="{6E660A79-C15F-407F-BA90-D73F580CDCE2}" dt="2025-06-23T01:49:52.039" v="3812" actId="20577"/>
          <ac:spMkLst>
            <pc:docMk/>
            <pc:sldMk cId="2374215211" sldId="1788"/>
            <ac:spMk id="6" creationId="{E3320070-4C2D-4369-CDCF-0BF8D63BA87B}"/>
          </ac:spMkLst>
        </pc:spChg>
      </pc:sldChg>
      <pc:sldChg chg="del">
        <pc:chgData name="Sini Mathew" userId="3875fe58a975fc01" providerId="LiveId" clId="{6E660A79-C15F-407F-BA90-D73F580CDCE2}" dt="2025-06-23T01:49:56.867" v="3813" actId="47"/>
        <pc:sldMkLst>
          <pc:docMk/>
          <pc:sldMk cId="1239366888" sldId="1789"/>
        </pc:sldMkLst>
      </pc:sldChg>
      <pc:sldChg chg="del">
        <pc:chgData name="Sini Mathew" userId="3875fe58a975fc01" providerId="LiveId" clId="{6E660A79-C15F-407F-BA90-D73F580CDCE2}" dt="2025-06-23T01:49:57.576" v="3814" actId="47"/>
        <pc:sldMkLst>
          <pc:docMk/>
          <pc:sldMk cId="2593219475" sldId="1790"/>
        </pc:sldMkLst>
      </pc:sldChg>
      <pc:sldChg chg="del">
        <pc:chgData name="Sini Mathew" userId="3875fe58a975fc01" providerId="LiveId" clId="{6E660A79-C15F-407F-BA90-D73F580CDCE2}" dt="2025-06-23T01:49:58.328" v="3815" actId="47"/>
        <pc:sldMkLst>
          <pc:docMk/>
          <pc:sldMk cId="482209960" sldId="1791"/>
        </pc:sldMkLst>
      </pc:sldChg>
      <pc:sldChg chg="modSp add mod">
        <pc:chgData name="Sini Mathew" userId="3875fe58a975fc01" providerId="LiveId" clId="{6E660A79-C15F-407F-BA90-D73F580CDCE2}" dt="2025-06-23T00:43:52.689" v="837" actId="20577"/>
        <pc:sldMkLst>
          <pc:docMk/>
          <pc:sldMk cId="3178306836" sldId="1792"/>
        </pc:sldMkLst>
        <pc:spChg chg="mod">
          <ac:chgData name="Sini Mathew" userId="3875fe58a975fc01" providerId="LiveId" clId="{6E660A79-C15F-407F-BA90-D73F580CDCE2}" dt="2025-06-23T00:43:52.689" v="837" actId="20577"/>
          <ac:spMkLst>
            <pc:docMk/>
            <pc:sldMk cId="3178306836" sldId="1792"/>
            <ac:spMk id="5" creationId="{C3F83E9F-6D3F-2DA4-9EDA-18EC0B1ABEB3}"/>
          </ac:spMkLst>
        </pc:spChg>
        <pc:spChg chg="mod">
          <ac:chgData name="Sini Mathew" userId="3875fe58a975fc01" providerId="LiveId" clId="{6E660A79-C15F-407F-BA90-D73F580CDCE2}" dt="2025-06-23T00:43:45.214" v="835" actId="255"/>
          <ac:spMkLst>
            <pc:docMk/>
            <pc:sldMk cId="3178306836" sldId="1792"/>
            <ac:spMk id="7" creationId="{0E6C1CD3-801B-8BFC-B490-EEBD3023FFDB}"/>
          </ac:spMkLst>
        </pc:spChg>
      </pc:sldChg>
      <pc:sldChg chg="modSp add mod">
        <pc:chgData name="Sini Mathew" userId="3875fe58a975fc01" providerId="LiveId" clId="{6E660A79-C15F-407F-BA90-D73F580CDCE2}" dt="2025-06-23T00:44:00.358" v="839" actId="20577"/>
        <pc:sldMkLst>
          <pc:docMk/>
          <pc:sldMk cId="2954902843" sldId="1793"/>
        </pc:sldMkLst>
        <pc:spChg chg="mod">
          <ac:chgData name="Sini Mathew" userId="3875fe58a975fc01" providerId="LiveId" clId="{6E660A79-C15F-407F-BA90-D73F580CDCE2}" dt="2025-06-23T00:44:00.358" v="839" actId="20577"/>
          <ac:spMkLst>
            <pc:docMk/>
            <pc:sldMk cId="2954902843" sldId="1793"/>
            <ac:spMk id="5" creationId="{34CD698E-F2F6-751D-A524-D5926FBF65CB}"/>
          </ac:spMkLst>
        </pc:spChg>
        <pc:spChg chg="mod">
          <ac:chgData name="Sini Mathew" userId="3875fe58a975fc01" providerId="LiveId" clId="{6E660A79-C15F-407F-BA90-D73F580CDCE2}" dt="2025-06-23T00:41:38.868" v="633" actId="20577"/>
          <ac:spMkLst>
            <pc:docMk/>
            <pc:sldMk cId="2954902843" sldId="1793"/>
            <ac:spMk id="7" creationId="{4C582DA2-1997-F609-0167-81CF9BB774FB}"/>
          </ac:spMkLst>
        </pc:spChg>
      </pc:sldChg>
      <pc:sldChg chg="modSp add mod">
        <pc:chgData name="Sini Mathew" userId="3875fe58a975fc01" providerId="LiveId" clId="{6E660A79-C15F-407F-BA90-D73F580CDCE2}" dt="2025-06-23T00:44:22.593" v="845" actId="20577"/>
        <pc:sldMkLst>
          <pc:docMk/>
          <pc:sldMk cId="2289629979" sldId="1794"/>
        </pc:sldMkLst>
        <pc:spChg chg="mod">
          <ac:chgData name="Sini Mathew" userId="3875fe58a975fc01" providerId="LiveId" clId="{6E660A79-C15F-407F-BA90-D73F580CDCE2}" dt="2025-06-23T00:44:22.593" v="845" actId="20577"/>
          <ac:spMkLst>
            <pc:docMk/>
            <pc:sldMk cId="2289629979" sldId="1794"/>
            <ac:spMk id="5" creationId="{A3ACFA54-45E7-902F-3136-88D9744A4D76}"/>
          </ac:spMkLst>
        </pc:spChg>
        <pc:spChg chg="mod">
          <ac:chgData name="Sini Mathew" userId="3875fe58a975fc01" providerId="LiveId" clId="{6E660A79-C15F-407F-BA90-D73F580CDCE2}" dt="2025-06-23T00:44:18.625" v="843" actId="1076"/>
          <ac:spMkLst>
            <pc:docMk/>
            <pc:sldMk cId="2289629979" sldId="1794"/>
            <ac:spMk id="7" creationId="{E58565E5-70C3-4944-B29B-7E143019B7E9}"/>
          </ac:spMkLst>
        </pc:spChg>
      </pc:sldChg>
      <pc:sldChg chg="modSp add mod">
        <pc:chgData name="Sini Mathew" userId="3875fe58a975fc01" providerId="LiveId" clId="{6E660A79-C15F-407F-BA90-D73F580CDCE2}" dt="2025-06-25T11:29:18.323" v="4016" actId="20577"/>
        <pc:sldMkLst>
          <pc:docMk/>
          <pc:sldMk cId="3044109009" sldId="1795"/>
        </pc:sldMkLst>
        <pc:spChg chg="mod">
          <ac:chgData name="Sini Mathew" userId="3875fe58a975fc01" providerId="LiveId" clId="{6E660A79-C15F-407F-BA90-D73F580CDCE2}" dt="2025-06-23T01:04:27.691" v="1648" actId="20577"/>
          <ac:spMkLst>
            <pc:docMk/>
            <pc:sldMk cId="3044109009" sldId="1795"/>
            <ac:spMk id="6" creationId="{9CEB8D7F-2305-948D-FBC3-678D4888540E}"/>
          </ac:spMkLst>
        </pc:spChg>
        <pc:spChg chg="mod">
          <ac:chgData name="Sini Mathew" userId="3875fe58a975fc01" providerId="LiveId" clId="{6E660A79-C15F-407F-BA90-D73F580CDCE2}" dt="2025-06-25T11:29:18.323" v="4016" actId="20577"/>
          <ac:spMkLst>
            <pc:docMk/>
            <pc:sldMk cId="3044109009" sldId="1795"/>
            <ac:spMk id="10" creationId="{F348CC0A-440E-F1C6-4A62-1E48F51C7D98}"/>
          </ac:spMkLst>
        </pc:spChg>
      </pc:sldChg>
      <pc:sldChg chg="modSp add mod">
        <pc:chgData name="Sini Mathew" userId="3875fe58a975fc01" providerId="LiveId" clId="{6E660A79-C15F-407F-BA90-D73F580CDCE2}" dt="2025-06-23T01:04:35.195" v="1652" actId="20577"/>
        <pc:sldMkLst>
          <pc:docMk/>
          <pc:sldMk cId="1534806361" sldId="1796"/>
        </pc:sldMkLst>
        <pc:spChg chg="mod">
          <ac:chgData name="Sini Mathew" userId="3875fe58a975fc01" providerId="LiveId" clId="{6E660A79-C15F-407F-BA90-D73F580CDCE2}" dt="2025-06-23T01:04:35.195" v="1652" actId="20577"/>
          <ac:spMkLst>
            <pc:docMk/>
            <pc:sldMk cId="1534806361" sldId="1796"/>
            <ac:spMk id="6" creationId="{B559B96F-9F03-6126-8257-0258D79B0F52}"/>
          </ac:spMkLst>
        </pc:spChg>
        <pc:spChg chg="mod">
          <ac:chgData name="Sini Mathew" userId="3875fe58a975fc01" providerId="LiveId" clId="{6E660A79-C15F-407F-BA90-D73F580CDCE2}" dt="2025-06-23T01:04:04.159" v="1642" actId="20577"/>
          <ac:spMkLst>
            <pc:docMk/>
            <pc:sldMk cId="1534806361" sldId="1796"/>
            <ac:spMk id="10" creationId="{4108F458-BDBE-0AD1-8271-4CAD9CA63334}"/>
          </ac:spMkLst>
        </pc:spChg>
      </pc:sldChg>
      <pc:sldChg chg="modSp add mod">
        <pc:chgData name="Sini Mathew" userId="3875fe58a975fc01" providerId="LiveId" clId="{6E660A79-C15F-407F-BA90-D73F580CDCE2}" dt="2025-06-23T01:32:05.452" v="2826" actId="20577"/>
        <pc:sldMkLst>
          <pc:docMk/>
          <pc:sldMk cId="1323951129" sldId="1797"/>
        </pc:sldMkLst>
        <pc:spChg chg="mod">
          <ac:chgData name="Sini Mathew" userId="3875fe58a975fc01" providerId="LiveId" clId="{6E660A79-C15F-407F-BA90-D73F580CDCE2}" dt="2025-06-23T01:30:11.311" v="2677" actId="20577"/>
          <ac:spMkLst>
            <pc:docMk/>
            <pc:sldMk cId="1323951129" sldId="1797"/>
            <ac:spMk id="3" creationId="{30B62E4E-A7F1-42F5-2C9C-0FBAFA991188}"/>
          </ac:spMkLst>
        </pc:spChg>
        <pc:spChg chg="mod">
          <ac:chgData name="Sini Mathew" userId="3875fe58a975fc01" providerId="LiveId" clId="{6E660A79-C15F-407F-BA90-D73F580CDCE2}" dt="2025-06-23T01:32:05.452" v="2826" actId="20577"/>
          <ac:spMkLst>
            <pc:docMk/>
            <pc:sldMk cId="1323951129" sldId="1797"/>
            <ac:spMk id="4" creationId="{4FD973F5-9D1C-9D06-BC82-589FF098BA14}"/>
          </ac:spMkLst>
        </pc:spChg>
        <pc:spChg chg="mod">
          <ac:chgData name="Sini Mathew" userId="3875fe58a975fc01" providerId="LiveId" clId="{6E660A79-C15F-407F-BA90-D73F580CDCE2}" dt="2025-06-23T01:28:24.893" v="2405" actId="20577"/>
          <ac:spMkLst>
            <pc:docMk/>
            <pc:sldMk cId="1323951129" sldId="1797"/>
            <ac:spMk id="12" creationId="{DC07C961-BD68-B331-D2CD-60C4270845D6}"/>
          </ac:spMkLst>
        </pc:spChg>
      </pc:sldChg>
      <pc:sldChg chg="modSp add mod">
        <pc:chgData name="Sini Mathew" userId="3875fe58a975fc01" providerId="LiveId" clId="{6E660A79-C15F-407F-BA90-D73F580CDCE2}" dt="2025-06-23T01:32:16.541" v="2832" actId="20577"/>
        <pc:sldMkLst>
          <pc:docMk/>
          <pc:sldMk cId="2629586137" sldId="1798"/>
        </pc:sldMkLst>
        <pc:spChg chg="mod">
          <ac:chgData name="Sini Mathew" userId="3875fe58a975fc01" providerId="LiveId" clId="{6E660A79-C15F-407F-BA90-D73F580CDCE2}" dt="2025-06-23T01:31:03.899" v="2819" actId="1076"/>
          <ac:spMkLst>
            <pc:docMk/>
            <pc:sldMk cId="2629586137" sldId="1798"/>
            <ac:spMk id="3" creationId="{AA405C1C-2A06-F4FF-FC6A-376DEDD75D4A}"/>
          </ac:spMkLst>
        </pc:spChg>
        <pc:spChg chg="mod">
          <ac:chgData name="Sini Mathew" userId="3875fe58a975fc01" providerId="LiveId" clId="{6E660A79-C15F-407F-BA90-D73F580CDCE2}" dt="2025-06-23T01:32:16.541" v="2832" actId="20577"/>
          <ac:spMkLst>
            <pc:docMk/>
            <pc:sldMk cId="2629586137" sldId="1798"/>
            <ac:spMk id="4" creationId="{C1D99845-33AE-02FE-8F32-A3541ECCEDCC}"/>
          </ac:spMkLst>
        </pc:spChg>
        <pc:spChg chg="mod">
          <ac:chgData name="Sini Mathew" userId="3875fe58a975fc01" providerId="LiveId" clId="{6E660A79-C15F-407F-BA90-D73F580CDCE2}" dt="2025-06-23T01:31:09.377" v="2820" actId="1076"/>
          <ac:spMkLst>
            <pc:docMk/>
            <pc:sldMk cId="2629586137" sldId="1798"/>
            <ac:spMk id="12" creationId="{9675BE9D-554D-4510-E647-2DBD9042B82D}"/>
          </ac:spMkLst>
        </pc:spChg>
      </pc:sldChg>
      <pc:sldChg chg="modSp add mod">
        <pc:chgData name="Sini Mathew" userId="3875fe58a975fc01" providerId="LiveId" clId="{6E660A79-C15F-407F-BA90-D73F580CDCE2}" dt="2025-06-23T01:42:05.610" v="3162" actId="20577"/>
        <pc:sldMkLst>
          <pc:docMk/>
          <pc:sldMk cId="2208677888" sldId="1799"/>
        </pc:sldMkLst>
        <pc:spChg chg="mod">
          <ac:chgData name="Sini Mathew" userId="3875fe58a975fc01" providerId="LiveId" clId="{6E660A79-C15F-407F-BA90-D73F580CDCE2}" dt="2025-06-23T01:42:05.610" v="3162" actId="20577"/>
          <ac:spMkLst>
            <pc:docMk/>
            <pc:sldMk cId="2208677888" sldId="1799"/>
            <ac:spMk id="4" creationId="{1FC0B96E-B512-4563-1177-932F7F2E7719}"/>
          </ac:spMkLst>
        </pc:spChg>
      </pc:sldChg>
      <pc:sldChg chg="modSp add mod">
        <pc:chgData name="Sini Mathew" userId="3875fe58a975fc01" providerId="LiveId" clId="{6E660A79-C15F-407F-BA90-D73F580CDCE2}" dt="2025-06-23T01:42:12.599" v="3166" actId="20577"/>
        <pc:sldMkLst>
          <pc:docMk/>
          <pc:sldMk cId="3053905105" sldId="1800"/>
        </pc:sldMkLst>
        <pc:spChg chg="mod">
          <ac:chgData name="Sini Mathew" userId="3875fe58a975fc01" providerId="LiveId" clId="{6E660A79-C15F-407F-BA90-D73F580CDCE2}" dt="2025-06-23T01:33:57.946" v="2969" actId="20577"/>
          <ac:spMkLst>
            <pc:docMk/>
            <pc:sldMk cId="3053905105" sldId="1800"/>
            <ac:spMk id="3" creationId="{B70EF79B-8D44-281B-55E7-4EF05C9FCA71}"/>
          </ac:spMkLst>
        </pc:spChg>
        <pc:spChg chg="mod">
          <ac:chgData name="Sini Mathew" userId="3875fe58a975fc01" providerId="LiveId" clId="{6E660A79-C15F-407F-BA90-D73F580CDCE2}" dt="2025-06-23T01:42:12.599" v="3166" actId="20577"/>
          <ac:spMkLst>
            <pc:docMk/>
            <pc:sldMk cId="3053905105" sldId="1800"/>
            <ac:spMk id="4" creationId="{AB659026-4A8B-48BD-E55F-921D734F1AEA}"/>
          </ac:spMkLst>
        </pc:spChg>
      </pc:sldChg>
      <pc:sldChg chg="modSp add mod">
        <pc:chgData name="Sini Mathew" userId="3875fe58a975fc01" providerId="LiveId" clId="{6E660A79-C15F-407F-BA90-D73F580CDCE2}" dt="2025-06-23T01:42:19.613" v="3170" actId="20577"/>
        <pc:sldMkLst>
          <pc:docMk/>
          <pc:sldMk cId="570147137" sldId="1801"/>
        </pc:sldMkLst>
        <pc:spChg chg="mod">
          <ac:chgData name="Sini Mathew" userId="3875fe58a975fc01" providerId="LiveId" clId="{6E660A79-C15F-407F-BA90-D73F580CDCE2}" dt="2025-06-23T01:40:41.734" v="3026" actId="20577"/>
          <ac:spMkLst>
            <pc:docMk/>
            <pc:sldMk cId="570147137" sldId="1801"/>
            <ac:spMk id="3" creationId="{65920C1D-E24F-0DB6-C2C6-CDBD358D9109}"/>
          </ac:spMkLst>
        </pc:spChg>
        <pc:spChg chg="mod">
          <ac:chgData name="Sini Mathew" userId="3875fe58a975fc01" providerId="LiveId" clId="{6E660A79-C15F-407F-BA90-D73F580CDCE2}" dt="2025-06-23T01:42:19.613" v="3170" actId="20577"/>
          <ac:spMkLst>
            <pc:docMk/>
            <pc:sldMk cId="570147137" sldId="1801"/>
            <ac:spMk id="4" creationId="{60522C75-04F4-CDE9-407C-731FB4279A79}"/>
          </ac:spMkLst>
        </pc:spChg>
      </pc:sldChg>
      <pc:sldChg chg="modSp add mod">
        <pc:chgData name="Sini Mathew" userId="3875fe58a975fc01" providerId="LiveId" clId="{6E660A79-C15F-407F-BA90-D73F580CDCE2}" dt="2025-06-23T01:42:26.066" v="3174" actId="20577"/>
        <pc:sldMkLst>
          <pc:docMk/>
          <pc:sldMk cId="553399454" sldId="1802"/>
        </pc:sldMkLst>
        <pc:spChg chg="mod">
          <ac:chgData name="Sini Mathew" userId="3875fe58a975fc01" providerId="LiveId" clId="{6E660A79-C15F-407F-BA90-D73F580CDCE2}" dt="2025-06-23T01:41:18.621" v="3086" actId="20577"/>
          <ac:spMkLst>
            <pc:docMk/>
            <pc:sldMk cId="553399454" sldId="1802"/>
            <ac:spMk id="3" creationId="{07EB00D9-B225-2C1F-9D9A-1D4D7A72FBE0}"/>
          </ac:spMkLst>
        </pc:spChg>
        <pc:spChg chg="mod">
          <ac:chgData name="Sini Mathew" userId="3875fe58a975fc01" providerId="LiveId" clId="{6E660A79-C15F-407F-BA90-D73F580CDCE2}" dt="2025-06-23T01:42:26.066" v="3174" actId="20577"/>
          <ac:spMkLst>
            <pc:docMk/>
            <pc:sldMk cId="553399454" sldId="1802"/>
            <ac:spMk id="4" creationId="{CC8BBAB2-20DC-4C31-6635-70EFC6480EED}"/>
          </ac:spMkLst>
        </pc:spChg>
      </pc:sldChg>
      <pc:sldChg chg="modSp add mod">
        <pc:chgData name="Sini Mathew" userId="3875fe58a975fc01" providerId="LiveId" clId="{6E660A79-C15F-407F-BA90-D73F580CDCE2}" dt="2025-06-23T01:42:32.347" v="3178" actId="20577"/>
        <pc:sldMkLst>
          <pc:docMk/>
          <pc:sldMk cId="2730300172" sldId="1803"/>
        </pc:sldMkLst>
        <pc:spChg chg="mod">
          <ac:chgData name="Sini Mathew" userId="3875fe58a975fc01" providerId="LiveId" clId="{6E660A79-C15F-407F-BA90-D73F580CDCE2}" dt="2025-06-23T01:41:54.888" v="3160" actId="20577"/>
          <ac:spMkLst>
            <pc:docMk/>
            <pc:sldMk cId="2730300172" sldId="1803"/>
            <ac:spMk id="3" creationId="{58B37C3B-5F37-7A48-CE47-3B573E3939B2}"/>
          </ac:spMkLst>
        </pc:spChg>
        <pc:spChg chg="mod">
          <ac:chgData name="Sini Mathew" userId="3875fe58a975fc01" providerId="LiveId" clId="{6E660A79-C15F-407F-BA90-D73F580CDCE2}" dt="2025-06-23T01:42:32.347" v="3178" actId="20577"/>
          <ac:spMkLst>
            <pc:docMk/>
            <pc:sldMk cId="2730300172" sldId="1803"/>
            <ac:spMk id="4" creationId="{6C1A7358-75D0-F69F-9DD9-084B7AFD3C8C}"/>
          </ac:spMkLst>
        </pc:spChg>
      </pc:sldChg>
      <pc:sldChg chg="modSp add mod">
        <pc:chgData name="Sini Mathew" userId="3875fe58a975fc01" providerId="LiveId" clId="{6E660A79-C15F-407F-BA90-D73F580CDCE2}" dt="2025-06-25T11:26:38.683" v="3995" actId="20577"/>
        <pc:sldMkLst>
          <pc:docMk/>
          <pc:sldMk cId="3269598966" sldId="1804"/>
        </pc:sldMkLst>
        <pc:spChg chg="mod">
          <ac:chgData name="Sini Mathew" userId="3875fe58a975fc01" providerId="LiveId" clId="{6E660A79-C15F-407F-BA90-D73F580CDCE2}" dt="2025-06-25T11:26:38.683" v="3995" actId="20577"/>
          <ac:spMkLst>
            <pc:docMk/>
            <pc:sldMk cId="3269598966" sldId="1804"/>
            <ac:spMk id="5" creationId="{ED2DBA8F-0452-239D-9832-6B53399C875A}"/>
          </ac:spMkLst>
        </pc:spChg>
        <pc:spChg chg="mod">
          <ac:chgData name="Sini Mathew" userId="3875fe58a975fc01" providerId="LiveId" clId="{6E660A79-C15F-407F-BA90-D73F580CDCE2}" dt="2025-06-23T01:46:45.718" v="3630" actId="20577"/>
          <ac:spMkLst>
            <pc:docMk/>
            <pc:sldMk cId="3269598966" sldId="1804"/>
            <ac:spMk id="6" creationId="{BA82A182-8D56-24E4-989E-9D2F54BD2578}"/>
          </ac:spMkLst>
        </pc:spChg>
      </pc:sldChg>
      <pc:sldChg chg="modSp add mod">
        <pc:chgData name="Sini Mathew" userId="3875fe58a975fc01" providerId="LiveId" clId="{6E660A79-C15F-407F-BA90-D73F580CDCE2}" dt="2025-06-25T11:26:42.778" v="3997" actId="20577"/>
        <pc:sldMkLst>
          <pc:docMk/>
          <pc:sldMk cId="3954750976" sldId="1805"/>
        </pc:sldMkLst>
        <pc:spChg chg="mod">
          <ac:chgData name="Sini Mathew" userId="3875fe58a975fc01" providerId="LiveId" clId="{6E660A79-C15F-407F-BA90-D73F580CDCE2}" dt="2025-06-25T11:26:42.778" v="3997" actId="20577"/>
          <ac:spMkLst>
            <pc:docMk/>
            <pc:sldMk cId="3954750976" sldId="1805"/>
            <ac:spMk id="5" creationId="{95ED47B0-5EFC-8BDB-0786-EE914C633339}"/>
          </ac:spMkLst>
        </pc:spChg>
        <pc:spChg chg="mod">
          <ac:chgData name="Sini Mathew" userId="3875fe58a975fc01" providerId="LiveId" clId="{6E660A79-C15F-407F-BA90-D73F580CDCE2}" dt="2025-06-23T01:47:31.280" v="3755" actId="20577"/>
          <ac:spMkLst>
            <pc:docMk/>
            <pc:sldMk cId="3954750976" sldId="1805"/>
            <ac:spMk id="6" creationId="{679F0975-CC57-EE76-F1A8-1FA057DF561E}"/>
          </ac:spMkLst>
        </pc:spChg>
      </pc:sldChg>
      <pc:sldChg chg="modSp add mod">
        <pc:chgData name="Sini Mathew" userId="3875fe58a975fc01" providerId="LiveId" clId="{6E660A79-C15F-407F-BA90-D73F580CDCE2}" dt="2025-06-23T01:51:34.675" v="3835" actId="20577"/>
        <pc:sldMkLst>
          <pc:docMk/>
          <pc:sldMk cId="2218811496" sldId="1806"/>
        </pc:sldMkLst>
        <pc:spChg chg="mod">
          <ac:chgData name="Sini Mathew" userId="3875fe58a975fc01" providerId="LiveId" clId="{6E660A79-C15F-407F-BA90-D73F580CDCE2}" dt="2025-06-23T01:51:34.675" v="3835" actId="20577"/>
          <ac:spMkLst>
            <pc:docMk/>
            <pc:sldMk cId="2218811496" sldId="1806"/>
            <ac:spMk id="5" creationId="{46B1198D-2425-1265-F08D-4E1EB82AEAF0}"/>
          </ac:spMkLst>
        </pc:spChg>
        <pc:spChg chg="mod">
          <ac:chgData name="Sini Mathew" userId="3875fe58a975fc01" providerId="LiveId" clId="{6E660A79-C15F-407F-BA90-D73F580CDCE2}" dt="2025-06-23T01:50:22.721" v="3822" actId="20577"/>
          <ac:spMkLst>
            <pc:docMk/>
            <pc:sldMk cId="2218811496" sldId="1806"/>
            <ac:spMk id="6" creationId="{B990513F-BD73-F928-B303-609D72852788}"/>
          </ac:spMkLst>
        </pc:spChg>
      </pc:sldChg>
      <pc:sldChg chg="modSp add mod">
        <pc:chgData name="Sini Mathew" userId="3875fe58a975fc01" providerId="LiveId" clId="{6E660A79-C15F-407F-BA90-D73F580CDCE2}" dt="2025-06-23T01:51:41" v="3839" actId="20577"/>
        <pc:sldMkLst>
          <pc:docMk/>
          <pc:sldMk cId="216334578" sldId="1807"/>
        </pc:sldMkLst>
        <pc:spChg chg="mod">
          <ac:chgData name="Sini Mathew" userId="3875fe58a975fc01" providerId="LiveId" clId="{6E660A79-C15F-407F-BA90-D73F580CDCE2}" dt="2025-06-23T01:51:41" v="3839" actId="20577"/>
          <ac:spMkLst>
            <pc:docMk/>
            <pc:sldMk cId="216334578" sldId="1807"/>
            <ac:spMk id="5" creationId="{4884BA82-59DE-D1B1-6676-D00F45948016}"/>
          </ac:spMkLst>
        </pc:spChg>
        <pc:spChg chg="mod">
          <ac:chgData name="Sini Mathew" userId="3875fe58a975fc01" providerId="LiveId" clId="{6E660A79-C15F-407F-BA90-D73F580CDCE2}" dt="2025-06-23T01:51:23.490" v="3829" actId="20577"/>
          <ac:spMkLst>
            <pc:docMk/>
            <pc:sldMk cId="216334578" sldId="1807"/>
            <ac:spMk id="6" creationId="{2858D353-5EC2-23FB-07BB-AAEBF0EE990C}"/>
          </ac:spMkLst>
        </pc:spChg>
      </pc:sldChg>
      <pc:sldChg chg="modSp mod">
        <pc:chgData name="Sini Mathew" userId="3875fe58a975fc01" providerId="LiveId" clId="{6E660A79-C15F-407F-BA90-D73F580CDCE2}" dt="2025-06-25T11:32:22.749" v="4019" actId="1076"/>
        <pc:sldMkLst>
          <pc:docMk/>
          <pc:sldMk cId="2131533244" sldId="1808"/>
        </pc:sldMkLst>
        <pc:spChg chg="mod">
          <ac:chgData name="Sini Mathew" userId="3875fe58a975fc01" providerId="LiveId" clId="{6E660A79-C15F-407F-BA90-D73F580CDCE2}" dt="2025-06-25T11:32:22.749" v="4019" actId="1076"/>
          <ac:spMkLst>
            <pc:docMk/>
            <pc:sldMk cId="2131533244" sldId="1808"/>
            <ac:spMk id="12" creationId="{5832C89F-F42E-4D10-5D3B-203EDD010755}"/>
          </ac:spMkLst>
        </pc:spChg>
      </pc:sldChg>
      <pc:sldChg chg="modSp mod">
        <pc:chgData name="Sini Mathew" userId="3875fe58a975fc01" providerId="LiveId" clId="{6E660A79-C15F-407F-BA90-D73F580CDCE2}" dt="2025-06-25T11:27:08.875" v="4004" actId="6549"/>
        <pc:sldMkLst>
          <pc:docMk/>
          <pc:sldMk cId="1975127801" sldId="1809"/>
        </pc:sldMkLst>
        <pc:spChg chg="mod">
          <ac:chgData name="Sini Mathew" userId="3875fe58a975fc01" providerId="LiveId" clId="{6E660A79-C15F-407F-BA90-D73F580CDCE2}" dt="2025-06-25T11:27:08.875" v="4004" actId="6549"/>
          <ac:spMkLst>
            <pc:docMk/>
            <pc:sldMk cId="1975127801" sldId="1809"/>
            <ac:spMk id="12" creationId="{960D4BC8-092F-51C8-BC8A-B3AA3A07B32C}"/>
          </ac:spMkLst>
        </pc:spChg>
      </pc:sldChg>
      <pc:sldChg chg="modSp mod">
        <pc:chgData name="Sini Mathew" userId="3875fe58a975fc01" providerId="LiveId" clId="{6E660A79-C15F-407F-BA90-D73F580CDCE2}" dt="2025-06-25T11:25:04.983" v="3993" actId="20577"/>
        <pc:sldMkLst>
          <pc:docMk/>
          <pc:sldMk cId="2679454087" sldId="1812"/>
        </pc:sldMkLst>
        <pc:spChg chg="mod">
          <ac:chgData name="Sini Mathew" userId="3875fe58a975fc01" providerId="LiveId" clId="{6E660A79-C15F-407F-BA90-D73F580CDCE2}" dt="2025-06-25T11:25:04.983" v="3993" actId="20577"/>
          <ac:spMkLst>
            <pc:docMk/>
            <pc:sldMk cId="2679454087" sldId="1812"/>
            <ac:spMk id="5" creationId="{EE43EECD-7E33-9DA0-A563-C8BF46033DC7}"/>
          </ac:spMkLst>
        </pc:spChg>
      </pc:sldChg>
      <pc:sldChg chg="modSp mod">
        <pc:chgData name="Sini Mathew" userId="3875fe58a975fc01" providerId="LiveId" clId="{6E660A79-C15F-407F-BA90-D73F580CDCE2}" dt="2025-06-25T11:24:39.752" v="3988" actId="20577"/>
        <pc:sldMkLst>
          <pc:docMk/>
          <pc:sldMk cId="4192672110" sldId="1813"/>
        </pc:sldMkLst>
        <pc:spChg chg="mod">
          <ac:chgData name="Sini Mathew" userId="3875fe58a975fc01" providerId="LiveId" clId="{6E660A79-C15F-407F-BA90-D73F580CDCE2}" dt="2025-06-25T11:24:39.752" v="3988" actId="20577"/>
          <ac:spMkLst>
            <pc:docMk/>
            <pc:sldMk cId="4192672110" sldId="1813"/>
            <ac:spMk id="5" creationId="{A4D3651A-7631-50F8-4780-1B7AC09EB43D}"/>
          </ac:spMkLst>
        </pc:spChg>
      </pc:sldChg>
    </pc:docChg>
  </pc:docChgLst>
  <pc:docChgLst>
    <pc:chgData name="Sini Mathew" userId="3875fe58a975fc01" providerId="Windows Live" clId="Web-{524FC7CF-C71D-C54C-0920-333F868DF2F1}"/>
    <pc:docChg chg="modSld">
      <pc:chgData name="Sini Mathew" userId="3875fe58a975fc01" providerId="Windows Live" clId="Web-{524FC7CF-C71D-C54C-0920-333F868DF2F1}" dt="2025-06-24T00:24:16.818" v="19" actId="20577"/>
      <pc:docMkLst>
        <pc:docMk/>
      </pc:docMkLst>
      <pc:sldChg chg="modSp">
        <pc:chgData name="Sini Mathew" userId="3875fe58a975fc01" providerId="Windows Live" clId="Web-{524FC7CF-C71D-C54C-0920-333F868DF2F1}" dt="2025-06-24T00:24:12.271" v="17" actId="20577"/>
        <pc:sldMkLst>
          <pc:docMk/>
          <pc:sldMk cId="238183944" sldId="1736"/>
        </pc:sldMkLst>
        <pc:spChg chg="mod">
          <ac:chgData name="Sini Mathew" userId="3875fe58a975fc01" providerId="Windows Live" clId="Web-{524FC7CF-C71D-C54C-0920-333F868DF2F1}" dt="2025-06-24T00:24:12.271" v="17" actId="20577"/>
          <ac:spMkLst>
            <pc:docMk/>
            <pc:sldMk cId="238183944" sldId="1736"/>
            <ac:spMk id="4" creationId="{6ADC4A3A-E057-96AD-F3D7-4CD355656C7E}"/>
          </ac:spMkLst>
        </pc:spChg>
      </pc:sldChg>
      <pc:sldChg chg="modSp">
        <pc:chgData name="Sini Mathew" userId="3875fe58a975fc01" providerId="Windows Live" clId="Web-{524FC7CF-C71D-C54C-0920-333F868DF2F1}" dt="2025-06-24T00:23:27.675" v="16" actId="20577"/>
        <pc:sldMkLst>
          <pc:docMk/>
          <pc:sldMk cId="3192769657" sldId="1766"/>
        </pc:sldMkLst>
        <pc:spChg chg="mod">
          <ac:chgData name="Sini Mathew" userId="3875fe58a975fc01" providerId="Windows Live" clId="Web-{524FC7CF-C71D-C54C-0920-333F868DF2F1}" dt="2025-06-24T00:23:27.675" v="16" actId="20577"/>
          <ac:spMkLst>
            <pc:docMk/>
            <pc:sldMk cId="3192769657" sldId="1766"/>
            <ac:spMk id="7" creationId="{73BCB907-E0B2-54A2-70D6-6ED07B3192C6}"/>
          </ac:spMkLst>
        </pc:spChg>
      </pc:sldChg>
      <pc:sldChg chg="modSp">
        <pc:chgData name="Sini Mathew" userId="3875fe58a975fc01" providerId="Windows Live" clId="Web-{524FC7CF-C71D-C54C-0920-333F868DF2F1}" dt="2025-06-24T00:24:16.818" v="19" actId="20577"/>
        <pc:sldMkLst>
          <pc:docMk/>
          <pc:sldMk cId="2131533244" sldId="1808"/>
        </pc:sldMkLst>
        <pc:spChg chg="mod">
          <ac:chgData name="Sini Mathew" userId="3875fe58a975fc01" providerId="Windows Live" clId="Web-{524FC7CF-C71D-C54C-0920-333F868DF2F1}" dt="2025-06-24T00:24:16.818" v="19" actId="20577"/>
          <ac:spMkLst>
            <pc:docMk/>
            <pc:sldMk cId="2131533244" sldId="1808"/>
            <ac:spMk id="4" creationId="{0C45E70D-BA15-313F-755A-6B3823D3915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09 Feb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OS3q4uTEAik?si=7AddlSbnPrmzEPVu" TargetMode="Externa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559EBF-A0DC-764A-C7C1-116E72A50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7517-3A9C-D642-A843-F5E885D8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3B4F11A-5246-61F4-CDCC-B144B10F3F0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A7DE2-A0D3-0201-4DD7-DCA2BFDB505C}"/>
              </a:ext>
            </a:extLst>
          </p:cNvPr>
          <p:cNvSpPr txBox="1"/>
          <p:nvPr/>
        </p:nvSpPr>
        <p:spPr>
          <a:xfrm>
            <a:off x="263951" y="620193"/>
            <a:ext cx="8804635" cy="33239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1000">
                <a:ea typeface="+mn-lt"/>
                <a:cs typeface="+mn-lt"/>
              </a:rPr>
              <a:t>June 29th HQ ( English)</a:t>
            </a:r>
            <a:endParaRPr lang="en-US" sz="1000">
              <a:cs typeface="Segoe UI"/>
            </a:endParaRPr>
          </a:p>
          <a:p>
            <a:pPr algn="ctr"/>
            <a:endParaRPr lang="en-SG" sz="1000">
              <a:cs typeface="Segoe UI"/>
            </a:endParaRPr>
          </a:p>
          <a:p>
            <a:pPr algn="ctr"/>
            <a:r>
              <a:rPr lang="en-SG" sz="1000">
                <a:ea typeface="+mn-lt"/>
                <a:cs typeface="+mn-lt"/>
              </a:rPr>
              <a:t>Opening : </a:t>
            </a:r>
            <a:endParaRPr lang="en-SG" sz="1000">
              <a:cs typeface="Segoe UI"/>
            </a:endParaRPr>
          </a:p>
          <a:p>
            <a:pPr algn="ctr"/>
            <a:r>
              <a:rPr lang="en-SG" sz="1000">
                <a:ea typeface="+mn-lt"/>
                <a:cs typeface="+mn-lt"/>
              </a:rPr>
              <a:t>22 Holy ,holy ,holy</a:t>
            </a:r>
            <a:endParaRPr lang="en-SG" sz="1000">
              <a:cs typeface="Segoe UI"/>
            </a:endParaRPr>
          </a:p>
          <a:p>
            <a:pPr algn="ctr"/>
            <a:r>
              <a:rPr lang="en-SG" sz="1000">
                <a:ea typeface="+mn-lt"/>
                <a:cs typeface="+mn-lt"/>
              </a:rPr>
              <a:t>B/A :</a:t>
            </a:r>
            <a:endParaRPr lang="en-SG" sz="1000">
              <a:cs typeface="Segoe UI"/>
            </a:endParaRPr>
          </a:p>
          <a:p>
            <a:pPr algn="ctr"/>
            <a:r>
              <a:rPr lang="en-SG" sz="1000">
                <a:ea typeface="+mn-lt"/>
                <a:cs typeface="+mn-lt"/>
              </a:rPr>
              <a:t>Jesus loves me this i know</a:t>
            </a:r>
            <a:endParaRPr lang="en-SG" sz="1000">
              <a:cs typeface="Segoe UI"/>
            </a:endParaRPr>
          </a:p>
          <a:p>
            <a:pPr algn="ctr"/>
            <a:r>
              <a:rPr lang="en-SG" sz="1000">
                <a:ea typeface="+mn-lt"/>
                <a:cs typeface="+mn-lt"/>
              </a:rPr>
              <a:t>Offertory:</a:t>
            </a:r>
            <a:endParaRPr lang="en-SG" sz="1000">
              <a:cs typeface="Segoe UI"/>
            </a:endParaRPr>
          </a:p>
          <a:p>
            <a:pPr algn="ctr"/>
            <a:r>
              <a:rPr lang="en-SG" sz="1000">
                <a:ea typeface="+mn-lt"/>
                <a:cs typeface="+mn-lt"/>
              </a:rPr>
              <a:t>529Follow, follow ,I would follow Jesus(v1&amp;ch) </a:t>
            </a:r>
          </a:p>
          <a:p>
            <a:pPr algn="ctr"/>
            <a:r>
              <a:rPr lang="en-SG" sz="1000">
                <a:ea typeface="+mn-lt"/>
                <a:cs typeface="+mn-lt"/>
              </a:rPr>
              <a:t>Confession: </a:t>
            </a:r>
            <a:endParaRPr lang="en-SG" sz="1000">
              <a:cs typeface="Segoe UI"/>
            </a:endParaRPr>
          </a:p>
          <a:p>
            <a:pPr algn="ctr"/>
            <a:r>
              <a:rPr lang="en-SG" sz="1000">
                <a:ea typeface="+mn-lt"/>
                <a:cs typeface="+mn-lt"/>
              </a:rPr>
              <a:t>577 I need Thee every hour </a:t>
            </a:r>
            <a:endParaRPr lang="en-SG" sz="1000">
              <a:cs typeface="Segoe UI"/>
            </a:endParaRPr>
          </a:p>
          <a:p>
            <a:pPr algn="ctr"/>
            <a:r>
              <a:rPr lang="en-SG" sz="1000">
                <a:ea typeface="+mn-lt"/>
                <a:cs typeface="+mn-lt"/>
              </a:rPr>
              <a:t>Communion:</a:t>
            </a:r>
            <a:endParaRPr lang="en-SG" sz="1000">
              <a:cs typeface="Segoe UI"/>
            </a:endParaRPr>
          </a:p>
          <a:p>
            <a:pPr algn="ctr"/>
            <a:r>
              <a:rPr lang="en-SG" sz="1000">
                <a:ea typeface="+mn-lt"/>
                <a:cs typeface="+mn-lt"/>
              </a:rPr>
              <a:t>Take up Thy cross the Saviour said </a:t>
            </a:r>
            <a:endParaRPr lang="en-SG" sz="1000">
              <a:cs typeface="Segoe UI"/>
            </a:endParaRPr>
          </a:p>
          <a:p>
            <a:pPr algn="ctr"/>
            <a:r>
              <a:rPr lang="en-SG" sz="1000">
                <a:ea typeface="+mn-lt"/>
                <a:cs typeface="+mn-lt"/>
                <a:hlinkClick r:id="rId2"/>
              </a:rPr>
              <a:t>https://youtu.be/OS3q4uTEAik?si=7AddlSbnPrmzEPVu</a:t>
            </a:r>
            <a:endParaRPr lang="en-SG" sz="1000">
              <a:cs typeface="Segoe UI"/>
            </a:endParaRPr>
          </a:p>
          <a:p>
            <a:pPr algn="ctr"/>
            <a:r>
              <a:rPr lang="en-SG" sz="1000">
                <a:ea typeface="+mn-lt"/>
                <a:cs typeface="+mn-lt"/>
              </a:rPr>
              <a:t>577 I need Thee every hour </a:t>
            </a:r>
            <a:endParaRPr lang="en-SG" sz="1000">
              <a:cs typeface="Segoe UI"/>
            </a:endParaRPr>
          </a:p>
          <a:p>
            <a:pPr algn="ctr"/>
            <a:r>
              <a:rPr lang="en-SG" sz="1000">
                <a:ea typeface="+mn-lt"/>
                <a:cs typeface="+mn-lt"/>
              </a:rPr>
              <a:t>Seek ye first the Kingdom of God</a:t>
            </a:r>
          </a:p>
          <a:p>
            <a:pPr algn="ctr"/>
            <a:r>
              <a:rPr lang="en-SG" sz="1000">
                <a:ea typeface="+mn-lt"/>
                <a:cs typeface="+mn-lt"/>
              </a:rPr>
              <a:t>1138 Jesus bids us shine</a:t>
            </a:r>
            <a:endParaRPr lang="en-SG" sz="1000">
              <a:cs typeface="Segoe UI"/>
            </a:endParaRPr>
          </a:p>
          <a:p>
            <a:pPr algn="ctr"/>
            <a:r>
              <a:rPr lang="en-SG" sz="1000">
                <a:ea typeface="+mn-lt"/>
                <a:cs typeface="+mn-lt"/>
              </a:rPr>
              <a:t>Shine Jesus shine</a:t>
            </a:r>
            <a:endParaRPr lang="en-SG" sz="1000">
              <a:cs typeface="Segoe UI"/>
            </a:endParaRPr>
          </a:p>
          <a:p>
            <a:pPr algn="ctr"/>
            <a:endParaRPr lang="en-SG" sz="1000">
              <a:cs typeface="Segoe UI"/>
            </a:endParaRPr>
          </a:p>
          <a:p>
            <a:pPr algn="ctr"/>
            <a:endParaRPr lang="en-SG" sz="1000">
              <a:cs typeface="Segoe UI"/>
            </a:endParaRPr>
          </a:p>
          <a:p>
            <a:pPr algn="ctr"/>
            <a:r>
              <a:rPr lang="en-SG" sz="1000">
                <a:ea typeface="+mn-lt"/>
                <a:cs typeface="+mn-lt"/>
              </a:rPr>
              <a:t>Closing: </a:t>
            </a:r>
            <a:endParaRPr lang="en-SG" sz="1000">
              <a:cs typeface="Segoe UI"/>
            </a:endParaRPr>
          </a:p>
          <a:p>
            <a:pPr algn="ctr"/>
            <a:r>
              <a:rPr lang="en-SG" sz="1000">
                <a:ea typeface="+mn-lt"/>
                <a:cs typeface="+mn-lt"/>
              </a:rPr>
              <a:t>Walking with </a:t>
            </a:r>
            <a:r>
              <a:rPr lang="en-SG" sz="1000" err="1">
                <a:ea typeface="+mn-lt"/>
                <a:cs typeface="+mn-lt"/>
              </a:rPr>
              <a:t>jesus</a:t>
            </a:r>
            <a:endParaRPr lang="en-US" sz="1000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9F8DE-FB1A-EE60-E68A-7C0B9103CFE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4</a:t>
            </a:r>
          </a:p>
        </p:txBody>
      </p:sp>
    </p:spTree>
    <p:extLst>
      <p:ext uri="{BB962C8B-B14F-4D97-AF65-F5344CB8AC3E}">
        <p14:creationId xmlns:p14="http://schemas.microsoft.com/office/powerpoint/2010/main" val="126902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1009567" y="1028892"/>
            <a:ext cx="7124865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587933" y="995380"/>
            <a:ext cx="5968133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724464" y="1668219"/>
            <a:ext cx="5695070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>
                <a:solidFill>
                  <a:schemeClr val="bg1"/>
                </a:solidFill>
                <a:latin typeface="Tenorite"/>
              </a:rPr>
              <a:t>Hymn No: 22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B440D-9154-6D42-51FB-76FEAB1E1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5611-F8C0-7B58-25FF-103D1B83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Opening Hymn: Hymn No: 22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566E2B1-42FB-58E2-1695-DC7C7590AF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CB907-E0B2-54A2-70D6-6ED07B3192C6}"/>
              </a:ext>
            </a:extLst>
          </p:cNvPr>
          <p:cNvSpPr txBox="1"/>
          <p:nvPr/>
        </p:nvSpPr>
        <p:spPr>
          <a:xfrm>
            <a:off x="-2213" y="1231323"/>
            <a:ext cx="9040304" cy="32932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600" dirty="0">
                <a:latin typeface="Segoe UI"/>
                <a:ea typeface="Verdana"/>
                <a:cs typeface="Segoe UI"/>
              </a:rPr>
              <a:t>Ho-</a:t>
            </a:r>
            <a:r>
              <a:rPr lang="en-SG" sz="2600" err="1">
                <a:latin typeface="Segoe UI"/>
                <a:ea typeface="Verdana"/>
                <a:cs typeface="Segoe UI"/>
              </a:rPr>
              <a:t>ly</a:t>
            </a:r>
            <a:r>
              <a:rPr lang="en-SG" sz="2600" dirty="0">
                <a:latin typeface="Segoe UI"/>
                <a:ea typeface="Verdana"/>
                <a:cs typeface="Segoe UI"/>
              </a:rPr>
              <a:t>, Ho-</a:t>
            </a:r>
            <a:r>
              <a:rPr lang="en-SG" sz="2600" err="1">
                <a:latin typeface="Segoe UI"/>
                <a:ea typeface="Verdana"/>
                <a:cs typeface="Segoe UI"/>
              </a:rPr>
              <a:t>ly</a:t>
            </a:r>
            <a:r>
              <a:rPr lang="en-SG" sz="2600" dirty="0">
                <a:latin typeface="Segoe UI"/>
                <a:ea typeface="Verdana"/>
                <a:cs typeface="Segoe UI"/>
              </a:rPr>
              <a:t>, Ho-</a:t>
            </a:r>
            <a:r>
              <a:rPr lang="en-SG" sz="2600" err="1">
                <a:latin typeface="Segoe UI"/>
                <a:ea typeface="Verdana"/>
                <a:cs typeface="Segoe UI"/>
              </a:rPr>
              <a:t>ly</a:t>
            </a:r>
            <a:r>
              <a:rPr lang="en-SG" sz="2600" dirty="0">
                <a:latin typeface="Segoe UI"/>
                <a:ea typeface="Verdana"/>
                <a:cs typeface="Segoe UI"/>
              </a:rPr>
              <a:t>! </a:t>
            </a:r>
            <a:endParaRPr lang="en-US" dirty="0"/>
          </a:p>
          <a:p>
            <a:pPr algn="ctr"/>
            <a:r>
              <a:rPr lang="en-SG" sz="2600" dirty="0">
                <a:latin typeface="Segoe UI"/>
                <a:ea typeface="Verdana"/>
                <a:cs typeface="Segoe UI"/>
              </a:rPr>
              <a:t>Lord God Al-might-ty!</a:t>
            </a:r>
            <a:endParaRPr lang="en-SG" dirty="0"/>
          </a:p>
          <a:p>
            <a:pPr algn="ctr"/>
            <a:r>
              <a:rPr lang="en-SG" sz="2600" dirty="0">
                <a:latin typeface="Segoe UI"/>
                <a:ea typeface="Verdana"/>
                <a:cs typeface="Segoe UI"/>
              </a:rPr>
              <a:t>Early in the morn-</a:t>
            </a:r>
            <a:r>
              <a:rPr lang="en-SG" sz="2600" err="1">
                <a:latin typeface="Segoe UI"/>
                <a:ea typeface="Verdana"/>
                <a:cs typeface="Segoe UI"/>
              </a:rPr>
              <a:t>ning</a:t>
            </a:r>
            <a:r>
              <a:rPr lang="en-SG" sz="2600" dirty="0">
                <a:latin typeface="Segoe UI"/>
                <a:ea typeface="Verdana"/>
                <a:cs typeface="Segoe UI"/>
              </a:rPr>
              <a:t> </a:t>
            </a:r>
          </a:p>
          <a:p>
            <a:pPr algn="ctr"/>
            <a:r>
              <a:rPr lang="en-SG" sz="2600" dirty="0">
                <a:latin typeface="Segoe UI"/>
                <a:ea typeface="Verdana"/>
                <a:cs typeface="Segoe UI"/>
              </a:rPr>
              <a:t>our song shall rise to Thee; </a:t>
            </a:r>
            <a:endParaRPr lang="en-SG" dirty="0"/>
          </a:p>
          <a:p>
            <a:pPr algn="ctr"/>
            <a:r>
              <a:rPr lang="en-SG" sz="2600" dirty="0">
                <a:latin typeface="Segoe UI"/>
                <a:ea typeface="Verdana"/>
                <a:cs typeface="Segoe UI"/>
              </a:rPr>
              <a:t>Ho-</a:t>
            </a:r>
            <a:r>
              <a:rPr lang="en-SG" sz="2600" err="1">
                <a:latin typeface="Segoe UI"/>
                <a:ea typeface="Verdana"/>
                <a:cs typeface="Segoe UI"/>
              </a:rPr>
              <a:t>ly</a:t>
            </a:r>
            <a:r>
              <a:rPr lang="en-SG" sz="2600" dirty="0">
                <a:latin typeface="Segoe UI"/>
                <a:ea typeface="Verdana"/>
                <a:cs typeface="Segoe UI"/>
              </a:rPr>
              <a:t>, Ho-</a:t>
            </a:r>
            <a:r>
              <a:rPr lang="en-SG" sz="2600" err="1">
                <a:latin typeface="Segoe UI"/>
                <a:ea typeface="Verdana"/>
                <a:cs typeface="Segoe UI"/>
              </a:rPr>
              <a:t>ly</a:t>
            </a:r>
            <a:r>
              <a:rPr lang="en-SG" sz="2600" dirty="0">
                <a:latin typeface="Segoe UI"/>
                <a:ea typeface="Verdana"/>
                <a:cs typeface="Segoe UI"/>
              </a:rPr>
              <a:t>, Ho-</a:t>
            </a:r>
            <a:r>
              <a:rPr lang="en-SG" sz="2600" err="1">
                <a:latin typeface="Segoe UI"/>
                <a:ea typeface="Verdana"/>
                <a:cs typeface="Segoe UI"/>
              </a:rPr>
              <a:t>ly</a:t>
            </a:r>
            <a:r>
              <a:rPr lang="en-SG" sz="2600" dirty="0">
                <a:latin typeface="Segoe UI"/>
                <a:ea typeface="Verdana"/>
                <a:cs typeface="Segoe UI"/>
              </a:rPr>
              <a:t>! </a:t>
            </a:r>
          </a:p>
          <a:p>
            <a:pPr algn="ctr"/>
            <a:r>
              <a:rPr lang="en-SG" sz="2600" dirty="0">
                <a:latin typeface="Segoe UI"/>
                <a:ea typeface="Verdana"/>
                <a:cs typeface="Segoe UI"/>
              </a:rPr>
              <a:t>Mer-ci-</a:t>
            </a:r>
            <a:r>
              <a:rPr lang="en-SG" sz="2600" dirty="0" err="1">
                <a:latin typeface="Segoe UI"/>
                <a:ea typeface="Verdana"/>
                <a:cs typeface="Segoe UI"/>
              </a:rPr>
              <a:t>ful</a:t>
            </a:r>
            <a:r>
              <a:rPr lang="en-SG" sz="2600" dirty="0">
                <a:latin typeface="Segoe UI"/>
                <a:ea typeface="Verdana"/>
                <a:cs typeface="Segoe UI"/>
              </a:rPr>
              <a:t> and </a:t>
            </a:r>
            <a:r>
              <a:rPr lang="en-SG" sz="2600" dirty="0" err="1">
                <a:latin typeface="Segoe UI"/>
                <a:ea typeface="Verdana"/>
                <a:cs typeface="Segoe UI"/>
              </a:rPr>
              <a:t>Migh</a:t>
            </a:r>
            <a:r>
              <a:rPr lang="en-SG" sz="2600" dirty="0">
                <a:latin typeface="Segoe UI"/>
                <a:ea typeface="Verdana"/>
                <a:cs typeface="Segoe UI"/>
              </a:rPr>
              <a:t>-ty!</a:t>
            </a:r>
            <a:endParaRPr lang="en-SG" dirty="0"/>
          </a:p>
          <a:p>
            <a:pPr algn="ctr"/>
            <a:r>
              <a:rPr lang="en-SG" sz="2600" dirty="0">
                <a:latin typeface="Segoe UI"/>
                <a:ea typeface="Verdana"/>
                <a:cs typeface="Segoe UI"/>
              </a:rPr>
              <a:t>God in Three Per-sons,</a:t>
            </a:r>
            <a:endParaRPr lang="en-US" sz="2600" dirty="0">
              <a:latin typeface="Segoe UI"/>
              <a:ea typeface="Verdana"/>
              <a:cs typeface="Segoe UI"/>
            </a:endParaRPr>
          </a:p>
          <a:p>
            <a:pPr algn="ctr"/>
            <a:r>
              <a:rPr lang="en-SG" sz="2600" dirty="0">
                <a:latin typeface="Segoe UI"/>
                <a:ea typeface="Verdana"/>
                <a:cs typeface="Segoe UI"/>
              </a:rPr>
              <a:t>Bless-ed Trin-</a:t>
            </a:r>
            <a:r>
              <a:rPr lang="en-SG" sz="2600" dirty="0" err="1">
                <a:latin typeface="Segoe UI"/>
                <a:ea typeface="Verdana"/>
                <a:cs typeface="Segoe UI"/>
              </a:rPr>
              <a:t>i</a:t>
            </a:r>
            <a:r>
              <a:rPr lang="en-SG" sz="2600" dirty="0">
                <a:latin typeface="Segoe UI"/>
                <a:ea typeface="Verdana"/>
                <a:cs typeface="Segoe UI"/>
              </a:rPr>
              <a:t>-ty!</a:t>
            </a:r>
            <a:endParaRPr lang="en-US" sz="260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06F40-95DD-32FD-9090-4DFCCE9E71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4</a:t>
            </a:r>
          </a:p>
        </p:txBody>
      </p:sp>
    </p:spTree>
    <p:extLst>
      <p:ext uri="{BB962C8B-B14F-4D97-AF65-F5344CB8AC3E}">
        <p14:creationId xmlns:p14="http://schemas.microsoft.com/office/powerpoint/2010/main" val="319276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7826-2C87-76F5-2F10-FEEE1F66E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E60F-6356-AC5E-8516-AF0D96B9E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Opening Hymn: Hymn No: 22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577E65E-A5C8-6DA2-33A0-4851BEAA574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6C1CD3-801B-8BFC-B490-EEBD3023FFDB}"/>
              </a:ext>
            </a:extLst>
          </p:cNvPr>
          <p:cNvSpPr txBox="1"/>
          <p:nvPr/>
        </p:nvSpPr>
        <p:spPr>
          <a:xfrm>
            <a:off x="0" y="1116360"/>
            <a:ext cx="9040304" cy="32932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600">
                <a:latin typeface="Segoe UI"/>
                <a:ea typeface="Verdana"/>
                <a:cs typeface="Segoe UI"/>
              </a:rPr>
              <a:t>Ho-</a:t>
            </a:r>
            <a:r>
              <a:rPr lang="en-SG" sz="2600" err="1">
                <a:latin typeface="Segoe UI"/>
                <a:ea typeface="Verdana"/>
                <a:cs typeface="Segoe UI"/>
              </a:rPr>
              <a:t>ly</a:t>
            </a:r>
            <a:r>
              <a:rPr lang="en-SG" sz="2600">
                <a:latin typeface="Segoe UI"/>
                <a:ea typeface="Verdana"/>
                <a:cs typeface="Segoe UI"/>
              </a:rPr>
              <a:t>, Ho-</a:t>
            </a:r>
            <a:r>
              <a:rPr lang="en-SG" sz="2600" err="1">
                <a:latin typeface="Segoe UI"/>
                <a:ea typeface="Verdana"/>
                <a:cs typeface="Segoe UI"/>
              </a:rPr>
              <a:t>ly</a:t>
            </a:r>
            <a:r>
              <a:rPr lang="en-SG" sz="2600">
                <a:latin typeface="Segoe UI"/>
                <a:ea typeface="Verdana"/>
                <a:cs typeface="Segoe UI"/>
              </a:rPr>
              <a:t>, Ho-</a:t>
            </a:r>
            <a:r>
              <a:rPr lang="en-SG" sz="2600" err="1">
                <a:latin typeface="Segoe UI"/>
                <a:ea typeface="Verdana"/>
                <a:cs typeface="Segoe UI"/>
              </a:rPr>
              <a:t>ly</a:t>
            </a:r>
            <a:r>
              <a:rPr lang="en-SG" sz="2600">
                <a:latin typeface="Segoe UI"/>
                <a:ea typeface="Verdana"/>
                <a:cs typeface="Segoe UI"/>
              </a:rPr>
              <a:t>! </a:t>
            </a:r>
            <a:endParaRPr lang="en-US"/>
          </a:p>
          <a:p>
            <a:pPr algn="ctr"/>
            <a:r>
              <a:rPr lang="en-SG" sz="2600">
                <a:latin typeface="Segoe UI"/>
                <a:ea typeface="Verdana"/>
                <a:cs typeface="Segoe UI"/>
              </a:rPr>
              <a:t>All the saints a-</a:t>
            </a:r>
            <a:r>
              <a:rPr lang="en-SG" sz="2600" err="1">
                <a:latin typeface="Segoe UI"/>
                <a:ea typeface="Verdana"/>
                <a:cs typeface="Segoe UI"/>
              </a:rPr>
              <a:t>dore</a:t>
            </a:r>
            <a:r>
              <a:rPr lang="en-SG" sz="2600">
                <a:latin typeface="Segoe UI"/>
                <a:ea typeface="Verdana"/>
                <a:cs typeface="Segoe UI"/>
              </a:rPr>
              <a:t> Thee, </a:t>
            </a:r>
            <a:endParaRPr lang="en-SG"/>
          </a:p>
          <a:p>
            <a:pPr algn="ctr"/>
            <a:r>
              <a:rPr lang="en-SG" sz="2600">
                <a:latin typeface="Segoe UI"/>
                <a:ea typeface="Verdana"/>
                <a:cs typeface="Segoe UI"/>
              </a:rPr>
              <a:t>Cast-</a:t>
            </a:r>
            <a:r>
              <a:rPr lang="en-SG" sz="2600" err="1">
                <a:latin typeface="Segoe UI"/>
                <a:ea typeface="Verdana"/>
                <a:cs typeface="Segoe UI"/>
              </a:rPr>
              <a:t>ing</a:t>
            </a:r>
            <a:r>
              <a:rPr lang="en-SG" sz="2600">
                <a:latin typeface="Segoe UI"/>
                <a:ea typeface="Verdana"/>
                <a:cs typeface="Segoe UI"/>
              </a:rPr>
              <a:t> down their gold-</a:t>
            </a:r>
            <a:r>
              <a:rPr lang="en-SG" sz="2600" err="1">
                <a:latin typeface="Segoe UI"/>
                <a:ea typeface="Verdana"/>
                <a:cs typeface="Segoe UI"/>
              </a:rPr>
              <a:t>en</a:t>
            </a:r>
            <a:r>
              <a:rPr lang="en-SG" sz="2600">
                <a:latin typeface="Segoe UI"/>
                <a:ea typeface="Verdana"/>
                <a:cs typeface="Segoe UI"/>
              </a:rPr>
              <a:t> crowns </a:t>
            </a:r>
          </a:p>
          <a:p>
            <a:pPr algn="ctr"/>
            <a:r>
              <a:rPr lang="en-SG" sz="2600">
                <a:latin typeface="Segoe UI"/>
                <a:ea typeface="Verdana"/>
                <a:cs typeface="Segoe UI"/>
              </a:rPr>
              <a:t>a-round the glass-y sea; </a:t>
            </a:r>
            <a:endParaRPr lang="en-SG"/>
          </a:p>
          <a:p>
            <a:pPr algn="ctr"/>
            <a:r>
              <a:rPr lang="en-SG" sz="2600">
                <a:latin typeface="Segoe UI"/>
                <a:ea typeface="Verdana"/>
                <a:cs typeface="Segoe UI"/>
              </a:rPr>
              <a:t>Che-</a:t>
            </a:r>
            <a:r>
              <a:rPr lang="en-SG" sz="2600" err="1">
                <a:latin typeface="Segoe UI"/>
                <a:ea typeface="Verdana"/>
                <a:cs typeface="Segoe UI"/>
              </a:rPr>
              <a:t>ru</a:t>
            </a:r>
            <a:r>
              <a:rPr lang="en-SG" sz="2600">
                <a:latin typeface="Segoe UI"/>
                <a:ea typeface="Verdana"/>
                <a:cs typeface="Segoe UI"/>
              </a:rPr>
              <a:t>-</a:t>
            </a:r>
            <a:r>
              <a:rPr lang="en-SG" sz="2600" err="1">
                <a:latin typeface="Segoe UI"/>
                <a:ea typeface="Verdana"/>
                <a:cs typeface="Segoe UI"/>
              </a:rPr>
              <a:t>bom</a:t>
            </a:r>
            <a:r>
              <a:rPr lang="en-SG" sz="2600">
                <a:latin typeface="Segoe UI"/>
                <a:ea typeface="Verdana"/>
                <a:cs typeface="Segoe UI"/>
              </a:rPr>
              <a:t> and Se-</a:t>
            </a:r>
            <a:r>
              <a:rPr lang="en-SG" sz="2600" err="1">
                <a:latin typeface="Segoe UI"/>
                <a:ea typeface="Verdana"/>
                <a:cs typeface="Segoe UI"/>
              </a:rPr>
              <a:t>ra</a:t>
            </a:r>
            <a:r>
              <a:rPr lang="en-SG" sz="2600">
                <a:latin typeface="Segoe UI"/>
                <a:ea typeface="Verdana"/>
                <a:cs typeface="Segoe UI"/>
              </a:rPr>
              <a:t>-</a:t>
            </a:r>
            <a:r>
              <a:rPr lang="en-SG" sz="2600" err="1">
                <a:latin typeface="Segoe UI"/>
                <a:ea typeface="Verdana"/>
                <a:cs typeface="Segoe UI"/>
              </a:rPr>
              <a:t>phim</a:t>
            </a:r>
          </a:p>
          <a:p>
            <a:pPr algn="ctr"/>
            <a:r>
              <a:rPr lang="en-SG" sz="2600">
                <a:latin typeface="Segoe UI"/>
                <a:ea typeface="Verdana"/>
                <a:cs typeface="Segoe UI"/>
              </a:rPr>
              <a:t> fall-</a:t>
            </a:r>
            <a:r>
              <a:rPr lang="en-SG" sz="2600" err="1">
                <a:latin typeface="Segoe UI"/>
                <a:ea typeface="Verdana"/>
                <a:cs typeface="Segoe UI"/>
              </a:rPr>
              <a:t>ing</a:t>
            </a:r>
            <a:r>
              <a:rPr lang="en-SG" sz="2600">
                <a:latin typeface="Segoe UI"/>
                <a:ea typeface="Verdana"/>
                <a:cs typeface="Segoe UI"/>
              </a:rPr>
              <a:t> down be-fore Thee,</a:t>
            </a:r>
            <a:endParaRPr lang="en-SG"/>
          </a:p>
          <a:p>
            <a:pPr algn="ctr"/>
            <a:r>
              <a:rPr lang="en-SG" sz="2600">
                <a:latin typeface="Segoe UI"/>
                <a:ea typeface="Verdana"/>
                <a:cs typeface="Segoe UI"/>
              </a:rPr>
              <a:t>Which wert and art, </a:t>
            </a:r>
            <a:endParaRPr lang="en-US" sz="2600">
              <a:latin typeface="Segoe UI"/>
              <a:ea typeface="Verdana"/>
              <a:cs typeface="Segoe UI"/>
            </a:endParaRPr>
          </a:p>
          <a:p>
            <a:pPr algn="ctr"/>
            <a:r>
              <a:rPr lang="en-SG" sz="2600">
                <a:latin typeface="Segoe UI"/>
                <a:ea typeface="Verdana"/>
                <a:cs typeface="Segoe UI"/>
              </a:rPr>
              <a:t>and </a:t>
            </a:r>
            <a:r>
              <a:rPr lang="en-SG" sz="2600" err="1">
                <a:latin typeface="Segoe UI"/>
                <a:ea typeface="Verdana"/>
                <a:cs typeface="Segoe UI"/>
              </a:rPr>
              <a:t>ev</a:t>
            </a:r>
            <a:r>
              <a:rPr lang="en-SG" sz="2600">
                <a:latin typeface="Segoe UI"/>
                <a:ea typeface="Verdana"/>
                <a:cs typeface="Segoe UI"/>
              </a:rPr>
              <a:t>-er-more shalt be. </a:t>
            </a:r>
            <a:endParaRPr lang="en-US" sz="260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F83E9F-6D3F-2DA4-9EDA-18EC0B1ABE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2 of 4</a:t>
            </a:r>
          </a:p>
        </p:txBody>
      </p:sp>
    </p:spTree>
    <p:extLst>
      <p:ext uri="{BB962C8B-B14F-4D97-AF65-F5344CB8AC3E}">
        <p14:creationId xmlns:p14="http://schemas.microsoft.com/office/powerpoint/2010/main" val="3178306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90B07-5BE5-E1D2-E9E4-966297613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E0B84-9057-265E-E655-D774A5584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Opening Hymn: Hymn No: 22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C0BEC95-BDC8-4C98-E4F4-EF30697FE9D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582DA2-1997-F609-0167-81CF9BB774FB}"/>
              </a:ext>
            </a:extLst>
          </p:cNvPr>
          <p:cNvSpPr txBox="1"/>
          <p:nvPr/>
        </p:nvSpPr>
        <p:spPr>
          <a:xfrm>
            <a:off x="51848" y="1115169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Ho-</a:t>
            </a:r>
            <a:r>
              <a:rPr lang="en-SG" sz="2800" err="1">
                <a:latin typeface="Segoe UI"/>
                <a:ea typeface="Verdana"/>
                <a:cs typeface="Segoe UI"/>
              </a:rPr>
              <a:t>ly</a:t>
            </a:r>
            <a:r>
              <a:rPr lang="en-SG" sz="2800">
                <a:latin typeface="Segoe UI"/>
                <a:ea typeface="Verdana"/>
                <a:cs typeface="Segoe UI"/>
              </a:rPr>
              <a:t>, Ho-</a:t>
            </a:r>
            <a:r>
              <a:rPr lang="en-SG" sz="2800" err="1">
                <a:latin typeface="Segoe UI"/>
                <a:ea typeface="Verdana"/>
                <a:cs typeface="Segoe UI"/>
              </a:rPr>
              <a:t>ly</a:t>
            </a:r>
            <a:r>
              <a:rPr lang="en-SG" sz="2800">
                <a:latin typeface="Segoe UI"/>
                <a:ea typeface="Verdana"/>
                <a:cs typeface="Segoe UI"/>
              </a:rPr>
              <a:t>, Ho-</a:t>
            </a:r>
            <a:r>
              <a:rPr lang="en-SG" sz="2800" err="1">
                <a:latin typeface="Segoe UI"/>
                <a:ea typeface="Verdana"/>
                <a:cs typeface="Segoe UI"/>
              </a:rPr>
              <a:t>ly</a:t>
            </a:r>
            <a:r>
              <a:rPr lang="en-SG" sz="2800">
                <a:latin typeface="Segoe UI"/>
                <a:ea typeface="Verdana"/>
                <a:cs typeface="Segoe UI"/>
              </a:rPr>
              <a:t>! </a:t>
            </a:r>
            <a:endParaRPr lang="en-US"/>
          </a:p>
          <a:p>
            <a:pPr algn="ctr"/>
            <a:r>
              <a:rPr lang="en-SG" sz="2800" err="1">
                <a:latin typeface="Segoe UI"/>
                <a:ea typeface="Verdana"/>
                <a:cs typeface="Segoe UI"/>
              </a:rPr>
              <a:t>Tho’the</a:t>
            </a:r>
            <a:r>
              <a:rPr lang="en-SG" sz="2800">
                <a:latin typeface="Segoe UI"/>
                <a:ea typeface="Verdana"/>
                <a:cs typeface="Segoe UI"/>
              </a:rPr>
              <a:t> darkness hide Thee, </a:t>
            </a:r>
            <a:endParaRPr lang="en-SG"/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Tho’ the eye of sin-</a:t>
            </a:r>
            <a:r>
              <a:rPr lang="en-SG" sz="2800" err="1">
                <a:latin typeface="Segoe UI"/>
                <a:ea typeface="Verdana"/>
                <a:cs typeface="Segoe UI"/>
              </a:rPr>
              <a:t>ful</a:t>
            </a:r>
            <a:r>
              <a:rPr lang="en-SG" sz="2800">
                <a:latin typeface="Segoe UI"/>
                <a:ea typeface="Verdana"/>
                <a:cs typeface="Segoe UI"/>
              </a:rPr>
              <a:t> man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Thy glo-</a:t>
            </a:r>
            <a:r>
              <a:rPr lang="en-SG" sz="2800" err="1">
                <a:latin typeface="Segoe UI"/>
                <a:ea typeface="Verdana"/>
                <a:cs typeface="Segoe UI"/>
              </a:rPr>
              <a:t>ry</a:t>
            </a:r>
            <a:r>
              <a:rPr lang="en-SG" sz="2800">
                <a:latin typeface="Segoe UI"/>
                <a:ea typeface="Verdana"/>
                <a:cs typeface="Segoe UI"/>
              </a:rPr>
              <a:t> may not see;</a:t>
            </a:r>
            <a:endParaRPr lang="en-SG"/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On-</a:t>
            </a:r>
            <a:r>
              <a:rPr lang="en-SG" sz="2800" err="1">
                <a:latin typeface="Segoe UI"/>
                <a:ea typeface="Verdana"/>
                <a:cs typeface="Segoe UI"/>
              </a:rPr>
              <a:t>ly</a:t>
            </a:r>
            <a:r>
              <a:rPr lang="en-SG" sz="2800">
                <a:latin typeface="Segoe UI"/>
                <a:ea typeface="Verdana"/>
                <a:cs typeface="Segoe UI"/>
              </a:rPr>
              <a:t> Thou art Ho-</a:t>
            </a:r>
            <a:r>
              <a:rPr lang="en-SG" sz="2800" err="1">
                <a:latin typeface="Segoe UI"/>
                <a:ea typeface="Verdana"/>
                <a:cs typeface="Segoe UI"/>
              </a:rPr>
              <a:t>ly</a:t>
            </a:r>
            <a:r>
              <a:rPr lang="en-SG" sz="2800">
                <a:latin typeface="Segoe UI"/>
                <a:ea typeface="Verdana"/>
                <a:cs typeface="Segoe UI"/>
              </a:rPr>
              <a:t>,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there is </a:t>
            </a:r>
            <a:r>
              <a:rPr lang="en-SG" sz="2800" err="1">
                <a:latin typeface="Segoe UI"/>
                <a:ea typeface="Verdana"/>
                <a:cs typeface="Segoe UI"/>
              </a:rPr>
              <a:t>non</a:t>
            </a:r>
            <a:r>
              <a:rPr lang="en-SG" sz="2800">
                <a:latin typeface="Segoe UI"/>
                <a:ea typeface="Verdana"/>
                <a:cs typeface="Segoe UI"/>
              </a:rPr>
              <a:t> be-side Thee,</a:t>
            </a:r>
            <a:endParaRPr lang="en-SG"/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Per-</a:t>
            </a:r>
            <a:r>
              <a:rPr lang="en-SG" sz="2800" err="1">
                <a:latin typeface="Segoe UI"/>
                <a:ea typeface="Verdana"/>
                <a:cs typeface="Segoe UI"/>
              </a:rPr>
              <a:t>fect</a:t>
            </a:r>
            <a:r>
              <a:rPr lang="en-SG" sz="2800">
                <a:latin typeface="Segoe UI"/>
                <a:ea typeface="Verdana"/>
                <a:cs typeface="Segoe UI"/>
              </a:rPr>
              <a:t> in power, </a:t>
            </a:r>
            <a:endParaRPr lang="en-US" sz="2800">
              <a:latin typeface="Segoe UI"/>
              <a:ea typeface="Verdana"/>
              <a:cs typeface="Segoe UI"/>
            </a:endParaRP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in love, and </a:t>
            </a:r>
            <a:r>
              <a:rPr lang="en-SG" sz="2800" err="1">
                <a:latin typeface="Segoe UI"/>
                <a:ea typeface="Verdana"/>
                <a:cs typeface="Segoe UI"/>
              </a:rPr>
              <a:t>pu</a:t>
            </a:r>
            <a:r>
              <a:rPr lang="en-SG" sz="2800">
                <a:latin typeface="Segoe UI"/>
                <a:ea typeface="Verdana"/>
                <a:cs typeface="Segoe UI"/>
              </a:rPr>
              <a:t>-</a:t>
            </a:r>
            <a:r>
              <a:rPr lang="en-SG" sz="2800" err="1">
                <a:latin typeface="Segoe UI"/>
                <a:ea typeface="Verdana"/>
                <a:cs typeface="Segoe UI"/>
              </a:rPr>
              <a:t>ri</a:t>
            </a:r>
            <a:r>
              <a:rPr lang="en-SG" sz="2800">
                <a:latin typeface="Segoe UI"/>
                <a:ea typeface="Verdana"/>
                <a:cs typeface="Segoe UI"/>
              </a:rPr>
              <a:t>-ty.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CD698E-F2F6-751D-A524-D5926FBF65C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3 of 4</a:t>
            </a:r>
          </a:p>
        </p:txBody>
      </p:sp>
    </p:spTree>
    <p:extLst>
      <p:ext uri="{BB962C8B-B14F-4D97-AF65-F5344CB8AC3E}">
        <p14:creationId xmlns:p14="http://schemas.microsoft.com/office/powerpoint/2010/main" val="295490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7EE5A-F9ED-E887-D934-5A15F7AE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9DC-9810-7BE7-2F97-139A5EC2A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Opening Hymn: Hymn No: 22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66F4D50-BA66-51ED-0466-489BED1407F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8565E5-70C3-4944-B29B-7E143019B7E9}"/>
              </a:ext>
            </a:extLst>
          </p:cNvPr>
          <p:cNvSpPr txBox="1"/>
          <p:nvPr/>
        </p:nvSpPr>
        <p:spPr>
          <a:xfrm>
            <a:off x="0" y="1022885"/>
            <a:ext cx="9144000" cy="32932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600">
                <a:latin typeface="Segoe UI"/>
                <a:ea typeface="Verdana"/>
                <a:cs typeface="Segoe UI"/>
              </a:rPr>
              <a:t>Ho-</a:t>
            </a:r>
            <a:r>
              <a:rPr lang="en-SG" sz="2600" err="1">
                <a:latin typeface="Segoe UI"/>
                <a:ea typeface="Verdana"/>
                <a:cs typeface="Segoe UI"/>
              </a:rPr>
              <a:t>ly</a:t>
            </a:r>
            <a:r>
              <a:rPr lang="en-SG" sz="2600">
                <a:latin typeface="Segoe UI"/>
                <a:ea typeface="Verdana"/>
                <a:cs typeface="Segoe UI"/>
              </a:rPr>
              <a:t>, Ho-</a:t>
            </a:r>
            <a:r>
              <a:rPr lang="en-SG" sz="2600" err="1">
                <a:latin typeface="Segoe UI"/>
                <a:ea typeface="Verdana"/>
                <a:cs typeface="Segoe UI"/>
              </a:rPr>
              <a:t>ly</a:t>
            </a:r>
            <a:r>
              <a:rPr lang="en-SG" sz="2600">
                <a:latin typeface="Segoe UI"/>
                <a:ea typeface="Verdana"/>
                <a:cs typeface="Segoe UI"/>
              </a:rPr>
              <a:t>, Ho-</a:t>
            </a:r>
            <a:r>
              <a:rPr lang="en-SG" sz="2600" err="1">
                <a:latin typeface="Segoe UI"/>
                <a:ea typeface="Verdana"/>
                <a:cs typeface="Segoe UI"/>
              </a:rPr>
              <a:t>ly</a:t>
            </a:r>
            <a:r>
              <a:rPr lang="en-SG" sz="2600">
                <a:latin typeface="Segoe UI"/>
                <a:ea typeface="Verdana"/>
                <a:cs typeface="Segoe UI"/>
              </a:rPr>
              <a:t>! </a:t>
            </a:r>
            <a:endParaRPr lang="en-US"/>
          </a:p>
          <a:p>
            <a:pPr algn="ctr"/>
            <a:r>
              <a:rPr lang="en-SG" sz="2600">
                <a:latin typeface="Segoe UI"/>
                <a:ea typeface="Verdana"/>
                <a:cs typeface="Segoe UI"/>
              </a:rPr>
              <a:t>Lord God </a:t>
            </a:r>
            <a:r>
              <a:rPr lang="en-SG" sz="2600" err="1">
                <a:latin typeface="Segoe UI"/>
                <a:ea typeface="Verdana"/>
                <a:cs typeface="Segoe UI"/>
              </a:rPr>
              <a:t>Almigh</a:t>
            </a:r>
            <a:r>
              <a:rPr lang="en-SG" sz="2600">
                <a:latin typeface="Segoe UI"/>
                <a:ea typeface="Verdana"/>
                <a:cs typeface="Segoe UI"/>
              </a:rPr>
              <a:t>-ty!, </a:t>
            </a:r>
            <a:endParaRPr lang="en-SG"/>
          </a:p>
          <a:p>
            <a:pPr algn="ctr"/>
            <a:r>
              <a:rPr lang="en-SG" sz="2600">
                <a:latin typeface="Segoe UI"/>
                <a:ea typeface="Verdana"/>
                <a:cs typeface="Segoe UI"/>
              </a:rPr>
              <a:t>All Thy works shall praise Thy name </a:t>
            </a:r>
          </a:p>
          <a:p>
            <a:pPr algn="ctr"/>
            <a:r>
              <a:rPr lang="en-SG" sz="2600">
                <a:latin typeface="Segoe UI"/>
                <a:ea typeface="Verdana"/>
                <a:cs typeface="Segoe UI"/>
              </a:rPr>
              <a:t>in earth, and sky, and sea;</a:t>
            </a:r>
            <a:endParaRPr lang="en-SG"/>
          </a:p>
          <a:p>
            <a:pPr algn="ctr"/>
            <a:r>
              <a:rPr lang="en-SG" sz="2600">
                <a:latin typeface="Segoe UI"/>
                <a:ea typeface="Verdana"/>
                <a:cs typeface="Segoe UI"/>
              </a:rPr>
              <a:t>Ho-</a:t>
            </a:r>
            <a:r>
              <a:rPr lang="en-SG" sz="2600" err="1">
                <a:latin typeface="Segoe UI"/>
                <a:ea typeface="Verdana"/>
                <a:cs typeface="Segoe UI"/>
              </a:rPr>
              <a:t>ly</a:t>
            </a:r>
            <a:r>
              <a:rPr lang="en-SG" sz="2600">
                <a:latin typeface="Segoe UI"/>
                <a:ea typeface="Verdana"/>
                <a:cs typeface="Segoe UI"/>
              </a:rPr>
              <a:t>, Ho-</a:t>
            </a:r>
            <a:r>
              <a:rPr lang="en-SG" sz="2600" err="1">
                <a:latin typeface="Segoe UI"/>
                <a:ea typeface="Verdana"/>
                <a:cs typeface="Segoe UI"/>
              </a:rPr>
              <a:t>ly</a:t>
            </a:r>
            <a:r>
              <a:rPr lang="en-SG" sz="2600">
                <a:latin typeface="Segoe UI"/>
                <a:ea typeface="Verdana"/>
                <a:cs typeface="Segoe UI"/>
              </a:rPr>
              <a:t>, Ho-</a:t>
            </a:r>
            <a:r>
              <a:rPr lang="en-SG" sz="2600" err="1">
                <a:latin typeface="Segoe UI"/>
                <a:ea typeface="Verdana"/>
                <a:cs typeface="Segoe UI"/>
              </a:rPr>
              <a:t>ly</a:t>
            </a:r>
            <a:r>
              <a:rPr lang="en-SG" sz="2600">
                <a:latin typeface="Segoe UI"/>
                <a:ea typeface="Verdana"/>
                <a:cs typeface="Segoe UI"/>
              </a:rPr>
              <a:t>! </a:t>
            </a:r>
          </a:p>
          <a:p>
            <a:pPr algn="ctr"/>
            <a:r>
              <a:rPr lang="en-SG" sz="2600">
                <a:latin typeface="Segoe UI"/>
                <a:ea typeface="Verdana"/>
                <a:cs typeface="Segoe UI"/>
              </a:rPr>
              <a:t>Mer-ci-</a:t>
            </a:r>
            <a:r>
              <a:rPr lang="en-SG" sz="2600" err="1">
                <a:latin typeface="Segoe UI"/>
                <a:ea typeface="Verdana"/>
                <a:cs typeface="Segoe UI"/>
              </a:rPr>
              <a:t>ful</a:t>
            </a:r>
            <a:r>
              <a:rPr lang="en-SG" sz="2600">
                <a:latin typeface="Segoe UI"/>
                <a:ea typeface="Verdana"/>
                <a:cs typeface="Segoe UI"/>
              </a:rPr>
              <a:t> and </a:t>
            </a:r>
            <a:r>
              <a:rPr lang="en-SG" sz="2600" err="1">
                <a:latin typeface="Segoe UI"/>
                <a:ea typeface="Verdana"/>
                <a:cs typeface="Segoe UI"/>
              </a:rPr>
              <a:t>Migh</a:t>
            </a:r>
            <a:r>
              <a:rPr lang="en-SG" sz="2600">
                <a:latin typeface="Segoe UI"/>
                <a:ea typeface="Verdana"/>
                <a:cs typeface="Segoe UI"/>
              </a:rPr>
              <a:t>-ty!</a:t>
            </a:r>
            <a:endParaRPr lang="en-SG"/>
          </a:p>
          <a:p>
            <a:pPr algn="ctr"/>
            <a:r>
              <a:rPr lang="en-SG" sz="2600">
                <a:latin typeface="Segoe UI"/>
                <a:ea typeface="Verdana"/>
                <a:cs typeface="Segoe UI"/>
              </a:rPr>
              <a:t>God in </a:t>
            </a:r>
            <a:r>
              <a:rPr lang="en-SG" sz="2600" err="1">
                <a:latin typeface="Segoe UI"/>
                <a:ea typeface="Verdana"/>
                <a:cs typeface="Segoe UI"/>
              </a:rPr>
              <a:t>Thr</a:t>
            </a:r>
            <a:r>
              <a:rPr lang="en-SG" sz="2600">
                <a:latin typeface="Segoe UI"/>
                <a:ea typeface="Verdana"/>
                <a:cs typeface="Segoe UI"/>
              </a:rPr>
              <a:t>-ee Per-sons, </a:t>
            </a:r>
            <a:endParaRPr lang="en-US" sz="2600">
              <a:latin typeface="Segoe UI"/>
              <a:ea typeface="Verdana"/>
              <a:cs typeface="Segoe UI"/>
            </a:endParaRPr>
          </a:p>
          <a:p>
            <a:pPr algn="ctr"/>
            <a:r>
              <a:rPr lang="en-SG" sz="2600">
                <a:latin typeface="Segoe UI"/>
                <a:ea typeface="Verdana"/>
                <a:cs typeface="Segoe UI"/>
              </a:rPr>
              <a:t>Bless-ed Tri-</a:t>
            </a:r>
            <a:r>
              <a:rPr lang="en-SG" sz="2600" err="1">
                <a:latin typeface="Segoe UI"/>
                <a:ea typeface="Verdana"/>
                <a:cs typeface="Segoe UI"/>
              </a:rPr>
              <a:t>ni</a:t>
            </a:r>
            <a:r>
              <a:rPr lang="en-SG" sz="2600">
                <a:latin typeface="Segoe UI"/>
                <a:ea typeface="Verdana"/>
                <a:cs typeface="Segoe UI"/>
              </a:rPr>
              <a:t>-ty!</a:t>
            </a:r>
            <a:endParaRPr lang="en-US" sz="260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ACFA54-45E7-902F-3136-88D9744A4D7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4 of 4</a:t>
            </a:r>
          </a:p>
        </p:txBody>
      </p:sp>
    </p:spTree>
    <p:extLst>
      <p:ext uri="{BB962C8B-B14F-4D97-AF65-F5344CB8AC3E}">
        <p14:creationId xmlns:p14="http://schemas.microsoft.com/office/powerpoint/2010/main" val="2289629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028892"/>
            <a:ext cx="7124865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7"/>
            <a:ext cx="6117328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053864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US" sz="4400" dirty="0">
                <a:solidFill>
                  <a:schemeClr val="bg1"/>
                </a:solidFill>
                <a:latin typeface="Tenorite"/>
              </a:rPr>
              <a:t>Hymn No 1155</a:t>
            </a:r>
            <a:endParaRPr lang="en-US" dirty="0">
              <a:gradFill>
                <a:gsLst>
                  <a:gs pos="7000">
                    <a:srgbClr val="001A52"/>
                  </a:gs>
                  <a:gs pos="21000">
                    <a:srgbClr val="008FD3"/>
                  </a:gs>
                  <a:gs pos="40000">
                    <a:srgbClr val="9BBDC9"/>
                  </a:gs>
                  <a:gs pos="55000">
                    <a:prstClr val="white"/>
                  </a:gs>
                </a:gsLst>
                <a:lin ang="5400000" scaled="1"/>
              </a:gradFill>
            </a:endParaRPr>
          </a:p>
          <a:p>
            <a:r>
              <a:rPr lang="en-SG" sz="4400" i="1">
                <a:solidFill>
                  <a:schemeClr val="bg1"/>
                </a:solidFill>
                <a:latin typeface="Tenorite"/>
              </a:rPr>
              <a:t>v1 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>
                <a:latin typeface="Segoe UI"/>
                <a:cs typeface="Segoe UI"/>
              </a:rPr>
              <a:t>Thanksgiving – Hymn No 1155: v1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841218" y="1007675"/>
            <a:ext cx="711882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Jesus loves me, this I know,</a:t>
            </a:r>
          </a:p>
          <a:p>
            <a:pPr algn="ctr"/>
            <a:r>
              <a:rPr lang="en-SG" sz="2800"/>
              <a:t>for the Bible tells me so.</a:t>
            </a:r>
          </a:p>
          <a:p>
            <a:pPr algn="ctr"/>
            <a:r>
              <a:rPr lang="en-SG" sz="2800"/>
              <a:t>Little ones to him belong;</a:t>
            </a:r>
          </a:p>
          <a:p>
            <a:pPr algn="ctr"/>
            <a:r>
              <a:rPr lang="en-SG" sz="2800"/>
              <a:t>they are weak, but he is strong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F03F1-07A8-819E-1D72-D883DD55C88E}"/>
              </a:ext>
            </a:extLst>
          </p:cNvPr>
          <p:cNvSpPr txBox="1"/>
          <p:nvPr/>
        </p:nvSpPr>
        <p:spPr>
          <a:xfrm>
            <a:off x="1104796" y="3458986"/>
            <a:ext cx="7118824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FF0000"/>
                </a:solidFill>
              </a:rPr>
              <a:t>Yes, Jesus loves me! Yes, Jesus loves me!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</a:rPr>
              <a:t>Yes, Jesus loves me! The Bible tells me so.</a:t>
            </a: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1906155" y="1344885"/>
            <a:ext cx="5331690" cy="2238948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15934" y="1285373"/>
            <a:ext cx="6749856" cy="2936527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Offertory</a:t>
            </a:r>
          </a:p>
          <a:p>
            <a:pPr>
              <a:spcAft>
                <a:spcPts val="0"/>
              </a:spcAft>
            </a:pPr>
            <a:r>
              <a:rPr lang="en-US" sz="4400">
                <a:solidFill>
                  <a:schemeClr val="bg1"/>
                </a:solidFill>
                <a:latin typeface="Tenorite"/>
              </a:rPr>
              <a:t>Hymn No: 529 </a:t>
            </a:r>
            <a:endParaRPr lang="en-US" sz="4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Hymn No 529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44811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1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722181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85718" y="722181"/>
            <a:ext cx="6111292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200" dirty="0"/>
              <a:t>Down in the </a:t>
            </a:r>
            <a:r>
              <a:rPr lang="en-SG" sz="2200" dirty="0" err="1"/>
              <a:t>val</a:t>
            </a:r>
            <a:r>
              <a:rPr lang="en-SG" sz="2200" dirty="0"/>
              <a:t>-ley with my Sa-</a:t>
            </a:r>
            <a:r>
              <a:rPr lang="en-SG" sz="2200" dirty="0" err="1"/>
              <a:t>viour</a:t>
            </a:r>
            <a:r>
              <a:rPr lang="en-SG" sz="2200" dirty="0"/>
              <a:t> I would go, </a:t>
            </a:r>
          </a:p>
          <a:p>
            <a:r>
              <a:rPr lang="en-SG" sz="2200" dirty="0">
                <a:cs typeface="Segoe UI"/>
              </a:rPr>
              <a:t>Where the flowers are blooming and the sweet </a:t>
            </a:r>
            <a:r>
              <a:rPr lang="en-SG" sz="2200" dirty="0" err="1">
                <a:cs typeface="Segoe UI"/>
              </a:rPr>
              <a:t>wa-ters</a:t>
            </a:r>
            <a:r>
              <a:rPr lang="en-SG" sz="2200" dirty="0">
                <a:cs typeface="Segoe UI"/>
              </a:rPr>
              <a:t> flow;</a:t>
            </a:r>
          </a:p>
          <a:p>
            <a:r>
              <a:rPr lang="en-SG" sz="2200" dirty="0">
                <a:cs typeface="Segoe UI"/>
              </a:rPr>
              <a:t>Ev;'</a:t>
            </a:r>
            <a:r>
              <a:rPr lang="en-SG" sz="2200" dirty="0" err="1">
                <a:cs typeface="Segoe UI"/>
              </a:rPr>
              <a:t>ry</a:t>
            </a:r>
            <a:r>
              <a:rPr lang="en-SG" sz="2200" dirty="0">
                <a:cs typeface="Segoe UI"/>
              </a:rPr>
              <a:t>-where He leads me I would </a:t>
            </a:r>
            <a:r>
              <a:rPr lang="en-SG" sz="2200" dirty="0" err="1">
                <a:cs typeface="Segoe UI"/>
              </a:rPr>
              <a:t>fol</a:t>
            </a:r>
            <a:r>
              <a:rPr lang="en-SG" sz="2200" dirty="0">
                <a:cs typeface="Segoe UI"/>
              </a:rPr>
              <a:t>-low, </a:t>
            </a:r>
            <a:r>
              <a:rPr lang="en-SG" sz="2200" dirty="0" err="1">
                <a:cs typeface="Segoe UI"/>
              </a:rPr>
              <a:t>fol</a:t>
            </a:r>
            <a:r>
              <a:rPr lang="en-SG" sz="2200" dirty="0">
                <a:cs typeface="Segoe UI"/>
              </a:rPr>
              <a:t>-low on,</a:t>
            </a:r>
          </a:p>
          <a:p>
            <a:r>
              <a:rPr lang="en-SG" sz="2200" dirty="0">
                <a:cs typeface="Segoe UI"/>
              </a:rPr>
              <a:t>Walking in His foot-steps till the crown be won.</a:t>
            </a:r>
          </a:p>
          <a:p>
            <a:endParaRPr lang="en-SG" sz="2200" dirty="0">
              <a:solidFill>
                <a:srgbClr val="000000"/>
              </a:solidFill>
              <a:cs typeface="Segoe UI"/>
            </a:endParaRPr>
          </a:p>
          <a:p>
            <a:r>
              <a:rPr lang="en-SG" sz="2200" i="1" dirty="0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 dirty="0">
                <a:solidFill>
                  <a:srgbClr val="FF0000"/>
                </a:solidFill>
                <a:cs typeface="Segoe UI"/>
              </a:rPr>
              <a:t>-low! </a:t>
            </a:r>
            <a:r>
              <a:rPr lang="en-SG" sz="2200" i="1" dirty="0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 dirty="0">
                <a:solidFill>
                  <a:srgbClr val="FF0000"/>
                </a:solidFill>
                <a:cs typeface="Segoe UI"/>
              </a:rPr>
              <a:t>-low! I would </a:t>
            </a:r>
            <a:r>
              <a:rPr lang="en-SG" sz="2200" i="1" dirty="0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 dirty="0">
                <a:solidFill>
                  <a:srgbClr val="FF0000"/>
                </a:solidFill>
                <a:cs typeface="Segoe UI"/>
              </a:rPr>
              <a:t>-low Je-sus!</a:t>
            </a:r>
          </a:p>
          <a:p>
            <a:r>
              <a:rPr lang="en-SG" sz="2200" i="1" dirty="0">
                <a:solidFill>
                  <a:srgbClr val="FF0000"/>
                </a:solidFill>
                <a:cs typeface="Segoe UI"/>
              </a:rPr>
              <a:t>An-y-where, </a:t>
            </a:r>
            <a:r>
              <a:rPr lang="en-SG" sz="2200" i="1" dirty="0" err="1">
                <a:solidFill>
                  <a:srgbClr val="FF0000"/>
                </a:solidFill>
                <a:cs typeface="Segoe UI"/>
              </a:rPr>
              <a:t>ev’rywhere</a:t>
            </a:r>
            <a:r>
              <a:rPr lang="en-SG" sz="2200" i="1" dirty="0">
                <a:solidFill>
                  <a:srgbClr val="FF0000"/>
                </a:solidFill>
                <a:cs typeface="Segoe UI"/>
              </a:rPr>
              <a:t>, I would follow on!</a:t>
            </a:r>
          </a:p>
          <a:p>
            <a:r>
              <a:rPr lang="en-SG" sz="2200" i="1" dirty="0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 dirty="0">
                <a:solidFill>
                  <a:srgbClr val="FF0000"/>
                </a:solidFill>
                <a:cs typeface="Segoe UI"/>
              </a:rPr>
              <a:t>-low! </a:t>
            </a:r>
            <a:r>
              <a:rPr lang="en-SG" sz="2200" i="1" dirty="0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 dirty="0">
                <a:solidFill>
                  <a:srgbClr val="FF0000"/>
                </a:solidFill>
                <a:cs typeface="Segoe UI"/>
              </a:rPr>
              <a:t>-low! I would </a:t>
            </a:r>
            <a:r>
              <a:rPr lang="en-SG" sz="2200" i="1" dirty="0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 dirty="0">
                <a:solidFill>
                  <a:srgbClr val="FF0000"/>
                </a:solidFill>
                <a:cs typeface="Segoe UI"/>
              </a:rPr>
              <a:t>-low Je-sus!</a:t>
            </a:r>
          </a:p>
          <a:p>
            <a:r>
              <a:rPr lang="en-SG" sz="2200" i="1" dirty="0" err="1">
                <a:solidFill>
                  <a:srgbClr val="FF0000"/>
                </a:solidFill>
                <a:cs typeface="Segoe UI"/>
              </a:rPr>
              <a:t>Ev’rywhere</a:t>
            </a:r>
            <a:r>
              <a:rPr lang="en-SG" sz="2200" i="1" dirty="0">
                <a:solidFill>
                  <a:srgbClr val="FF0000"/>
                </a:solidFill>
                <a:cs typeface="Segoe UI"/>
              </a:rPr>
              <a:t> He leads me I would follow on!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277D3-BD03-8C1A-9ECC-3DF736927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F7963-A1E4-8753-BD17-3EB6C95BA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Hymn No 529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7F86F8-49F9-369F-064F-74B48821681C}"/>
              </a:ext>
            </a:extLst>
          </p:cNvPr>
          <p:cNvSpPr txBox="1">
            <a:spLocks/>
          </p:cNvSpPr>
          <p:nvPr/>
        </p:nvSpPr>
        <p:spPr>
          <a:xfrm>
            <a:off x="6002637" y="3744811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EB8D7F-2305-948D-FBC3-678D4888540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2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8985C0-7B6B-37F6-D1D8-8CAD7735FC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722181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48CC0A-440E-F1C6-4A62-1E48F51C7D98}"/>
              </a:ext>
            </a:extLst>
          </p:cNvPr>
          <p:cNvSpPr txBox="1"/>
          <p:nvPr/>
        </p:nvSpPr>
        <p:spPr>
          <a:xfrm>
            <a:off x="85718" y="722181"/>
            <a:ext cx="6111292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200" dirty="0"/>
              <a:t>Down in the </a:t>
            </a:r>
            <a:r>
              <a:rPr lang="en-SG" sz="2200" dirty="0" err="1"/>
              <a:t>val</a:t>
            </a:r>
            <a:r>
              <a:rPr lang="en-SG" sz="2200" dirty="0"/>
              <a:t>-ley with my Sa-</a:t>
            </a:r>
            <a:r>
              <a:rPr lang="en-SG" sz="2200" dirty="0" err="1"/>
              <a:t>viour</a:t>
            </a:r>
            <a:r>
              <a:rPr lang="en-SG" sz="2200" dirty="0"/>
              <a:t> I would go, </a:t>
            </a:r>
          </a:p>
          <a:p>
            <a:r>
              <a:rPr lang="en-SG" sz="2200" dirty="0">
                <a:cs typeface="Segoe UI"/>
              </a:rPr>
              <a:t>Where the storms are sweeping and the dark wat-</a:t>
            </a:r>
            <a:r>
              <a:rPr lang="en-SG" sz="2200" dirty="0" err="1">
                <a:cs typeface="Segoe UI"/>
              </a:rPr>
              <a:t>ers</a:t>
            </a:r>
            <a:r>
              <a:rPr lang="en-SG" sz="2200" dirty="0">
                <a:cs typeface="Segoe UI"/>
              </a:rPr>
              <a:t> flow;</a:t>
            </a:r>
          </a:p>
          <a:p>
            <a:r>
              <a:rPr lang="en-SG" sz="2200" dirty="0">
                <a:cs typeface="Segoe UI"/>
              </a:rPr>
              <a:t>With His hand to lead me, I will </a:t>
            </a:r>
            <a:r>
              <a:rPr lang="en-SG" sz="2200" dirty="0" err="1">
                <a:cs typeface="Segoe UI"/>
              </a:rPr>
              <a:t>nev</a:t>
            </a:r>
            <a:r>
              <a:rPr lang="en-SG" sz="2200" dirty="0">
                <a:cs typeface="Segoe UI"/>
              </a:rPr>
              <a:t>-er </a:t>
            </a:r>
            <a:r>
              <a:rPr lang="en-SG" sz="2200" dirty="0" err="1">
                <a:cs typeface="Segoe UI"/>
              </a:rPr>
              <a:t>nev</a:t>
            </a:r>
            <a:r>
              <a:rPr lang="en-SG" sz="2200" dirty="0">
                <a:cs typeface="Segoe UI"/>
              </a:rPr>
              <a:t>-er fear, </a:t>
            </a:r>
          </a:p>
          <a:p>
            <a:r>
              <a:rPr lang="en-SG" sz="2200" dirty="0">
                <a:cs typeface="Segoe UI"/>
              </a:rPr>
              <a:t>Dang-</a:t>
            </a:r>
            <a:r>
              <a:rPr lang="en-SG" sz="2200" dirty="0" err="1">
                <a:cs typeface="Segoe UI"/>
              </a:rPr>
              <a:t>ers</a:t>
            </a:r>
            <a:r>
              <a:rPr lang="en-SG" sz="2200" dirty="0">
                <a:cs typeface="Segoe UI"/>
              </a:rPr>
              <a:t> can-not fright me if my Lord is near.</a:t>
            </a:r>
          </a:p>
          <a:p>
            <a:endParaRPr lang="en-SG" sz="2200" dirty="0">
              <a:solidFill>
                <a:srgbClr val="000000"/>
              </a:solidFill>
              <a:cs typeface="Segoe UI"/>
            </a:endParaRPr>
          </a:p>
          <a:p>
            <a:r>
              <a:rPr lang="en-SG" sz="2200" i="1" dirty="0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 dirty="0">
                <a:solidFill>
                  <a:srgbClr val="FF0000"/>
                </a:solidFill>
                <a:cs typeface="Segoe UI"/>
              </a:rPr>
              <a:t>-low! </a:t>
            </a:r>
            <a:r>
              <a:rPr lang="en-SG" sz="2200" i="1" dirty="0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 dirty="0">
                <a:solidFill>
                  <a:srgbClr val="FF0000"/>
                </a:solidFill>
                <a:cs typeface="Segoe UI"/>
              </a:rPr>
              <a:t>-low! I would </a:t>
            </a:r>
            <a:r>
              <a:rPr lang="en-SG" sz="2200" i="1" dirty="0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 dirty="0">
                <a:solidFill>
                  <a:srgbClr val="FF0000"/>
                </a:solidFill>
                <a:cs typeface="Segoe UI"/>
              </a:rPr>
              <a:t>-low Je-sus!</a:t>
            </a:r>
          </a:p>
          <a:p>
            <a:r>
              <a:rPr lang="en-SG" sz="2200" i="1" dirty="0">
                <a:solidFill>
                  <a:srgbClr val="FF0000"/>
                </a:solidFill>
                <a:cs typeface="Segoe UI"/>
              </a:rPr>
              <a:t>An-y-where, </a:t>
            </a:r>
            <a:r>
              <a:rPr lang="en-SG" sz="2200" i="1" dirty="0" err="1">
                <a:solidFill>
                  <a:srgbClr val="FF0000"/>
                </a:solidFill>
                <a:cs typeface="Segoe UI"/>
              </a:rPr>
              <a:t>ev’rywhere</a:t>
            </a:r>
            <a:r>
              <a:rPr lang="en-SG" sz="2200" i="1" dirty="0">
                <a:solidFill>
                  <a:srgbClr val="FF0000"/>
                </a:solidFill>
                <a:cs typeface="Segoe UI"/>
              </a:rPr>
              <a:t>, I would follow on!</a:t>
            </a:r>
          </a:p>
          <a:p>
            <a:r>
              <a:rPr lang="en-SG" sz="2200" i="1" dirty="0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 dirty="0">
                <a:solidFill>
                  <a:srgbClr val="FF0000"/>
                </a:solidFill>
                <a:cs typeface="Segoe UI"/>
              </a:rPr>
              <a:t>-low! </a:t>
            </a:r>
            <a:r>
              <a:rPr lang="en-SG" sz="2200" i="1" dirty="0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 dirty="0">
                <a:solidFill>
                  <a:srgbClr val="FF0000"/>
                </a:solidFill>
                <a:cs typeface="Segoe UI"/>
              </a:rPr>
              <a:t>-low! I would </a:t>
            </a:r>
            <a:r>
              <a:rPr lang="en-SG" sz="2200" i="1" dirty="0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 dirty="0">
                <a:solidFill>
                  <a:srgbClr val="FF0000"/>
                </a:solidFill>
                <a:cs typeface="Segoe UI"/>
              </a:rPr>
              <a:t>-low Je-sus!</a:t>
            </a:r>
          </a:p>
          <a:p>
            <a:r>
              <a:rPr lang="en-SG" sz="2200" i="1" dirty="0" err="1">
                <a:solidFill>
                  <a:srgbClr val="FF0000"/>
                </a:solidFill>
                <a:cs typeface="Segoe UI"/>
              </a:rPr>
              <a:t>Ev’rywhere</a:t>
            </a:r>
            <a:r>
              <a:rPr lang="en-SG" sz="2200" i="1" dirty="0">
                <a:solidFill>
                  <a:srgbClr val="FF0000"/>
                </a:solidFill>
                <a:cs typeface="Segoe UI"/>
              </a:rPr>
              <a:t> He leads me I would follow on!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01760EC-B79E-C109-C6B1-529B4290A17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109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AF498-3AD4-D4D2-7A23-EC13B8F9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77DC5-C1A3-913B-67A2-5EE64410F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Hymn No 529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5E83C62-BB5C-4CD1-7478-B1D2E745BC86}"/>
              </a:ext>
            </a:extLst>
          </p:cNvPr>
          <p:cNvSpPr txBox="1">
            <a:spLocks/>
          </p:cNvSpPr>
          <p:nvPr/>
        </p:nvSpPr>
        <p:spPr>
          <a:xfrm>
            <a:off x="6002637" y="3744811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9B96F-9F03-6126-8257-0258D79B0F5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3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1B489-3EB2-F711-73CB-7A7A3970DB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722181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08F458-BDBE-0AD1-8271-4CAD9CA63334}"/>
              </a:ext>
            </a:extLst>
          </p:cNvPr>
          <p:cNvSpPr txBox="1"/>
          <p:nvPr/>
        </p:nvSpPr>
        <p:spPr>
          <a:xfrm>
            <a:off x="85718" y="722181"/>
            <a:ext cx="6111292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200"/>
              <a:t>Down in the </a:t>
            </a:r>
            <a:r>
              <a:rPr lang="en-SG" sz="2200" err="1"/>
              <a:t>val</a:t>
            </a:r>
            <a:r>
              <a:rPr lang="en-SG" sz="2200"/>
              <a:t>-ley or up-on the </a:t>
            </a:r>
            <a:r>
              <a:rPr lang="en-SG" sz="2200" dirty="0" err="1"/>
              <a:t>moun-tain</a:t>
            </a:r>
            <a:r>
              <a:rPr lang="en-SG" sz="2200"/>
              <a:t> steep</a:t>
            </a:r>
          </a:p>
          <a:p>
            <a:r>
              <a:rPr lang="en-SG" sz="2200">
                <a:cs typeface="Segoe UI"/>
              </a:rPr>
              <a:t>Close be-side my Sa-</a:t>
            </a:r>
            <a:r>
              <a:rPr lang="en-SG" sz="2200" err="1">
                <a:cs typeface="Segoe UI"/>
              </a:rPr>
              <a:t>viour</a:t>
            </a:r>
            <a:r>
              <a:rPr lang="en-SG" sz="2200">
                <a:cs typeface="Segoe UI"/>
              </a:rPr>
              <a:t> would my soul </a:t>
            </a:r>
            <a:r>
              <a:rPr lang="en-SG" sz="2200" err="1">
                <a:cs typeface="Segoe UI"/>
              </a:rPr>
              <a:t>ev</a:t>
            </a:r>
            <a:r>
              <a:rPr lang="en-SG" sz="2200">
                <a:cs typeface="Segoe UI"/>
              </a:rPr>
              <a:t>-er keep;</a:t>
            </a:r>
          </a:p>
          <a:p>
            <a:r>
              <a:rPr lang="en-SG" sz="2200">
                <a:cs typeface="Segoe UI"/>
              </a:rPr>
              <a:t>He will lead me safe-</a:t>
            </a:r>
            <a:r>
              <a:rPr lang="en-SG" sz="2200" err="1">
                <a:cs typeface="Segoe UI"/>
              </a:rPr>
              <a:t>ly</a:t>
            </a:r>
            <a:r>
              <a:rPr lang="en-SG" sz="2200">
                <a:cs typeface="Segoe UI"/>
              </a:rPr>
              <a:t>, in the path that He has trod,  </a:t>
            </a:r>
          </a:p>
          <a:p>
            <a:r>
              <a:rPr lang="en-SG" sz="2200">
                <a:cs typeface="Segoe UI"/>
              </a:rPr>
              <a:t>Up to where they </a:t>
            </a:r>
            <a:r>
              <a:rPr lang="en-SG" sz="2200" err="1">
                <a:cs typeface="Segoe UI"/>
              </a:rPr>
              <a:t>gath</a:t>
            </a:r>
            <a:r>
              <a:rPr lang="en-SG" sz="2200">
                <a:cs typeface="Segoe UI"/>
              </a:rPr>
              <a:t>-er on the hills of God.</a:t>
            </a:r>
          </a:p>
          <a:p>
            <a:endParaRPr lang="en-SG" sz="2200">
              <a:solidFill>
                <a:srgbClr val="000000"/>
              </a:solidFill>
              <a:cs typeface="Segoe UI"/>
            </a:endParaRPr>
          </a:p>
          <a:p>
            <a:r>
              <a:rPr lang="en-SG" sz="2200" i="1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>
                <a:solidFill>
                  <a:srgbClr val="FF0000"/>
                </a:solidFill>
                <a:cs typeface="Segoe UI"/>
              </a:rPr>
              <a:t>-low! </a:t>
            </a:r>
            <a:r>
              <a:rPr lang="en-SG" sz="2200" i="1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>
                <a:solidFill>
                  <a:srgbClr val="FF0000"/>
                </a:solidFill>
                <a:cs typeface="Segoe UI"/>
              </a:rPr>
              <a:t>-low! I would </a:t>
            </a:r>
            <a:r>
              <a:rPr lang="en-SG" sz="2200" i="1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>
                <a:solidFill>
                  <a:srgbClr val="FF0000"/>
                </a:solidFill>
                <a:cs typeface="Segoe UI"/>
              </a:rPr>
              <a:t>-low Je-sus!</a:t>
            </a:r>
          </a:p>
          <a:p>
            <a:r>
              <a:rPr lang="en-SG" sz="2200" i="1">
                <a:solidFill>
                  <a:srgbClr val="FF0000"/>
                </a:solidFill>
                <a:cs typeface="Segoe UI"/>
              </a:rPr>
              <a:t>An-y-where, </a:t>
            </a:r>
            <a:r>
              <a:rPr lang="en-SG" sz="2200" i="1" err="1">
                <a:solidFill>
                  <a:srgbClr val="FF0000"/>
                </a:solidFill>
                <a:cs typeface="Segoe UI"/>
              </a:rPr>
              <a:t>ev’rywhere</a:t>
            </a:r>
            <a:r>
              <a:rPr lang="en-SG" sz="2200" i="1">
                <a:solidFill>
                  <a:srgbClr val="FF0000"/>
                </a:solidFill>
                <a:cs typeface="Segoe UI"/>
              </a:rPr>
              <a:t>, I would follow on!</a:t>
            </a:r>
          </a:p>
          <a:p>
            <a:r>
              <a:rPr lang="en-SG" sz="2200" i="1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>
                <a:solidFill>
                  <a:srgbClr val="FF0000"/>
                </a:solidFill>
                <a:cs typeface="Segoe UI"/>
              </a:rPr>
              <a:t>-low! </a:t>
            </a:r>
            <a:r>
              <a:rPr lang="en-SG" sz="2200" i="1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>
                <a:solidFill>
                  <a:srgbClr val="FF0000"/>
                </a:solidFill>
                <a:cs typeface="Segoe UI"/>
              </a:rPr>
              <a:t>-low! I would </a:t>
            </a:r>
            <a:r>
              <a:rPr lang="en-SG" sz="2200" i="1" err="1">
                <a:solidFill>
                  <a:srgbClr val="FF0000"/>
                </a:solidFill>
                <a:cs typeface="Segoe UI"/>
              </a:rPr>
              <a:t>fol</a:t>
            </a:r>
            <a:r>
              <a:rPr lang="en-SG" sz="2200" i="1">
                <a:solidFill>
                  <a:srgbClr val="FF0000"/>
                </a:solidFill>
                <a:cs typeface="Segoe UI"/>
              </a:rPr>
              <a:t>-low Je-sus!</a:t>
            </a:r>
          </a:p>
          <a:p>
            <a:r>
              <a:rPr lang="en-SG" sz="2200" i="1" err="1">
                <a:solidFill>
                  <a:srgbClr val="FF0000"/>
                </a:solidFill>
                <a:cs typeface="Segoe UI"/>
              </a:rPr>
              <a:t>Ev’rywhere</a:t>
            </a:r>
            <a:r>
              <a:rPr lang="en-SG" sz="2200" i="1">
                <a:solidFill>
                  <a:srgbClr val="FF0000"/>
                </a:solidFill>
                <a:cs typeface="Segoe UI"/>
              </a:rPr>
              <a:t> He leads me I would follow on!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0339DE1-EE20-038D-0C90-980C1D680C6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806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Confession – Hymn No: 577</a:t>
            </a:r>
            <a:endParaRPr lang="en-US" sz="2400">
              <a:latin typeface="Segoe UI"/>
              <a:cs typeface="Segoe UI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839963" y="880028"/>
            <a:ext cx="769443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I need Thee </a:t>
            </a:r>
            <a:r>
              <a:rPr lang="en-SG" sz="2800" err="1">
                <a:latin typeface="Segoe UI"/>
                <a:ea typeface="Verdana"/>
                <a:cs typeface="Segoe UI"/>
              </a:rPr>
              <a:t>ev</a:t>
            </a:r>
            <a:r>
              <a:rPr lang="en-SG" sz="2800">
                <a:latin typeface="Segoe UI"/>
                <a:ea typeface="Verdana"/>
                <a:cs typeface="Segoe UI"/>
              </a:rPr>
              <a:t>-’</a:t>
            </a:r>
            <a:r>
              <a:rPr lang="en-SG" sz="2800" err="1">
                <a:latin typeface="Segoe UI"/>
                <a:ea typeface="Verdana"/>
                <a:cs typeface="Segoe UI"/>
              </a:rPr>
              <a:t>ry</a:t>
            </a:r>
            <a:r>
              <a:rPr lang="en-SG" sz="2800">
                <a:latin typeface="Segoe UI"/>
                <a:ea typeface="Verdana"/>
                <a:cs typeface="Segoe UI"/>
              </a:rPr>
              <a:t> hour,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Most </a:t>
            </a:r>
            <a:r>
              <a:rPr lang="en-SG" sz="2800" err="1">
                <a:latin typeface="Segoe UI"/>
                <a:ea typeface="Verdana"/>
                <a:cs typeface="Segoe UI"/>
              </a:rPr>
              <a:t>gra-cious</a:t>
            </a:r>
            <a:r>
              <a:rPr lang="en-SG" sz="2800">
                <a:latin typeface="Segoe UI"/>
                <a:ea typeface="Verdana"/>
                <a:cs typeface="Segoe UI"/>
              </a:rPr>
              <a:t> Lord;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No ten-der voice like Thine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Can peace </a:t>
            </a:r>
            <a:r>
              <a:rPr lang="en-SG" sz="2800" err="1">
                <a:latin typeface="Segoe UI"/>
                <a:ea typeface="Verdana"/>
                <a:cs typeface="Segoe UI"/>
              </a:rPr>
              <a:t>af</a:t>
            </a:r>
            <a:r>
              <a:rPr lang="en-SG" sz="2800">
                <a:latin typeface="Segoe UI"/>
                <a:ea typeface="Verdana"/>
                <a:cs typeface="Segoe UI"/>
              </a:rPr>
              <a:t>-ford. </a:t>
            </a:r>
            <a:endParaRPr lang="en-SG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4522D-C491-AABE-1E91-6F8A0E9410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Confession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C0625-E2BB-4A41-1EB8-F6CB28FE18A4}"/>
              </a:ext>
            </a:extLst>
          </p:cNvPr>
          <p:cNvSpPr/>
          <p:nvPr/>
        </p:nvSpPr>
        <p:spPr>
          <a:xfrm>
            <a:off x="1144763" y="3213990"/>
            <a:ext cx="769443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I need Thee, oh, I need Thee!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Ev-’</a:t>
            </a:r>
            <a:r>
              <a:rPr lang="en-SG" sz="2800" i="1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ry</a:t>
            </a:r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 hour I need Thee!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Oh, bless me now, my Sa-</a:t>
            </a:r>
            <a:r>
              <a:rPr lang="en-SG" sz="2800" i="1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viour</a:t>
            </a:r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I come to Thee.  </a:t>
            </a:r>
            <a:endParaRPr lang="en-SG" sz="2800" i="1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20F5E-F4AF-7EF5-7562-4C903EE2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ED5DF-FA89-7837-0B24-ADB6FA730AD2}"/>
              </a:ext>
            </a:extLst>
          </p:cNvPr>
          <p:cNvSpPr txBox="1">
            <a:spLocks/>
          </p:cNvSpPr>
          <p:nvPr/>
        </p:nvSpPr>
        <p:spPr>
          <a:xfrm>
            <a:off x="1009567" y="1163680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3572170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>
                <a:latin typeface="Segoe UI"/>
                <a:cs typeface="Segoe UI"/>
              </a:rPr>
              <a:t>Take up Thy Cross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>
                <a:cs typeface="Segoe UI"/>
              </a:rPr>
              <a:t>Take up Thy cross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835723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 : 1 of 3</a:t>
            </a:r>
            <a:endParaRPr lang="en-SG" sz="1400">
              <a:cs typeface="Segoe U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042C2-B4E0-CA2C-4D84-9A8D229A26A8}"/>
              </a:ext>
            </a:extLst>
          </p:cNvPr>
          <p:cNvSpPr/>
          <p:nvPr/>
        </p:nvSpPr>
        <p:spPr>
          <a:xfrm>
            <a:off x="1216709" y="600588"/>
            <a:ext cx="6496056" cy="22980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/>
              <a:t>Take up Thy cross, the Saviour said, 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If Thou wouldst my disciple be; 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Deny Thyself, the world forsake, 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And humbly follow after me.</a:t>
            </a:r>
          </a:p>
          <a:p>
            <a:pPr algn="ctr">
              <a:spcAft>
                <a:spcPts val="400"/>
              </a:spcAft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6C56DD-ADCC-6DFD-8630-1F687B543B27}"/>
              </a:ext>
            </a:extLst>
          </p:cNvPr>
          <p:cNvSpPr/>
          <p:nvPr/>
        </p:nvSpPr>
        <p:spPr>
          <a:xfrm>
            <a:off x="1081379" y="3036551"/>
            <a:ext cx="6845912" cy="245195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Take up Thy cross; let not its weight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Fill Thy weak spirit with alarm;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His strength shall bear Thy spirit up,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And brace Thy heart, and nerve Thine arm</a:t>
            </a:r>
          </a:p>
          <a:p>
            <a:pPr algn="ctr">
              <a:spcAft>
                <a:spcPts val="400"/>
              </a:spcAft>
            </a:pPr>
            <a:endParaRPr lang="en-US" sz="280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59088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8066F-C474-056D-EEE3-A548DA426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0B1E1-CF69-3206-87CF-4935B8925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>
                <a:cs typeface="Segoe UI"/>
              </a:rPr>
              <a:t>Take up Thy cross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22930C1-1DED-E8B8-2813-774881012E0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973F5-9D1C-9D06-BC82-589FF098BA14}"/>
              </a:ext>
            </a:extLst>
          </p:cNvPr>
          <p:cNvSpPr txBox="1"/>
          <p:nvPr/>
        </p:nvSpPr>
        <p:spPr>
          <a:xfrm>
            <a:off x="7023370" y="4835723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 : 2 of 3</a:t>
            </a:r>
            <a:endParaRPr lang="en-SG" sz="1400">
              <a:cs typeface="Segoe U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07C961-BD68-B331-D2CD-60C4270845D6}"/>
              </a:ext>
            </a:extLst>
          </p:cNvPr>
          <p:cNvSpPr/>
          <p:nvPr/>
        </p:nvSpPr>
        <p:spPr>
          <a:xfrm>
            <a:off x="1216709" y="600588"/>
            <a:ext cx="6496056" cy="22980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/>
              <a:t>Take up Thy cross, nor heed the shame,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Nor let Thy foolish pride rebel;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Thy Lord for Thee the cross endured,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To save Thy soul from death and hell.</a:t>
            </a:r>
          </a:p>
          <a:p>
            <a:pPr algn="ctr">
              <a:spcAft>
                <a:spcPts val="400"/>
              </a:spcAft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B62E4E-A7F1-42F5-2C9C-0FBAFA991188}"/>
              </a:ext>
            </a:extLst>
          </p:cNvPr>
          <p:cNvSpPr/>
          <p:nvPr/>
        </p:nvSpPr>
        <p:spPr>
          <a:xfrm>
            <a:off x="1081379" y="3036551"/>
            <a:ext cx="6845912" cy="245195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Take up Thy cross; then in his strength,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And </a:t>
            </a:r>
            <a:r>
              <a:rPr lang="en-SG" sz="2800" err="1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clamly</a:t>
            </a:r>
            <a:r>
              <a:rPr lang="en-SG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 every danger brave;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‘twill guide Thee to  a better home,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And lead to victory o’er the grave.</a:t>
            </a:r>
          </a:p>
          <a:p>
            <a:pPr algn="ctr">
              <a:spcAft>
                <a:spcPts val="400"/>
              </a:spcAft>
            </a:pPr>
            <a:endParaRPr lang="en-US" sz="280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23951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BE124-27CC-DB57-D3E0-172384630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99529-8A6E-672C-EFEF-2DBBE88C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>
                <a:cs typeface="Segoe UI"/>
              </a:rPr>
              <a:t>Take up Thy cross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74B396E-30BD-3D75-AFAF-876067265F9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D99845-33AE-02FE-8F32-A3541ECCEDCC}"/>
              </a:ext>
            </a:extLst>
          </p:cNvPr>
          <p:cNvSpPr txBox="1"/>
          <p:nvPr/>
        </p:nvSpPr>
        <p:spPr>
          <a:xfrm>
            <a:off x="7023370" y="4835723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 : 3 of 3</a:t>
            </a:r>
            <a:endParaRPr lang="en-SG" sz="1400">
              <a:cs typeface="Segoe U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75BE9D-554D-4510-E647-2DBD9042B82D}"/>
              </a:ext>
            </a:extLst>
          </p:cNvPr>
          <p:cNvSpPr/>
          <p:nvPr/>
        </p:nvSpPr>
        <p:spPr>
          <a:xfrm>
            <a:off x="1200647" y="2997287"/>
            <a:ext cx="6496056" cy="22980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/>
              <a:t>To Thee, great Lord, the one in Three,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All praise for evermore ascend;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O grant us in our home to see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The heavenly life that knows no end</a:t>
            </a:r>
          </a:p>
          <a:p>
            <a:pPr algn="ctr">
              <a:spcAft>
                <a:spcPts val="400"/>
              </a:spcAft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405C1C-2A06-F4FF-FC6A-376DEDD75D4A}"/>
              </a:ext>
            </a:extLst>
          </p:cNvPr>
          <p:cNvSpPr/>
          <p:nvPr/>
        </p:nvSpPr>
        <p:spPr>
          <a:xfrm>
            <a:off x="1025719" y="605813"/>
            <a:ext cx="6845912" cy="245195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Take up Thy cross; and follow Christ,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Nor think till death to lay it down;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For only they who bear the cross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May hope to wear the glorious crown</a:t>
            </a:r>
          </a:p>
          <a:p>
            <a:pPr algn="ctr">
              <a:spcAft>
                <a:spcPts val="400"/>
              </a:spcAft>
            </a:pPr>
            <a:endParaRPr lang="en-US" sz="280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29586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25BFD-03C3-4CF7-B5CE-B801F4CC7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63C6A-68B9-D5B5-FC17-961BF025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Hymn No: 577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961C-FAC0-1B00-C07D-5BF516583F7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5649431E-7F72-6BBF-EAC3-31F6FE97E8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6198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67B47-FFD7-F079-F6C0-079D04056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90DF9-D40B-2993-AB41-58A27E13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Confession – Hymn No: 577</a:t>
            </a:r>
            <a:endParaRPr lang="en-US" sz="24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3754ED4-200B-2702-F386-7D38E987E75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AFF609-D574-7A70-6D6A-26C23901AAB1}"/>
              </a:ext>
            </a:extLst>
          </p:cNvPr>
          <p:cNvSpPr/>
          <p:nvPr/>
        </p:nvSpPr>
        <p:spPr>
          <a:xfrm>
            <a:off x="839963" y="880028"/>
            <a:ext cx="769443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I need Thee </a:t>
            </a:r>
            <a:r>
              <a:rPr lang="en-SG" sz="2800" err="1">
                <a:latin typeface="Segoe UI"/>
                <a:ea typeface="Verdana"/>
                <a:cs typeface="Segoe UI"/>
              </a:rPr>
              <a:t>ev</a:t>
            </a:r>
            <a:r>
              <a:rPr lang="en-SG" sz="2800">
                <a:latin typeface="Segoe UI"/>
                <a:ea typeface="Verdana"/>
                <a:cs typeface="Segoe UI"/>
              </a:rPr>
              <a:t>-’</a:t>
            </a:r>
            <a:r>
              <a:rPr lang="en-SG" sz="2800" err="1">
                <a:latin typeface="Segoe UI"/>
                <a:ea typeface="Verdana"/>
                <a:cs typeface="Segoe UI"/>
              </a:rPr>
              <a:t>ry</a:t>
            </a:r>
            <a:r>
              <a:rPr lang="en-SG" sz="2800">
                <a:latin typeface="Segoe UI"/>
                <a:ea typeface="Verdana"/>
                <a:cs typeface="Segoe UI"/>
              </a:rPr>
              <a:t> hour,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Most </a:t>
            </a:r>
            <a:r>
              <a:rPr lang="en-SG" sz="2800" err="1">
                <a:latin typeface="Segoe UI"/>
                <a:ea typeface="Verdana"/>
                <a:cs typeface="Segoe UI"/>
              </a:rPr>
              <a:t>gra-cious</a:t>
            </a:r>
            <a:r>
              <a:rPr lang="en-SG" sz="2800">
                <a:latin typeface="Segoe UI"/>
                <a:ea typeface="Verdana"/>
                <a:cs typeface="Segoe UI"/>
              </a:rPr>
              <a:t> Lord;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No ten-der voice like Thine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Can peace </a:t>
            </a:r>
            <a:r>
              <a:rPr lang="en-SG" sz="2800" err="1">
                <a:latin typeface="Segoe UI"/>
                <a:ea typeface="Verdana"/>
                <a:cs typeface="Segoe UI"/>
              </a:rPr>
              <a:t>af</a:t>
            </a:r>
            <a:r>
              <a:rPr lang="en-SG" sz="2800">
                <a:latin typeface="Segoe UI"/>
                <a:ea typeface="Verdana"/>
                <a:cs typeface="Segoe UI"/>
              </a:rPr>
              <a:t>-ford. </a:t>
            </a:r>
            <a:endParaRPr lang="en-SG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0B96E-B512-4563-1177-932F7F2E771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</a:t>
            </a:r>
            <a:r>
              <a:rPr lang="en-US" sz="1400"/>
              <a:t>: 1 of 5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C1000F-3616-849B-CF73-5CA52C99C81A}"/>
              </a:ext>
            </a:extLst>
          </p:cNvPr>
          <p:cNvSpPr/>
          <p:nvPr/>
        </p:nvSpPr>
        <p:spPr>
          <a:xfrm>
            <a:off x="1144763" y="3213990"/>
            <a:ext cx="769443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I need Thee, oh, I need Thee!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Ev-’</a:t>
            </a:r>
            <a:r>
              <a:rPr lang="en-SG" sz="2800" i="1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ry</a:t>
            </a:r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 hour I need Thee!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Oh, bless me now, my Sa-</a:t>
            </a:r>
            <a:r>
              <a:rPr lang="en-SG" sz="2800" i="1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viour</a:t>
            </a:r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I come to Thee.  </a:t>
            </a:r>
            <a:endParaRPr lang="en-SG" sz="2800" i="1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08677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5C25-A6BC-043A-90D5-5B96E7A38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9A875-ADFB-0553-61A9-020DC49AD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Confession – Hymn No: 577</a:t>
            </a:r>
            <a:endParaRPr lang="en-US" sz="24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2419D5B-07B4-E9F5-286D-954C826862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0EF79B-8D44-281B-55E7-4EF05C9FCA71}"/>
              </a:ext>
            </a:extLst>
          </p:cNvPr>
          <p:cNvSpPr/>
          <p:nvPr/>
        </p:nvSpPr>
        <p:spPr>
          <a:xfrm>
            <a:off x="839963" y="880028"/>
            <a:ext cx="769443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I need Thee </a:t>
            </a:r>
            <a:r>
              <a:rPr lang="en-SG" sz="2800" err="1">
                <a:latin typeface="Segoe UI"/>
                <a:ea typeface="Verdana"/>
                <a:cs typeface="Segoe UI"/>
              </a:rPr>
              <a:t>ev</a:t>
            </a:r>
            <a:r>
              <a:rPr lang="en-SG" sz="2800">
                <a:latin typeface="Segoe UI"/>
                <a:ea typeface="Verdana"/>
                <a:cs typeface="Segoe UI"/>
              </a:rPr>
              <a:t>-’</a:t>
            </a:r>
            <a:r>
              <a:rPr lang="en-SG" sz="2800" err="1">
                <a:latin typeface="Segoe UI"/>
                <a:ea typeface="Verdana"/>
                <a:cs typeface="Segoe UI"/>
              </a:rPr>
              <a:t>ry</a:t>
            </a:r>
            <a:r>
              <a:rPr lang="en-SG" sz="2800">
                <a:latin typeface="Segoe UI"/>
                <a:ea typeface="Verdana"/>
                <a:cs typeface="Segoe UI"/>
              </a:rPr>
              <a:t> hour,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Stay Thou near by;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Temp-ta-</a:t>
            </a:r>
            <a:r>
              <a:rPr lang="en-SG" sz="2800" err="1">
                <a:latin typeface="Segoe UI"/>
                <a:ea typeface="Verdana"/>
                <a:cs typeface="Segoe UI"/>
              </a:rPr>
              <a:t>tions</a:t>
            </a:r>
            <a:r>
              <a:rPr lang="en-SG" sz="2800">
                <a:latin typeface="Segoe UI"/>
                <a:ea typeface="Verdana"/>
                <a:cs typeface="Segoe UI"/>
              </a:rPr>
              <a:t> lose their power,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When Thou art nigh. </a:t>
            </a:r>
            <a:endParaRPr lang="en-SG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59026-4A8B-48BD-E55F-921D734F1AE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</a:t>
            </a:r>
            <a:r>
              <a:rPr lang="en-US" sz="1400"/>
              <a:t> : 2 of 5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1DEE8F-2D75-93D1-1CDD-4AED6AC5DB70}"/>
              </a:ext>
            </a:extLst>
          </p:cNvPr>
          <p:cNvSpPr/>
          <p:nvPr/>
        </p:nvSpPr>
        <p:spPr>
          <a:xfrm>
            <a:off x="1144763" y="3213990"/>
            <a:ext cx="769443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I need Thee, oh, I need Thee!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Ev-’</a:t>
            </a:r>
            <a:r>
              <a:rPr lang="en-SG" sz="2800" i="1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ry</a:t>
            </a:r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 hour I need Thee!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Oh, bless me now, my Sa-</a:t>
            </a:r>
            <a:r>
              <a:rPr lang="en-SG" sz="2800" i="1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viour</a:t>
            </a:r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I come to Thee.  </a:t>
            </a:r>
            <a:endParaRPr lang="en-SG" sz="2800" i="1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53905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0BDD1-7265-DEBA-75AB-D6F5E96B4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60BC6-AEB1-5DC5-8C2C-590911137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Confession – Hymn No: 577</a:t>
            </a:r>
            <a:endParaRPr lang="en-US" sz="24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3B485BD-581C-51BE-31C5-110C333F9DB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920C1D-E24F-0DB6-C2C6-CDBD358D9109}"/>
              </a:ext>
            </a:extLst>
          </p:cNvPr>
          <p:cNvSpPr/>
          <p:nvPr/>
        </p:nvSpPr>
        <p:spPr>
          <a:xfrm>
            <a:off x="839963" y="880028"/>
            <a:ext cx="769443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I need Thee </a:t>
            </a:r>
            <a:r>
              <a:rPr lang="en-SG" sz="2800" err="1">
                <a:latin typeface="Segoe UI"/>
                <a:ea typeface="Verdana"/>
                <a:cs typeface="Segoe UI"/>
              </a:rPr>
              <a:t>ev</a:t>
            </a:r>
            <a:r>
              <a:rPr lang="en-SG" sz="2800">
                <a:latin typeface="Segoe UI"/>
                <a:ea typeface="Verdana"/>
                <a:cs typeface="Segoe UI"/>
              </a:rPr>
              <a:t>-’</a:t>
            </a:r>
            <a:r>
              <a:rPr lang="en-SG" sz="2800" err="1">
                <a:latin typeface="Segoe UI"/>
                <a:ea typeface="Verdana"/>
                <a:cs typeface="Segoe UI"/>
              </a:rPr>
              <a:t>ry</a:t>
            </a:r>
            <a:r>
              <a:rPr lang="en-SG" sz="2800">
                <a:latin typeface="Segoe UI"/>
                <a:ea typeface="Verdana"/>
                <a:cs typeface="Segoe UI"/>
              </a:rPr>
              <a:t> hour,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In joy or pain;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Come quick-</a:t>
            </a:r>
            <a:r>
              <a:rPr lang="en-SG" sz="2800" err="1">
                <a:latin typeface="Segoe UI"/>
                <a:ea typeface="Verdana"/>
                <a:cs typeface="Segoe UI"/>
              </a:rPr>
              <a:t>ly</a:t>
            </a:r>
            <a:r>
              <a:rPr lang="en-SG" sz="2800">
                <a:latin typeface="Segoe UI"/>
                <a:ea typeface="Verdana"/>
                <a:cs typeface="Segoe UI"/>
              </a:rPr>
              <a:t> and a-bide,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Or life is vain. </a:t>
            </a:r>
            <a:endParaRPr lang="en-SG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22C75-04F4-CDE9-407C-731FB4279A7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>
                <a:ea typeface="+mn-lt"/>
                <a:cs typeface="+mn-lt"/>
              </a:rPr>
              <a:t>Communion 2:</a:t>
            </a:r>
            <a:r>
              <a:rPr lang="en-US" sz="1400"/>
              <a:t> 3 of 5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84BDF8-3D1C-D943-3283-0391E5D0585D}"/>
              </a:ext>
            </a:extLst>
          </p:cNvPr>
          <p:cNvSpPr/>
          <p:nvPr/>
        </p:nvSpPr>
        <p:spPr>
          <a:xfrm>
            <a:off x="1144763" y="3213990"/>
            <a:ext cx="769443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I need Thee, oh, I need Thee!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Ev-’</a:t>
            </a:r>
            <a:r>
              <a:rPr lang="en-SG" sz="2800" i="1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ry</a:t>
            </a:r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 hour I need Thee!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Oh, bless me now, my Sa-</a:t>
            </a:r>
            <a:r>
              <a:rPr lang="en-SG" sz="2800" i="1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viour</a:t>
            </a:r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I come to Thee.  </a:t>
            </a:r>
            <a:endParaRPr lang="en-SG" sz="2800" i="1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70147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5445C-05F2-099F-9CB8-4145B4373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E437D-3006-08B9-7A87-E4758778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Confession – Hymn No: 577</a:t>
            </a:r>
            <a:endParaRPr lang="en-US" sz="24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585BE7A-1AE5-1749-4644-65C1181FA4B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EB00D9-B225-2C1F-9D9A-1D4D7A72FBE0}"/>
              </a:ext>
            </a:extLst>
          </p:cNvPr>
          <p:cNvSpPr/>
          <p:nvPr/>
        </p:nvSpPr>
        <p:spPr>
          <a:xfrm>
            <a:off x="839963" y="880028"/>
            <a:ext cx="769443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I need Thee </a:t>
            </a:r>
            <a:r>
              <a:rPr lang="en-SG" sz="2800" err="1">
                <a:latin typeface="Segoe UI"/>
                <a:ea typeface="Verdana"/>
                <a:cs typeface="Segoe UI"/>
              </a:rPr>
              <a:t>ev</a:t>
            </a:r>
            <a:r>
              <a:rPr lang="en-SG" sz="2800">
                <a:latin typeface="Segoe UI"/>
                <a:ea typeface="Verdana"/>
                <a:cs typeface="Segoe UI"/>
              </a:rPr>
              <a:t>-’</a:t>
            </a:r>
            <a:r>
              <a:rPr lang="en-SG" sz="2800" err="1">
                <a:latin typeface="Segoe UI"/>
                <a:ea typeface="Verdana"/>
                <a:cs typeface="Segoe UI"/>
              </a:rPr>
              <a:t>ry</a:t>
            </a:r>
            <a:r>
              <a:rPr lang="en-SG" sz="2800">
                <a:latin typeface="Segoe UI"/>
                <a:ea typeface="Verdana"/>
                <a:cs typeface="Segoe UI"/>
              </a:rPr>
              <a:t> hour,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Teach me Thy will;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And Thy rich promises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In me </a:t>
            </a:r>
            <a:r>
              <a:rPr lang="en-SG" sz="2800" err="1">
                <a:latin typeface="Segoe UI"/>
                <a:ea typeface="Verdana"/>
                <a:cs typeface="Segoe UI"/>
              </a:rPr>
              <a:t>ful</a:t>
            </a:r>
            <a:r>
              <a:rPr lang="en-SG" sz="2800">
                <a:latin typeface="Segoe UI"/>
                <a:ea typeface="Verdana"/>
                <a:cs typeface="Segoe UI"/>
              </a:rPr>
              <a:t>-fil.</a:t>
            </a:r>
            <a:endParaRPr lang="en-SG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8BBAB2-20DC-4C31-6635-70EFC6480EE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</a:t>
            </a:r>
            <a:r>
              <a:rPr lang="en-US" sz="1400"/>
              <a:t>: 4 of 5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4E245B-C93C-83DA-F3A0-55D70B24C1FD}"/>
              </a:ext>
            </a:extLst>
          </p:cNvPr>
          <p:cNvSpPr/>
          <p:nvPr/>
        </p:nvSpPr>
        <p:spPr>
          <a:xfrm>
            <a:off x="1144763" y="3213990"/>
            <a:ext cx="769443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I need Thee, oh, I need Thee!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Ev-’</a:t>
            </a:r>
            <a:r>
              <a:rPr lang="en-SG" sz="2800" i="1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ry</a:t>
            </a:r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 hour I need Thee!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Oh, bless me now, my Sa-</a:t>
            </a:r>
            <a:r>
              <a:rPr lang="en-SG" sz="2800" i="1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viour</a:t>
            </a:r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I come to Thee.  </a:t>
            </a:r>
            <a:endParaRPr lang="en-SG" sz="2800" i="1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53399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5F2CA-F566-B23E-212F-6BC25D282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36544-326C-ABCF-76E0-8BF23E42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Confession – Hymn No: 577</a:t>
            </a:r>
            <a:endParaRPr lang="en-US" sz="24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D5F2B3E-02F8-D5B5-1F7D-5BCA7CEF8C6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B37C3B-5F37-7A48-CE47-3B573E3939B2}"/>
              </a:ext>
            </a:extLst>
          </p:cNvPr>
          <p:cNvSpPr/>
          <p:nvPr/>
        </p:nvSpPr>
        <p:spPr>
          <a:xfrm>
            <a:off x="839963" y="880028"/>
            <a:ext cx="769443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I need Thee </a:t>
            </a:r>
            <a:r>
              <a:rPr lang="en-SG" sz="2800" err="1">
                <a:latin typeface="Segoe UI"/>
                <a:ea typeface="Verdana"/>
                <a:cs typeface="Segoe UI"/>
              </a:rPr>
              <a:t>ev</a:t>
            </a:r>
            <a:r>
              <a:rPr lang="en-SG" sz="2800">
                <a:latin typeface="Segoe UI"/>
                <a:ea typeface="Verdana"/>
                <a:cs typeface="Segoe UI"/>
              </a:rPr>
              <a:t>-’</a:t>
            </a:r>
            <a:r>
              <a:rPr lang="en-SG" sz="2800" err="1">
                <a:latin typeface="Segoe UI"/>
                <a:ea typeface="Verdana"/>
                <a:cs typeface="Segoe UI"/>
              </a:rPr>
              <a:t>ry</a:t>
            </a:r>
            <a:r>
              <a:rPr lang="en-SG" sz="2800">
                <a:latin typeface="Segoe UI"/>
                <a:ea typeface="Verdana"/>
                <a:cs typeface="Segoe UI"/>
              </a:rPr>
              <a:t> hour,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Most Ho-</a:t>
            </a:r>
            <a:r>
              <a:rPr lang="en-SG" sz="2800" err="1">
                <a:latin typeface="Segoe UI"/>
                <a:ea typeface="Verdana"/>
                <a:cs typeface="Segoe UI"/>
              </a:rPr>
              <a:t>ly</a:t>
            </a:r>
            <a:r>
              <a:rPr lang="en-SG" sz="2800">
                <a:latin typeface="Segoe UI"/>
                <a:ea typeface="Verdana"/>
                <a:cs typeface="Segoe UI"/>
              </a:rPr>
              <a:t> One;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Oh, make me Thine </a:t>
            </a:r>
            <a:r>
              <a:rPr lang="en-SG" sz="2800" err="1">
                <a:latin typeface="Segoe UI"/>
                <a:ea typeface="Verdana"/>
                <a:cs typeface="Segoe UI"/>
              </a:rPr>
              <a:t>ind-eed</a:t>
            </a:r>
            <a:r>
              <a:rPr lang="en-SG" sz="2800">
                <a:latin typeface="Segoe UI"/>
                <a:ea typeface="Verdana"/>
                <a:cs typeface="Segoe UI"/>
              </a:rPr>
              <a:t>, </a:t>
            </a:r>
          </a:p>
          <a:p>
            <a:pPr algn="ctr"/>
            <a:r>
              <a:rPr lang="en-SG" sz="2800">
                <a:latin typeface="Segoe UI"/>
                <a:ea typeface="Verdana"/>
                <a:cs typeface="Segoe UI"/>
              </a:rPr>
              <a:t>Thou bless-ed Son!</a:t>
            </a:r>
            <a:endParaRPr lang="en-SG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A7358-75D0-F69F-9DD9-084B7AFD3C8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</a:t>
            </a:r>
            <a:r>
              <a:rPr lang="en-US" sz="1400"/>
              <a:t>: 5 of 5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96C29F-3855-9E5B-E370-E254425E0649}"/>
              </a:ext>
            </a:extLst>
          </p:cNvPr>
          <p:cNvSpPr/>
          <p:nvPr/>
        </p:nvSpPr>
        <p:spPr>
          <a:xfrm>
            <a:off x="1144763" y="3213990"/>
            <a:ext cx="769443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I need Thee, oh, I need Thee!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Ev-’</a:t>
            </a:r>
            <a:r>
              <a:rPr lang="en-SG" sz="2800" i="1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ry</a:t>
            </a:r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 hour I need Thee!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Oh, bless me now, my Sa-</a:t>
            </a:r>
            <a:r>
              <a:rPr lang="en-SG" sz="2800" i="1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viour</a:t>
            </a:r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I come to Thee.  </a:t>
            </a:r>
            <a:endParaRPr lang="en-SG" sz="2800" i="1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30300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FCBAD-673B-EB18-FF47-199C96A60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6C97E-D088-823A-8D74-8B3FE4366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Seek Ye First the Kingdom of God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05162-5C65-41B5-E5B0-257EA751F21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45D09D94-75BC-573D-9E9A-51D04BD576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38427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ABBAD-BD50-0F90-9E40-4B1F98E36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0570-C7BB-88D9-9CF9-F1E2C001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Seek Ye First the Kingdom of God</a:t>
            </a:r>
            <a:endParaRPr lang="en-US" sz="200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98EED27-A5C4-B31A-C73F-A57F0F85CFF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DC4A3A-E057-96AD-F3D7-4CD355656C7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1 of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3CBF08-A96F-CB4F-FA9C-16CD6D796E8D}"/>
              </a:ext>
            </a:extLst>
          </p:cNvPr>
          <p:cNvSpPr/>
          <p:nvPr/>
        </p:nvSpPr>
        <p:spPr>
          <a:xfrm>
            <a:off x="-46433" y="962102"/>
            <a:ext cx="8885633" cy="346761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36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Seek ye first the kingdom of God</a:t>
            </a:r>
            <a:br>
              <a:rPr lang="en-SG" sz="3600" dirty="0">
                <a:latin typeface="Segoe UI"/>
                <a:ea typeface="Verdana"/>
                <a:cs typeface="Segoe UI"/>
              </a:rPr>
            </a:br>
            <a:r>
              <a:rPr lang="en-SG" sz="36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And His righteousness;</a:t>
            </a:r>
            <a:br>
              <a:rPr lang="en-SG" sz="3600" dirty="0">
                <a:latin typeface="Segoe UI"/>
                <a:ea typeface="Verdana"/>
                <a:cs typeface="Segoe UI"/>
              </a:rPr>
            </a:br>
            <a:r>
              <a:rPr lang="en-SG" sz="36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And all these things shall be added unto you.</a:t>
            </a:r>
          </a:p>
          <a:p>
            <a:pPr algn="ctr">
              <a:spcAft>
                <a:spcPts val="400"/>
              </a:spcAft>
            </a:pPr>
            <a:br>
              <a:rPr lang="en-SG" sz="3600" dirty="0">
                <a:latin typeface="Segoe UI"/>
                <a:ea typeface="Verdana"/>
                <a:cs typeface="Segoe UI"/>
              </a:rPr>
            </a:br>
            <a:r>
              <a:rPr lang="en-SG" sz="3600" dirty="0" err="1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Hallelu</a:t>
            </a:r>
            <a:r>
              <a:rPr lang="en-SG" sz="36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, Hallelujah!</a:t>
            </a:r>
            <a:endParaRPr lang="en-US" sz="36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381839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7222B-822E-C91F-EB25-F74102242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304C-BC75-3D70-76FD-15A34676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Seek Ye First the Kingdom of God</a:t>
            </a:r>
            <a:endParaRPr lang="en-US" sz="200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8BB5030-2970-B572-08E5-8F843D1F417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45E70D-BA15-313F-755A-6B3823D3915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2 of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32C89F-F42E-4D10-5D3B-203EDD010755}"/>
              </a:ext>
            </a:extLst>
          </p:cNvPr>
          <p:cNvSpPr/>
          <p:nvPr/>
        </p:nvSpPr>
        <p:spPr>
          <a:xfrm>
            <a:off x="375165" y="949060"/>
            <a:ext cx="8464035" cy="383694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4000" dirty="0">
                <a:latin typeface="Segoe UI"/>
                <a:ea typeface="Verdana"/>
                <a:cs typeface="Segoe UI"/>
              </a:rPr>
              <a:t>Ask</a:t>
            </a:r>
            <a:r>
              <a:rPr lang="en-SG" sz="40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, and it shall be given unto </a:t>
            </a:r>
            <a:r>
              <a:rPr lang="en-SG" sz="4000" dirty="0">
                <a:latin typeface="Segoe UI"/>
                <a:ea typeface="Verdana"/>
                <a:cs typeface="Segoe UI"/>
              </a:rPr>
              <a:t>you</a:t>
            </a:r>
            <a:r>
              <a:rPr lang="en-SG" sz="40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;</a:t>
            </a:r>
            <a:br>
              <a:rPr lang="en-SG" sz="4000" dirty="0">
                <a:latin typeface="Segoe UI"/>
                <a:ea typeface="Verdana"/>
                <a:cs typeface="Segoe UI"/>
              </a:rPr>
            </a:br>
            <a:r>
              <a:rPr lang="en-SG" sz="40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Seek</a:t>
            </a:r>
            <a:r>
              <a:rPr lang="en-SG" sz="4000" dirty="0">
                <a:latin typeface="Segoe UI"/>
                <a:ea typeface="Verdana"/>
                <a:cs typeface="Segoe UI"/>
              </a:rPr>
              <a:t>, and you shall find</a:t>
            </a:r>
            <a:r>
              <a:rPr lang="en-SG" sz="40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.</a:t>
            </a:r>
            <a:br>
              <a:rPr lang="en-SG" sz="4000" dirty="0">
                <a:latin typeface="Segoe UI"/>
                <a:ea typeface="Verdana"/>
                <a:cs typeface="Segoe UI"/>
              </a:rPr>
            </a:br>
            <a:r>
              <a:rPr lang="en-SG" sz="40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Knock, and it shall be opened unto you.</a:t>
            </a:r>
          </a:p>
          <a:p>
            <a:pPr algn="ctr">
              <a:spcAft>
                <a:spcPts val="400"/>
              </a:spcAft>
            </a:pPr>
            <a:br>
              <a:rPr lang="en-SG" sz="4000" dirty="0">
                <a:latin typeface="Segoe UI"/>
                <a:ea typeface="Verdana"/>
                <a:cs typeface="Segoe UI"/>
              </a:rPr>
            </a:br>
            <a:r>
              <a:rPr lang="en-SG" sz="4000" dirty="0" err="1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Hallelu</a:t>
            </a:r>
            <a:r>
              <a:rPr lang="en-SG" sz="40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, Hallelujah!</a:t>
            </a:r>
            <a:endParaRPr lang="en-US" sz="40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315332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24434-3FFC-5F35-16C2-865A1383E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64E2-F387-261F-8C2F-7B99F0A95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Seek Ye First the Kingdom of God</a:t>
            </a:r>
            <a:endParaRPr lang="en-US" sz="200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729CB89-864E-DE04-CE36-7EA03D1FC7C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72DEE2-33D8-6F1A-B5CB-D02EE704064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3 of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0D4BC8-092F-51C8-BC8A-B3AA3A07B32C}"/>
              </a:ext>
            </a:extLst>
          </p:cNvPr>
          <p:cNvSpPr/>
          <p:nvPr/>
        </p:nvSpPr>
        <p:spPr>
          <a:xfrm>
            <a:off x="335795" y="985702"/>
            <a:ext cx="8464035" cy="440120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4000" dirty="0">
                <a:ea typeface="+mn-lt"/>
                <a:cs typeface="+mn-lt"/>
              </a:rPr>
              <a:t>Man</a:t>
            </a:r>
            <a:r>
              <a:rPr lang="en-SG" sz="4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4000" dirty="0">
                <a:ea typeface="+mn-lt"/>
                <a:cs typeface="+mn-lt"/>
              </a:rPr>
              <a:t>shall not live by bread alone</a:t>
            </a:r>
            <a:r>
              <a:rPr lang="en-SG" sz="4000" dirty="0">
                <a:solidFill>
                  <a:srgbClr val="000000"/>
                </a:solidFill>
                <a:ea typeface="+mn-lt"/>
                <a:cs typeface="+mn-lt"/>
              </a:rPr>
              <a:t>,</a:t>
            </a:r>
            <a:endParaRPr lang="en-US" dirty="0">
              <a:ea typeface="+mn-lt"/>
              <a:cs typeface="+mn-lt"/>
            </a:endParaRPr>
          </a:p>
          <a:p>
            <a:pPr algn="ctr"/>
            <a:r>
              <a:rPr lang="en-SG" sz="4000" dirty="0">
                <a:solidFill>
                  <a:srgbClr val="000000"/>
                </a:solidFill>
                <a:ea typeface="+mn-lt"/>
                <a:cs typeface="+mn-lt"/>
              </a:rPr>
              <a:t>But by every word</a:t>
            </a:r>
            <a:endParaRPr lang="en-SG" dirty="0"/>
          </a:p>
          <a:p>
            <a:pPr algn="ctr"/>
            <a:r>
              <a:rPr lang="en-SG" sz="4000" dirty="0">
                <a:solidFill>
                  <a:srgbClr val="000000"/>
                </a:solidFill>
                <a:ea typeface="+mn-lt"/>
                <a:cs typeface="+mn-lt"/>
              </a:rPr>
              <a:t>That proceeds from the mouth of the Lord.</a:t>
            </a:r>
          </a:p>
          <a:p>
            <a:pPr algn="ctr"/>
            <a:endParaRPr lang="en-SG" sz="4000" dirty="0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r>
              <a:rPr lang="en-SG" sz="4000" dirty="0" err="1">
                <a:solidFill>
                  <a:srgbClr val="000000"/>
                </a:solidFill>
                <a:ea typeface="+mn-lt"/>
                <a:cs typeface="+mn-lt"/>
              </a:rPr>
              <a:t>Hallelu</a:t>
            </a:r>
            <a:r>
              <a:rPr lang="en-SG" sz="4000" dirty="0">
                <a:solidFill>
                  <a:srgbClr val="000000"/>
                </a:solidFill>
                <a:ea typeface="+mn-lt"/>
                <a:cs typeface="+mn-lt"/>
              </a:rPr>
              <a:t>, Hallelujah!</a:t>
            </a:r>
            <a:endParaRPr lang="en-SG" dirty="0">
              <a:ea typeface="+mn-lt"/>
              <a:cs typeface="+mn-lt"/>
            </a:endParaRPr>
          </a:p>
          <a:p>
            <a:pPr algn="ctr">
              <a:spcAft>
                <a:spcPts val="400"/>
              </a:spcAft>
            </a:pPr>
            <a:endParaRPr lang="en-SG" sz="4000" dirty="0">
              <a:latin typeface="Segoe UI"/>
              <a:ea typeface="Verda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75127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Hymn No: 1138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Hymn No: 1138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394545" y="1586865"/>
            <a:ext cx="8749455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ea typeface="Verdana"/>
                <a:cs typeface="Segoe UI"/>
              </a:rPr>
              <a:t>Je-sus bids us shine with a clear pure light,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ea typeface="Verdana"/>
                <a:cs typeface="Segoe UI"/>
              </a:rPr>
              <a:t>Like a lit-</a:t>
            </a:r>
            <a:r>
              <a:rPr lang="en-SG" sz="2800" err="1">
                <a:latin typeface="Segoe UI"/>
                <a:ea typeface="Verdana"/>
                <a:cs typeface="Segoe UI"/>
              </a:rPr>
              <a:t>tle</a:t>
            </a:r>
            <a:r>
              <a:rPr lang="en-SG" sz="2800">
                <a:latin typeface="Segoe UI"/>
                <a:ea typeface="Verdana"/>
                <a:cs typeface="Segoe UI"/>
              </a:rPr>
              <a:t> can-</a:t>
            </a:r>
            <a:r>
              <a:rPr lang="en-SG" sz="2800" err="1">
                <a:latin typeface="Segoe UI"/>
                <a:ea typeface="Verdana"/>
                <a:cs typeface="Segoe UI"/>
              </a:rPr>
              <a:t>dle</a:t>
            </a:r>
            <a:r>
              <a:rPr lang="en-SG" sz="2800">
                <a:latin typeface="Segoe UI"/>
                <a:ea typeface="Verdana"/>
                <a:cs typeface="Segoe UI"/>
              </a:rPr>
              <a:t> burning in the night;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ea typeface="Verdana"/>
                <a:cs typeface="Segoe UI"/>
              </a:rPr>
              <a:t>In this world of darkness, we must shine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ea typeface="Verdana"/>
                <a:cs typeface="Segoe UI"/>
              </a:rPr>
              <a:t>You in your small corner, and I in mine. </a:t>
            </a:r>
            <a:endParaRPr lang="en-US" sz="2800">
              <a:latin typeface="Segoe UI"/>
              <a:ea typeface="Verda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D924-D6CE-1B20-B9A4-4920DDBB0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6ED89-CDCC-860D-69F6-D7F747E19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Hymn No: 1138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0B7CA-5BAA-0835-20C1-8A41251578C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DBA8F-0452-239D-9832-6B53399C875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82A182-8D56-24E4-989E-9D2F54BD2578}"/>
              </a:ext>
            </a:extLst>
          </p:cNvPr>
          <p:cNvSpPr/>
          <p:nvPr/>
        </p:nvSpPr>
        <p:spPr>
          <a:xfrm>
            <a:off x="394545" y="1586865"/>
            <a:ext cx="8749455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ea typeface="Verdana"/>
                <a:cs typeface="Segoe UI"/>
              </a:rPr>
              <a:t>Je-sus bids us shine first of all, for Him;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ea typeface="Verdana"/>
                <a:cs typeface="Segoe UI"/>
              </a:rPr>
              <a:t>Well He sees and knows is, if our light is dim;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ea typeface="Verdana"/>
                <a:cs typeface="Segoe UI"/>
              </a:rPr>
              <a:t>He looks down from heaven to see us shine-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ea typeface="Verdana"/>
                <a:cs typeface="Segoe UI"/>
              </a:rPr>
              <a:t>You in your small corner, and I in mine.  </a:t>
            </a:r>
            <a:endParaRPr lang="en-US" sz="2800">
              <a:latin typeface="Segoe UI"/>
              <a:ea typeface="Verda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2695989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9A432-D8CC-C58A-8CEE-9D92B491A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F52C-12DA-EC82-26FE-5E86B4EF3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Hymn No: 1138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83CE0-9F2E-65FE-5BA5-71D55D69743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D47B0-5EFC-8BDB-0786-EE914C63333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9F0975-CC57-EE76-F1A8-1FA057DF561E}"/>
              </a:ext>
            </a:extLst>
          </p:cNvPr>
          <p:cNvSpPr/>
          <p:nvPr/>
        </p:nvSpPr>
        <p:spPr>
          <a:xfrm>
            <a:off x="394545" y="1586865"/>
            <a:ext cx="8749455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ea typeface="Verdana"/>
                <a:cs typeface="Segoe UI"/>
              </a:rPr>
              <a:t>Je-sus bids us shine then; for, all a-round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ea typeface="Verdana"/>
                <a:cs typeface="Segoe UI"/>
              </a:rPr>
              <a:t>Many kinds of darkness in this world abound;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ea typeface="Verdana"/>
                <a:cs typeface="Segoe UI"/>
              </a:rPr>
              <a:t>Sin and want and sorrow, so we must shine-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ea typeface="Verdana"/>
                <a:cs typeface="Segoe UI"/>
              </a:rPr>
              <a:t>You in your small corner, and I in mine.  </a:t>
            </a:r>
            <a:endParaRPr lang="en-US" sz="2800">
              <a:latin typeface="Segoe UI"/>
              <a:ea typeface="Verda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547509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US" sz="240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sz="2400">
                <a:solidFill>
                  <a:prstClr val="white"/>
                </a:solidFill>
                <a:cs typeface="Segoe UI"/>
              </a:rPr>
              <a:t>Shine Jesus Shine</a:t>
            </a:r>
            <a:endParaRPr lang="en-US" sz="2400">
              <a:solidFill>
                <a:prstClr val="white"/>
              </a:solidFill>
              <a:latin typeface="Segoe UI"/>
              <a:cs typeface="Segoe UI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19946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ABFB8-7DA9-C068-B917-F2F24235E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714B-AA11-4B05-CCB3-5C4B745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Shine Jesus Shine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A5C34-F424-C660-DA1F-E52C8D69E1A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12105-4609-3D02-0584-9524569291D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</a:t>
            </a:r>
            <a:r>
              <a:rPr lang="en-US" sz="1400" dirty="0"/>
              <a:t>5</a:t>
            </a:r>
            <a:r>
              <a:rPr lang="en-US" sz="1400"/>
              <a:t> : 1 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320070-4C2D-4369-CDCF-0BF8D63BA87B}"/>
              </a:ext>
            </a:extLst>
          </p:cNvPr>
          <p:cNvSpPr/>
          <p:nvPr/>
        </p:nvSpPr>
        <p:spPr>
          <a:xfrm>
            <a:off x="197272" y="639703"/>
            <a:ext cx="8749455" cy="424731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400">
                <a:latin typeface="Segoe UI"/>
                <a:ea typeface="Verdana"/>
                <a:cs typeface="Segoe UI"/>
              </a:rPr>
              <a:t>Lord the light of Your love is shining</a:t>
            </a:r>
          </a:p>
          <a:p>
            <a:pPr algn="ctr">
              <a:spcAft>
                <a:spcPts val="400"/>
              </a:spcAft>
            </a:pPr>
            <a:r>
              <a:rPr lang="en-SG" sz="2400">
                <a:latin typeface="Segoe UI"/>
                <a:ea typeface="Verdana"/>
                <a:cs typeface="Segoe UI"/>
              </a:rPr>
              <a:t>In the midst of the darkness shining</a:t>
            </a:r>
          </a:p>
          <a:p>
            <a:pPr algn="ctr">
              <a:spcAft>
                <a:spcPts val="400"/>
              </a:spcAft>
            </a:pPr>
            <a:r>
              <a:rPr lang="en-SG" sz="2400">
                <a:latin typeface="Segoe UI"/>
                <a:ea typeface="Verdana"/>
                <a:cs typeface="Segoe UI"/>
              </a:rPr>
              <a:t>Jesus Light of the world shine upon us</a:t>
            </a:r>
          </a:p>
          <a:p>
            <a:pPr algn="ctr">
              <a:spcAft>
                <a:spcPts val="400"/>
              </a:spcAft>
            </a:pPr>
            <a:r>
              <a:rPr lang="en-SG" sz="2400">
                <a:latin typeface="Segoe UI"/>
                <a:ea typeface="Verdana"/>
                <a:cs typeface="Segoe UI"/>
              </a:rPr>
              <a:t>Set us free by the truth You now bring us</a:t>
            </a:r>
          </a:p>
          <a:p>
            <a:pPr algn="ctr">
              <a:spcAft>
                <a:spcPts val="400"/>
              </a:spcAft>
            </a:pPr>
            <a:r>
              <a:rPr lang="en-SG" sz="2400">
                <a:latin typeface="Segoe UI"/>
                <a:ea typeface="Verdana"/>
                <a:cs typeface="Segoe UI"/>
              </a:rPr>
              <a:t>Shine on me shine on me</a:t>
            </a:r>
          </a:p>
          <a:p>
            <a:pPr algn="ctr">
              <a:spcAft>
                <a:spcPts val="400"/>
              </a:spcAft>
            </a:pPr>
            <a:endParaRPr lang="en-SG" sz="2400" i="1">
              <a:solidFill>
                <a:srgbClr val="FF0000"/>
              </a:solidFill>
              <a:latin typeface="Segoe UI"/>
              <a:ea typeface="Verdana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4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Shine Jesus shine Fill this land With the Father's glory</a:t>
            </a:r>
          </a:p>
          <a:p>
            <a:pPr algn="ctr">
              <a:spcAft>
                <a:spcPts val="400"/>
              </a:spcAft>
            </a:pPr>
            <a:r>
              <a:rPr lang="en-SG" sz="24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Blaze Spirit blaze Set our hearts on fire</a:t>
            </a:r>
          </a:p>
          <a:p>
            <a:pPr algn="ctr">
              <a:spcAft>
                <a:spcPts val="400"/>
              </a:spcAft>
            </a:pPr>
            <a:r>
              <a:rPr lang="en-SG" sz="24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Flow river flow Flood the nations With grace and mercy</a:t>
            </a:r>
          </a:p>
          <a:p>
            <a:pPr algn="ctr">
              <a:spcAft>
                <a:spcPts val="400"/>
              </a:spcAft>
            </a:pPr>
            <a:r>
              <a:rPr lang="en-SG" sz="24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Send forth Your word Lord And let there be light</a:t>
            </a:r>
            <a:endParaRPr lang="en-SG" sz="2400" i="1">
              <a:solidFill>
                <a:srgbClr val="000000"/>
              </a:solidFill>
              <a:latin typeface="Segoe UI"/>
              <a:ea typeface="Verda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3742152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ECFE9-77C7-0B0C-2E12-0872643D1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B344-94FA-744B-5247-C4D1CB59D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Shine Jesus Shine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C58F2-85AC-AD17-7E47-5BE78238506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B1198D-2425-1265-F08D-4E1EB82AEAF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</a:t>
            </a:r>
            <a:r>
              <a:rPr lang="en-US" sz="1400" dirty="0"/>
              <a:t>5</a:t>
            </a:r>
            <a:r>
              <a:rPr lang="en-US" sz="1400"/>
              <a:t> : 2 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90513F-BD73-F928-B303-609D72852788}"/>
              </a:ext>
            </a:extLst>
          </p:cNvPr>
          <p:cNvSpPr/>
          <p:nvPr/>
        </p:nvSpPr>
        <p:spPr>
          <a:xfrm>
            <a:off x="197272" y="639703"/>
            <a:ext cx="8749455" cy="424731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400">
                <a:latin typeface="Segoe UI"/>
                <a:ea typeface="Verdana"/>
                <a:cs typeface="Segoe UI"/>
              </a:rPr>
              <a:t>Lord I come to Your awesome presence</a:t>
            </a:r>
          </a:p>
          <a:p>
            <a:pPr algn="ctr">
              <a:spcAft>
                <a:spcPts val="400"/>
              </a:spcAft>
            </a:pPr>
            <a:r>
              <a:rPr lang="en-SG" sz="2400">
                <a:latin typeface="Segoe UI"/>
                <a:ea typeface="Verdana"/>
                <a:cs typeface="Segoe UI"/>
              </a:rPr>
              <a:t>From the shadows into Your radiance</a:t>
            </a:r>
          </a:p>
          <a:p>
            <a:pPr algn="ctr">
              <a:spcAft>
                <a:spcPts val="400"/>
              </a:spcAft>
            </a:pPr>
            <a:r>
              <a:rPr lang="en-SG" sz="2400">
                <a:latin typeface="Segoe UI"/>
                <a:ea typeface="Verdana"/>
                <a:cs typeface="Segoe UI"/>
              </a:rPr>
              <a:t>By the blood I may enter Your brightness</a:t>
            </a:r>
          </a:p>
          <a:p>
            <a:pPr algn="ctr">
              <a:spcAft>
                <a:spcPts val="400"/>
              </a:spcAft>
            </a:pPr>
            <a:r>
              <a:rPr lang="en-SG" sz="2400">
                <a:latin typeface="Segoe UI"/>
                <a:ea typeface="Verdana"/>
                <a:cs typeface="Segoe UI"/>
              </a:rPr>
              <a:t>Search me try me consume all my darkness</a:t>
            </a:r>
          </a:p>
          <a:p>
            <a:pPr algn="ctr">
              <a:spcAft>
                <a:spcPts val="400"/>
              </a:spcAft>
            </a:pPr>
            <a:r>
              <a:rPr lang="en-SG" sz="2400">
                <a:latin typeface="Segoe UI"/>
                <a:ea typeface="Verdana"/>
                <a:cs typeface="Segoe UI"/>
              </a:rPr>
              <a:t>Shine on me shine on me</a:t>
            </a:r>
          </a:p>
          <a:p>
            <a:pPr algn="ctr">
              <a:spcAft>
                <a:spcPts val="400"/>
              </a:spcAft>
            </a:pPr>
            <a:endParaRPr lang="en-SG" sz="2400" i="1">
              <a:solidFill>
                <a:srgbClr val="FF0000"/>
              </a:solidFill>
              <a:latin typeface="Segoe UI"/>
              <a:ea typeface="Verdana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4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Shine Jesus shine Fill this land With the Father's glory</a:t>
            </a:r>
          </a:p>
          <a:p>
            <a:pPr algn="ctr">
              <a:spcAft>
                <a:spcPts val="400"/>
              </a:spcAft>
            </a:pPr>
            <a:r>
              <a:rPr lang="en-SG" sz="24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Blaze Spirit blaze Set our hearts on fire</a:t>
            </a:r>
          </a:p>
          <a:p>
            <a:pPr algn="ctr">
              <a:spcAft>
                <a:spcPts val="400"/>
              </a:spcAft>
            </a:pPr>
            <a:r>
              <a:rPr lang="en-SG" sz="24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Flow river flow Flood the nations With grace and mercy</a:t>
            </a:r>
          </a:p>
          <a:p>
            <a:pPr algn="ctr">
              <a:spcAft>
                <a:spcPts val="400"/>
              </a:spcAft>
            </a:pPr>
            <a:r>
              <a:rPr lang="en-SG" sz="24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Send forth Your word Lord And let there be light</a:t>
            </a:r>
            <a:endParaRPr lang="en-SG" sz="2400" i="1">
              <a:solidFill>
                <a:srgbClr val="000000"/>
              </a:solidFill>
              <a:latin typeface="Segoe UI"/>
              <a:ea typeface="Verda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188114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777C5-A6C8-5079-288D-EE65024A1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9A43-FF4A-7E90-20EA-91D290291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Shine Jesus Shine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F4C73-1B07-CBBE-12C9-C489DAC26EB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84BA82-59DE-D1B1-6676-D00F4594801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</a:t>
            </a:r>
            <a:r>
              <a:rPr lang="en-US" sz="1400" dirty="0"/>
              <a:t>5</a:t>
            </a:r>
            <a:r>
              <a:rPr lang="en-US" sz="1400"/>
              <a:t> : 3 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58D353-5EC2-23FB-07BB-AAEBF0EE990C}"/>
              </a:ext>
            </a:extLst>
          </p:cNvPr>
          <p:cNvSpPr/>
          <p:nvPr/>
        </p:nvSpPr>
        <p:spPr>
          <a:xfrm>
            <a:off x="197272" y="639703"/>
            <a:ext cx="8749455" cy="424731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400">
                <a:latin typeface="Segoe UI"/>
                <a:ea typeface="Verdana"/>
                <a:cs typeface="Segoe UI"/>
              </a:rPr>
              <a:t>As we gaze on Your kingly brightness</a:t>
            </a:r>
          </a:p>
          <a:p>
            <a:pPr algn="ctr">
              <a:spcAft>
                <a:spcPts val="400"/>
              </a:spcAft>
            </a:pPr>
            <a:r>
              <a:rPr lang="en-SG" sz="2400">
                <a:latin typeface="Segoe UI"/>
                <a:ea typeface="Verdana"/>
                <a:cs typeface="Segoe UI"/>
              </a:rPr>
              <a:t>So our faces display Your likeness</a:t>
            </a:r>
          </a:p>
          <a:p>
            <a:pPr algn="ctr">
              <a:spcAft>
                <a:spcPts val="400"/>
              </a:spcAft>
            </a:pPr>
            <a:r>
              <a:rPr lang="en-SG" sz="2400">
                <a:latin typeface="Segoe UI"/>
                <a:ea typeface="Verdana"/>
                <a:cs typeface="Segoe UI"/>
              </a:rPr>
              <a:t>Ever changing from glory to glory</a:t>
            </a:r>
          </a:p>
          <a:p>
            <a:pPr algn="ctr">
              <a:spcAft>
                <a:spcPts val="400"/>
              </a:spcAft>
            </a:pPr>
            <a:r>
              <a:rPr lang="en-SG" sz="2400">
                <a:latin typeface="Segoe UI"/>
                <a:ea typeface="Verdana"/>
                <a:cs typeface="Segoe UI"/>
              </a:rPr>
              <a:t>Mirrored here may our lives tell Your story</a:t>
            </a:r>
          </a:p>
          <a:p>
            <a:pPr algn="ctr">
              <a:spcAft>
                <a:spcPts val="400"/>
              </a:spcAft>
            </a:pPr>
            <a:r>
              <a:rPr lang="en-SG" sz="2400">
                <a:latin typeface="Segoe UI"/>
                <a:ea typeface="Verdana"/>
                <a:cs typeface="Segoe UI"/>
              </a:rPr>
              <a:t>Shine on me shine on me</a:t>
            </a:r>
          </a:p>
          <a:p>
            <a:pPr algn="ctr">
              <a:spcAft>
                <a:spcPts val="400"/>
              </a:spcAft>
            </a:pPr>
            <a:endParaRPr lang="en-SG" sz="2400" i="1">
              <a:solidFill>
                <a:srgbClr val="FF0000"/>
              </a:solidFill>
              <a:latin typeface="Segoe UI"/>
              <a:ea typeface="Verdana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4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Shine Jesus shine Fill this land With the Father's glory</a:t>
            </a:r>
          </a:p>
          <a:p>
            <a:pPr algn="ctr">
              <a:spcAft>
                <a:spcPts val="400"/>
              </a:spcAft>
            </a:pPr>
            <a:r>
              <a:rPr lang="en-SG" sz="24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Blaze Spirit blaze Set our hearts on fire</a:t>
            </a:r>
          </a:p>
          <a:p>
            <a:pPr algn="ctr">
              <a:spcAft>
                <a:spcPts val="400"/>
              </a:spcAft>
            </a:pPr>
            <a:r>
              <a:rPr lang="en-SG" sz="24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Flow river flow Flood the nations With grace and mercy</a:t>
            </a:r>
          </a:p>
          <a:p>
            <a:pPr algn="ctr">
              <a:spcAft>
                <a:spcPts val="400"/>
              </a:spcAft>
            </a:pPr>
            <a:r>
              <a:rPr lang="en-SG" sz="2400" i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Send forth Your word Lord And let there be light</a:t>
            </a:r>
            <a:endParaRPr lang="en-SG" sz="2400" i="1">
              <a:solidFill>
                <a:srgbClr val="000000"/>
              </a:solidFill>
              <a:latin typeface="Segoe UI"/>
              <a:ea typeface="Verda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63345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D8F8D-FAE0-6F31-1592-0ED0B3B95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052C-00F0-A767-23FC-124413CC0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US" sz="2400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sz="2400" dirty="0">
                <a:solidFill>
                  <a:prstClr val="white"/>
                </a:solidFill>
                <a:cs typeface="Segoe UI"/>
              </a:rPr>
              <a:t>Hymn No: 1155</a:t>
            </a:r>
            <a:endParaRPr lang="en-US" sz="2400" dirty="0">
              <a:solidFill>
                <a:prstClr val="white"/>
              </a:solidFill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8BAD1-CFCA-CB85-3454-33D2C34BCF5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6296BA7-F4E2-AD37-21F1-D34A9E2407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44779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01D03-5032-4273-28FB-0C8934A9A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51E42-B367-4E7B-A7AA-9CAF18F35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US">
                <a:latin typeface="Segoe UI"/>
                <a:cs typeface="Segoe UI"/>
              </a:rPr>
              <a:t>Holy Communion</a:t>
            </a:r>
            <a:r>
              <a:rPr lang="en-SG">
                <a:latin typeface="Segoe UI"/>
                <a:cs typeface="Segoe UI"/>
              </a:rPr>
              <a:t>– 1155; v1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4236B-4698-8DEB-8A26-30D8B73384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84C0F-3FC9-3928-D5AB-FE57AAC7C2FF}"/>
              </a:ext>
            </a:extLst>
          </p:cNvPr>
          <p:cNvSpPr txBox="1"/>
          <p:nvPr/>
        </p:nvSpPr>
        <p:spPr>
          <a:xfrm>
            <a:off x="841218" y="1007675"/>
            <a:ext cx="7118824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3200" dirty="0"/>
              <a:t>Jesus loves me, this I know,</a:t>
            </a:r>
            <a:endParaRPr lang="en-SG" sz="3200" dirty="0">
              <a:cs typeface="Segoe UI"/>
            </a:endParaRPr>
          </a:p>
          <a:p>
            <a:pPr algn="ctr"/>
            <a:r>
              <a:rPr lang="en-SG" sz="3200" dirty="0"/>
              <a:t>for the Bible tells me so.</a:t>
            </a:r>
            <a:endParaRPr lang="en-SG" sz="3200">
              <a:cs typeface="Segoe UI"/>
            </a:endParaRPr>
          </a:p>
          <a:p>
            <a:pPr algn="ctr"/>
            <a:r>
              <a:rPr lang="en-SG" sz="3200" dirty="0"/>
              <a:t>Little ones to him belong;</a:t>
            </a:r>
            <a:endParaRPr lang="en-SG" sz="3200" dirty="0">
              <a:cs typeface="Segoe UI"/>
            </a:endParaRPr>
          </a:p>
          <a:p>
            <a:pPr algn="ctr"/>
            <a:r>
              <a:rPr lang="en-SG" sz="3200" dirty="0"/>
              <a:t>they are weak, but he is strong</a:t>
            </a:r>
            <a:endParaRPr lang="en-SG" sz="3200" dirty="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1ED66C-CBD5-5F2F-0AD5-26092D9FDF5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6: 1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6FF747-11D5-CF77-19ED-478B8BC5F68E}"/>
              </a:ext>
            </a:extLst>
          </p:cNvPr>
          <p:cNvSpPr txBox="1"/>
          <p:nvPr/>
        </p:nvSpPr>
        <p:spPr>
          <a:xfrm>
            <a:off x="1104796" y="3458986"/>
            <a:ext cx="7118824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FF0000"/>
                </a:solidFill>
              </a:rPr>
              <a:t>Yes, Jesus loves me! Yes, Jesus loves me!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</a:rPr>
              <a:t>Yes, Jesus loves me! The Bible tells me so.</a:t>
            </a:r>
          </a:p>
        </p:txBody>
      </p:sp>
    </p:spTree>
    <p:extLst>
      <p:ext uri="{BB962C8B-B14F-4D97-AF65-F5344CB8AC3E}">
        <p14:creationId xmlns:p14="http://schemas.microsoft.com/office/powerpoint/2010/main" val="14122818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7FE25-A97A-D98F-9B25-9D7241CA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7FDA1-BF92-B992-F099-F1189FDD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US">
                <a:latin typeface="Segoe UI"/>
                <a:cs typeface="Segoe UI"/>
              </a:rPr>
              <a:t>Holy Communion</a:t>
            </a:r>
            <a:r>
              <a:rPr lang="en-SG">
                <a:latin typeface="Segoe UI"/>
                <a:cs typeface="Segoe UI"/>
              </a:rPr>
              <a:t>– 1155; v1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36B1F-D72F-29E1-DA36-F614D8758B1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43EECD-7E33-9DA0-A563-C8BF46033DC7}"/>
              </a:ext>
            </a:extLst>
          </p:cNvPr>
          <p:cNvSpPr txBox="1"/>
          <p:nvPr/>
        </p:nvSpPr>
        <p:spPr>
          <a:xfrm>
            <a:off x="841218" y="1007675"/>
            <a:ext cx="7118824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3200" dirty="0">
                <a:latin typeface="Segoe UI"/>
                <a:ea typeface="Verdana"/>
                <a:cs typeface="Segoe UI"/>
              </a:rPr>
              <a:t>Jesus loves me! He who died</a:t>
            </a:r>
            <a:br>
              <a:rPr lang="en-SG" sz="3200" dirty="0">
                <a:latin typeface="Segoe UI"/>
                <a:ea typeface="Verdana"/>
                <a:cs typeface="Segoe UI"/>
              </a:rPr>
            </a:br>
            <a:r>
              <a:rPr lang="en-SG" sz="3200" dirty="0">
                <a:latin typeface="Segoe UI"/>
                <a:ea typeface="Verdana"/>
                <a:cs typeface="Segoe UI"/>
              </a:rPr>
              <a:t>Heaven's gate to open wide.</a:t>
            </a:r>
            <a:br>
              <a:rPr lang="en-SG" sz="3200" dirty="0">
                <a:latin typeface="Segoe UI"/>
                <a:ea typeface="Verdana"/>
                <a:cs typeface="Segoe UI"/>
              </a:rPr>
            </a:br>
            <a:r>
              <a:rPr lang="en-SG" sz="3200" dirty="0">
                <a:latin typeface="Segoe UI"/>
                <a:ea typeface="Verdana"/>
                <a:cs typeface="Segoe UI"/>
              </a:rPr>
              <a:t>He will wash away my sin,</a:t>
            </a:r>
            <a:br>
              <a:rPr lang="en-SG" sz="3200" dirty="0">
                <a:latin typeface="Segoe UI"/>
                <a:ea typeface="Verdana"/>
                <a:cs typeface="Segoe UI"/>
              </a:rPr>
            </a:br>
            <a:r>
              <a:rPr lang="en-SG" sz="3200" dirty="0">
                <a:latin typeface="Segoe UI"/>
                <a:ea typeface="Verdana"/>
                <a:cs typeface="Segoe UI"/>
              </a:rPr>
              <a:t>let his little child come in.</a:t>
            </a:r>
            <a:endParaRPr lang="en-US" sz="3200" dirty="0">
              <a:latin typeface="Segoe UI"/>
              <a:ea typeface="Verdana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6D563F-B676-35B2-31D3-4F22EF9E7B5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6: 2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ACB2D-BCEE-6E2A-A22D-0297ABC89D10}"/>
              </a:ext>
            </a:extLst>
          </p:cNvPr>
          <p:cNvSpPr txBox="1"/>
          <p:nvPr/>
        </p:nvSpPr>
        <p:spPr>
          <a:xfrm>
            <a:off x="1104796" y="3458986"/>
            <a:ext cx="7118824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FF0000"/>
                </a:solidFill>
              </a:rPr>
              <a:t>Yes, Jesus loves me! Yes, Jesus loves me!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</a:rPr>
              <a:t>Yes, Jesus loves me! The Bible tells me so.</a:t>
            </a:r>
          </a:p>
        </p:txBody>
      </p:sp>
    </p:spTree>
    <p:extLst>
      <p:ext uri="{BB962C8B-B14F-4D97-AF65-F5344CB8AC3E}">
        <p14:creationId xmlns:p14="http://schemas.microsoft.com/office/powerpoint/2010/main" val="26794540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956F7-2DC8-7703-4044-72BE3E4D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0CD66-788B-896F-4B13-060BBB1C0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US">
                <a:latin typeface="Segoe UI"/>
                <a:cs typeface="Segoe UI"/>
              </a:rPr>
              <a:t>Holy Communion</a:t>
            </a:r>
            <a:r>
              <a:rPr lang="en-SG">
                <a:latin typeface="Segoe UI"/>
                <a:cs typeface="Segoe UI"/>
              </a:rPr>
              <a:t>– 1155; v1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ED35A-EC77-D431-81E6-7ABCB4D3D7A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D3651A-7631-50F8-4780-1B7AC09EB43D}"/>
              </a:ext>
            </a:extLst>
          </p:cNvPr>
          <p:cNvSpPr txBox="1"/>
          <p:nvPr/>
        </p:nvSpPr>
        <p:spPr>
          <a:xfrm>
            <a:off x="841218" y="1007675"/>
            <a:ext cx="7118824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3200" dirty="0">
                <a:latin typeface="Segoe UI"/>
                <a:ea typeface="Verdana"/>
                <a:cs typeface="Segoe UI"/>
              </a:rPr>
              <a:t>Jesus loves me! He will stay,</a:t>
            </a:r>
            <a:br>
              <a:rPr lang="en-SG" sz="3200" dirty="0">
                <a:latin typeface="Segoe UI"/>
                <a:ea typeface="Verdana"/>
              </a:rPr>
            </a:br>
            <a:r>
              <a:rPr lang="en-SG" sz="3200" dirty="0">
                <a:latin typeface="Segoe UI"/>
                <a:ea typeface="Verdana"/>
                <a:cs typeface="Segoe UI"/>
              </a:rPr>
              <a:t>close beside me all the way;</a:t>
            </a:r>
            <a:br>
              <a:rPr lang="en-SG" sz="3200" dirty="0">
                <a:latin typeface="Segoe UI"/>
                <a:ea typeface="Verdana"/>
              </a:rPr>
            </a:br>
            <a:r>
              <a:rPr lang="en-SG" sz="3200" dirty="0">
                <a:latin typeface="Segoe UI"/>
                <a:ea typeface="Verdana"/>
                <a:cs typeface="Segoe UI"/>
              </a:rPr>
              <a:t>If I love Him when I die</a:t>
            </a:r>
          </a:p>
          <a:p>
            <a:pPr algn="ctr"/>
            <a:r>
              <a:rPr lang="en-SG" sz="3200" dirty="0">
                <a:latin typeface="Segoe UI"/>
                <a:ea typeface="Verdana"/>
                <a:cs typeface="Segoe UI"/>
              </a:rPr>
              <a:t>He will take me home on high. </a:t>
            </a:r>
            <a:endParaRPr lang="en-US" sz="3200" dirty="0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ABF27-C9A1-7917-2836-1C479E86066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6: 3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973D6A-1B81-6F0D-CDC8-3B79B0EC9E53}"/>
              </a:ext>
            </a:extLst>
          </p:cNvPr>
          <p:cNvSpPr txBox="1"/>
          <p:nvPr/>
        </p:nvSpPr>
        <p:spPr>
          <a:xfrm>
            <a:off x="1104796" y="3458986"/>
            <a:ext cx="7118824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FF0000"/>
                </a:solidFill>
              </a:rPr>
              <a:t>Yes, Jesus loves me! Yes, Jesus loves me!</a:t>
            </a:r>
          </a:p>
          <a:p>
            <a:pPr algn="ctr"/>
            <a:r>
              <a:rPr lang="en-SG" sz="2800" i="1">
                <a:solidFill>
                  <a:srgbClr val="FF0000"/>
                </a:solidFill>
              </a:rPr>
              <a:t>Yes, Jesus loves me! The Bible tells me so.</a:t>
            </a:r>
          </a:p>
        </p:txBody>
      </p:sp>
    </p:spTree>
    <p:extLst>
      <p:ext uri="{BB962C8B-B14F-4D97-AF65-F5344CB8AC3E}">
        <p14:creationId xmlns:p14="http://schemas.microsoft.com/office/powerpoint/2010/main" val="41926721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70F5C-01B1-E555-35C9-BAC7C64D0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F6AE0-9447-4772-F246-6BC5C9A69E1F}"/>
              </a:ext>
            </a:extLst>
          </p:cNvPr>
          <p:cNvSpPr txBox="1">
            <a:spLocks/>
          </p:cNvSpPr>
          <p:nvPr/>
        </p:nvSpPr>
        <p:spPr>
          <a:xfrm>
            <a:off x="1009567" y="1163680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40008311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2360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127376" y="1742945"/>
            <a:ext cx="6910801" cy="2284511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Closing Hymn</a:t>
            </a:r>
          </a:p>
          <a:p>
            <a:r>
              <a:rPr lang="en-GB" i="1">
                <a:solidFill>
                  <a:schemeClr val="bg1"/>
                </a:solidFill>
                <a:latin typeface="Tenorite"/>
              </a:rPr>
              <a:t> </a:t>
            </a:r>
            <a:r>
              <a:rPr lang="en-US" sz="3600">
                <a:solidFill>
                  <a:schemeClr val="bg1"/>
                </a:solidFill>
              </a:rPr>
              <a:t>Walking with Jesus</a:t>
            </a:r>
          </a:p>
          <a:p>
            <a:endParaRPr lang="en-US" sz="36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A977-306D-A1A0-1430-C6484934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B4FD-F767-72BB-F1E7-36E7D681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sz="240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US" sz="3600" dirty="0">
                <a:latin typeface="Tenorite"/>
                <a:ea typeface="Calibri"/>
                <a:cs typeface="Segoe UI"/>
              </a:rPr>
              <a:t>Walking with Jesus</a:t>
            </a:r>
            <a:endParaRPr lang="en-SG" sz="3600" b="0" dirty="0">
              <a:solidFill>
                <a:srgbClr val="000000"/>
              </a:solidFill>
              <a:latin typeface="Tenorite"/>
              <a:ea typeface="Calibr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01C8-2DFC-AC1B-DB61-237A8B2847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9EF5-2286-3DE3-F2A3-0055009A2470}"/>
              </a:ext>
            </a:extLst>
          </p:cNvPr>
          <p:cNvSpPr/>
          <p:nvPr/>
        </p:nvSpPr>
        <p:spPr>
          <a:xfrm>
            <a:off x="640569" y="707969"/>
            <a:ext cx="8267307" cy="40780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SG" sz="2800"/>
              <a:t>Walking with Jesus, walking every day,</a:t>
            </a:r>
          </a:p>
          <a:p>
            <a:pPr algn="ctr">
              <a:spcAft>
                <a:spcPts val="600"/>
              </a:spcAft>
            </a:pPr>
            <a:r>
              <a:rPr lang="en-SG" sz="2800"/>
              <a:t>Walking all the way,</a:t>
            </a:r>
          </a:p>
          <a:p>
            <a:pPr algn="ctr">
              <a:spcAft>
                <a:spcPts val="600"/>
              </a:spcAft>
            </a:pPr>
            <a:r>
              <a:rPr lang="en-SG" sz="2800"/>
              <a:t>Walking with Jesus, walking with Jesus alone.</a:t>
            </a:r>
          </a:p>
          <a:p>
            <a:pPr algn="ctr">
              <a:spcAft>
                <a:spcPts val="600"/>
              </a:spcAft>
            </a:pPr>
            <a:endParaRPr lang="en-SG" sz="2800"/>
          </a:p>
          <a:p>
            <a:pPr algn="ctr">
              <a:spcAft>
                <a:spcPts val="600"/>
              </a:spcAft>
            </a:pPr>
            <a:r>
              <a:rPr lang="en-SG" sz="2800"/>
              <a:t>Walking in the sunlight, walking in the shadow,</a:t>
            </a:r>
          </a:p>
          <a:p>
            <a:pPr algn="ctr">
              <a:spcAft>
                <a:spcPts val="600"/>
              </a:spcAft>
            </a:pPr>
            <a:r>
              <a:rPr lang="en-SG" sz="2800"/>
              <a:t>Walking every day, walking all the way</a:t>
            </a:r>
          </a:p>
          <a:p>
            <a:pPr algn="ctr">
              <a:spcAft>
                <a:spcPts val="600"/>
              </a:spcAft>
            </a:pPr>
            <a:r>
              <a:rPr lang="en-SG" sz="2800"/>
              <a:t>Walking in the sunlight, walking in the shadow,</a:t>
            </a:r>
          </a:p>
          <a:p>
            <a:pPr algn="ctr">
              <a:spcAft>
                <a:spcPts val="600"/>
              </a:spcAft>
            </a:pPr>
            <a:r>
              <a:rPr lang="en-SG" sz="2800"/>
              <a:t>Walking with Jesus alone.</a:t>
            </a:r>
            <a:endParaRPr lang="en-SG" sz="2800"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CA167-15CB-A699-20A6-1A67EAD5EF7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Closing Hymn : 1 of 1</a:t>
            </a:r>
          </a:p>
        </p:txBody>
      </p:sp>
    </p:spTree>
    <p:extLst>
      <p:ext uri="{BB962C8B-B14F-4D97-AF65-F5344CB8AC3E}">
        <p14:creationId xmlns:p14="http://schemas.microsoft.com/office/powerpoint/2010/main" val="21708257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5027-9F67-0CC7-D25E-2C11E34F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58E9C-C22B-84C0-FA8A-A33227064885}"/>
              </a:ext>
            </a:extLst>
          </p:cNvPr>
          <p:cNvSpPr txBox="1">
            <a:spLocks/>
          </p:cNvSpPr>
          <p:nvPr/>
        </p:nvSpPr>
        <p:spPr>
          <a:xfrm>
            <a:off x="1009567" y="1163680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2508267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2222</Words>
  <Application>Microsoft Office PowerPoint</Application>
  <PresentationFormat>On-screen Show (16:9)</PresentationFormat>
  <Paragraphs>355</Paragraphs>
  <Slides>50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50</vt:i4>
      </vt:variant>
    </vt:vector>
  </HeadingPairs>
  <TitlesOfParts>
    <vt:vector size="64" baseType="lpstr">
      <vt:lpstr>Arial</vt:lpstr>
      <vt:lpstr>Bahnschrift</vt:lpstr>
      <vt:lpstr>Calibri</vt:lpstr>
      <vt:lpstr>Calibri Light</vt:lpstr>
      <vt:lpstr>Footlight MT Light</vt:lpstr>
      <vt:lpstr>Gill Sans MT</vt:lpstr>
      <vt:lpstr>Segoe UI</vt:lpstr>
      <vt:lpstr>Tenorite</vt:lpstr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PowerPoint Presentation</vt:lpstr>
      <vt:lpstr>Opening Hymn: Hymn No: 22</vt:lpstr>
      <vt:lpstr>Opening Hymn: Hymn No: 22</vt:lpstr>
      <vt:lpstr>Opening Hymn: Hymn No: 22</vt:lpstr>
      <vt:lpstr>Opening Hymn: Hymn No: 22</vt:lpstr>
      <vt:lpstr>PowerPoint Presentation</vt:lpstr>
      <vt:lpstr>PowerPoint Presentation</vt:lpstr>
      <vt:lpstr>Thanksgiving – Hymn No 1155: v1</vt:lpstr>
      <vt:lpstr>PowerPoint Presentation</vt:lpstr>
      <vt:lpstr>Offertory – Hymn No 529</vt:lpstr>
      <vt:lpstr>Offertory – Hymn No 529</vt:lpstr>
      <vt:lpstr>Offertory – Hymn No 529</vt:lpstr>
      <vt:lpstr>PowerPoint Presentation</vt:lpstr>
      <vt:lpstr>PowerPoint Presentation</vt:lpstr>
      <vt:lpstr>PowerPoint Presentation</vt:lpstr>
      <vt:lpstr>Confession – Hymn No: 577</vt:lpstr>
      <vt:lpstr>PowerPoint Presentation</vt:lpstr>
      <vt:lpstr>Holy Communion – Take up Thy Cross</vt:lpstr>
      <vt:lpstr>Holy Communion – Take up Thy cross</vt:lpstr>
      <vt:lpstr>Holy Communion – Take up Thy cross</vt:lpstr>
      <vt:lpstr>Holy Communion – Take up Thy cross</vt:lpstr>
      <vt:lpstr>Holy Communion – Hymn No: 577</vt:lpstr>
      <vt:lpstr>Confession – Hymn No: 577</vt:lpstr>
      <vt:lpstr>Confession – Hymn No: 577</vt:lpstr>
      <vt:lpstr>Confession – Hymn No: 577</vt:lpstr>
      <vt:lpstr>Confession – Hymn No: 577</vt:lpstr>
      <vt:lpstr>Confession – Hymn No: 577</vt:lpstr>
      <vt:lpstr>Holy Communion – Seek Ye First the Kingdom of God</vt:lpstr>
      <vt:lpstr>Holy Communion – Seek Ye First the Kingdom of God</vt:lpstr>
      <vt:lpstr>Holy Communion – Seek Ye First the Kingdom of God</vt:lpstr>
      <vt:lpstr>Holy Communion – Seek Ye First the Kingdom of God</vt:lpstr>
      <vt:lpstr>Holy Communion – Hymn No: 1138</vt:lpstr>
      <vt:lpstr>Holy Communion – Hymn No: 1138</vt:lpstr>
      <vt:lpstr>Holy Communion – Hymn No: 1138</vt:lpstr>
      <vt:lpstr>Holy Communion – Hymn No: 1138</vt:lpstr>
      <vt:lpstr>Holy Communion – Shine Jesus Shine</vt:lpstr>
      <vt:lpstr>Holy Communion – Shine Jesus Shine</vt:lpstr>
      <vt:lpstr>Holy Communion – Shine Jesus Shine</vt:lpstr>
      <vt:lpstr>Holy Communion – Shine Jesus Shine</vt:lpstr>
      <vt:lpstr>Holy Communion – Hymn No: 1155</vt:lpstr>
      <vt:lpstr>Holy Communion– 1155; v1</vt:lpstr>
      <vt:lpstr>Holy Communion– 1155; v1</vt:lpstr>
      <vt:lpstr>Holy Communion– 1155; v1</vt:lpstr>
      <vt:lpstr>PowerPoint Presentation</vt:lpstr>
      <vt:lpstr>PowerPoint Presentation</vt:lpstr>
      <vt:lpstr>PowerPoint Presentation</vt:lpstr>
      <vt:lpstr>Closing Hymn – Walking with Jesus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Sini Mathew (Dr)</cp:lastModifiedBy>
  <cp:revision>8</cp:revision>
  <dcterms:created xsi:type="dcterms:W3CDTF">2020-09-02T02:55:07Z</dcterms:created>
  <dcterms:modified xsi:type="dcterms:W3CDTF">2025-06-25T11:32:25Z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