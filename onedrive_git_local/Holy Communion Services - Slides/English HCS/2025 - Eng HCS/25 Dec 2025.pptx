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5"/>
  </p:notesMasterIdLst>
  <p:handoutMasterIdLst>
    <p:handoutMasterId r:id="rId56"/>
  </p:handoutMasterIdLst>
  <p:sldIdLst>
    <p:sldId id="1727" r:id="rId7"/>
    <p:sldId id="813" r:id="rId8"/>
    <p:sldId id="1915" r:id="rId9"/>
    <p:sldId id="2041" r:id="rId10"/>
    <p:sldId id="2042" r:id="rId11"/>
    <p:sldId id="2076" r:id="rId12"/>
    <p:sldId id="821" r:id="rId13"/>
    <p:sldId id="851" r:id="rId14"/>
    <p:sldId id="2021" r:id="rId15"/>
    <p:sldId id="822" r:id="rId16"/>
    <p:sldId id="2043" r:id="rId17"/>
    <p:sldId id="2044" r:id="rId18"/>
    <p:sldId id="823" r:id="rId19"/>
    <p:sldId id="824" r:id="rId20"/>
    <p:sldId id="1989" r:id="rId21"/>
    <p:sldId id="1388" r:id="rId22"/>
    <p:sldId id="2045" r:id="rId23"/>
    <p:sldId id="2046" r:id="rId24"/>
    <p:sldId id="2047" r:id="rId25"/>
    <p:sldId id="2048" r:id="rId26"/>
    <p:sldId id="1829" r:id="rId27"/>
    <p:sldId id="2054" r:id="rId28"/>
    <p:sldId id="2055" r:id="rId29"/>
    <p:sldId id="2056" r:id="rId30"/>
    <p:sldId id="2016" r:id="rId31"/>
    <p:sldId id="2058" r:id="rId32"/>
    <p:sldId id="2077" r:id="rId33"/>
    <p:sldId id="2059" r:id="rId34"/>
    <p:sldId id="2060" r:id="rId35"/>
    <p:sldId id="1826" r:id="rId36"/>
    <p:sldId id="1827" r:id="rId37"/>
    <p:sldId id="2064" r:id="rId38"/>
    <p:sldId id="2066" r:id="rId39"/>
    <p:sldId id="2069" r:id="rId40"/>
    <p:sldId id="2067" r:id="rId41"/>
    <p:sldId id="2049" r:id="rId42"/>
    <p:sldId id="1856" r:id="rId43"/>
    <p:sldId id="1412" r:id="rId44"/>
    <p:sldId id="2051" r:id="rId45"/>
    <p:sldId id="2052" r:id="rId46"/>
    <p:sldId id="1900" r:id="rId47"/>
    <p:sldId id="1788" r:id="rId48"/>
    <p:sldId id="2070" r:id="rId49"/>
    <p:sldId id="2072" r:id="rId50"/>
    <p:sldId id="2071" r:id="rId51"/>
    <p:sldId id="820" r:id="rId52"/>
    <p:sldId id="2073" r:id="rId53"/>
    <p:sldId id="2075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2C3CA-2851-4F48-9454-DF25CEA45B6D}" v="75" dt="2025-12-24T14:02:12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313" y="26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notesMaster" Target="notesMasters/notesMaster1.xml"/><Relationship Id="rId63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handoutMaster" Target="handoutMasters/handoutMaster1.xml"/><Relationship Id="rId64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commentAuthors" Target="commentAuthor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A4978E5-4AC8-4577-A464-34B31D6E55DD}"/>
    <pc:docChg chg="addSld delSld modSld">
      <pc:chgData name="Guest User" userId="" providerId="Windows Live" clId="Web-{3A4978E5-4AC8-4577-A464-34B31D6E55DD}" dt="2025-12-20T05:46:44.670" v="108" actId="20577"/>
      <pc:docMkLst>
        <pc:docMk/>
      </pc:docMkLst>
      <pc:sldChg chg="modSp">
        <pc:chgData name="Guest User" userId="" providerId="Windows Live" clId="Web-{3A4978E5-4AC8-4577-A464-34B31D6E55DD}" dt="2025-12-20T05:44:40.963" v="96" actId="20577"/>
        <pc:sldMkLst>
          <pc:docMk/>
          <pc:sldMk cId="140346443" sldId="822"/>
        </pc:sldMkLst>
        <pc:spChg chg="mod">
          <ac:chgData name="Guest User" userId="" providerId="Windows Live" clId="Web-{3A4978E5-4AC8-4577-A464-34B31D6E55DD}" dt="2025-12-20T05:44:40.963" v="96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3A4978E5-4AC8-4577-A464-34B31D6E55DD}" dt="2025-12-20T05:42:39.681" v="94" actId="20577"/>
        <pc:sldMkLst>
          <pc:docMk/>
          <pc:sldMk cId="2374215211" sldId="1788"/>
        </pc:sldMkLst>
        <pc:spChg chg="mod">
          <ac:chgData name="Guest User" userId="" providerId="Windows Live" clId="Web-{3A4978E5-4AC8-4577-A464-34B31D6E55DD}" dt="2025-12-20T05:40:00.071" v="55" actId="20577"/>
          <ac:spMkLst>
            <pc:docMk/>
            <pc:sldMk cId="2374215211" sldId="1788"/>
            <ac:spMk id="2" creationId="{BB05714B-AA11-4B05-CCB3-5C4B7458156D}"/>
          </ac:spMkLst>
        </pc:spChg>
        <pc:spChg chg="mod">
          <ac:chgData name="Guest User" userId="" providerId="Windows Live" clId="Web-{3A4978E5-4AC8-4577-A464-34B31D6E55DD}" dt="2025-12-20T05:42:39.681" v="94" actId="20577"/>
          <ac:spMkLst>
            <pc:docMk/>
            <pc:sldMk cId="2374215211" sldId="1788"/>
            <ac:spMk id="7" creationId="{F6FF2600-C36E-53E7-98BA-A1D14BD91783}"/>
          </ac:spMkLst>
        </pc:spChg>
      </pc:sldChg>
      <pc:sldChg chg="modSp">
        <pc:chgData name="Guest User" userId="" providerId="Windows Live" clId="Web-{3A4978E5-4AC8-4577-A464-34B31D6E55DD}" dt="2025-12-20T05:39:31.962" v="47" actId="20577"/>
        <pc:sldMkLst>
          <pc:docMk/>
          <pc:sldMk cId="3482069950" sldId="1900"/>
        </pc:sldMkLst>
        <pc:spChg chg="mod">
          <ac:chgData name="Guest User" userId="" providerId="Windows Live" clId="Web-{3A4978E5-4AC8-4577-A464-34B31D6E55DD}" dt="2025-12-20T05:39:31.962" v="47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">
        <pc:chgData name="Guest User" userId="" providerId="Windows Live" clId="Web-{3A4978E5-4AC8-4577-A464-34B31D6E55DD}" dt="2025-12-20T05:46:44.670" v="108" actId="20577"/>
        <pc:sldMkLst>
          <pc:docMk/>
          <pc:sldMk cId="3366721836" sldId="1915"/>
        </pc:sldMkLst>
        <pc:spChg chg="mod">
          <ac:chgData name="Guest User" userId="" providerId="Windows Live" clId="Web-{3A4978E5-4AC8-4577-A464-34B31D6E55DD}" dt="2025-12-20T05:46:44.670" v="108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Guest User" userId="" providerId="Windows Live" clId="Web-{3A4978E5-4AC8-4577-A464-34B31D6E55DD}" dt="2025-12-20T05:46:22.701" v="107" actId="20577"/>
        <pc:sldMkLst>
          <pc:docMk/>
          <pc:sldMk cId="770269871" sldId="2041"/>
        </pc:sldMkLst>
        <pc:spChg chg="mod">
          <ac:chgData name="Guest User" userId="" providerId="Windows Live" clId="Web-{3A4978E5-4AC8-4577-A464-34B31D6E55DD}" dt="2025-12-20T05:46:22.701" v="107" actId="20577"/>
          <ac:spMkLst>
            <pc:docMk/>
            <pc:sldMk cId="770269871" sldId="2041"/>
            <ac:spMk id="4" creationId="{74821506-77EC-9423-AF23-96C4CCD5808B}"/>
          </ac:spMkLst>
        </pc:spChg>
      </pc:sldChg>
      <pc:sldChg chg="modSp">
        <pc:chgData name="Guest User" userId="" providerId="Windows Live" clId="Web-{3A4978E5-4AC8-4577-A464-34B31D6E55DD}" dt="2025-12-20T05:44:56.448" v="98" actId="20577"/>
        <pc:sldMkLst>
          <pc:docMk/>
          <pc:sldMk cId="140979002" sldId="2043"/>
        </pc:sldMkLst>
        <pc:spChg chg="mod">
          <ac:chgData name="Guest User" userId="" providerId="Windows Live" clId="Web-{3A4978E5-4AC8-4577-A464-34B31D6E55DD}" dt="2025-12-20T05:44:56.448" v="98" actId="20577"/>
          <ac:spMkLst>
            <pc:docMk/>
            <pc:sldMk cId="140979002" sldId="2043"/>
            <ac:spMk id="10" creationId="{949520CD-94D3-AFEF-6B66-1BF870A1BE0D}"/>
          </ac:spMkLst>
        </pc:spChg>
      </pc:sldChg>
      <pc:sldChg chg="modSp">
        <pc:chgData name="Guest User" userId="" providerId="Windows Live" clId="Web-{3A4978E5-4AC8-4577-A464-34B31D6E55DD}" dt="2025-12-20T05:45:07.917" v="100" actId="20577"/>
        <pc:sldMkLst>
          <pc:docMk/>
          <pc:sldMk cId="2339271926" sldId="2044"/>
        </pc:sldMkLst>
        <pc:spChg chg="mod">
          <ac:chgData name="Guest User" userId="" providerId="Windows Live" clId="Web-{3A4978E5-4AC8-4577-A464-34B31D6E55DD}" dt="2025-12-20T05:45:07.917" v="100" actId="20577"/>
          <ac:spMkLst>
            <pc:docMk/>
            <pc:sldMk cId="2339271926" sldId="2044"/>
            <ac:spMk id="10" creationId="{AC81D97C-9C84-541F-8A84-BA7218401C37}"/>
          </ac:spMkLst>
        </pc:spChg>
      </pc:sldChg>
      <pc:sldChg chg="modSp">
        <pc:chgData name="Guest User" userId="" providerId="Windows Live" clId="Web-{3A4978E5-4AC8-4577-A464-34B31D6E55DD}" dt="2025-12-20T05:31:31.145" v="22" actId="20577"/>
        <pc:sldMkLst>
          <pc:docMk/>
          <pc:sldMk cId="1480028079" sldId="2058"/>
        </pc:sldMkLst>
        <pc:spChg chg="mod">
          <ac:chgData name="Guest User" userId="" providerId="Windows Live" clId="Web-{3A4978E5-4AC8-4577-A464-34B31D6E55DD}" dt="2025-12-20T05:28:42.231" v="10" actId="20577"/>
          <ac:spMkLst>
            <pc:docMk/>
            <pc:sldMk cId="1480028079" sldId="2058"/>
            <ac:spMk id="2" creationId="{7664A8C9-58F5-6075-795D-91EA1B3229B2}"/>
          </ac:spMkLst>
        </pc:spChg>
        <pc:spChg chg="mod">
          <ac:chgData name="Guest User" userId="" providerId="Windows Live" clId="Web-{3A4978E5-4AC8-4577-A464-34B31D6E55DD}" dt="2025-12-20T05:31:31.145" v="22" actId="20577"/>
          <ac:spMkLst>
            <pc:docMk/>
            <pc:sldMk cId="1480028079" sldId="2058"/>
            <ac:spMk id="6" creationId="{803D88F5-7A1B-D3D4-EB28-D986ADC65750}"/>
          </ac:spMkLst>
        </pc:spChg>
      </pc:sldChg>
      <pc:sldChg chg="modSp">
        <pc:chgData name="Guest User" userId="" providerId="Windows Live" clId="Web-{3A4978E5-4AC8-4577-A464-34B31D6E55DD}" dt="2025-12-20T05:32:12.193" v="31" actId="20577"/>
        <pc:sldMkLst>
          <pc:docMk/>
          <pc:sldMk cId="3488709939" sldId="2059"/>
        </pc:sldMkLst>
        <pc:spChg chg="mod">
          <ac:chgData name="Guest User" userId="" providerId="Windows Live" clId="Web-{3A4978E5-4AC8-4577-A464-34B31D6E55DD}" dt="2025-12-20T05:32:12.193" v="31" actId="20577"/>
          <ac:spMkLst>
            <pc:docMk/>
            <pc:sldMk cId="3488709939" sldId="2059"/>
            <ac:spMk id="2" creationId="{942FF6E1-10B0-811A-AC68-D7EDEE77B879}"/>
          </ac:spMkLst>
        </pc:spChg>
      </pc:sldChg>
      <pc:sldChg chg="modSp">
        <pc:chgData name="Guest User" userId="" providerId="Windows Live" clId="Web-{3A4978E5-4AC8-4577-A464-34B31D6E55DD}" dt="2025-12-20T05:38:37.696" v="38" actId="20577"/>
        <pc:sldMkLst>
          <pc:docMk/>
          <pc:sldMk cId="4249594276" sldId="2060"/>
        </pc:sldMkLst>
        <pc:spChg chg="mod">
          <ac:chgData name="Guest User" userId="" providerId="Windows Live" clId="Web-{3A4978E5-4AC8-4577-A464-34B31D6E55DD}" dt="2025-12-20T05:38:37.696" v="38" actId="20577"/>
          <ac:spMkLst>
            <pc:docMk/>
            <pc:sldMk cId="4249594276" sldId="2060"/>
            <ac:spMk id="2" creationId="{2F349259-97EB-1640-0425-36BC0D50A7A0}"/>
          </ac:spMkLst>
        </pc:spChg>
      </pc:sldChg>
      <pc:sldChg chg="modSp">
        <pc:chgData name="Guest User" userId="" providerId="Windows Live" clId="Web-{3A4978E5-4AC8-4577-A464-34B31D6E55DD}" dt="2025-12-20T05:42:30.259" v="93" actId="20577"/>
        <pc:sldMkLst>
          <pc:docMk/>
          <pc:sldMk cId="2773179384" sldId="2070"/>
        </pc:sldMkLst>
        <pc:spChg chg="mod">
          <ac:chgData name="Guest User" userId="" providerId="Windows Live" clId="Web-{3A4978E5-4AC8-4577-A464-34B31D6E55DD}" dt="2025-12-20T05:40:14.931" v="64" actId="20577"/>
          <ac:spMkLst>
            <pc:docMk/>
            <pc:sldMk cId="2773179384" sldId="2070"/>
            <ac:spMk id="2" creationId="{CA797718-A6D3-DA02-8205-39CAC9ABDCFC}"/>
          </ac:spMkLst>
        </pc:spChg>
        <pc:spChg chg="mod">
          <ac:chgData name="Guest User" userId="" providerId="Windows Live" clId="Web-{3A4978E5-4AC8-4577-A464-34B31D6E55DD}" dt="2025-12-20T05:42:30.259" v="93" actId="20577"/>
          <ac:spMkLst>
            <pc:docMk/>
            <pc:sldMk cId="2773179384" sldId="2070"/>
            <ac:spMk id="7" creationId="{79B56B03-3205-B31C-D09E-60578FBD889D}"/>
          </ac:spMkLst>
        </pc:spChg>
      </pc:sldChg>
      <pc:sldChg chg="modSp">
        <pc:chgData name="Guest User" userId="" providerId="Windows Live" clId="Web-{3A4978E5-4AC8-4577-A464-34B31D6E55DD}" dt="2025-12-20T05:42:12.712" v="91" actId="20577"/>
        <pc:sldMkLst>
          <pc:docMk/>
          <pc:sldMk cId="3549951516" sldId="2071"/>
        </pc:sldMkLst>
        <pc:spChg chg="mod">
          <ac:chgData name="Guest User" userId="" providerId="Windows Live" clId="Web-{3A4978E5-4AC8-4577-A464-34B31D6E55DD}" dt="2025-12-20T05:40:56.806" v="79" actId="20577"/>
          <ac:spMkLst>
            <pc:docMk/>
            <pc:sldMk cId="3549951516" sldId="2071"/>
            <ac:spMk id="2" creationId="{43F70599-448B-E179-8038-9D4F8DAD6F66}"/>
          </ac:spMkLst>
        </pc:spChg>
        <pc:spChg chg="mod">
          <ac:chgData name="Guest User" userId="" providerId="Windows Live" clId="Web-{3A4978E5-4AC8-4577-A464-34B31D6E55DD}" dt="2025-12-20T05:42:12.712" v="91" actId="20577"/>
          <ac:spMkLst>
            <pc:docMk/>
            <pc:sldMk cId="3549951516" sldId="2071"/>
            <ac:spMk id="7" creationId="{5F25CEB9-906F-C410-28CA-3C5FC5698CC8}"/>
          </ac:spMkLst>
        </pc:spChg>
      </pc:sldChg>
      <pc:sldChg chg="modSp">
        <pc:chgData name="Guest User" userId="" providerId="Windows Live" clId="Web-{3A4978E5-4AC8-4577-A464-34B31D6E55DD}" dt="2025-12-20T05:42:19.666" v="92" actId="20577"/>
        <pc:sldMkLst>
          <pc:docMk/>
          <pc:sldMk cId="2264599942" sldId="2072"/>
        </pc:sldMkLst>
        <pc:spChg chg="mod">
          <ac:chgData name="Guest User" userId="" providerId="Windows Live" clId="Web-{3A4978E5-4AC8-4577-A464-34B31D6E55DD}" dt="2025-12-20T05:40:36.696" v="70" actId="20577"/>
          <ac:spMkLst>
            <pc:docMk/>
            <pc:sldMk cId="2264599942" sldId="2072"/>
            <ac:spMk id="2" creationId="{0353F3AF-4D6D-2209-33DB-3071D89AB3C5}"/>
          </ac:spMkLst>
        </pc:spChg>
        <pc:spChg chg="mod">
          <ac:chgData name="Guest User" userId="" providerId="Windows Live" clId="Web-{3A4978E5-4AC8-4577-A464-34B31D6E55DD}" dt="2025-12-20T05:42:19.666" v="92" actId="20577"/>
          <ac:spMkLst>
            <pc:docMk/>
            <pc:sldMk cId="2264599942" sldId="2072"/>
            <ac:spMk id="7" creationId="{4583AF6E-0895-3721-E29F-D1D42FB937E2}"/>
          </ac:spMkLst>
        </pc:spChg>
      </pc:sldChg>
      <pc:sldChg chg="modSp">
        <pc:chgData name="Guest User" userId="" providerId="Windows Live" clId="Web-{3A4978E5-4AC8-4577-A464-34B31D6E55DD}" dt="2025-12-20T05:41:39.525" v="89" actId="20577"/>
        <pc:sldMkLst>
          <pc:docMk/>
          <pc:sldMk cId="4019400670" sldId="2073"/>
        </pc:sldMkLst>
        <pc:spChg chg="mod">
          <ac:chgData name="Guest User" userId="" providerId="Windows Live" clId="Web-{3A4978E5-4AC8-4577-A464-34B31D6E55DD}" dt="2025-12-20T05:41:25.525" v="88" actId="20577"/>
          <ac:spMkLst>
            <pc:docMk/>
            <pc:sldMk cId="4019400670" sldId="2073"/>
            <ac:spMk id="2" creationId="{84151216-1950-314F-0C4F-5A054DB8B28F}"/>
          </ac:spMkLst>
        </pc:spChg>
        <pc:spChg chg="mod">
          <ac:chgData name="Guest User" userId="" providerId="Windows Live" clId="Web-{3A4978E5-4AC8-4577-A464-34B31D6E55DD}" dt="2025-12-20T05:41:39.525" v="89" actId="20577"/>
          <ac:spMkLst>
            <pc:docMk/>
            <pc:sldMk cId="4019400670" sldId="2073"/>
            <ac:spMk id="6" creationId="{FB833671-10F2-F861-86C9-60404309839C}"/>
          </ac:spMkLst>
        </pc:spChg>
      </pc:sldChg>
      <pc:sldChg chg="modSp">
        <pc:chgData name="Guest User" userId="" providerId="Windows Live" clId="Web-{3A4978E5-4AC8-4577-A464-34B31D6E55DD}" dt="2025-12-20T05:42:04.853" v="90" actId="20577"/>
        <pc:sldMkLst>
          <pc:docMk/>
          <pc:sldMk cId="2855730372" sldId="2075"/>
        </pc:sldMkLst>
        <pc:spChg chg="mod">
          <ac:chgData name="Guest User" userId="" providerId="Windows Live" clId="Web-{3A4978E5-4AC8-4577-A464-34B31D6E55DD}" dt="2025-12-20T05:42:04.853" v="90" actId="20577"/>
          <ac:spMkLst>
            <pc:docMk/>
            <pc:sldMk cId="2855730372" sldId="2075"/>
            <ac:spMk id="6" creationId="{CEDAA201-9975-F453-8E12-FEC0AC3F42AB}"/>
          </ac:spMkLst>
        </pc:spChg>
      </pc:sldChg>
      <pc:sldChg chg="add replId">
        <pc:chgData name="Guest User" userId="" providerId="Windows Live" clId="Web-{3A4978E5-4AC8-4577-A464-34B31D6E55DD}" dt="2025-12-20T05:31:00.816" v="19"/>
        <pc:sldMkLst>
          <pc:docMk/>
          <pc:sldMk cId="1230214852" sldId="2077"/>
        </pc:sldMkLst>
      </pc:sldChg>
    </pc:docChg>
  </pc:docChgLst>
  <pc:docChgLst>
    <pc:chgData name="Guest User" providerId="Windows Live" clId="Web-{B39AC5D7-52DF-4CF5-83DF-2088281E35E5}"/>
    <pc:docChg chg="modSld">
      <pc:chgData name="Guest User" userId="" providerId="Windows Live" clId="Web-{B39AC5D7-52DF-4CF5-83DF-2088281E35E5}" dt="2025-12-20T05:26:11.141" v="88" actId="20577"/>
      <pc:docMkLst>
        <pc:docMk/>
      </pc:docMkLst>
      <pc:sldChg chg="modSp">
        <pc:chgData name="Guest User" userId="" providerId="Windows Live" clId="Web-{B39AC5D7-52DF-4CF5-83DF-2088281E35E5}" dt="2025-12-20T05:22:45.852" v="65" actId="20577"/>
        <pc:sldMkLst>
          <pc:docMk/>
          <pc:sldMk cId="3717493800" sldId="821"/>
        </pc:sldMkLst>
        <pc:spChg chg="mod">
          <ac:chgData name="Guest User" userId="" providerId="Windows Live" clId="Web-{B39AC5D7-52DF-4CF5-83DF-2088281E35E5}" dt="2025-12-20T05:22:45.852" v="65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Guest User" userId="" providerId="Windows Live" clId="Web-{B39AC5D7-52DF-4CF5-83DF-2088281E35E5}" dt="2025-12-20T05:23:08.134" v="72" actId="20577"/>
        <pc:sldMkLst>
          <pc:docMk/>
          <pc:sldMk cId="2771250690" sldId="851"/>
        </pc:sldMkLst>
        <pc:spChg chg="mod">
          <ac:chgData name="Guest User" userId="" providerId="Windows Live" clId="Web-{B39AC5D7-52DF-4CF5-83DF-2088281E35E5}" dt="2025-12-20T05:23:08.134" v="72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Guest User" userId="" providerId="Windows Live" clId="Web-{B39AC5D7-52DF-4CF5-83DF-2088281E35E5}" dt="2025-12-20T05:25:02.684" v="78" actId="20577"/>
        <pc:sldMkLst>
          <pc:docMk/>
          <pc:sldMk cId="2684712631" sldId="1829"/>
        </pc:sldMkLst>
        <pc:spChg chg="mod">
          <ac:chgData name="Guest User" userId="" providerId="Windows Live" clId="Web-{B39AC5D7-52DF-4CF5-83DF-2088281E35E5}" dt="2025-12-20T05:25:02.684" v="78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Guest User" userId="" providerId="Windows Live" clId="Web-{B39AC5D7-52DF-4CF5-83DF-2088281E35E5}" dt="2025-12-20T05:20:35.487" v="17" actId="20577"/>
        <pc:sldMkLst>
          <pc:docMk/>
          <pc:sldMk cId="3366721836" sldId="1915"/>
        </pc:sldMkLst>
        <pc:spChg chg="mod">
          <ac:chgData name="Guest User" userId="" providerId="Windows Live" clId="Web-{B39AC5D7-52DF-4CF5-83DF-2088281E35E5}" dt="2025-12-20T05:20:35.487" v="17" actId="20577"/>
          <ac:spMkLst>
            <pc:docMk/>
            <pc:sldMk cId="3366721836" sldId="1915"/>
            <ac:spMk id="2" creationId="{A364F5D1-79C1-4C43-8C2B-B9182DCD2006}"/>
          </ac:spMkLst>
        </pc:spChg>
      </pc:sldChg>
      <pc:sldChg chg="modSp">
        <pc:chgData name="Guest User" userId="" providerId="Windows Live" clId="Web-{B39AC5D7-52DF-4CF5-83DF-2088281E35E5}" dt="2025-12-20T05:25:40.106" v="86" actId="20577"/>
        <pc:sldMkLst>
          <pc:docMk/>
          <pc:sldMk cId="1437468126" sldId="2016"/>
        </pc:sldMkLst>
        <pc:spChg chg="mod">
          <ac:chgData name="Guest User" userId="" providerId="Windows Live" clId="Web-{B39AC5D7-52DF-4CF5-83DF-2088281E35E5}" dt="2025-12-20T05:25:40.106" v="86" actId="20577"/>
          <ac:spMkLst>
            <pc:docMk/>
            <pc:sldMk cId="1437468126" sldId="2016"/>
            <ac:spMk id="3" creationId="{48158C9F-1FE8-2D04-5E8F-9C9F6470C7B5}"/>
          </ac:spMkLst>
        </pc:spChg>
      </pc:sldChg>
      <pc:sldChg chg="modSp">
        <pc:chgData name="Guest User" userId="" providerId="Windows Live" clId="Web-{B39AC5D7-52DF-4CF5-83DF-2088281E35E5}" dt="2025-12-20T05:21:09.754" v="30" actId="20577"/>
        <pc:sldMkLst>
          <pc:docMk/>
          <pc:sldMk cId="770269871" sldId="2041"/>
        </pc:sldMkLst>
        <pc:spChg chg="mod">
          <ac:chgData name="Guest User" userId="" providerId="Windows Live" clId="Web-{B39AC5D7-52DF-4CF5-83DF-2088281E35E5}" dt="2025-12-20T05:21:09.754" v="30" actId="20577"/>
          <ac:spMkLst>
            <pc:docMk/>
            <pc:sldMk cId="770269871" sldId="2041"/>
            <ac:spMk id="2" creationId="{448DB314-4996-8700-37B7-8F77BD8B0BE9}"/>
          </ac:spMkLst>
        </pc:spChg>
      </pc:sldChg>
      <pc:sldChg chg="modSp">
        <pc:chgData name="Guest User" userId="" providerId="Windows Live" clId="Web-{B39AC5D7-52DF-4CF5-83DF-2088281E35E5}" dt="2025-12-20T05:21:27.161" v="41" actId="20577"/>
        <pc:sldMkLst>
          <pc:docMk/>
          <pc:sldMk cId="2474027036" sldId="2042"/>
        </pc:sldMkLst>
        <pc:spChg chg="mod">
          <ac:chgData name="Guest User" userId="" providerId="Windows Live" clId="Web-{B39AC5D7-52DF-4CF5-83DF-2088281E35E5}" dt="2025-12-20T05:21:27.161" v="41" actId="20577"/>
          <ac:spMkLst>
            <pc:docMk/>
            <pc:sldMk cId="2474027036" sldId="2042"/>
            <ac:spMk id="2" creationId="{34FC9F61-9990-F61F-2041-75BC9CB25DED}"/>
          </ac:spMkLst>
        </pc:spChg>
      </pc:sldChg>
      <pc:sldChg chg="modSp">
        <pc:chgData name="Guest User" userId="" providerId="Windows Live" clId="Web-{B39AC5D7-52DF-4CF5-83DF-2088281E35E5}" dt="2025-12-20T05:22:22.257" v="57" actId="20577"/>
        <pc:sldMkLst>
          <pc:docMk/>
          <pc:sldMk cId="3072618795" sldId="2076"/>
        </pc:sldMkLst>
        <pc:spChg chg="mod">
          <ac:chgData name="Guest User" userId="" providerId="Windows Live" clId="Web-{B39AC5D7-52DF-4CF5-83DF-2088281E35E5}" dt="2025-12-20T05:22:22.257" v="57" actId="20577"/>
          <ac:spMkLst>
            <pc:docMk/>
            <pc:sldMk cId="3072618795" sldId="2076"/>
            <ac:spMk id="2" creationId="{3A3D3DE1-01FA-BFB8-683B-4B4FE2B3B12A}"/>
          </ac:spMkLst>
        </pc:spChg>
      </pc:sldChg>
    </pc:docChg>
  </pc:docChgLst>
  <pc:docChgLst>
    <pc:chgData name="Sini Mathew" userId="3875fe58a975fc01" providerId="LiveId" clId="{01228244-6B25-4D01-85AC-4B8EA41E8750}"/>
    <pc:docChg chg="custSel addSld delSld modSld sldOrd">
      <pc:chgData name="Sini Mathew" userId="3875fe58a975fc01" providerId="LiveId" clId="{01228244-6B25-4D01-85AC-4B8EA41E8750}" dt="2025-12-20T01:39:23.112" v="5035" actId="20577"/>
      <pc:docMkLst>
        <pc:docMk/>
      </pc:docMkLst>
      <pc:sldChg chg="modSp mod">
        <pc:chgData name="Sini Mathew" userId="3875fe58a975fc01" providerId="LiveId" clId="{01228244-6B25-4D01-85AC-4B8EA41E8750}" dt="2025-12-09T01:35:17.699" v="9" actId="20577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5-12-09T01:35:17.699" v="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01228244-6B25-4D01-85AC-4B8EA41E8750}" dt="2025-12-19T23:46:25.368" v="4590" actId="20577"/>
        <pc:sldMkLst>
          <pc:docMk/>
          <pc:sldMk cId="3717493800" sldId="821"/>
        </pc:sldMkLst>
        <pc:spChg chg="mod">
          <ac:chgData name="Sini Mathew" userId="3875fe58a975fc01" providerId="LiveId" clId="{01228244-6B25-4D01-85AC-4B8EA41E8750}" dt="2025-12-19T23:46:25.368" v="4590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01228244-6B25-4D01-85AC-4B8EA41E8750}" dt="2025-12-19T23:50:19.728" v="4605" actId="114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5-12-09T01:41:21.891" v="734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1228244-6B25-4D01-85AC-4B8EA41E8750}" dt="2025-12-09T01:41:38.343" v="740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01228244-6B25-4D01-85AC-4B8EA41E8750}" dt="2025-12-19T23:50:19.728" v="4605" actId="114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01228244-6B25-4D01-85AC-4B8EA41E8750}" dt="2025-12-19T23:49:31.048" v="4601" actId="255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5-12-19T23:49:31.048" v="4601" actId="255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01228244-6B25-4D01-85AC-4B8EA41E8750}" dt="2025-12-09T01:49:16.357" v="1722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5-12-09T01:49:16.357" v="1722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addSp modSp mod">
        <pc:chgData name="Sini Mathew" userId="3875fe58a975fc01" providerId="LiveId" clId="{01228244-6B25-4D01-85AC-4B8EA41E8750}" dt="2025-12-20T00:04:07.956" v="4819" actId="1076"/>
        <pc:sldMkLst>
          <pc:docMk/>
          <pc:sldMk cId="2332149466" sldId="1412"/>
        </pc:sldMkLst>
        <pc:spChg chg="add mod">
          <ac:chgData name="Sini Mathew" userId="3875fe58a975fc01" providerId="LiveId" clId="{01228244-6B25-4D01-85AC-4B8EA41E8750}" dt="2025-12-09T02:06:23.781" v="3850" actId="20577"/>
          <ac:spMkLst>
            <pc:docMk/>
            <pc:sldMk cId="2332149466" sldId="1412"/>
            <ac:spMk id="2" creationId="{2293488B-DAA1-E0DD-9821-ECC5A9FB0BFF}"/>
          </ac:spMkLst>
        </pc:spChg>
        <pc:spChg chg="mod">
          <ac:chgData name="Sini Mathew" userId="3875fe58a975fc01" providerId="LiveId" clId="{01228244-6B25-4D01-85AC-4B8EA41E8750}" dt="2025-12-09T02:06:29.095" v="3852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Sini Mathew" userId="3875fe58a975fc01" providerId="LiveId" clId="{01228244-6B25-4D01-85AC-4B8EA41E8750}" dt="2025-12-20T00:04:07.956" v="4819" actId="1076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Sini Mathew" userId="3875fe58a975fc01" providerId="LiveId" clId="{01228244-6B25-4D01-85AC-4B8EA41E8750}" dt="2025-12-09T02:03:55.773" v="3559" actId="20577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Sini Mathew" userId="3875fe58a975fc01" providerId="LiveId" clId="{01228244-6B25-4D01-85AC-4B8EA41E8750}" dt="2025-12-09T02:10:12.860" v="4513" actId="20577"/>
        <pc:sldMkLst>
          <pc:docMk/>
          <pc:sldMk cId="2374215211" sldId="1788"/>
        </pc:sldMkLst>
        <pc:spChg chg="mod">
          <ac:chgData name="Sini Mathew" userId="3875fe58a975fc01" providerId="LiveId" clId="{01228244-6B25-4D01-85AC-4B8EA41E8750}" dt="2025-12-09T02:10:04.283" v="4492" actId="20577"/>
          <ac:spMkLst>
            <pc:docMk/>
            <pc:sldMk cId="2374215211" sldId="1788"/>
            <ac:spMk id="2" creationId="{BB05714B-AA11-4B05-CCB3-5C4B7458156D}"/>
          </ac:spMkLst>
        </pc:spChg>
        <pc:spChg chg="mod">
          <ac:chgData name="Sini Mathew" userId="3875fe58a975fc01" providerId="LiveId" clId="{01228244-6B25-4D01-85AC-4B8EA41E8750}" dt="2025-12-09T02:10:12.860" v="4513" actId="20577"/>
          <ac:spMkLst>
            <pc:docMk/>
            <pc:sldMk cId="2374215211" sldId="1788"/>
            <ac:spMk id="6" creationId="{E3320070-4C2D-4369-CDCF-0BF8D63BA87B}"/>
          </ac:spMkLst>
        </pc:spChg>
      </pc:sldChg>
      <pc:sldChg chg="modSp mod">
        <pc:chgData name="Sini Mathew" userId="3875fe58a975fc01" providerId="LiveId" clId="{01228244-6B25-4D01-85AC-4B8EA41E8750}" dt="2025-12-09T01:53:56.470" v="2286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5-12-09T01:53:56.470" v="2286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modSp mod">
        <pc:chgData name="Sini Mathew" userId="3875fe58a975fc01" providerId="LiveId" clId="{01228244-6B25-4D01-85AC-4B8EA41E8750}" dt="2025-12-20T00:02:45.860" v="4798" actId="20577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5-12-09T01:57:21.211" v="2690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Sini Mathew" userId="3875fe58a975fc01" providerId="LiveId" clId="{01228244-6B25-4D01-85AC-4B8EA41E8750}" dt="2025-12-20T00:02:45.860" v="4798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Sini Mathew" userId="3875fe58a975fc01" providerId="LiveId" clId="{01228244-6B25-4D01-85AC-4B8EA41E8750}" dt="2025-12-20T00:00:53.124" v="4766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Sini Mathew" userId="3875fe58a975fc01" providerId="LiveId" clId="{01228244-6B25-4D01-85AC-4B8EA41E8750}" dt="2025-12-09T01:52:58.303" v="2175" actId="20577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5-12-09T01:52:58.303" v="2175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01228244-6B25-4D01-85AC-4B8EA41E8750}" dt="2025-12-09T02:03:51.419" v="3557" actId="20577"/>
        <pc:sldMkLst>
          <pc:docMk/>
          <pc:sldMk cId="1147338714" sldId="1856"/>
        </pc:sldMkLst>
        <pc:spChg chg="mod">
          <ac:chgData name="Sini Mathew" userId="3875fe58a975fc01" providerId="LiveId" clId="{01228244-6B25-4D01-85AC-4B8EA41E8750}" dt="2025-12-09T02:03:51.419" v="3557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mod">
        <pc:chgData name="Sini Mathew" userId="3875fe58a975fc01" providerId="LiveId" clId="{01228244-6B25-4D01-85AC-4B8EA41E8750}" dt="2025-12-09T02:09:54.420" v="4464" actId="20577"/>
        <pc:sldMkLst>
          <pc:docMk/>
          <pc:sldMk cId="3482069950" sldId="1900"/>
        </pc:sldMkLst>
        <pc:spChg chg="mod">
          <ac:chgData name="Sini Mathew" userId="3875fe58a975fc01" providerId="LiveId" clId="{01228244-6B25-4D01-85AC-4B8EA41E8750}" dt="2025-12-09T02:09:54.420" v="4464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mod">
        <pc:chgData name="Sini Mathew" userId="3875fe58a975fc01" providerId="LiveId" clId="{01228244-6B25-4D01-85AC-4B8EA41E8750}" dt="2025-12-20T01:29:13.703" v="4855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5-12-09T01:35:28.503" v="19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5-12-20T01:27:55.076" v="4847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Sini Mathew" userId="3875fe58a975fc01" providerId="LiveId" clId="{01228244-6B25-4D01-85AC-4B8EA41E8750}" dt="2025-12-20T01:29:13.703" v="4855" actId="20577"/>
          <ac:spMkLst>
            <pc:docMk/>
            <pc:sldMk cId="3366721836" sldId="1915"/>
            <ac:spMk id="5" creationId="{A580248D-7344-851E-94DE-44524E9F4FC9}"/>
          </ac:spMkLst>
        </pc:spChg>
      </pc:sldChg>
      <pc:sldChg chg="modSp mod">
        <pc:chgData name="Sini Mathew" userId="3875fe58a975fc01" providerId="LiveId" clId="{01228244-6B25-4D01-85AC-4B8EA41E8750}" dt="2025-12-09T01:48:47.644" v="1708" actId="120"/>
        <pc:sldMkLst>
          <pc:docMk/>
          <pc:sldMk cId="4050471080" sldId="1989"/>
        </pc:sldMkLst>
        <pc:spChg chg="mod">
          <ac:chgData name="Sini Mathew" userId="3875fe58a975fc01" providerId="LiveId" clId="{01228244-6B25-4D01-85AC-4B8EA41E8750}" dt="2025-12-09T01:46:43.968" v="1376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Sini Mathew" userId="3875fe58a975fc01" providerId="LiveId" clId="{01228244-6B25-4D01-85AC-4B8EA41E8750}" dt="2025-12-09T01:48:47.644" v="1708" actId="120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Sini Mathew" userId="3875fe58a975fc01" providerId="LiveId" clId="{01228244-6B25-4D01-85AC-4B8EA41E8750}" dt="2025-12-20T01:37:10.971" v="4901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5-12-20T01:37:10.971" v="4901" actId="20577"/>
          <ac:spMkLst>
            <pc:docMk/>
            <pc:sldMk cId="1437468126" sldId="2016"/>
            <ac:spMk id="3" creationId="{48158C9F-1FE8-2D04-5E8F-9C9F6470C7B5}"/>
          </ac:spMkLst>
        </pc:spChg>
      </pc:sldChg>
      <pc:sldChg chg="modSp mod">
        <pc:chgData name="Sini Mathew" userId="3875fe58a975fc01" providerId="LiveId" clId="{01228244-6B25-4D01-85AC-4B8EA41E8750}" dt="2025-12-09T01:41:11.699" v="723" actId="20577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5-12-09T01:41:11.699" v="723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modSp add mod">
        <pc:chgData name="Sini Mathew" userId="3875fe58a975fc01" providerId="LiveId" clId="{01228244-6B25-4D01-85AC-4B8EA41E8750}" dt="2025-12-20T01:29:18.685" v="4857" actId="20577"/>
        <pc:sldMkLst>
          <pc:docMk/>
          <pc:sldMk cId="770269871" sldId="2041"/>
        </pc:sldMkLst>
        <pc:spChg chg="mod">
          <ac:chgData name="Sini Mathew" userId="3875fe58a975fc01" providerId="LiveId" clId="{01228244-6B25-4D01-85AC-4B8EA41E8750}" dt="2025-12-20T01:27:39.957" v="4845"/>
          <ac:spMkLst>
            <pc:docMk/>
            <pc:sldMk cId="770269871" sldId="2041"/>
            <ac:spMk id="4" creationId="{74821506-77EC-9423-AF23-96C4CCD5808B}"/>
          </ac:spMkLst>
        </pc:spChg>
        <pc:spChg chg="mod">
          <ac:chgData name="Sini Mathew" userId="3875fe58a975fc01" providerId="LiveId" clId="{01228244-6B25-4D01-85AC-4B8EA41E8750}" dt="2025-12-20T01:29:18.685" v="4857" actId="20577"/>
          <ac:spMkLst>
            <pc:docMk/>
            <pc:sldMk cId="770269871" sldId="2041"/>
            <ac:spMk id="5" creationId="{7DA822E2-FAF9-E099-814D-77FFB00044B3}"/>
          </ac:spMkLst>
        </pc:spChg>
      </pc:sldChg>
      <pc:sldChg chg="modSp add mod">
        <pc:chgData name="Sini Mathew" userId="3875fe58a975fc01" providerId="LiveId" clId="{01228244-6B25-4D01-85AC-4B8EA41E8750}" dt="2025-12-20T01:29:22.946" v="4859" actId="20577"/>
        <pc:sldMkLst>
          <pc:docMk/>
          <pc:sldMk cId="2474027036" sldId="2042"/>
        </pc:sldMkLst>
        <pc:spChg chg="mod">
          <ac:chgData name="Sini Mathew" userId="3875fe58a975fc01" providerId="LiveId" clId="{01228244-6B25-4D01-85AC-4B8EA41E8750}" dt="2025-12-20T01:28:35.192" v="4849"/>
          <ac:spMkLst>
            <pc:docMk/>
            <pc:sldMk cId="2474027036" sldId="2042"/>
            <ac:spMk id="4" creationId="{FF481392-E81C-BE58-23EF-01ECF175E075}"/>
          </ac:spMkLst>
        </pc:spChg>
        <pc:spChg chg="mod">
          <ac:chgData name="Sini Mathew" userId="3875fe58a975fc01" providerId="LiveId" clId="{01228244-6B25-4D01-85AC-4B8EA41E8750}" dt="2025-12-20T01:29:22.946" v="4859" actId="20577"/>
          <ac:spMkLst>
            <pc:docMk/>
            <pc:sldMk cId="2474027036" sldId="2042"/>
            <ac:spMk id="5" creationId="{832F8AF4-B8CB-028E-434A-10C8B1F82C29}"/>
          </ac:spMkLst>
        </pc:spChg>
      </pc:sldChg>
      <pc:sldChg chg="modSp add mod">
        <pc:chgData name="Sini Mathew" userId="3875fe58a975fc01" providerId="LiveId" clId="{01228244-6B25-4D01-85AC-4B8EA41E8750}" dt="2025-12-19T23:50:47.471" v="4609" actId="114"/>
        <pc:sldMkLst>
          <pc:docMk/>
          <pc:sldMk cId="140979002" sldId="2043"/>
        </pc:sldMkLst>
        <pc:spChg chg="mod">
          <ac:chgData name="Sini Mathew" userId="3875fe58a975fc01" providerId="LiveId" clId="{01228244-6B25-4D01-85AC-4B8EA41E8750}" dt="2025-12-09T01:45:01.650" v="1152" actId="20577"/>
          <ac:spMkLst>
            <pc:docMk/>
            <pc:sldMk cId="140979002" sldId="2043"/>
            <ac:spMk id="6" creationId="{EC66092A-80C0-BEE0-D07E-53D6D2E92CD9}"/>
          </ac:spMkLst>
        </pc:spChg>
        <pc:spChg chg="mod">
          <ac:chgData name="Sini Mathew" userId="3875fe58a975fc01" providerId="LiveId" clId="{01228244-6B25-4D01-85AC-4B8EA41E8750}" dt="2025-12-19T23:50:47.471" v="4609" actId="114"/>
          <ac:spMkLst>
            <pc:docMk/>
            <pc:sldMk cId="140979002" sldId="2043"/>
            <ac:spMk id="10" creationId="{949520CD-94D3-AFEF-6B66-1BF870A1BE0D}"/>
          </ac:spMkLst>
        </pc:spChg>
      </pc:sldChg>
      <pc:sldChg chg="modSp add mod">
        <pc:chgData name="Sini Mathew" userId="3875fe58a975fc01" providerId="LiveId" clId="{01228244-6B25-4D01-85AC-4B8EA41E8750}" dt="2025-12-19T23:50:55.278" v="4611" actId="114"/>
        <pc:sldMkLst>
          <pc:docMk/>
          <pc:sldMk cId="2339271926" sldId="2044"/>
        </pc:sldMkLst>
        <pc:spChg chg="mod">
          <ac:chgData name="Sini Mathew" userId="3875fe58a975fc01" providerId="LiveId" clId="{01228244-6B25-4D01-85AC-4B8EA41E8750}" dt="2025-12-09T01:46:13.135" v="1365" actId="20577"/>
          <ac:spMkLst>
            <pc:docMk/>
            <pc:sldMk cId="2339271926" sldId="2044"/>
            <ac:spMk id="6" creationId="{1DEFE1B3-D345-00D5-F0BD-D8612CD08F21}"/>
          </ac:spMkLst>
        </pc:spChg>
        <pc:spChg chg="mod">
          <ac:chgData name="Sini Mathew" userId="3875fe58a975fc01" providerId="LiveId" clId="{01228244-6B25-4D01-85AC-4B8EA41E8750}" dt="2025-12-19T23:50:55.278" v="4611" actId="114"/>
          <ac:spMkLst>
            <pc:docMk/>
            <pc:sldMk cId="2339271926" sldId="2044"/>
            <ac:spMk id="10" creationId="{AC81D97C-9C84-541F-8A84-BA7218401C37}"/>
          </ac:spMkLst>
        </pc:spChg>
      </pc:sldChg>
      <pc:sldChg chg="modSp add mod ord">
        <pc:chgData name="Sini Mathew" userId="3875fe58a975fc01" providerId="LiveId" clId="{01228244-6B25-4D01-85AC-4B8EA41E8750}" dt="2025-12-20T00:00:26.754" v="4763" actId="20577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5-12-20T00:00:26.754" v="4763" actId="20577"/>
          <ac:spMkLst>
            <pc:docMk/>
            <pc:sldMk cId="1830807856" sldId="2045"/>
            <ac:spMk id="4" creationId="{C2AB646A-33D3-6781-E901-E023277C669A}"/>
          </ac:spMkLst>
        </pc:spChg>
      </pc:sldChg>
      <pc:sldChg chg="modSp add mod">
        <pc:chgData name="Sini Mathew" userId="3875fe58a975fc01" providerId="LiveId" clId="{01228244-6B25-4D01-85AC-4B8EA41E8750}" dt="2025-12-20T00:00:20.441" v="4758" actId="20577"/>
        <pc:sldMkLst>
          <pc:docMk/>
          <pc:sldMk cId="3326401077" sldId="2046"/>
        </pc:sldMkLst>
        <pc:spChg chg="mod">
          <ac:chgData name="Sini Mathew" userId="3875fe58a975fc01" providerId="LiveId" clId="{01228244-6B25-4D01-85AC-4B8EA41E8750}" dt="2025-12-20T00:00:20.441" v="4758" actId="20577"/>
          <ac:spMkLst>
            <pc:docMk/>
            <pc:sldMk cId="3326401077" sldId="2046"/>
            <ac:spMk id="4" creationId="{0C3D486D-1AE1-6A5F-4657-3DF456224D28}"/>
          </ac:spMkLst>
        </pc:spChg>
        <pc:spChg chg="mod">
          <ac:chgData name="Sini Mathew" userId="3875fe58a975fc01" providerId="LiveId" clId="{01228244-6B25-4D01-85AC-4B8EA41E8750}" dt="2025-12-09T01:50:29.005" v="1875" actId="20577"/>
          <ac:spMkLst>
            <pc:docMk/>
            <pc:sldMk cId="3326401077" sldId="2046"/>
            <ac:spMk id="6" creationId="{6C062630-2F1E-D19C-FE03-5BC59361870E}"/>
          </ac:spMkLst>
        </pc:spChg>
      </pc:sldChg>
      <pc:sldChg chg="modSp add mod">
        <pc:chgData name="Sini Mathew" userId="3875fe58a975fc01" providerId="LiveId" clId="{01228244-6B25-4D01-85AC-4B8EA41E8750}" dt="2025-12-20T00:00:13.481" v="4753" actId="20577"/>
        <pc:sldMkLst>
          <pc:docMk/>
          <pc:sldMk cId="1773903206" sldId="2047"/>
        </pc:sldMkLst>
        <pc:spChg chg="mod">
          <ac:chgData name="Sini Mathew" userId="3875fe58a975fc01" providerId="LiveId" clId="{01228244-6B25-4D01-85AC-4B8EA41E8750}" dt="2025-12-20T00:00:13.481" v="4753" actId="20577"/>
          <ac:spMkLst>
            <pc:docMk/>
            <pc:sldMk cId="1773903206" sldId="2047"/>
            <ac:spMk id="4" creationId="{00338452-247B-6506-3C1C-58CA42EF34C7}"/>
          </ac:spMkLst>
        </pc:spChg>
        <pc:spChg chg="mod">
          <ac:chgData name="Sini Mathew" userId="3875fe58a975fc01" providerId="LiveId" clId="{01228244-6B25-4D01-85AC-4B8EA41E8750}" dt="2025-12-09T01:51:28.332" v="2005" actId="20577"/>
          <ac:spMkLst>
            <pc:docMk/>
            <pc:sldMk cId="1773903206" sldId="2047"/>
            <ac:spMk id="6" creationId="{CB202FD8-E29F-A6BD-ADC7-F36FAF567041}"/>
          </ac:spMkLst>
        </pc:spChg>
      </pc:sldChg>
      <pc:sldChg chg="modSp add mod">
        <pc:chgData name="Sini Mathew" userId="3875fe58a975fc01" providerId="LiveId" clId="{01228244-6B25-4D01-85AC-4B8EA41E8750}" dt="2025-12-20T00:00:05.150" v="4748" actId="20577"/>
        <pc:sldMkLst>
          <pc:docMk/>
          <pc:sldMk cId="2049715825" sldId="2048"/>
        </pc:sldMkLst>
        <pc:spChg chg="mod">
          <ac:chgData name="Sini Mathew" userId="3875fe58a975fc01" providerId="LiveId" clId="{01228244-6B25-4D01-85AC-4B8EA41E8750}" dt="2025-12-20T00:00:05.150" v="4748" actId="20577"/>
          <ac:spMkLst>
            <pc:docMk/>
            <pc:sldMk cId="2049715825" sldId="2048"/>
            <ac:spMk id="4" creationId="{4049BFF0-759E-A96A-2235-8215FFBE1C7F}"/>
          </ac:spMkLst>
        </pc:spChg>
        <pc:spChg chg="mod">
          <ac:chgData name="Sini Mathew" userId="3875fe58a975fc01" providerId="LiveId" clId="{01228244-6B25-4D01-85AC-4B8EA41E8750}" dt="2025-12-09T01:52:19.131" v="2157" actId="20577"/>
          <ac:spMkLst>
            <pc:docMk/>
            <pc:sldMk cId="2049715825" sldId="2048"/>
            <ac:spMk id="6" creationId="{91402B29-6C0C-A961-DF82-98E1352D2970}"/>
          </ac:spMkLst>
        </pc:spChg>
      </pc:sldChg>
      <pc:sldChg chg="modSp add mod">
        <pc:chgData name="Sini Mathew" userId="3875fe58a975fc01" providerId="LiveId" clId="{01228244-6B25-4D01-85AC-4B8EA41E8750}" dt="2025-12-20T00:03:45.746" v="4818" actId="20577"/>
        <pc:sldMkLst>
          <pc:docMk/>
          <pc:sldMk cId="2844276918" sldId="2049"/>
        </pc:sldMkLst>
        <pc:spChg chg="mod">
          <ac:chgData name="Sini Mathew" userId="3875fe58a975fc01" providerId="LiveId" clId="{01228244-6B25-4D01-85AC-4B8EA41E8750}" dt="2025-12-20T00:03:45.746" v="4818" actId="20577"/>
          <ac:spMkLst>
            <pc:docMk/>
            <pc:sldMk cId="2844276918" sldId="2049"/>
            <ac:spMk id="3" creationId="{CDFD599E-A4A0-9D47-17B3-6A7F6431FEF0}"/>
          </ac:spMkLst>
        </pc:spChg>
        <pc:spChg chg="mod">
          <ac:chgData name="Sini Mathew" userId="3875fe58a975fc01" providerId="LiveId" clId="{01228244-6B25-4D01-85AC-4B8EA41E8750}" dt="2025-12-20T00:03:38.341" v="4816" actId="20577"/>
          <ac:spMkLst>
            <pc:docMk/>
            <pc:sldMk cId="2844276918" sldId="2049"/>
            <ac:spMk id="4" creationId="{E643C27C-3169-AB09-D0DB-AD79024E5A5D}"/>
          </ac:spMkLst>
        </pc:spChg>
      </pc:sldChg>
      <pc:sldChg chg="modSp add mod">
        <pc:chgData name="Sini Mathew" userId="3875fe58a975fc01" providerId="LiveId" clId="{01228244-6B25-4D01-85AC-4B8EA41E8750}" dt="2025-12-09T02:08:14.449" v="4155" actId="20577"/>
        <pc:sldMkLst>
          <pc:docMk/>
          <pc:sldMk cId="775491860" sldId="2051"/>
        </pc:sldMkLst>
        <pc:spChg chg="mod">
          <ac:chgData name="Sini Mathew" userId="3875fe58a975fc01" providerId="LiveId" clId="{01228244-6B25-4D01-85AC-4B8EA41E8750}" dt="2025-12-09T02:08:14.449" v="4155" actId="20577"/>
          <ac:spMkLst>
            <pc:docMk/>
            <pc:sldMk cId="775491860" sldId="2051"/>
            <ac:spMk id="2" creationId="{5C28F807-2CDF-A8B8-C53D-732291EDF711}"/>
          </ac:spMkLst>
        </pc:spChg>
        <pc:spChg chg="mod">
          <ac:chgData name="Sini Mathew" userId="3875fe58a975fc01" providerId="LiveId" clId="{01228244-6B25-4D01-85AC-4B8EA41E8750}" dt="2025-12-09T02:06:46.926" v="3859" actId="20577"/>
          <ac:spMkLst>
            <pc:docMk/>
            <pc:sldMk cId="775491860" sldId="2051"/>
            <ac:spMk id="5" creationId="{7BA823C9-BCDE-EEAF-E33E-C1416343A8EE}"/>
          </ac:spMkLst>
        </pc:spChg>
        <pc:spChg chg="mod">
          <ac:chgData name="Sini Mathew" userId="3875fe58a975fc01" providerId="LiveId" clId="{01228244-6B25-4D01-85AC-4B8EA41E8750}" dt="2025-12-09T02:07:39.937" v="4023" actId="20577"/>
          <ac:spMkLst>
            <pc:docMk/>
            <pc:sldMk cId="775491860" sldId="2051"/>
            <ac:spMk id="6" creationId="{97A354B3-9AE9-324B-BF43-0CAB4233C05D}"/>
          </ac:spMkLst>
        </pc:spChg>
      </pc:sldChg>
      <pc:sldChg chg="modSp add mod">
        <pc:chgData name="Sini Mathew" userId="3875fe58a975fc01" providerId="LiveId" clId="{01228244-6B25-4D01-85AC-4B8EA41E8750}" dt="2025-12-09T02:09:38.978" v="4434" actId="20577"/>
        <pc:sldMkLst>
          <pc:docMk/>
          <pc:sldMk cId="346359504" sldId="2052"/>
        </pc:sldMkLst>
        <pc:spChg chg="mod">
          <ac:chgData name="Sini Mathew" userId="3875fe58a975fc01" providerId="LiveId" clId="{01228244-6B25-4D01-85AC-4B8EA41E8750}" dt="2025-12-09T02:09:38.978" v="4434" actId="20577"/>
          <ac:spMkLst>
            <pc:docMk/>
            <pc:sldMk cId="346359504" sldId="2052"/>
            <ac:spMk id="2" creationId="{DBA449CA-508F-AB90-7899-7FEC48AABEEB}"/>
          </ac:spMkLst>
        </pc:spChg>
        <pc:spChg chg="mod">
          <ac:chgData name="Sini Mathew" userId="3875fe58a975fc01" providerId="LiveId" clId="{01228244-6B25-4D01-85AC-4B8EA41E8750}" dt="2025-12-09T02:08:23.582" v="4158" actId="20577"/>
          <ac:spMkLst>
            <pc:docMk/>
            <pc:sldMk cId="346359504" sldId="2052"/>
            <ac:spMk id="5" creationId="{E61BEF25-043F-7B3B-0072-CF52C8C95C93}"/>
          </ac:spMkLst>
        </pc:spChg>
        <pc:spChg chg="mod">
          <ac:chgData name="Sini Mathew" userId="3875fe58a975fc01" providerId="LiveId" clId="{01228244-6B25-4D01-85AC-4B8EA41E8750}" dt="2025-12-09T02:09:03.828" v="4302" actId="20577"/>
          <ac:spMkLst>
            <pc:docMk/>
            <pc:sldMk cId="346359504" sldId="2052"/>
            <ac:spMk id="6" creationId="{ECC36145-E53E-E51E-4355-9DADD08F002B}"/>
          </ac:spMkLst>
        </pc:spChg>
      </pc:sldChg>
      <pc:sldChg chg="modSp mod">
        <pc:chgData name="Sini Mathew" userId="3875fe58a975fc01" providerId="LiveId" clId="{01228244-6B25-4D01-85AC-4B8EA41E8750}" dt="2025-12-20T01:36:13.245" v="4864" actId="6549"/>
        <pc:sldMkLst>
          <pc:docMk/>
          <pc:sldMk cId="623506581" sldId="2054"/>
        </pc:sldMkLst>
        <pc:spChg chg="mod">
          <ac:chgData name="Sini Mathew" userId="3875fe58a975fc01" providerId="LiveId" clId="{01228244-6B25-4D01-85AC-4B8EA41E8750}" dt="2025-12-19T23:59:58.416" v="4743" actId="20577"/>
          <ac:spMkLst>
            <pc:docMk/>
            <pc:sldMk cId="623506581" sldId="2054"/>
            <ac:spMk id="4" creationId="{15087B30-1448-E224-7597-BF8D1662D630}"/>
          </ac:spMkLst>
        </pc:spChg>
        <pc:spChg chg="mod">
          <ac:chgData name="Sini Mathew" userId="3875fe58a975fc01" providerId="LiveId" clId="{01228244-6B25-4D01-85AC-4B8EA41E8750}" dt="2025-12-20T01:36:13.245" v="4864" actId="6549"/>
          <ac:spMkLst>
            <pc:docMk/>
            <pc:sldMk cId="623506581" sldId="2054"/>
            <ac:spMk id="6" creationId="{6838A6D0-A108-7DB6-73EF-394A15A24D6A}"/>
          </ac:spMkLst>
        </pc:spChg>
      </pc:sldChg>
      <pc:sldChg chg="modSp mod">
        <pc:chgData name="Sini Mathew" userId="3875fe58a975fc01" providerId="LiveId" clId="{01228244-6B25-4D01-85AC-4B8EA41E8750}" dt="2025-12-20T01:36:18.994" v="4865" actId="6549"/>
        <pc:sldMkLst>
          <pc:docMk/>
          <pc:sldMk cId="1786243310" sldId="2055"/>
        </pc:sldMkLst>
        <pc:spChg chg="mod">
          <ac:chgData name="Sini Mathew" userId="3875fe58a975fc01" providerId="LiveId" clId="{01228244-6B25-4D01-85AC-4B8EA41E8750}" dt="2025-12-19T23:59:50.340" v="4738" actId="20577"/>
          <ac:spMkLst>
            <pc:docMk/>
            <pc:sldMk cId="1786243310" sldId="2055"/>
            <ac:spMk id="4" creationId="{BAF18A1C-B6A3-F276-77F4-7BCCC2648C5A}"/>
          </ac:spMkLst>
        </pc:spChg>
        <pc:spChg chg="mod">
          <ac:chgData name="Sini Mathew" userId="3875fe58a975fc01" providerId="LiveId" clId="{01228244-6B25-4D01-85AC-4B8EA41E8750}" dt="2025-12-20T01:36:18.994" v="4865" actId="6549"/>
          <ac:spMkLst>
            <pc:docMk/>
            <pc:sldMk cId="1786243310" sldId="2055"/>
            <ac:spMk id="6" creationId="{816618AA-FC7F-21C9-FEB2-8645F2D860B6}"/>
          </ac:spMkLst>
        </pc:spChg>
      </pc:sldChg>
      <pc:sldChg chg="modSp mod">
        <pc:chgData name="Sini Mathew" userId="3875fe58a975fc01" providerId="LiveId" clId="{01228244-6B25-4D01-85AC-4B8EA41E8750}" dt="2025-12-20T01:36:22.792" v="4866" actId="6549"/>
        <pc:sldMkLst>
          <pc:docMk/>
          <pc:sldMk cId="690649131" sldId="2056"/>
        </pc:sldMkLst>
        <pc:spChg chg="mod">
          <ac:chgData name="Sini Mathew" userId="3875fe58a975fc01" providerId="LiveId" clId="{01228244-6B25-4D01-85AC-4B8EA41E8750}" dt="2025-12-19T23:59:43.195" v="4733" actId="20577"/>
          <ac:spMkLst>
            <pc:docMk/>
            <pc:sldMk cId="690649131" sldId="2056"/>
            <ac:spMk id="4" creationId="{5BEAB683-3C9B-AD5D-8B06-391C535BCAD5}"/>
          </ac:spMkLst>
        </pc:spChg>
        <pc:spChg chg="mod">
          <ac:chgData name="Sini Mathew" userId="3875fe58a975fc01" providerId="LiveId" clId="{01228244-6B25-4D01-85AC-4B8EA41E8750}" dt="2025-12-20T01:36:22.792" v="4866" actId="6549"/>
          <ac:spMkLst>
            <pc:docMk/>
            <pc:sldMk cId="690649131" sldId="2056"/>
            <ac:spMk id="6" creationId="{DC3EDED4-F838-5C5A-7963-21C26209B469}"/>
          </ac:spMkLst>
        </pc:spChg>
      </pc:sldChg>
      <pc:sldChg chg="modSp mod">
        <pc:chgData name="Sini Mathew" userId="3875fe58a975fc01" providerId="LiveId" clId="{01228244-6B25-4D01-85AC-4B8EA41E8750}" dt="2025-12-20T01:37:31.388" v="4963" actId="20577"/>
        <pc:sldMkLst>
          <pc:docMk/>
          <pc:sldMk cId="1480028079" sldId="2058"/>
        </pc:sldMkLst>
        <pc:spChg chg="mod">
          <ac:chgData name="Sini Mathew" userId="3875fe58a975fc01" providerId="LiveId" clId="{01228244-6B25-4D01-85AC-4B8EA41E8750}" dt="2025-12-20T01:37:31.388" v="4963" actId="20577"/>
          <ac:spMkLst>
            <pc:docMk/>
            <pc:sldMk cId="1480028079" sldId="2058"/>
            <ac:spMk id="2" creationId="{7664A8C9-58F5-6075-795D-91EA1B3229B2}"/>
          </ac:spMkLst>
        </pc:spChg>
        <pc:spChg chg="mod">
          <ac:chgData name="Sini Mathew" userId="3875fe58a975fc01" providerId="LiveId" clId="{01228244-6B25-4D01-85AC-4B8EA41E8750}" dt="2025-12-19T23:59:28.138" v="4723" actId="20577"/>
          <ac:spMkLst>
            <pc:docMk/>
            <pc:sldMk cId="1480028079" sldId="2058"/>
            <ac:spMk id="4" creationId="{E58C0D5A-2689-EF9D-A134-E52596F1BE2C}"/>
          </ac:spMkLst>
        </pc:spChg>
        <pc:spChg chg="mod">
          <ac:chgData name="Sini Mathew" userId="3875fe58a975fc01" providerId="LiveId" clId="{01228244-6B25-4D01-85AC-4B8EA41E8750}" dt="2025-12-19T23:56:46.303" v="4687" actId="114"/>
          <ac:spMkLst>
            <pc:docMk/>
            <pc:sldMk cId="1480028079" sldId="2058"/>
            <ac:spMk id="6" creationId="{803D88F5-7A1B-D3D4-EB28-D986ADC65750}"/>
          </ac:spMkLst>
        </pc:spChg>
      </pc:sldChg>
      <pc:sldChg chg="modSp mod">
        <pc:chgData name="Sini Mathew" userId="3875fe58a975fc01" providerId="LiveId" clId="{01228244-6B25-4D01-85AC-4B8EA41E8750}" dt="2025-12-20T01:37:41.061" v="4994" actId="20577"/>
        <pc:sldMkLst>
          <pc:docMk/>
          <pc:sldMk cId="3488709939" sldId="2059"/>
        </pc:sldMkLst>
        <pc:spChg chg="mod">
          <ac:chgData name="Sini Mathew" userId="3875fe58a975fc01" providerId="LiveId" clId="{01228244-6B25-4D01-85AC-4B8EA41E8750}" dt="2025-12-20T01:37:41.061" v="4994" actId="20577"/>
          <ac:spMkLst>
            <pc:docMk/>
            <pc:sldMk cId="3488709939" sldId="2059"/>
            <ac:spMk id="2" creationId="{942FF6E1-10B0-811A-AC68-D7EDEE77B879}"/>
          </ac:spMkLst>
        </pc:spChg>
        <pc:spChg chg="mod">
          <ac:chgData name="Sini Mathew" userId="3875fe58a975fc01" providerId="LiveId" clId="{01228244-6B25-4D01-85AC-4B8EA41E8750}" dt="2025-12-19T23:59:20.176" v="4718" actId="20577"/>
          <ac:spMkLst>
            <pc:docMk/>
            <pc:sldMk cId="3488709939" sldId="2059"/>
            <ac:spMk id="4" creationId="{E70888A6-7E6D-F6AE-CB55-4BD7D72B618D}"/>
          </ac:spMkLst>
        </pc:spChg>
        <pc:spChg chg="mod">
          <ac:chgData name="Sini Mathew" userId="3875fe58a975fc01" providerId="LiveId" clId="{01228244-6B25-4D01-85AC-4B8EA41E8750}" dt="2025-12-19T23:57:22.024" v="4695" actId="114"/>
          <ac:spMkLst>
            <pc:docMk/>
            <pc:sldMk cId="3488709939" sldId="2059"/>
            <ac:spMk id="6" creationId="{AEE55E8E-79D9-AEF1-E7C3-506DFB24E7F9}"/>
          </ac:spMkLst>
        </pc:spChg>
      </pc:sldChg>
      <pc:sldChg chg="modSp mod">
        <pc:chgData name="Sini Mathew" userId="3875fe58a975fc01" providerId="LiveId" clId="{01228244-6B25-4D01-85AC-4B8EA41E8750}" dt="2025-12-20T01:37:51.432" v="5025" actId="20577"/>
        <pc:sldMkLst>
          <pc:docMk/>
          <pc:sldMk cId="4249594276" sldId="2060"/>
        </pc:sldMkLst>
        <pc:spChg chg="mod">
          <ac:chgData name="Sini Mathew" userId="3875fe58a975fc01" providerId="LiveId" clId="{01228244-6B25-4D01-85AC-4B8EA41E8750}" dt="2025-12-20T01:37:51.432" v="5025" actId="20577"/>
          <ac:spMkLst>
            <pc:docMk/>
            <pc:sldMk cId="4249594276" sldId="2060"/>
            <ac:spMk id="2" creationId="{2F349259-97EB-1640-0425-36BC0D50A7A0}"/>
          </ac:spMkLst>
        </pc:spChg>
        <pc:spChg chg="mod">
          <ac:chgData name="Sini Mathew" userId="3875fe58a975fc01" providerId="LiveId" clId="{01228244-6B25-4D01-85AC-4B8EA41E8750}" dt="2025-12-19T23:59:12.144" v="4713" actId="20577"/>
          <ac:spMkLst>
            <pc:docMk/>
            <pc:sldMk cId="4249594276" sldId="2060"/>
            <ac:spMk id="4" creationId="{FBDD602A-54BB-E336-396C-AE5DFBA084AB}"/>
          </ac:spMkLst>
        </pc:spChg>
        <pc:spChg chg="mod">
          <ac:chgData name="Sini Mathew" userId="3875fe58a975fc01" providerId="LiveId" clId="{01228244-6B25-4D01-85AC-4B8EA41E8750}" dt="2025-12-19T23:58:03.145" v="4708" actId="114"/>
          <ac:spMkLst>
            <pc:docMk/>
            <pc:sldMk cId="4249594276" sldId="2060"/>
            <ac:spMk id="6" creationId="{F76B765E-6EFB-7EDE-6F9A-53A661AE7EBC}"/>
          </ac:spMkLst>
        </pc:spChg>
      </pc:sldChg>
      <pc:sldChg chg="modSp mod">
        <pc:chgData name="Sini Mathew" userId="3875fe58a975fc01" providerId="LiveId" clId="{01228244-6B25-4D01-85AC-4B8EA41E8750}" dt="2025-12-20T00:02:50.392" v="4800" actId="20577"/>
        <pc:sldMkLst>
          <pc:docMk/>
          <pc:sldMk cId="3567072187" sldId="2064"/>
        </pc:sldMkLst>
        <pc:spChg chg="mod">
          <ac:chgData name="Sini Mathew" userId="3875fe58a975fc01" providerId="LiveId" clId="{01228244-6B25-4D01-85AC-4B8EA41E8750}" dt="2025-12-20T00:02:50.392" v="4800" actId="20577"/>
          <ac:spMkLst>
            <pc:docMk/>
            <pc:sldMk cId="3567072187" sldId="2064"/>
            <ac:spMk id="4" creationId="{2535DC3F-C8E1-A799-5BAA-470669871D41}"/>
          </ac:spMkLst>
        </pc:spChg>
        <pc:spChg chg="mod">
          <ac:chgData name="Sini Mathew" userId="3875fe58a975fc01" providerId="LiveId" clId="{01228244-6B25-4D01-85AC-4B8EA41E8750}" dt="2025-12-20T00:01:13.158" v="4770" actId="6549"/>
          <ac:spMkLst>
            <pc:docMk/>
            <pc:sldMk cId="3567072187" sldId="2064"/>
            <ac:spMk id="9" creationId="{39F40579-46BA-991F-FBEF-4B23C7ABF1F7}"/>
          </ac:spMkLst>
        </pc:spChg>
      </pc:sldChg>
      <pc:sldChg chg="modSp mod">
        <pc:chgData name="Sini Mathew" userId="3875fe58a975fc01" providerId="LiveId" clId="{01228244-6B25-4D01-85AC-4B8EA41E8750}" dt="2025-12-20T00:02:55.064" v="4802" actId="20577"/>
        <pc:sldMkLst>
          <pc:docMk/>
          <pc:sldMk cId="2340754928" sldId="2066"/>
        </pc:sldMkLst>
        <pc:spChg chg="mod">
          <ac:chgData name="Sini Mathew" userId="3875fe58a975fc01" providerId="LiveId" clId="{01228244-6B25-4D01-85AC-4B8EA41E8750}" dt="2025-12-20T00:02:55.064" v="4802" actId="20577"/>
          <ac:spMkLst>
            <pc:docMk/>
            <pc:sldMk cId="2340754928" sldId="2066"/>
            <ac:spMk id="4" creationId="{F86245FB-C319-1B6A-E031-A73E27AC1F05}"/>
          </ac:spMkLst>
        </pc:spChg>
        <pc:spChg chg="mod">
          <ac:chgData name="Sini Mathew" userId="3875fe58a975fc01" providerId="LiveId" clId="{01228244-6B25-4D01-85AC-4B8EA41E8750}" dt="2025-12-20T00:01:37.952" v="4781" actId="6549"/>
          <ac:spMkLst>
            <pc:docMk/>
            <pc:sldMk cId="2340754928" sldId="2066"/>
            <ac:spMk id="9" creationId="{44C0A827-47A5-7959-F164-752881F412BE}"/>
          </ac:spMkLst>
        </pc:spChg>
      </pc:sldChg>
      <pc:sldChg chg="modSp mod">
        <pc:chgData name="Sini Mathew" userId="3875fe58a975fc01" providerId="LiveId" clId="{01228244-6B25-4D01-85AC-4B8EA41E8750}" dt="2025-12-20T00:03:22.445" v="4811" actId="1076"/>
        <pc:sldMkLst>
          <pc:docMk/>
          <pc:sldMk cId="180037779" sldId="2067"/>
        </pc:sldMkLst>
        <pc:spChg chg="mod">
          <ac:chgData name="Sini Mathew" userId="3875fe58a975fc01" providerId="LiveId" clId="{01228244-6B25-4D01-85AC-4B8EA41E8750}" dt="2025-12-20T00:03:22.445" v="4811" actId="1076"/>
          <ac:spMkLst>
            <pc:docMk/>
            <pc:sldMk cId="180037779" sldId="2067"/>
            <ac:spMk id="3" creationId="{A40CAFED-A324-1D84-D245-E2C12D48FC5D}"/>
          </ac:spMkLst>
        </pc:spChg>
        <pc:spChg chg="mod">
          <ac:chgData name="Sini Mathew" userId="3875fe58a975fc01" providerId="LiveId" clId="{01228244-6B25-4D01-85AC-4B8EA41E8750}" dt="2025-12-20T00:03:12.529" v="4808" actId="20577"/>
          <ac:spMkLst>
            <pc:docMk/>
            <pc:sldMk cId="180037779" sldId="2067"/>
            <ac:spMk id="4" creationId="{46A9F2AA-9FE1-9BD4-1346-7484B9D90E08}"/>
          </ac:spMkLst>
        </pc:spChg>
      </pc:sldChg>
      <pc:sldChg chg="modSp mod">
        <pc:chgData name="Sini Mathew" userId="3875fe58a975fc01" providerId="LiveId" clId="{01228244-6B25-4D01-85AC-4B8EA41E8750}" dt="2025-12-20T00:03:01.230" v="4804" actId="20577"/>
        <pc:sldMkLst>
          <pc:docMk/>
          <pc:sldMk cId="4100230024" sldId="2069"/>
        </pc:sldMkLst>
        <pc:spChg chg="mod">
          <ac:chgData name="Sini Mathew" userId="3875fe58a975fc01" providerId="LiveId" clId="{01228244-6B25-4D01-85AC-4B8EA41E8750}" dt="2025-12-20T00:02:10.262" v="4790" actId="20577"/>
          <ac:spMkLst>
            <pc:docMk/>
            <pc:sldMk cId="4100230024" sldId="2069"/>
            <ac:spMk id="3" creationId="{6C342E08-43E8-60CF-E4FC-7AEB3B10320C}"/>
          </ac:spMkLst>
        </pc:spChg>
        <pc:spChg chg="mod">
          <ac:chgData name="Sini Mathew" userId="3875fe58a975fc01" providerId="LiveId" clId="{01228244-6B25-4D01-85AC-4B8EA41E8750}" dt="2025-12-20T00:03:01.230" v="4804" actId="20577"/>
          <ac:spMkLst>
            <pc:docMk/>
            <pc:sldMk cId="4100230024" sldId="2069"/>
            <ac:spMk id="4" creationId="{1099E233-AE36-E989-2D16-8BEB387A34F3}"/>
          </ac:spMkLst>
        </pc:spChg>
      </pc:sldChg>
      <pc:sldChg chg="modSp mod">
        <pc:chgData name="Sini Mathew" userId="3875fe58a975fc01" providerId="LiveId" clId="{01228244-6B25-4D01-85AC-4B8EA41E8750}" dt="2025-12-20T00:06:05.376" v="4821" actId="20577"/>
        <pc:sldMkLst>
          <pc:docMk/>
          <pc:sldMk cId="2773179384" sldId="2070"/>
        </pc:sldMkLst>
        <pc:spChg chg="mod">
          <ac:chgData name="Sini Mathew" userId="3875fe58a975fc01" providerId="LiveId" clId="{01228244-6B25-4D01-85AC-4B8EA41E8750}" dt="2025-12-20T00:06:05.376" v="4821" actId="20577"/>
          <ac:spMkLst>
            <pc:docMk/>
            <pc:sldMk cId="2773179384" sldId="2070"/>
            <ac:spMk id="5" creationId="{3A0CBF59-FF21-DAF0-21D9-F8AD89282EE6}"/>
          </ac:spMkLst>
        </pc:spChg>
      </pc:sldChg>
      <pc:sldChg chg="modSp mod">
        <pc:chgData name="Sini Mathew" userId="3875fe58a975fc01" providerId="LiveId" clId="{01228244-6B25-4D01-85AC-4B8EA41E8750}" dt="2025-12-20T00:06:25.819" v="4825" actId="20577"/>
        <pc:sldMkLst>
          <pc:docMk/>
          <pc:sldMk cId="3549951516" sldId="2071"/>
        </pc:sldMkLst>
        <pc:spChg chg="mod">
          <ac:chgData name="Sini Mathew" userId="3875fe58a975fc01" providerId="LiveId" clId="{01228244-6B25-4D01-85AC-4B8EA41E8750}" dt="2025-12-20T00:06:25.819" v="4825" actId="20577"/>
          <ac:spMkLst>
            <pc:docMk/>
            <pc:sldMk cId="3549951516" sldId="2071"/>
            <ac:spMk id="5" creationId="{CB56CABF-1CE7-691D-3571-D5A02EE53188}"/>
          </ac:spMkLst>
        </pc:spChg>
      </pc:sldChg>
      <pc:sldChg chg="modSp mod">
        <pc:chgData name="Sini Mathew" userId="3875fe58a975fc01" providerId="LiveId" clId="{01228244-6B25-4D01-85AC-4B8EA41E8750}" dt="2025-12-20T00:06:17.067" v="4823" actId="20577"/>
        <pc:sldMkLst>
          <pc:docMk/>
          <pc:sldMk cId="2264599942" sldId="2072"/>
        </pc:sldMkLst>
        <pc:spChg chg="mod">
          <ac:chgData name="Sini Mathew" userId="3875fe58a975fc01" providerId="LiveId" clId="{01228244-6B25-4D01-85AC-4B8EA41E8750}" dt="2025-12-20T00:06:17.067" v="4823" actId="20577"/>
          <ac:spMkLst>
            <pc:docMk/>
            <pc:sldMk cId="2264599942" sldId="2072"/>
            <ac:spMk id="5" creationId="{5C740C29-5B61-094E-570D-7855908F1B74}"/>
          </ac:spMkLst>
        </pc:spChg>
      </pc:sldChg>
      <pc:sldChg chg="modSp mod">
        <pc:chgData name="Sini Mathew" userId="3875fe58a975fc01" providerId="LiveId" clId="{01228244-6B25-4D01-85AC-4B8EA41E8750}" dt="2025-12-20T01:39:13.611" v="5031" actId="20577"/>
        <pc:sldMkLst>
          <pc:docMk/>
          <pc:sldMk cId="4019400670" sldId="2073"/>
        </pc:sldMkLst>
        <pc:spChg chg="mod">
          <ac:chgData name="Sini Mathew" userId="3875fe58a975fc01" providerId="LiveId" clId="{01228244-6B25-4D01-85AC-4B8EA41E8750}" dt="2025-12-20T01:39:13.611" v="5031" actId="20577"/>
          <ac:spMkLst>
            <pc:docMk/>
            <pc:sldMk cId="4019400670" sldId="2073"/>
            <ac:spMk id="5" creationId="{27DE364D-AAEF-2AF1-A96B-F71991FF1A0F}"/>
          </ac:spMkLst>
        </pc:spChg>
      </pc:sldChg>
      <pc:sldChg chg="modSp mod">
        <pc:chgData name="Sini Mathew" userId="3875fe58a975fc01" providerId="LiveId" clId="{01228244-6B25-4D01-85AC-4B8EA41E8750}" dt="2025-12-20T01:39:23.112" v="5035" actId="20577"/>
        <pc:sldMkLst>
          <pc:docMk/>
          <pc:sldMk cId="2855730372" sldId="2075"/>
        </pc:sldMkLst>
        <pc:spChg chg="mod">
          <ac:chgData name="Sini Mathew" userId="3875fe58a975fc01" providerId="LiveId" clId="{01228244-6B25-4D01-85AC-4B8EA41E8750}" dt="2025-12-20T01:39:23.112" v="5035" actId="20577"/>
          <ac:spMkLst>
            <pc:docMk/>
            <pc:sldMk cId="2855730372" sldId="2075"/>
            <ac:spMk id="5" creationId="{3508D3EC-588D-91B1-BE2A-5D2F3BD24768}"/>
          </ac:spMkLst>
        </pc:spChg>
      </pc:sldChg>
      <pc:sldChg chg="modSp add mod">
        <pc:chgData name="Sini Mathew" userId="3875fe58a975fc01" providerId="LiveId" clId="{01228244-6B25-4D01-85AC-4B8EA41E8750}" dt="2025-12-20T01:29:30.780" v="4863" actId="20577"/>
        <pc:sldMkLst>
          <pc:docMk/>
          <pc:sldMk cId="3072618795" sldId="2076"/>
        </pc:sldMkLst>
        <pc:spChg chg="mod">
          <ac:chgData name="Sini Mathew" userId="3875fe58a975fc01" providerId="LiveId" clId="{01228244-6B25-4D01-85AC-4B8EA41E8750}" dt="2025-12-20T01:29:01.530" v="4853"/>
          <ac:spMkLst>
            <pc:docMk/>
            <pc:sldMk cId="3072618795" sldId="2076"/>
            <ac:spMk id="4" creationId="{053662DB-EC11-8800-8C2C-80B6E3BA49B3}"/>
          </ac:spMkLst>
        </pc:spChg>
        <pc:spChg chg="mod">
          <ac:chgData name="Sini Mathew" userId="3875fe58a975fc01" providerId="LiveId" clId="{01228244-6B25-4D01-85AC-4B8EA41E8750}" dt="2025-12-20T01:29:30.780" v="4863" actId="20577"/>
          <ac:spMkLst>
            <pc:docMk/>
            <pc:sldMk cId="3072618795" sldId="2076"/>
            <ac:spMk id="5" creationId="{4BD94E42-60CA-3D66-B508-9F2E0404A565}"/>
          </ac:spMkLst>
        </pc:spChg>
      </pc:sldChg>
    </pc:docChg>
  </pc:docChgLst>
  <pc:docChgLst>
    <pc:chgData name="Guest User" providerId="Windows Live" clId="Web-{9EB1F165-A2AF-4889-BE25-F16C1073C1AC}"/>
    <pc:docChg chg="modSld">
      <pc:chgData name="Guest User" userId="" providerId="Windows Live" clId="Web-{9EB1F165-A2AF-4889-BE25-F16C1073C1AC}" dt="2025-12-20T05:49:52.268" v="3" actId="20577"/>
      <pc:docMkLst>
        <pc:docMk/>
      </pc:docMkLst>
      <pc:sldChg chg="modSp">
        <pc:chgData name="Guest User" userId="" providerId="Windows Live" clId="Web-{9EB1F165-A2AF-4889-BE25-F16C1073C1AC}" dt="2025-12-20T05:49:52.268" v="3" actId="20577"/>
        <pc:sldMkLst>
          <pc:docMk/>
          <pc:sldMk cId="2771250690" sldId="851"/>
        </pc:sldMkLst>
        <pc:spChg chg="mod">
          <ac:chgData name="Guest User" userId="" providerId="Windows Live" clId="Web-{9EB1F165-A2AF-4889-BE25-F16C1073C1AC}" dt="2025-12-20T05:49:22.534" v="0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9EB1F165-A2AF-4889-BE25-F16C1073C1AC}" dt="2025-12-20T05:49:52.268" v="3" actId="20577"/>
          <ac:spMkLst>
            <pc:docMk/>
            <pc:sldMk cId="2771250690" sldId="851"/>
            <ac:spMk id="8" creationId="{9BADF726-2AAD-85FD-9A5C-793E45C4B3F2}"/>
          </ac:spMkLst>
        </pc:spChg>
      </pc:sldChg>
    </pc:docChg>
  </pc:docChgLst>
  <pc:docChgLst>
    <pc:chgData name="Guest User" providerId="Windows Live" clId="Web-{0082C3CA-2851-4F48-9454-DF25CEA45B6D}"/>
    <pc:docChg chg="modSld">
      <pc:chgData name="Guest User" userId="" providerId="Windows Live" clId="Web-{0082C3CA-2851-4F48-9454-DF25CEA45B6D}" dt="2025-12-24T14:02:10.533" v="56" actId="20577"/>
      <pc:docMkLst>
        <pc:docMk/>
      </pc:docMkLst>
      <pc:sldChg chg="modSp">
        <pc:chgData name="Guest User" userId="" providerId="Windows Live" clId="Web-{0082C3CA-2851-4F48-9454-DF25CEA45B6D}" dt="2025-12-24T13:53:30.584" v="3" actId="20577"/>
        <pc:sldMkLst>
          <pc:docMk/>
          <pc:sldMk cId="717388547" sldId="813"/>
        </pc:sldMkLst>
        <pc:spChg chg="mod">
          <ac:chgData name="Guest User" userId="" providerId="Windows Live" clId="Web-{0082C3CA-2851-4F48-9454-DF25CEA45B6D}" dt="2025-12-24T13:53:30.584" v="3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Guest User" userId="" providerId="Windows Live" clId="Web-{0082C3CA-2851-4F48-9454-DF25CEA45B6D}" dt="2025-12-24T14:00:44.638" v="27" actId="20577"/>
        <pc:sldMkLst>
          <pc:docMk/>
          <pc:sldMk cId="3359142403" sldId="1827"/>
        </pc:sldMkLst>
        <pc:spChg chg="mod">
          <ac:chgData name="Guest User" userId="" providerId="Windows Live" clId="Web-{0082C3CA-2851-4F48-9454-DF25CEA45B6D}" dt="2025-12-24T14:00:44.638" v="27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0082C3CA-2851-4F48-9454-DF25CEA45B6D}" dt="2025-12-24T13:55:50.291" v="12" actId="1076"/>
        <pc:sldMkLst>
          <pc:docMk/>
          <pc:sldMk cId="3366721836" sldId="1915"/>
        </pc:sldMkLst>
        <pc:spChg chg="mod">
          <ac:chgData name="Guest User" userId="" providerId="Windows Live" clId="Web-{0082C3CA-2851-4F48-9454-DF25CEA45B6D}" dt="2025-12-24T13:55:50.291" v="12" actId="1076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Guest User" userId="" providerId="Windows Live" clId="Web-{0082C3CA-2851-4F48-9454-DF25CEA45B6D}" dt="2025-12-24T13:54:14.881" v="9" actId="20577"/>
        <pc:sldMkLst>
          <pc:docMk/>
          <pc:sldMk cId="770269871" sldId="2041"/>
        </pc:sldMkLst>
        <pc:spChg chg="mod">
          <ac:chgData name="Guest User" userId="" providerId="Windows Live" clId="Web-{0082C3CA-2851-4F48-9454-DF25CEA45B6D}" dt="2025-12-24T13:54:14.881" v="9" actId="20577"/>
          <ac:spMkLst>
            <pc:docMk/>
            <pc:sldMk cId="770269871" sldId="2041"/>
            <ac:spMk id="4" creationId="{74821506-77EC-9423-AF23-96C4CCD5808B}"/>
          </ac:spMkLst>
        </pc:spChg>
      </pc:sldChg>
      <pc:sldChg chg="modSp">
        <pc:chgData name="Guest User" userId="" providerId="Windows Live" clId="Web-{0082C3CA-2851-4F48-9454-DF25CEA45B6D}" dt="2025-12-24T13:55:26.603" v="11" actId="20577"/>
        <pc:sldMkLst>
          <pc:docMk/>
          <pc:sldMk cId="2474027036" sldId="2042"/>
        </pc:sldMkLst>
        <pc:spChg chg="mod">
          <ac:chgData name="Guest User" userId="" providerId="Windows Live" clId="Web-{0082C3CA-2851-4F48-9454-DF25CEA45B6D}" dt="2025-12-24T13:55:26.603" v="11" actId="20577"/>
          <ac:spMkLst>
            <pc:docMk/>
            <pc:sldMk cId="2474027036" sldId="2042"/>
            <ac:spMk id="4" creationId="{FF481392-E81C-BE58-23EF-01ECF175E075}"/>
          </ac:spMkLst>
        </pc:spChg>
      </pc:sldChg>
      <pc:sldChg chg="modSp">
        <pc:chgData name="Guest User" userId="" providerId="Windows Live" clId="Web-{0082C3CA-2851-4F48-9454-DF25CEA45B6D}" dt="2025-12-24T14:02:10.533" v="56" actId="20577"/>
        <pc:sldMkLst>
          <pc:docMk/>
          <pc:sldMk cId="2844276918" sldId="2049"/>
        </pc:sldMkLst>
        <pc:spChg chg="mod">
          <ac:chgData name="Guest User" userId="" providerId="Windows Live" clId="Web-{0082C3CA-2851-4F48-9454-DF25CEA45B6D}" dt="2025-12-24T14:02:10.533" v="56" actId="20577"/>
          <ac:spMkLst>
            <pc:docMk/>
            <pc:sldMk cId="2844276918" sldId="2049"/>
            <ac:spMk id="3" creationId="{CDFD599E-A4A0-9D47-17B3-6A7F6431FEF0}"/>
          </ac:spMkLst>
        </pc:spChg>
      </pc:sldChg>
      <pc:sldChg chg="modSp">
        <pc:chgData name="Guest User" userId="" providerId="Windows Live" clId="Web-{0082C3CA-2851-4F48-9454-DF25CEA45B6D}" dt="2025-12-24T14:00:30.451" v="24" actId="20577"/>
        <pc:sldMkLst>
          <pc:docMk/>
          <pc:sldMk cId="3567072187" sldId="2064"/>
        </pc:sldMkLst>
        <pc:spChg chg="mod">
          <ac:chgData name="Guest User" userId="" providerId="Windows Live" clId="Web-{0082C3CA-2851-4F48-9454-DF25CEA45B6D}" dt="2025-12-24T14:00:30.451" v="24" actId="20577"/>
          <ac:spMkLst>
            <pc:docMk/>
            <pc:sldMk cId="3567072187" sldId="2064"/>
            <ac:spMk id="9" creationId="{39F40579-46BA-991F-FBEF-4B23C7ABF1F7}"/>
          </ac:spMkLst>
        </pc:spChg>
      </pc:sldChg>
      <pc:sldChg chg="modSp">
        <pc:chgData name="Guest User" userId="" providerId="Windows Live" clId="Web-{0082C3CA-2851-4F48-9454-DF25CEA45B6D}" dt="2025-12-24T14:01:00.982" v="34" actId="20577"/>
        <pc:sldMkLst>
          <pc:docMk/>
          <pc:sldMk cId="2340754928" sldId="2066"/>
        </pc:sldMkLst>
        <pc:spChg chg="mod">
          <ac:chgData name="Guest User" userId="" providerId="Windows Live" clId="Web-{0082C3CA-2851-4F48-9454-DF25CEA45B6D}" dt="2025-12-24T14:01:00.982" v="34" actId="20577"/>
          <ac:spMkLst>
            <pc:docMk/>
            <pc:sldMk cId="2340754928" sldId="2066"/>
            <ac:spMk id="9" creationId="{44C0A827-47A5-7959-F164-752881F412BE}"/>
          </ac:spMkLst>
        </pc:spChg>
      </pc:sldChg>
      <pc:sldChg chg="modSp">
        <pc:chgData name="Guest User" userId="" providerId="Windows Live" clId="Web-{0082C3CA-2851-4F48-9454-DF25CEA45B6D}" dt="2025-12-24T14:02:00.049" v="49" actId="20577"/>
        <pc:sldMkLst>
          <pc:docMk/>
          <pc:sldMk cId="180037779" sldId="2067"/>
        </pc:sldMkLst>
        <pc:spChg chg="mod">
          <ac:chgData name="Guest User" userId="" providerId="Windows Live" clId="Web-{0082C3CA-2851-4F48-9454-DF25CEA45B6D}" dt="2025-12-24T14:02:00.049" v="49" actId="20577"/>
          <ac:spMkLst>
            <pc:docMk/>
            <pc:sldMk cId="180037779" sldId="2067"/>
            <ac:spMk id="3" creationId="{A40CAFED-A324-1D84-D245-E2C12D48FC5D}"/>
          </ac:spMkLst>
        </pc:spChg>
      </pc:sldChg>
      <pc:sldChg chg="modSp">
        <pc:chgData name="Guest User" userId="" providerId="Windows Live" clId="Web-{0082C3CA-2851-4F48-9454-DF25CEA45B6D}" dt="2025-12-24T14:01:48.138" v="40" actId="20577"/>
        <pc:sldMkLst>
          <pc:docMk/>
          <pc:sldMk cId="4100230024" sldId="2069"/>
        </pc:sldMkLst>
        <pc:spChg chg="mod">
          <ac:chgData name="Guest User" userId="" providerId="Windows Live" clId="Web-{0082C3CA-2851-4F48-9454-DF25CEA45B6D}" dt="2025-12-24T14:01:48.138" v="40" actId="20577"/>
          <ac:spMkLst>
            <pc:docMk/>
            <pc:sldMk cId="4100230024" sldId="2069"/>
            <ac:spMk id="3" creationId="{6C342E08-43E8-60CF-E4FC-7AEB3B10320C}"/>
          </ac:spMkLst>
        </pc:spChg>
      </pc:sldChg>
    </pc:docChg>
  </pc:docChgLst>
  <pc:docChgLst>
    <pc:chgData name="Guest User" providerId="Windows Live" clId="Web-{42455093-76FD-49CC-89CC-32F8282EE018}"/>
    <pc:docChg chg="addSld delSld modSld sldOrd">
      <pc:chgData name="Guest User" userId="" providerId="Windows Live" clId="Web-{42455093-76FD-49CC-89CC-32F8282EE018}" dt="2025-12-19T18:40:24.347" v="1401" actId="20577"/>
      <pc:docMkLst>
        <pc:docMk/>
      </pc:docMkLst>
      <pc:sldChg chg="modSp">
        <pc:chgData name="Guest User" userId="" providerId="Windows Live" clId="Web-{42455093-76FD-49CC-89CC-32F8282EE018}" dt="2025-12-19T16:48:21.822" v="171" actId="1076"/>
        <pc:sldMkLst>
          <pc:docMk/>
          <pc:sldMk cId="2771250690" sldId="851"/>
        </pc:sldMkLst>
        <pc:spChg chg="mod">
          <ac:chgData name="Guest User" userId="" providerId="Windows Live" clId="Web-{42455093-76FD-49CC-89CC-32F8282EE018}" dt="2025-12-19T16:38:40.405" v="21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42455093-76FD-49CC-89CC-32F8282EE018}" dt="2025-12-19T16:48:21.822" v="171" actId="1076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42455093-76FD-49CC-89CC-32F8282EE018}" dt="2025-12-19T16:31:49.001" v="11" actId="20577"/>
        <pc:sldMkLst>
          <pc:docMk/>
          <pc:sldMk cId="53611107" sldId="1727"/>
        </pc:sldMkLst>
        <pc:spChg chg="mod">
          <ac:chgData name="Guest User" userId="" providerId="Windows Live" clId="Web-{42455093-76FD-49CC-89CC-32F8282EE018}" dt="2025-12-19T16:31:49.001" v="11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addSp delSp modSp">
        <pc:chgData name="Guest User" userId="" providerId="Windows Live" clId="Web-{42455093-76FD-49CC-89CC-32F8282EE018}" dt="2025-12-19T18:14:20.604" v="959" actId="20577"/>
        <pc:sldMkLst>
          <pc:docMk/>
          <pc:sldMk cId="2374215211" sldId="1788"/>
        </pc:sldMkLst>
        <pc:spChg chg="mod">
          <ac:chgData name="Guest User" userId="" providerId="Windows Live" clId="Web-{42455093-76FD-49CC-89CC-32F8282EE018}" dt="2025-12-19T17:59:48.513" v="868" actId="20577"/>
          <ac:spMkLst>
            <pc:docMk/>
            <pc:sldMk cId="2374215211" sldId="1788"/>
            <ac:spMk id="6" creationId="{E3320070-4C2D-4369-CDCF-0BF8D63BA87B}"/>
          </ac:spMkLst>
        </pc:spChg>
        <pc:spChg chg="add mod">
          <ac:chgData name="Guest User" userId="" providerId="Windows Live" clId="Web-{42455093-76FD-49CC-89CC-32F8282EE018}" dt="2025-12-19T18:14:20.604" v="959" actId="20577"/>
          <ac:spMkLst>
            <pc:docMk/>
            <pc:sldMk cId="2374215211" sldId="1788"/>
            <ac:spMk id="7" creationId="{F6FF2600-C36E-53E7-98BA-A1D14BD91783}"/>
          </ac:spMkLst>
        </pc:spChg>
      </pc:sldChg>
      <pc:sldChg chg="delSp modSp">
        <pc:chgData name="Guest User" userId="" providerId="Windows Live" clId="Web-{42455093-76FD-49CC-89CC-32F8282EE018}" dt="2025-12-19T17:33:31.013" v="767" actId="20577"/>
        <pc:sldMkLst>
          <pc:docMk/>
          <pc:sldMk cId="3359142403" sldId="1827"/>
        </pc:sldMkLst>
        <pc:spChg chg="mod">
          <ac:chgData name="Guest User" userId="" providerId="Windows Live" clId="Web-{42455093-76FD-49CC-89CC-32F8282EE018}" dt="2025-12-19T17:33:31.013" v="767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addSp delSp modSp">
        <pc:chgData name="Guest User" userId="" providerId="Windows Live" clId="Web-{42455093-76FD-49CC-89CC-32F8282EE018}" dt="2025-12-19T17:08:28.033" v="456" actId="20577"/>
        <pc:sldMkLst>
          <pc:docMk/>
          <pc:sldMk cId="1437468126" sldId="2016"/>
        </pc:sldMkLst>
        <pc:spChg chg="add mod">
          <ac:chgData name="Guest User" userId="" providerId="Windows Live" clId="Web-{42455093-76FD-49CC-89CC-32F8282EE018}" dt="2025-12-19T17:08:28.033" v="456" actId="20577"/>
          <ac:spMkLst>
            <pc:docMk/>
            <pc:sldMk cId="1437468126" sldId="2016"/>
            <ac:spMk id="3" creationId="{48158C9F-1FE8-2D04-5E8F-9C9F6470C7B5}"/>
          </ac:spMkLst>
        </pc:spChg>
      </pc:sldChg>
      <pc:sldChg chg="modSp">
        <pc:chgData name="Guest User" userId="" providerId="Windows Live" clId="Web-{42455093-76FD-49CC-89CC-32F8282EE018}" dt="2025-12-19T16:52:43.486" v="188" actId="20577"/>
        <pc:sldMkLst>
          <pc:docMk/>
          <pc:sldMk cId="1830807856" sldId="2045"/>
        </pc:sldMkLst>
        <pc:spChg chg="mod">
          <ac:chgData name="Guest User" userId="" providerId="Windows Live" clId="Web-{42455093-76FD-49CC-89CC-32F8282EE018}" dt="2025-12-19T16:52:43.486" v="188" actId="20577"/>
          <ac:spMkLst>
            <pc:docMk/>
            <pc:sldMk cId="1830807856" sldId="2045"/>
            <ac:spMk id="2" creationId="{8F227A13-13E7-8349-7588-9EA80AF984BF}"/>
          </ac:spMkLst>
        </pc:spChg>
      </pc:sldChg>
      <pc:sldChg chg="modSp">
        <pc:chgData name="Guest User" userId="" providerId="Windows Live" clId="Web-{42455093-76FD-49CC-89CC-32F8282EE018}" dt="2025-12-19T16:52:59.361" v="194" actId="20577"/>
        <pc:sldMkLst>
          <pc:docMk/>
          <pc:sldMk cId="3326401077" sldId="2046"/>
        </pc:sldMkLst>
        <pc:spChg chg="mod">
          <ac:chgData name="Guest User" userId="" providerId="Windows Live" clId="Web-{42455093-76FD-49CC-89CC-32F8282EE018}" dt="2025-12-19T16:52:59.361" v="194" actId="20577"/>
          <ac:spMkLst>
            <pc:docMk/>
            <pc:sldMk cId="3326401077" sldId="2046"/>
            <ac:spMk id="2" creationId="{9074F438-0808-B2BA-DB57-E44FD487A05D}"/>
          </ac:spMkLst>
        </pc:spChg>
      </pc:sldChg>
      <pc:sldChg chg="modSp">
        <pc:chgData name="Guest User" userId="" providerId="Windows Live" clId="Web-{42455093-76FD-49CC-89CC-32F8282EE018}" dt="2025-12-19T16:53:21.456" v="199" actId="20577"/>
        <pc:sldMkLst>
          <pc:docMk/>
          <pc:sldMk cId="1773903206" sldId="2047"/>
        </pc:sldMkLst>
        <pc:spChg chg="mod">
          <ac:chgData name="Guest User" userId="" providerId="Windows Live" clId="Web-{42455093-76FD-49CC-89CC-32F8282EE018}" dt="2025-12-19T16:53:21.456" v="199" actId="20577"/>
          <ac:spMkLst>
            <pc:docMk/>
            <pc:sldMk cId="1773903206" sldId="2047"/>
            <ac:spMk id="2" creationId="{F71E8187-09B1-7769-D124-569C01B0BED5}"/>
          </ac:spMkLst>
        </pc:spChg>
      </pc:sldChg>
      <pc:sldChg chg="modSp">
        <pc:chgData name="Guest User" userId="" providerId="Windows Live" clId="Web-{42455093-76FD-49CC-89CC-32F8282EE018}" dt="2025-12-19T16:53:43.956" v="207" actId="20577"/>
        <pc:sldMkLst>
          <pc:docMk/>
          <pc:sldMk cId="2049715825" sldId="2048"/>
        </pc:sldMkLst>
        <pc:spChg chg="mod">
          <ac:chgData name="Guest User" userId="" providerId="Windows Live" clId="Web-{42455093-76FD-49CC-89CC-32F8282EE018}" dt="2025-12-19T16:53:43.956" v="207" actId="20577"/>
          <ac:spMkLst>
            <pc:docMk/>
            <pc:sldMk cId="2049715825" sldId="2048"/>
            <ac:spMk id="2" creationId="{6B642E65-0D66-1248-D56D-D34832E0AD05}"/>
          </ac:spMkLst>
        </pc:spChg>
      </pc:sldChg>
      <pc:sldChg chg="delSp modSp ord">
        <pc:chgData name="Guest User" userId="" providerId="Windows Live" clId="Web-{42455093-76FD-49CC-89CC-32F8282EE018}" dt="2025-12-19T17:54:50.798" v="857"/>
        <pc:sldMkLst>
          <pc:docMk/>
          <pc:sldMk cId="2844276918" sldId="2049"/>
        </pc:sldMkLst>
        <pc:spChg chg="mod">
          <ac:chgData name="Guest User" userId="" providerId="Windows Live" clId="Web-{42455093-76FD-49CC-89CC-32F8282EE018}" dt="2025-12-19T17:46:06.387" v="849" actId="20577"/>
          <ac:spMkLst>
            <pc:docMk/>
            <pc:sldMk cId="2844276918" sldId="2049"/>
            <ac:spMk id="3" creationId="{CDFD599E-A4A0-9D47-17B3-6A7F6431FEF0}"/>
          </ac:spMkLst>
        </pc:spChg>
      </pc:sldChg>
      <pc:sldChg chg="modSp">
        <pc:chgData name="Guest User" userId="" providerId="Windows Live" clId="Web-{42455093-76FD-49CC-89CC-32F8282EE018}" dt="2025-12-19T17:27:40.121" v="726" actId="20577"/>
        <pc:sldMkLst>
          <pc:docMk/>
          <pc:sldMk cId="346359504" sldId="2052"/>
        </pc:sldMkLst>
        <pc:spChg chg="mod">
          <ac:chgData name="Guest User" userId="" providerId="Windows Live" clId="Web-{42455093-76FD-49CC-89CC-32F8282EE018}" dt="2025-12-19T17:27:40.121" v="726" actId="20577"/>
          <ac:spMkLst>
            <pc:docMk/>
            <pc:sldMk cId="346359504" sldId="2052"/>
            <ac:spMk id="6" creationId="{ECC36145-E53E-E51E-4355-9DADD08F002B}"/>
          </ac:spMkLst>
        </pc:spChg>
      </pc:sldChg>
      <pc:sldChg chg="modSp add ord replId">
        <pc:chgData name="Guest User" userId="" providerId="Windows Live" clId="Web-{42455093-76FD-49CC-89CC-32F8282EE018}" dt="2025-12-19T17:00:12.836" v="323" actId="20577"/>
        <pc:sldMkLst>
          <pc:docMk/>
          <pc:sldMk cId="623506581" sldId="2054"/>
        </pc:sldMkLst>
        <pc:spChg chg="mod">
          <ac:chgData name="Guest User" userId="" providerId="Windows Live" clId="Web-{42455093-76FD-49CC-89CC-32F8282EE018}" dt="2025-12-19T16:57:28.602" v="234" actId="20577"/>
          <ac:spMkLst>
            <pc:docMk/>
            <pc:sldMk cId="623506581" sldId="2054"/>
            <ac:spMk id="2" creationId="{EB172EF8-0C45-51F9-0D14-501D399FFC37}"/>
          </ac:spMkLst>
        </pc:spChg>
        <pc:spChg chg="mod">
          <ac:chgData name="Guest User" userId="" providerId="Windows Live" clId="Web-{42455093-76FD-49CC-89CC-32F8282EE018}" dt="2025-12-19T17:00:12.836" v="323" actId="20577"/>
          <ac:spMkLst>
            <pc:docMk/>
            <pc:sldMk cId="623506581" sldId="2054"/>
            <ac:spMk id="6" creationId="{6838A6D0-A108-7DB6-73EF-394A15A24D6A}"/>
          </ac:spMkLst>
        </pc:spChg>
      </pc:sldChg>
      <pc:sldChg chg="modSp add replId">
        <pc:chgData name="Guest User" userId="" providerId="Windows Live" clId="Web-{42455093-76FD-49CC-89CC-32F8282EE018}" dt="2025-12-19T17:02:09.671" v="370" actId="20577"/>
        <pc:sldMkLst>
          <pc:docMk/>
          <pc:sldMk cId="1786243310" sldId="2055"/>
        </pc:sldMkLst>
        <pc:spChg chg="mod">
          <ac:chgData name="Guest User" userId="" providerId="Windows Live" clId="Web-{42455093-76FD-49CC-89CC-32F8282EE018}" dt="2025-12-19T17:02:09.671" v="370" actId="20577"/>
          <ac:spMkLst>
            <pc:docMk/>
            <pc:sldMk cId="1786243310" sldId="2055"/>
            <ac:spMk id="6" creationId="{816618AA-FC7F-21C9-FEB2-8645F2D860B6}"/>
          </ac:spMkLst>
        </pc:spChg>
      </pc:sldChg>
      <pc:sldChg chg="modSp add replId">
        <pc:chgData name="Guest User" userId="" providerId="Windows Live" clId="Web-{42455093-76FD-49CC-89CC-32F8282EE018}" dt="2025-12-19T17:07:05.657" v="434" actId="20577"/>
        <pc:sldMkLst>
          <pc:docMk/>
          <pc:sldMk cId="690649131" sldId="2056"/>
        </pc:sldMkLst>
        <pc:spChg chg="mod">
          <ac:chgData name="Guest User" userId="" providerId="Windows Live" clId="Web-{42455093-76FD-49CC-89CC-32F8282EE018}" dt="2025-12-19T17:07:05.657" v="434" actId="20577"/>
          <ac:spMkLst>
            <pc:docMk/>
            <pc:sldMk cId="690649131" sldId="2056"/>
            <ac:spMk id="6" creationId="{DC3EDED4-F838-5C5A-7963-21C26209B469}"/>
          </ac:spMkLst>
        </pc:spChg>
      </pc:sldChg>
      <pc:sldChg chg="modSp add replId">
        <pc:chgData name="Guest User" userId="" providerId="Windows Live" clId="Web-{42455093-76FD-49CC-89CC-32F8282EE018}" dt="2025-12-19T17:16:15.819" v="627" actId="20577"/>
        <pc:sldMkLst>
          <pc:docMk/>
          <pc:sldMk cId="1480028079" sldId="2058"/>
        </pc:sldMkLst>
        <pc:spChg chg="mod">
          <ac:chgData name="Guest User" userId="" providerId="Windows Live" clId="Web-{42455093-76FD-49CC-89CC-32F8282EE018}" dt="2025-12-19T17:16:15.819" v="627" actId="20577"/>
          <ac:spMkLst>
            <pc:docMk/>
            <pc:sldMk cId="1480028079" sldId="2058"/>
            <ac:spMk id="6" creationId="{803D88F5-7A1B-D3D4-EB28-D986ADC65750}"/>
          </ac:spMkLst>
        </pc:spChg>
      </pc:sldChg>
      <pc:sldChg chg="modSp add replId">
        <pc:chgData name="Guest User" userId="" providerId="Windows Live" clId="Web-{42455093-76FD-49CC-89CC-32F8282EE018}" dt="2025-12-19T17:17:51.483" v="668" actId="20577"/>
        <pc:sldMkLst>
          <pc:docMk/>
          <pc:sldMk cId="3488709939" sldId="2059"/>
        </pc:sldMkLst>
        <pc:spChg chg="mod">
          <ac:chgData name="Guest User" userId="" providerId="Windows Live" clId="Web-{42455093-76FD-49CC-89CC-32F8282EE018}" dt="2025-12-19T17:17:51.483" v="668" actId="20577"/>
          <ac:spMkLst>
            <pc:docMk/>
            <pc:sldMk cId="3488709939" sldId="2059"/>
            <ac:spMk id="6" creationId="{AEE55E8E-79D9-AEF1-E7C3-506DFB24E7F9}"/>
          </ac:spMkLst>
        </pc:spChg>
      </pc:sldChg>
      <pc:sldChg chg="modSp add replId">
        <pc:chgData name="Guest User" userId="" providerId="Windows Live" clId="Web-{42455093-76FD-49CC-89CC-32F8282EE018}" dt="2025-12-19T17:20:25.496" v="719" actId="20577"/>
        <pc:sldMkLst>
          <pc:docMk/>
          <pc:sldMk cId="4249594276" sldId="2060"/>
        </pc:sldMkLst>
        <pc:spChg chg="mod">
          <ac:chgData name="Guest User" userId="" providerId="Windows Live" clId="Web-{42455093-76FD-49CC-89CC-32F8282EE018}" dt="2025-12-19T17:20:25.496" v="719" actId="20577"/>
          <ac:spMkLst>
            <pc:docMk/>
            <pc:sldMk cId="4249594276" sldId="2060"/>
            <ac:spMk id="6" creationId="{F76B765E-6EFB-7EDE-6F9A-53A661AE7EBC}"/>
          </ac:spMkLst>
        </pc:spChg>
      </pc:sldChg>
      <pc:sldChg chg="modSp add replId">
        <pc:chgData name="Guest User" userId="" providerId="Windows Live" clId="Web-{42455093-76FD-49CC-89CC-32F8282EE018}" dt="2025-12-19T17:34:12.204" v="771" actId="20577"/>
        <pc:sldMkLst>
          <pc:docMk/>
          <pc:sldMk cId="3567072187" sldId="2064"/>
        </pc:sldMkLst>
        <pc:spChg chg="mod">
          <ac:chgData name="Guest User" userId="" providerId="Windows Live" clId="Web-{42455093-76FD-49CC-89CC-32F8282EE018}" dt="2025-12-19T17:34:12.204" v="771" actId="20577"/>
          <ac:spMkLst>
            <pc:docMk/>
            <pc:sldMk cId="3567072187" sldId="2064"/>
            <ac:spMk id="9" creationId="{39F40579-46BA-991F-FBEF-4B23C7ABF1F7}"/>
          </ac:spMkLst>
        </pc:spChg>
      </pc:sldChg>
      <pc:sldChg chg="modSp add replId">
        <pc:chgData name="Guest User" userId="" providerId="Windows Live" clId="Web-{42455093-76FD-49CC-89CC-32F8282EE018}" dt="2025-12-19T17:38:20.783" v="801" actId="20577"/>
        <pc:sldMkLst>
          <pc:docMk/>
          <pc:sldMk cId="2340754928" sldId="2066"/>
        </pc:sldMkLst>
        <pc:spChg chg="mod">
          <ac:chgData name="Guest User" userId="" providerId="Windows Live" clId="Web-{42455093-76FD-49CC-89CC-32F8282EE018}" dt="2025-12-19T17:38:20.783" v="801" actId="20577"/>
          <ac:spMkLst>
            <pc:docMk/>
            <pc:sldMk cId="2340754928" sldId="2066"/>
            <ac:spMk id="9" creationId="{44C0A827-47A5-7959-F164-752881F412BE}"/>
          </ac:spMkLst>
        </pc:spChg>
      </pc:sldChg>
      <pc:sldChg chg="modSp add replId">
        <pc:chgData name="Guest User" userId="" providerId="Windows Live" clId="Web-{42455093-76FD-49CC-89CC-32F8282EE018}" dt="2025-12-19T17:43:03.478" v="833" actId="20577"/>
        <pc:sldMkLst>
          <pc:docMk/>
          <pc:sldMk cId="180037779" sldId="2067"/>
        </pc:sldMkLst>
        <pc:spChg chg="mod">
          <ac:chgData name="Guest User" userId="" providerId="Windows Live" clId="Web-{42455093-76FD-49CC-89CC-32F8282EE018}" dt="2025-12-19T17:43:03.478" v="833" actId="20577"/>
          <ac:spMkLst>
            <pc:docMk/>
            <pc:sldMk cId="180037779" sldId="2067"/>
            <ac:spMk id="3" creationId="{A40CAFED-A324-1D84-D245-E2C12D48FC5D}"/>
          </ac:spMkLst>
        </pc:spChg>
      </pc:sldChg>
      <pc:sldChg chg="add ord replId">
        <pc:chgData name="Guest User" userId="" providerId="Windows Live" clId="Web-{42455093-76FD-49CC-89CC-32F8282EE018}" dt="2025-12-19T17:57:07.458" v="859"/>
        <pc:sldMkLst>
          <pc:docMk/>
          <pc:sldMk cId="4100230024" sldId="2069"/>
        </pc:sldMkLst>
      </pc:sldChg>
      <pc:sldChg chg="modSp add replId">
        <pc:chgData name="Guest User" userId="" providerId="Windows Live" clId="Web-{42455093-76FD-49CC-89CC-32F8282EE018}" dt="2025-12-19T18:18:18.801" v="1009" actId="20577"/>
        <pc:sldMkLst>
          <pc:docMk/>
          <pc:sldMk cId="2773179384" sldId="2070"/>
        </pc:sldMkLst>
        <pc:spChg chg="mod">
          <ac:chgData name="Guest User" userId="" providerId="Windows Live" clId="Web-{42455093-76FD-49CC-89CC-32F8282EE018}" dt="2025-12-19T18:18:18.801" v="1009" actId="20577"/>
          <ac:spMkLst>
            <pc:docMk/>
            <pc:sldMk cId="2773179384" sldId="2070"/>
            <ac:spMk id="7" creationId="{79B56B03-3205-B31C-D09E-60578FBD889D}"/>
          </ac:spMkLst>
        </pc:spChg>
      </pc:sldChg>
      <pc:sldChg chg="modSp add replId">
        <pc:chgData name="Guest User" userId="" providerId="Windows Live" clId="Web-{42455093-76FD-49CC-89CC-32F8282EE018}" dt="2025-12-19T18:21:35.242" v="1116" actId="20577"/>
        <pc:sldMkLst>
          <pc:docMk/>
          <pc:sldMk cId="3549951516" sldId="2071"/>
        </pc:sldMkLst>
        <pc:spChg chg="mod">
          <ac:chgData name="Guest User" userId="" providerId="Windows Live" clId="Web-{42455093-76FD-49CC-89CC-32F8282EE018}" dt="2025-12-19T18:21:35.242" v="1116" actId="20577"/>
          <ac:spMkLst>
            <pc:docMk/>
            <pc:sldMk cId="3549951516" sldId="2071"/>
            <ac:spMk id="7" creationId="{5F25CEB9-906F-C410-28CA-3C5FC5698CC8}"/>
          </ac:spMkLst>
        </pc:spChg>
      </pc:sldChg>
      <pc:sldChg chg="modSp add replId">
        <pc:chgData name="Guest User" userId="" providerId="Windows Live" clId="Web-{42455093-76FD-49CC-89CC-32F8282EE018}" dt="2025-12-19T18:20:00.006" v="1065" actId="20577"/>
        <pc:sldMkLst>
          <pc:docMk/>
          <pc:sldMk cId="2264599942" sldId="2072"/>
        </pc:sldMkLst>
        <pc:spChg chg="mod">
          <ac:chgData name="Guest User" userId="" providerId="Windows Live" clId="Web-{42455093-76FD-49CC-89CC-32F8282EE018}" dt="2025-12-19T18:20:00.006" v="1065" actId="20577"/>
          <ac:spMkLst>
            <pc:docMk/>
            <pc:sldMk cId="2264599942" sldId="2072"/>
            <ac:spMk id="7" creationId="{4583AF6E-0895-3721-E29F-D1D42FB937E2}"/>
          </ac:spMkLst>
        </pc:spChg>
      </pc:sldChg>
      <pc:sldChg chg="modSp add replId">
        <pc:chgData name="Guest User" userId="" providerId="Windows Live" clId="Web-{42455093-76FD-49CC-89CC-32F8282EE018}" dt="2025-12-19T18:38:29.195" v="1392" actId="20577"/>
        <pc:sldMkLst>
          <pc:docMk/>
          <pc:sldMk cId="4019400670" sldId="2073"/>
        </pc:sldMkLst>
        <pc:spChg chg="mod">
          <ac:chgData name="Guest User" userId="" providerId="Windows Live" clId="Web-{42455093-76FD-49CC-89CC-32F8282EE018}" dt="2025-12-19T18:38:29.195" v="1392" actId="20577"/>
          <ac:spMkLst>
            <pc:docMk/>
            <pc:sldMk cId="4019400670" sldId="2073"/>
            <ac:spMk id="6" creationId="{FB833671-10F2-F861-86C9-60404309839C}"/>
          </ac:spMkLst>
        </pc:spChg>
      </pc:sldChg>
      <pc:sldChg chg="modSp add replId">
        <pc:chgData name="Guest User" userId="" providerId="Windows Live" clId="Web-{42455093-76FD-49CC-89CC-32F8282EE018}" dt="2025-12-19T18:40:24.347" v="1401" actId="20577"/>
        <pc:sldMkLst>
          <pc:docMk/>
          <pc:sldMk cId="2855730372" sldId="2075"/>
        </pc:sldMkLst>
        <pc:spChg chg="mod">
          <ac:chgData name="Guest User" userId="" providerId="Windows Live" clId="Web-{42455093-76FD-49CC-89CC-32F8282EE018}" dt="2025-12-19T18:40:24.347" v="1401" actId="20577"/>
          <ac:spMkLst>
            <pc:docMk/>
            <pc:sldMk cId="2855730372" sldId="2075"/>
            <ac:spMk id="2" creationId="{3E9C7A2C-E62B-8EB8-E85E-041754DC7A32}"/>
          </ac:spMkLst>
        </pc:spChg>
        <pc:spChg chg="mod">
          <ac:chgData name="Guest User" userId="" providerId="Windows Live" clId="Web-{42455093-76FD-49CC-89CC-32F8282EE018}" dt="2025-12-19T18:38:38.758" v="1393" actId="20577"/>
          <ac:spMkLst>
            <pc:docMk/>
            <pc:sldMk cId="2855730372" sldId="2075"/>
            <ac:spMk id="6" creationId="{CEDAA201-9975-F453-8E12-FEC0AC3F42A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B330-324C-796E-A2B6-A000360F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380F5-BDA9-FD2D-4C55-B7AE0B7C0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7587E-9955-A581-5B99-DEAB7B9B7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C65EE-0A1F-203D-0200-7C381ED83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1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27FE-30CC-82AF-C80D-D56C3BDD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EBCD4-4388-86F3-E382-F8156FC3D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48E77-6278-8924-2B45-86BD3BEFE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F2887-C3D0-71EE-85F2-693F26D92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608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C39E-3987-A5D4-A19D-C4F52556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4BCE3-9700-8AC0-3457-9D51A21DA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B3618-EB3F-EE90-9803-38C16DD16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50A0-8D40-1680-DA5E-1ED866670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796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55E23-F3B4-489D-B380-708287378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8FDBC-8B7A-65C2-95C4-0754FB1B9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D991E-4D10-83A7-D28F-7C95AF0C5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68C1D-2B09-318F-3875-D795FF061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70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4E97-ACE6-B825-7198-4DA8F84F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48674-B4AB-5995-D0E6-EC32BA6DC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189CC-D62C-4442-FCC7-FFE006ACD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AD9D2-34FD-9F40-2575-8B3BAA910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548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A171-0EA7-BC74-87AD-FA5196BA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7E26D-CAF1-6661-6FF2-E79B5E80F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813C7-1F79-BBB0-D8C3-D68D89884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6AA5A-2197-8388-530F-C3C31ED8A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646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7A51A-00FA-A115-1547-0196C04E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02B42-F5AD-7C41-8C38-90F090E13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7CE6F-167E-4D0A-8191-DD73168CD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FBF58-FE80-794F-78AF-D25036C46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990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F002-AD5A-BF97-F3C0-AEB28BB5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948D2-A22C-3B07-132E-8EA4D39D4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17828-2D33-FA51-DA8F-5DF0EFCBD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279F5-3A9D-F94B-3095-CBEDCB93A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96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0570-0FDA-ADEA-6D51-79B96D9C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0B81A-2FC8-07B5-C160-3ADC4EB0A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7D178-3516-E219-3C99-35FD40A3E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42BC2-EDC5-B094-41C7-544C594F8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512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3047-6B86-161D-FC78-8FE1C9C8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460B2-9B67-140C-FAF1-F65DC8A94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B1D01-85BD-F950-9BFF-5DF3CDCED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152C-C681-ED4E-A3D4-1167A9A20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264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9AF9-CC8A-2E1D-53FA-CFD1077E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CEDD4-4756-6E61-382D-FF0EF87C8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DFA96-CBD3-85E0-C8BA-6414F053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B38D-1E9A-A7D5-D462-45E1C692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291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DAC4-2583-5EA6-8CB6-417DD51F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2445F-1809-845C-A384-C330DE053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22BB3-4A83-BD9B-6A3E-D6DC0AD3A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1BB74-FAF9-E19B-DAF5-117773AD6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817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4756-44FF-4040-FF0C-12EE8424D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80435-41EF-39DE-05D9-6E78994C2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81918-C1BB-6D9F-2EB2-E5F8807A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2398D-823A-0620-B70A-9C9EA001B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524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6E78-B97E-8475-2C19-5C65A33D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82180-5BB9-70A9-9393-A05078D4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8D821-5999-B760-A2BA-7ED938FCF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4DD7B-EE9E-A3CA-6C55-95A4B3763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079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F95E-6415-0FBD-42B2-459FCACF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C229E-3DEC-700C-D4DB-1DEDEC162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DE0BB-E982-86D5-121C-3E1E30DD8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339A-B602-2AA4-ABDD-DE3A0FD3D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75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Dec 25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rgbClr val="FFFFFF"/>
                </a:solidFill>
                <a:latin typeface="Tenorite"/>
                <a:cs typeface="Segoe UI"/>
              </a:rPr>
              <a:t>O Come, All Ye Faithful</a:t>
            </a:r>
            <a:endParaRPr lang="en-US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O Come, All Ye Faithful</a:t>
            </a:r>
            <a:endParaRPr lang="en-US" sz="2800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0" y="911311"/>
            <a:ext cx="9142063" cy="3718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720"/>
              </a:spcBef>
              <a:spcAft>
                <a:spcPts val="1440"/>
              </a:spcAft>
            </a:pPr>
            <a:r>
              <a:rPr lang="en-SG" sz="2800" dirty="0">
                <a:ea typeface="Times New Roman" panose="02020603050405020304" pitchFamily="18" charset="0"/>
                <a:cs typeface="Arial" panose="020B0604020202020204" pitchFamily="34" charset="0"/>
              </a:rPr>
              <a:t>O come, all ye faithful, joyful and triumphant,</a:t>
            </a:r>
            <a:br>
              <a:rPr lang="en-SG" sz="2800" dirty="0"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SG" sz="2800" dirty="0">
                <a:ea typeface="Times New Roman" panose="02020603050405020304" pitchFamily="18" charset="0"/>
                <a:cs typeface="Arial" panose="020B0604020202020204" pitchFamily="34" charset="0"/>
              </a:rPr>
              <a:t>O come ye, O come ye to Bethlehem!</a:t>
            </a:r>
            <a:br>
              <a:rPr lang="en-SG" sz="2800" dirty="0"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SG" sz="2800" dirty="0">
                <a:ea typeface="Times New Roman" panose="02020603050405020304" pitchFamily="18" charset="0"/>
                <a:cs typeface="Arial" panose="020B0604020202020204" pitchFamily="34" charset="0"/>
              </a:rPr>
              <a:t>Come, and behold Him, born the King of angels!</a:t>
            </a:r>
            <a:endParaRPr lang="en-US"/>
          </a:p>
          <a:p>
            <a:pPr algn="ctr"/>
            <a:endParaRPr lang="en-SG" sz="2800" dirty="0"/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Christ the Lord!</a:t>
            </a: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C850-F36F-5F28-3815-0CD48AD0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B314-4996-8700-37B7-8F77BD8B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O Come, All Ye Faithful</a:t>
            </a:r>
            <a:endParaRPr lang="en-US" sz="2800" dirty="0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E088FC-D2A0-2F6E-FE98-F445DC5007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822E2-FAF9-E099-814D-77FFB00044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21506-77EC-9423-AF23-96C4CCD5808B}"/>
              </a:ext>
            </a:extLst>
          </p:cNvPr>
          <p:cNvSpPr txBox="1"/>
          <p:nvPr/>
        </p:nvSpPr>
        <p:spPr>
          <a:xfrm>
            <a:off x="1937" y="815690"/>
            <a:ext cx="914206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God of God, Light of Light,</a:t>
            </a:r>
            <a:br>
              <a:rPr lang="en-SG" sz="2800" dirty="0"/>
            </a:br>
            <a:r>
              <a:rPr lang="en-SG" sz="2800" dirty="0"/>
              <a:t>Lo, He abhors not the virgin's womb;</a:t>
            </a:r>
            <a:br>
              <a:rPr lang="en-SG" sz="2800" dirty="0"/>
            </a:br>
            <a:r>
              <a:rPr lang="en-SG" sz="2800" dirty="0"/>
              <a:t>Very God, begotten not created.</a:t>
            </a:r>
            <a:endParaRPr lang="en-US">
              <a:cs typeface="Segoe UI"/>
            </a:endParaRPr>
          </a:p>
          <a:p>
            <a:pPr algn="ctr"/>
            <a:endParaRPr lang="en-SG" sz="2800" dirty="0">
              <a:cs typeface="Segoe UI"/>
            </a:endParaRP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Christ the Lord!</a:t>
            </a:r>
          </a:p>
        </p:txBody>
      </p:sp>
    </p:spTree>
    <p:extLst>
      <p:ext uri="{BB962C8B-B14F-4D97-AF65-F5344CB8AC3E}">
        <p14:creationId xmlns:p14="http://schemas.microsoft.com/office/powerpoint/2010/main" val="77026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C14E-0500-D00E-F7F7-6AB7D444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9F61-9990-F61F-2041-75BC9CB2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O Come, All Ye </a:t>
            </a:r>
            <a:r>
              <a:rPr lang="en-US" sz="2800" dirty="0" err="1"/>
              <a:t>Faithul</a:t>
            </a:r>
            <a:endParaRPr lang="en-US" sz="2800" dirty="0" err="1"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01EEB0-3CDC-FCC9-F0D2-2AAD9A20ADE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F8AF4-B8CB-028E-434A-10C8B1F82C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81392-E81C-BE58-23EF-01ECF175E075}"/>
              </a:ext>
            </a:extLst>
          </p:cNvPr>
          <p:cNvSpPr txBox="1"/>
          <p:nvPr/>
        </p:nvSpPr>
        <p:spPr>
          <a:xfrm>
            <a:off x="1937" y="815690"/>
            <a:ext cx="914206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Sing, choirs of angels; sing in exultation;</a:t>
            </a:r>
            <a:br>
              <a:rPr lang="en-SG" sz="2800" dirty="0"/>
            </a:br>
            <a:r>
              <a:rPr lang="en-SG" sz="2800" dirty="0"/>
              <a:t>sing, all ye citizens of </a:t>
            </a:r>
            <a:r>
              <a:rPr lang="en-SG" sz="2800" dirty="0" err="1"/>
              <a:t>heav'n</a:t>
            </a:r>
            <a:r>
              <a:rPr lang="en-SG" sz="2800" dirty="0"/>
              <a:t> above!</a:t>
            </a:r>
            <a:br>
              <a:rPr lang="en-SG" sz="2800" dirty="0"/>
            </a:br>
            <a:r>
              <a:rPr lang="en-SG" sz="2800" dirty="0"/>
              <a:t>Glory to God, all glory in the highest! </a:t>
            </a:r>
          </a:p>
          <a:p>
            <a:pPr algn="ctr"/>
            <a:endParaRPr lang="en-SG" sz="2800" dirty="0"/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Christ the Lord!</a:t>
            </a:r>
          </a:p>
        </p:txBody>
      </p:sp>
    </p:spTree>
    <p:extLst>
      <p:ext uri="{BB962C8B-B14F-4D97-AF65-F5344CB8AC3E}">
        <p14:creationId xmlns:p14="http://schemas.microsoft.com/office/powerpoint/2010/main" val="247402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7334-A922-1CE9-D08F-4F825924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3DE1-01FA-BFB8-683B-4B4FE2B3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O Come, All Ye Faithful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057CCC-503F-9BB6-E125-537FC0EBFB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94E42-60CA-3D66-B508-9F2E0404A56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662DB-EC11-8800-8C2C-80B6E3BA49B3}"/>
              </a:ext>
            </a:extLst>
          </p:cNvPr>
          <p:cNvSpPr txBox="1"/>
          <p:nvPr/>
        </p:nvSpPr>
        <p:spPr>
          <a:xfrm>
            <a:off x="1937" y="815690"/>
            <a:ext cx="914206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Yea, Lord, we greet Thee, born this happy morning;</a:t>
            </a:r>
            <a:br>
              <a:rPr lang="en-SG" sz="2800" dirty="0"/>
            </a:br>
            <a:r>
              <a:rPr lang="en-SG" sz="2800" dirty="0"/>
              <a:t>Jesus, to Thee be all glory </a:t>
            </a:r>
            <a:r>
              <a:rPr lang="en-SG" sz="2800" dirty="0" err="1"/>
              <a:t>giv'n</a:t>
            </a:r>
            <a:r>
              <a:rPr lang="en-SG" sz="2800" dirty="0"/>
              <a:t>!</a:t>
            </a:r>
            <a:br>
              <a:rPr lang="en-SG" sz="2800" dirty="0"/>
            </a:br>
            <a:r>
              <a:rPr lang="en-SG" sz="2800" dirty="0"/>
              <a:t>Word of the Father, now in flesh appearing!</a:t>
            </a:r>
          </a:p>
          <a:p>
            <a:pPr algn="ctr"/>
            <a:endParaRPr lang="en-SG" sz="2800" dirty="0"/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Oh come, let us adore Him </a:t>
            </a:r>
          </a:p>
          <a:p>
            <a:pPr algn="ctr"/>
            <a:r>
              <a:rPr lang="en-SG" sz="2800" i="1" dirty="0">
                <a:solidFill>
                  <a:srgbClr val="FF0000"/>
                </a:solidFill>
              </a:rPr>
              <a:t>Christ the Lord!</a:t>
            </a:r>
          </a:p>
        </p:txBody>
      </p:sp>
    </p:spTree>
    <p:extLst>
      <p:ext uri="{BB962C8B-B14F-4D97-AF65-F5344CB8AC3E}">
        <p14:creationId xmlns:p14="http://schemas.microsoft.com/office/powerpoint/2010/main" val="3072618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 dirty="0">
                <a:solidFill>
                  <a:srgbClr val="FFFFFF"/>
                </a:solidFill>
                <a:latin typeface="Tenorite"/>
                <a:cs typeface="Segoe UI"/>
              </a:rPr>
              <a:t>I Am His And He Is Mine</a:t>
            </a:r>
            <a:endParaRPr lang="en-SG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cs typeface="Segoe UI"/>
              </a:rPr>
              <a:t>Thanksgiving – I A</a:t>
            </a:r>
            <a:r>
              <a:rPr lang="en-SG" sz="2800">
                <a:latin typeface="Segoe UI"/>
                <a:cs typeface="Segoe UI"/>
              </a:rPr>
              <a:t>m His, </a:t>
            </a:r>
            <a:r>
              <a:rPr lang="en-SG" sz="2800" dirty="0">
                <a:latin typeface="Segoe UI"/>
                <a:cs typeface="Segoe UI"/>
              </a:rPr>
              <a:t>And He is Mine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114079" y="625606"/>
            <a:ext cx="8420321" cy="61247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 dirty="0">
                <a:cs typeface="Segoe UI"/>
              </a:rPr>
              <a:t>His forever, only His; </a:t>
            </a:r>
            <a:endParaRPr lang="en-US"/>
          </a:p>
          <a:p>
            <a:pPr lvl="1" algn="ctr"/>
            <a:r>
              <a:rPr lang="en-SG" sz="2800" dirty="0"/>
              <a:t>Who the Lord and me shall part?</a:t>
            </a:r>
            <a:endParaRPr lang="en-SG" sz="2800" dirty="0">
              <a:cs typeface="Segoe UI"/>
            </a:endParaRPr>
          </a:p>
          <a:p>
            <a:pPr lvl="1" algn="ctr"/>
            <a:r>
              <a:rPr lang="en-SG" sz="2800" dirty="0"/>
              <a:t>Ah, with what a rest of bliss</a:t>
            </a:r>
            <a:endParaRPr lang="en-SG" sz="2800" dirty="0">
              <a:cs typeface="Segoe UI"/>
            </a:endParaRPr>
          </a:p>
          <a:p>
            <a:pPr lvl="1" algn="ctr"/>
            <a:r>
              <a:rPr lang="en-SG" sz="2800" dirty="0">
                <a:cs typeface="Segoe UI"/>
              </a:rPr>
              <a:t>Christ can fill the loving heart!</a:t>
            </a:r>
          </a:p>
          <a:p>
            <a:pPr lvl="1" algn="ctr"/>
            <a:r>
              <a:rPr lang="en-SG" sz="2800" dirty="0">
                <a:cs typeface="Segoe UI"/>
              </a:rPr>
              <a:t>Heav'n and earth may fade and flee,</a:t>
            </a:r>
          </a:p>
          <a:p>
            <a:pPr lvl="1" algn="ctr"/>
            <a:r>
              <a:rPr lang="en-SG" sz="2800" dirty="0">
                <a:cs typeface="Segoe UI"/>
              </a:rPr>
              <a:t>Firstborn light in gloom decline</a:t>
            </a:r>
            <a:endParaRPr lang="en-US" sz="2800" dirty="0">
              <a:cs typeface="Segoe UI"/>
            </a:endParaRPr>
          </a:p>
          <a:p>
            <a:pPr lvl="1" algn="ctr"/>
            <a:r>
              <a:rPr lang="en-SG" sz="2800" dirty="0">
                <a:cs typeface="Segoe UI"/>
              </a:rPr>
              <a:t>But while God and I shall be,</a:t>
            </a:r>
          </a:p>
          <a:p>
            <a:pPr lvl="1" algn="ctr"/>
            <a:r>
              <a:rPr lang="en-SG" sz="2800">
                <a:cs typeface="Segoe UI"/>
              </a:rPr>
              <a:t>I am His, and He is mine;</a:t>
            </a:r>
          </a:p>
          <a:p>
            <a:pPr lvl="1" algn="ctr"/>
            <a:r>
              <a:rPr lang="en-SG" sz="2800" dirty="0">
                <a:cs typeface="Segoe UI"/>
              </a:rPr>
              <a:t>But while God and I shall be,</a:t>
            </a:r>
          </a:p>
          <a:p>
            <a:pPr lvl="1" algn="ctr"/>
            <a:r>
              <a:rPr lang="en-SG" sz="2800">
                <a:cs typeface="Segoe UI"/>
              </a:rPr>
              <a:t>I am His, and He is mine;</a:t>
            </a:r>
          </a:p>
          <a:p>
            <a:pPr lvl="1" algn="ctr"/>
            <a:endParaRPr lang="en-SG" sz="2800" dirty="0">
              <a:cs typeface="Segoe UI"/>
            </a:endParaRPr>
          </a:p>
          <a:p>
            <a:pPr lvl="1"/>
            <a:endParaRPr lang="en-SG" sz="2800" dirty="0">
              <a:cs typeface="Segoe UI"/>
            </a:endParaRPr>
          </a:p>
          <a:p>
            <a:pPr lvl="1"/>
            <a:endParaRPr lang="en-SG" sz="2800" dirty="0">
              <a:cs typeface="Segoe UI"/>
            </a:endParaRPr>
          </a:p>
          <a:p>
            <a:pPr lvl="1"/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Hymn No 111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Hymn No 111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6125882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Joy to the world, The Lord is come!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Let earth receive her King; 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Let every heart, prepare Him room, 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</a:t>
            </a:r>
            <a:r>
              <a:rPr lang="en-US" sz="2800" i="1" err="1">
                <a:solidFill>
                  <a:srgbClr val="FF0000"/>
                </a:solidFill>
                <a:ea typeface="Calibri"/>
                <a:cs typeface="Segoe UI"/>
              </a:rPr>
              <a:t>heav’n</a:t>
            </a:r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 and nature sing, 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</a:t>
            </a:r>
            <a:r>
              <a:rPr lang="en-US" sz="2800" i="1" dirty="0" err="1">
                <a:solidFill>
                  <a:srgbClr val="FF0000"/>
                </a:solidFill>
                <a:ea typeface="Calibri"/>
                <a:cs typeface="Segoe UI"/>
              </a:rPr>
              <a:t>heav’n</a:t>
            </a:r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 and nature sing, </a:t>
            </a:r>
            <a:endParaRPr lang="en-US" sz="2800" i="1">
              <a:solidFill>
                <a:srgbClr val="FF0000"/>
              </a:solidFill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</a:t>
            </a:r>
            <a:r>
              <a:rPr lang="en-US" sz="2800" i="1" dirty="0" err="1">
                <a:solidFill>
                  <a:srgbClr val="FF0000"/>
                </a:solidFill>
                <a:ea typeface="Calibri"/>
                <a:cs typeface="Segoe UI"/>
              </a:rPr>
              <a:t>heav’n</a:t>
            </a:r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, And </a:t>
            </a:r>
            <a:r>
              <a:rPr lang="en-US" sz="2800" i="1" dirty="0" err="1">
                <a:solidFill>
                  <a:srgbClr val="FF0000"/>
                </a:solidFill>
                <a:ea typeface="Calibri"/>
                <a:cs typeface="Segoe UI"/>
              </a:rPr>
              <a:t>heav’n</a:t>
            </a:r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 and nature sing.</a:t>
            </a:r>
            <a:endParaRPr lang="en-US" sz="2800" i="1" dirty="0">
              <a:solidFill>
                <a:srgbClr val="FF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6688-6695-A629-2A3B-1FAECA4A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0EA7-9D66-A45E-AED7-136CCD1F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Hymn No 111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CA289A-D8B0-3505-C260-31A7B78CA1A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6092A-80C0-BEE0-D07E-53D6D2E92CD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6E99A-B1BC-5450-D274-583C21A2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9520CD-94D3-AFEF-6B66-1BF870A1BE0D}"/>
              </a:ext>
            </a:extLst>
          </p:cNvPr>
          <p:cNvSpPr txBox="1"/>
          <p:nvPr/>
        </p:nvSpPr>
        <p:spPr>
          <a:xfrm>
            <a:off x="103889" y="729158"/>
            <a:ext cx="6125882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Joy to the world, The </a:t>
            </a:r>
            <a:r>
              <a:rPr lang="en-US" sz="2800" dirty="0" err="1">
                <a:solidFill>
                  <a:srgbClr val="000000"/>
                </a:solidFill>
                <a:ea typeface="Calibri"/>
                <a:cs typeface="Segoe UI"/>
              </a:rPr>
              <a:t>Saviour</a:t>
            </a:r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 reigns!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Let men their songs employ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While fields and floods, 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Rocks, hills and plains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Repeat the sounding joy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Repeat the sounding joy</a:t>
            </a:r>
            <a:endParaRPr lang="en-US" sz="2800" i="1">
              <a:solidFill>
                <a:srgbClr val="FF0000"/>
              </a:solidFill>
              <a:ea typeface="Calibri"/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Repeat, repeat the sounding joy</a:t>
            </a:r>
            <a:endParaRPr lang="en-US" sz="2800" i="1" dirty="0">
              <a:solidFill>
                <a:srgbClr val="FF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A19B41A-7DC5-35D4-7EEF-02D74A0BD78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96BFC-3CA3-7D86-32D9-C31A7840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872E-495B-81BB-C478-F910ACE2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Hymn No 111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BA1DA0-422E-F2D8-C48D-2633E5C672A5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FE1B3-D345-00D5-F0BD-D8612CD08F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ED3B2-E36E-EE83-3134-1C46A79A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81D97C-9C84-541F-8A84-BA7218401C37}"/>
              </a:ext>
            </a:extLst>
          </p:cNvPr>
          <p:cNvSpPr txBox="1"/>
          <p:nvPr/>
        </p:nvSpPr>
        <p:spPr>
          <a:xfrm>
            <a:off x="103889" y="729158"/>
            <a:ext cx="6125882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He rules the world with truth and grace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And makes the nations prove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Segoe UI"/>
              </a:rPr>
              <a:t>The glories of His righteousness 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wonders of His love, 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wonders of His love, </a:t>
            </a:r>
          </a:p>
          <a:p>
            <a:r>
              <a:rPr lang="en-US" sz="2800" i="1" dirty="0">
                <a:solidFill>
                  <a:srgbClr val="FF0000"/>
                </a:solidFill>
                <a:ea typeface="Calibri"/>
                <a:cs typeface="Segoe UI"/>
              </a:rPr>
              <a:t>And wonders, and Wonders of His love</a:t>
            </a:r>
            <a:endParaRPr lang="en-US" sz="2800" i="1" dirty="0">
              <a:solidFill>
                <a:srgbClr val="FF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BAFE882-1660-8DEC-6F3A-B562DAD64F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7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443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Have you any room for Jesus,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He who bore your load of Sin?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As He knocks and asks admission,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 Sinner will you let Him In?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Room for Jesus, King of Glory,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Hasten now, His word obey!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Swing the hearts door widely open!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Bid Him enter while you may. </a:t>
            </a: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SG" sz="2800" dirty="0">
                <a:latin typeface="Segoe UI"/>
                <a:cs typeface="Segoe UI"/>
              </a:rPr>
              <a:t>Hymn No 443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443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B646A-33D3-6781-E901-E023277C66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1: 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53C0F-F247-3A35-4D38-E63DDAD9619D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Have you any room for Jesus,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He who bore your load of Sin?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As He knocks and asks admission,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 Sinner will you let Him In?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Room for Jesus, King of Glory,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Hasten now, His word obey!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Swing the hearts door widely open!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Bid Him enter while you may. </a:t>
            </a: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A513-AC7B-F460-9FF2-60C33BA8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F438-0808-B2BA-DB57-E44FD487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443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EF7798-D5BF-4BD4-F171-CDE289D9ECD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D486D-1AE1-6A5F-4657-3DF456224D2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62630-2F1E-D19C-FE03-5BC59361870E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Room for pleasure, room for business,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But for Christ the crucified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Not a place that He can enter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In the heart for which He died!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Room for Jesus, King of Glory,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Hasten now, His word obey!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Swing the hearts door widely open!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Bid Him enter while you may. </a:t>
            </a:r>
          </a:p>
        </p:txBody>
      </p:sp>
    </p:spTree>
    <p:extLst>
      <p:ext uri="{BB962C8B-B14F-4D97-AF65-F5344CB8AC3E}">
        <p14:creationId xmlns:p14="http://schemas.microsoft.com/office/powerpoint/2010/main" val="3326401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D786-ED50-B54A-E568-B4928B1B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8187-09B1-7769-D124-569C01B0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443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D28292-2027-A485-393A-DCF4F35F71A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38452-247B-6506-3C1C-58CA42EF34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02FD8-E29F-A6BD-ADC7-F36FAF567041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Have you any time for Jesus,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As in grace He calls again?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Oh, Today is time accepted,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Tomorrow you may call in vain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Room for Jesus, King of Glory,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Hasten now, His word obey!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Swing the hearts door widely open!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Bid Him enter while you may. </a:t>
            </a:r>
          </a:p>
        </p:txBody>
      </p:sp>
    </p:spTree>
    <p:extLst>
      <p:ext uri="{BB962C8B-B14F-4D97-AF65-F5344CB8AC3E}">
        <p14:creationId xmlns:p14="http://schemas.microsoft.com/office/powerpoint/2010/main" val="1773903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7848-18A0-F2A0-3D14-49DF9ED57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2E65-0D66-1248-D56D-D34832E0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443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032750-644A-BF80-B1F0-FAD07095C5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9BFF0-759E-A96A-2235-8215FFBE1C7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1: 4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02B29-6C0C-A961-DF82-98E1352D2970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Room and time now give to Jesus;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Soon will pass God’s day of grace;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Soon Thy heart be cold and silent,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Thy Saviour’s pleadings cease. 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Room for Jesus, King of Glory,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Hasten now, His word obey!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Swing the hearts door widely open!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Bid Him enter while you may. </a:t>
            </a:r>
          </a:p>
        </p:txBody>
      </p:sp>
    </p:spTree>
    <p:extLst>
      <p:ext uri="{BB962C8B-B14F-4D97-AF65-F5344CB8AC3E}">
        <p14:creationId xmlns:p14="http://schemas.microsoft.com/office/powerpoint/2010/main" val="2049715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What Child Is This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7E258-1321-EABA-A4B3-4AF0513D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2EF8-0C45-51F9-0D14-501D399F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What Child Is This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F30E6A6-9046-F28D-0A86-7FF7271E2F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87B30-1448-E224-7597-BF8D1662D630}"/>
              </a:ext>
            </a:extLst>
          </p:cNvPr>
          <p:cNvSpPr txBox="1"/>
          <p:nvPr/>
        </p:nvSpPr>
        <p:spPr>
          <a:xfrm>
            <a:off x="6657278" y="4697228"/>
            <a:ext cx="2486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2: 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8A6D0-A108-7DB6-73EF-394A15A24D6A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What child is this, who, laid to rest,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Segoe UI"/>
              </a:rPr>
              <a:t>On Mary's lap is sleeping</a:t>
            </a:r>
            <a:endParaRPr lang="en-SG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Whom angels greet with anthems sweet,</a:t>
            </a:r>
            <a:endParaRPr lang="en-SG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While shepherds watch are keeping?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This, this is Christ, the King,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Whom shepherds guard and angels sing: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Haste, haste to bring Him laud,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The Babe, the Son of Mary!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2350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BF7D-C25A-B6F1-DAA5-3320E2F9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7D48-766B-EA3D-C723-80A63783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What Child Is This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33506D-54D7-1D32-6E31-898643D6C43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18A1C-B6A3-F276-77F4-7BCCC2648C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618AA-FC7F-21C9-FEB2-8645F2D860B6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Why lies He in such mean estate,</a:t>
            </a:r>
            <a:endParaRPr lang="en-US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Where ox and ass are feeding?</a:t>
            </a:r>
            <a:endParaRPr lang="en-SG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Good Christian, fear: for sinners here</a:t>
            </a:r>
            <a:endParaRPr lang="en-SG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The silent Word is pleading.</a:t>
            </a:r>
            <a:endParaRPr lang="en-SG" dirty="0"/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This, this is Christ, the King,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Whom shepherds guard and angels sing: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Haste, haste to bring Him laud,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The Babe, the Son of Mary!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86243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4757-52C4-11C2-B581-83B441F0A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75BD-D87D-6F8E-2DA4-195AB825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What Child Is This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B6C54C-9E59-0880-FBED-1DA3122B0CE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AB683-3C9B-AD5D-8B06-391C535BCA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EDED4-F838-5C5A-7963-21C26209B469}"/>
              </a:ext>
            </a:extLst>
          </p:cNvPr>
          <p:cNvSpPr txBox="1"/>
          <p:nvPr/>
        </p:nvSpPr>
        <p:spPr>
          <a:xfrm>
            <a:off x="-149260" y="832683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So bring Him incense, gold, and myrrh</a:t>
            </a:r>
            <a:endParaRPr lang="en-US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Come, peasant, king to own Him.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The King of kings salvation brings;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Let loving hearts enthrone Him.</a:t>
            </a:r>
            <a:endParaRPr lang="en-SG" dirty="0"/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This, this is Christ, the King,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Whom shepherds </a:t>
            </a:r>
            <a:r>
              <a:rPr lang="en-SG" sz="2800" i="1" dirty="0" err="1">
                <a:solidFill>
                  <a:srgbClr val="FF0000"/>
                </a:solidFill>
                <a:latin typeface="Segoe UI"/>
                <a:cs typeface="Segoe UI"/>
              </a:rPr>
              <a:t>gueard</a:t>
            </a:r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 and angels sing:</a:t>
            </a:r>
            <a:endParaRPr lang="en-SG" dirty="0"/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Haste, haste to bring Him laud,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The Babe, the Son of Mary!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0649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158C9F-1FE8-2D04-5E8F-9C9F6470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Holy Communion – Angels From The Realms Of Glory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D38F-D396-01DC-A6C5-E50F74B4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A8C9-58F5-6075-795D-91EA1B32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Angels From The Realms Of Glory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6E5EE4B-EDE8-4803-773B-DE1027467E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C0D5A-2689-EF9D-A134-E52596F1BE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 3: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D88F5-7A1B-D3D4-EB28-D986ADC65750}"/>
              </a:ext>
            </a:extLst>
          </p:cNvPr>
          <p:cNvSpPr txBox="1"/>
          <p:nvPr/>
        </p:nvSpPr>
        <p:spPr>
          <a:xfrm>
            <a:off x="1702" y="1231655"/>
            <a:ext cx="91431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Angels from the realms of glory,</a:t>
            </a:r>
            <a:endParaRPr lang="en-US" sz="2800" dirty="0">
              <a:latin typeface="Segoe UI"/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Segoe UI"/>
              </a:rPr>
              <a:t>Wing your flight o'er all the earth;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Ye who sang creation's story, </a:t>
            </a:r>
            <a:endParaRPr lang="en-SG" sz="2800" dirty="0">
              <a:latin typeface="Segoe UI"/>
              <a:ea typeface="Calibri"/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Segoe UI"/>
              </a:rPr>
              <a:t>Now proclaim Messiah's birth: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Come and worship! Come and worship!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Worship Christ, the newborn King!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lvl="1"/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80028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99A1-C46E-0BB5-C71F-4506D67E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3B13-A492-2BC0-7C78-9F2871F0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Angels From The Realms Of Glory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DA45508-FAA4-7B62-4234-871FE220A96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3207F-B488-05AA-9F88-42D8B48690C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 3: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0B533-7C9F-4610-DC01-83E8532336DC}"/>
              </a:ext>
            </a:extLst>
          </p:cNvPr>
          <p:cNvSpPr txBox="1"/>
          <p:nvPr/>
        </p:nvSpPr>
        <p:spPr>
          <a:xfrm>
            <a:off x="1702" y="1231655"/>
            <a:ext cx="914318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Shepherds in the field abiding;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Watching o'er their flocks by night; 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God with man is now residing,</a:t>
            </a:r>
            <a:endParaRPr lang="en-SG" dirty="0">
              <a:latin typeface="Calibri"/>
              <a:ea typeface="Calibr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Segoe UI"/>
              </a:rPr>
              <a:t>Yonder shines the Infant light;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Come and worship! Come and worship!</a:t>
            </a:r>
            <a:endParaRPr lang="en-US" sz="2800" i="1" dirty="0">
              <a:solidFill>
                <a:srgbClr val="FF0000"/>
              </a:solidFill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Worship Christ, the newborn King!</a:t>
            </a:r>
            <a:endParaRPr lang="en-US" sz="2800" i="1" dirty="0">
              <a:solidFill>
                <a:srgbClr val="FF0000"/>
              </a:solidFill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30214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E0A8-B987-A247-B122-313CF72A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F6E1-10B0-811A-AC68-D7EDEE77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Angels From The Realms Of Glory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83ED03A-621A-A507-9A05-C14BBBD02C2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888A6-7E6D-F6AE-CB55-4BD7D72B618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55E8E-79D9-AEF1-E7C3-506DFB24E7F9}"/>
              </a:ext>
            </a:extLst>
          </p:cNvPr>
          <p:cNvSpPr txBox="1"/>
          <p:nvPr/>
        </p:nvSpPr>
        <p:spPr>
          <a:xfrm>
            <a:off x="1702" y="1231655"/>
            <a:ext cx="91431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Sages, leave your contemplations;</a:t>
            </a:r>
            <a:endParaRPr lang="en-US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Brighter visions beam afar!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See the great Desire of nations,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Ye have seen His natal star: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Come and worship! Come and worship!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Worship Christ, the newborn King!</a:t>
            </a:r>
          </a:p>
        </p:txBody>
      </p:sp>
    </p:spTree>
    <p:extLst>
      <p:ext uri="{BB962C8B-B14F-4D97-AF65-F5344CB8AC3E}">
        <p14:creationId xmlns:p14="http://schemas.microsoft.com/office/powerpoint/2010/main" val="3488709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99E1-A986-CECF-E310-DEB1D0DCE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9259-97EB-1640-0425-36BC0D50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 Angels From The Realms Of Glory</a:t>
            </a:r>
            <a:endParaRPr lang="en-SG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3F35CE-3CCD-838A-119F-8920BEC2716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D602A-54BB-E336-396C-AE5DFBA084AB}"/>
              </a:ext>
            </a:extLst>
          </p:cNvPr>
          <p:cNvSpPr txBox="1"/>
          <p:nvPr/>
        </p:nvSpPr>
        <p:spPr>
          <a:xfrm>
            <a:off x="6779941" y="4779017"/>
            <a:ext cx="236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Communionn3: 4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B765E-6EFB-7EDE-6F9A-53A661AE7EBC}"/>
              </a:ext>
            </a:extLst>
          </p:cNvPr>
          <p:cNvSpPr txBox="1"/>
          <p:nvPr/>
        </p:nvSpPr>
        <p:spPr>
          <a:xfrm>
            <a:off x="1702" y="1231655"/>
            <a:ext cx="91431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Saints before the altar bending,</a:t>
            </a:r>
            <a:endParaRPr lang="en-US" dirty="0"/>
          </a:p>
          <a:p>
            <a:pPr lvl="1"/>
            <a:r>
              <a:rPr lang="en-SG" sz="2800" dirty="0">
                <a:latin typeface="Segoe UI"/>
                <a:cs typeface="Segoe UI"/>
              </a:rPr>
              <a:t>Watching long in hope and fear,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Suddenly the Lord, descending,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In His temple shall appear: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Come and worship! Come and worship!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Worship Christ, the newborn King!</a:t>
            </a:r>
          </a:p>
        </p:txBody>
      </p:sp>
    </p:spTree>
    <p:extLst>
      <p:ext uri="{BB962C8B-B14F-4D97-AF65-F5344CB8AC3E}">
        <p14:creationId xmlns:p14="http://schemas.microsoft.com/office/powerpoint/2010/main" val="4249594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32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465990" y="801906"/>
            <a:ext cx="8673823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t"/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Once in royal David’s city, </a:t>
            </a:r>
            <a:endParaRPr lang="en-US" sz="2800" dirty="0"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Stood a lowly cattle shed, </a:t>
            </a:r>
          </a:p>
          <a:p>
            <a:pPr fontAlgn="t"/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Where a mother laid her Baby,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In a manger for His bed. </a:t>
            </a:r>
          </a:p>
          <a:p>
            <a:pPr fontAlgn="t"/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Mary was that mother mild,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Jesus Christ her little Child</a:t>
            </a:r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863A-6F80-48CD-EFF5-5D58033A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9793-AF98-0320-E4B0-4691F160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E63B0DD-F552-A545-1424-B1E4564DD1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5DC3F-C8E1-A799-5BAA-470669871D4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40579-46BA-991F-FBEF-4B23C7ABF1F7}"/>
              </a:ext>
            </a:extLst>
          </p:cNvPr>
          <p:cNvSpPr txBox="1"/>
          <p:nvPr/>
        </p:nvSpPr>
        <p:spPr>
          <a:xfrm>
            <a:off x="327948" y="805470"/>
            <a:ext cx="8673823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He came down to earth from heaven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Who is God and Lord of all, 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His shelter was a stable;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His cradle was a stall, 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With the poor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mean and lowly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Lived on earth our Saviour holy. </a:t>
            </a:r>
            <a:endParaRPr lang="en-SG" sz="32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67072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97BB-7BE0-D2B6-17B4-A38D43C6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C302-48F9-8A6C-BE23-A690ACF1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AA2B146-FA86-5E68-3B89-17FAD197C1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245FB-C319-1B6A-E031-A73E27AC1F0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0A827-47A5-7959-F164-752881F412BE}"/>
              </a:ext>
            </a:extLst>
          </p:cNvPr>
          <p:cNvSpPr txBox="1"/>
          <p:nvPr/>
        </p:nvSpPr>
        <p:spPr>
          <a:xfrm>
            <a:off x="230901" y="771128"/>
            <a:ext cx="8673823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through all His wondrous childhood, 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He would honour and obey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Love and watch the lowly mother, </a:t>
            </a:r>
            <a:endParaRPr lang="en-US" sz="2800" dirty="0"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In whose gentle arms He lay 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Christian children, all must be , </a:t>
            </a:r>
            <a:endParaRPr lang="en-US" sz="2800" dirty="0"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Mild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obedient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good as He. </a:t>
            </a:r>
            <a:endParaRPr lang="en-SG" sz="32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40754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F564-0728-CD62-4D56-627D3356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6C9F-7FEC-C642-B904-EC720799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08EF2DE-76C8-2913-CC9E-F11764E2E4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9E233-AE36-E989-2D16-8BEB387A34F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4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42E08-43E8-60CF-E4FC-7AEB3B10320C}"/>
              </a:ext>
            </a:extLst>
          </p:cNvPr>
          <p:cNvSpPr txBox="1"/>
          <p:nvPr/>
        </p:nvSpPr>
        <p:spPr>
          <a:xfrm>
            <a:off x="224504" y="897093"/>
            <a:ext cx="89975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t"/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For He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is our childhoods’ pattern, </a:t>
            </a:r>
            <a:endParaRPr lang="en-US" sz="2800" dirty="0">
              <a:cs typeface="Segoe UI"/>
            </a:endParaRPr>
          </a:p>
          <a:p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Day by day like us He grew; </a:t>
            </a:r>
          </a:p>
          <a:p>
            <a:pPr fontAlgn="t"/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He was little, weak and helpless. 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Tears and smiles like us He knew;</a:t>
            </a:r>
          </a:p>
          <a:p>
            <a:pPr fontAlgn="t"/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And He </a:t>
            </a:r>
            <a:r>
              <a:rPr lang="en-SG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feeleth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for our sadness,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And He </a:t>
            </a:r>
            <a:r>
              <a:rPr lang="en-SG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shareth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in our gladness. </a:t>
            </a:r>
            <a:endParaRPr lang="en-GB" sz="28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00230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A879F-6C56-97F4-A85C-5F9D6D34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5A39-C716-B842-89ED-8EEE827E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F495FEF-CA67-D4A2-261C-5B211E3D3C6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9F2AA-9FE1-9BD4-1346-7484B9D90E0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5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CAFED-A324-1D84-D245-E2C12D48FC5D}"/>
              </a:ext>
            </a:extLst>
          </p:cNvPr>
          <p:cNvSpPr txBox="1"/>
          <p:nvPr/>
        </p:nvSpPr>
        <p:spPr>
          <a:xfrm>
            <a:off x="290308" y="728689"/>
            <a:ext cx="89975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our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eye at last shall see Him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Through His own redeeming love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;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 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For that Child so dear and gentle,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Is our Lord in heaven above; </a:t>
            </a:r>
          </a:p>
          <a:p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And He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leads His children on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To the place where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He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is gone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.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 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0037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C159E-4AFB-5005-28B7-F45897E2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B2DE-0493-9373-61FB-6478CFA2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8A50CDE-ECFF-5B95-B643-ACF15046EC1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3C27C-3169-AB09-D0DB-AD79024E5A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6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D599E-A4A0-9D47-17B3-6A7F6431FEF0}"/>
              </a:ext>
            </a:extLst>
          </p:cNvPr>
          <p:cNvSpPr txBox="1"/>
          <p:nvPr/>
        </p:nvSpPr>
        <p:spPr>
          <a:xfrm>
            <a:off x="291412" y="748076"/>
            <a:ext cx="899758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t"/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Not in that poor lowly stable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With the oxen standing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by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,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We shall see Him but in heaven;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Set at God’s right hand on high; 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When like stars His children crowned; 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All 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in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white shall wait around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.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 </a:t>
            </a:r>
            <a:endParaRPr lang="en-GB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44276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dirty="0">
                <a:latin typeface="Segoe UI"/>
                <a:cs typeface="Segoe UI"/>
              </a:rPr>
              <a:t>Holy Communion- Hymn No 33</a:t>
            </a:r>
            <a:endParaRPr lang="en-US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685149" y="613695"/>
            <a:ext cx="7507001" cy="19184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While shepherds watched their flocks by night, All seated on the ground;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The angel of the Lord came down,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glory shone around.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Communion- Hymn No 33</a:t>
            </a:r>
            <a:endParaRPr lang="en-US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93488B-DAA1-E0DD-9821-ECC5A9FB0BFF}"/>
              </a:ext>
            </a:extLst>
          </p:cNvPr>
          <p:cNvSpPr/>
          <p:nvPr/>
        </p:nvSpPr>
        <p:spPr>
          <a:xfrm>
            <a:off x="685150" y="2704872"/>
            <a:ext cx="7507001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Fear not! Said he for mighty dread,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Had seized their troubled mind,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Glad tidings of great joy I bring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you and all man kind. 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D1F8-BD69-1030-723E-64149B70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531A-7B80-D131-7141-D127C13A958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823C9-BCDE-EEAF-E33E-C1416343A8E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354B3-9AE9-324B-BF43-0CAB4233C05D}"/>
              </a:ext>
            </a:extLst>
          </p:cNvPr>
          <p:cNvSpPr/>
          <p:nvPr/>
        </p:nvSpPr>
        <p:spPr>
          <a:xfrm>
            <a:off x="685150" y="613695"/>
            <a:ext cx="7507001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you, in David’s town, this day,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Is born of David’s line,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The Saviour , who is Christ the Lord;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this shall be the sign: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C0CE6D-2D38-5AE6-B798-4D9F8ED4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Communion- Hymn No 33</a:t>
            </a:r>
            <a:endParaRPr lang="en-US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8F807-2CDF-A8B8-C53D-732291EDF711}"/>
              </a:ext>
            </a:extLst>
          </p:cNvPr>
          <p:cNvSpPr/>
          <p:nvPr/>
        </p:nvSpPr>
        <p:spPr>
          <a:xfrm>
            <a:off x="685150" y="2704872"/>
            <a:ext cx="7507001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The heavenly Babe you there shall find;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human view displayed,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All meanly wrapped in swathing bands;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in a manger laid. 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491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862A-38EF-411D-F4ED-53D23B6F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6B38-09AB-4EB2-477A-F847F31EB8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EF25-043F-7B3B-0072-CF52C8C95C9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36145-E53E-E51E-4355-9DADD08F002B}"/>
              </a:ext>
            </a:extLst>
          </p:cNvPr>
          <p:cNvSpPr/>
          <p:nvPr/>
        </p:nvSpPr>
        <p:spPr>
          <a:xfrm>
            <a:off x="685149" y="679419"/>
            <a:ext cx="7507001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Thus </a:t>
            </a:r>
            <a:r>
              <a:rPr lang="en-SG" sz="2800" dirty="0" err="1">
                <a:latin typeface="Segoe UI"/>
                <a:cs typeface="Segoe UI"/>
              </a:rPr>
              <a:t>spake</a:t>
            </a:r>
            <a:r>
              <a:rPr lang="en-SG" sz="2800" dirty="0">
                <a:latin typeface="Segoe UI"/>
                <a:cs typeface="Segoe UI"/>
              </a:rPr>
              <a:t> the seraph - and forthwith,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Appeared a shining throng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Of angels, praising God, who thus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Addressed their joyful song; 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7C545A-A9FF-F83E-ECAA-B8B26E7C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Communion- Hymn No 33</a:t>
            </a:r>
            <a:endParaRPr lang="en-US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449CA-508F-AB90-7899-7FEC48AABEEB}"/>
              </a:ext>
            </a:extLst>
          </p:cNvPr>
          <p:cNvSpPr/>
          <p:nvPr/>
        </p:nvSpPr>
        <p:spPr>
          <a:xfrm>
            <a:off x="685150" y="2704872"/>
            <a:ext cx="7507001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All glory be to God on high!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to the earth be peace!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Good will henceforth from heaven to men,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Begin and never cease!. 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59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Angels We Have Heard On High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FB8-7DA9-C068-B917-F2F24235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14B-AA11-4B05-CCB3-5C4B745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Angels We Have Heard On High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A5C34-F424-C660-DA1F-E52C8D69E1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12105-4609-3D02-0584-9524569291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1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20070-4C2D-4369-CDCF-0BF8D63BA87B}"/>
              </a:ext>
            </a:extLst>
          </p:cNvPr>
          <p:cNvSpPr/>
          <p:nvPr/>
        </p:nvSpPr>
        <p:spPr>
          <a:xfrm>
            <a:off x="197272" y="694361"/>
            <a:ext cx="8749455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F2600-C36E-53E7-98BA-A1D14BD91783}"/>
              </a:ext>
            </a:extLst>
          </p:cNvPr>
          <p:cNvSpPr txBox="1"/>
          <p:nvPr/>
        </p:nvSpPr>
        <p:spPr>
          <a:xfrm>
            <a:off x="357767" y="1223224"/>
            <a:ext cx="843632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Segoe UI"/>
              </a:rPr>
              <a:t>Angels we have heard on high</a:t>
            </a:r>
          </a:p>
          <a:p>
            <a:r>
              <a:rPr lang="en-US" sz="2800" dirty="0">
                <a:cs typeface="Segoe UI"/>
              </a:rPr>
              <a:t>Sweetly singing o'er the plains</a:t>
            </a:r>
          </a:p>
          <a:p>
            <a:r>
              <a:rPr lang="en-US" sz="2800" dirty="0">
                <a:cs typeface="Segoe UI"/>
              </a:rPr>
              <a:t>And the mountains in reply</a:t>
            </a:r>
          </a:p>
          <a:p>
            <a:r>
              <a:rPr lang="en-US" sz="2800" dirty="0">
                <a:cs typeface="Segoe UI"/>
              </a:rPr>
              <a:t>Echoing their joyous strains</a:t>
            </a:r>
          </a:p>
          <a:p>
            <a:endParaRPr lang="en-US" sz="2800" dirty="0"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endParaRPr lang="en-US" sz="2800" i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74215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0A29D-7C90-D802-7E80-B1D7A04D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7718-A6D3-DA02-8205-39CAC9AB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Angels We Have Heard On High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2202F-E816-FEF3-DD86-DCB21D34FC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CBF59-FF21-DAF0-21D9-F8AD89282EE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2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ED67B-76F6-C365-650E-2DCC0283FE40}"/>
              </a:ext>
            </a:extLst>
          </p:cNvPr>
          <p:cNvSpPr/>
          <p:nvPr/>
        </p:nvSpPr>
        <p:spPr>
          <a:xfrm>
            <a:off x="197272" y="694361"/>
            <a:ext cx="8749455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56B03-3205-B31C-D09E-60578FBD889D}"/>
              </a:ext>
            </a:extLst>
          </p:cNvPr>
          <p:cNvSpPr txBox="1"/>
          <p:nvPr/>
        </p:nvSpPr>
        <p:spPr>
          <a:xfrm>
            <a:off x="357767" y="1223224"/>
            <a:ext cx="843632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Segoe UI"/>
              </a:rPr>
              <a:t>Shepherds, why this jubilee?</a:t>
            </a:r>
            <a:endParaRPr lang="en-US" dirty="0"/>
          </a:p>
          <a:p>
            <a:r>
              <a:rPr lang="en-US" sz="2800" dirty="0">
                <a:cs typeface="Segoe UI"/>
              </a:rPr>
              <a:t>Why your joyous strains prolong?</a:t>
            </a:r>
            <a:endParaRPr lang="en-US" dirty="0"/>
          </a:p>
          <a:p>
            <a:r>
              <a:rPr lang="en-US" sz="2800" dirty="0">
                <a:cs typeface="Segoe UI"/>
              </a:rPr>
              <a:t>What the gladsome tidings be</a:t>
            </a:r>
            <a:endParaRPr lang="en-US" dirty="0"/>
          </a:p>
          <a:p>
            <a:r>
              <a:rPr lang="en-US" sz="2800" dirty="0">
                <a:cs typeface="Segoe UI"/>
              </a:rPr>
              <a:t>Which inspire your heavenly song</a:t>
            </a:r>
            <a:endParaRPr lang="en-US" dirty="0"/>
          </a:p>
          <a:p>
            <a:endParaRPr lang="en-US" sz="2800" dirty="0"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endParaRPr lang="en-US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3179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5018-256F-DC39-F32D-4046E628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F3AF-4D6D-2209-33DB-3071D89A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Angels We Have Heard On High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40783-63EA-EC50-D92A-5C748EDB7D7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40C29-5B61-094E-570D-7855908F1B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3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B645A2-8FA8-C46F-DDE2-C2BF6661186F}"/>
              </a:ext>
            </a:extLst>
          </p:cNvPr>
          <p:cNvSpPr/>
          <p:nvPr/>
        </p:nvSpPr>
        <p:spPr>
          <a:xfrm>
            <a:off x="197272" y="694361"/>
            <a:ext cx="8749455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3AF6E-0895-3721-E29F-D1D42FB937E2}"/>
              </a:ext>
            </a:extLst>
          </p:cNvPr>
          <p:cNvSpPr txBox="1"/>
          <p:nvPr/>
        </p:nvSpPr>
        <p:spPr>
          <a:xfrm>
            <a:off x="357767" y="1223224"/>
            <a:ext cx="843632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Segoe UI"/>
              </a:rPr>
              <a:t>Come to Bethlehem and see</a:t>
            </a:r>
            <a:endParaRPr lang="en-US" dirty="0"/>
          </a:p>
          <a:p>
            <a:r>
              <a:rPr lang="en-US" sz="2800" dirty="0">
                <a:cs typeface="Segoe UI"/>
              </a:rPr>
              <a:t>Him whose birth the angels sing.</a:t>
            </a:r>
            <a:endParaRPr lang="en-US" dirty="0"/>
          </a:p>
          <a:p>
            <a:r>
              <a:rPr lang="en-US" sz="2800" dirty="0">
                <a:cs typeface="Segoe UI"/>
              </a:rPr>
              <a:t>Come, adore on bended knee</a:t>
            </a:r>
            <a:endParaRPr lang="en-US" dirty="0"/>
          </a:p>
          <a:p>
            <a:r>
              <a:rPr lang="en-US" sz="2800" dirty="0">
                <a:cs typeface="Segoe UI"/>
              </a:rPr>
              <a:t>Christ the Lord, the newborn King</a:t>
            </a:r>
            <a:endParaRPr lang="en-US" dirty="0"/>
          </a:p>
          <a:p>
            <a:endParaRPr lang="en-US" sz="2800" dirty="0"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endParaRPr lang="en-US" sz="2800" i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64599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E144-EB6F-0EBA-5CCC-352D34952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0599-448B-E179-8038-9D4F8DAD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Angels We Have Heard On High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CEDF9-B42E-F14D-BD2E-FB6AEB57C0D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6CABF-1CE7-691D-3571-D5A02EE531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4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42BBD-D7EB-69B5-BE6D-FD52426EB6F7}"/>
              </a:ext>
            </a:extLst>
          </p:cNvPr>
          <p:cNvSpPr/>
          <p:nvPr/>
        </p:nvSpPr>
        <p:spPr>
          <a:xfrm>
            <a:off x="197272" y="694361"/>
            <a:ext cx="8749455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5CEB9-906F-C410-28CA-3C5FC5698CC8}"/>
              </a:ext>
            </a:extLst>
          </p:cNvPr>
          <p:cNvSpPr txBox="1"/>
          <p:nvPr/>
        </p:nvSpPr>
        <p:spPr>
          <a:xfrm>
            <a:off x="357767" y="1223224"/>
            <a:ext cx="843632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Segoe UI"/>
              </a:rPr>
              <a:t>See Him in a manger laid</a:t>
            </a:r>
            <a:endParaRPr lang="en-US"/>
          </a:p>
          <a:p>
            <a:r>
              <a:rPr lang="en-US" sz="2800" dirty="0">
                <a:cs typeface="Segoe UI"/>
              </a:rPr>
              <a:t>Whom the choirs of angels sing.</a:t>
            </a:r>
          </a:p>
          <a:p>
            <a:r>
              <a:rPr lang="en-US" sz="2800" dirty="0">
                <a:solidFill>
                  <a:srgbClr val="000000"/>
                </a:solidFill>
                <a:cs typeface="Segoe UI"/>
              </a:rPr>
              <a:t>Mary, Joseph, lend your aid</a:t>
            </a:r>
          </a:p>
          <a:p>
            <a:r>
              <a:rPr lang="en-US" sz="2800" dirty="0">
                <a:solidFill>
                  <a:srgbClr val="000000"/>
                </a:solidFill>
                <a:cs typeface="Segoe UI"/>
              </a:rPr>
              <a:t>While our hearts in love we raise</a:t>
            </a:r>
          </a:p>
          <a:p>
            <a:endParaRPr lang="en-US" sz="2800" dirty="0">
              <a:solidFill>
                <a:srgbClr val="000000"/>
              </a:solidFill>
              <a:cs typeface="Segoe UI"/>
            </a:endParaRP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r>
              <a:rPr lang="en-US" sz="2800" i="1" dirty="0">
                <a:solidFill>
                  <a:srgbClr val="FF0000"/>
                </a:solidFill>
                <a:cs typeface="Segoe UI"/>
              </a:rPr>
              <a:t>Gloria in Excelsis Deo</a:t>
            </a:r>
          </a:p>
          <a:p>
            <a:endParaRPr lang="en-US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49951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4937-8890-7A1F-9525-CB3A8C9D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1216-1950-314F-0C4F-5A054DB8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Go Tell It On The Mountain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08724-0A2D-6D10-4D80-0E9BABBBFDE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E364D-AAEF-2AF1-A96B-F71991FF1A0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33671-10F2-F861-86C9-60404309839C}"/>
              </a:ext>
            </a:extLst>
          </p:cNvPr>
          <p:cNvSpPr/>
          <p:nvPr/>
        </p:nvSpPr>
        <p:spPr>
          <a:xfrm>
            <a:off x="722671" y="1014516"/>
            <a:ext cx="7698657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Go tell it on the mountain 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Over the hills and everywhere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Go tell it on the mountain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That Jesus Christ is born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Down in the lowly manger</a:t>
            </a:r>
            <a:endParaRPr lang="en-US" dirty="0">
              <a:ea typeface="Calibri"/>
              <a:cs typeface="Calibri"/>
            </a:endParaRP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Our humble Christ was born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God sent us salvation</a:t>
            </a:r>
          </a:p>
          <a:p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That blessed Christmas morn</a:t>
            </a:r>
          </a:p>
        </p:txBody>
      </p:sp>
    </p:spTree>
    <p:extLst>
      <p:ext uri="{BB962C8B-B14F-4D97-AF65-F5344CB8AC3E}">
        <p14:creationId xmlns:p14="http://schemas.microsoft.com/office/powerpoint/2010/main" val="40194006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61A5-82E4-F7F0-7B15-C623526C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7A2C-E62B-8EB8-E85E-041754DC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Go Tell It On The Mountain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13CBF-712B-8390-E1A9-0056CCF2BDA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8D3EC-588D-91B1-BE2A-5D2F3BD2476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DAA201-9975-F453-8E12-FEC0AC3F42AB}"/>
              </a:ext>
            </a:extLst>
          </p:cNvPr>
          <p:cNvSpPr/>
          <p:nvPr/>
        </p:nvSpPr>
        <p:spPr>
          <a:xfrm>
            <a:off x="722671" y="1014516"/>
            <a:ext cx="7698657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Go tell it on the mountain 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Over the hills and everywhere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Go tell it on the mountain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That Jesus Christ is born</a:t>
            </a:r>
            <a:endParaRPr lang="en-US" sz="2800" i="1">
              <a:solidFill>
                <a:srgbClr val="FF0000"/>
              </a:solidFill>
              <a:latin typeface="Segoe UI"/>
              <a:cs typeface="Segoe UI"/>
            </a:endParaRPr>
          </a:p>
          <a:p>
            <a:endParaRPr lang="en-SG" sz="28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5573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2247</Words>
  <Application>Microsoft Office PowerPoint</Application>
  <PresentationFormat>On-screen Show (16:9)</PresentationFormat>
  <Paragraphs>414</Paragraphs>
  <Slides>48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O Come, All Ye Faithful</vt:lpstr>
      <vt:lpstr>Opening Hymn – O Come, All Ye Faithful</vt:lpstr>
      <vt:lpstr>Opening Hymn – O Come, All Ye Faithul</vt:lpstr>
      <vt:lpstr>Opening Hymn – O Come, All Ye Faithful</vt:lpstr>
      <vt:lpstr>PowerPoint Presentation</vt:lpstr>
      <vt:lpstr>Thanksgiving – I Am His, And He is Mine </vt:lpstr>
      <vt:lpstr>PowerPoint Presentation</vt:lpstr>
      <vt:lpstr>Offertory – Hymn No 111</vt:lpstr>
      <vt:lpstr>Offertory – Hymn No 111</vt:lpstr>
      <vt:lpstr>Offertory – Hymn No 111</vt:lpstr>
      <vt:lpstr>PowerPoint Presentation</vt:lpstr>
      <vt:lpstr>PowerPoint Presentation</vt:lpstr>
      <vt:lpstr>Confession – Hymn No 443</vt:lpstr>
      <vt:lpstr>Holy Communion – Hymn No 443</vt:lpstr>
      <vt:lpstr>Holy Communion – Hymn No 443</vt:lpstr>
      <vt:lpstr>Holy Communion – Hymn No 443</vt:lpstr>
      <vt:lpstr>Holy Communion – Hymn No 443</vt:lpstr>
      <vt:lpstr>Holy Communion – Hymn No 443</vt:lpstr>
      <vt:lpstr>Holy Communion – What Child Is This</vt:lpstr>
      <vt:lpstr>Holy Communion – What Child Is This</vt:lpstr>
      <vt:lpstr>Holy Communion – What Child Is This</vt:lpstr>
      <vt:lpstr>Holy Communion – What Child Is This</vt:lpstr>
      <vt:lpstr>Holy Communion – Angels From The Realms Of Glory</vt:lpstr>
      <vt:lpstr>Holy Communion – Angels From The Realms Of Glory</vt:lpstr>
      <vt:lpstr>Holy Communion – Angels From The Realms Of Glory</vt:lpstr>
      <vt:lpstr>Holy Communion – Angels From The Realms Of Glory</vt:lpstr>
      <vt:lpstr>Holy Communion – Angels From The Realms Of Glory</vt:lpstr>
      <vt:lpstr>Holy Communion – Hymn No 32</vt:lpstr>
      <vt:lpstr>Holy Communion – Hymn No 32</vt:lpstr>
      <vt:lpstr>Holy Communion – Hymn No 32</vt:lpstr>
      <vt:lpstr>Holy Communion – Hymn No 32</vt:lpstr>
      <vt:lpstr>Holy Communion – Hymn No 32</vt:lpstr>
      <vt:lpstr>Holy Communion – Hymn No 32</vt:lpstr>
      <vt:lpstr>Holy Communion – Hymn No 32</vt:lpstr>
      <vt:lpstr>Holy Communion- Hymn No 33</vt:lpstr>
      <vt:lpstr>Holy Communion- Hymn No 33</vt:lpstr>
      <vt:lpstr>Holy Communion- Hymn No 33</vt:lpstr>
      <vt:lpstr>Holy Communion- Hymn No 33</vt:lpstr>
      <vt:lpstr>Holy Communion – Angels We Have Heard On High</vt:lpstr>
      <vt:lpstr>Holy Communion – Angels We Have Heard On High</vt:lpstr>
      <vt:lpstr>Holy Communion – Angels We Have Heard On High</vt:lpstr>
      <vt:lpstr>Holy Communion – Angels We Have Heard On High</vt:lpstr>
      <vt:lpstr>Holy Communion – Angels We Have Heard On High</vt:lpstr>
      <vt:lpstr>PowerPoint Presentation</vt:lpstr>
      <vt:lpstr>Closing Hymn – Go Tell It On The Mountain</vt:lpstr>
      <vt:lpstr>Closing Hymn – Go Tell It On The Mountain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129</cp:revision>
  <dcterms:created xsi:type="dcterms:W3CDTF">2020-09-02T02:55:07Z</dcterms:created>
  <dcterms:modified xsi:type="dcterms:W3CDTF">2025-12-24T14:02:18Z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