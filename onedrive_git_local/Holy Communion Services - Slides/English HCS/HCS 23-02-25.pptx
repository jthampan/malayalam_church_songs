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65"/>
  </p:notesMasterIdLst>
  <p:sldIdLst>
    <p:sldId id="811" r:id="rId7"/>
    <p:sldId id="813" r:id="rId8"/>
    <p:sldId id="1390" r:id="rId9"/>
    <p:sldId id="1648" r:id="rId10"/>
    <p:sldId id="1650" r:id="rId11"/>
    <p:sldId id="1690" r:id="rId12"/>
    <p:sldId id="1688" r:id="rId13"/>
    <p:sldId id="1691" r:id="rId14"/>
    <p:sldId id="821" r:id="rId15"/>
    <p:sldId id="851" r:id="rId16"/>
    <p:sldId id="1318" r:id="rId17"/>
    <p:sldId id="822" r:id="rId18"/>
    <p:sldId id="1681" r:id="rId19"/>
    <p:sldId id="1682" r:id="rId20"/>
    <p:sldId id="1324" r:id="rId21"/>
    <p:sldId id="823" r:id="rId22"/>
    <p:sldId id="824" r:id="rId23"/>
    <p:sldId id="1277" r:id="rId24"/>
    <p:sldId id="1696" r:id="rId25"/>
    <p:sldId id="1388" r:id="rId26"/>
    <p:sldId id="1396" r:id="rId27"/>
    <p:sldId id="1632" r:id="rId28"/>
    <p:sldId id="1633" r:id="rId29"/>
    <p:sldId id="1634" r:id="rId30"/>
    <p:sldId id="1692" r:id="rId31"/>
    <p:sldId id="949" r:id="rId32"/>
    <p:sldId id="1389" r:id="rId33"/>
    <p:sldId id="1656" r:id="rId34"/>
    <p:sldId id="1693" r:id="rId35"/>
    <p:sldId id="1694" r:id="rId36"/>
    <p:sldId id="1402" r:id="rId37"/>
    <p:sldId id="1403" r:id="rId38"/>
    <p:sldId id="1658" r:id="rId39"/>
    <p:sldId id="1659" r:id="rId40"/>
    <p:sldId id="1407" r:id="rId41"/>
    <p:sldId id="1408" r:id="rId42"/>
    <p:sldId id="1638" r:id="rId43"/>
    <p:sldId id="1639" r:id="rId44"/>
    <p:sldId id="1665" r:id="rId45"/>
    <p:sldId id="1411" r:id="rId46"/>
    <p:sldId id="1606" r:id="rId47"/>
    <p:sldId id="1666" r:id="rId48"/>
    <p:sldId id="1699" r:id="rId49"/>
    <p:sldId id="1701" r:id="rId50"/>
    <p:sldId id="1608" r:id="rId51"/>
    <p:sldId id="1609" r:id="rId52"/>
    <p:sldId id="1703" r:id="rId53"/>
    <p:sldId id="1704" r:id="rId54"/>
    <p:sldId id="1705" r:id="rId55"/>
    <p:sldId id="1702" r:id="rId56"/>
    <p:sldId id="1706" r:id="rId57"/>
    <p:sldId id="1707" r:id="rId58"/>
    <p:sldId id="1708" r:id="rId59"/>
    <p:sldId id="1697" r:id="rId60"/>
    <p:sldId id="820" r:id="rId61"/>
    <p:sldId id="1201" r:id="rId62"/>
    <p:sldId id="1679" r:id="rId63"/>
    <p:sldId id="1698" r:id="rId6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2973D7-3341-5773-840C-46CC6DBF0970}" v="1" dt="2025-02-14T05:07:58.498"/>
    <p1510:client id="{78F3CBD8-686C-4FAD-97BF-BA8A5CAD6542}" v="23" dt="2025-02-14T05:09:48.109"/>
    <p1510:client id="{8BEFF9B5-C742-92E3-5B95-256658CE0900}" v="11" dt="2025-02-14T05:18:12.0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94"/>
  </p:normalViewPr>
  <p:slideViewPr>
    <p:cSldViewPr snapToGrid="0">
      <p:cViewPr>
        <p:scale>
          <a:sx n="141" d="100"/>
          <a:sy n="141" d="100"/>
        </p:scale>
        <p:origin x="8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viewProps" Target="viewProps.xml"/><Relationship Id="rId7" Type="http://schemas.openxmlformats.org/officeDocument/2006/relationships/slide" Target="slides/slide1.xml"/><Relationship Id="rId71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theme" Target="theme/theme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microsoft.com/office/2018/10/relationships/authors" Target="author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presProps" Target="pres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21/02/2025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86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641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722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244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2091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83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3D403-24C0-5CFB-EB4A-53C74CE7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62BE3-0AAE-A10F-B881-36B7618C6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9E057-5C0F-C0CD-6E92-916CC8F1E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9F3F1-356E-CF29-E156-25B757003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568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125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044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700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70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23 Feb 2025,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3958521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23 Feb 2025,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23 Feb 2025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23 Feb 2025,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588488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797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8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09567" y="878986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GB" sz="6000" b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Reorganisation of Life to Experience the Kingdom of God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GB" sz="60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Opening Hymn</a:t>
            </a:r>
          </a:p>
          <a:p>
            <a:r>
              <a:rPr lang="en-US" i="1" dirty="0">
                <a:solidFill>
                  <a:schemeClr val="bg1"/>
                </a:solidFill>
              </a:rPr>
              <a:t>Song no: 23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Song no: </a:t>
            </a:r>
            <a:r>
              <a:rPr lang="en-US" dirty="0"/>
              <a:t>23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759855" y="1411854"/>
            <a:ext cx="791583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To God be the glory! great things He hath done: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So loved He the world that He gave us His Son;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Who yielded His life an atonement for sin,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And opened the Life-gate that all may go in.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1 of 6</a:t>
            </a:r>
          </a:p>
        </p:txBody>
      </p:sp>
    </p:spTree>
    <p:extLst>
      <p:ext uri="{BB962C8B-B14F-4D97-AF65-F5344CB8AC3E}">
        <p14:creationId xmlns:p14="http://schemas.microsoft.com/office/powerpoint/2010/main" val="271695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9DCC-FF1C-627E-B31C-A8F1C3221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6877-2B4C-ACDD-1D0F-6A4EF3607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Song no: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BF0D2C0-8780-3569-4798-4330D727F88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D04E0-2BA2-B70E-C21F-60C1511AA59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2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8B8AC-D4F6-2B0B-F81D-06DE3F5F7FF3}"/>
              </a:ext>
            </a:extLst>
          </p:cNvPr>
          <p:cNvSpPr txBox="1"/>
          <p:nvPr/>
        </p:nvSpPr>
        <p:spPr>
          <a:xfrm>
            <a:off x="371976" y="1309497"/>
            <a:ext cx="833698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 dirty="0">
                <a:solidFill>
                  <a:srgbClr val="731A02"/>
                </a:solidFill>
                <a:effectLst/>
              </a:rPr>
              <a:t>Praise the Lord! praise the Lord!</a:t>
            </a:r>
          </a:p>
          <a:p>
            <a:pPr algn="ctr"/>
            <a:r>
              <a:rPr lang="en-SG" sz="2800" dirty="0">
                <a:solidFill>
                  <a:srgbClr val="731A02"/>
                </a:solidFill>
                <a:effectLst/>
              </a:rPr>
              <a:t>Let the earth hear His voice!</a:t>
            </a:r>
          </a:p>
          <a:p>
            <a:pPr algn="ctr"/>
            <a:r>
              <a:rPr lang="en-SG" sz="2800" dirty="0">
                <a:solidFill>
                  <a:srgbClr val="731A02"/>
                </a:solidFill>
                <a:effectLst/>
              </a:rPr>
              <a:t>Praise the Lord! praise the Lord!</a:t>
            </a:r>
          </a:p>
          <a:p>
            <a:pPr algn="ctr"/>
            <a:r>
              <a:rPr lang="en-SG" sz="2800" dirty="0">
                <a:solidFill>
                  <a:srgbClr val="731A02"/>
                </a:solidFill>
                <a:effectLst/>
              </a:rPr>
              <a:t>Let the people rejoice!</a:t>
            </a:r>
          </a:p>
          <a:p>
            <a:pPr algn="ctr"/>
            <a:r>
              <a:rPr lang="en-SG" sz="2800" dirty="0">
                <a:solidFill>
                  <a:srgbClr val="731A02"/>
                </a:solidFill>
                <a:effectLst/>
              </a:rPr>
              <a:t>Oh, come to the Father, through Jesus the Son;</a:t>
            </a:r>
          </a:p>
          <a:p>
            <a:pPr algn="ctr"/>
            <a:r>
              <a:rPr lang="en-SG" sz="2800" dirty="0">
                <a:solidFill>
                  <a:srgbClr val="731A02"/>
                </a:solidFill>
                <a:effectLst/>
              </a:rPr>
              <a:t>And give Him the glory! </a:t>
            </a:r>
            <a:r>
              <a:rPr lang="en-SG" sz="2800" dirty="0">
                <a:solidFill>
                  <a:srgbClr val="731A02"/>
                </a:solidFill>
              </a:rPr>
              <a:t>G</a:t>
            </a:r>
            <a:r>
              <a:rPr lang="en-SG" sz="2800" dirty="0">
                <a:solidFill>
                  <a:srgbClr val="731A02"/>
                </a:solidFill>
                <a:effectLst/>
              </a:rPr>
              <a:t>reat things He hath done!</a:t>
            </a:r>
          </a:p>
        </p:txBody>
      </p:sp>
    </p:spTree>
    <p:extLst>
      <p:ext uri="{BB962C8B-B14F-4D97-AF65-F5344CB8AC3E}">
        <p14:creationId xmlns:p14="http://schemas.microsoft.com/office/powerpoint/2010/main" val="2217838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CF6C1-ACA7-CB03-7D98-F10633134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A7FB-B28B-77E6-5E83-24123D1F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Song no: </a:t>
            </a:r>
            <a:r>
              <a:rPr lang="en-US" dirty="0"/>
              <a:t>23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C9E51F-13F8-65B7-1C0C-CCEC88DE61A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5AB6B8-6EE4-4538-3B88-89DD2F61514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3 of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5D601-1C94-FB93-0855-228276D2F37F}"/>
              </a:ext>
            </a:extLst>
          </p:cNvPr>
          <p:cNvSpPr txBox="1"/>
          <p:nvPr/>
        </p:nvSpPr>
        <p:spPr>
          <a:xfrm>
            <a:off x="736001" y="1388000"/>
            <a:ext cx="791583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O perfect redemption, the purchase of blood,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To every believe the promise of God;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The vilest offender who truly believes,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That moment from Jesus a pardon receives.</a:t>
            </a:r>
          </a:p>
        </p:txBody>
      </p:sp>
    </p:spTree>
    <p:extLst>
      <p:ext uri="{BB962C8B-B14F-4D97-AF65-F5344CB8AC3E}">
        <p14:creationId xmlns:p14="http://schemas.microsoft.com/office/powerpoint/2010/main" val="306772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FC9F8-BBC7-4BC3-1D31-3706B0D15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355F2-3A57-8C99-7A93-C180DB3D4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Song no: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DAD120B-1BD7-4E4F-0ABF-5D624C054A9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B74446-6F93-6308-9504-6D95181A653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4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108764-0157-51F7-91FB-0FE40C96EF0B}"/>
              </a:ext>
            </a:extLst>
          </p:cNvPr>
          <p:cNvSpPr txBox="1"/>
          <p:nvPr/>
        </p:nvSpPr>
        <p:spPr>
          <a:xfrm>
            <a:off x="298022" y="1361023"/>
            <a:ext cx="843084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 dirty="0">
                <a:solidFill>
                  <a:srgbClr val="731A02"/>
                </a:solidFill>
                <a:effectLst/>
              </a:rPr>
              <a:t>Praise the Lord! praise the Lord!</a:t>
            </a:r>
          </a:p>
          <a:p>
            <a:pPr algn="ctr"/>
            <a:r>
              <a:rPr lang="en-SG" sz="2800" dirty="0">
                <a:solidFill>
                  <a:srgbClr val="731A02"/>
                </a:solidFill>
                <a:effectLst/>
              </a:rPr>
              <a:t>Let the earth hear His voice!</a:t>
            </a:r>
          </a:p>
          <a:p>
            <a:pPr algn="ctr"/>
            <a:r>
              <a:rPr lang="en-SG" sz="2800" dirty="0">
                <a:solidFill>
                  <a:srgbClr val="731A02"/>
                </a:solidFill>
                <a:effectLst/>
              </a:rPr>
              <a:t>Praise the Lord! praise the Lord!</a:t>
            </a:r>
          </a:p>
          <a:p>
            <a:pPr algn="ctr"/>
            <a:r>
              <a:rPr lang="en-SG" sz="2800" dirty="0">
                <a:solidFill>
                  <a:srgbClr val="731A02"/>
                </a:solidFill>
                <a:effectLst/>
              </a:rPr>
              <a:t>Let the people rejoice!</a:t>
            </a:r>
          </a:p>
          <a:p>
            <a:pPr algn="ctr"/>
            <a:r>
              <a:rPr lang="en-SG" sz="2800" dirty="0">
                <a:solidFill>
                  <a:srgbClr val="731A02"/>
                </a:solidFill>
                <a:effectLst/>
              </a:rPr>
              <a:t>Oh, come to the Father, through Jesus the Son;</a:t>
            </a:r>
          </a:p>
          <a:p>
            <a:pPr algn="ctr"/>
            <a:r>
              <a:rPr lang="en-SG" sz="2800" dirty="0">
                <a:solidFill>
                  <a:srgbClr val="731A02"/>
                </a:solidFill>
                <a:effectLst/>
              </a:rPr>
              <a:t>And give Him the glory! </a:t>
            </a:r>
            <a:r>
              <a:rPr lang="en-SG" sz="2800" dirty="0">
                <a:solidFill>
                  <a:srgbClr val="731A02"/>
                </a:solidFill>
              </a:rPr>
              <a:t>G</a:t>
            </a:r>
            <a:r>
              <a:rPr lang="en-SG" sz="2800" dirty="0">
                <a:solidFill>
                  <a:srgbClr val="731A02"/>
                </a:solidFill>
                <a:effectLst/>
              </a:rPr>
              <a:t>reat things He hath done!</a:t>
            </a:r>
          </a:p>
        </p:txBody>
      </p:sp>
    </p:spTree>
    <p:extLst>
      <p:ext uri="{BB962C8B-B14F-4D97-AF65-F5344CB8AC3E}">
        <p14:creationId xmlns:p14="http://schemas.microsoft.com/office/powerpoint/2010/main" val="540352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4EC4-E478-5E62-87FB-ED5267907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4E4B6-3731-3C4E-E766-07803A86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Song no: </a:t>
            </a:r>
            <a:r>
              <a:rPr lang="en-US" dirty="0"/>
              <a:t>23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51ACCC1-E20A-DFB5-C4C6-DFEF493619E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42F8F0-FA93-AC60-BA95-82B4F496205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5 of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DCAF6C-916C-3444-CBD9-AD2D8505DB78}"/>
              </a:ext>
            </a:extLst>
          </p:cNvPr>
          <p:cNvSpPr txBox="1"/>
          <p:nvPr/>
        </p:nvSpPr>
        <p:spPr>
          <a:xfrm>
            <a:off x="728049" y="1308488"/>
            <a:ext cx="791583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Great things He hath taught us,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Great things He hath done,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And great our rejoicing through Jesus the Son;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But purer, and higher, and greater will be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Our wonder, our transport, when Jesus we see.</a:t>
            </a:r>
          </a:p>
        </p:txBody>
      </p:sp>
    </p:spTree>
    <p:extLst>
      <p:ext uri="{BB962C8B-B14F-4D97-AF65-F5344CB8AC3E}">
        <p14:creationId xmlns:p14="http://schemas.microsoft.com/office/powerpoint/2010/main" val="1710022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941AF-19A5-F790-A0F8-F8E3B96B5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07951-DCB7-C870-5E12-6671B603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Song no: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408C619-4A7F-FE37-062B-7FF7A04B1B1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A4CA77-BA69-BCAC-CC74-6A07BE29614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6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452407-50D0-37C3-CAE0-EE2C25CC1236}"/>
              </a:ext>
            </a:extLst>
          </p:cNvPr>
          <p:cNvSpPr txBox="1"/>
          <p:nvPr/>
        </p:nvSpPr>
        <p:spPr>
          <a:xfrm>
            <a:off x="297653" y="1278736"/>
            <a:ext cx="85486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 dirty="0">
                <a:solidFill>
                  <a:srgbClr val="731A02"/>
                </a:solidFill>
                <a:effectLst/>
              </a:rPr>
              <a:t>Praise the Lord! praise the Lord!</a:t>
            </a:r>
          </a:p>
          <a:p>
            <a:pPr algn="ctr"/>
            <a:r>
              <a:rPr lang="en-SG" sz="2800" dirty="0">
                <a:solidFill>
                  <a:srgbClr val="731A02"/>
                </a:solidFill>
                <a:effectLst/>
              </a:rPr>
              <a:t>Let the earth hear His voice!</a:t>
            </a:r>
          </a:p>
          <a:p>
            <a:pPr algn="ctr"/>
            <a:r>
              <a:rPr lang="en-SG" sz="2800" dirty="0">
                <a:solidFill>
                  <a:srgbClr val="731A02"/>
                </a:solidFill>
                <a:effectLst/>
              </a:rPr>
              <a:t>Praise the Lord! praise the Lord!</a:t>
            </a:r>
          </a:p>
          <a:p>
            <a:pPr algn="ctr"/>
            <a:r>
              <a:rPr lang="en-SG" sz="2800" dirty="0">
                <a:solidFill>
                  <a:srgbClr val="731A02"/>
                </a:solidFill>
                <a:effectLst/>
              </a:rPr>
              <a:t>Let the people rejoice!</a:t>
            </a:r>
          </a:p>
          <a:p>
            <a:pPr algn="ctr"/>
            <a:r>
              <a:rPr lang="en-SG" sz="2800" dirty="0">
                <a:solidFill>
                  <a:srgbClr val="731A02"/>
                </a:solidFill>
                <a:effectLst/>
              </a:rPr>
              <a:t>Oh, come to the Father, through Jesus the Son;</a:t>
            </a:r>
          </a:p>
          <a:p>
            <a:pPr algn="ctr"/>
            <a:r>
              <a:rPr lang="en-SG" sz="2800" dirty="0">
                <a:solidFill>
                  <a:srgbClr val="731A02"/>
                </a:solidFill>
                <a:effectLst/>
              </a:rPr>
              <a:t>And give Him the glory! </a:t>
            </a:r>
            <a:r>
              <a:rPr lang="en-SG" sz="2800" dirty="0">
                <a:solidFill>
                  <a:srgbClr val="731A02"/>
                </a:solidFill>
              </a:rPr>
              <a:t>G</a:t>
            </a:r>
            <a:r>
              <a:rPr lang="en-SG" sz="2800" dirty="0">
                <a:solidFill>
                  <a:srgbClr val="731A02"/>
                </a:solidFill>
                <a:effectLst/>
              </a:rPr>
              <a:t>reat things He hath done!</a:t>
            </a:r>
          </a:p>
        </p:txBody>
      </p:sp>
    </p:spTree>
    <p:extLst>
      <p:ext uri="{BB962C8B-B14F-4D97-AF65-F5344CB8AC3E}">
        <p14:creationId xmlns:p14="http://schemas.microsoft.com/office/powerpoint/2010/main" val="3535561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7"/>
            <a:ext cx="6117328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7"/>
            <a:ext cx="6053864" cy="2120444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Thanksgiving Prayers </a:t>
            </a:r>
          </a:p>
          <a:p>
            <a:r>
              <a:rPr lang="en-SG" sz="4400" i="1" dirty="0">
                <a:solidFill>
                  <a:schemeClr val="bg1"/>
                </a:solidFill>
              </a:rPr>
              <a:t>For each day of life we thank you</a:t>
            </a:r>
          </a:p>
          <a:p>
            <a:endParaRPr lang="en-GB" sz="44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Thanksgiving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142322" y="1360143"/>
            <a:ext cx="68593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For each day of life we thank you,</a:t>
            </a:r>
            <a:endParaRPr lang="en-SG" sz="2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2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Lord, the giver of all days;</a:t>
            </a:r>
            <a:endParaRPr lang="en-SG" sz="2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2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 with hearts filled with thanksgiving,</a:t>
            </a:r>
            <a:endParaRPr lang="en-SG" sz="2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We would serve you, Lord, always.</a:t>
            </a:r>
            <a:r>
              <a:rPr lang="en-SG" sz="2800" dirty="0">
                <a:effectLst/>
              </a:rPr>
              <a:t> 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1906155" y="1344885"/>
            <a:ext cx="5331690" cy="2238948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77428" y="1278318"/>
            <a:ext cx="5260417" cy="2372082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  <a:p>
            <a:pPr>
              <a:spcAft>
                <a:spcPts val="0"/>
              </a:spcAft>
            </a:pPr>
            <a:r>
              <a:rPr lang="en-SG" sz="4400" i="1" dirty="0">
                <a:solidFill>
                  <a:schemeClr val="bg1"/>
                </a:solidFill>
              </a:rPr>
              <a:t>Song no: 574</a:t>
            </a:r>
            <a:endParaRPr lang="en-GB" sz="44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</a:t>
            </a:r>
            <a:r>
              <a:rPr lang="en-SG" sz="2800" dirty="0">
                <a:solidFill>
                  <a:schemeClr val="bg1"/>
                </a:solidFill>
              </a:rPr>
              <a:t>Song no: 574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1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5" y="917787"/>
            <a:ext cx="660848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000000"/>
                </a:solidFill>
                <a:effectLst/>
              </a:rPr>
              <a:t>Thou my everlasting Portion,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More than friend or life to me,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All along my pilgrim journey,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Saviour, let me walk with Thee.</a:t>
            </a:r>
          </a:p>
          <a:p>
            <a:endParaRPr lang="en-SG" sz="2800" dirty="0">
              <a:solidFill>
                <a:srgbClr val="000000"/>
              </a:solidFill>
              <a:effectLst/>
            </a:endParaRP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Close to Thee, close to Thee,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Close to Thee, close to Thee,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All along my pilgrim journey,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Saviour, let me walk with Thee</a:t>
            </a:r>
            <a:r>
              <a:rPr lang="en-SG" sz="2800" dirty="0">
                <a:solidFill>
                  <a:srgbClr val="731A02"/>
                </a:solidFill>
                <a:effectLst/>
                <a:latin typeface="Helvetica" pitchFamily="2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1B7E7-45DB-FD71-76ED-02BF4B860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85EB9-3443-F964-98AC-34DDEB675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</a:t>
            </a:r>
            <a:r>
              <a:rPr lang="en-SG" sz="2800" dirty="0">
                <a:solidFill>
                  <a:schemeClr val="bg1"/>
                </a:solidFill>
              </a:rPr>
              <a:t>Song no: 574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673A05-8EF3-D172-CFED-AE61F1312D42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88954B-AE18-BE49-D917-D1BE19DAF61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2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E240EC-5709-6842-E58D-01D648BB7F78}"/>
              </a:ext>
            </a:extLst>
          </p:cNvPr>
          <p:cNvSpPr txBox="1"/>
          <p:nvPr/>
        </p:nvSpPr>
        <p:spPr>
          <a:xfrm>
            <a:off x="92765" y="917787"/>
            <a:ext cx="660848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dirty="0">
                <a:effectLst/>
              </a:rPr>
              <a:t>Not for ease or worldly pleasure, </a:t>
            </a:r>
          </a:p>
          <a:p>
            <a:r>
              <a:rPr lang="en-SG" sz="2800" dirty="0">
                <a:effectLst/>
              </a:rPr>
              <a:t>Not for fame my prayer shall be;</a:t>
            </a:r>
          </a:p>
          <a:p>
            <a:r>
              <a:rPr lang="en-SG" sz="2800" dirty="0">
                <a:effectLst/>
              </a:rPr>
              <a:t>Gladly will I toil and suffer, </a:t>
            </a:r>
          </a:p>
          <a:p>
            <a:r>
              <a:rPr lang="en-SG" sz="2800" dirty="0">
                <a:effectLst/>
              </a:rPr>
              <a:t>Only let me walk with Thee.</a:t>
            </a:r>
          </a:p>
          <a:p>
            <a:endParaRPr lang="en-SG" sz="2800" dirty="0">
              <a:effectLst/>
            </a:endParaRP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Close to Thee, close to Thee, 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Close to Thee, close to Thee, 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Gladly will I toil and suffer, 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Only let me walk with Thee.</a:t>
            </a:r>
          </a:p>
        </p:txBody>
      </p:sp>
      <p:pic>
        <p:nvPicPr>
          <p:cNvPr id="8" name="Picture 7" descr="A qr code with a pay now logo&#10;&#10;AI-generated content may be incorrect.">
            <a:extLst>
              <a:ext uri="{FF2B5EF4-FFF2-40B4-BE49-F238E27FC236}">
                <a16:creationId xmlns:a16="http://schemas.microsoft.com/office/drawing/2014/main" id="{3749699A-A903-554B-1C92-20C83C2A49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57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E1DA0-2893-09CB-E382-ADB01DF0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3CDA7-E4DB-09C2-1A6A-477AC67D0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</a:t>
            </a:r>
            <a:r>
              <a:rPr lang="en-SG" sz="2800" dirty="0">
                <a:solidFill>
                  <a:schemeClr val="bg1"/>
                </a:solidFill>
              </a:rPr>
              <a:t>Song no: 574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0F13352-C85D-59F1-213E-99E0F88463C8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110AFA-758C-8FE7-B852-B611D886612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3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1AADA6-E65B-EAE8-C504-646E8D61A91D}"/>
              </a:ext>
            </a:extLst>
          </p:cNvPr>
          <p:cNvSpPr txBox="1"/>
          <p:nvPr/>
        </p:nvSpPr>
        <p:spPr>
          <a:xfrm>
            <a:off x="92765" y="917787"/>
            <a:ext cx="660848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dirty="0">
                <a:effectLst/>
              </a:rPr>
              <a:t>Lead me through the vale of shadows,</a:t>
            </a:r>
          </a:p>
          <a:p>
            <a:r>
              <a:rPr lang="en-SG" sz="2800" dirty="0">
                <a:effectLst/>
              </a:rPr>
              <a:t>Bear me o'er life's fitful sea.</a:t>
            </a:r>
          </a:p>
          <a:p>
            <a:r>
              <a:rPr lang="en-SG" sz="2800" dirty="0">
                <a:effectLst/>
              </a:rPr>
              <a:t>Then the gate of life eternal </a:t>
            </a:r>
          </a:p>
          <a:p>
            <a:r>
              <a:rPr lang="en-SG" sz="2800" dirty="0">
                <a:effectLst/>
              </a:rPr>
              <a:t>May I enter, Lord, with Thee.</a:t>
            </a:r>
          </a:p>
          <a:p>
            <a:endParaRPr lang="en-SG" sz="2800" dirty="0">
              <a:effectLst/>
            </a:endParaRP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Close to Thee, close to Thee, 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Close to Thee, close to Thee, 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Then the gate of life eternal 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May I enter, Lord, with Thee.</a:t>
            </a:r>
          </a:p>
        </p:txBody>
      </p:sp>
      <p:pic>
        <p:nvPicPr>
          <p:cNvPr id="8" name="Picture 7" descr="A qr code with a pay now logo&#10;&#10;AI-generated content may be incorrect.">
            <a:extLst>
              <a:ext uri="{FF2B5EF4-FFF2-40B4-BE49-F238E27FC236}">
                <a16:creationId xmlns:a16="http://schemas.microsoft.com/office/drawing/2014/main" id="{80DCE5F4-1D59-A440-B6EC-525FFCE5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903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Confession –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Come believing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16826" y="819931"/>
            <a:ext cx="7301974" cy="4072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b="0" i="0" dirty="0">
                <a:effectLst/>
              </a:rPr>
              <a:t>Once again the Gospel message</a:t>
            </a:r>
            <a:br>
              <a:rPr lang="en-SG" sz="2800" dirty="0"/>
            </a:br>
            <a:r>
              <a:rPr lang="en-SG" sz="2800" b="0" i="0" dirty="0">
                <a:effectLst/>
              </a:rPr>
              <a:t>From the Savior you have heard;</a:t>
            </a:r>
            <a:br>
              <a:rPr lang="en-SG" sz="2800" dirty="0"/>
            </a:br>
            <a:r>
              <a:rPr lang="en-SG" sz="2800" b="0" i="0" dirty="0">
                <a:effectLst/>
              </a:rPr>
              <a:t>Will you heed the invitation?</a:t>
            </a:r>
            <a:br>
              <a:rPr lang="en-SG" sz="2800" dirty="0"/>
            </a:br>
            <a:r>
              <a:rPr lang="en-SG" sz="2800" b="0" i="0" dirty="0">
                <a:effectLst/>
              </a:rPr>
              <a:t>Will you turn and seek the Lord?</a:t>
            </a:r>
          </a:p>
          <a:p>
            <a:pPr algn="ctr">
              <a:spcAft>
                <a:spcPts val="400"/>
              </a:spcAft>
            </a:pPr>
            <a:endParaRPr lang="en-SG" sz="2800" b="0" i="0" dirty="0">
              <a:effectLst/>
            </a:endParaRPr>
          </a:p>
          <a:p>
            <a:pPr algn="ctr">
              <a:spcAft>
                <a:spcPts val="400"/>
              </a:spcAft>
            </a:pPr>
            <a:r>
              <a:rPr lang="en-SG" sz="2800" b="0" i="0" dirty="0">
                <a:solidFill>
                  <a:srgbClr val="731A02"/>
                </a:solidFill>
                <a:effectLst/>
              </a:rPr>
              <a:t>Come believing! come believing!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b="0" i="0" dirty="0">
                <a:solidFill>
                  <a:srgbClr val="731A02"/>
                </a:solidFill>
                <a:effectLst/>
              </a:rPr>
              <a:t>Come to Jesus! look and live!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b="0" i="0" dirty="0">
                <a:solidFill>
                  <a:srgbClr val="731A02"/>
                </a:solidFill>
                <a:effectLst/>
              </a:rPr>
              <a:t>Come believing! come believing!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b="0" i="0" dirty="0">
                <a:solidFill>
                  <a:srgbClr val="731A02"/>
                </a:solidFill>
                <a:effectLst/>
              </a:rPr>
              <a:t>Come to Jesus! look and live!</a:t>
            </a:r>
            <a:endParaRPr lang="en-SG" sz="2800" dirty="0">
              <a:solidFill>
                <a:srgbClr val="731A0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882DB-A37B-D33E-1E7F-3F4FAAE1E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3F27C9F-1C24-FBB0-2A94-977A5AB65B35}"/>
              </a:ext>
            </a:extLst>
          </p:cNvPr>
          <p:cNvSpPr txBox="1">
            <a:spLocks/>
          </p:cNvSpPr>
          <p:nvPr/>
        </p:nvSpPr>
        <p:spPr>
          <a:xfrm>
            <a:off x="1009567" y="878986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GB" sz="6000" b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Reorganisation of Life to Experience the Kingdom of God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GB" sz="60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21070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381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381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4BAA-A1C4-D93D-26CE-AE47C64DB6A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1 of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4042C2-B4E0-CA2C-4D84-9A8D229A26A8}"/>
              </a:ext>
            </a:extLst>
          </p:cNvPr>
          <p:cNvSpPr/>
          <p:nvPr/>
        </p:nvSpPr>
        <p:spPr>
          <a:xfrm>
            <a:off x="916826" y="803373"/>
            <a:ext cx="7301974" cy="4072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b="0" i="0" dirty="0">
                <a:effectLst/>
              </a:rPr>
              <a:t>Once again the Gospel message</a:t>
            </a:r>
            <a:br>
              <a:rPr lang="en-SG" sz="2800" dirty="0"/>
            </a:br>
            <a:r>
              <a:rPr lang="en-SG" sz="2800" b="0" i="0" dirty="0">
                <a:effectLst/>
              </a:rPr>
              <a:t>From the Savior you have heard;</a:t>
            </a:r>
            <a:br>
              <a:rPr lang="en-SG" sz="2800" dirty="0"/>
            </a:br>
            <a:r>
              <a:rPr lang="en-SG" sz="2800" b="0" i="0" dirty="0">
                <a:effectLst/>
              </a:rPr>
              <a:t>Will you heed the invitation?</a:t>
            </a:r>
            <a:br>
              <a:rPr lang="en-SG" sz="2800" dirty="0"/>
            </a:br>
            <a:r>
              <a:rPr lang="en-SG" sz="2800" b="0" i="0" dirty="0">
                <a:effectLst/>
              </a:rPr>
              <a:t>Will you turn and seek the Lord?</a:t>
            </a:r>
          </a:p>
          <a:p>
            <a:pPr>
              <a:spcAft>
                <a:spcPts val="400"/>
              </a:spcAft>
            </a:pPr>
            <a:endParaRPr lang="en-SG" sz="2800" b="0" i="0" dirty="0">
              <a:effectLst/>
            </a:endParaRPr>
          </a:p>
          <a:p>
            <a:pPr>
              <a:spcAft>
                <a:spcPts val="400"/>
              </a:spcAft>
            </a:pPr>
            <a:r>
              <a:rPr lang="en-SG" sz="2800" b="0" i="0" dirty="0">
                <a:solidFill>
                  <a:srgbClr val="731A02"/>
                </a:solidFill>
                <a:effectLst/>
              </a:rPr>
              <a:t>Come believing! come believing!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b="0" i="0" dirty="0">
                <a:solidFill>
                  <a:srgbClr val="731A02"/>
                </a:solidFill>
                <a:effectLst/>
              </a:rPr>
              <a:t>Come to Jesus! look and live!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b="0" i="0" dirty="0">
                <a:solidFill>
                  <a:srgbClr val="731A02"/>
                </a:solidFill>
                <a:effectLst/>
              </a:rPr>
              <a:t>Come believing! come believing!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b="0" i="0" dirty="0">
                <a:solidFill>
                  <a:srgbClr val="731A02"/>
                </a:solidFill>
                <a:effectLst/>
              </a:rPr>
              <a:t>Come to Jesus! look and live!</a:t>
            </a:r>
            <a:endParaRPr lang="en-SG" sz="2800" dirty="0">
              <a:solidFill>
                <a:srgbClr val="731A0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088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5FEE8-9166-609D-69D4-A0F256C0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064F-8FEA-7732-AF60-04F2FE84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381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56D1E71-1BF5-F60F-4558-3B7E4E099F3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A06A5D-3B75-8DE6-0D59-53A9C570391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2 of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569F9C-4B9A-ACAD-1B28-41FA1B1FE62F}"/>
              </a:ext>
            </a:extLst>
          </p:cNvPr>
          <p:cNvSpPr/>
          <p:nvPr/>
        </p:nvSpPr>
        <p:spPr>
          <a:xfrm>
            <a:off x="972506" y="701607"/>
            <a:ext cx="7417174" cy="10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9B8B1F-1B96-19B1-3E28-5688644317C4}"/>
              </a:ext>
            </a:extLst>
          </p:cNvPr>
          <p:cNvSpPr/>
          <p:nvPr/>
        </p:nvSpPr>
        <p:spPr>
          <a:xfrm>
            <a:off x="916826" y="803373"/>
            <a:ext cx="7301974" cy="4072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b="0" i="0" dirty="0">
                <a:effectLst/>
              </a:rPr>
              <a:t>Many summers you have wasted,</a:t>
            </a:r>
            <a:br>
              <a:rPr lang="en-SG" sz="2800" dirty="0"/>
            </a:br>
            <a:r>
              <a:rPr lang="en-SG" sz="2800" b="0" i="0" dirty="0">
                <a:effectLst/>
              </a:rPr>
              <a:t>Ripened harvests you have seen;</a:t>
            </a:r>
            <a:br>
              <a:rPr lang="en-SG" sz="2800" dirty="0"/>
            </a:br>
            <a:r>
              <a:rPr lang="en-SG" sz="2800" b="0" i="0" dirty="0">
                <a:effectLst/>
              </a:rPr>
              <a:t>Winter snows by spring have melted,</a:t>
            </a:r>
            <a:br>
              <a:rPr lang="en-SG" sz="2800" dirty="0"/>
            </a:br>
            <a:r>
              <a:rPr lang="en-SG" sz="2800" b="0" i="0" dirty="0">
                <a:effectLst/>
              </a:rPr>
              <a:t>Yet you linger in your sin.</a:t>
            </a:r>
          </a:p>
          <a:p>
            <a:pPr>
              <a:spcAft>
                <a:spcPts val="400"/>
              </a:spcAft>
            </a:pPr>
            <a:endParaRPr lang="en-SG" sz="2800" dirty="0">
              <a:solidFill>
                <a:srgbClr val="0A3F64"/>
              </a:solidFill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 b="0" i="0" dirty="0">
                <a:solidFill>
                  <a:srgbClr val="731A02"/>
                </a:solidFill>
                <a:effectLst/>
              </a:rPr>
              <a:t>Come believing! come believing!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b="0" i="0" dirty="0">
                <a:solidFill>
                  <a:srgbClr val="731A02"/>
                </a:solidFill>
                <a:effectLst/>
              </a:rPr>
              <a:t>Come to Jesus! look and live!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b="0" i="0" dirty="0">
                <a:solidFill>
                  <a:srgbClr val="731A02"/>
                </a:solidFill>
                <a:effectLst/>
              </a:rPr>
              <a:t>Come believing! come believing!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b="0" i="0" dirty="0">
                <a:solidFill>
                  <a:srgbClr val="731A02"/>
                </a:solidFill>
                <a:effectLst/>
              </a:rPr>
              <a:t>Come to Jesus! look and live!</a:t>
            </a:r>
            <a:endParaRPr lang="en-SG" sz="2800" dirty="0">
              <a:solidFill>
                <a:srgbClr val="731A0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521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A615C-E6CB-EF90-105D-6EF0E5CF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0B723-F67B-77F9-DC36-F30BA08F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381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5069C52-C941-82A8-9560-3679A8CA285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8D1C0-BA56-0BDF-1463-A8337358525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3 of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E67EA6-3B6C-0F36-DD13-833E4D7477AE}"/>
              </a:ext>
            </a:extLst>
          </p:cNvPr>
          <p:cNvSpPr/>
          <p:nvPr/>
        </p:nvSpPr>
        <p:spPr>
          <a:xfrm>
            <a:off x="916826" y="803373"/>
            <a:ext cx="7301974" cy="4072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b="0" i="0" dirty="0">
                <a:effectLst/>
              </a:rPr>
              <a:t>Jesus for your choice is waiting;</a:t>
            </a:r>
            <a:br>
              <a:rPr lang="en-SG" sz="2800" dirty="0"/>
            </a:br>
            <a:r>
              <a:rPr lang="en-SG" sz="2800" b="0" i="0" dirty="0">
                <a:effectLst/>
              </a:rPr>
              <a:t>Tarry not: at once decide!</a:t>
            </a:r>
            <a:br>
              <a:rPr lang="en-SG" sz="2800" dirty="0"/>
            </a:br>
            <a:r>
              <a:rPr lang="en-SG" sz="2800" b="0" i="0" dirty="0">
                <a:effectLst/>
              </a:rPr>
              <a:t>While the Spirit now is striving,</a:t>
            </a:r>
            <a:br>
              <a:rPr lang="en-SG" sz="2800" dirty="0"/>
            </a:br>
            <a:r>
              <a:rPr lang="en-SG" sz="2800" b="0" i="0" dirty="0">
                <a:effectLst/>
              </a:rPr>
              <a:t>Yield, and seek the Savior’s side.</a:t>
            </a:r>
            <a:r>
              <a:rPr lang="en-SG" sz="2800" i="1" dirty="0">
                <a:solidFill>
                  <a:srgbClr val="C00000"/>
                </a:solidFill>
                <a:cs typeface="Segoe UI" panose="020B0502040204020203" pitchFamily="34" charset="0"/>
              </a:rPr>
              <a:t>	</a:t>
            </a:r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cs typeface="Segoe UI" panose="020B0502040204020203" pitchFamily="34" charset="0"/>
              </a:rPr>
              <a:t>	</a:t>
            </a:r>
          </a:p>
          <a:p>
            <a:pPr>
              <a:spcAft>
                <a:spcPts val="400"/>
              </a:spcAft>
            </a:pPr>
            <a:r>
              <a:rPr lang="en-SG" sz="2800" b="0" i="0" dirty="0">
                <a:solidFill>
                  <a:srgbClr val="731A02"/>
                </a:solidFill>
                <a:effectLst/>
              </a:rPr>
              <a:t>Come believing! come believing!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b="0" i="0" dirty="0">
                <a:solidFill>
                  <a:srgbClr val="731A02"/>
                </a:solidFill>
                <a:effectLst/>
              </a:rPr>
              <a:t>Come to Jesus! look and live!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b="0" i="0" dirty="0">
                <a:solidFill>
                  <a:srgbClr val="731A02"/>
                </a:solidFill>
                <a:effectLst/>
              </a:rPr>
              <a:t>Come believing! come believing!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b="0" i="0" dirty="0">
                <a:solidFill>
                  <a:srgbClr val="731A02"/>
                </a:solidFill>
                <a:effectLst/>
              </a:rPr>
              <a:t>Come to Jesus! look and live!</a:t>
            </a:r>
            <a:endParaRPr lang="en-SG" sz="2800" dirty="0">
              <a:solidFill>
                <a:srgbClr val="731A0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603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A9B14-A9D3-C65A-C09C-E95CE22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4D01A-F8CC-074B-2038-88EA8C883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381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87A03D9-3C29-01ED-CC98-390B4DE8678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04B4B-A627-D36C-BB2A-2C83EB4FD51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4 of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6DA177-6829-75EC-AB53-AF49B23E3F7D}"/>
              </a:ext>
            </a:extLst>
          </p:cNvPr>
          <p:cNvSpPr/>
          <p:nvPr/>
        </p:nvSpPr>
        <p:spPr>
          <a:xfrm>
            <a:off x="916826" y="803373"/>
            <a:ext cx="7301974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b="0" i="0" dirty="0">
                <a:effectLst/>
              </a:rPr>
              <a:t>Cease of fitness to be thinking;</a:t>
            </a:r>
            <a:br>
              <a:rPr lang="en-SG" sz="2800" dirty="0"/>
            </a:br>
            <a:r>
              <a:rPr lang="en-SG" sz="2800" b="0" i="0" dirty="0">
                <a:effectLst/>
              </a:rPr>
              <a:t>Do not longer try to feel;</a:t>
            </a:r>
            <a:br>
              <a:rPr lang="en-SG" sz="2800" dirty="0"/>
            </a:br>
            <a:r>
              <a:rPr lang="en-SG" sz="2800" b="0" i="0" dirty="0">
                <a:effectLst/>
              </a:rPr>
              <a:t>It is trusting, and not feeling,</a:t>
            </a:r>
            <a:br>
              <a:rPr lang="en-SG" sz="2800" dirty="0"/>
            </a:br>
            <a:r>
              <a:rPr lang="en-SG" sz="2800" b="0" i="0" dirty="0">
                <a:effectLst/>
              </a:rPr>
              <a:t>That will give the Spirit’s seal.</a:t>
            </a:r>
          </a:p>
          <a:p>
            <a:pPr>
              <a:spcAft>
                <a:spcPts val="400"/>
              </a:spcAft>
            </a:pPr>
            <a:endParaRPr lang="en-SG" sz="2800" b="0" i="0" dirty="0">
              <a:effectLst/>
            </a:endParaRPr>
          </a:p>
          <a:p>
            <a:pPr>
              <a:spcAft>
                <a:spcPts val="400"/>
              </a:spcAft>
            </a:pPr>
            <a:r>
              <a:rPr lang="en-SG" sz="2800" b="0" i="0" dirty="0">
                <a:solidFill>
                  <a:srgbClr val="731A02"/>
                </a:solidFill>
                <a:effectLst/>
              </a:rPr>
              <a:t>Come believing! come believing!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b="0" i="0" dirty="0">
                <a:solidFill>
                  <a:srgbClr val="731A02"/>
                </a:solidFill>
                <a:effectLst/>
              </a:rPr>
              <a:t>Come to Jesus! look and live!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b="0" i="0" dirty="0">
                <a:solidFill>
                  <a:srgbClr val="731A02"/>
                </a:solidFill>
                <a:effectLst/>
              </a:rPr>
              <a:t>Come believing! come believing!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b="0" i="0" dirty="0">
                <a:solidFill>
                  <a:srgbClr val="731A02"/>
                </a:solidFill>
                <a:effectLst/>
              </a:rPr>
              <a:t>Come to Jesus! look and live!</a:t>
            </a:r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835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D5A76-1E67-6E64-87A8-AF677FD43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8B390-5609-E55C-5E94-C8609538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381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BB01B33-6FE3-CCD2-446E-6755E1092EA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4E3DF1-3429-14BB-FE72-F1F3E06602F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5 of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3AD05A-FCB6-28AA-AF72-C33EACF85A3C}"/>
              </a:ext>
            </a:extLst>
          </p:cNvPr>
          <p:cNvSpPr/>
          <p:nvPr/>
        </p:nvSpPr>
        <p:spPr>
          <a:xfrm>
            <a:off x="916826" y="803373"/>
            <a:ext cx="7301974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b="0" i="0" dirty="0">
                <a:effectLst/>
              </a:rPr>
              <a:t>Let your will to God be given,</a:t>
            </a:r>
            <a:br>
              <a:rPr lang="en-SG" sz="2800" dirty="0"/>
            </a:br>
            <a:r>
              <a:rPr lang="en-SG" sz="2800" b="0" i="0" dirty="0">
                <a:effectLst/>
              </a:rPr>
              <a:t>Trust in Christ’s atoning blood;</a:t>
            </a:r>
            <a:br>
              <a:rPr lang="en-SG" sz="2800" dirty="0"/>
            </a:br>
            <a:r>
              <a:rPr lang="en-SG" sz="2800" b="0" i="0" dirty="0">
                <a:effectLst/>
              </a:rPr>
              <a:t>Look to Jesus now in Heaven,</a:t>
            </a:r>
            <a:br>
              <a:rPr lang="en-SG" sz="2800" dirty="0"/>
            </a:br>
            <a:r>
              <a:rPr lang="en-SG" sz="2800" b="0" i="0" dirty="0">
                <a:effectLst/>
              </a:rPr>
              <a:t>Rest on His unchanging Word. </a:t>
            </a:r>
          </a:p>
          <a:p>
            <a:pPr>
              <a:spcAft>
                <a:spcPts val="400"/>
              </a:spcAft>
            </a:pPr>
            <a:endParaRPr lang="en-SG" sz="2800" b="0" i="0" dirty="0">
              <a:effectLst/>
            </a:endParaRPr>
          </a:p>
          <a:p>
            <a:pPr>
              <a:spcAft>
                <a:spcPts val="400"/>
              </a:spcAft>
            </a:pPr>
            <a:r>
              <a:rPr lang="en-SG" sz="2800" b="0" i="0" dirty="0">
                <a:solidFill>
                  <a:srgbClr val="731A02"/>
                </a:solidFill>
                <a:effectLst/>
              </a:rPr>
              <a:t>Come believing! come believing!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b="0" i="0" dirty="0">
                <a:solidFill>
                  <a:srgbClr val="731A02"/>
                </a:solidFill>
                <a:effectLst/>
              </a:rPr>
              <a:t>Come to Jesus! look and live!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b="0" i="0" dirty="0">
                <a:solidFill>
                  <a:srgbClr val="731A02"/>
                </a:solidFill>
                <a:effectLst/>
              </a:rPr>
              <a:t>Come believing! come believing!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b="0" i="0" dirty="0">
                <a:solidFill>
                  <a:srgbClr val="731A02"/>
                </a:solidFill>
                <a:effectLst/>
              </a:rPr>
              <a:t>Come to Jesus! look and live!</a:t>
            </a:r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5729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710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710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772497" y="860743"/>
            <a:ext cx="63252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000000"/>
                </a:solidFill>
                <a:effectLst/>
              </a:rPr>
              <a:t>O weary heart, there is a Home,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Beyond the reach of toil and care;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A Home where changes never come: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Who would not fain be resting there!</a:t>
            </a:r>
          </a:p>
          <a:p>
            <a:endParaRPr lang="en-SG" sz="2800" dirty="0">
              <a:solidFill>
                <a:srgbClr val="000000"/>
              </a:solidFill>
            </a:endParaRP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Oh wait, meekly wait, and murmur not!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Oh wait, meekly wait, and murmur not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Oh wait, oh wait,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Oh wait, and murmur not!</a:t>
            </a:r>
          </a:p>
          <a:p>
            <a:endParaRPr lang="en-SG" sz="280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63482-863C-67DA-CD42-A79A018D5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9733-FC3E-0FF0-CEFA-1C8274010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710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F098E-92C0-9CF9-D393-2A240CD93E1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584EB-F7E4-4C12-E7EA-1A9A33CBD7A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2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56A3CE-C703-CC1F-438F-C8C70B9E75A8}"/>
              </a:ext>
            </a:extLst>
          </p:cNvPr>
          <p:cNvSpPr/>
          <p:nvPr/>
        </p:nvSpPr>
        <p:spPr>
          <a:xfrm>
            <a:off x="796352" y="850500"/>
            <a:ext cx="6542702" cy="4452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000000"/>
                </a:solidFill>
                <a:effectLst/>
              </a:rPr>
              <a:t>Yet when bowed down beneath the load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By heaven allowed, thine earthly lot;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Look up! </a:t>
            </a:r>
            <a:r>
              <a:rPr lang="en-SG" sz="2800" dirty="0" err="1">
                <a:solidFill>
                  <a:srgbClr val="000000"/>
                </a:solidFill>
                <a:effectLst/>
              </a:rPr>
              <a:t>thou'lt</a:t>
            </a:r>
            <a:r>
              <a:rPr lang="en-SG" sz="2800" dirty="0">
                <a:solidFill>
                  <a:srgbClr val="000000"/>
                </a:solidFill>
                <a:effectLst/>
              </a:rPr>
              <a:t> reach that blest abode: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Wait, meekly wait, and murmur not!</a:t>
            </a:r>
          </a:p>
          <a:p>
            <a:pPr rtl="0" fontAlgn="base">
              <a:spcAft>
                <a:spcPts val="400"/>
              </a:spcAft>
            </a:pPr>
            <a:endParaRPr lang="en-US" sz="2800" b="0" i="0" dirty="0">
              <a:solidFill>
                <a:srgbClr val="000000"/>
              </a:solidFill>
              <a:effectLst/>
            </a:endParaRP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Oh wait, meekly wait, and murmur not!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Oh wait, meekly wait, and murmur not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Oh wait, oh wait,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Oh wait, and murmur not!</a:t>
            </a:r>
          </a:p>
          <a:p>
            <a:pPr rtl="0" fontAlgn="base">
              <a:spcAft>
                <a:spcPts val="400"/>
              </a:spcAft>
            </a:pP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586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1C3BE-5971-8254-AACD-4D48FD9B8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74BA8-33A4-1A16-B978-4AF518A0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710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D1C61-8983-4BD4-DBD5-43C1AB7D584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AA4433-7BEF-4392-8C71-B43669606C7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3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D846A2-200B-E31A-95F3-0743E1440637}"/>
              </a:ext>
            </a:extLst>
          </p:cNvPr>
          <p:cNvSpPr/>
          <p:nvPr/>
        </p:nvSpPr>
        <p:spPr>
          <a:xfrm>
            <a:off x="796352" y="850500"/>
            <a:ext cx="6542702" cy="4452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000000"/>
                </a:solidFill>
                <a:effectLst/>
              </a:rPr>
              <a:t>If in thy path some thorns are found,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Oh, think who bore them on His brow;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If grief thy sorrowing heart has found,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It reached a holier than thou.</a:t>
            </a:r>
          </a:p>
          <a:p>
            <a:pPr rtl="0" fontAlgn="base">
              <a:spcAft>
                <a:spcPts val="400"/>
              </a:spcAft>
            </a:pPr>
            <a:endParaRPr lang="en-US" sz="2800" b="0" i="0" dirty="0">
              <a:solidFill>
                <a:srgbClr val="000000"/>
              </a:solidFill>
              <a:effectLst/>
            </a:endParaRP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Oh wait, meekly wait, and murmur not!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Oh wait, meekly wait, and murmur not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Oh wait, oh wait,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Oh wait, and murmur not!</a:t>
            </a:r>
          </a:p>
          <a:p>
            <a:pPr rtl="0" fontAlgn="base">
              <a:spcAft>
                <a:spcPts val="400"/>
              </a:spcAft>
            </a:pP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369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3A697-21D6-745B-3D77-04A2838A1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EA48-2987-8436-03E4-B32EA7949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710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2D0EB-CDFF-2342-998C-78213C04D37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EBD055-EB29-950D-F01B-56A9778DF3F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4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B0F4-9911-0A03-EECF-7C107A0434EA}"/>
              </a:ext>
            </a:extLst>
          </p:cNvPr>
          <p:cNvSpPr/>
          <p:nvPr/>
        </p:nvSpPr>
        <p:spPr>
          <a:xfrm>
            <a:off x="796352" y="850500"/>
            <a:ext cx="6542702" cy="4452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000000"/>
                </a:solidFill>
                <a:effectLst/>
              </a:rPr>
              <a:t>Toil on! nor deem, though sore it be,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One sigh unheard, one prayer forgot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The day of rest will dawn for thee: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Wait, meekly wait, and murmur not!</a:t>
            </a:r>
          </a:p>
          <a:p>
            <a:pPr rtl="0" fontAlgn="base">
              <a:spcAft>
                <a:spcPts val="400"/>
              </a:spcAft>
            </a:pPr>
            <a:endParaRPr lang="en-US" sz="2800" b="0" i="0" dirty="0">
              <a:solidFill>
                <a:srgbClr val="000000"/>
              </a:solidFill>
              <a:effectLst/>
            </a:endParaRP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Oh wait, meekly wait, and murmur not!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Oh wait, meekly wait, and murmur not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Oh wait, oh wait,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Oh wait, and murmur not!</a:t>
            </a:r>
          </a:p>
          <a:p>
            <a:pPr rtl="0" fontAlgn="base">
              <a:spcAft>
                <a:spcPts val="400"/>
              </a:spcAft>
            </a:pP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3236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582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1994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582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668066" y="1220965"/>
            <a:ext cx="780786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holiness give me, 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strivings within;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patience in suffering, 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sorrow for sin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faith in my Saviour, 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sense of His care;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joy in His service, 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purpose in prayer.</a:t>
            </a:r>
          </a:p>
        </p:txBody>
      </p:sp>
    </p:spTree>
    <p:extLst>
      <p:ext uri="{BB962C8B-B14F-4D97-AF65-F5344CB8AC3E}">
        <p14:creationId xmlns:p14="http://schemas.microsoft.com/office/powerpoint/2010/main" val="14321983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B3E00-9453-9B5B-7A5B-04392F04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22730-3B0F-8D16-BC23-7CE85FF3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582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DD52A-07D5-8C4F-1351-0A6E3F9CF1C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7BEE56-2D6B-FABE-748B-4AB2925CBEB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2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35406B-4B25-7295-8DB4-AF3E018F6FDA}"/>
              </a:ext>
            </a:extLst>
          </p:cNvPr>
          <p:cNvSpPr/>
          <p:nvPr/>
        </p:nvSpPr>
        <p:spPr>
          <a:xfrm>
            <a:off x="539689" y="1054302"/>
            <a:ext cx="806462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gratitude give me, 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trust in the Lord;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zeal for His glory, 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hope in His Word;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tears for His sorrows, 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pain at His grief;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meekness in trial, 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praise for relief.</a:t>
            </a:r>
          </a:p>
        </p:txBody>
      </p:sp>
    </p:spTree>
    <p:extLst>
      <p:ext uri="{BB962C8B-B14F-4D97-AF65-F5344CB8AC3E}">
        <p14:creationId xmlns:p14="http://schemas.microsoft.com/office/powerpoint/2010/main" val="2490953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5DAB4-9587-74F7-4A56-EC3544806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EEC85-D21B-F91E-606B-337C9F21C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582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0B3C8-9A98-8AA4-54E0-B55DFAA7B7C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31F6F-27BD-6EF4-0448-66F5302D67D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3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645058-5F6C-62E0-3282-8E0BA4B80E9D}"/>
              </a:ext>
            </a:extLst>
          </p:cNvPr>
          <p:cNvSpPr/>
          <p:nvPr/>
        </p:nvSpPr>
        <p:spPr>
          <a:xfrm>
            <a:off x="655395" y="1026923"/>
            <a:ext cx="787900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purity give me, 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strength to </a:t>
            </a:r>
            <a:r>
              <a:rPr lang="en-SG" sz="2800" dirty="0" err="1">
                <a:solidFill>
                  <a:srgbClr val="000000"/>
                </a:solidFill>
                <a:effectLst/>
              </a:rPr>
              <a:t>o'ercome</a:t>
            </a:r>
            <a:r>
              <a:rPr lang="en-SG" sz="2800" dirty="0">
                <a:solidFill>
                  <a:srgbClr val="000000"/>
                </a:solidFill>
                <a:effectLst/>
              </a:rPr>
              <a:t>;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freedom from earth-stains, 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longings for home;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fit for the kingdom, 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used would I be;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 blessed and holy, 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more, Saviour, like Thee.</a:t>
            </a:r>
          </a:p>
        </p:txBody>
      </p:sp>
    </p:spTree>
    <p:extLst>
      <p:ext uri="{BB962C8B-B14F-4D97-AF65-F5344CB8AC3E}">
        <p14:creationId xmlns:p14="http://schemas.microsoft.com/office/powerpoint/2010/main" val="17384147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879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47401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879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88907" y="691499"/>
            <a:ext cx="8425493" cy="4072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b="0" i="0" dirty="0">
                <a:effectLst/>
              </a:rPr>
              <a:t>Will your anchor hold in the storms of life?</a:t>
            </a:r>
            <a:br>
              <a:rPr lang="en-SG" sz="2800" dirty="0"/>
            </a:br>
            <a:r>
              <a:rPr lang="en-SG" sz="2800" dirty="0"/>
              <a:t>W</a:t>
            </a:r>
            <a:r>
              <a:rPr lang="en-SG" sz="2800" b="0" i="0" dirty="0">
                <a:effectLst/>
              </a:rPr>
              <a:t>hen the clouds unfold their wings of strife;</a:t>
            </a:r>
            <a:br>
              <a:rPr lang="en-SG" sz="2800" dirty="0"/>
            </a:br>
            <a:r>
              <a:rPr lang="en-SG" sz="2800" b="0" i="0" dirty="0">
                <a:effectLst/>
              </a:rPr>
              <a:t>When the strong tides lift, and the cables strain,</a:t>
            </a:r>
            <a:br>
              <a:rPr lang="en-SG" sz="2800" dirty="0"/>
            </a:br>
            <a:r>
              <a:rPr lang="en-SG" sz="2800" dirty="0"/>
              <a:t>W</a:t>
            </a:r>
            <a:r>
              <a:rPr lang="en-SG" sz="2800" b="0" i="0" dirty="0">
                <a:effectLst/>
              </a:rPr>
              <a:t>ill your anchor drift, or firm remain? </a:t>
            </a:r>
          </a:p>
          <a:p>
            <a:pPr>
              <a:spcAft>
                <a:spcPts val="400"/>
              </a:spcAft>
            </a:pPr>
            <a:endParaRPr lang="en-SG" sz="2800" b="0" i="0" dirty="0">
              <a:effectLst/>
            </a:endParaRPr>
          </a:p>
          <a:p>
            <a:pPr>
              <a:spcAft>
                <a:spcPts val="400"/>
              </a:spcAft>
            </a:pPr>
            <a:r>
              <a:rPr lang="en-SG" sz="2800" b="0" i="0" dirty="0">
                <a:solidFill>
                  <a:srgbClr val="731A02"/>
                </a:solidFill>
                <a:effectLst/>
              </a:rPr>
              <a:t>We have an anchor that keeps the soul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dirty="0">
                <a:solidFill>
                  <a:srgbClr val="731A02"/>
                </a:solidFill>
              </a:rPr>
              <a:t>S</a:t>
            </a:r>
            <a:r>
              <a:rPr lang="en-SG" sz="2800" b="0" i="0" dirty="0">
                <a:solidFill>
                  <a:srgbClr val="731A02"/>
                </a:solidFill>
                <a:effectLst/>
              </a:rPr>
              <a:t>teadfast and sure while the billows roll;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dirty="0">
                <a:solidFill>
                  <a:srgbClr val="731A02"/>
                </a:solidFill>
              </a:rPr>
              <a:t>F</a:t>
            </a:r>
            <a:r>
              <a:rPr lang="en-SG" sz="2800" b="0" i="0" dirty="0">
                <a:solidFill>
                  <a:srgbClr val="731A02"/>
                </a:solidFill>
                <a:effectLst/>
              </a:rPr>
              <a:t>astened to the Rock which cannot move,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dirty="0">
                <a:solidFill>
                  <a:srgbClr val="731A02"/>
                </a:solidFill>
              </a:rPr>
              <a:t>G</a:t>
            </a:r>
            <a:r>
              <a:rPr lang="en-SG" sz="2800" b="0" i="0" dirty="0">
                <a:solidFill>
                  <a:srgbClr val="731A02"/>
                </a:solidFill>
                <a:effectLst/>
              </a:rPr>
              <a:t>rounded firm and deep in the Saviour’s love!</a:t>
            </a:r>
            <a:endParaRPr lang="en-US" sz="2800" i="1" dirty="0">
              <a:solidFill>
                <a:srgbClr val="731A0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8920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BEFA9-10E4-681A-2B02-DC5A3FA67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9294-F742-0DA7-B126-58954EE7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879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F41C6-EB02-4952-FF86-EA9B8722AAF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8F43F-29CA-3642-EA06-2779C9CF247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2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D4EF0C-73DA-0C3C-0EE9-CC088EEAB10A}"/>
              </a:ext>
            </a:extLst>
          </p:cNvPr>
          <p:cNvSpPr/>
          <p:nvPr/>
        </p:nvSpPr>
        <p:spPr>
          <a:xfrm>
            <a:off x="588907" y="691499"/>
            <a:ext cx="8425493" cy="4072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b="0" i="0" dirty="0">
                <a:effectLst/>
              </a:rPr>
              <a:t>Will your anchor hold in the straits of fear?</a:t>
            </a:r>
            <a:br>
              <a:rPr lang="en-SG" sz="2800" dirty="0"/>
            </a:br>
            <a:r>
              <a:rPr lang="en-SG" sz="2800" dirty="0"/>
              <a:t>W</a:t>
            </a:r>
            <a:r>
              <a:rPr lang="en-SG" sz="2800" b="0" i="0" dirty="0">
                <a:effectLst/>
              </a:rPr>
              <a:t>hen the breakers roar and the reef is near;</a:t>
            </a:r>
            <a:br>
              <a:rPr lang="en-SG" sz="2800" dirty="0"/>
            </a:br>
            <a:r>
              <a:rPr lang="en-SG" sz="2800" b="0" i="0" dirty="0">
                <a:effectLst/>
              </a:rPr>
              <a:t>While the surges rave, and the wild winds blow,</a:t>
            </a:r>
            <a:br>
              <a:rPr lang="en-SG" sz="2800" dirty="0"/>
            </a:br>
            <a:r>
              <a:rPr lang="en-SG" sz="2800" dirty="0"/>
              <a:t>S</a:t>
            </a:r>
            <a:r>
              <a:rPr lang="en-SG" sz="2800" b="0" i="0" dirty="0">
                <a:effectLst/>
              </a:rPr>
              <a:t>hall the angry waves then your bark </a:t>
            </a:r>
            <a:r>
              <a:rPr lang="en-SG" sz="2800" b="0" i="0" dirty="0" err="1">
                <a:effectLst/>
              </a:rPr>
              <a:t>o'erflow</a:t>
            </a:r>
            <a:r>
              <a:rPr lang="en-SG" sz="2800" b="0" i="0" dirty="0">
                <a:effectLst/>
              </a:rPr>
              <a:t>?</a:t>
            </a:r>
          </a:p>
          <a:p>
            <a:pPr>
              <a:spcAft>
                <a:spcPts val="400"/>
              </a:spcAft>
            </a:pPr>
            <a:endParaRPr lang="en-SG" sz="2800" dirty="0"/>
          </a:p>
          <a:p>
            <a:pPr>
              <a:spcAft>
                <a:spcPts val="400"/>
              </a:spcAft>
            </a:pPr>
            <a:r>
              <a:rPr lang="en-SG" sz="2800" b="0" i="0" dirty="0">
                <a:solidFill>
                  <a:srgbClr val="731A02"/>
                </a:solidFill>
                <a:effectLst/>
              </a:rPr>
              <a:t>We have an anchor that keeps the soul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dirty="0">
                <a:solidFill>
                  <a:srgbClr val="731A02"/>
                </a:solidFill>
              </a:rPr>
              <a:t>S</a:t>
            </a:r>
            <a:r>
              <a:rPr lang="en-SG" sz="2800" b="0" i="0" dirty="0">
                <a:solidFill>
                  <a:srgbClr val="731A02"/>
                </a:solidFill>
                <a:effectLst/>
              </a:rPr>
              <a:t>teadfast and sure while the billows roll;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dirty="0">
                <a:solidFill>
                  <a:srgbClr val="731A02"/>
                </a:solidFill>
              </a:rPr>
              <a:t>F</a:t>
            </a:r>
            <a:r>
              <a:rPr lang="en-SG" sz="2800" b="0" i="0" dirty="0">
                <a:solidFill>
                  <a:srgbClr val="731A02"/>
                </a:solidFill>
                <a:effectLst/>
              </a:rPr>
              <a:t>astened to the Rock which cannot move,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dirty="0">
                <a:solidFill>
                  <a:srgbClr val="731A02"/>
                </a:solidFill>
              </a:rPr>
              <a:t>G</a:t>
            </a:r>
            <a:r>
              <a:rPr lang="en-SG" sz="2800" b="0" i="0" dirty="0">
                <a:solidFill>
                  <a:srgbClr val="731A02"/>
                </a:solidFill>
                <a:effectLst/>
              </a:rPr>
              <a:t>rounded firm and deep in the Saviour’s love!</a:t>
            </a:r>
            <a:endParaRPr lang="en-US" sz="2800" i="1" dirty="0">
              <a:solidFill>
                <a:srgbClr val="731A0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2803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BDE84-47A2-15D6-CB87-8F0973474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0B6AB-65AD-1CAC-23AA-C6FF4BB53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879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10F4D-65F1-2FA2-7451-AEB18A9112C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AB612-BDA6-D0D9-9E9E-572C6CC66F9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3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D8C05A-D90E-93C2-AF98-2BE7B7F9D4D6}"/>
              </a:ext>
            </a:extLst>
          </p:cNvPr>
          <p:cNvSpPr/>
          <p:nvPr/>
        </p:nvSpPr>
        <p:spPr>
          <a:xfrm>
            <a:off x="588907" y="691499"/>
            <a:ext cx="8425493" cy="4072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b="0" i="0" dirty="0">
                <a:effectLst/>
              </a:rPr>
              <a:t>Will your anchor hold in the floods of death,</a:t>
            </a:r>
            <a:br>
              <a:rPr lang="en-SG" sz="2800" dirty="0"/>
            </a:br>
            <a:r>
              <a:rPr lang="en-SG" sz="2800" dirty="0"/>
              <a:t>W</a:t>
            </a:r>
            <a:r>
              <a:rPr lang="en-SG" sz="2800" b="0" i="0" dirty="0">
                <a:effectLst/>
              </a:rPr>
              <a:t>hen the waters cold chill your latest breath?</a:t>
            </a:r>
            <a:br>
              <a:rPr lang="en-SG" sz="2800" dirty="0"/>
            </a:br>
            <a:r>
              <a:rPr lang="en-SG" sz="2800" b="0" i="0" dirty="0">
                <a:effectLst/>
              </a:rPr>
              <a:t>On the rising tide you can never fail,</a:t>
            </a:r>
            <a:br>
              <a:rPr lang="en-SG" sz="2800" dirty="0"/>
            </a:br>
            <a:r>
              <a:rPr lang="en-SG" sz="2800" dirty="0"/>
              <a:t>W</a:t>
            </a:r>
            <a:r>
              <a:rPr lang="en-SG" sz="2800" b="0" i="0" dirty="0">
                <a:effectLst/>
              </a:rPr>
              <a:t>hile your anchor holds within the vail.</a:t>
            </a:r>
            <a:r>
              <a:rPr lang="en-SG" sz="2800" i="1" dirty="0">
                <a:cs typeface="Segoe UI" panose="020B0502040204020203" pitchFamily="34" charset="0"/>
              </a:rPr>
              <a:t>		</a:t>
            </a:r>
          </a:p>
          <a:p>
            <a:pPr>
              <a:spcAft>
                <a:spcPts val="400"/>
              </a:spcAft>
            </a:pPr>
            <a:endParaRPr lang="en-SG" sz="2800" b="0" i="1" dirty="0">
              <a:effectLst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 b="0" i="0" dirty="0">
                <a:solidFill>
                  <a:srgbClr val="731A02"/>
                </a:solidFill>
                <a:effectLst/>
              </a:rPr>
              <a:t>We have an anchor that keeps the soul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dirty="0">
                <a:solidFill>
                  <a:srgbClr val="731A02"/>
                </a:solidFill>
              </a:rPr>
              <a:t>S</a:t>
            </a:r>
            <a:r>
              <a:rPr lang="en-SG" sz="2800" b="0" i="0" dirty="0">
                <a:solidFill>
                  <a:srgbClr val="731A02"/>
                </a:solidFill>
                <a:effectLst/>
              </a:rPr>
              <a:t>teadfast and sure while the billows roll;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dirty="0">
                <a:solidFill>
                  <a:srgbClr val="731A02"/>
                </a:solidFill>
              </a:rPr>
              <a:t>F</a:t>
            </a:r>
            <a:r>
              <a:rPr lang="en-SG" sz="2800" b="0" i="0" dirty="0">
                <a:solidFill>
                  <a:srgbClr val="731A02"/>
                </a:solidFill>
                <a:effectLst/>
              </a:rPr>
              <a:t>astened to the Rock which cannot move,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dirty="0">
                <a:solidFill>
                  <a:srgbClr val="731A02"/>
                </a:solidFill>
              </a:rPr>
              <a:t>G</a:t>
            </a:r>
            <a:r>
              <a:rPr lang="en-SG" sz="2800" b="0" i="0" dirty="0">
                <a:solidFill>
                  <a:srgbClr val="731A02"/>
                </a:solidFill>
                <a:effectLst/>
              </a:rPr>
              <a:t>rounded firm and deep in the Saviour’s love!</a:t>
            </a:r>
            <a:endParaRPr lang="en-US" sz="2800" i="1" dirty="0">
              <a:solidFill>
                <a:srgbClr val="731A0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6956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0543B-46A6-3576-ED54-337992B7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3D7F6-BA22-313D-C68D-0385F160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879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AC1B6-7893-754C-365D-0B172838BFA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B8516-E8CD-2B5F-6D23-94E48D6D0C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F25A9-E2C9-C829-2CB7-AF4D0DB8CD85}"/>
              </a:ext>
            </a:extLst>
          </p:cNvPr>
          <p:cNvSpPr/>
          <p:nvPr/>
        </p:nvSpPr>
        <p:spPr>
          <a:xfrm>
            <a:off x="588907" y="691499"/>
            <a:ext cx="8425493" cy="4072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b="0" i="0" dirty="0">
                <a:effectLst/>
              </a:rPr>
              <a:t>Will your eyes behold through the morning light</a:t>
            </a:r>
            <a:br>
              <a:rPr lang="en-SG" sz="2800" dirty="0"/>
            </a:br>
            <a:r>
              <a:rPr lang="en-SG" sz="2800" dirty="0"/>
              <a:t>T</a:t>
            </a:r>
            <a:r>
              <a:rPr lang="en-SG" sz="2800" b="0" i="0" dirty="0">
                <a:effectLst/>
              </a:rPr>
              <a:t>he city of gold and the harbour bright?</a:t>
            </a:r>
            <a:br>
              <a:rPr lang="en-SG" sz="2800" dirty="0"/>
            </a:br>
            <a:r>
              <a:rPr lang="en-SG" sz="2800" b="0" i="0" dirty="0">
                <a:effectLst/>
              </a:rPr>
              <a:t>Will you anchor safe by the heavenly shore,</a:t>
            </a:r>
            <a:br>
              <a:rPr lang="en-SG" sz="2800" dirty="0"/>
            </a:br>
            <a:r>
              <a:rPr lang="en-SG" sz="2800" dirty="0"/>
              <a:t>W</a:t>
            </a:r>
            <a:r>
              <a:rPr lang="en-SG" sz="2800" b="0" i="0" dirty="0">
                <a:effectLst/>
              </a:rPr>
              <a:t>hen life's storms are past for evermore?</a:t>
            </a:r>
          </a:p>
          <a:p>
            <a:pPr>
              <a:spcAft>
                <a:spcPts val="400"/>
              </a:spcAft>
            </a:pPr>
            <a:endParaRPr lang="en-SG" sz="2800" dirty="0">
              <a:solidFill>
                <a:srgbClr val="0A3F64"/>
              </a:solidFill>
            </a:endParaRPr>
          </a:p>
          <a:p>
            <a:pPr>
              <a:spcAft>
                <a:spcPts val="400"/>
              </a:spcAft>
            </a:pPr>
            <a:r>
              <a:rPr lang="en-SG" sz="2800" b="0" i="0" dirty="0">
                <a:solidFill>
                  <a:srgbClr val="731A02"/>
                </a:solidFill>
                <a:effectLst/>
              </a:rPr>
              <a:t>We have an anchor that keeps the soul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dirty="0">
                <a:solidFill>
                  <a:srgbClr val="731A02"/>
                </a:solidFill>
              </a:rPr>
              <a:t>S</a:t>
            </a:r>
            <a:r>
              <a:rPr lang="en-SG" sz="2800" b="0" i="0" dirty="0">
                <a:solidFill>
                  <a:srgbClr val="731A02"/>
                </a:solidFill>
                <a:effectLst/>
              </a:rPr>
              <a:t>teadfast and sure while the billows roll;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dirty="0">
                <a:solidFill>
                  <a:srgbClr val="731A02"/>
                </a:solidFill>
              </a:rPr>
              <a:t>F</a:t>
            </a:r>
            <a:r>
              <a:rPr lang="en-SG" sz="2800" b="0" i="0" dirty="0">
                <a:solidFill>
                  <a:srgbClr val="731A02"/>
                </a:solidFill>
                <a:effectLst/>
              </a:rPr>
              <a:t>astened to the Rock which cannot move,</a:t>
            </a:r>
            <a:br>
              <a:rPr lang="en-SG" sz="2800" dirty="0">
                <a:solidFill>
                  <a:srgbClr val="731A02"/>
                </a:solidFill>
              </a:rPr>
            </a:br>
            <a:r>
              <a:rPr lang="en-SG" sz="2800" dirty="0">
                <a:solidFill>
                  <a:srgbClr val="731A02"/>
                </a:solidFill>
              </a:rPr>
              <a:t>G</a:t>
            </a:r>
            <a:r>
              <a:rPr lang="en-SG" sz="2800" b="0" i="0" dirty="0">
                <a:solidFill>
                  <a:srgbClr val="731A02"/>
                </a:solidFill>
                <a:effectLst/>
              </a:rPr>
              <a:t>rounded firm and deep in the Saviour’s love!</a:t>
            </a:r>
            <a:endParaRPr lang="en-US" sz="2800" i="1" dirty="0">
              <a:solidFill>
                <a:srgbClr val="731A0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4070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129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56023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129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1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FE297-14FD-8C75-D483-AE1329AD46AD}"/>
              </a:ext>
            </a:extLst>
          </p:cNvPr>
          <p:cNvSpPr/>
          <p:nvPr/>
        </p:nvSpPr>
        <p:spPr>
          <a:xfrm>
            <a:off x="459741" y="613695"/>
            <a:ext cx="8684259" cy="3211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SG" sz="2800" b="0" i="0" dirty="0">
                <a:effectLst/>
              </a:rPr>
              <a:t>There is a fountain filled with blood,</a:t>
            </a:r>
            <a:br>
              <a:rPr lang="en-SG" sz="2800" dirty="0"/>
            </a:br>
            <a:r>
              <a:rPr lang="en-SG" sz="2800" b="0" i="0" dirty="0">
                <a:effectLst/>
              </a:rPr>
              <a:t>Drawn from Immanuel's veins;</a:t>
            </a:r>
            <a:br>
              <a:rPr lang="en-SG" sz="2800" dirty="0"/>
            </a:br>
            <a:r>
              <a:rPr lang="en-SG" sz="2800" b="0" i="0" dirty="0">
                <a:effectLst/>
              </a:rPr>
              <a:t>And sinners plunged beneath that flood,</a:t>
            </a:r>
            <a:br>
              <a:rPr lang="en-SG" sz="2800" dirty="0"/>
            </a:br>
            <a:r>
              <a:rPr lang="en-SG" sz="2800" b="0" i="0" dirty="0">
                <a:effectLst/>
              </a:rPr>
              <a:t>Lose all their guilty stains (x3)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SG" sz="2800" b="0" i="0" dirty="0">
                <a:effectLst/>
              </a:rPr>
              <a:t>And sinners plunged beneath that flood,</a:t>
            </a:r>
            <a:br>
              <a:rPr lang="en-SG" sz="2800" dirty="0"/>
            </a:br>
            <a:r>
              <a:rPr lang="en-SG" sz="2800" b="0" i="0" dirty="0">
                <a:effectLst/>
              </a:rPr>
              <a:t>Lose all their guilty stains.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9207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006C-7E0E-CE62-E81A-D00CB5A5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DB583-958F-3C2C-F909-971D943C2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129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E085B-90FF-32DC-97B6-9999BC3B8F6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9B698A-052A-728D-D44D-DAA92EB528C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2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4F4A2C-D682-5013-34D5-C9E7DEB7A2FD}"/>
              </a:ext>
            </a:extLst>
          </p:cNvPr>
          <p:cNvSpPr/>
          <p:nvPr/>
        </p:nvSpPr>
        <p:spPr>
          <a:xfrm>
            <a:off x="459741" y="613695"/>
            <a:ext cx="8684259" cy="3211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SG" sz="2800" b="0" i="0" dirty="0">
                <a:effectLst/>
              </a:rPr>
              <a:t>The dying thief rejoiced to see</a:t>
            </a:r>
            <a:br>
              <a:rPr lang="en-SG" sz="2800" dirty="0"/>
            </a:br>
            <a:r>
              <a:rPr lang="en-SG" sz="2800" b="0" i="0" dirty="0">
                <a:effectLst/>
              </a:rPr>
              <a:t>That fountain in his day;</a:t>
            </a:r>
            <a:br>
              <a:rPr lang="en-SG" sz="2800" dirty="0"/>
            </a:br>
            <a:r>
              <a:rPr lang="en-SG" sz="2800" b="0" i="0" dirty="0">
                <a:effectLst/>
              </a:rPr>
              <a:t>And there may I, though vile as he,</a:t>
            </a:r>
            <a:br>
              <a:rPr lang="en-SG" sz="2800" dirty="0"/>
            </a:br>
            <a:r>
              <a:rPr lang="en-SG" sz="2800" b="0" i="0" dirty="0">
                <a:effectLst/>
              </a:rPr>
              <a:t>Wash all my sins away (x3)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SG" sz="2800" b="0" i="0" dirty="0">
                <a:effectLst/>
              </a:rPr>
              <a:t>And there may I, though vile as he,</a:t>
            </a:r>
            <a:br>
              <a:rPr lang="en-SG" sz="2800" dirty="0"/>
            </a:br>
            <a:r>
              <a:rPr lang="en-SG" sz="2800" b="0" i="0" dirty="0">
                <a:effectLst/>
              </a:rPr>
              <a:t>Wash all my sins away.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5575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76002-F02D-3C68-09B0-E6E0F52BD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C4477-2F62-78A6-BEFE-170994645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129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A16F7-499E-D508-76AE-9FD35DF51F9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0C6FEF-A731-D7FC-F06E-2D551B3241A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3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25E93C-A7FA-6D20-81E2-CF679824F862}"/>
              </a:ext>
            </a:extLst>
          </p:cNvPr>
          <p:cNvSpPr/>
          <p:nvPr/>
        </p:nvSpPr>
        <p:spPr>
          <a:xfrm>
            <a:off x="459741" y="613695"/>
            <a:ext cx="8684259" cy="3211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SG" sz="2800" b="0" i="0" dirty="0">
                <a:effectLst/>
              </a:rPr>
              <a:t>E'er since by faith I saw the stream</a:t>
            </a:r>
            <a:br>
              <a:rPr lang="en-SG" sz="2800" dirty="0"/>
            </a:br>
            <a:r>
              <a:rPr lang="en-SG" sz="2800" b="0" i="0" dirty="0">
                <a:effectLst/>
              </a:rPr>
              <a:t>Thy flowing wounds supply,</a:t>
            </a:r>
            <a:br>
              <a:rPr lang="en-SG" sz="2800" dirty="0"/>
            </a:br>
            <a:r>
              <a:rPr lang="en-SG" sz="2800" b="0" i="0" dirty="0">
                <a:effectLst/>
              </a:rPr>
              <a:t>Redeeming love has been my theme,</a:t>
            </a:r>
            <a:br>
              <a:rPr lang="en-SG" sz="2800" dirty="0"/>
            </a:br>
            <a:r>
              <a:rPr lang="en-SG" sz="2800" b="0" i="0" dirty="0">
                <a:effectLst/>
              </a:rPr>
              <a:t>And shall be till I die (x3)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SG" sz="2800" b="0" i="0" dirty="0">
                <a:effectLst/>
              </a:rPr>
              <a:t>Redeeming love has been my theme,</a:t>
            </a:r>
            <a:br>
              <a:rPr lang="en-SG" sz="2800" dirty="0"/>
            </a:br>
            <a:r>
              <a:rPr lang="en-SG" sz="2800" b="0" i="0" dirty="0">
                <a:effectLst/>
              </a:rPr>
              <a:t>And shall be till I die.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2002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0DEBC-6B33-2703-CA9F-D58AD0128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48A38-AF16-C039-6257-CF591BAAF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129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60294-36CB-7C0B-AF38-BCF2E34260B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539ED5-8155-D21F-4E02-4709FB46F37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4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ADA75D-ABFD-4EAA-A4C3-4E1EA493BFDE}"/>
              </a:ext>
            </a:extLst>
          </p:cNvPr>
          <p:cNvSpPr/>
          <p:nvPr/>
        </p:nvSpPr>
        <p:spPr>
          <a:xfrm>
            <a:off x="459741" y="613695"/>
            <a:ext cx="868425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US" sz="2800" dirty="0">
                <a:cs typeface="Segoe UI" panose="020B0502040204020203" pitchFamily="34" charset="0"/>
              </a:rPr>
              <a:t>Then in a nobler, sweeter song 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cs typeface="Segoe UI" panose="020B0502040204020203" pitchFamily="34" charset="0"/>
              </a:rPr>
              <a:t>I'll sing Thy power to save, 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cs typeface="Segoe UI" panose="020B0502040204020203" pitchFamily="34" charset="0"/>
              </a:rPr>
              <a:t>When this poor lisping, stammering tongue 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cs typeface="Segoe UI" panose="020B0502040204020203" pitchFamily="34" charset="0"/>
              </a:rPr>
              <a:t>Lies silent in the grave (x3)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cs typeface="Segoe UI" panose="020B0502040204020203" pitchFamily="34" charset="0"/>
              </a:rPr>
              <a:t>When this poor lisping, stammering tongue 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cs typeface="Segoe UI" panose="020B0502040204020203" pitchFamily="34" charset="0"/>
              </a:rPr>
              <a:t>Lies silent in the grave.</a:t>
            </a:r>
          </a:p>
        </p:txBody>
      </p:sp>
    </p:spTree>
    <p:extLst>
      <p:ext uri="{BB962C8B-B14F-4D97-AF65-F5344CB8AC3E}">
        <p14:creationId xmlns:p14="http://schemas.microsoft.com/office/powerpoint/2010/main" val="41514785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902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0483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902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493350" y="815690"/>
            <a:ext cx="888881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000000"/>
                </a:solidFill>
                <a:effectLst/>
              </a:rPr>
              <a:t>My hope is built on nothing less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Than Jesus' blood and righteousness;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I dare not trust the sweetest frame,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But wholly lean on Jesus' name.</a:t>
            </a:r>
          </a:p>
          <a:p>
            <a:endParaRPr lang="en-SG" sz="2800" dirty="0">
              <a:solidFill>
                <a:srgbClr val="C00000"/>
              </a:solidFill>
              <a:effectLst/>
            </a:endParaRP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On Christ, the solid Rock, I stand;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All other ground is sinking sand,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All other ground is sinking sand.</a:t>
            </a:r>
          </a:p>
        </p:txBody>
      </p:sp>
    </p:spTree>
    <p:extLst>
      <p:ext uri="{BB962C8B-B14F-4D97-AF65-F5344CB8AC3E}">
        <p14:creationId xmlns:p14="http://schemas.microsoft.com/office/powerpoint/2010/main" val="20762991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28BB3-5DB4-C6D6-77A9-2F6BAF4CA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5D5B3-FCA9-712C-B1D9-E609EEF73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902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61BFD-42D7-E5FE-5C19-3729DB137B4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BA7E7-4A2F-9F1D-DC39-792A6BBAE7D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B86BB3-CC07-D107-067D-D9D7636870BE}"/>
              </a:ext>
            </a:extLst>
          </p:cNvPr>
          <p:cNvSpPr/>
          <p:nvPr/>
        </p:nvSpPr>
        <p:spPr>
          <a:xfrm>
            <a:off x="493350" y="815690"/>
            <a:ext cx="888881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000000"/>
                </a:solidFill>
                <a:effectLst/>
              </a:rPr>
              <a:t>When darkness hides His lovely face,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I rest on His unchanging grace;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In every high and stormy gale,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My anchor holds within the vail.</a:t>
            </a:r>
          </a:p>
          <a:p>
            <a:endParaRPr lang="en-SG" sz="2800" dirty="0">
              <a:solidFill>
                <a:srgbClr val="C00000"/>
              </a:solidFill>
              <a:effectLst/>
            </a:endParaRP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On Christ, the solid Rock, I stand;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All other ground is sinking sand,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All other ground is sinking sand.</a:t>
            </a:r>
          </a:p>
        </p:txBody>
      </p:sp>
    </p:spTree>
    <p:extLst>
      <p:ext uri="{BB962C8B-B14F-4D97-AF65-F5344CB8AC3E}">
        <p14:creationId xmlns:p14="http://schemas.microsoft.com/office/powerpoint/2010/main" val="28957698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CA8FF-ECAC-B8C0-3B86-937E46032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142AB-7355-5B1D-978D-08EB28F4A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902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892A0-7237-DC95-8C59-E92FF53F498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D2B957-EF65-4460-885F-3929A74562E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47EAB8-5435-DC7A-0022-79FF6794D00D}"/>
              </a:ext>
            </a:extLst>
          </p:cNvPr>
          <p:cNvSpPr/>
          <p:nvPr/>
        </p:nvSpPr>
        <p:spPr>
          <a:xfrm>
            <a:off x="493350" y="815690"/>
            <a:ext cx="888881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000000"/>
                </a:solidFill>
                <a:effectLst/>
              </a:rPr>
              <a:t>His oath, His covenant, His blood,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Support me in the ‘whelming flood;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When all around my soul gives way,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He then is all my hope and stay.</a:t>
            </a:r>
          </a:p>
          <a:p>
            <a:endParaRPr lang="en-SG" sz="2800" dirty="0">
              <a:solidFill>
                <a:srgbClr val="C00000"/>
              </a:solidFill>
              <a:effectLst/>
            </a:endParaRP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On Christ, the solid Rock, I stand;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All other ground is sinking sand,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All other ground is sinking sand.</a:t>
            </a:r>
          </a:p>
        </p:txBody>
      </p:sp>
    </p:spTree>
    <p:extLst>
      <p:ext uri="{BB962C8B-B14F-4D97-AF65-F5344CB8AC3E}">
        <p14:creationId xmlns:p14="http://schemas.microsoft.com/office/powerpoint/2010/main" val="21518890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ED8F7-DFCC-CD11-EA49-11D885D48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A912-F1FF-2A22-2C8D-F1CC0B0C3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902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B2C1C-8911-4CAE-E141-9672E1711FF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92E5E7-2158-A1A3-37B6-47D1F59C872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5962AD-F803-4310-6950-7D64D16424E8}"/>
              </a:ext>
            </a:extLst>
          </p:cNvPr>
          <p:cNvSpPr/>
          <p:nvPr/>
        </p:nvSpPr>
        <p:spPr>
          <a:xfrm>
            <a:off x="493350" y="815690"/>
            <a:ext cx="888881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000000"/>
                </a:solidFill>
                <a:effectLst/>
              </a:rPr>
              <a:t>When He shall come with trumpet sound,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Oh, may I then in Him be found,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Clothed in His righteousness alone,</a:t>
            </a:r>
          </a:p>
          <a:p>
            <a:r>
              <a:rPr lang="en-SG" sz="2800" dirty="0">
                <a:solidFill>
                  <a:srgbClr val="000000"/>
                </a:solidFill>
                <a:effectLst/>
              </a:rPr>
              <a:t>Faultless to stand before the throne!</a:t>
            </a:r>
          </a:p>
          <a:p>
            <a:endParaRPr lang="en-SG" sz="2800" dirty="0">
              <a:solidFill>
                <a:srgbClr val="C00000"/>
              </a:solidFill>
              <a:effectLst/>
            </a:endParaRP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On Christ, the solid Rock, I stand;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All other ground is sinking sand,</a:t>
            </a:r>
          </a:p>
          <a:p>
            <a:r>
              <a:rPr lang="en-SG" sz="2800" dirty="0">
                <a:solidFill>
                  <a:srgbClr val="731A02"/>
                </a:solidFill>
                <a:effectLst/>
              </a:rPr>
              <a:t>All other ground is sinking sand.</a:t>
            </a:r>
          </a:p>
        </p:txBody>
      </p:sp>
    </p:spTree>
    <p:extLst>
      <p:ext uri="{BB962C8B-B14F-4D97-AF65-F5344CB8AC3E}">
        <p14:creationId xmlns:p14="http://schemas.microsoft.com/office/powerpoint/2010/main" val="42512480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C2CDA-CEF8-C403-7866-B0601E57C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1DB2-C2C7-30C6-597B-22F864E03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318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D5174-BD16-AF0A-84BA-6C3EE42570D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95A57431-30CD-CB92-6C82-46119E0C44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05436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199EE-C0FC-B02F-7ED9-16EF9B6FC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505C8-CDCC-B737-D89C-A3910F54A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318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78710-281D-9B32-E12A-E545903DFD7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961021-F3C3-44AC-86AF-E0C2B4DBB72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E446C5-F985-DB5B-6878-BD93AD7EC8B7}"/>
              </a:ext>
            </a:extLst>
          </p:cNvPr>
          <p:cNvSpPr/>
          <p:nvPr/>
        </p:nvSpPr>
        <p:spPr>
          <a:xfrm>
            <a:off x="127590" y="930136"/>
            <a:ext cx="888881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Sweet hour of prayer! sweet hour of prayer!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That calls me from a world of care,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And bids me at my Father's throne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Make all my wants and wishes known.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In seasons of distress and grief,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My soul has often found relief,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And oft escaped the tempter's snare,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By thy return, sweet hour of prayer!</a:t>
            </a:r>
          </a:p>
        </p:txBody>
      </p:sp>
    </p:spTree>
    <p:extLst>
      <p:ext uri="{BB962C8B-B14F-4D97-AF65-F5344CB8AC3E}">
        <p14:creationId xmlns:p14="http://schemas.microsoft.com/office/powerpoint/2010/main" val="15443145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60F6C-DB91-AC0F-9B82-BCF99068E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E0B19-6B3A-2BAA-D520-946CCDEB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318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4D2DA-C21F-D565-9F55-CE36D4AAD08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E9D81C-DD12-8120-DF94-51B505CB25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F614C6-10B4-9852-8E13-D2BB1A536A2F}"/>
              </a:ext>
            </a:extLst>
          </p:cNvPr>
          <p:cNvSpPr/>
          <p:nvPr/>
        </p:nvSpPr>
        <p:spPr>
          <a:xfrm>
            <a:off x="127590" y="994832"/>
            <a:ext cx="888881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Sweet hour of prayer! sweet hour of prayer!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Thy wings shall my petition bear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To Him whose truth and faithfulness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Engage the waiting soul to bless;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And since He bids me seek His face,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Believe His word, and trust His grace,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I'll cast on Him my every care,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And wait for thee, sweet hour of prayer!</a:t>
            </a:r>
          </a:p>
        </p:txBody>
      </p:sp>
    </p:spTree>
    <p:extLst>
      <p:ext uri="{BB962C8B-B14F-4D97-AF65-F5344CB8AC3E}">
        <p14:creationId xmlns:p14="http://schemas.microsoft.com/office/powerpoint/2010/main" val="29727114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61DED-06EB-A372-AD64-A652137B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052F9-3D1E-3611-F675-C9FC9FBAF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318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2C0BF-507B-5E89-3660-91C85BE7C21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0B3708-E0D9-188E-52CC-3F267128CEA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A9B26-9250-2D34-3681-5ABDE7DAE96F}"/>
              </a:ext>
            </a:extLst>
          </p:cNvPr>
          <p:cNvSpPr/>
          <p:nvPr/>
        </p:nvSpPr>
        <p:spPr>
          <a:xfrm>
            <a:off x="127590" y="1036407"/>
            <a:ext cx="888881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Sweet hour of prayer! sweet hour of prayer!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May I thy consolation share,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Till, from Mount Pisgah's lofty height,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I view my home and take my flight.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This robe of flesh I'll drop, and rise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To seize the everlasting prize;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And shout, while passing through the air,</a:t>
            </a:r>
          </a:p>
          <a:p>
            <a:pPr algn="ctr"/>
            <a:r>
              <a:rPr lang="en-SG" sz="2800" dirty="0">
                <a:solidFill>
                  <a:srgbClr val="000000"/>
                </a:solidFill>
                <a:effectLst/>
              </a:rPr>
              <a:t>“Farewell, farewell, sweet hour of prayer!”</a:t>
            </a:r>
          </a:p>
        </p:txBody>
      </p:sp>
    </p:spTree>
    <p:extLst>
      <p:ext uri="{BB962C8B-B14F-4D97-AF65-F5344CB8AC3E}">
        <p14:creationId xmlns:p14="http://schemas.microsoft.com/office/powerpoint/2010/main" val="8334459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1C55A-342B-9ECA-A95A-4A3BE60ED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9A67E0-CAA3-426B-39DC-FF797E63E2AD}"/>
              </a:ext>
            </a:extLst>
          </p:cNvPr>
          <p:cNvSpPr txBox="1">
            <a:spLocks/>
          </p:cNvSpPr>
          <p:nvPr/>
        </p:nvSpPr>
        <p:spPr>
          <a:xfrm>
            <a:off x="1009567" y="878986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GB" sz="6000" b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Reorganisation of Life to Experience the Kingdom of God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GB" sz="60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112529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2360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Closing Hymn</a:t>
            </a:r>
          </a:p>
          <a:p>
            <a:r>
              <a:rPr lang="en-GB" i="1" dirty="0">
                <a:solidFill>
                  <a:schemeClr val="bg1"/>
                </a:solidFill>
              </a:rPr>
              <a:t> </a:t>
            </a:r>
            <a:r>
              <a:rPr lang="en-GB" sz="4400" i="1" dirty="0">
                <a:solidFill>
                  <a:schemeClr val="bg1"/>
                </a:solidFill>
              </a:rPr>
              <a:t>Loving shepherd of Thy sheep</a:t>
            </a:r>
            <a:endParaRPr lang="en-US" sz="44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A977-306D-A1A0-1430-C6484934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B4FD-F767-72BB-F1E7-36E7D681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</a:t>
            </a:r>
            <a:r>
              <a:rPr lang="en-GB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GB" sz="2800" i="1" dirty="0">
                <a:solidFill>
                  <a:schemeClr val="bg1"/>
                </a:solidFill>
              </a:rPr>
              <a:t>Loving shepherd of Thy sheep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701C8-2DFC-AC1B-DB61-237A8B2847B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D9EF5-2286-3DE3-F2A3-0055009A2470}"/>
              </a:ext>
            </a:extLst>
          </p:cNvPr>
          <p:cNvSpPr/>
          <p:nvPr/>
        </p:nvSpPr>
        <p:spPr>
          <a:xfrm>
            <a:off x="587499" y="1125857"/>
            <a:ext cx="7698657" cy="310854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br>
              <a:rPr lang="en-SG" sz="2800" dirty="0"/>
            </a:br>
            <a:r>
              <a:rPr lang="en-US" sz="2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Loving shepherd of Thy sheep, </a:t>
            </a:r>
            <a:endParaRPr lang="en-SG" sz="2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2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Keep Thy lamb, in safety keep; </a:t>
            </a:r>
            <a:endParaRPr lang="en-SG" sz="2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2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Nothing can Thy power withstand, </a:t>
            </a:r>
            <a:endParaRPr lang="en-SG" sz="2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2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None can pluck me from Thy hand.</a:t>
            </a:r>
            <a:endParaRPr lang="en-SG" sz="2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sz="2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2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Amen</a:t>
            </a:r>
            <a:endParaRPr lang="en-SG" sz="2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624505" y="4781577"/>
            <a:ext cx="145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/>
              <a:t>Closing : 1 of 1</a:t>
            </a:r>
          </a:p>
        </p:txBody>
      </p:sp>
    </p:spTree>
    <p:extLst>
      <p:ext uri="{BB962C8B-B14F-4D97-AF65-F5344CB8AC3E}">
        <p14:creationId xmlns:p14="http://schemas.microsoft.com/office/powerpoint/2010/main" val="21708257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A22D2-1F97-A926-1CE1-A6EA5EB8E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AAD2E0B-EBB2-482B-6184-D357C18D25EB}"/>
              </a:ext>
            </a:extLst>
          </p:cNvPr>
          <p:cNvSpPr txBox="1">
            <a:spLocks/>
          </p:cNvSpPr>
          <p:nvPr/>
        </p:nvSpPr>
        <p:spPr>
          <a:xfrm>
            <a:off x="1009567" y="878986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GB" sz="6000" b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Reorganisation of Life to Experience the Kingdom of God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GB" sz="60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98689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306</TotalTime>
  <Words>2821</Words>
  <Application>Microsoft Office PowerPoint</Application>
  <PresentationFormat>On-screen Show (16:9)</PresentationFormat>
  <Paragraphs>388</Paragraphs>
  <Slides>58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58</vt:i4>
      </vt:variant>
    </vt:vector>
  </HeadingPairs>
  <TitlesOfParts>
    <vt:vector size="72" baseType="lpstr">
      <vt:lpstr>Arial</vt:lpstr>
      <vt:lpstr>Bahnschrift</vt:lpstr>
      <vt:lpstr>Calibri</vt:lpstr>
      <vt:lpstr>Calibri Light</vt:lpstr>
      <vt:lpstr>Footlight MT Light</vt:lpstr>
      <vt:lpstr>Gill Sans MT</vt:lpstr>
      <vt:lpstr>Helvetica</vt:lpstr>
      <vt:lpstr>Segoe UI</vt:lpstr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Song no: 23</vt:lpstr>
      <vt:lpstr>Song no: 23</vt:lpstr>
      <vt:lpstr>Song no: 23</vt:lpstr>
      <vt:lpstr>Song no: 23</vt:lpstr>
      <vt:lpstr>Song no: 23</vt:lpstr>
      <vt:lpstr>Song no: 23</vt:lpstr>
      <vt:lpstr>PowerPoint Presentation</vt:lpstr>
      <vt:lpstr>Thanksgiving</vt:lpstr>
      <vt:lpstr>PowerPoint Presentation</vt:lpstr>
      <vt:lpstr>Offertory – Song no: 574</vt:lpstr>
      <vt:lpstr>Offertory – Song no: 574</vt:lpstr>
      <vt:lpstr>Offertory – Song no: 574</vt:lpstr>
      <vt:lpstr>PowerPoint Presentation</vt:lpstr>
      <vt:lpstr>PowerPoint Presentation</vt:lpstr>
      <vt:lpstr>PowerPoint Presentation</vt:lpstr>
      <vt:lpstr>Confession – Come believing</vt:lpstr>
      <vt:lpstr>PowerPoint Presentation</vt:lpstr>
      <vt:lpstr>Holy Communion – Song no: 381</vt:lpstr>
      <vt:lpstr>Holy Communion – Song no: 381</vt:lpstr>
      <vt:lpstr>Holy Communion – Song no: 381</vt:lpstr>
      <vt:lpstr>Holy Communion – Song no: 381</vt:lpstr>
      <vt:lpstr>Holy Communion – Song no: 381</vt:lpstr>
      <vt:lpstr>Holy Communion – Song no: 381</vt:lpstr>
      <vt:lpstr>Holy Communion – Song no: 710</vt:lpstr>
      <vt:lpstr>Holy Communion – Song no: 710</vt:lpstr>
      <vt:lpstr>Holy Communion – Song no: 710</vt:lpstr>
      <vt:lpstr>Holy Communion – Song no: 710</vt:lpstr>
      <vt:lpstr>Holy Communion – Song no: 710</vt:lpstr>
      <vt:lpstr>Holy Communion – Song no. 582</vt:lpstr>
      <vt:lpstr>Holy Communion – Song no. 582</vt:lpstr>
      <vt:lpstr>Holy Communion – Song no. 582</vt:lpstr>
      <vt:lpstr>Holy Communion – Song no. 582</vt:lpstr>
      <vt:lpstr>Holy Communion – Song no. 879</vt:lpstr>
      <vt:lpstr>Holy Communion – Song no. 879</vt:lpstr>
      <vt:lpstr>Holy Communion – Song no. 879</vt:lpstr>
      <vt:lpstr>Holy Communion – Song no. 879</vt:lpstr>
      <vt:lpstr>Holy Communion – Song no. 879</vt:lpstr>
      <vt:lpstr>Holy Communion – Song no. 129</vt:lpstr>
      <vt:lpstr>Holy Communion – Song no. 129</vt:lpstr>
      <vt:lpstr>Holy Communion – Song no. 129</vt:lpstr>
      <vt:lpstr>Holy Communion – Song no. 129</vt:lpstr>
      <vt:lpstr>Holy Communion – Song no. 129</vt:lpstr>
      <vt:lpstr>Holy Communion – Song no. 902</vt:lpstr>
      <vt:lpstr>Holy Communion – Song no. 902</vt:lpstr>
      <vt:lpstr>Holy Communion – Song no. 902</vt:lpstr>
      <vt:lpstr>Holy Communion – Song no. 902</vt:lpstr>
      <vt:lpstr>Holy Communion – Song no. 902</vt:lpstr>
      <vt:lpstr>Holy Communion – Song no. 318</vt:lpstr>
      <vt:lpstr>Holy Communion – Song no. 318</vt:lpstr>
      <vt:lpstr>Holy Communion – Song no. 318</vt:lpstr>
      <vt:lpstr>Holy Communion – Song no. 318</vt:lpstr>
      <vt:lpstr>PowerPoint Presentation</vt:lpstr>
      <vt:lpstr>PowerPoint Presentation</vt:lpstr>
      <vt:lpstr>PowerPoint Presentation</vt:lpstr>
      <vt:lpstr>Closing Hymn –  Loving shepherd of Thy sheep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Prince Chandapillai</cp:lastModifiedBy>
  <cp:revision>70</cp:revision>
  <dcterms:created xsi:type="dcterms:W3CDTF">2020-09-02T02:55:07Z</dcterms:created>
  <dcterms:modified xsi:type="dcterms:W3CDTF">2025-02-21T15:38:28Z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