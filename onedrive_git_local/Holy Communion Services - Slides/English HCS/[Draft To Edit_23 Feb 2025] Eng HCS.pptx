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3"/>
  </p:notesMasterIdLst>
  <p:sldIdLst>
    <p:sldId id="811" r:id="rId7"/>
    <p:sldId id="813" r:id="rId8"/>
    <p:sldId id="1390" r:id="rId9"/>
    <p:sldId id="1648" r:id="rId10"/>
    <p:sldId id="1650" r:id="rId11"/>
    <p:sldId id="1298" r:id="rId12"/>
    <p:sldId id="821" r:id="rId13"/>
    <p:sldId id="851" r:id="rId14"/>
    <p:sldId id="1318" r:id="rId15"/>
    <p:sldId id="822" r:id="rId16"/>
    <p:sldId id="1681" r:id="rId17"/>
    <p:sldId id="1682" r:id="rId18"/>
    <p:sldId id="1683" r:id="rId19"/>
    <p:sldId id="1324" r:id="rId20"/>
    <p:sldId id="823" r:id="rId21"/>
    <p:sldId id="824" r:id="rId22"/>
    <p:sldId id="1277" r:id="rId23"/>
    <p:sldId id="825" r:id="rId24"/>
    <p:sldId id="1388" r:id="rId25"/>
    <p:sldId id="1396" r:id="rId26"/>
    <p:sldId id="1632" r:id="rId27"/>
    <p:sldId id="1633" r:id="rId28"/>
    <p:sldId id="1634" r:id="rId29"/>
    <p:sldId id="949" r:id="rId30"/>
    <p:sldId id="1389" r:id="rId31"/>
    <p:sldId id="1656" r:id="rId32"/>
    <p:sldId id="1657" r:id="rId33"/>
    <p:sldId id="1684" r:id="rId34"/>
    <p:sldId id="1685" r:id="rId35"/>
    <p:sldId id="1686" r:id="rId36"/>
    <p:sldId id="1402" r:id="rId37"/>
    <p:sldId id="1403" r:id="rId38"/>
    <p:sldId id="1658" r:id="rId39"/>
    <p:sldId id="1659" r:id="rId40"/>
    <p:sldId id="1660" r:id="rId41"/>
    <p:sldId id="1407" r:id="rId42"/>
    <p:sldId id="1408" r:id="rId43"/>
    <p:sldId id="1638" r:id="rId44"/>
    <p:sldId id="1639" r:id="rId45"/>
    <p:sldId id="1665" r:id="rId46"/>
    <p:sldId id="1411" r:id="rId47"/>
    <p:sldId id="1606" r:id="rId48"/>
    <p:sldId id="1666" r:id="rId49"/>
    <p:sldId id="1667" r:id="rId50"/>
    <p:sldId id="1608" r:id="rId51"/>
    <p:sldId id="1609" r:id="rId52"/>
    <p:sldId id="1669" r:id="rId53"/>
    <p:sldId id="1687" r:id="rId54"/>
    <p:sldId id="1670" r:id="rId55"/>
    <p:sldId id="1676" r:id="rId56"/>
    <p:sldId id="1672" r:id="rId57"/>
    <p:sldId id="1259" r:id="rId58"/>
    <p:sldId id="820" r:id="rId59"/>
    <p:sldId id="1201" r:id="rId60"/>
    <p:sldId id="1679" r:id="rId61"/>
    <p:sldId id="829" r:id="rId6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973D7-3341-5773-840C-46CC6DBF0970}" v="1" dt="2025-02-14T05:07:58.498"/>
    <p1510:client id="{78F3CBD8-686C-4FAD-97BF-BA8A5CAD6542}" v="23" dt="2025-02-14T05:09:48.109"/>
    <p1510:client id="{8BEFF9B5-C742-92E3-5B95-256658CE0900}" v="11" dt="2025-02-14T05:18:12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Windows Live" clId="Web-{8BEFF9B5-C742-92E3-5B95-256658CE0900}"/>
    <pc:docChg chg="modSld">
      <pc:chgData name="Rosmin Elsa" userId="8f13a6be4da41318" providerId="Windows Live" clId="Web-{8BEFF9B5-C742-92E3-5B95-256658CE0900}" dt="2025-02-14T05:18:11.526" v="7"/>
      <pc:docMkLst>
        <pc:docMk/>
      </pc:docMkLst>
      <pc:sldChg chg="modSp">
        <pc:chgData name="Rosmin Elsa" userId="8f13a6be4da41318" providerId="Windows Live" clId="Web-{8BEFF9B5-C742-92E3-5B95-256658CE0900}" dt="2025-02-14T05:17:46.619" v="1"/>
        <pc:sldMkLst>
          <pc:docMk/>
          <pc:sldMk cId="140346443" sldId="822"/>
        </pc:sldMkLst>
        <pc:picChg chg="mod modCrop">
          <ac:chgData name="Rosmin Elsa" userId="8f13a6be4da41318" providerId="Windows Live" clId="Web-{8BEFF9B5-C742-92E3-5B95-256658CE0900}" dt="2025-02-14T05:17:46.619" v="1"/>
          <ac:picMkLst>
            <pc:docMk/>
            <pc:sldMk cId="140346443" sldId="822"/>
            <ac:picMk id="5" creationId="{AE977EB1-CBD2-2A19-FF44-FE6AFEF294E3}"/>
          </ac:picMkLst>
        </pc:picChg>
      </pc:sldChg>
      <pc:sldChg chg="addSp delSp">
        <pc:chgData name="Rosmin Elsa" userId="8f13a6be4da41318" providerId="Windows Live" clId="Web-{8BEFF9B5-C742-92E3-5B95-256658CE0900}" dt="2025-02-14T05:18:03.213" v="3"/>
        <pc:sldMkLst>
          <pc:docMk/>
          <pc:sldMk cId="3474857039" sldId="1681"/>
        </pc:sldMkLst>
        <pc:picChg chg="del">
          <ac:chgData name="Rosmin Elsa" userId="8f13a6be4da41318" providerId="Windows Live" clId="Web-{8BEFF9B5-C742-92E3-5B95-256658CE0900}" dt="2025-02-14T05:18:02.604" v="2"/>
          <ac:picMkLst>
            <pc:docMk/>
            <pc:sldMk cId="3474857039" sldId="1681"/>
            <ac:picMk id="5" creationId="{A902B4E1-10E6-1BE7-001A-1960B21CA557}"/>
          </ac:picMkLst>
        </pc:picChg>
        <pc:picChg chg="add">
          <ac:chgData name="Rosmin Elsa" userId="8f13a6be4da41318" providerId="Windows Live" clId="Web-{8BEFF9B5-C742-92E3-5B95-256658CE0900}" dt="2025-02-14T05:18:03.213" v="3"/>
          <ac:picMkLst>
            <pc:docMk/>
            <pc:sldMk cId="3474857039" sldId="1681"/>
            <ac:picMk id="8" creationId="{3749699A-A903-554B-1C92-20C83C2A493C}"/>
          </ac:picMkLst>
        </pc:picChg>
      </pc:sldChg>
      <pc:sldChg chg="addSp delSp">
        <pc:chgData name="Rosmin Elsa" userId="8f13a6be4da41318" providerId="Windows Live" clId="Web-{8BEFF9B5-C742-92E3-5B95-256658CE0900}" dt="2025-02-14T05:18:07.323" v="5"/>
        <pc:sldMkLst>
          <pc:docMk/>
          <pc:sldMk cId="2933903192" sldId="1682"/>
        </pc:sldMkLst>
        <pc:picChg chg="del">
          <ac:chgData name="Rosmin Elsa" userId="8f13a6be4da41318" providerId="Windows Live" clId="Web-{8BEFF9B5-C742-92E3-5B95-256658CE0900}" dt="2025-02-14T05:18:06.619" v="4"/>
          <ac:picMkLst>
            <pc:docMk/>
            <pc:sldMk cId="2933903192" sldId="1682"/>
            <ac:picMk id="4" creationId="{EFFC410A-C339-495C-8864-E3722558C713}"/>
          </ac:picMkLst>
        </pc:picChg>
        <pc:picChg chg="add">
          <ac:chgData name="Rosmin Elsa" userId="8f13a6be4da41318" providerId="Windows Live" clId="Web-{8BEFF9B5-C742-92E3-5B95-256658CE0900}" dt="2025-02-14T05:18:07.323" v="5"/>
          <ac:picMkLst>
            <pc:docMk/>
            <pc:sldMk cId="2933903192" sldId="1682"/>
            <ac:picMk id="8" creationId="{80DCE5F4-1D59-A440-B6EC-525FFCE5F906}"/>
          </ac:picMkLst>
        </pc:picChg>
      </pc:sldChg>
      <pc:sldChg chg="addSp delSp">
        <pc:chgData name="Rosmin Elsa" userId="8f13a6be4da41318" providerId="Windows Live" clId="Web-{8BEFF9B5-C742-92E3-5B95-256658CE0900}" dt="2025-02-14T05:18:11.526" v="7"/>
        <pc:sldMkLst>
          <pc:docMk/>
          <pc:sldMk cId="1256958955" sldId="1683"/>
        </pc:sldMkLst>
        <pc:picChg chg="del">
          <ac:chgData name="Rosmin Elsa" userId="8f13a6be4da41318" providerId="Windows Live" clId="Web-{8BEFF9B5-C742-92E3-5B95-256658CE0900}" dt="2025-02-14T05:18:10.557" v="6"/>
          <ac:picMkLst>
            <pc:docMk/>
            <pc:sldMk cId="1256958955" sldId="1683"/>
            <ac:picMk id="4" creationId="{C2FCBEC9-E581-2989-FB99-2EA1DD110813}"/>
          </ac:picMkLst>
        </pc:picChg>
        <pc:picChg chg="add">
          <ac:chgData name="Rosmin Elsa" userId="8f13a6be4da41318" providerId="Windows Live" clId="Web-{8BEFF9B5-C742-92E3-5B95-256658CE0900}" dt="2025-02-14T05:18:11.526" v="7"/>
          <ac:picMkLst>
            <pc:docMk/>
            <pc:sldMk cId="1256958955" sldId="1683"/>
            <ac:picMk id="8" creationId="{E26B9C21-5315-5000-7728-AC9CDE963040}"/>
          </ac:picMkLst>
        </pc:picChg>
      </pc:sldChg>
    </pc:docChg>
  </pc:docChgLst>
  <pc:docChgLst>
    <pc:chgData name="Rosmin Elsa" userId="8f13a6be4da41318" providerId="Windows Live" clId="Web-{1F2973D7-3341-5773-840C-46CC6DBF0970}"/>
    <pc:docChg chg="modSld">
      <pc:chgData name="Rosmin Elsa" userId="8f13a6be4da41318" providerId="Windows Live" clId="Web-{1F2973D7-3341-5773-840C-46CC6DBF0970}" dt="2025-02-14T05:07:58.498" v="0"/>
      <pc:docMkLst>
        <pc:docMk/>
      </pc:docMkLst>
      <pc:sldChg chg="delSp">
        <pc:chgData name="Rosmin Elsa" userId="8f13a6be4da41318" providerId="Windows Live" clId="Web-{1F2973D7-3341-5773-840C-46CC6DBF0970}" dt="2025-02-14T05:07:58.498" v="0"/>
        <pc:sldMkLst>
          <pc:docMk/>
          <pc:sldMk cId="140346443" sldId="822"/>
        </pc:sldMkLst>
        <pc:picChg chg="del">
          <ac:chgData name="Rosmin Elsa" userId="8f13a6be4da41318" providerId="Windows Live" clId="Web-{1F2973D7-3341-5773-840C-46CC6DBF0970}" dt="2025-02-14T05:07:58.498" v="0"/>
          <ac:picMkLst>
            <pc:docMk/>
            <pc:sldMk cId="140346443" sldId="822"/>
            <ac:picMk id="9" creationId="{4BC5C584-7550-42C0-5176-232FC90F0FD6}"/>
          </ac:picMkLst>
        </pc:picChg>
      </pc:sldChg>
    </pc:docChg>
  </pc:docChgLst>
  <pc:docChgLst>
    <pc:chgData name="Prince Chandapillai" userId="4fad049182ddc57b" providerId="LiveId" clId="{F7459B87-23EE-403C-A986-E3B775BBCBE5}"/>
    <pc:docChg chg="undo redo custSel addSld delSld modSld">
      <pc:chgData name="Prince Chandapillai" userId="4fad049182ddc57b" providerId="LiveId" clId="{F7459B87-23EE-403C-A986-E3B775BBCBE5}" dt="2025-01-23T17:13:28.686" v="830" actId="47"/>
      <pc:docMkLst>
        <pc:docMk/>
      </pc:docMkLst>
      <pc:sldChg chg="modSp mod">
        <pc:chgData name="Prince Chandapillai" userId="4fad049182ddc57b" providerId="LiveId" clId="{F7459B87-23EE-403C-A986-E3B775BBCBE5}" dt="2025-01-23T15:28:06.398" v="20" actId="14100"/>
        <pc:sldMkLst>
          <pc:docMk/>
          <pc:sldMk cId="140346443" sldId="822"/>
        </pc:sldMkLst>
        <pc:spChg chg="mod">
          <ac:chgData name="Prince Chandapillai" userId="4fad049182ddc57b" providerId="LiveId" clId="{F7459B87-23EE-403C-A986-E3B775BBCBE5}" dt="2025-01-23T15:24:01.389" v="3" actId="20577"/>
          <ac:spMkLst>
            <pc:docMk/>
            <pc:sldMk cId="140346443" sldId="822"/>
            <ac:spMk id="3" creationId="{DFD3087A-542A-9E8A-2F04-286C1B72B61A}"/>
          </ac:spMkLst>
        </pc:spChg>
        <pc:picChg chg="mod">
          <ac:chgData name="Prince Chandapillai" userId="4fad049182ddc57b" providerId="LiveId" clId="{F7459B87-23EE-403C-A986-E3B775BBCBE5}" dt="2025-01-23T15:28:06.398" v="20" actId="14100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del mod">
        <pc:chgData name="Prince Chandapillai" userId="4fad049182ddc57b" providerId="LiveId" clId="{F7459B87-23EE-403C-A986-E3B775BBCBE5}" dt="2025-01-23T17:10:08.780" v="733" actId="47"/>
        <pc:sldMkLst>
          <pc:docMk/>
          <pc:sldMk cId="3441406009" sldId="858"/>
        </pc:sldMkLst>
      </pc:sldChg>
      <pc:sldChg chg="modSp mod">
        <pc:chgData name="Prince Chandapillai" userId="4fad049182ddc57b" providerId="LiveId" clId="{F7459B87-23EE-403C-A986-E3B775BBCBE5}" dt="2025-01-23T16:05:00.304" v="223" actId="20577"/>
        <pc:sldMkLst>
          <pc:docMk/>
          <pc:sldMk cId="1416329417" sldId="949"/>
        </pc:sldMkLst>
        <pc:spChg chg="mod">
          <ac:chgData name="Prince Chandapillai" userId="4fad049182ddc57b" providerId="LiveId" clId="{F7459B87-23EE-403C-A986-E3B775BBCBE5}" dt="2025-01-23T16:05:00.304" v="223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7:05:01.177" v="681" actId="20577"/>
        <pc:sldMkLst>
          <pc:docMk/>
          <pc:sldMk cId="1180184608" sldId="1201"/>
        </pc:sldMkLst>
        <pc:spChg chg="mod">
          <ac:chgData name="Prince Chandapillai" userId="4fad049182ddc57b" providerId="LiveId" clId="{F7459B87-23EE-403C-A986-E3B775BBCBE5}" dt="2025-01-23T17:05:01.177" v="68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Prince Chandapillai" userId="4fad049182ddc57b" providerId="LiveId" clId="{F7459B87-23EE-403C-A986-E3B775BBCBE5}" dt="2025-01-23T15:36:49.931" v="64" actId="948"/>
        <pc:sldMkLst>
          <pc:docMk/>
          <pc:sldMk cId="858007124" sldId="1277"/>
        </pc:sldMkLst>
        <pc:spChg chg="mod">
          <ac:chgData name="Prince Chandapillai" userId="4fad049182ddc57b" providerId="LiveId" clId="{F7459B87-23EE-403C-A986-E3B775BBCBE5}" dt="2025-01-23T15:32:39.609" v="37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Prince Chandapillai" userId="4fad049182ddc57b" providerId="LiveId" clId="{F7459B87-23EE-403C-A986-E3B775BBCBE5}" dt="2025-01-23T15:36:49.931" v="64" actId="948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Prince Chandapillai" userId="4fad049182ddc57b" providerId="LiveId" clId="{F7459B87-23EE-403C-A986-E3B775BBCBE5}" dt="2025-01-23T15:37:17.411" v="71" actId="20577"/>
        <pc:sldMkLst>
          <pc:docMk/>
          <pc:sldMk cId="4765592" sldId="1388"/>
        </pc:sldMkLst>
        <pc:spChg chg="mod">
          <ac:chgData name="Prince Chandapillai" userId="4fad049182ddc57b" providerId="LiveId" clId="{F7459B87-23EE-403C-A986-E3B775BBCBE5}" dt="2025-01-23T15:37:17.411" v="71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05:13.040" v="224"/>
        <pc:sldMkLst>
          <pc:docMk/>
          <pc:sldMk cId="397177493" sldId="1389"/>
        </pc:sldMkLst>
        <pc:spChg chg="mod">
          <ac:chgData name="Prince Chandapillai" userId="4fad049182ddc57b" providerId="LiveId" clId="{F7459B87-23EE-403C-A986-E3B775BBCBE5}" dt="2025-01-23T16:05:13.040" v="224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02:07.571" v="198" actId="255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5:44:25.448" v="118" actId="20577"/>
        <pc:sldMkLst>
          <pc:docMk/>
          <pc:sldMk cId="3559088401" sldId="1396"/>
        </pc:sldMkLst>
        <pc:spChg chg="mod">
          <ac:chgData name="Prince Chandapillai" userId="4fad049182ddc57b" providerId="LiveId" clId="{F7459B87-23EE-403C-A986-E3B775BBCBE5}" dt="2025-01-23T15:38:34.064" v="77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Prince Chandapillai" userId="4fad049182ddc57b" providerId="LiveId" clId="{F7459B87-23EE-403C-A986-E3B775BBCBE5}" dt="2025-01-23T15:44:25.448" v="118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Prince Chandapillai" userId="4fad049182ddc57b" providerId="LiveId" clId="{F7459B87-23EE-403C-A986-E3B775BBCBE5}" dt="2025-01-23T15:39:45.524" v="83" actId="122"/>
          <ac:spMkLst>
            <pc:docMk/>
            <pc:sldMk cId="3559088401" sldId="1396"/>
            <ac:spMk id="12" creationId="{744042C2-B4E0-CA2C-4D84-9A8D229A26A8}"/>
          </ac:spMkLst>
        </pc:spChg>
      </pc:sldChg>
      <pc:sldChg chg="modSp del mod">
        <pc:chgData name="Prince Chandapillai" userId="4fad049182ddc57b" providerId="LiveId" clId="{F7459B87-23EE-403C-A986-E3B775BBCBE5}" dt="2025-01-23T16:04:10.816" v="215" actId="47"/>
        <pc:sldMkLst>
          <pc:docMk/>
          <pc:sldMk cId="431471696" sldId="1400"/>
        </pc:sldMkLst>
      </pc:sldChg>
      <pc:sldChg chg="modSp mod">
        <pc:chgData name="Prince Chandapillai" userId="4fad049182ddc57b" providerId="LiveId" clId="{F7459B87-23EE-403C-A986-E3B775BBCBE5}" dt="2025-01-23T16:08:04.639" v="229" actId="20577"/>
        <pc:sldMkLst>
          <pc:docMk/>
          <pc:sldMk cId="2451994672" sldId="1402"/>
        </pc:sldMkLst>
        <pc:spChg chg="mod">
          <ac:chgData name="Prince Chandapillai" userId="4fad049182ddc57b" providerId="LiveId" clId="{F7459B87-23EE-403C-A986-E3B775BBCBE5}" dt="2025-01-23T16:08:04.639" v="229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17:57.894" v="325" actId="20577"/>
        <pc:sldMkLst>
          <pc:docMk/>
          <pc:sldMk cId="1432198362" sldId="1403"/>
        </pc:sldMkLst>
        <pc:spChg chg="mod">
          <ac:chgData name="Prince Chandapillai" userId="4fad049182ddc57b" providerId="LiveId" clId="{F7459B87-23EE-403C-A986-E3B775BBCBE5}" dt="2025-01-23T16:08:17.537" v="236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17:57.894" v="325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12:44.750" v="264" actId="1076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6:25:27.920" v="356" actId="20577"/>
        <pc:sldMkLst>
          <pc:docMk/>
          <pc:sldMk cId="434740199" sldId="1407"/>
        </pc:sldMkLst>
        <pc:spChg chg="mod">
          <ac:chgData name="Prince Chandapillai" userId="4fad049182ddc57b" providerId="LiveId" clId="{F7459B87-23EE-403C-A986-E3B775BBCBE5}" dt="2025-01-23T16:25:27.920" v="356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30:24.081" v="382" actId="20577"/>
        <pc:sldMkLst>
          <pc:docMk/>
          <pc:sldMk cId="584892078" sldId="1408"/>
        </pc:sldMkLst>
        <pc:spChg chg="mod">
          <ac:chgData name="Prince Chandapillai" userId="4fad049182ddc57b" providerId="LiveId" clId="{F7459B87-23EE-403C-A986-E3B775BBCBE5}" dt="2025-01-23T16:25:52.647" v="357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30:24.081" v="382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29:03.812" v="36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6:35:00.587" v="424" actId="20577"/>
        <pc:sldMkLst>
          <pc:docMk/>
          <pc:sldMk cId="2785602331" sldId="1411"/>
        </pc:sldMkLst>
        <pc:spChg chg="mod">
          <ac:chgData name="Prince Chandapillai" userId="4fad049182ddc57b" providerId="LiveId" clId="{F7459B87-23EE-403C-A986-E3B775BBCBE5}" dt="2025-01-23T16:35:00.587" v="424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addSp delSp modSp mod">
        <pc:chgData name="Prince Chandapillai" userId="4fad049182ddc57b" providerId="LiveId" clId="{F7459B87-23EE-403C-A986-E3B775BBCBE5}" dt="2025-01-23T16:46:13.941" v="542" actId="20577"/>
        <pc:sldMkLst>
          <pc:docMk/>
          <pc:sldMk cId="2785920718" sldId="1606"/>
        </pc:sldMkLst>
        <pc:spChg chg="mod">
          <ac:chgData name="Prince Chandapillai" userId="4fad049182ddc57b" providerId="LiveId" clId="{F7459B87-23EE-403C-A986-E3B775BBCBE5}" dt="2025-01-23T16:35:23.155" v="425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46:13.941" v="542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44:13.678" v="523" actId="207"/>
          <ac:spMkLst>
            <pc:docMk/>
            <pc:sldMk cId="2785920718" sldId="1606"/>
            <ac:spMk id="7" creationId="{BDDFE297-14FD-8C75-D483-AE1329AD46AD}"/>
          </ac:spMkLst>
        </pc:spChg>
      </pc:sldChg>
      <pc:sldChg chg="modSp mod">
        <pc:chgData name="Prince Chandapillai" userId="4fad049182ddc57b" providerId="LiveId" clId="{F7459B87-23EE-403C-A986-E3B775BBCBE5}" dt="2025-01-23T16:49:07.402" v="585" actId="20577"/>
        <pc:sldMkLst>
          <pc:docMk/>
          <pc:sldMk cId="1850048300" sldId="1608"/>
        </pc:sldMkLst>
        <pc:spChg chg="mod">
          <ac:chgData name="Prince Chandapillai" userId="4fad049182ddc57b" providerId="LiveId" clId="{F7459B87-23EE-403C-A986-E3B775BBCBE5}" dt="2025-01-23T16:49:07.402" v="585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58:58.702" v="622" actId="122"/>
        <pc:sldMkLst>
          <pc:docMk/>
          <pc:sldMk cId="2076299123" sldId="1609"/>
        </pc:sldMkLst>
        <pc:spChg chg="mod">
          <ac:chgData name="Prince Chandapillai" userId="4fad049182ddc57b" providerId="LiveId" clId="{F7459B87-23EE-403C-A986-E3B775BBCBE5}" dt="2025-01-23T16:49:28" v="586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56:06.970" v="598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58:58.702" v="622" actId="122"/>
          <ac:spMkLst>
            <pc:docMk/>
            <pc:sldMk cId="2076299123" sldId="1609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5:44:18.100" v="116" actId="20577"/>
        <pc:sldMkLst>
          <pc:docMk/>
          <pc:sldMk cId="3486521272" sldId="1632"/>
        </pc:sldMkLst>
        <pc:spChg chg="mod">
          <ac:chgData name="Prince Chandapillai" userId="4fad049182ddc57b" providerId="LiveId" clId="{F7459B87-23EE-403C-A986-E3B775BBCBE5}" dt="2025-01-23T15:40:10.760" v="84"/>
          <ac:spMkLst>
            <pc:docMk/>
            <pc:sldMk cId="3486521272" sldId="1632"/>
            <ac:spMk id="2" creationId="{30A8064F-8FEA-7732-AF60-04F2FE84B514}"/>
          </ac:spMkLst>
        </pc:spChg>
        <pc:spChg chg="mod">
          <ac:chgData name="Prince Chandapillai" userId="4fad049182ddc57b" providerId="LiveId" clId="{F7459B87-23EE-403C-A986-E3B775BBCBE5}" dt="2025-01-23T15:44:18.100" v="116" actId="20577"/>
          <ac:spMkLst>
            <pc:docMk/>
            <pc:sldMk cId="3486521272" sldId="1632"/>
            <ac:spMk id="4" creationId="{FCA06A5D-3B75-8DE6-0D59-53A9C570391E}"/>
          </ac:spMkLst>
        </pc:spChg>
        <pc:spChg chg="mod">
          <ac:chgData name="Prince Chandapillai" userId="4fad049182ddc57b" providerId="LiveId" clId="{F7459B87-23EE-403C-A986-E3B775BBCBE5}" dt="2025-01-23T15:43:03.901" v="105" actId="1076"/>
          <ac:spMkLst>
            <pc:docMk/>
            <pc:sldMk cId="3486521272" sldId="1632"/>
            <ac:spMk id="12" creationId="{E6569F9C-4B9A-ACAD-1B28-41FA1B1FE62F}"/>
          </ac:spMkLst>
        </pc:spChg>
      </pc:sldChg>
      <pc:sldChg chg="modSp mod">
        <pc:chgData name="Prince Chandapillai" userId="4fad049182ddc57b" providerId="LiveId" clId="{F7459B87-23EE-403C-A986-E3B775BBCBE5}" dt="2025-01-23T15:44:10.781" v="114" actId="20577"/>
        <pc:sldMkLst>
          <pc:docMk/>
          <pc:sldMk cId="1004603431" sldId="1633"/>
        </pc:sldMkLst>
        <pc:spChg chg="mod">
          <ac:chgData name="Prince Chandapillai" userId="4fad049182ddc57b" providerId="LiveId" clId="{F7459B87-23EE-403C-A986-E3B775BBCBE5}" dt="2025-01-23T15:43:23.049" v="106"/>
          <ac:spMkLst>
            <pc:docMk/>
            <pc:sldMk cId="1004603431" sldId="1633"/>
            <ac:spMk id="2" creationId="{56A0B723-F67B-77F9-DC36-F30BA08F2E5B}"/>
          </ac:spMkLst>
        </pc:spChg>
        <pc:spChg chg="mod">
          <ac:chgData name="Prince Chandapillai" userId="4fad049182ddc57b" providerId="LiveId" clId="{F7459B87-23EE-403C-A986-E3B775BBCBE5}" dt="2025-01-23T15:44:10.781" v="114" actId="20577"/>
          <ac:spMkLst>
            <pc:docMk/>
            <pc:sldMk cId="1004603431" sldId="1633"/>
            <ac:spMk id="4" creationId="{7E88D1C0-BA56-0BDF-1463-A83373585256}"/>
          </ac:spMkLst>
        </pc:spChg>
      </pc:sldChg>
      <pc:sldChg chg="modSp mod">
        <pc:chgData name="Prince Chandapillai" userId="4fad049182ddc57b" providerId="LiveId" clId="{F7459B87-23EE-403C-A986-E3B775BBCBE5}" dt="2025-01-23T15:45:29.022" v="130" actId="20577"/>
        <pc:sldMkLst>
          <pc:docMk/>
          <pc:sldMk cId="3968835907" sldId="1634"/>
        </pc:sldMkLst>
        <pc:spChg chg="mod">
          <ac:chgData name="Prince Chandapillai" userId="4fad049182ddc57b" providerId="LiveId" clId="{F7459B87-23EE-403C-A986-E3B775BBCBE5}" dt="2025-01-23T15:44:45.280" v="119"/>
          <ac:spMkLst>
            <pc:docMk/>
            <pc:sldMk cId="3968835907" sldId="1634"/>
            <ac:spMk id="2" creationId="{56F4D01A-F8CC-074B-2038-88EA8C883DD6}"/>
          </ac:spMkLst>
        </pc:spChg>
        <pc:spChg chg="mod">
          <ac:chgData name="Prince Chandapillai" userId="4fad049182ddc57b" providerId="LiveId" clId="{F7459B87-23EE-403C-A986-E3B775BBCBE5}" dt="2025-01-23T15:44:53.048" v="121" actId="20577"/>
          <ac:spMkLst>
            <pc:docMk/>
            <pc:sldMk cId="3968835907" sldId="1634"/>
            <ac:spMk id="4" creationId="{10D04B4B-A627-D36C-BB2A-2C83EB4FD518}"/>
          </ac:spMkLst>
        </pc:spChg>
      </pc:sldChg>
      <pc:sldChg chg="del">
        <pc:chgData name="Prince Chandapillai" userId="4fad049182ddc57b" providerId="LiveId" clId="{F7459B87-23EE-403C-A986-E3B775BBCBE5}" dt="2025-01-23T16:04:13.318" v="216" actId="47"/>
        <pc:sldMkLst>
          <pc:docMk/>
          <pc:sldMk cId="2324617160" sldId="1635"/>
        </pc:sldMkLst>
      </pc:sldChg>
      <pc:sldChg chg="del">
        <pc:chgData name="Prince Chandapillai" userId="4fad049182ddc57b" providerId="LiveId" clId="{F7459B87-23EE-403C-A986-E3B775BBCBE5}" dt="2025-01-23T16:18:27.348" v="331" actId="47"/>
        <pc:sldMkLst>
          <pc:docMk/>
          <pc:sldMk cId="1973022940" sldId="1636"/>
        </pc:sldMkLst>
      </pc:sldChg>
      <pc:sldChg chg="del">
        <pc:chgData name="Prince Chandapillai" userId="4fad049182ddc57b" providerId="LiveId" clId="{F7459B87-23EE-403C-A986-E3B775BBCBE5}" dt="2025-01-23T16:18:23.684" v="330" actId="47"/>
        <pc:sldMkLst>
          <pc:docMk/>
          <pc:sldMk cId="492332606" sldId="1637"/>
        </pc:sldMkLst>
      </pc:sldChg>
      <pc:sldChg chg="modSp mod">
        <pc:chgData name="Prince Chandapillai" userId="4fad049182ddc57b" providerId="LiveId" clId="{F7459B87-23EE-403C-A986-E3B775BBCBE5}" dt="2025-01-23T16:30:18.388" v="380" actId="20577"/>
        <pc:sldMkLst>
          <pc:docMk/>
          <pc:sldMk cId="512280322" sldId="1638"/>
        </pc:sldMkLst>
        <pc:spChg chg="mod">
          <ac:chgData name="Prince Chandapillai" userId="4fad049182ddc57b" providerId="LiveId" clId="{F7459B87-23EE-403C-A986-E3B775BBCBE5}" dt="2025-01-23T16:29:23.237" v="368"/>
          <ac:spMkLst>
            <pc:docMk/>
            <pc:sldMk cId="512280322" sldId="1638"/>
            <ac:spMk id="2" creationId="{4F439294-F742-0DA7-B126-58954EE714D7}"/>
          </ac:spMkLst>
        </pc:spChg>
        <pc:spChg chg="mod">
          <ac:chgData name="Prince Chandapillai" userId="4fad049182ddc57b" providerId="LiveId" clId="{F7459B87-23EE-403C-A986-E3B775BBCBE5}" dt="2025-01-23T16:30:18.388" v="380" actId="20577"/>
          <ac:spMkLst>
            <pc:docMk/>
            <pc:sldMk cId="512280322" sldId="1638"/>
            <ac:spMk id="5" creationId="{8EC8F43F-29CA-3642-EA06-2779C9CF2473}"/>
          </ac:spMkLst>
        </pc:spChg>
      </pc:sldChg>
      <pc:sldChg chg="modSp mod">
        <pc:chgData name="Prince Chandapillai" userId="4fad049182ddc57b" providerId="LiveId" clId="{F7459B87-23EE-403C-A986-E3B775BBCBE5}" dt="2025-01-23T16:32:46.192" v="408" actId="20577"/>
        <pc:sldMkLst>
          <pc:docMk/>
          <pc:sldMk cId="3402695695" sldId="1639"/>
        </pc:sldMkLst>
        <pc:spChg chg="mod">
          <ac:chgData name="Prince Chandapillai" userId="4fad049182ddc57b" providerId="LiveId" clId="{F7459B87-23EE-403C-A986-E3B775BBCBE5}" dt="2025-01-23T16:31:15.119" v="383"/>
          <ac:spMkLst>
            <pc:docMk/>
            <pc:sldMk cId="3402695695" sldId="1639"/>
            <ac:spMk id="2" creationId="{4170B6AB-65AD-1CAC-23AA-C6FF4BB5328C}"/>
          </ac:spMkLst>
        </pc:spChg>
        <pc:spChg chg="mod">
          <ac:chgData name="Prince Chandapillai" userId="4fad049182ddc57b" providerId="LiveId" clId="{F7459B87-23EE-403C-A986-E3B775BBCBE5}" dt="2025-01-23T16:31:38.772" v="389" actId="20577"/>
          <ac:spMkLst>
            <pc:docMk/>
            <pc:sldMk cId="3402695695" sldId="1639"/>
            <ac:spMk id="5" creationId="{3F7AB612-BDA6-D0D9-9E9E-572C6CC66F96}"/>
          </ac:spMkLst>
        </pc:spChg>
      </pc:sldChg>
      <pc:sldChg chg="del">
        <pc:chgData name="Prince Chandapillai" userId="4fad049182ddc57b" providerId="LiveId" clId="{F7459B87-23EE-403C-A986-E3B775BBCBE5}" dt="2025-01-23T16:48:33.165" v="579" actId="47"/>
        <pc:sldMkLst>
          <pc:docMk/>
          <pc:sldMk cId="1178518907" sldId="1640"/>
        </pc:sldMkLst>
      </pc:sldChg>
      <pc:sldChg chg="del">
        <pc:chgData name="Prince Chandapillai" userId="4fad049182ddc57b" providerId="LiveId" clId="{F7459B87-23EE-403C-A986-E3B775BBCBE5}" dt="2025-01-23T16:48:35.731" v="580" actId="47"/>
        <pc:sldMkLst>
          <pc:docMk/>
          <pc:sldMk cId="4062551757" sldId="1641"/>
        </pc:sldMkLst>
      </pc:sldChg>
      <pc:sldChg chg="del">
        <pc:chgData name="Prince Chandapillai" userId="4fad049182ddc57b" providerId="LiveId" clId="{F7459B87-23EE-403C-A986-E3B775BBCBE5}" dt="2025-01-23T16:48:36.824" v="581" actId="47"/>
        <pc:sldMkLst>
          <pc:docMk/>
          <pc:sldMk cId="4074834426" sldId="1642"/>
        </pc:sldMkLst>
      </pc:sldChg>
      <pc:sldChg chg="del">
        <pc:chgData name="Prince Chandapillai" userId="4fad049182ddc57b" providerId="LiveId" clId="{F7459B87-23EE-403C-A986-E3B775BBCBE5}" dt="2025-01-23T16:48:37.686" v="582" actId="47"/>
        <pc:sldMkLst>
          <pc:docMk/>
          <pc:sldMk cId="2104275944" sldId="1643"/>
        </pc:sldMkLst>
      </pc:sldChg>
      <pc:sldChg chg="del">
        <pc:chgData name="Prince Chandapillai" userId="4fad049182ddc57b" providerId="LiveId" clId="{F7459B87-23EE-403C-A986-E3B775BBCBE5}" dt="2025-01-23T16:48:39.147" v="583" actId="47"/>
        <pc:sldMkLst>
          <pc:docMk/>
          <pc:sldMk cId="1304755350" sldId="1644"/>
        </pc:sldMkLst>
      </pc:sldChg>
      <pc:sldChg chg="del">
        <pc:chgData name="Prince Chandapillai" userId="4fad049182ddc57b" providerId="LiveId" clId="{F7459B87-23EE-403C-A986-E3B775BBCBE5}" dt="2025-01-23T16:57:26.465" v="607" actId="47"/>
        <pc:sldMkLst>
          <pc:docMk/>
          <pc:sldMk cId="1643908081" sldId="1645"/>
        </pc:sldMkLst>
      </pc:sldChg>
      <pc:sldChg chg="del">
        <pc:chgData name="Prince Chandapillai" userId="4fad049182ddc57b" providerId="LiveId" clId="{F7459B87-23EE-403C-A986-E3B775BBCBE5}" dt="2025-01-23T16:57:28.432" v="608" actId="47"/>
        <pc:sldMkLst>
          <pc:docMk/>
          <pc:sldMk cId="565098258" sldId="1646"/>
        </pc:sldMkLst>
      </pc:sldChg>
      <pc:sldChg chg="del">
        <pc:chgData name="Prince Chandapillai" userId="4fad049182ddc57b" providerId="LiveId" clId="{F7459B87-23EE-403C-A986-E3B775BBCBE5}" dt="2025-01-23T17:13:28.686" v="830" actId="47"/>
        <pc:sldMkLst>
          <pc:docMk/>
          <pc:sldMk cId="3146644994" sldId="1647"/>
        </pc:sldMkLst>
      </pc:sldChg>
      <pc:sldChg chg="modSp mod">
        <pc:chgData name="Prince Chandapillai" userId="4fad049182ddc57b" providerId="LiveId" clId="{F7459B87-23EE-403C-A986-E3B775BBCBE5}" dt="2025-01-23T15:27:41.763" v="18" actId="14100"/>
        <pc:sldMkLst>
          <pc:docMk/>
          <pc:sldMk cId="3217866785" sldId="1652"/>
        </pc:sldMkLst>
      </pc:sldChg>
      <pc:sldChg chg="modSp mod">
        <pc:chgData name="Prince Chandapillai" userId="4fad049182ddc57b" providerId="LiveId" clId="{F7459B87-23EE-403C-A986-E3B775BBCBE5}" dt="2025-01-23T15:28:36.717" v="22" actId="14100"/>
        <pc:sldMkLst>
          <pc:docMk/>
          <pc:sldMk cId="1079567730" sldId="1653"/>
        </pc:sldMkLst>
      </pc:sldChg>
      <pc:sldChg chg="modSp add mod">
        <pc:chgData name="Prince Chandapillai" userId="4fad049182ddc57b" providerId="LiveId" clId="{F7459B87-23EE-403C-A986-E3B775BBCBE5}" dt="2025-01-23T15:46:58.796" v="143" actId="20577"/>
        <pc:sldMkLst>
          <pc:docMk/>
          <pc:sldMk cId="659268036" sldId="1654"/>
        </pc:sldMkLst>
      </pc:sldChg>
      <pc:sldChg chg="modSp add mod">
        <pc:chgData name="Prince Chandapillai" userId="4fad049182ddc57b" providerId="LiveId" clId="{F7459B87-23EE-403C-A986-E3B775BBCBE5}" dt="2025-01-23T15:47:41.768" v="152" actId="20577"/>
        <pc:sldMkLst>
          <pc:docMk/>
          <pc:sldMk cId="3899909310" sldId="1655"/>
        </pc:sldMkLst>
      </pc:sldChg>
      <pc:sldChg chg="modSp add mod">
        <pc:chgData name="Prince Chandapillai" userId="4fad049182ddc57b" providerId="LiveId" clId="{F7459B87-23EE-403C-A986-E3B775BBCBE5}" dt="2025-01-23T16:05:20.642" v="225"/>
        <pc:sldMkLst>
          <pc:docMk/>
          <pc:sldMk cId="427758639" sldId="1656"/>
        </pc:sldMkLst>
        <pc:spChg chg="mod">
          <ac:chgData name="Prince Chandapillai" userId="4fad049182ddc57b" providerId="LiveId" clId="{F7459B87-23EE-403C-A986-E3B775BBCBE5}" dt="2025-01-23T16:05:20.642" v="225"/>
          <ac:spMkLst>
            <pc:docMk/>
            <pc:sldMk cId="427758639" sldId="1656"/>
            <ac:spMk id="2" creationId="{58209733-FC3E-0FF0-CEFA-1C8274010167}"/>
          </ac:spMkLst>
        </pc:spChg>
        <pc:spChg chg="mod">
          <ac:chgData name="Prince Chandapillai" userId="4fad049182ddc57b" providerId="LiveId" clId="{F7459B87-23EE-403C-A986-E3B775BBCBE5}" dt="2025-01-23T16:02:50.652" v="202" actId="20577"/>
          <ac:spMkLst>
            <pc:docMk/>
            <pc:sldMk cId="427758639" sldId="1656"/>
            <ac:spMk id="5" creationId="{445584EB-F7E4-4C12-E7EA-1A9A33CBD7AA}"/>
          </ac:spMkLst>
        </pc:spChg>
      </pc:sldChg>
      <pc:sldChg chg="modSp add mod">
        <pc:chgData name="Prince Chandapillai" userId="4fad049182ddc57b" providerId="LiveId" clId="{F7459B87-23EE-403C-A986-E3B775BBCBE5}" dt="2025-01-23T16:05:25.777" v="226"/>
        <pc:sldMkLst>
          <pc:docMk/>
          <pc:sldMk cId="4035021340" sldId="1657"/>
        </pc:sldMkLst>
        <pc:spChg chg="mod">
          <ac:chgData name="Prince Chandapillai" userId="4fad049182ddc57b" providerId="LiveId" clId="{F7459B87-23EE-403C-A986-E3B775BBCBE5}" dt="2025-01-23T16:05:25.777" v="226"/>
          <ac:spMkLst>
            <pc:docMk/>
            <pc:sldMk cId="4035021340" sldId="1657"/>
            <ac:spMk id="2" creationId="{FD024499-0F96-3755-C0E1-EA14C01C259A}"/>
          </ac:spMkLst>
        </pc:spChg>
        <pc:spChg chg="mod">
          <ac:chgData name="Prince Chandapillai" userId="4fad049182ddc57b" providerId="LiveId" clId="{F7459B87-23EE-403C-A986-E3B775BBCBE5}" dt="2025-01-23T16:03:41.528" v="209" actId="20577"/>
          <ac:spMkLst>
            <pc:docMk/>
            <pc:sldMk cId="4035021340" sldId="1657"/>
            <ac:spMk id="5" creationId="{C6E5C5A6-D498-A4CD-E3E0-68907B514CA3}"/>
          </ac:spMkLst>
        </pc:spChg>
      </pc:sldChg>
      <pc:sldChg chg="modSp add mod">
        <pc:chgData name="Prince Chandapillai" userId="4fad049182ddc57b" providerId="LiveId" clId="{F7459B87-23EE-403C-A986-E3B775BBCBE5}" dt="2025-01-23T16:18:03.358" v="327" actId="20577"/>
        <pc:sldMkLst>
          <pc:docMk/>
          <pc:sldMk cId="2490953214" sldId="1658"/>
        </pc:sldMkLst>
        <pc:spChg chg="mod">
          <ac:chgData name="Prince Chandapillai" userId="4fad049182ddc57b" providerId="LiveId" clId="{F7459B87-23EE-403C-A986-E3B775BBCBE5}" dt="2025-01-23T16:18:03.358" v="327" actId="20577"/>
          <ac:spMkLst>
            <pc:docMk/>
            <pc:sldMk cId="2490953214" sldId="1658"/>
            <ac:spMk id="5" creationId="{187BEE56-2D6B-FABE-748B-4AB2925CBEB6}"/>
          </ac:spMkLst>
        </pc:spChg>
      </pc:sldChg>
      <pc:sldChg chg="modSp add mod">
        <pc:chgData name="Prince Chandapillai" userId="4fad049182ddc57b" providerId="LiveId" clId="{F7459B87-23EE-403C-A986-E3B775BBCBE5}" dt="2025-01-23T16:18:11.288" v="329" actId="20577"/>
        <pc:sldMkLst>
          <pc:docMk/>
          <pc:sldMk cId="1738414743" sldId="1659"/>
        </pc:sldMkLst>
        <pc:spChg chg="mod">
          <ac:chgData name="Prince Chandapillai" userId="4fad049182ddc57b" providerId="LiveId" clId="{F7459B87-23EE-403C-A986-E3B775BBCBE5}" dt="2025-01-23T16:18:11.288" v="329" actId="20577"/>
          <ac:spMkLst>
            <pc:docMk/>
            <pc:sldMk cId="1738414743" sldId="1659"/>
            <ac:spMk id="5" creationId="{ABE31F6F-27BD-6EF4-0448-66F5302D67D6}"/>
          </ac:spMkLst>
        </pc:spChg>
      </pc:sldChg>
      <pc:sldChg chg="modSp add mod">
        <pc:chgData name="Prince Chandapillai" userId="4fad049182ddc57b" providerId="LiveId" clId="{F7459B87-23EE-403C-A986-E3B775BBCBE5}" dt="2025-01-23T16:17:35.271" v="321" actId="20577"/>
        <pc:sldMkLst>
          <pc:docMk/>
          <pc:sldMk cId="2790016218" sldId="1660"/>
        </pc:sldMkLst>
        <pc:spChg chg="mod">
          <ac:chgData name="Prince Chandapillai" userId="4fad049182ddc57b" providerId="LiveId" clId="{F7459B87-23EE-403C-A986-E3B775BBCBE5}" dt="2025-01-23T16:17:35.271" v="321" actId="20577"/>
          <ac:spMkLst>
            <pc:docMk/>
            <pc:sldMk cId="2790016218" sldId="1660"/>
            <ac:spMk id="5" creationId="{D4AC58BD-890F-CF98-21DB-000E55F49176}"/>
          </ac:spMkLst>
        </pc:spChg>
      </pc:sldChg>
      <pc:sldChg chg="modSp add mod">
        <pc:chgData name="Prince Chandapillai" userId="4fad049182ddc57b" providerId="LiveId" clId="{F7459B87-23EE-403C-A986-E3B775BBCBE5}" dt="2025-01-23T16:17:28.574" v="319" actId="20577"/>
        <pc:sldMkLst>
          <pc:docMk/>
          <pc:sldMk cId="2395242037" sldId="1661"/>
        </pc:sldMkLst>
      </pc:sldChg>
      <pc:sldChg chg="modSp add mod">
        <pc:chgData name="Prince Chandapillai" userId="4fad049182ddc57b" providerId="LiveId" clId="{F7459B87-23EE-403C-A986-E3B775BBCBE5}" dt="2025-01-23T16:17:17.986" v="317" actId="20577"/>
        <pc:sldMkLst>
          <pc:docMk/>
          <pc:sldMk cId="2101361020" sldId="1662"/>
        </pc:sldMkLst>
      </pc:sldChg>
      <pc:sldChg chg="modSp add mod">
        <pc:chgData name="Prince Chandapillai" userId="4fad049182ddc57b" providerId="LiveId" clId="{F7459B87-23EE-403C-A986-E3B775BBCBE5}" dt="2025-01-23T16:17:00.301" v="311" actId="20577"/>
        <pc:sldMkLst>
          <pc:docMk/>
          <pc:sldMk cId="2403257247" sldId="1663"/>
        </pc:sldMkLst>
      </pc:sldChg>
      <pc:sldChg chg="modSp add mod">
        <pc:chgData name="Prince Chandapillai" userId="4fad049182ddc57b" providerId="LiveId" clId="{F7459B87-23EE-403C-A986-E3B775BBCBE5}" dt="2025-01-23T16:17:09.775" v="315" actId="20577"/>
        <pc:sldMkLst>
          <pc:docMk/>
          <pc:sldMk cId="3073923620" sldId="1664"/>
        </pc:sldMkLst>
      </pc:sldChg>
      <pc:sldChg chg="modSp add mod">
        <pc:chgData name="Prince Chandapillai" userId="4fad049182ddc57b" providerId="LiveId" clId="{F7459B87-23EE-403C-A986-E3B775BBCBE5}" dt="2025-01-23T16:33:16.569" v="417" actId="20577"/>
        <pc:sldMkLst>
          <pc:docMk/>
          <pc:sldMk cId="3815407077" sldId="1665"/>
        </pc:sldMkLst>
        <pc:spChg chg="mod">
          <ac:chgData name="Prince Chandapillai" userId="4fad049182ddc57b" providerId="LiveId" clId="{F7459B87-23EE-403C-A986-E3B775BBCBE5}" dt="2025-01-23T16:31:51.454" v="392" actId="20577"/>
          <ac:spMkLst>
            <pc:docMk/>
            <pc:sldMk cId="3815407077" sldId="1665"/>
            <ac:spMk id="5" creationId="{485B8516-E8CD-2B5F-6D23-94E48D6D0C85}"/>
          </ac:spMkLst>
        </pc:spChg>
        <pc:spChg chg="mod">
          <ac:chgData name="Prince Chandapillai" userId="4fad049182ddc57b" providerId="LiveId" clId="{F7459B87-23EE-403C-A986-E3B775BBCBE5}" dt="2025-01-23T16:33:16.569" v="417" actId="20577"/>
          <ac:spMkLst>
            <pc:docMk/>
            <pc:sldMk cId="3815407077" sldId="1665"/>
            <ac:spMk id="6" creationId="{BDBF25A9-E2C9-C829-2CB7-AF4D0DB8CD85}"/>
          </ac:spMkLst>
        </pc:spChg>
      </pc:sldChg>
      <pc:sldChg chg="modSp add mod">
        <pc:chgData name="Prince Chandapillai" userId="4fad049182ddc57b" providerId="LiveId" clId="{F7459B87-23EE-403C-A986-E3B775BBCBE5}" dt="2025-01-23T16:46:06.490" v="540" actId="20577"/>
        <pc:sldMkLst>
          <pc:docMk/>
          <pc:sldMk cId="608557519" sldId="1666"/>
        </pc:sldMkLst>
        <pc:spChg chg="mod">
          <ac:chgData name="Prince Chandapillai" userId="4fad049182ddc57b" providerId="LiveId" clId="{F7459B87-23EE-403C-A986-E3B775BBCBE5}" dt="2025-01-23T16:46:06.490" v="540" actId="20577"/>
          <ac:spMkLst>
            <pc:docMk/>
            <pc:sldMk cId="608557519" sldId="1666"/>
            <ac:spMk id="5" creationId="{7F9B698A-052A-728D-D44D-DAA92EB528CE}"/>
          </ac:spMkLst>
        </pc:spChg>
      </pc:sldChg>
      <pc:sldChg chg="modSp add mod">
        <pc:chgData name="Prince Chandapillai" userId="4fad049182ddc57b" providerId="LiveId" clId="{F7459B87-23EE-403C-A986-E3B775BBCBE5}" dt="2025-01-23T16:47:10.289" v="557" actId="20577"/>
        <pc:sldMkLst>
          <pc:docMk/>
          <pc:sldMk cId="2157734643" sldId="1667"/>
        </pc:sldMkLst>
        <pc:spChg chg="mod">
          <ac:chgData name="Prince Chandapillai" userId="4fad049182ddc57b" providerId="LiveId" clId="{F7459B87-23EE-403C-A986-E3B775BBCBE5}" dt="2025-01-23T16:47:10.289" v="557" actId="20577"/>
          <ac:spMkLst>
            <pc:docMk/>
            <pc:sldMk cId="2157734643" sldId="1667"/>
            <ac:spMk id="5" creationId="{6FDF8922-E112-8450-F81D-E9F87CE7F90E}"/>
          </ac:spMkLst>
        </pc:spChg>
      </pc:sldChg>
      <pc:sldChg chg="modSp add mod">
        <pc:chgData name="Prince Chandapillai" userId="4fad049182ddc57b" providerId="LiveId" clId="{F7459B87-23EE-403C-A986-E3B775BBCBE5}" dt="2025-01-23T16:48:27.922" v="578" actId="20577"/>
        <pc:sldMkLst>
          <pc:docMk/>
          <pc:sldMk cId="607665480" sldId="1668"/>
        </pc:sldMkLst>
      </pc:sldChg>
      <pc:sldChg chg="modSp add mod">
        <pc:chgData name="Prince Chandapillai" userId="4fad049182ddc57b" providerId="LiveId" clId="{F7459B87-23EE-403C-A986-E3B775BBCBE5}" dt="2025-01-23T17:00:01.383" v="632" actId="207"/>
        <pc:sldMkLst>
          <pc:docMk/>
          <pc:sldMk cId="3643985019" sldId="1669"/>
        </pc:sldMkLst>
        <pc:spChg chg="mod">
          <ac:chgData name="Prince Chandapillai" userId="4fad049182ddc57b" providerId="LiveId" clId="{F7459B87-23EE-403C-A986-E3B775BBCBE5}" dt="2025-01-23T16:59:56.356" v="631" actId="20577"/>
          <ac:spMkLst>
            <pc:docMk/>
            <pc:sldMk cId="3643985019" sldId="1669"/>
            <ac:spMk id="5" creationId="{6E1FB840-812A-3FAD-D690-64BC2134ACDA}"/>
          </ac:spMkLst>
        </pc:spChg>
      </pc:sldChg>
      <pc:sldChg chg="modSp add mod">
        <pc:chgData name="Prince Chandapillai" userId="4fad049182ddc57b" providerId="LiveId" clId="{F7459B87-23EE-403C-A986-E3B775BBCBE5}" dt="2025-01-23T17:00:54.902" v="636" actId="20577"/>
        <pc:sldMkLst>
          <pc:docMk/>
          <pc:sldMk cId="1661972239" sldId="1670"/>
        </pc:sldMkLst>
        <pc:spChg chg="mod">
          <ac:chgData name="Prince Chandapillai" userId="4fad049182ddc57b" providerId="LiveId" clId="{F7459B87-23EE-403C-A986-E3B775BBCBE5}" dt="2025-01-23T17:00:54.902" v="636" actId="20577"/>
          <ac:spMkLst>
            <pc:docMk/>
            <pc:sldMk cId="1661972239" sldId="1670"/>
            <ac:spMk id="5" creationId="{F11875A7-D8A7-D6EA-1966-B49BAB5F74AD}"/>
          </ac:spMkLst>
        </pc:spChg>
      </pc:sldChg>
      <pc:sldChg chg="add del">
        <pc:chgData name="Prince Chandapillai" userId="4fad049182ddc57b" providerId="LiveId" clId="{F7459B87-23EE-403C-A986-E3B775BBCBE5}" dt="2025-01-23T17:00:23.528" v="633" actId="47"/>
        <pc:sldMkLst>
          <pc:docMk/>
          <pc:sldMk cId="3909335392" sldId="1671"/>
        </pc:sldMkLst>
      </pc:sldChg>
      <pc:sldChg chg="modSp add mod">
        <pc:chgData name="Prince Chandapillai" userId="4fad049182ddc57b" providerId="LiveId" clId="{F7459B87-23EE-403C-A986-E3B775BBCBE5}" dt="2025-01-23T17:01:46.176" v="645" actId="20577"/>
        <pc:sldMkLst>
          <pc:docMk/>
          <pc:sldMk cId="655396309" sldId="1672"/>
        </pc:sldMkLst>
        <pc:spChg chg="mod">
          <ac:chgData name="Prince Chandapillai" userId="4fad049182ddc57b" providerId="LiveId" clId="{F7459B87-23EE-403C-A986-E3B775BBCBE5}" dt="2025-01-23T17:01:46.176" v="645" actId="20577"/>
          <ac:spMkLst>
            <pc:docMk/>
            <pc:sldMk cId="655396309" sldId="1672"/>
            <ac:spMk id="5" creationId="{19FACCED-2380-B47D-F670-F389B13E3643}"/>
          </ac:spMkLst>
        </pc:spChg>
      </pc:sldChg>
      <pc:sldChg chg="add del">
        <pc:chgData name="Prince Chandapillai" userId="4fad049182ddc57b" providerId="LiveId" clId="{F7459B87-23EE-403C-A986-E3B775BBCBE5}" dt="2025-01-23T17:01:49.871" v="646" actId="47"/>
        <pc:sldMkLst>
          <pc:docMk/>
          <pc:sldMk cId="1336678725" sldId="1673"/>
        </pc:sldMkLst>
      </pc:sldChg>
      <pc:sldChg chg="modSp add mod">
        <pc:chgData name="Prince Chandapillai" userId="4fad049182ddc57b" providerId="LiveId" clId="{F7459B87-23EE-403C-A986-E3B775BBCBE5}" dt="2025-01-23T17:03:29.712" v="660" actId="20577"/>
        <pc:sldMkLst>
          <pc:docMk/>
          <pc:sldMk cId="1802518508" sldId="1674"/>
        </pc:sldMkLst>
      </pc:sldChg>
      <pc:sldChg chg="add del">
        <pc:chgData name="Prince Chandapillai" userId="4fad049182ddc57b" providerId="LiveId" clId="{F7459B87-23EE-403C-A986-E3B775BBCBE5}" dt="2025-01-23T17:02:13.472" v="650" actId="47"/>
        <pc:sldMkLst>
          <pc:docMk/>
          <pc:sldMk cId="2249450189" sldId="1675"/>
        </pc:sldMkLst>
      </pc:sldChg>
      <pc:sldChg chg="modSp add mod">
        <pc:chgData name="Prince Chandapillai" userId="4fad049182ddc57b" providerId="LiveId" clId="{F7459B87-23EE-403C-A986-E3B775BBCBE5}" dt="2025-01-23T17:01:06.760" v="638" actId="20577"/>
        <pc:sldMkLst>
          <pc:docMk/>
          <pc:sldMk cId="1733253648" sldId="1676"/>
        </pc:sldMkLst>
        <pc:spChg chg="mod">
          <ac:chgData name="Prince Chandapillai" userId="4fad049182ddc57b" providerId="LiveId" clId="{F7459B87-23EE-403C-A986-E3B775BBCBE5}" dt="2025-01-23T17:01:06.760" v="638" actId="20577"/>
          <ac:spMkLst>
            <pc:docMk/>
            <pc:sldMk cId="1733253648" sldId="1676"/>
            <ac:spMk id="5" creationId="{D0243CCE-BF20-FE67-B1F2-376C9D73B019}"/>
          </ac:spMkLst>
        </pc:spChg>
      </pc:sldChg>
      <pc:sldChg chg="modSp add mod">
        <pc:chgData name="Prince Chandapillai" userId="4fad049182ddc57b" providerId="LiveId" clId="{F7459B87-23EE-403C-A986-E3B775BBCBE5}" dt="2025-01-23T17:02:04.144" v="649" actId="20577"/>
        <pc:sldMkLst>
          <pc:docMk/>
          <pc:sldMk cId="376688903" sldId="1677"/>
        </pc:sldMkLst>
      </pc:sldChg>
      <pc:sldChg chg="modSp add mod">
        <pc:chgData name="Prince Chandapillai" userId="4fad049182ddc57b" providerId="LiveId" clId="{F7459B87-23EE-403C-A986-E3B775BBCBE5}" dt="2025-01-23T17:03:39.948" v="663" actId="20577"/>
        <pc:sldMkLst>
          <pc:docMk/>
          <pc:sldMk cId="1963815033" sldId="1678"/>
        </pc:sldMkLst>
      </pc:sldChg>
      <pc:sldChg chg="modSp add mod">
        <pc:chgData name="Prince Chandapillai" userId="4fad049182ddc57b" providerId="LiveId" clId="{F7459B87-23EE-403C-A986-E3B775BBCBE5}" dt="2025-01-23T17:10:21.489" v="736" actId="20577"/>
        <pc:sldMkLst>
          <pc:docMk/>
          <pc:sldMk cId="2170825706" sldId="1679"/>
        </pc:sldMkLst>
        <pc:spChg chg="mod">
          <ac:chgData name="Prince Chandapillai" userId="4fad049182ddc57b" providerId="LiveId" clId="{F7459B87-23EE-403C-A986-E3B775BBCBE5}" dt="2025-01-23T17:09:51.381" v="732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 add mod">
        <pc:chgData name="Prince Chandapillai" userId="4fad049182ddc57b" providerId="LiveId" clId="{F7459B87-23EE-403C-A986-E3B775BBCBE5}" dt="2025-01-23T17:13:19.073" v="829" actId="20577"/>
        <pc:sldMkLst>
          <pc:docMk/>
          <pc:sldMk cId="706222788" sldId="1680"/>
        </pc:sldMkLst>
      </pc:sldChg>
    </pc:docChg>
  </pc:docChgLst>
  <pc:docChgLst>
    <pc:chgData name="Rosmin Elsa" userId="8f13a6be4da41318" providerId="LiveId" clId="{78F3CBD8-686C-4FAD-97BF-BA8A5CAD6542}"/>
    <pc:docChg chg="undo custSel modSld modMainMaster">
      <pc:chgData name="Rosmin Elsa" userId="8f13a6be4da41318" providerId="LiveId" clId="{78F3CBD8-686C-4FAD-97BF-BA8A5CAD6542}" dt="2025-02-14T05:09:48.109" v="37"/>
      <pc:docMkLst>
        <pc:docMk/>
      </pc:docMkLst>
      <pc:sldChg chg="addSp delSp modSp mod">
        <pc:chgData name="Rosmin Elsa" userId="8f13a6be4da41318" providerId="LiveId" clId="{78F3CBD8-686C-4FAD-97BF-BA8A5CAD6542}" dt="2025-02-14T05:09:48.109" v="37"/>
        <pc:sldMkLst>
          <pc:docMk/>
          <pc:sldMk cId="140346443" sldId="822"/>
        </pc:sldMkLst>
        <pc:picChg chg="add del mod">
          <ac:chgData name="Rosmin Elsa" userId="8f13a6be4da41318" providerId="LiveId" clId="{78F3CBD8-686C-4FAD-97BF-BA8A5CAD6542}" dt="2025-02-14T05:09:47.718" v="36" actId="478"/>
          <ac:picMkLst>
            <pc:docMk/>
            <pc:sldMk cId="140346443" sldId="822"/>
            <ac:picMk id="4" creationId="{F92CE0C5-351B-0ADB-5699-5F689F07F029}"/>
          </ac:picMkLst>
        </pc:picChg>
        <pc:picChg chg="add mod">
          <ac:chgData name="Rosmin Elsa" userId="8f13a6be4da41318" providerId="LiveId" clId="{78F3CBD8-686C-4FAD-97BF-BA8A5CAD6542}" dt="2025-02-14T05:09:48.109" v="37"/>
          <ac:picMkLst>
            <pc:docMk/>
            <pc:sldMk cId="140346443" sldId="822"/>
            <ac:picMk id="5" creationId="{AE977EB1-CBD2-2A19-FF44-FE6AFEF294E3}"/>
          </ac:picMkLst>
        </pc:picChg>
      </pc:sldChg>
      <pc:sldChg chg="modSp mod">
        <pc:chgData name="Rosmin Elsa" userId="8f13a6be4da41318" providerId="LiveId" clId="{78F3CBD8-686C-4FAD-97BF-BA8A5CAD6542}" dt="2025-02-08T14:39:11.402" v="15" actId="20577"/>
        <pc:sldMkLst>
          <pc:docMk/>
          <pc:sldMk cId="2716954731" sldId="1390"/>
        </pc:sldMkLst>
        <pc:spChg chg="mod">
          <ac:chgData name="Rosmin Elsa" userId="8f13a6be4da41318" providerId="LiveId" clId="{78F3CBD8-686C-4FAD-97BF-BA8A5CAD6542}" dt="2025-02-08T14:39:11.402" v="15" actId="20577"/>
          <ac:spMkLst>
            <pc:docMk/>
            <pc:sldMk cId="2716954731" sldId="1390"/>
            <ac:spMk id="2" creationId="{00000000-0000-0000-0000-000000000000}"/>
          </ac:spMkLst>
        </pc:spChg>
      </pc:sldChg>
      <pc:sldChg chg="modSp mod">
        <pc:chgData name="Rosmin Elsa" userId="8f13a6be4da41318" providerId="LiveId" clId="{78F3CBD8-686C-4FAD-97BF-BA8A5CAD6542}" dt="2025-02-08T14:39:07.039" v="13" actId="20577"/>
        <pc:sldMkLst>
          <pc:docMk/>
          <pc:sldMk cId="2217838844" sldId="1648"/>
        </pc:sldMkLst>
        <pc:spChg chg="mod">
          <ac:chgData name="Rosmin Elsa" userId="8f13a6be4da41318" providerId="LiveId" clId="{78F3CBD8-686C-4FAD-97BF-BA8A5CAD6542}" dt="2025-02-08T14:39:07.039" v="13" actId="20577"/>
          <ac:spMkLst>
            <pc:docMk/>
            <pc:sldMk cId="2217838844" sldId="1648"/>
            <ac:spMk id="2" creationId="{F46B6877-2B4C-ACDD-1D0F-6A4EF3607655}"/>
          </ac:spMkLst>
        </pc:spChg>
      </pc:sldChg>
      <pc:sldChg chg="modSp mod">
        <pc:chgData name="Rosmin Elsa" userId="8f13a6be4da41318" providerId="LiveId" clId="{78F3CBD8-686C-4FAD-97BF-BA8A5CAD6542}" dt="2025-02-08T14:39:00.398" v="10" actId="20577"/>
        <pc:sldMkLst>
          <pc:docMk/>
          <pc:sldMk cId="3067729131" sldId="1650"/>
        </pc:sldMkLst>
        <pc:spChg chg="mod">
          <ac:chgData name="Rosmin Elsa" userId="8f13a6be4da41318" providerId="LiveId" clId="{78F3CBD8-686C-4FAD-97BF-BA8A5CAD6542}" dt="2025-02-08T14:39:00.398" v="10" actId="20577"/>
          <ac:spMkLst>
            <pc:docMk/>
            <pc:sldMk cId="3067729131" sldId="1650"/>
            <ac:spMk id="2" creationId="{EDB5A7FB-B28B-77E6-5E83-24123D1F8159}"/>
          </ac:spMkLst>
        </pc:spChg>
      </pc:sldChg>
      <pc:sldChg chg="modSp mod">
        <pc:chgData name="Rosmin Elsa" userId="8f13a6be4da41318" providerId="LiveId" clId="{78F3CBD8-686C-4FAD-97BF-BA8A5CAD6542}" dt="2025-02-07T00:51:36.159" v="0" actId="120"/>
        <pc:sldMkLst>
          <pc:docMk/>
          <pc:sldMk cId="2170825706" sldId="1679"/>
        </pc:sldMkLst>
        <pc:spChg chg="mod">
          <ac:chgData name="Rosmin Elsa" userId="8f13a6be4da41318" providerId="LiveId" clId="{78F3CBD8-686C-4FAD-97BF-BA8A5CAD6542}" dt="2025-02-07T00:51:36.159" v="0" actId="120"/>
          <ac:spMkLst>
            <pc:docMk/>
            <pc:sldMk cId="2170825706" sldId="1679"/>
            <ac:spMk id="6" creationId="{0BAD9EF5-2286-3DE3-F2A3-0055009A2470}"/>
          </ac:spMkLst>
        </pc:spChg>
      </pc:sldChg>
      <pc:sldChg chg="addSp delSp modSp mod">
        <pc:chgData name="Rosmin Elsa" userId="8f13a6be4da41318" providerId="LiveId" clId="{78F3CBD8-686C-4FAD-97BF-BA8A5CAD6542}" dt="2025-02-14T05:08:43.236" v="22" actId="1076"/>
        <pc:sldMkLst>
          <pc:docMk/>
          <pc:sldMk cId="3474857039" sldId="1681"/>
        </pc:sldMkLst>
        <pc:spChg chg="add">
          <ac:chgData name="Rosmin Elsa" userId="8f13a6be4da41318" providerId="LiveId" clId="{78F3CBD8-686C-4FAD-97BF-BA8A5CAD6542}" dt="2025-02-14T05:08:31.536" v="17"/>
          <ac:spMkLst>
            <pc:docMk/>
            <pc:sldMk cId="3474857039" sldId="1681"/>
            <ac:spMk id="4" creationId="{81AE5C0F-2D9A-DBE5-C408-1DBA329742B9}"/>
          </ac:spMkLst>
        </pc:spChg>
        <pc:picChg chg="add mod">
          <ac:chgData name="Rosmin Elsa" userId="8f13a6be4da41318" providerId="LiveId" clId="{78F3CBD8-686C-4FAD-97BF-BA8A5CAD6542}" dt="2025-02-14T05:08:43.236" v="22" actId="1076"/>
          <ac:picMkLst>
            <pc:docMk/>
            <pc:sldMk cId="3474857039" sldId="1681"/>
            <ac:picMk id="5" creationId="{A902B4E1-10E6-1BE7-001A-1960B21CA557}"/>
          </ac:picMkLst>
        </pc:picChg>
        <pc:picChg chg="del">
          <ac:chgData name="Rosmin Elsa" userId="8f13a6be4da41318" providerId="LiveId" clId="{78F3CBD8-686C-4FAD-97BF-BA8A5CAD6542}" dt="2025-02-14T05:08:31.057" v="16" actId="478"/>
          <ac:picMkLst>
            <pc:docMk/>
            <pc:sldMk cId="3474857039" sldId="1681"/>
            <ac:picMk id="9" creationId="{AE36902C-BAC6-7D8C-B1D9-F54B77B144A8}"/>
          </ac:picMkLst>
        </pc:picChg>
      </pc:sldChg>
      <pc:sldChg chg="addSp delSp modSp mod">
        <pc:chgData name="Rosmin Elsa" userId="8f13a6be4da41318" providerId="LiveId" clId="{78F3CBD8-686C-4FAD-97BF-BA8A5CAD6542}" dt="2025-02-14T05:08:47.940" v="24"/>
        <pc:sldMkLst>
          <pc:docMk/>
          <pc:sldMk cId="2933903192" sldId="1682"/>
        </pc:sldMkLst>
        <pc:picChg chg="add mod">
          <ac:chgData name="Rosmin Elsa" userId="8f13a6be4da41318" providerId="LiveId" clId="{78F3CBD8-686C-4FAD-97BF-BA8A5CAD6542}" dt="2025-02-14T05:08:47.940" v="24"/>
          <ac:picMkLst>
            <pc:docMk/>
            <pc:sldMk cId="2933903192" sldId="1682"/>
            <ac:picMk id="4" creationId="{EFFC410A-C339-495C-8864-E3722558C713}"/>
          </ac:picMkLst>
        </pc:picChg>
        <pc:picChg chg="del">
          <ac:chgData name="Rosmin Elsa" userId="8f13a6be4da41318" providerId="LiveId" clId="{78F3CBD8-686C-4FAD-97BF-BA8A5CAD6542}" dt="2025-02-14T05:08:47.548" v="23" actId="478"/>
          <ac:picMkLst>
            <pc:docMk/>
            <pc:sldMk cId="2933903192" sldId="1682"/>
            <ac:picMk id="9" creationId="{1B98A666-9E15-CC1E-277B-1AB4DFFFF39F}"/>
          </ac:picMkLst>
        </pc:picChg>
      </pc:sldChg>
      <pc:sldChg chg="addSp delSp modSp mod">
        <pc:chgData name="Rosmin Elsa" userId="8f13a6be4da41318" providerId="LiveId" clId="{78F3CBD8-686C-4FAD-97BF-BA8A5CAD6542}" dt="2025-02-14T05:09:34.175" v="34" actId="20577"/>
        <pc:sldMkLst>
          <pc:docMk/>
          <pc:sldMk cId="1256958955" sldId="1683"/>
        </pc:sldMkLst>
        <pc:spChg chg="mod">
          <ac:chgData name="Rosmin Elsa" userId="8f13a6be4da41318" providerId="LiveId" clId="{78F3CBD8-686C-4FAD-97BF-BA8A5CAD6542}" dt="2025-02-14T05:09:34.175" v="34" actId="20577"/>
          <ac:spMkLst>
            <pc:docMk/>
            <pc:sldMk cId="1256958955" sldId="1683"/>
            <ac:spMk id="3" creationId="{BEA3FAF2-A004-6305-BEC1-652E19C3F674}"/>
          </ac:spMkLst>
        </pc:spChg>
        <pc:picChg chg="add mod">
          <ac:chgData name="Rosmin Elsa" userId="8f13a6be4da41318" providerId="LiveId" clId="{78F3CBD8-686C-4FAD-97BF-BA8A5CAD6542}" dt="2025-02-14T05:09:19.845" v="32" actId="1076"/>
          <ac:picMkLst>
            <pc:docMk/>
            <pc:sldMk cId="1256958955" sldId="1683"/>
            <ac:picMk id="4" creationId="{C2FCBEC9-E581-2989-FB99-2EA1DD110813}"/>
          </ac:picMkLst>
        </pc:picChg>
        <pc:picChg chg="del">
          <ac:chgData name="Rosmin Elsa" userId="8f13a6be4da41318" providerId="LiveId" clId="{78F3CBD8-686C-4FAD-97BF-BA8A5CAD6542}" dt="2025-02-14T05:08:51.380" v="25" actId="478"/>
          <ac:picMkLst>
            <pc:docMk/>
            <pc:sldMk cId="1256958955" sldId="1683"/>
            <ac:picMk id="9" creationId="{5551F3AF-20E8-F6D8-0DF0-1882FC07AE27}"/>
          </ac:picMkLst>
        </pc:picChg>
      </pc:sldChg>
      <pc:sldMasterChg chg="modSldLayout">
        <pc:chgData name="Rosmin Elsa" userId="8f13a6be4da41318" providerId="LiveId" clId="{78F3CBD8-686C-4FAD-97BF-BA8A5CAD6542}" dt="2025-02-08T14:38:01.493" v="5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78F3CBD8-686C-4FAD-97BF-BA8A5CAD6542}" dt="2025-02-08T14:38:01.493" v="5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78F3CBD8-686C-4FAD-97BF-BA8A5CAD6542}" dt="2025-02-08T14:38:01.493" v="5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</pc:sldMasterChg>
    </pc:docChg>
  </pc:docChgLst>
  <pc:docChgLst>
    <pc:chgData name="Rosmin Elsa Mohan" userId="7f6a9fc7-46b4-4eac-90cd-058eb48f67de" providerId="ADAL" clId="{377F4687-1D20-403E-89F9-5FDC7A6EA8A1}"/>
    <pc:docChg chg="undo redo custSel addSld delSld modSld modMainMaster">
      <pc:chgData name="Rosmin Elsa Mohan" userId="7f6a9fc7-46b4-4eac-90cd-058eb48f67de" providerId="ADAL" clId="{377F4687-1D20-403E-89F9-5FDC7A6EA8A1}" dt="2025-02-05T11:52:25.318" v="1220" actId="478"/>
      <pc:docMkLst>
        <pc:docMk/>
      </pc:docMkLst>
      <pc:sldChg chg="modSp mod">
        <pc:chgData name="Rosmin Elsa Mohan" userId="7f6a9fc7-46b4-4eac-90cd-058eb48f67de" providerId="ADAL" clId="{377F4687-1D20-403E-89F9-5FDC7A6EA8A1}" dt="2025-02-05T11:45:22.193" v="1149" actId="114"/>
        <pc:sldMkLst>
          <pc:docMk/>
          <pc:sldMk cId="4206118844" sldId="811"/>
        </pc:sldMkLst>
        <pc:spChg chg="mod">
          <ac:chgData name="Rosmin Elsa Mohan" userId="7f6a9fc7-46b4-4eac-90cd-058eb48f67de" providerId="ADAL" clId="{377F4687-1D20-403E-89F9-5FDC7A6EA8A1}" dt="2025-02-05T11:45:22.193" v="1149" actId="114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377F4687-1D20-403E-89F9-5FDC7A6EA8A1}" dt="2025-02-05T11:45:15.964" v="1148" actId="114"/>
        <pc:sldMkLst>
          <pc:docMk/>
          <pc:sldMk cId="717388547" sldId="813"/>
        </pc:sldMkLst>
        <pc:spChg chg="mod">
          <ac:chgData name="Rosmin Elsa Mohan" userId="7f6a9fc7-46b4-4eac-90cd-058eb48f67de" providerId="ADAL" clId="{377F4687-1D20-403E-89F9-5FDC7A6EA8A1}" dt="2025-02-05T11:45:15.964" v="1148" actId="114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377F4687-1D20-403E-89F9-5FDC7A6EA8A1}" dt="2025-02-05T11:45:10.898" v="1147" actId="114"/>
        <pc:sldMkLst>
          <pc:docMk/>
          <pc:sldMk cId="3717493800" sldId="821"/>
        </pc:sldMkLst>
        <pc:spChg chg="mod">
          <ac:chgData name="Rosmin Elsa Mohan" userId="7f6a9fc7-46b4-4eac-90cd-058eb48f67de" providerId="ADAL" clId="{377F4687-1D20-403E-89F9-5FDC7A6EA8A1}" dt="2025-02-05T09:05:17.466" v="138" actId="14100"/>
          <ac:spMkLst>
            <pc:docMk/>
            <pc:sldMk cId="3717493800" sldId="821"/>
            <ac:spMk id="2" creationId="{BDDA26F8-E366-2B5B-C348-C507B3038F2B}"/>
          </ac:spMkLst>
        </pc:spChg>
        <pc:spChg chg="mod">
          <ac:chgData name="Rosmin Elsa Mohan" userId="7f6a9fc7-46b4-4eac-90cd-058eb48f67de" providerId="ADAL" clId="{377F4687-1D20-403E-89F9-5FDC7A6EA8A1}" dt="2025-02-05T11:45:10.898" v="1147" actId="114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77F4687-1D20-403E-89F9-5FDC7A6EA8A1}" dt="2025-02-05T11:46:10.538" v="1156" actId="20577"/>
        <pc:sldMkLst>
          <pc:docMk/>
          <pc:sldMk cId="140346443" sldId="822"/>
        </pc:sldMkLst>
        <pc:spChg chg="mod">
          <ac:chgData name="Rosmin Elsa Mohan" userId="7f6a9fc7-46b4-4eac-90cd-058eb48f67de" providerId="ADAL" clId="{377F4687-1D20-403E-89F9-5FDC7A6EA8A1}" dt="2025-02-05T09:08:59.421" v="211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377F4687-1D20-403E-89F9-5FDC7A6EA8A1}" dt="2025-02-05T09:11:24.757" v="223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 Mohan" userId="7f6a9fc7-46b4-4eac-90cd-058eb48f67de" providerId="ADAL" clId="{377F4687-1D20-403E-89F9-5FDC7A6EA8A1}" dt="2025-02-05T11:46:10.538" v="1156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77F4687-1D20-403E-89F9-5FDC7A6EA8A1}" dt="2025-02-05T09:07:59.669" v="163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377F4687-1D20-403E-89F9-5FDC7A6EA8A1}" dt="2025-02-05T09:07:59.669" v="163" actId="1076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09:06:16.719" v="148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377F4687-1D20-403E-89F9-5FDC7A6EA8A1}" dt="2025-02-05T09:32:26.445" v="423" actId="20577"/>
        <pc:sldMkLst>
          <pc:docMk/>
          <pc:sldMk cId="1416329417" sldId="949"/>
        </pc:sldMkLst>
        <pc:spChg chg="mod">
          <ac:chgData name="Rosmin Elsa Mohan" userId="7f6a9fc7-46b4-4eac-90cd-058eb48f67de" providerId="ADAL" clId="{377F4687-1D20-403E-89F9-5FDC7A6EA8A1}" dt="2025-02-05T09:32:26.445" v="423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43:30.043" v="1103" actId="114"/>
        <pc:sldMkLst>
          <pc:docMk/>
          <pc:sldMk cId="1180184608" sldId="1201"/>
        </pc:sldMkLst>
        <pc:spChg chg="mod">
          <ac:chgData name="Rosmin Elsa Mohan" userId="7f6a9fc7-46b4-4eac-90cd-058eb48f67de" providerId="ADAL" clId="{377F4687-1D20-403E-89F9-5FDC7A6EA8A1}" dt="2025-02-05T11:43:16.793" v="1100" actId="14100"/>
          <ac:spMkLst>
            <pc:docMk/>
            <pc:sldMk cId="1180184608" sldId="1201"/>
            <ac:spMk id="2" creationId="{0B6C93E1-36CE-F678-40EB-0ED3F01C1EFB}"/>
          </ac:spMkLst>
        </pc:spChg>
        <pc:spChg chg="mod">
          <ac:chgData name="Rosmin Elsa Mohan" userId="7f6a9fc7-46b4-4eac-90cd-058eb48f67de" providerId="ADAL" clId="{377F4687-1D20-403E-89F9-5FDC7A6EA8A1}" dt="2025-02-05T11:43:30.043" v="1103" actId="114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 Mohan" userId="7f6a9fc7-46b4-4eac-90cd-058eb48f67de" providerId="ADAL" clId="{377F4687-1D20-403E-89F9-5FDC7A6EA8A1}" dt="2025-02-05T09:17:51.617" v="277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377F4687-1D20-403E-89F9-5FDC7A6EA8A1}" dt="2025-02-05T09:16:45.336" v="273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377F4687-1D20-403E-89F9-5FDC7A6EA8A1}" dt="2025-02-05T09:17:51.617" v="277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377F4687-1D20-403E-89F9-5FDC7A6EA8A1}" dt="2025-02-05T11:45:05.734" v="1146" actId="114"/>
        <pc:sldMkLst>
          <pc:docMk/>
          <pc:sldMk cId="1217883548" sldId="1318"/>
        </pc:sldMkLst>
        <pc:spChg chg="mod">
          <ac:chgData name="Rosmin Elsa Mohan" userId="7f6a9fc7-46b4-4eac-90cd-058eb48f67de" providerId="ADAL" clId="{377F4687-1D20-403E-89F9-5FDC7A6EA8A1}" dt="2025-02-05T09:08:28.010" v="165" actId="1076"/>
          <ac:spMkLst>
            <pc:docMk/>
            <pc:sldMk cId="1217883548" sldId="1318"/>
            <ac:spMk id="2" creationId="{F23B826F-1EDA-129F-EC70-2DC957D4F038}"/>
          </ac:spMkLst>
        </pc:spChg>
        <pc:spChg chg="mod">
          <ac:chgData name="Rosmin Elsa Mohan" userId="7f6a9fc7-46b4-4eac-90cd-058eb48f67de" providerId="ADAL" clId="{377F4687-1D20-403E-89F9-5FDC7A6EA8A1}" dt="2025-02-05T11:45:05.734" v="1146" actId="114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77F4687-1D20-403E-89F9-5FDC7A6EA8A1}" dt="2025-02-05T09:37:38.275" v="470" actId="20577"/>
        <pc:sldMkLst>
          <pc:docMk/>
          <pc:sldMk cId="4765592" sldId="1388"/>
        </pc:sldMkLst>
        <pc:spChg chg="mod">
          <ac:chgData name="Rosmin Elsa Mohan" userId="7f6a9fc7-46b4-4eac-90cd-058eb48f67de" providerId="ADAL" clId="{377F4687-1D20-403E-89F9-5FDC7A6EA8A1}" dt="2025-02-05T09:37:38.275" v="470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47:06.301" v="1169" actId="20577"/>
        <pc:sldMkLst>
          <pc:docMk/>
          <pc:sldMk cId="397177493" sldId="1389"/>
        </pc:sldMkLst>
        <pc:spChg chg="mod">
          <ac:chgData name="Rosmin Elsa Mohan" userId="7f6a9fc7-46b4-4eac-90cd-058eb48f67de" providerId="ADAL" clId="{377F4687-1D20-403E-89F9-5FDC7A6EA8A1}" dt="2025-02-05T09:32:32.208" v="424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47:06.301" v="1169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09:42:21.194" v="515" actId="14100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377F4687-1D20-403E-89F9-5FDC7A6EA8A1}" dt="2025-02-05T11:45:55.646" v="1153" actId="20577"/>
        <pc:sldMkLst>
          <pc:docMk/>
          <pc:sldMk cId="2716954731" sldId="1390"/>
        </pc:sldMkLst>
        <pc:spChg chg="mod">
          <ac:chgData name="Rosmin Elsa Mohan" userId="7f6a9fc7-46b4-4eac-90cd-058eb48f67de" providerId="ADAL" clId="{377F4687-1D20-403E-89F9-5FDC7A6EA8A1}" dt="2025-02-05T08:58:40.079" v="61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45:55.646" v="1153" actId="20577"/>
          <ac:spMkLst>
            <pc:docMk/>
            <pc:sldMk cId="2716954731" sldId="1390"/>
            <ac:spMk id="5" creationId="{F23B1A82-CA2E-08BD-1D0D-5AA03047C3D2}"/>
          </ac:spMkLst>
        </pc:spChg>
        <pc:spChg chg="mod">
          <ac:chgData name="Rosmin Elsa Mohan" userId="7f6a9fc7-46b4-4eac-90cd-058eb48f67de" providerId="ADAL" clId="{377F4687-1D20-403E-89F9-5FDC7A6EA8A1}" dt="2025-02-05T11:45:42.756" v="1151" actId="6549"/>
          <ac:spMkLst>
            <pc:docMk/>
            <pc:sldMk cId="2716954731" sldId="1390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377F4687-1D20-403E-89F9-5FDC7A6EA8A1}" dt="2025-02-05T11:46:39.045" v="1165" actId="20577"/>
        <pc:sldMkLst>
          <pc:docMk/>
          <pc:sldMk cId="3559088401" sldId="1396"/>
        </pc:sldMkLst>
        <pc:spChg chg="mod">
          <ac:chgData name="Rosmin Elsa Mohan" userId="7f6a9fc7-46b4-4eac-90cd-058eb48f67de" providerId="ADAL" clId="{377F4687-1D20-403E-89F9-5FDC7A6EA8A1}" dt="2025-02-05T09:37:45.281" v="472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Rosmin Elsa Mohan" userId="7f6a9fc7-46b4-4eac-90cd-058eb48f67de" providerId="ADAL" clId="{377F4687-1D20-403E-89F9-5FDC7A6EA8A1}" dt="2025-02-05T11:46:39.045" v="1165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Rosmin Elsa Mohan" userId="7f6a9fc7-46b4-4eac-90cd-058eb48f67de" providerId="ADAL" clId="{377F4687-1D20-403E-89F9-5FDC7A6EA8A1}" dt="2025-02-05T09:26:06.799" v="353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modSp mod">
        <pc:chgData name="Rosmin Elsa Mohan" userId="7f6a9fc7-46b4-4eac-90cd-058eb48f67de" providerId="ADAL" clId="{377F4687-1D20-403E-89F9-5FDC7A6EA8A1}" dt="2025-02-05T09:37:31.020" v="468" actId="20577"/>
        <pc:sldMkLst>
          <pc:docMk/>
          <pc:sldMk cId="2451994672" sldId="1402"/>
        </pc:sldMkLst>
        <pc:spChg chg="mod">
          <ac:chgData name="Rosmin Elsa Mohan" userId="7f6a9fc7-46b4-4eac-90cd-058eb48f67de" providerId="ADAL" clId="{377F4687-1D20-403E-89F9-5FDC7A6EA8A1}" dt="2025-02-05T09:37:31.020" v="468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48:53.957" v="1200" actId="20577"/>
        <pc:sldMkLst>
          <pc:docMk/>
          <pc:sldMk cId="1432198362" sldId="1403"/>
        </pc:sldMkLst>
        <pc:spChg chg="mod">
          <ac:chgData name="Rosmin Elsa Mohan" userId="7f6a9fc7-46b4-4eac-90cd-058eb48f67de" providerId="ADAL" clId="{377F4687-1D20-403E-89F9-5FDC7A6EA8A1}" dt="2025-02-05T09:38:12.597" v="482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48:53.957" v="1200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10:00:59.722" v="568" actId="6549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377F4687-1D20-403E-89F9-5FDC7A6EA8A1}" dt="2025-02-05T10:31:31.071" v="601" actId="20577"/>
        <pc:sldMkLst>
          <pc:docMk/>
          <pc:sldMk cId="434740199" sldId="1407"/>
        </pc:sldMkLst>
        <pc:spChg chg="mod">
          <ac:chgData name="Rosmin Elsa Mohan" userId="7f6a9fc7-46b4-4eac-90cd-058eb48f67de" providerId="ADAL" clId="{377F4687-1D20-403E-89F9-5FDC7A6EA8A1}" dt="2025-02-05T10:31:31.071" v="601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0:59:16.920" v="646" actId="20577"/>
        <pc:sldMkLst>
          <pc:docMk/>
          <pc:sldMk cId="584892078" sldId="1408"/>
        </pc:sldMkLst>
        <pc:spChg chg="mod">
          <ac:chgData name="Rosmin Elsa Mohan" userId="7f6a9fc7-46b4-4eac-90cd-058eb48f67de" providerId="ADAL" clId="{377F4687-1D20-403E-89F9-5FDC7A6EA8A1}" dt="2025-02-05T10:31:40.281" v="602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0:59:16.920" v="646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377F4687-1D20-403E-89F9-5FDC7A6EA8A1}" dt="2025-02-05T11:19:51.163" v="683" actId="20577"/>
        <pc:sldMkLst>
          <pc:docMk/>
          <pc:sldMk cId="2785602331" sldId="1411"/>
        </pc:sldMkLst>
        <pc:spChg chg="mod">
          <ac:chgData name="Rosmin Elsa Mohan" userId="7f6a9fc7-46b4-4eac-90cd-058eb48f67de" providerId="ADAL" clId="{377F4687-1D20-403E-89F9-5FDC7A6EA8A1}" dt="2025-02-05T11:19:51.163" v="683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50:05.086" v="1206" actId="20577"/>
        <pc:sldMkLst>
          <pc:docMk/>
          <pc:sldMk cId="2785920718" sldId="1606"/>
        </pc:sldMkLst>
        <pc:spChg chg="mod">
          <ac:chgData name="Rosmin Elsa Mohan" userId="7f6a9fc7-46b4-4eac-90cd-058eb48f67de" providerId="ADAL" clId="{377F4687-1D20-403E-89F9-5FDC7A6EA8A1}" dt="2025-02-05T11:25:05.345" v="701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50:05.086" v="1206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11:25:48.294" v="705" actId="20577"/>
          <ac:spMkLst>
            <pc:docMk/>
            <pc:sldMk cId="2785920718" sldId="1606"/>
            <ac:spMk id="7" creationId="{BDDFE297-14FD-8C75-D483-AE1329AD46AD}"/>
          </ac:spMkLst>
        </pc:spChg>
      </pc:sldChg>
      <pc:sldChg chg="modSp mod">
        <pc:chgData name="Rosmin Elsa Mohan" userId="7f6a9fc7-46b4-4eac-90cd-058eb48f67de" providerId="ADAL" clId="{377F4687-1D20-403E-89F9-5FDC7A6EA8A1}" dt="2025-02-05T11:30:34.151" v="816"/>
        <pc:sldMkLst>
          <pc:docMk/>
          <pc:sldMk cId="1850048300" sldId="1608"/>
        </pc:sldMkLst>
        <pc:spChg chg="mod">
          <ac:chgData name="Rosmin Elsa Mohan" userId="7f6a9fc7-46b4-4eac-90cd-058eb48f67de" providerId="ADAL" clId="{377F4687-1D20-403E-89F9-5FDC7A6EA8A1}" dt="2025-02-05T11:30:34.151" v="816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50:29.151" v="1209" actId="20577"/>
        <pc:sldMkLst>
          <pc:docMk/>
          <pc:sldMk cId="2076299123" sldId="1609"/>
        </pc:sldMkLst>
        <pc:spChg chg="mod">
          <ac:chgData name="Rosmin Elsa Mohan" userId="7f6a9fc7-46b4-4eac-90cd-058eb48f67de" providerId="ADAL" clId="{377F4687-1D20-403E-89F9-5FDC7A6EA8A1}" dt="2025-02-05T11:42:36.820" v="1050" actId="20577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50:29.151" v="1209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11:35:44.651" v="980" actId="20577"/>
          <ac:spMkLst>
            <pc:docMk/>
            <pc:sldMk cId="2076299123" sldId="1609"/>
            <ac:spMk id="6" creationId="{00B7E6C3-DC3B-BC8E-EE75-86995C7F8ADF}"/>
          </ac:spMkLst>
        </pc:spChg>
      </pc:sldChg>
      <pc:sldChg chg="addSp modSp mod">
        <pc:chgData name="Rosmin Elsa Mohan" userId="7f6a9fc7-46b4-4eac-90cd-058eb48f67de" providerId="ADAL" clId="{377F4687-1D20-403E-89F9-5FDC7A6EA8A1}" dt="2025-02-05T11:46:42.701" v="1166" actId="20577"/>
        <pc:sldMkLst>
          <pc:docMk/>
          <pc:sldMk cId="3486521272" sldId="1632"/>
        </pc:sldMkLst>
        <pc:spChg chg="mod">
          <ac:chgData name="Rosmin Elsa Mohan" userId="7f6a9fc7-46b4-4eac-90cd-058eb48f67de" providerId="ADAL" clId="{377F4687-1D20-403E-89F9-5FDC7A6EA8A1}" dt="2025-02-05T09:37:49.942" v="474" actId="20577"/>
          <ac:spMkLst>
            <pc:docMk/>
            <pc:sldMk cId="3486521272" sldId="1632"/>
            <ac:spMk id="2" creationId="{30A8064F-8FEA-7732-AF60-04F2FE84B514}"/>
          </ac:spMkLst>
        </pc:spChg>
        <pc:spChg chg="add mod">
          <ac:chgData name="Rosmin Elsa Mohan" userId="7f6a9fc7-46b4-4eac-90cd-058eb48f67de" providerId="ADAL" clId="{377F4687-1D20-403E-89F9-5FDC7A6EA8A1}" dt="2025-02-05T09:26:42.897" v="354" actId="20577"/>
          <ac:spMkLst>
            <pc:docMk/>
            <pc:sldMk cId="3486521272" sldId="1632"/>
            <ac:spMk id="3" creationId="{099B8B1F-1B96-19B1-3E28-5688644317C4}"/>
          </ac:spMkLst>
        </pc:spChg>
        <pc:spChg chg="mod">
          <ac:chgData name="Rosmin Elsa Mohan" userId="7f6a9fc7-46b4-4eac-90cd-058eb48f67de" providerId="ADAL" clId="{377F4687-1D20-403E-89F9-5FDC7A6EA8A1}" dt="2025-02-05T11:46:42.701" v="1166" actId="20577"/>
          <ac:spMkLst>
            <pc:docMk/>
            <pc:sldMk cId="3486521272" sldId="1632"/>
            <ac:spMk id="4" creationId="{FCA06A5D-3B75-8DE6-0D59-53A9C570391E}"/>
          </ac:spMkLst>
        </pc:spChg>
        <pc:spChg chg="mod">
          <ac:chgData name="Rosmin Elsa Mohan" userId="7f6a9fc7-46b4-4eac-90cd-058eb48f67de" providerId="ADAL" clId="{377F4687-1D20-403E-89F9-5FDC7A6EA8A1}" dt="2025-02-05T09:22:20.819" v="311" actId="6549"/>
          <ac:spMkLst>
            <pc:docMk/>
            <pc:sldMk cId="3486521272" sldId="1632"/>
            <ac:spMk id="12" creationId="{E6569F9C-4B9A-ACAD-1B28-41FA1B1FE62F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6:45.666" v="1167" actId="20577"/>
        <pc:sldMkLst>
          <pc:docMk/>
          <pc:sldMk cId="1004603431" sldId="1633"/>
        </pc:sldMkLst>
        <pc:spChg chg="mod">
          <ac:chgData name="Rosmin Elsa Mohan" userId="7f6a9fc7-46b4-4eac-90cd-058eb48f67de" providerId="ADAL" clId="{377F4687-1D20-403E-89F9-5FDC7A6EA8A1}" dt="2025-02-05T09:37:55.116" v="476" actId="20577"/>
          <ac:spMkLst>
            <pc:docMk/>
            <pc:sldMk cId="1004603431" sldId="1633"/>
            <ac:spMk id="2" creationId="{56A0B723-F67B-77F9-DC36-F30BA08F2E5B}"/>
          </ac:spMkLst>
        </pc:spChg>
        <pc:spChg chg="add mod">
          <ac:chgData name="Rosmin Elsa Mohan" userId="7f6a9fc7-46b4-4eac-90cd-058eb48f67de" providerId="ADAL" clId="{377F4687-1D20-403E-89F9-5FDC7A6EA8A1}" dt="2025-02-05T09:27:49.019" v="358" actId="20577"/>
          <ac:spMkLst>
            <pc:docMk/>
            <pc:sldMk cId="1004603431" sldId="1633"/>
            <ac:spMk id="3" creationId="{05E67EA6-3B6C-0F36-DD13-833E4D7477AE}"/>
          </ac:spMkLst>
        </pc:spChg>
        <pc:spChg chg="mod">
          <ac:chgData name="Rosmin Elsa Mohan" userId="7f6a9fc7-46b4-4eac-90cd-058eb48f67de" providerId="ADAL" clId="{377F4687-1D20-403E-89F9-5FDC7A6EA8A1}" dt="2025-02-05T11:46:45.666" v="1167" actId="20577"/>
          <ac:spMkLst>
            <pc:docMk/>
            <pc:sldMk cId="1004603431" sldId="1633"/>
            <ac:spMk id="4" creationId="{7E88D1C0-BA56-0BDF-1463-A8337358525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6:49.464" v="1168" actId="20577"/>
        <pc:sldMkLst>
          <pc:docMk/>
          <pc:sldMk cId="3968835907" sldId="1634"/>
        </pc:sldMkLst>
        <pc:spChg chg="mod">
          <ac:chgData name="Rosmin Elsa Mohan" userId="7f6a9fc7-46b4-4eac-90cd-058eb48f67de" providerId="ADAL" clId="{377F4687-1D20-403E-89F9-5FDC7A6EA8A1}" dt="2025-02-05T09:38:00.253" v="478" actId="20577"/>
          <ac:spMkLst>
            <pc:docMk/>
            <pc:sldMk cId="3968835907" sldId="1634"/>
            <ac:spMk id="2" creationId="{56F4D01A-F8CC-074B-2038-88EA8C883DD6}"/>
          </ac:spMkLst>
        </pc:spChg>
        <pc:spChg chg="mod">
          <ac:chgData name="Rosmin Elsa Mohan" userId="7f6a9fc7-46b4-4eac-90cd-058eb48f67de" providerId="ADAL" clId="{377F4687-1D20-403E-89F9-5FDC7A6EA8A1}" dt="2025-02-05T11:46:49.464" v="1168" actId="20577"/>
          <ac:spMkLst>
            <pc:docMk/>
            <pc:sldMk cId="3968835907" sldId="1634"/>
            <ac:spMk id="4" creationId="{10D04B4B-A627-D36C-BB2A-2C83EB4FD518}"/>
          </ac:spMkLst>
        </pc:spChg>
        <pc:spChg chg="add mod">
          <ac:chgData name="Rosmin Elsa Mohan" userId="7f6a9fc7-46b4-4eac-90cd-058eb48f67de" providerId="ADAL" clId="{377F4687-1D20-403E-89F9-5FDC7A6EA8A1}" dt="2025-02-05T09:28:27.004" v="360" actId="20577"/>
          <ac:spMkLst>
            <pc:docMk/>
            <pc:sldMk cId="3968835907" sldId="1634"/>
            <ac:spMk id="7" creationId="{4B6DA177-6829-75EC-AB53-AF49B23E3F7D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13:50.315" v="657" actId="6549"/>
        <pc:sldMkLst>
          <pc:docMk/>
          <pc:sldMk cId="512280322" sldId="1638"/>
        </pc:sldMkLst>
        <pc:spChg chg="mod">
          <ac:chgData name="Rosmin Elsa Mohan" userId="7f6a9fc7-46b4-4eac-90cd-058eb48f67de" providerId="ADAL" clId="{377F4687-1D20-403E-89F9-5FDC7A6EA8A1}" dt="2025-02-05T10:31:44.051" v="603"/>
          <ac:spMkLst>
            <pc:docMk/>
            <pc:sldMk cId="512280322" sldId="1638"/>
            <ac:spMk id="2" creationId="{4F439294-F742-0DA7-B126-58954EE714D7}"/>
          </ac:spMkLst>
        </pc:spChg>
        <pc:spChg chg="add mod">
          <ac:chgData name="Rosmin Elsa Mohan" userId="7f6a9fc7-46b4-4eac-90cd-058eb48f67de" providerId="ADAL" clId="{377F4687-1D20-403E-89F9-5FDC7A6EA8A1}" dt="2025-02-05T11:13:50.315" v="657" actId="6549"/>
          <ac:spMkLst>
            <pc:docMk/>
            <pc:sldMk cId="512280322" sldId="1638"/>
            <ac:spMk id="3" creationId="{EAD4EF0C-73DA-0C3C-0EE9-CC088EEAB10A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14:19.791" v="665" actId="20577"/>
        <pc:sldMkLst>
          <pc:docMk/>
          <pc:sldMk cId="3402695695" sldId="1639"/>
        </pc:sldMkLst>
        <pc:spChg chg="mod">
          <ac:chgData name="Rosmin Elsa Mohan" userId="7f6a9fc7-46b4-4eac-90cd-058eb48f67de" providerId="ADAL" clId="{377F4687-1D20-403E-89F9-5FDC7A6EA8A1}" dt="2025-02-05T10:31:48.798" v="604"/>
          <ac:spMkLst>
            <pc:docMk/>
            <pc:sldMk cId="3402695695" sldId="1639"/>
            <ac:spMk id="2" creationId="{4170B6AB-65AD-1CAC-23AA-C6FF4BB5328C}"/>
          </ac:spMkLst>
        </pc:spChg>
        <pc:spChg chg="add mod">
          <ac:chgData name="Rosmin Elsa Mohan" userId="7f6a9fc7-46b4-4eac-90cd-058eb48f67de" providerId="ADAL" clId="{377F4687-1D20-403E-89F9-5FDC7A6EA8A1}" dt="2025-02-05T11:14:19.791" v="665" actId="20577"/>
          <ac:spMkLst>
            <pc:docMk/>
            <pc:sldMk cId="3402695695" sldId="1639"/>
            <ac:spMk id="3" creationId="{07D8C05A-D90E-93C2-AF98-2BE7B7F9D4D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5:59.561" v="1154" actId="20577"/>
        <pc:sldMkLst>
          <pc:docMk/>
          <pc:sldMk cId="2217838844" sldId="1648"/>
        </pc:sldMkLst>
        <pc:spChg chg="mod">
          <ac:chgData name="Rosmin Elsa Mohan" userId="7f6a9fc7-46b4-4eac-90cd-058eb48f67de" providerId="ADAL" clId="{377F4687-1D20-403E-89F9-5FDC7A6EA8A1}" dt="2025-02-05T08:58:43.387" v="63" actId="20577"/>
          <ac:spMkLst>
            <pc:docMk/>
            <pc:sldMk cId="2217838844" sldId="1648"/>
            <ac:spMk id="2" creationId="{F46B6877-2B4C-ACDD-1D0F-6A4EF3607655}"/>
          </ac:spMkLst>
        </pc:spChg>
        <pc:spChg chg="add mod">
          <ac:chgData name="Rosmin Elsa Mohan" userId="7f6a9fc7-46b4-4eac-90cd-058eb48f67de" providerId="ADAL" clId="{377F4687-1D20-403E-89F9-5FDC7A6EA8A1}" dt="2025-02-05T11:45:35.840" v="1150" actId="6549"/>
          <ac:spMkLst>
            <pc:docMk/>
            <pc:sldMk cId="2217838844" sldId="1648"/>
            <ac:spMk id="3" creationId="{9B08B8AC-D4F6-2B0B-F81D-06DE3F5F7FF3}"/>
          </ac:spMkLst>
        </pc:spChg>
        <pc:spChg chg="mod">
          <ac:chgData name="Rosmin Elsa Mohan" userId="7f6a9fc7-46b4-4eac-90cd-058eb48f67de" providerId="ADAL" clId="{377F4687-1D20-403E-89F9-5FDC7A6EA8A1}" dt="2025-02-05T11:45:59.561" v="1154" actId="20577"/>
          <ac:spMkLst>
            <pc:docMk/>
            <pc:sldMk cId="2217838844" sldId="1648"/>
            <ac:spMk id="5" creationId="{1A3D04E0-2BA2-B70E-C21F-60C1511AA590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6:02.737" v="1155" actId="20577"/>
        <pc:sldMkLst>
          <pc:docMk/>
          <pc:sldMk cId="3067729131" sldId="1650"/>
        </pc:sldMkLst>
        <pc:spChg chg="mod">
          <ac:chgData name="Rosmin Elsa Mohan" userId="7f6a9fc7-46b4-4eac-90cd-058eb48f67de" providerId="ADAL" clId="{377F4687-1D20-403E-89F9-5FDC7A6EA8A1}" dt="2025-02-05T08:58:46.803" v="65" actId="20577"/>
          <ac:spMkLst>
            <pc:docMk/>
            <pc:sldMk cId="3067729131" sldId="1650"/>
            <ac:spMk id="2" creationId="{EDB5A7FB-B28B-77E6-5E83-24123D1F8159}"/>
          </ac:spMkLst>
        </pc:spChg>
        <pc:spChg chg="mod">
          <ac:chgData name="Rosmin Elsa Mohan" userId="7f6a9fc7-46b4-4eac-90cd-058eb48f67de" providerId="ADAL" clId="{377F4687-1D20-403E-89F9-5FDC7A6EA8A1}" dt="2025-02-05T11:46:02.737" v="1155" actId="20577"/>
          <ac:spMkLst>
            <pc:docMk/>
            <pc:sldMk cId="3067729131" sldId="1650"/>
            <ac:spMk id="5" creationId="{5B5AB6B8-6EE4-4538-3B88-89DD2F615143}"/>
          </ac:spMkLst>
        </pc:spChg>
        <pc:spChg chg="add mod">
          <ac:chgData name="Rosmin Elsa Mohan" userId="7f6a9fc7-46b4-4eac-90cd-058eb48f67de" providerId="ADAL" clId="{377F4687-1D20-403E-89F9-5FDC7A6EA8A1}" dt="2025-02-05T11:45:45.864" v="1152" actId="6549"/>
          <ac:spMkLst>
            <pc:docMk/>
            <pc:sldMk cId="3067729131" sldId="1650"/>
            <ac:spMk id="8" creationId="{9565D601-1C94-FB93-0855-228276D2F37F}"/>
          </ac:spMkLst>
        </pc:spChg>
      </pc:sldChg>
      <pc:sldChg chg="del">
        <pc:chgData name="Rosmin Elsa Mohan" userId="7f6a9fc7-46b4-4eac-90cd-058eb48f67de" providerId="ADAL" clId="{377F4687-1D20-403E-89F9-5FDC7A6EA8A1}" dt="2025-02-05T08:58:23.964" v="59" actId="2696"/>
        <pc:sldMkLst>
          <pc:docMk/>
          <pc:sldMk cId="986701546" sldId="1651"/>
        </pc:sldMkLst>
      </pc:sldChg>
      <pc:sldChg chg="modSp del mod">
        <pc:chgData name="Rosmin Elsa Mohan" userId="7f6a9fc7-46b4-4eac-90cd-058eb48f67de" providerId="ADAL" clId="{377F4687-1D20-403E-89F9-5FDC7A6EA8A1}" dt="2025-02-05T09:11:35.038" v="224" actId="2696"/>
        <pc:sldMkLst>
          <pc:docMk/>
          <pc:sldMk cId="3217866785" sldId="1652"/>
        </pc:sldMkLst>
      </pc:sldChg>
      <pc:sldChg chg="modSp del mod">
        <pc:chgData name="Rosmin Elsa Mohan" userId="7f6a9fc7-46b4-4eac-90cd-058eb48f67de" providerId="ADAL" clId="{377F4687-1D20-403E-89F9-5FDC7A6EA8A1}" dt="2025-02-05T09:11:35.038" v="224" actId="2696"/>
        <pc:sldMkLst>
          <pc:docMk/>
          <pc:sldMk cId="1079567730" sldId="1653"/>
        </pc:sldMkLst>
      </pc:sldChg>
      <pc:sldChg chg="modSp del mod">
        <pc:chgData name="Rosmin Elsa Mohan" userId="7f6a9fc7-46b4-4eac-90cd-058eb48f67de" providerId="ADAL" clId="{377F4687-1D20-403E-89F9-5FDC7A6EA8A1}" dt="2025-02-05T09:28:59.421" v="361" actId="2696"/>
        <pc:sldMkLst>
          <pc:docMk/>
          <pc:sldMk cId="659268036" sldId="1654"/>
        </pc:sldMkLst>
      </pc:sldChg>
      <pc:sldChg chg="modSp del mod">
        <pc:chgData name="Rosmin Elsa Mohan" userId="7f6a9fc7-46b4-4eac-90cd-058eb48f67de" providerId="ADAL" clId="{377F4687-1D20-403E-89F9-5FDC7A6EA8A1}" dt="2025-02-05T09:28:59.421" v="361" actId="2696"/>
        <pc:sldMkLst>
          <pc:docMk/>
          <pc:sldMk cId="3899909310" sldId="1655"/>
        </pc:sldMkLst>
      </pc:sldChg>
      <pc:sldChg chg="addSp delSp modSp mod">
        <pc:chgData name="Rosmin Elsa Mohan" userId="7f6a9fc7-46b4-4eac-90cd-058eb48f67de" providerId="ADAL" clId="{377F4687-1D20-403E-89F9-5FDC7A6EA8A1}" dt="2025-02-05T11:48:37.187" v="1199" actId="20577"/>
        <pc:sldMkLst>
          <pc:docMk/>
          <pc:sldMk cId="427758639" sldId="1656"/>
        </pc:sldMkLst>
        <pc:spChg chg="mod">
          <ac:chgData name="Rosmin Elsa Mohan" userId="7f6a9fc7-46b4-4eac-90cd-058eb48f67de" providerId="ADAL" clId="{377F4687-1D20-403E-89F9-5FDC7A6EA8A1}" dt="2025-02-05T09:36:58.304" v="460"/>
          <ac:spMkLst>
            <pc:docMk/>
            <pc:sldMk cId="427758639" sldId="1656"/>
            <ac:spMk id="2" creationId="{58209733-FC3E-0FF0-CEFA-1C8274010167}"/>
          </ac:spMkLst>
        </pc:spChg>
        <pc:spChg chg="mod">
          <ac:chgData name="Rosmin Elsa Mohan" userId="7f6a9fc7-46b4-4eac-90cd-058eb48f67de" providerId="ADAL" clId="{377F4687-1D20-403E-89F9-5FDC7A6EA8A1}" dt="2025-02-05T11:48:37.187" v="1199" actId="20577"/>
          <ac:spMkLst>
            <pc:docMk/>
            <pc:sldMk cId="427758639" sldId="1656"/>
            <ac:spMk id="5" creationId="{445584EB-F7E4-4C12-E7EA-1A9A33CBD7AA}"/>
          </ac:spMkLst>
        </pc:spChg>
        <pc:spChg chg="add mod">
          <ac:chgData name="Rosmin Elsa Mohan" userId="7f6a9fc7-46b4-4eac-90cd-058eb48f67de" providerId="ADAL" clId="{377F4687-1D20-403E-89F9-5FDC7A6EA8A1}" dt="2025-02-05T09:42:31.772" v="519"/>
          <ac:spMkLst>
            <pc:docMk/>
            <pc:sldMk cId="427758639" sldId="1656"/>
            <ac:spMk id="7" creationId="{F356A3CE-C703-CC1F-438F-C8C70B9E75A8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8:31.859" v="1197" actId="20577"/>
        <pc:sldMkLst>
          <pc:docMk/>
          <pc:sldMk cId="4035021340" sldId="1657"/>
        </pc:sldMkLst>
        <pc:spChg chg="mod">
          <ac:chgData name="Rosmin Elsa Mohan" userId="7f6a9fc7-46b4-4eac-90cd-058eb48f67de" providerId="ADAL" clId="{377F4687-1D20-403E-89F9-5FDC7A6EA8A1}" dt="2025-02-05T09:37:01.079" v="461"/>
          <ac:spMkLst>
            <pc:docMk/>
            <pc:sldMk cId="4035021340" sldId="1657"/>
            <ac:spMk id="2" creationId="{FD024499-0F96-3755-C0E1-EA14C01C259A}"/>
          </ac:spMkLst>
        </pc:spChg>
        <pc:spChg chg="mod">
          <ac:chgData name="Rosmin Elsa Mohan" userId="7f6a9fc7-46b4-4eac-90cd-058eb48f67de" providerId="ADAL" clId="{377F4687-1D20-403E-89F9-5FDC7A6EA8A1}" dt="2025-02-05T11:48:31.859" v="1197" actId="20577"/>
          <ac:spMkLst>
            <pc:docMk/>
            <pc:sldMk cId="4035021340" sldId="1657"/>
            <ac:spMk id="5" creationId="{C6E5C5A6-D498-A4CD-E3E0-68907B514CA3}"/>
          </ac:spMkLst>
        </pc:spChg>
        <pc:spChg chg="add mod">
          <ac:chgData name="Rosmin Elsa Mohan" userId="7f6a9fc7-46b4-4eac-90cd-058eb48f67de" providerId="ADAL" clId="{377F4687-1D20-403E-89F9-5FDC7A6EA8A1}" dt="2025-02-05T09:42:44.349" v="524"/>
          <ac:spMkLst>
            <pc:docMk/>
            <pc:sldMk cId="4035021340" sldId="1657"/>
            <ac:spMk id="9" creationId="{F56F497A-4EFC-2F31-F5D2-EE5AB5A4FDC0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8:56.841" v="1201" actId="20577"/>
        <pc:sldMkLst>
          <pc:docMk/>
          <pc:sldMk cId="2490953214" sldId="1658"/>
        </pc:sldMkLst>
        <pc:spChg chg="mod">
          <ac:chgData name="Rosmin Elsa Mohan" userId="7f6a9fc7-46b4-4eac-90cd-058eb48f67de" providerId="ADAL" clId="{377F4687-1D20-403E-89F9-5FDC7A6EA8A1}" dt="2025-02-05T09:59:34.882" v="554"/>
          <ac:spMkLst>
            <pc:docMk/>
            <pc:sldMk cId="2490953214" sldId="1658"/>
            <ac:spMk id="2" creationId="{ADF22730-3B0F-8D16-BC23-7CE85FF35E14}"/>
          </ac:spMkLst>
        </pc:spChg>
        <pc:spChg chg="add mod">
          <ac:chgData name="Rosmin Elsa Mohan" userId="7f6a9fc7-46b4-4eac-90cd-058eb48f67de" providerId="ADAL" clId="{377F4687-1D20-403E-89F9-5FDC7A6EA8A1}" dt="2025-02-05T10:00:55.845" v="567" actId="20577"/>
          <ac:spMkLst>
            <pc:docMk/>
            <pc:sldMk cId="2490953214" sldId="1658"/>
            <ac:spMk id="3" creationId="{2535406B-4B25-7295-8DB4-AF3E018F6FDA}"/>
          </ac:spMkLst>
        </pc:spChg>
        <pc:spChg chg="mod">
          <ac:chgData name="Rosmin Elsa Mohan" userId="7f6a9fc7-46b4-4eac-90cd-058eb48f67de" providerId="ADAL" clId="{377F4687-1D20-403E-89F9-5FDC7A6EA8A1}" dt="2025-02-05T11:48:56.841" v="1201" actId="20577"/>
          <ac:spMkLst>
            <pc:docMk/>
            <pc:sldMk cId="2490953214" sldId="1658"/>
            <ac:spMk id="5" creationId="{187BEE56-2D6B-FABE-748B-4AB2925CBEB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8:59.543" v="1202" actId="20577"/>
        <pc:sldMkLst>
          <pc:docMk/>
          <pc:sldMk cId="1738414743" sldId="1659"/>
        </pc:sldMkLst>
        <pc:spChg chg="mod">
          <ac:chgData name="Rosmin Elsa Mohan" userId="7f6a9fc7-46b4-4eac-90cd-058eb48f67de" providerId="ADAL" clId="{377F4687-1D20-403E-89F9-5FDC7A6EA8A1}" dt="2025-02-05T09:59:37.731" v="555"/>
          <ac:spMkLst>
            <pc:docMk/>
            <pc:sldMk cId="1738414743" sldId="1659"/>
            <ac:spMk id="2" creationId="{9CAEEC85-D21B-F91E-606B-337C9F21C7EC}"/>
          </ac:spMkLst>
        </pc:spChg>
        <pc:spChg chg="add mod">
          <ac:chgData name="Rosmin Elsa Mohan" userId="7f6a9fc7-46b4-4eac-90cd-058eb48f67de" providerId="ADAL" clId="{377F4687-1D20-403E-89F9-5FDC7A6EA8A1}" dt="2025-02-05T10:01:49.240" v="577" actId="20577"/>
          <ac:spMkLst>
            <pc:docMk/>
            <pc:sldMk cId="1738414743" sldId="1659"/>
            <ac:spMk id="3" creationId="{0D645058-5F6C-62E0-3282-8E0BA4B80E9D}"/>
          </ac:spMkLst>
        </pc:spChg>
        <pc:spChg chg="mod">
          <ac:chgData name="Rosmin Elsa Mohan" userId="7f6a9fc7-46b4-4eac-90cd-058eb48f67de" providerId="ADAL" clId="{377F4687-1D20-403E-89F9-5FDC7A6EA8A1}" dt="2025-02-05T11:48:59.543" v="1202" actId="20577"/>
          <ac:spMkLst>
            <pc:docMk/>
            <pc:sldMk cId="1738414743" sldId="1659"/>
            <ac:spMk id="5" creationId="{ABE31F6F-27BD-6EF4-0448-66F5302D67D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9:02.244" v="1203" actId="20577"/>
        <pc:sldMkLst>
          <pc:docMk/>
          <pc:sldMk cId="2790016218" sldId="1660"/>
        </pc:sldMkLst>
        <pc:spChg chg="mod">
          <ac:chgData name="Rosmin Elsa Mohan" userId="7f6a9fc7-46b4-4eac-90cd-058eb48f67de" providerId="ADAL" clId="{377F4687-1D20-403E-89F9-5FDC7A6EA8A1}" dt="2025-02-05T09:59:41.079" v="556"/>
          <ac:spMkLst>
            <pc:docMk/>
            <pc:sldMk cId="2790016218" sldId="1660"/>
            <ac:spMk id="2" creationId="{0C6E9074-F8E7-9A11-4069-23950B69E629}"/>
          </ac:spMkLst>
        </pc:spChg>
        <pc:spChg chg="add mod">
          <ac:chgData name="Rosmin Elsa Mohan" userId="7f6a9fc7-46b4-4eac-90cd-058eb48f67de" providerId="ADAL" clId="{377F4687-1D20-403E-89F9-5FDC7A6EA8A1}" dt="2025-02-05T10:02:53.787" v="588" actId="20577"/>
          <ac:spMkLst>
            <pc:docMk/>
            <pc:sldMk cId="2790016218" sldId="1660"/>
            <ac:spMk id="3" creationId="{91728C2E-B5FA-1ED3-FBD7-1EA62A35D0F0}"/>
          </ac:spMkLst>
        </pc:spChg>
        <pc:spChg chg="mod">
          <ac:chgData name="Rosmin Elsa Mohan" userId="7f6a9fc7-46b4-4eac-90cd-058eb48f67de" providerId="ADAL" clId="{377F4687-1D20-403E-89F9-5FDC7A6EA8A1}" dt="2025-02-05T11:49:02.244" v="1203" actId="20577"/>
          <ac:spMkLst>
            <pc:docMk/>
            <pc:sldMk cId="2790016218" sldId="1660"/>
            <ac:spMk id="5" creationId="{D4AC58BD-890F-CF98-21DB-000E55F49176}"/>
          </ac:spMkLst>
        </pc:spChg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2395242037" sldId="1661"/>
        </pc:sldMkLst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2101361020" sldId="1662"/>
        </pc:sldMkLst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2403257247" sldId="1663"/>
        </pc:sldMkLst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3073923620" sldId="1664"/>
        </pc:sldMkLst>
      </pc:sldChg>
      <pc:sldChg chg="modSp mod">
        <pc:chgData name="Rosmin Elsa Mohan" userId="7f6a9fc7-46b4-4eac-90cd-058eb48f67de" providerId="ADAL" clId="{377F4687-1D20-403E-89F9-5FDC7A6EA8A1}" dt="2025-02-05T11:15:11.977" v="679" actId="15"/>
        <pc:sldMkLst>
          <pc:docMk/>
          <pc:sldMk cId="3815407077" sldId="1665"/>
        </pc:sldMkLst>
        <pc:spChg chg="mod">
          <ac:chgData name="Rosmin Elsa Mohan" userId="7f6a9fc7-46b4-4eac-90cd-058eb48f67de" providerId="ADAL" clId="{377F4687-1D20-403E-89F9-5FDC7A6EA8A1}" dt="2025-02-05T10:31:51.905" v="605"/>
          <ac:spMkLst>
            <pc:docMk/>
            <pc:sldMk cId="3815407077" sldId="1665"/>
            <ac:spMk id="2" creationId="{5113D7F6-BA22-313D-C68D-0385F160E430}"/>
          </ac:spMkLst>
        </pc:spChg>
        <pc:spChg chg="mod">
          <ac:chgData name="Rosmin Elsa Mohan" userId="7f6a9fc7-46b4-4eac-90cd-058eb48f67de" providerId="ADAL" clId="{377F4687-1D20-403E-89F9-5FDC7A6EA8A1}" dt="2025-02-05T11:15:11.977" v="679" actId="15"/>
          <ac:spMkLst>
            <pc:docMk/>
            <pc:sldMk cId="3815407077" sldId="1665"/>
            <ac:spMk id="6" creationId="{BDBF25A9-E2C9-C829-2CB7-AF4D0DB8CD85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08.843" v="1207" actId="20577"/>
        <pc:sldMkLst>
          <pc:docMk/>
          <pc:sldMk cId="608557519" sldId="1666"/>
        </pc:sldMkLst>
        <pc:spChg chg="mod">
          <ac:chgData name="Rosmin Elsa Mohan" userId="7f6a9fc7-46b4-4eac-90cd-058eb48f67de" providerId="ADAL" clId="{377F4687-1D20-403E-89F9-5FDC7A6EA8A1}" dt="2025-02-05T11:25:08.423" v="702"/>
          <ac:spMkLst>
            <pc:docMk/>
            <pc:sldMk cId="608557519" sldId="1666"/>
            <ac:spMk id="2" creationId="{0DDDB583-958F-3C2C-F909-971D943C2178}"/>
          </ac:spMkLst>
        </pc:spChg>
        <pc:spChg chg="add mod">
          <ac:chgData name="Rosmin Elsa Mohan" userId="7f6a9fc7-46b4-4eac-90cd-058eb48f67de" providerId="ADAL" clId="{377F4687-1D20-403E-89F9-5FDC7A6EA8A1}" dt="2025-02-05T11:23:15.085" v="695"/>
          <ac:spMkLst>
            <pc:docMk/>
            <pc:sldMk cId="608557519" sldId="1666"/>
            <ac:spMk id="3" creationId="{5D4F4A2C-D682-5013-34D5-C9E7DEB7A2FD}"/>
          </ac:spMkLst>
        </pc:spChg>
        <pc:spChg chg="mod">
          <ac:chgData name="Rosmin Elsa Mohan" userId="7f6a9fc7-46b4-4eac-90cd-058eb48f67de" providerId="ADAL" clId="{377F4687-1D20-403E-89F9-5FDC7A6EA8A1}" dt="2025-02-05T11:50:08.843" v="1207" actId="20577"/>
          <ac:spMkLst>
            <pc:docMk/>
            <pc:sldMk cId="608557519" sldId="1666"/>
            <ac:spMk id="5" creationId="{7F9B698A-052A-728D-D44D-DAA92EB528CE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11.682" v="1208" actId="20577"/>
        <pc:sldMkLst>
          <pc:docMk/>
          <pc:sldMk cId="2157734643" sldId="1667"/>
        </pc:sldMkLst>
        <pc:spChg chg="mod">
          <ac:chgData name="Rosmin Elsa Mohan" userId="7f6a9fc7-46b4-4eac-90cd-058eb48f67de" providerId="ADAL" clId="{377F4687-1D20-403E-89F9-5FDC7A6EA8A1}" dt="2025-02-05T11:25:11.239" v="703"/>
          <ac:spMkLst>
            <pc:docMk/>
            <pc:sldMk cId="2157734643" sldId="1667"/>
            <ac:spMk id="2" creationId="{58FCCE8C-7B9D-306C-47D5-96328306CF57}"/>
          </ac:spMkLst>
        </pc:spChg>
        <pc:spChg chg="add mod">
          <ac:chgData name="Rosmin Elsa Mohan" userId="7f6a9fc7-46b4-4eac-90cd-058eb48f67de" providerId="ADAL" clId="{377F4687-1D20-403E-89F9-5FDC7A6EA8A1}" dt="2025-02-05T11:28:01.496" v="814" actId="20577"/>
          <ac:spMkLst>
            <pc:docMk/>
            <pc:sldMk cId="2157734643" sldId="1667"/>
            <ac:spMk id="3" creationId="{FD912D83-E0CB-80E1-EF9F-151B71694897}"/>
          </ac:spMkLst>
        </pc:spChg>
        <pc:spChg chg="mod">
          <ac:chgData name="Rosmin Elsa Mohan" userId="7f6a9fc7-46b4-4eac-90cd-058eb48f67de" providerId="ADAL" clId="{377F4687-1D20-403E-89F9-5FDC7A6EA8A1}" dt="2025-02-05T11:50:11.682" v="1208" actId="20577"/>
          <ac:spMkLst>
            <pc:docMk/>
            <pc:sldMk cId="2157734643" sldId="1667"/>
            <ac:spMk id="5" creationId="{6FDF8922-E112-8450-F81D-E9F87CE7F90E}"/>
          </ac:spMkLst>
        </pc:spChg>
      </pc:sldChg>
      <pc:sldChg chg="del">
        <pc:chgData name="Rosmin Elsa Mohan" userId="7f6a9fc7-46b4-4eac-90cd-058eb48f67de" providerId="ADAL" clId="{377F4687-1D20-403E-89F9-5FDC7A6EA8A1}" dt="2025-02-05T11:28:12.293" v="815" actId="2696"/>
        <pc:sldMkLst>
          <pc:docMk/>
          <pc:sldMk cId="607665480" sldId="1668"/>
        </pc:sldMkLst>
      </pc:sldChg>
      <pc:sldChg chg="addSp delSp modSp mod">
        <pc:chgData name="Rosmin Elsa Mohan" userId="7f6a9fc7-46b4-4eac-90cd-058eb48f67de" providerId="ADAL" clId="{377F4687-1D20-403E-89F9-5FDC7A6EA8A1}" dt="2025-02-05T11:50:32.262" v="1210" actId="20577"/>
        <pc:sldMkLst>
          <pc:docMk/>
          <pc:sldMk cId="3643985019" sldId="1669"/>
        </pc:sldMkLst>
        <pc:spChg chg="mod">
          <ac:chgData name="Rosmin Elsa Mohan" userId="7f6a9fc7-46b4-4eac-90cd-058eb48f67de" providerId="ADAL" clId="{377F4687-1D20-403E-89F9-5FDC7A6EA8A1}" dt="2025-02-05T11:42:29.091" v="1048" actId="20577"/>
          <ac:spMkLst>
            <pc:docMk/>
            <pc:sldMk cId="3643985019" sldId="1669"/>
            <ac:spMk id="2" creationId="{F0348E75-8A16-528C-1AC3-C8B305818F4F}"/>
          </ac:spMkLst>
        </pc:spChg>
        <pc:spChg chg="add mod">
          <ac:chgData name="Rosmin Elsa Mohan" userId="7f6a9fc7-46b4-4eac-90cd-058eb48f67de" providerId="ADAL" clId="{377F4687-1D20-403E-89F9-5FDC7A6EA8A1}" dt="2025-02-05T11:37:14.252" v="1029" actId="20577"/>
          <ac:spMkLst>
            <pc:docMk/>
            <pc:sldMk cId="3643985019" sldId="1669"/>
            <ac:spMk id="3" creationId="{E1E206E7-5259-7CBA-6811-D34D18480B41}"/>
          </ac:spMkLst>
        </pc:spChg>
        <pc:spChg chg="mod">
          <ac:chgData name="Rosmin Elsa Mohan" userId="7f6a9fc7-46b4-4eac-90cd-058eb48f67de" providerId="ADAL" clId="{377F4687-1D20-403E-89F9-5FDC7A6EA8A1}" dt="2025-02-05T11:50:32.262" v="1210" actId="20577"/>
          <ac:spMkLst>
            <pc:docMk/>
            <pc:sldMk cId="3643985019" sldId="1669"/>
            <ac:spMk id="5" creationId="{6E1FB840-812A-3FAD-D690-64BC2134ACDA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42.420" v="1214" actId="20577"/>
        <pc:sldMkLst>
          <pc:docMk/>
          <pc:sldMk cId="1661972239" sldId="1670"/>
        </pc:sldMkLst>
        <pc:spChg chg="mod">
          <ac:chgData name="Rosmin Elsa Mohan" userId="7f6a9fc7-46b4-4eac-90cd-058eb48f67de" providerId="ADAL" clId="{377F4687-1D20-403E-89F9-5FDC7A6EA8A1}" dt="2025-02-05T11:42:14.212" v="1044"/>
          <ac:spMkLst>
            <pc:docMk/>
            <pc:sldMk cId="1661972239" sldId="1670"/>
            <ac:spMk id="2" creationId="{A947FEAC-9566-ADB4-8035-3010256A2BB4}"/>
          </ac:spMkLst>
        </pc:spChg>
        <pc:spChg chg="add mod">
          <ac:chgData name="Rosmin Elsa Mohan" userId="7f6a9fc7-46b4-4eac-90cd-058eb48f67de" providerId="ADAL" clId="{377F4687-1D20-403E-89F9-5FDC7A6EA8A1}" dt="2025-02-05T11:36:06.195" v="992" actId="20577"/>
          <ac:spMkLst>
            <pc:docMk/>
            <pc:sldMk cId="1661972239" sldId="1670"/>
            <ac:spMk id="3" creationId="{23784464-E655-C469-1894-F3B0788D1D49}"/>
          </ac:spMkLst>
        </pc:spChg>
        <pc:spChg chg="mod">
          <ac:chgData name="Rosmin Elsa Mohan" userId="7f6a9fc7-46b4-4eac-90cd-058eb48f67de" providerId="ADAL" clId="{377F4687-1D20-403E-89F9-5FDC7A6EA8A1}" dt="2025-02-05T11:50:42.420" v="1214" actId="20577"/>
          <ac:spMkLst>
            <pc:docMk/>
            <pc:sldMk cId="1661972239" sldId="1670"/>
            <ac:spMk id="5" creationId="{F11875A7-D8A7-D6EA-1966-B49BAB5F74AD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54.776" v="1218" actId="20577"/>
        <pc:sldMkLst>
          <pc:docMk/>
          <pc:sldMk cId="655396309" sldId="1672"/>
        </pc:sldMkLst>
        <pc:spChg chg="mod">
          <ac:chgData name="Rosmin Elsa Mohan" userId="7f6a9fc7-46b4-4eac-90cd-058eb48f67de" providerId="ADAL" clId="{377F4687-1D20-403E-89F9-5FDC7A6EA8A1}" dt="2025-02-05T11:42:20.204" v="1046"/>
          <ac:spMkLst>
            <pc:docMk/>
            <pc:sldMk cId="655396309" sldId="1672"/>
            <ac:spMk id="2" creationId="{954E97CA-ABFA-FF94-9E67-79B9179740F0}"/>
          </ac:spMkLst>
        </pc:spChg>
        <pc:spChg chg="add mod">
          <ac:chgData name="Rosmin Elsa Mohan" userId="7f6a9fc7-46b4-4eac-90cd-058eb48f67de" providerId="ADAL" clId="{377F4687-1D20-403E-89F9-5FDC7A6EA8A1}" dt="2025-02-05T11:41:00.833" v="1042" actId="20577"/>
          <ac:spMkLst>
            <pc:docMk/>
            <pc:sldMk cId="655396309" sldId="1672"/>
            <ac:spMk id="3" creationId="{B3C4FC31-7847-0F29-9815-1824E596334F}"/>
          </ac:spMkLst>
        </pc:spChg>
        <pc:spChg chg="mod">
          <ac:chgData name="Rosmin Elsa Mohan" userId="7f6a9fc7-46b4-4eac-90cd-058eb48f67de" providerId="ADAL" clId="{377F4687-1D20-403E-89F9-5FDC7A6EA8A1}" dt="2025-02-05T11:50:54.776" v="1218" actId="20577"/>
          <ac:spMkLst>
            <pc:docMk/>
            <pc:sldMk cId="655396309" sldId="1672"/>
            <ac:spMk id="5" creationId="{19FACCED-2380-B47D-F670-F389B13E3643}"/>
          </ac:spMkLst>
        </pc:spChg>
      </pc:sldChg>
      <pc:sldChg chg="del">
        <pc:chgData name="Rosmin Elsa Mohan" userId="7f6a9fc7-46b4-4eac-90cd-058eb48f67de" providerId="ADAL" clId="{377F4687-1D20-403E-89F9-5FDC7A6EA8A1}" dt="2025-02-05T11:33:59.304" v="871" actId="2696"/>
        <pc:sldMkLst>
          <pc:docMk/>
          <pc:sldMk cId="1802518508" sldId="1674"/>
        </pc:sldMkLst>
      </pc:sldChg>
      <pc:sldChg chg="addSp delSp modSp mod">
        <pc:chgData name="Rosmin Elsa Mohan" userId="7f6a9fc7-46b4-4eac-90cd-058eb48f67de" providerId="ADAL" clId="{377F4687-1D20-403E-89F9-5FDC7A6EA8A1}" dt="2025-02-05T11:50:47.064" v="1216" actId="20577"/>
        <pc:sldMkLst>
          <pc:docMk/>
          <pc:sldMk cId="1733253648" sldId="1676"/>
        </pc:sldMkLst>
        <pc:spChg chg="mod">
          <ac:chgData name="Rosmin Elsa Mohan" userId="7f6a9fc7-46b4-4eac-90cd-058eb48f67de" providerId="ADAL" clId="{377F4687-1D20-403E-89F9-5FDC7A6EA8A1}" dt="2025-02-05T11:42:17.379" v="1045"/>
          <ac:spMkLst>
            <pc:docMk/>
            <pc:sldMk cId="1733253648" sldId="1676"/>
            <ac:spMk id="2" creationId="{4BBB3E68-9224-554D-64DE-D77377189C33}"/>
          </ac:spMkLst>
        </pc:spChg>
        <pc:spChg chg="add mod">
          <ac:chgData name="Rosmin Elsa Mohan" userId="7f6a9fc7-46b4-4eac-90cd-058eb48f67de" providerId="ADAL" clId="{377F4687-1D20-403E-89F9-5FDC7A6EA8A1}" dt="2025-02-05T11:36:31.753" v="1000" actId="20577"/>
          <ac:spMkLst>
            <pc:docMk/>
            <pc:sldMk cId="1733253648" sldId="1676"/>
            <ac:spMk id="3" creationId="{31C98037-9402-8B78-F023-6D898F5E8002}"/>
          </ac:spMkLst>
        </pc:spChg>
        <pc:spChg chg="mod">
          <ac:chgData name="Rosmin Elsa Mohan" userId="7f6a9fc7-46b4-4eac-90cd-058eb48f67de" providerId="ADAL" clId="{377F4687-1D20-403E-89F9-5FDC7A6EA8A1}" dt="2025-02-05T11:50:47.064" v="1216" actId="20577"/>
          <ac:spMkLst>
            <pc:docMk/>
            <pc:sldMk cId="1733253648" sldId="1676"/>
            <ac:spMk id="5" creationId="{D0243CCE-BF20-FE67-B1F2-376C9D73B019}"/>
          </ac:spMkLst>
        </pc:spChg>
      </pc:sldChg>
      <pc:sldChg chg="del">
        <pc:chgData name="Rosmin Elsa Mohan" userId="7f6a9fc7-46b4-4eac-90cd-058eb48f67de" providerId="ADAL" clId="{377F4687-1D20-403E-89F9-5FDC7A6EA8A1}" dt="2025-02-05T11:33:59.304" v="871" actId="2696"/>
        <pc:sldMkLst>
          <pc:docMk/>
          <pc:sldMk cId="376688903" sldId="1677"/>
        </pc:sldMkLst>
      </pc:sldChg>
      <pc:sldChg chg="del">
        <pc:chgData name="Rosmin Elsa Mohan" userId="7f6a9fc7-46b4-4eac-90cd-058eb48f67de" providerId="ADAL" clId="{377F4687-1D20-403E-89F9-5FDC7A6EA8A1}" dt="2025-02-05T11:33:59.304" v="871" actId="2696"/>
        <pc:sldMkLst>
          <pc:docMk/>
          <pc:sldMk cId="1963815033" sldId="1678"/>
        </pc:sldMkLst>
      </pc:sldChg>
      <pc:sldChg chg="delSp modSp mod">
        <pc:chgData name="Rosmin Elsa Mohan" userId="7f6a9fc7-46b4-4eac-90cd-058eb48f67de" providerId="ADAL" clId="{377F4687-1D20-403E-89F9-5FDC7A6EA8A1}" dt="2025-02-05T11:52:25.318" v="1220" actId="478"/>
        <pc:sldMkLst>
          <pc:docMk/>
          <pc:sldMk cId="2170825706" sldId="1679"/>
        </pc:sldMkLst>
        <pc:spChg chg="mod">
          <ac:chgData name="Rosmin Elsa Mohan" userId="7f6a9fc7-46b4-4eac-90cd-058eb48f67de" providerId="ADAL" clId="{377F4687-1D20-403E-89F9-5FDC7A6EA8A1}" dt="2025-02-05T11:43:48.290" v="1137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Rosmin Elsa Mohan" userId="7f6a9fc7-46b4-4eac-90cd-058eb48f67de" providerId="ADAL" clId="{377F4687-1D20-403E-89F9-5FDC7A6EA8A1}" dt="2025-02-05T11:44:42.223" v="1145" actId="1076"/>
          <ac:spMkLst>
            <pc:docMk/>
            <pc:sldMk cId="2170825706" sldId="1679"/>
            <ac:spMk id="6" creationId="{0BAD9EF5-2286-3DE3-F2A3-0055009A2470}"/>
          </ac:spMkLst>
        </pc:spChg>
      </pc:sldChg>
      <pc:sldChg chg="del">
        <pc:chgData name="Rosmin Elsa Mohan" userId="7f6a9fc7-46b4-4eac-90cd-058eb48f67de" providerId="ADAL" clId="{377F4687-1D20-403E-89F9-5FDC7A6EA8A1}" dt="2025-02-05T11:43:36.591" v="1104" actId="2696"/>
        <pc:sldMkLst>
          <pc:docMk/>
          <pc:sldMk cId="706222788" sldId="1680"/>
        </pc:sldMkLst>
      </pc:sldChg>
      <pc:sldChg chg="modSp add mod">
        <pc:chgData name="Rosmin Elsa Mohan" userId="7f6a9fc7-46b4-4eac-90cd-058eb48f67de" providerId="ADAL" clId="{377F4687-1D20-403E-89F9-5FDC7A6EA8A1}" dt="2025-02-05T11:46:18.175" v="1160" actId="20577"/>
        <pc:sldMkLst>
          <pc:docMk/>
          <pc:sldMk cId="3474857039" sldId="1681"/>
        </pc:sldMkLst>
        <pc:spChg chg="mod">
          <ac:chgData name="Rosmin Elsa Mohan" userId="7f6a9fc7-46b4-4eac-90cd-058eb48f67de" providerId="ADAL" clId="{377F4687-1D20-403E-89F9-5FDC7A6EA8A1}" dt="2025-02-05T09:11:46.951" v="228"/>
          <ac:spMkLst>
            <pc:docMk/>
            <pc:sldMk cId="3474857039" sldId="1681"/>
            <ac:spMk id="3" creationId="{21E240EC-5709-6842-E58D-01D648BB7F78}"/>
          </ac:spMkLst>
        </pc:spChg>
        <pc:spChg chg="mod">
          <ac:chgData name="Rosmin Elsa Mohan" userId="7f6a9fc7-46b4-4eac-90cd-058eb48f67de" providerId="ADAL" clId="{377F4687-1D20-403E-89F9-5FDC7A6EA8A1}" dt="2025-02-05T11:46:18.175" v="1160" actId="20577"/>
          <ac:spMkLst>
            <pc:docMk/>
            <pc:sldMk cId="3474857039" sldId="1681"/>
            <ac:spMk id="6" creationId="{4488954B-AE18-BE49-D917-D1BE19DAF614}"/>
          </ac:spMkLst>
        </pc:spChg>
      </pc:sldChg>
      <pc:sldChg chg="modSp add mod">
        <pc:chgData name="Rosmin Elsa Mohan" userId="7f6a9fc7-46b4-4eac-90cd-058eb48f67de" providerId="ADAL" clId="{377F4687-1D20-403E-89F9-5FDC7A6EA8A1}" dt="2025-02-05T11:46:23.630" v="1162" actId="20577"/>
        <pc:sldMkLst>
          <pc:docMk/>
          <pc:sldMk cId="2933903192" sldId="1682"/>
        </pc:sldMkLst>
        <pc:spChg chg="mod">
          <ac:chgData name="Rosmin Elsa Mohan" userId="7f6a9fc7-46b4-4eac-90cd-058eb48f67de" providerId="ADAL" clId="{377F4687-1D20-403E-89F9-5FDC7A6EA8A1}" dt="2025-02-05T09:12:04.581" v="232"/>
          <ac:spMkLst>
            <pc:docMk/>
            <pc:sldMk cId="2933903192" sldId="1682"/>
            <ac:spMk id="3" creationId="{FE1AADA6-E65B-EAE8-C504-646E8D61A91D}"/>
          </ac:spMkLst>
        </pc:spChg>
        <pc:spChg chg="mod">
          <ac:chgData name="Rosmin Elsa Mohan" userId="7f6a9fc7-46b4-4eac-90cd-058eb48f67de" providerId="ADAL" clId="{377F4687-1D20-403E-89F9-5FDC7A6EA8A1}" dt="2025-02-05T11:46:23.630" v="1162" actId="20577"/>
          <ac:spMkLst>
            <pc:docMk/>
            <pc:sldMk cId="2933903192" sldId="1682"/>
            <ac:spMk id="6" creationId="{2E110AFA-758C-8FE7-B852-B611D886612F}"/>
          </ac:spMkLst>
        </pc:spChg>
      </pc:sldChg>
      <pc:sldChg chg="modSp add mod">
        <pc:chgData name="Rosmin Elsa Mohan" userId="7f6a9fc7-46b4-4eac-90cd-058eb48f67de" providerId="ADAL" clId="{377F4687-1D20-403E-89F9-5FDC7A6EA8A1}" dt="2025-02-05T11:46:29.870" v="1164" actId="20577"/>
        <pc:sldMkLst>
          <pc:docMk/>
          <pc:sldMk cId="1256958955" sldId="1683"/>
        </pc:sldMkLst>
        <pc:spChg chg="mod">
          <ac:chgData name="Rosmin Elsa Mohan" userId="7f6a9fc7-46b4-4eac-90cd-058eb48f67de" providerId="ADAL" clId="{377F4687-1D20-403E-89F9-5FDC7A6EA8A1}" dt="2025-02-05T09:12:19.341" v="236"/>
          <ac:spMkLst>
            <pc:docMk/>
            <pc:sldMk cId="1256958955" sldId="1683"/>
            <ac:spMk id="3" creationId="{BEA3FAF2-A004-6305-BEC1-652E19C3F674}"/>
          </ac:spMkLst>
        </pc:spChg>
        <pc:spChg chg="mod">
          <ac:chgData name="Rosmin Elsa Mohan" userId="7f6a9fc7-46b4-4eac-90cd-058eb48f67de" providerId="ADAL" clId="{377F4687-1D20-403E-89F9-5FDC7A6EA8A1}" dt="2025-02-05T11:46:29.870" v="1164" actId="20577"/>
          <ac:spMkLst>
            <pc:docMk/>
            <pc:sldMk cId="1256958955" sldId="1683"/>
            <ac:spMk id="6" creationId="{55CB13F3-4D36-5B20-DB68-22C3C1EF3406}"/>
          </ac:spMkLst>
        </pc:spChg>
      </pc:sldChg>
      <pc:sldChg chg="addSp delSp modSp add mod">
        <pc:chgData name="Rosmin Elsa Mohan" userId="7f6a9fc7-46b4-4eac-90cd-058eb48f67de" providerId="ADAL" clId="{377F4687-1D20-403E-89F9-5FDC7A6EA8A1}" dt="2025-02-05T11:48:25.663" v="1193" actId="20577"/>
        <pc:sldMkLst>
          <pc:docMk/>
          <pc:sldMk cId="2092016322" sldId="1684"/>
        </pc:sldMkLst>
        <pc:spChg chg="mod">
          <ac:chgData name="Rosmin Elsa Mohan" userId="7f6a9fc7-46b4-4eac-90cd-058eb48f67de" providerId="ADAL" clId="{377F4687-1D20-403E-89F9-5FDC7A6EA8A1}" dt="2025-02-05T09:37:04.387" v="462"/>
          <ac:spMkLst>
            <pc:docMk/>
            <pc:sldMk cId="2092016322" sldId="1684"/>
            <ac:spMk id="2" creationId="{2981F9FA-66B6-13CD-4448-3E304FCF2483}"/>
          </ac:spMkLst>
        </pc:spChg>
        <pc:spChg chg="add mod">
          <ac:chgData name="Rosmin Elsa Mohan" userId="7f6a9fc7-46b4-4eac-90cd-058eb48f67de" providerId="ADAL" clId="{377F4687-1D20-403E-89F9-5FDC7A6EA8A1}" dt="2025-02-05T09:42:57.466" v="529"/>
          <ac:spMkLst>
            <pc:docMk/>
            <pc:sldMk cId="2092016322" sldId="1684"/>
            <ac:spMk id="3" creationId="{1637AF4B-7A34-BF6B-DFA7-300F3F54C290}"/>
          </ac:spMkLst>
        </pc:spChg>
        <pc:spChg chg="mod">
          <ac:chgData name="Rosmin Elsa Mohan" userId="7f6a9fc7-46b4-4eac-90cd-058eb48f67de" providerId="ADAL" clId="{377F4687-1D20-403E-89F9-5FDC7A6EA8A1}" dt="2025-02-05T11:48:25.663" v="1193" actId="20577"/>
          <ac:spMkLst>
            <pc:docMk/>
            <pc:sldMk cId="2092016322" sldId="1684"/>
            <ac:spMk id="5" creationId="{519A6470-9928-604C-BCD7-058C6F27F0ED}"/>
          </ac:spMkLst>
        </pc:spChg>
      </pc:sldChg>
      <pc:sldChg chg="addSp delSp modSp add mod">
        <pc:chgData name="Rosmin Elsa Mohan" userId="7f6a9fc7-46b4-4eac-90cd-058eb48f67de" providerId="ADAL" clId="{377F4687-1D20-403E-89F9-5FDC7A6EA8A1}" dt="2025-02-05T11:48:19.525" v="1191" actId="20577"/>
        <pc:sldMkLst>
          <pc:docMk/>
          <pc:sldMk cId="165001453" sldId="1685"/>
        </pc:sldMkLst>
        <pc:spChg chg="mod">
          <ac:chgData name="Rosmin Elsa Mohan" userId="7f6a9fc7-46b4-4eac-90cd-058eb48f67de" providerId="ADAL" clId="{377F4687-1D20-403E-89F9-5FDC7A6EA8A1}" dt="2025-02-05T09:37:11.035" v="463"/>
          <ac:spMkLst>
            <pc:docMk/>
            <pc:sldMk cId="165001453" sldId="1685"/>
            <ac:spMk id="2" creationId="{21BD3A86-ABEF-E488-2AF6-6330B0EE75D7}"/>
          </ac:spMkLst>
        </pc:spChg>
        <pc:spChg chg="add mod">
          <ac:chgData name="Rosmin Elsa Mohan" userId="7f6a9fc7-46b4-4eac-90cd-058eb48f67de" providerId="ADAL" clId="{377F4687-1D20-403E-89F9-5FDC7A6EA8A1}" dt="2025-02-05T09:43:12.821" v="536"/>
          <ac:spMkLst>
            <pc:docMk/>
            <pc:sldMk cId="165001453" sldId="1685"/>
            <ac:spMk id="3" creationId="{F28F67C0-745F-1E9D-8117-DF5879F24C86}"/>
          </ac:spMkLst>
        </pc:spChg>
        <pc:spChg chg="mod">
          <ac:chgData name="Rosmin Elsa Mohan" userId="7f6a9fc7-46b4-4eac-90cd-058eb48f67de" providerId="ADAL" clId="{377F4687-1D20-403E-89F9-5FDC7A6EA8A1}" dt="2025-02-05T11:48:19.525" v="1191" actId="20577"/>
          <ac:spMkLst>
            <pc:docMk/>
            <pc:sldMk cId="165001453" sldId="1685"/>
            <ac:spMk id="5" creationId="{1E314AF3-6EFB-D058-A21E-75923F360404}"/>
          </ac:spMkLst>
        </pc:spChg>
      </pc:sldChg>
      <pc:sldChg chg="addSp delSp modSp add del mod">
        <pc:chgData name="Rosmin Elsa Mohan" userId="7f6a9fc7-46b4-4eac-90cd-058eb48f67de" providerId="ADAL" clId="{377F4687-1D20-403E-89F9-5FDC7A6EA8A1}" dt="2025-02-05T09:43:39.973" v="542" actId="2696"/>
        <pc:sldMkLst>
          <pc:docMk/>
          <pc:sldMk cId="3073390384" sldId="1686"/>
        </pc:sldMkLst>
      </pc:sldChg>
      <pc:sldChg chg="modSp add mod">
        <pc:chgData name="Rosmin Elsa Mohan" userId="7f6a9fc7-46b4-4eac-90cd-058eb48f67de" providerId="ADAL" clId="{377F4687-1D20-403E-89F9-5FDC7A6EA8A1}" dt="2025-02-05T11:48:14.273" v="1189" actId="20577"/>
        <pc:sldMkLst>
          <pc:docMk/>
          <pc:sldMk cId="3732559320" sldId="1686"/>
        </pc:sldMkLst>
        <pc:spChg chg="mod">
          <ac:chgData name="Rosmin Elsa Mohan" userId="7f6a9fc7-46b4-4eac-90cd-058eb48f67de" providerId="ADAL" clId="{377F4687-1D20-403E-89F9-5FDC7A6EA8A1}" dt="2025-02-05T11:48:14.273" v="1189" actId="20577"/>
          <ac:spMkLst>
            <pc:docMk/>
            <pc:sldMk cId="3732559320" sldId="1686"/>
            <ac:spMk id="5" creationId="{63CF969F-4797-CAA1-5287-AEFADD670639}"/>
          </ac:spMkLst>
        </pc:spChg>
      </pc:sldChg>
      <pc:sldChg chg="modSp add mod">
        <pc:chgData name="Rosmin Elsa Mohan" userId="7f6a9fc7-46b4-4eac-90cd-058eb48f67de" providerId="ADAL" clId="{377F4687-1D20-403E-89F9-5FDC7A6EA8A1}" dt="2025-02-05T11:50:37.224" v="1212" actId="20577"/>
        <pc:sldMkLst>
          <pc:docMk/>
          <pc:sldMk cId="3982933729" sldId="1687"/>
        </pc:sldMkLst>
        <pc:spChg chg="mod">
          <ac:chgData name="Rosmin Elsa Mohan" userId="7f6a9fc7-46b4-4eac-90cd-058eb48f67de" providerId="ADAL" clId="{377F4687-1D20-403E-89F9-5FDC7A6EA8A1}" dt="2025-02-05T11:42:40.620" v="1051" actId="20577"/>
          <ac:spMkLst>
            <pc:docMk/>
            <pc:sldMk cId="3982933729" sldId="1687"/>
            <ac:spMk id="2" creationId="{FAA44F57-12E6-CF5D-F64B-19DDC69899F5}"/>
          </ac:spMkLst>
        </pc:spChg>
        <pc:spChg chg="mod">
          <ac:chgData name="Rosmin Elsa Mohan" userId="7f6a9fc7-46b4-4eac-90cd-058eb48f67de" providerId="ADAL" clId="{377F4687-1D20-403E-89F9-5FDC7A6EA8A1}" dt="2025-02-05T11:38:41.051" v="1039" actId="20577"/>
          <ac:spMkLst>
            <pc:docMk/>
            <pc:sldMk cId="3982933729" sldId="1687"/>
            <ac:spMk id="3" creationId="{DFD8232B-1A40-FD41-BC97-5DF4728A3519}"/>
          </ac:spMkLst>
        </pc:spChg>
        <pc:spChg chg="mod">
          <ac:chgData name="Rosmin Elsa Mohan" userId="7f6a9fc7-46b4-4eac-90cd-058eb48f67de" providerId="ADAL" clId="{377F4687-1D20-403E-89F9-5FDC7A6EA8A1}" dt="2025-02-05T11:50:37.224" v="1212" actId="20577"/>
          <ac:spMkLst>
            <pc:docMk/>
            <pc:sldMk cId="3982933729" sldId="1687"/>
            <ac:spMk id="5" creationId="{2ADDD3EB-09BD-1BD8-09D3-E0ED0106136B}"/>
          </ac:spMkLst>
        </pc:spChg>
      </pc:sldChg>
      <pc:sldMasterChg chg="modSldLayout">
        <pc:chgData name="Rosmin Elsa Mohan" userId="7f6a9fc7-46b4-4eac-90cd-058eb48f67de" providerId="ADAL" clId="{377F4687-1D20-403E-89F9-5FDC7A6EA8A1}" dt="2025-02-05T08:49:47.010" v="29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377F4687-1D20-403E-89F9-5FDC7A6EA8A1}" dt="2025-02-05T08:49:29.731" v="16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377F4687-1D20-403E-89F9-5FDC7A6EA8A1}" dt="2025-02-05T08:49:29.731" v="16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77F4687-1D20-403E-89F9-5FDC7A6EA8A1}" dt="2025-02-05T08:49:47.010" v="29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377F4687-1D20-403E-89F9-5FDC7A6EA8A1}" dt="2025-02-05T08:49:47.010" v="29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377F4687-1D20-403E-89F9-5FDC7A6EA8A1}" dt="2025-02-05T08:49:38.672" v="24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377F4687-1D20-403E-89F9-5FDC7A6EA8A1}" dt="2025-02-05T08:49:38.672" v="24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3560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God’s sublime creation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i="1">
                <a:solidFill>
                  <a:schemeClr val="bg1"/>
                </a:solidFill>
              </a:rPr>
              <a:t>Song no: 40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(40)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I sing the mighty pow’r of God,</a:t>
            </a:r>
          </a:p>
          <a:p>
            <a:r>
              <a:rPr lang="en-SG" sz="2800"/>
              <a:t>That made the mountains rise,</a:t>
            </a:r>
          </a:p>
          <a:p>
            <a:r>
              <a:rPr lang="en-SG" sz="2800"/>
              <a:t>That spread the flowing seas abroad,</a:t>
            </a:r>
          </a:p>
          <a:p>
            <a:r>
              <a:rPr lang="en-SG" sz="2800"/>
              <a:t>And built the lofty skies.</a:t>
            </a:r>
          </a:p>
          <a:p>
            <a:r>
              <a:rPr lang="en-SG" sz="2800"/>
              <a:t>I sing the wisdom that ordained </a:t>
            </a:r>
          </a:p>
          <a:p>
            <a:r>
              <a:rPr lang="en-SG" sz="2800"/>
              <a:t>The sun to rule the day;</a:t>
            </a:r>
          </a:p>
          <a:p>
            <a:r>
              <a:rPr lang="en-SG" sz="2800"/>
              <a:t>The moon shines full at His command, </a:t>
            </a:r>
          </a:p>
          <a:p>
            <a:r>
              <a:rPr lang="en-SG" sz="2800"/>
              <a:t>And all the stars obey.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</a:t>
            </a:r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(40)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8B8AC-D4F6-2B0B-F81D-06DE3F5F7FF3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I sing the goodness of the Lord, </a:t>
            </a:r>
          </a:p>
          <a:p>
            <a:r>
              <a:rPr lang="en-SG" sz="2800"/>
              <a:t>That filled the earth with food,</a:t>
            </a:r>
          </a:p>
          <a:p>
            <a:r>
              <a:rPr lang="en-SG" sz="2800"/>
              <a:t>He formed the creatures with His Word, </a:t>
            </a:r>
          </a:p>
          <a:p>
            <a:r>
              <a:rPr lang="en-SG" sz="2800"/>
              <a:t>And then pronounced them good.</a:t>
            </a:r>
          </a:p>
          <a:p>
            <a:r>
              <a:rPr lang="en-SG" sz="2800"/>
              <a:t>Lord, how Thy wonders are displayed, </a:t>
            </a:r>
          </a:p>
          <a:p>
            <a:r>
              <a:rPr lang="en-SG" sz="2800" err="1"/>
              <a:t>Where’er</a:t>
            </a:r>
            <a:r>
              <a:rPr lang="en-SG" sz="2800"/>
              <a:t> I turn my eye,</a:t>
            </a:r>
          </a:p>
          <a:p>
            <a:r>
              <a:rPr lang="en-SG" sz="2800"/>
              <a:t>If I survey the ground I tread, </a:t>
            </a:r>
          </a:p>
          <a:p>
            <a:r>
              <a:rPr lang="en-SG" sz="2800"/>
              <a:t>Or gaze upon the sky !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(40)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5D601-1C94-FB93-0855-228276D2F37F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There’s not a plant or </a:t>
            </a:r>
            <a:r>
              <a:rPr lang="en-SG" sz="2800" err="1"/>
              <a:t>flow’r</a:t>
            </a:r>
            <a:r>
              <a:rPr lang="en-SG" sz="2800"/>
              <a:t> below,</a:t>
            </a:r>
          </a:p>
          <a:p>
            <a:r>
              <a:rPr lang="en-SG" sz="2800"/>
              <a:t>But makes Thy glories known,</a:t>
            </a:r>
          </a:p>
          <a:p>
            <a:r>
              <a:rPr lang="en-SG" sz="2800"/>
              <a:t>And clouds arise, and tempests blow, </a:t>
            </a:r>
          </a:p>
          <a:p>
            <a:r>
              <a:rPr lang="en-SG" sz="2800"/>
              <a:t>By order from Thy throne;</a:t>
            </a:r>
          </a:p>
          <a:p>
            <a:r>
              <a:rPr lang="en-SG" sz="2800"/>
              <a:t>While all that borrows life from Thee </a:t>
            </a:r>
          </a:p>
          <a:p>
            <a:r>
              <a:rPr lang="en-SG" sz="2800"/>
              <a:t>Is ever in Thy care;</a:t>
            </a:r>
          </a:p>
          <a:p>
            <a:r>
              <a:rPr lang="en-SG" sz="2800"/>
              <a:t>And everywhere that man can be, </a:t>
            </a:r>
          </a:p>
          <a:p>
            <a:r>
              <a:rPr lang="en-SG" sz="2800"/>
              <a:t>Thou, God, art present there.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 </a:t>
            </a:r>
          </a:p>
          <a:p>
            <a:r>
              <a:rPr lang="en-SG" sz="4400" i="1">
                <a:solidFill>
                  <a:schemeClr val="bg1"/>
                </a:solidFill>
              </a:rPr>
              <a:t>For the beauty of the earth v1</a:t>
            </a:r>
            <a:endParaRPr lang="en-GB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091922" y="1232922"/>
            <a:ext cx="68593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For the beauty of the earth,</a:t>
            </a:r>
          </a:p>
          <a:p>
            <a:pPr algn="ctr"/>
            <a:r>
              <a:rPr lang="en-SG" sz="2800"/>
              <a:t>For the glory of the skies,</a:t>
            </a:r>
          </a:p>
          <a:p>
            <a:pPr algn="ctr"/>
            <a:r>
              <a:rPr lang="en-SG" sz="2800"/>
              <a:t>For the love which from our birth</a:t>
            </a:r>
          </a:p>
          <a:p>
            <a:pPr algn="ctr"/>
            <a:r>
              <a:rPr lang="en-SG" sz="2800"/>
              <a:t>Over and around us lies </a:t>
            </a:r>
          </a:p>
          <a:p>
            <a:pPr algn="ctr"/>
            <a:r>
              <a:rPr lang="en-SG" sz="2800"/>
              <a:t>Lord of all ,to Thee we raise </a:t>
            </a:r>
          </a:p>
          <a:p>
            <a:pPr algn="ctr"/>
            <a:r>
              <a:rPr lang="en-SG" sz="2800"/>
              <a:t>This our hymn of grateful praise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77428" y="127831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SG" sz="4400" i="1">
                <a:solidFill>
                  <a:schemeClr val="bg1"/>
                </a:solidFill>
              </a:rPr>
              <a:t>All creatures of our God and King</a:t>
            </a:r>
            <a:endParaRPr lang="en-GB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5" y="917787"/>
            <a:ext cx="66084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All creatures of our God and King,</a:t>
            </a:r>
          </a:p>
          <a:p>
            <a:r>
              <a:rPr lang="en-SG" sz="2800"/>
              <a:t>Lift up your voice and with us sing</a:t>
            </a:r>
          </a:p>
          <a:p>
            <a:r>
              <a:rPr lang="en-SG" sz="2800"/>
              <a:t>Alleluia, alleluia!</a:t>
            </a:r>
          </a:p>
          <a:p>
            <a:r>
              <a:rPr lang="en-SG" sz="2800"/>
              <a:t>Thou burning sun with golden beam,</a:t>
            </a:r>
          </a:p>
          <a:p>
            <a:r>
              <a:rPr lang="en-SG" sz="2800"/>
              <a:t>Thou silver moon with softer gleam,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B7E7-45DB-FD71-76ED-02BF4B86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5EB9-3443-F964-98AC-34DDEB67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673A05-8EF3-D172-CFED-AE61F1312D4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8954B-AE18-BE49-D917-D1BE19DAF61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40EC-5709-6842-E58D-01D648BB7F78}"/>
              </a:ext>
            </a:extLst>
          </p:cNvPr>
          <p:cNvSpPr txBox="1"/>
          <p:nvPr/>
        </p:nvSpPr>
        <p:spPr>
          <a:xfrm>
            <a:off x="92765" y="917787"/>
            <a:ext cx="66084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Thou rushing winds that art so strong,</a:t>
            </a:r>
          </a:p>
          <a:p>
            <a:r>
              <a:rPr lang="en-SG" sz="2800"/>
              <a:t>Ye clouds that sail in Heav'n along,</a:t>
            </a:r>
          </a:p>
          <a:p>
            <a:r>
              <a:rPr lang="en-SG" sz="2800"/>
              <a:t>O praise him, alleluia!</a:t>
            </a:r>
          </a:p>
          <a:p>
            <a:r>
              <a:rPr lang="en-SG" sz="2800"/>
              <a:t>Thou rising morn, in praise rejoice,</a:t>
            </a:r>
          </a:p>
          <a:p>
            <a:r>
              <a:rPr lang="en-SG" sz="2800"/>
              <a:t>Ye lights of evening, find a voice.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3749699A-A903-554B-1C92-20C83C2A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5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1DA0-2893-09CB-E382-ADB01DF0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CDA7-E4DB-09C2-1A6A-477AC67D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F13352-C85D-59F1-213E-99E0F88463C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10AFA-758C-8FE7-B852-B611D886612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AADA6-E65B-EAE8-C504-646E8D61A91D}"/>
              </a:ext>
            </a:extLst>
          </p:cNvPr>
          <p:cNvSpPr txBox="1"/>
          <p:nvPr/>
        </p:nvSpPr>
        <p:spPr>
          <a:xfrm>
            <a:off x="92765" y="917787"/>
            <a:ext cx="66084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And all ye saints of tender heart,</a:t>
            </a:r>
          </a:p>
          <a:p>
            <a:r>
              <a:rPr lang="en-SG" sz="2800"/>
              <a:t>Forgiving others, take your part,</a:t>
            </a:r>
          </a:p>
          <a:p>
            <a:r>
              <a:rPr lang="en-SG" sz="2800"/>
              <a:t>O sing ye, alleluia!</a:t>
            </a:r>
          </a:p>
          <a:p>
            <a:r>
              <a:rPr lang="en-SG" sz="2800"/>
              <a:t>Ye who long pain and sorrow bear,</a:t>
            </a:r>
          </a:p>
          <a:p>
            <a:r>
              <a:rPr lang="en-SG" sz="2800"/>
              <a:t>Praise God and on him cast your care: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80DCE5F4-1D59-A440-B6EC-525FFCE5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03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D795-454B-B442-6523-51A98A0B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0AFA-1667-DC8D-9A08-8FCF12E7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B66B1B-46D6-7EC9-233D-AF362EFF542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B13F3-4D36-5B20-DB68-22C3C1EF34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3FAF2-A004-6305-BEC1-652E19C3F674}"/>
              </a:ext>
            </a:extLst>
          </p:cNvPr>
          <p:cNvSpPr txBox="1"/>
          <p:nvPr/>
        </p:nvSpPr>
        <p:spPr>
          <a:xfrm>
            <a:off x="92765" y="917787"/>
            <a:ext cx="5964555" cy="351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Let all things their creator bless,</a:t>
            </a:r>
          </a:p>
          <a:p>
            <a:r>
              <a:rPr lang="en-SG" sz="2800"/>
              <a:t>And worship him in humbleness,</a:t>
            </a:r>
          </a:p>
          <a:p>
            <a:r>
              <a:rPr lang="en-SG" sz="2800"/>
              <a:t>O praise him, alleluia!</a:t>
            </a:r>
          </a:p>
          <a:p>
            <a:r>
              <a:rPr lang="en-SG" sz="2800"/>
              <a:t>Praise, praise the Father, </a:t>
            </a:r>
            <a:br>
              <a:rPr lang="en-SG" sz="2800"/>
            </a:br>
            <a:r>
              <a:rPr lang="en-SG" sz="2800"/>
              <a:t>praise the Son,</a:t>
            </a:r>
          </a:p>
          <a:p>
            <a:r>
              <a:rPr lang="en-SG" sz="2800"/>
              <a:t>And praise the Spirit, Three in One: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E26B9C21-5315-5000-7728-AC9CDE9630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5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Dear Lord and Father of mankind, v1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193642"/>
            <a:ext cx="7301974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Dear Lord and Father of mankind,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forgive our foolish ways;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re-clothe us in our rightful mind,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purer lives thy service find,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deeper reverence praise.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can it be that I should gain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int'rest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in the Savior's blood?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Died He for me, who caused His pain?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me, who Him to death pursued?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Amazing love! how can it be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me?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B8B1F-1B96-19B1-3E28-5688644317C4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left His Father's throne above,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 free, so infinite His grace!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Emptied Himself of all but love,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bled for Adam's helpless race!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'Tis mercy all, immense and free,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For, O my God, it found out me.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67EA6-3B6C-0F36-DD13-833E4D7477AE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Long my imprisoned spirit lay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Fast bound in sin and nature's night;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Thine eye diffused a quick'ning ray: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woke, the dungeon flamed with light!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chains fell off, my heart was free,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rose, went forth, and followed Thee.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DA177-6829-75EC-AB53-AF49B23E3F7D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 condemnation now I dread: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and all in Him, is mine!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Alive in Him, my living Head,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clothed in righteousness divine,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Bold I approach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th'eternal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throne,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claim the crown, through Christ my own.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Wonderful,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88400" y="1345773"/>
            <a:ext cx="632520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Wonderful, merciful Savior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Precious Redeemer and Friend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Who would have thought that a Lamb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Could rescue the souls of men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You rescue the souls of men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6A3CE-C703-CC1F-438F-C8C70B9E75A8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Counselor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Comforter, Keeper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Spirit we long to embrace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offer hope when our hearts have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Hopelessly lost our way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we've hopelessly lost the way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14BE-5F13-CCF6-C43B-576F36CE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4499-0F96-3755-C0E1-EA14C01C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32DC-F88D-8285-3F8F-BC330122F9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5C5A6-D498-A4CD-E3E0-68907B514C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F497A-4EFC-2F31-F5D2-EE5AB5A4FDC0}"/>
              </a:ext>
            </a:extLst>
          </p:cNvPr>
          <p:cNvSpPr/>
          <p:nvPr/>
        </p:nvSpPr>
        <p:spPr>
          <a:xfrm>
            <a:off x="788400" y="1345773"/>
            <a:ext cx="632520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that we praise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we adore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give the healing and grace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Our hearts always hunger for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our hearts always hunger for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21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11CC-624F-3B29-94BB-67B5011E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F9FA-66B6-13CD-4448-3E304FCF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DC099-694F-DA0E-9496-8BF0E54336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6470-9928-604C-BCD7-058C6F27F0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37AF4B-7A34-BF6B-DFA7-300F3F54C290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Almighty, infinite Father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Faithfully loving Your own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Here in our weakness You find us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Falling before Your throne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we're falling before Your throne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016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C6A7-2697-5EB4-6530-399238AB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3A86-ABEF-E488-2AF6-6330B0EE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08E8E-5786-A7F1-4CE1-297C4BA250E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4AF3-6EFB-D058-A21E-75923F3604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5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F67C0-745F-1E9D-8117-DF5879F24C86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that we praise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we adore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give the healing and grace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Our hearts always hunger for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our hearts always hunger for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1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33B1-D0E0-12DB-B38B-B3B88F56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04E8-2ACA-5D9E-2E69-D92B409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3EDB4-0F41-3C83-7457-2295220121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F969F-4797-CAA1-5287-AEFADD6706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6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EA702-927C-2CA6-0574-17EFFFA9F1FF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that we praise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we adore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give the healing and grace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Our hearts always hunger for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our hearts always hunger for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59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Fairest Lord Jesus,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Ruler of all nature,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thou of God and man the Son: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Thee will I cherish, Thee will I honor,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Thou, my soul's glory, joy, and crown.</a:t>
            </a: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E00-9453-9B5B-7A5B-04392F04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2730-3B0F-8D16-BC23-7CE85FF3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D52A-07D5-8C4F-1351-0A6E3F9CF1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BEE56-2D6B-FABE-748B-4AB2925CBEB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35406B-4B25-7295-8DB4-AF3E018F6FDA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 are the meadows,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Fairer still the woodlands,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Robed in the blooming garb of spring: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fairer, Jesus is purer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Who makes the woeful heart to sing.</a:t>
            </a:r>
          </a:p>
        </p:txBody>
      </p:sp>
    </p:spTree>
    <p:extLst>
      <p:ext uri="{BB962C8B-B14F-4D97-AF65-F5344CB8AC3E}">
        <p14:creationId xmlns:p14="http://schemas.microsoft.com/office/powerpoint/2010/main" val="2490953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DAB4-9587-74F7-4A56-EC354480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C85-D21B-F91E-606B-337C9F2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3C8-9A98-8AA4-54E0-B55DFAA7B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31F6F-27BD-6EF4-0448-66F5302D67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645058-5F6C-62E0-3282-8E0BA4B80E9D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 is the sunshine,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Fairer still the moonlight,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all the twinkling starry host: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shines brighter, Jesus shines purer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Than all the angels heaven can boast.</a:t>
            </a:r>
          </a:p>
        </p:txBody>
      </p:sp>
    </p:spTree>
    <p:extLst>
      <p:ext uri="{BB962C8B-B14F-4D97-AF65-F5344CB8AC3E}">
        <p14:creationId xmlns:p14="http://schemas.microsoft.com/office/powerpoint/2010/main" val="1738414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C51F-9E05-2939-46CC-2FEE7A26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9074-F8E7-9A11-4069-23950B69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99351-A0CA-9B16-97A9-6AF9CCCFCB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C58BD-890F-CF98-21DB-000E55F4917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28C2E-B5FA-1ED3-FBD7-1EA62A35D0F0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Beautiful Savior!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of the nations!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Son of God and Son of Man!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Glory and honor, Praise, adoration,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Now and forevermore be Thine.</a:t>
            </a:r>
          </a:p>
        </p:txBody>
      </p:sp>
    </p:spTree>
    <p:extLst>
      <p:ext uri="{BB962C8B-B14F-4D97-AF65-F5344CB8AC3E}">
        <p14:creationId xmlns:p14="http://schemas.microsoft.com/office/powerpoint/2010/main" val="2790016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here, and that to bless us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the Spirit's quickening power;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See, the cloud already bending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Waits to drop the grateful shower.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4EF0C-73DA-0C3C-0EE9-CC088EEAB10A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here ! we feel His presence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this consecrated place;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we need the soul refreshing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His free, unbounded grace.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8C05A-D90E-93C2-AF98-2BE7B7F9D4D6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here ! oh, then believing,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Bring to Him our one desire,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His love may now be kindled,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Till its flame each heart inspire.</a:t>
            </a: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543B-46A6-3576-ED54-337992B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D7F6-BA22-313D-C68D-0385F160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C1B6-7893-754C-365D-0B172838BF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B8516-E8CD-2B5F-6D23-94E48D6D0C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F25A9-E2C9-C829-2CB7-AF4D0DB8CD85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Saviour, grant the prayer we offer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While in simple faith we bow;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the windows of Thy mercy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Pour us out a blessing now.</a:t>
            </a:r>
            <a:endParaRPr lang="en-GB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</a:p>
        </p:txBody>
      </p:sp>
    </p:spTree>
    <p:extLst>
      <p:ext uri="{BB962C8B-B14F-4D97-AF65-F5344CB8AC3E}">
        <p14:creationId xmlns:p14="http://schemas.microsoft.com/office/powerpoint/2010/main" val="38154070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942670" y="307695"/>
            <a:ext cx="86842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to my listening ears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nature sings, and round me rings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music of the spheres.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rest me in the thought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 rocks and trees, of skies and seas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His hand the wonders wrought.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006C-7E0E-CE62-E81A-D00CB5A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B583-958F-3C2C-F909-971D943C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85B-90FF-32DC-97B6-9999BC3B8F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698A-052A-728D-D44D-DAA92EB528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F4A2C-D682-5013-34D5-C9E7DEB7A2FD}"/>
              </a:ext>
            </a:extLst>
          </p:cNvPr>
          <p:cNvSpPr/>
          <p:nvPr/>
        </p:nvSpPr>
        <p:spPr>
          <a:xfrm>
            <a:off x="942670" y="307695"/>
            <a:ext cx="86842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birds their carols raise,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morning light, the lily white,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Declare their Maker's praise.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 shines in all that's fair;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the rustling grass I hear Him pass,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 speaks to me everywhere.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57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EBB9-4B1D-02D4-90CC-5D12E333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CE8C-7B9D-306C-47D5-96328306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E96BB-B38F-E991-C124-06C89D5BC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F8922-E112-8450-F81D-E9F87CE7F9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912D83-E0CB-80E1-EF9F-151B71694897}"/>
              </a:ext>
            </a:extLst>
          </p:cNvPr>
          <p:cNvSpPr/>
          <p:nvPr/>
        </p:nvSpPr>
        <p:spPr>
          <a:xfrm>
            <a:off x="942670" y="307695"/>
            <a:ext cx="86842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 let me ne'er forget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though the wrong seems oft so strong,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God is the Ruler yet.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battle is not done;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Jesus who died shall be satisfied,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earth and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heav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’n be one. 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34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glory of the skies,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love which from our birth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Over and around us lies.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4757-6029-1E17-1366-FDAB9D12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8E75-8A16-528C-1AC3-C8B30581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DC585-C6C7-C8D6-E0F5-EB4D5A1A6CA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FB840-812A-3FAD-D690-64BC2134ACD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E206E7-5259-7CBA-6811-D34D18480B41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beauty of each hour,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the day and of the night,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Hill and vale, and tree and flower,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Sun and moon, and stars of light;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</a:p>
        </p:txBody>
      </p:sp>
    </p:spTree>
    <p:extLst>
      <p:ext uri="{BB962C8B-B14F-4D97-AF65-F5344CB8AC3E}">
        <p14:creationId xmlns:p14="http://schemas.microsoft.com/office/powerpoint/2010/main" val="36439850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C46A-3816-F6C8-FDC6-095A8749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4F57-12E6-CF5D-F64B-19DDC698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32CDD-6E4B-4098-D671-78986A36F4F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DD3EB-09BD-1BD8-09D3-E0ED010613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8232B-1A40-FD41-BC97-5DF4728A3519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joy of ear and eye,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heart and mind's delight,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mystic harmony,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linking sense to sound and sight;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praise.</a:t>
            </a:r>
          </a:p>
        </p:txBody>
      </p:sp>
    </p:spTree>
    <p:extLst>
      <p:ext uri="{BB962C8B-B14F-4D97-AF65-F5344CB8AC3E}">
        <p14:creationId xmlns:p14="http://schemas.microsoft.com/office/powerpoint/2010/main" val="3982933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545A-9049-A592-51E6-938296F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FEAC-9566-ADB4-8035-3010256A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1372-A555-B0EC-826F-81BDABEC758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75A7-D8A7-D6EA-1966-B49BAB5F74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4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784464-E655-C469-1894-F3B0788D1D49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joy of human love,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Brother, sister, parent, child,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Friends on earth and friends above,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all gentle thoughts and mild.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72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BA32-CDCF-3C15-99EE-F93F7303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3E68-9224-554D-64DE-D7737718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E8B1-B1B7-E265-3CB3-F25634EBDE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43CCE-BF20-FE67-B1F2-376C9D73B0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5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98037-9402-8B78-F023-6D898F5E8002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church, that evermore</a:t>
            </a:r>
          </a:p>
          <a:p>
            <a:pPr lvl="1">
              <a:spcAft>
                <a:spcPts val="400"/>
              </a:spcAft>
            </a:pP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Lifteth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holy hands above,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Offering up on every shore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Her pure sacrifice of love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536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A9E4-5C54-8E5F-CD32-9C47C17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97CA-ABFA-FF94-9E67-79B91797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B09A-3F0F-654B-BF90-62175CB7F0C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ACCED-2380-B47D-F670-F389B13E36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6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C4FC31-7847-0F29-9815-1824E596334F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Thyself, best Gift Divine.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our race so freely given,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that great, great love of Thine,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on earth and joy in Heaven: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396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</a:rPr>
              <a:t> </a:t>
            </a:r>
            <a:r>
              <a:rPr lang="en-GB" sz="4400" i="1">
                <a:solidFill>
                  <a:schemeClr val="bg1"/>
                </a:solidFill>
              </a:rPr>
              <a:t>Guide me </a:t>
            </a:r>
            <a:br>
              <a:rPr lang="en-GB" sz="4400" i="1">
                <a:solidFill>
                  <a:schemeClr val="bg1"/>
                </a:solidFill>
              </a:rPr>
            </a:br>
            <a:r>
              <a:rPr lang="en-GB" sz="4400" i="1">
                <a:solidFill>
                  <a:schemeClr val="bg1"/>
                </a:solidFill>
              </a:rPr>
              <a:t>O Thou Great Jehovah</a:t>
            </a:r>
            <a:endParaRPr lang="en-US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GB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Guide me O Thou Great Jehovah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722671" y="825118"/>
            <a:ext cx="7698657" cy="34932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br>
              <a:rPr lang="en-SG" sz="2800"/>
            </a:br>
            <a:r>
              <a:rPr lang="en-SG" sz="2800"/>
              <a:t>Guide me, O Thou great Jehovah,</a:t>
            </a:r>
          </a:p>
          <a:p>
            <a:pPr>
              <a:spcAft>
                <a:spcPts val="600"/>
              </a:spcAft>
            </a:pPr>
            <a:r>
              <a:rPr lang="en-SG" sz="2800"/>
              <a:t>Pilgrim through this barren land;</a:t>
            </a:r>
          </a:p>
          <a:p>
            <a:pPr>
              <a:spcAft>
                <a:spcPts val="600"/>
              </a:spcAft>
            </a:pPr>
            <a:r>
              <a:rPr lang="en-SG" sz="2800"/>
              <a:t>I am weak, but Thou art mighty;</a:t>
            </a:r>
          </a:p>
          <a:p>
            <a:pPr>
              <a:spcAft>
                <a:spcPts val="600"/>
              </a:spcAft>
            </a:pPr>
            <a:r>
              <a:rPr lang="en-SG" sz="2800"/>
              <a:t>Hold me with Thy powerful hand</a:t>
            </a:r>
          </a:p>
          <a:p>
            <a:pPr>
              <a:spcAft>
                <a:spcPts val="600"/>
              </a:spcAft>
            </a:pPr>
            <a:r>
              <a:rPr lang="en-SG" sz="2800"/>
              <a:t>Bread of heaven,</a:t>
            </a:r>
          </a:p>
          <a:p>
            <a:pPr>
              <a:spcAft>
                <a:spcPts val="600"/>
              </a:spcAft>
            </a:pPr>
            <a:r>
              <a:rPr lang="en-SG" sz="2800"/>
              <a:t>Feed me till I want no more.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56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(40)</vt:lpstr>
      <vt:lpstr>Song no: (40)</vt:lpstr>
      <vt:lpstr>Song no: (40)</vt:lpstr>
      <vt:lpstr>PowerPoint Presentation</vt:lpstr>
      <vt:lpstr>PowerPoint Presentation</vt:lpstr>
      <vt:lpstr>Thanksgiving</vt:lpstr>
      <vt:lpstr>PowerPoint Presentation</vt:lpstr>
      <vt:lpstr>Offertory – All creatures of our God and King</vt:lpstr>
      <vt:lpstr>Offertory – All creatures of our God and King</vt:lpstr>
      <vt:lpstr>Offertory – All creatures of our God and King</vt:lpstr>
      <vt:lpstr>Offertory – All creatures of our God and King</vt:lpstr>
      <vt:lpstr>PowerPoint Presentation</vt:lpstr>
      <vt:lpstr>PowerPoint Presentation</vt:lpstr>
      <vt:lpstr>PowerPoint Presentation</vt:lpstr>
      <vt:lpstr>Confession – Dear Lord and Father of mankind, v1</vt:lpstr>
      <vt:lpstr>PowerPoint Presentation</vt:lpstr>
      <vt:lpstr>Holy Communion – Song no: (42)</vt:lpstr>
      <vt:lpstr>Holy Communion – Song no: (42)</vt:lpstr>
      <vt:lpstr>Holy Communion – Song no: (42)</vt:lpstr>
      <vt:lpstr>Holy Communion – Song no: (42)</vt:lpstr>
      <vt:lpstr>Holy Communion – Song no: (42)</vt:lpstr>
      <vt:lpstr>Holy Communion – Wonderful,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Song no. (20)</vt:lpstr>
      <vt:lpstr>Holy Communion – Song no. (20)</vt:lpstr>
      <vt:lpstr>Holy Communion – Song no. (20)</vt:lpstr>
      <vt:lpstr>Holy Communion – Song no. (20)</vt:lpstr>
      <vt:lpstr>Holy Communion – Song no. (20)</vt:lpstr>
      <vt:lpstr>Holy Communion – Song no. 307</vt:lpstr>
      <vt:lpstr>Holy Communion – Song no. 307</vt:lpstr>
      <vt:lpstr>Holy Communion – Song no. 307</vt:lpstr>
      <vt:lpstr>Holy Communion – Song no. 307</vt:lpstr>
      <vt:lpstr>Holy Communion – Song no. 307</vt:lpstr>
      <vt:lpstr>Holy Communion – Song no. (49)</vt:lpstr>
      <vt:lpstr>Holy Communion – Song no. (49)</vt:lpstr>
      <vt:lpstr>Holy Communion – Song no. (49)</vt:lpstr>
      <vt:lpstr>Holy Communion – Song no. (49)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PowerPoint Presentation</vt:lpstr>
      <vt:lpstr>PowerPoint Presentation</vt:lpstr>
      <vt:lpstr>PowerPoint Presentation</vt:lpstr>
      <vt:lpstr>Closing Hymn –  Guide me O Thou Great Jehovah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4</cp:revision>
  <dcterms:created xsi:type="dcterms:W3CDTF">2020-09-02T02:55:07Z</dcterms:created>
  <dcterms:modified xsi:type="dcterms:W3CDTF">2025-02-14T05:18:13Z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