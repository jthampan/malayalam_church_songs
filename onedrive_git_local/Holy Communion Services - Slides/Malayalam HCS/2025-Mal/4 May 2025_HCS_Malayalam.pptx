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</p:sldMasterIdLst>
  <p:notesMasterIdLst>
    <p:notesMasterId r:id="rId69"/>
  </p:notesMasterIdLst>
  <p:sldIdLst>
    <p:sldId id="2224" r:id="rId4"/>
    <p:sldId id="511" r:id="rId5"/>
    <p:sldId id="1980" r:id="rId6"/>
    <p:sldId id="2276" r:id="rId7"/>
    <p:sldId id="2277" r:id="rId8"/>
    <p:sldId id="2278" r:id="rId9"/>
    <p:sldId id="2279" r:id="rId10"/>
    <p:sldId id="952" r:id="rId11"/>
    <p:sldId id="2228" r:id="rId12"/>
    <p:sldId id="439" r:id="rId13"/>
    <p:sldId id="1545" r:id="rId14"/>
    <p:sldId id="2280" r:id="rId15"/>
    <p:sldId id="2281" r:id="rId16"/>
    <p:sldId id="2329" r:id="rId17"/>
    <p:sldId id="2283" r:id="rId18"/>
    <p:sldId id="2330" r:id="rId19"/>
    <p:sldId id="2285" r:id="rId20"/>
    <p:sldId id="2331" r:id="rId21"/>
    <p:sldId id="633" r:id="rId22"/>
    <p:sldId id="1888" r:id="rId23"/>
    <p:sldId id="1539" r:id="rId24"/>
    <p:sldId id="1564" r:id="rId25"/>
    <p:sldId id="2332" r:id="rId26"/>
    <p:sldId id="2333" r:id="rId27"/>
    <p:sldId id="2334" r:id="rId28"/>
    <p:sldId id="2335" r:id="rId29"/>
    <p:sldId id="2241" r:id="rId30"/>
    <p:sldId id="2315" r:id="rId31"/>
    <p:sldId id="2316" r:id="rId32"/>
    <p:sldId id="2317" r:id="rId33"/>
    <p:sldId id="2318" r:id="rId34"/>
    <p:sldId id="2320" r:id="rId35"/>
    <p:sldId id="2319" r:id="rId36"/>
    <p:sldId id="2297" r:id="rId37"/>
    <p:sldId id="2268" r:id="rId38"/>
    <p:sldId id="2298" r:id="rId39"/>
    <p:sldId id="2321" r:id="rId40"/>
    <p:sldId id="2336" r:id="rId41"/>
    <p:sldId id="2323" r:id="rId42"/>
    <p:sldId id="2337" r:id="rId43"/>
    <p:sldId id="2325" r:id="rId44"/>
    <p:sldId id="2338" r:id="rId45"/>
    <p:sldId id="2327" r:id="rId46"/>
    <p:sldId id="2339" r:id="rId47"/>
    <p:sldId id="2249" r:id="rId48"/>
    <p:sldId id="2308" r:id="rId49"/>
    <p:sldId id="2340" r:id="rId50"/>
    <p:sldId id="2341" r:id="rId51"/>
    <p:sldId id="2342" r:id="rId52"/>
    <p:sldId id="2343" r:id="rId53"/>
    <p:sldId id="2344" r:id="rId54"/>
    <p:sldId id="2345" r:id="rId55"/>
    <p:sldId id="2307" r:id="rId56"/>
    <p:sldId id="2250" r:id="rId57"/>
    <p:sldId id="2291" r:id="rId58"/>
    <p:sldId id="2292" r:id="rId59"/>
    <p:sldId id="2251" r:id="rId60"/>
    <p:sldId id="2252" r:id="rId61"/>
    <p:sldId id="2293" r:id="rId62"/>
    <p:sldId id="2294" r:id="rId63"/>
    <p:sldId id="2295" r:id="rId64"/>
    <p:sldId id="1444" r:id="rId65"/>
    <p:sldId id="2231" r:id="rId66"/>
    <p:sldId id="2346" r:id="rId67"/>
    <p:sldId id="2347" r:id="rId68"/>
  </p:sldIdLst>
  <p:sldSz cx="9144000" cy="5143500" type="screen16x9"/>
  <p:notesSz cx="6858000" cy="9144000"/>
  <p:custDataLst>
    <p:tags r:id="rId7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5F0"/>
    <a:srgbClr val="E8D3D3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80797-FF97-B255-9332-38055C5A4E67}" v="69" dt="2025-05-01T11:46:20.970"/>
    <p1510:client id="{149D687C-D2BE-4CAF-9269-FFA169E54AE1}" v="30" dt="2025-05-01T07:56:44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09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notesMaster" Target="notesMasters/notesMaster1.xml"/><Relationship Id="rId77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ags" Target="tags/tag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78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microsoft.com/office/2016/11/relationships/changesInfo" Target="changesInfos/changesInfo1.xml"/><Relationship Id="rId7" Type="http://schemas.openxmlformats.org/officeDocument/2006/relationships/slide" Target="slides/slide4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du Runy" userId="0084ee88921615a9" providerId="Windows Live" clId="Web-{44D00BEA-FCEE-71E1-ABE4-45E1EB235A93}"/>
    <pc:docChg chg="modSld">
      <pc:chgData name="Bindu Runy" userId="0084ee88921615a9" providerId="Windows Live" clId="Web-{44D00BEA-FCEE-71E1-ABE4-45E1EB235A93}" dt="2025-04-27T12:14:46.414" v="24" actId="20577"/>
      <pc:docMkLst>
        <pc:docMk/>
      </pc:docMkLst>
      <pc:sldChg chg="modSp">
        <pc:chgData name="Bindu Runy" userId="0084ee88921615a9" providerId="Windows Live" clId="Web-{44D00BEA-FCEE-71E1-ABE4-45E1EB235A93}" dt="2025-04-27T11:53:45.885" v="1" actId="20577"/>
        <pc:sldMkLst>
          <pc:docMk/>
          <pc:sldMk cId="88404620" sldId="1980"/>
        </pc:sldMkLst>
        <pc:spChg chg="mod">
          <ac:chgData name="Bindu Runy" userId="0084ee88921615a9" providerId="Windows Live" clId="Web-{44D00BEA-FCEE-71E1-ABE4-45E1EB235A93}" dt="2025-04-27T11:53:45.885" v="1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">
        <pc:chgData name="Bindu Runy" userId="0084ee88921615a9" providerId="Windows Live" clId="Web-{44D00BEA-FCEE-71E1-ABE4-45E1EB235A93}" dt="2025-04-27T12:14:46.414" v="24" actId="20577"/>
        <pc:sldMkLst>
          <pc:docMk/>
          <pc:sldMk cId="3780779953" sldId="2228"/>
        </pc:sldMkLst>
        <pc:spChg chg="mod">
          <ac:chgData name="Bindu Runy" userId="0084ee88921615a9" providerId="Windows Live" clId="Web-{44D00BEA-FCEE-71E1-ABE4-45E1EB235A93}" dt="2025-04-27T12:14:46.414" v="24" actId="20577"/>
          <ac:spMkLst>
            <pc:docMk/>
            <pc:sldMk cId="3780779953" sldId="2228"/>
            <ac:spMk id="11" creationId="{126AFE02-66EF-32EF-25F0-F8A032DB7770}"/>
          </ac:spMkLst>
        </pc:spChg>
      </pc:sldChg>
      <pc:sldChg chg="addSp delSp modSp">
        <pc:chgData name="Bindu Runy" userId="0084ee88921615a9" providerId="Windows Live" clId="Web-{44D00BEA-FCEE-71E1-ABE4-45E1EB235A93}" dt="2025-04-27T12:08:07.874" v="18" actId="20577"/>
        <pc:sldMkLst>
          <pc:docMk/>
          <pc:sldMk cId="2231030714" sldId="2278"/>
        </pc:sldMkLst>
        <pc:spChg chg="mod">
          <ac:chgData name="Bindu Runy" userId="0084ee88921615a9" providerId="Windows Live" clId="Web-{44D00BEA-FCEE-71E1-ABE4-45E1EB235A93}" dt="2025-04-27T12:08:07.874" v="18" actId="20577"/>
          <ac:spMkLst>
            <pc:docMk/>
            <pc:sldMk cId="2231030714" sldId="2278"/>
            <ac:spMk id="7" creationId="{7D68BD32-7738-DDCD-D2BF-0CBC710D1539}"/>
          </ac:spMkLst>
        </pc:spChg>
      </pc:sldChg>
      <pc:sldChg chg="modSp">
        <pc:chgData name="Bindu Runy" userId="0084ee88921615a9" providerId="Windows Live" clId="Web-{44D00BEA-FCEE-71E1-ABE4-45E1EB235A93}" dt="2025-04-27T12:09:51.048" v="20" actId="20577"/>
        <pc:sldMkLst>
          <pc:docMk/>
          <pc:sldMk cId="568060574" sldId="2279"/>
        </pc:sldMkLst>
        <pc:spChg chg="mod">
          <ac:chgData name="Bindu Runy" userId="0084ee88921615a9" providerId="Windows Live" clId="Web-{44D00BEA-FCEE-71E1-ABE4-45E1EB235A93}" dt="2025-04-27T12:09:51.048" v="20" actId="20577"/>
          <ac:spMkLst>
            <pc:docMk/>
            <pc:sldMk cId="568060574" sldId="2279"/>
            <ac:spMk id="12" creationId="{4F9B4B12-8037-172F-2F53-BF6CB324202E}"/>
          </ac:spMkLst>
        </pc:spChg>
      </pc:sldChg>
    </pc:docChg>
  </pc:docChgLst>
  <pc:docChgLst>
    <pc:chgData name="Bindu Runy" userId="0084ee88921615a9" providerId="Windows Live" clId="Web-{7C7E61E4-31CB-E7BE-EB3D-1C7F3AA68EC5}"/>
    <pc:docChg chg="addSld delSld modSld">
      <pc:chgData name="Bindu Runy" userId="0084ee88921615a9" providerId="Windows Live" clId="Web-{7C7E61E4-31CB-E7BE-EB3D-1C7F3AA68EC5}" dt="2025-04-27T15:26:41.851" v="608" actId="20577"/>
      <pc:docMkLst>
        <pc:docMk/>
      </pc:docMkLst>
      <pc:sldChg chg="modSp">
        <pc:chgData name="Bindu Runy" userId="0084ee88921615a9" providerId="Windows Live" clId="Web-{7C7E61E4-31CB-E7BE-EB3D-1C7F3AA68EC5}" dt="2025-04-27T12:18:44.799" v="34" actId="20577"/>
        <pc:sldMkLst>
          <pc:docMk/>
          <pc:sldMk cId="3368756669" sldId="1545"/>
        </pc:sldMkLst>
        <pc:spChg chg="mod">
          <ac:chgData name="Bindu Runy" userId="0084ee88921615a9" providerId="Windows Live" clId="Web-{7C7E61E4-31CB-E7BE-EB3D-1C7F3AA68EC5}" dt="2025-04-27T12:18:44.799" v="34" actId="20577"/>
          <ac:spMkLst>
            <pc:docMk/>
            <pc:sldMk cId="3368756669" sldId="1545"/>
            <ac:spMk id="3" creationId="{22CF0560-3F22-41A3-82CC-2D2BAD840D7B}"/>
          </ac:spMkLst>
        </pc:spChg>
      </pc:sldChg>
      <pc:sldChg chg="modSp">
        <pc:chgData name="Bindu Runy" userId="0084ee88921615a9" providerId="Windows Live" clId="Web-{7C7E61E4-31CB-E7BE-EB3D-1C7F3AA68EC5}" dt="2025-04-27T12:22:33.026" v="58" actId="1076"/>
        <pc:sldMkLst>
          <pc:docMk/>
          <pc:sldMk cId="2430628198" sldId="1888"/>
        </pc:sldMkLst>
        <pc:spChg chg="mod">
          <ac:chgData name="Bindu Runy" userId="0084ee88921615a9" providerId="Windows Live" clId="Web-{7C7E61E4-31CB-E7BE-EB3D-1C7F3AA68EC5}" dt="2025-04-27T12:22:33.026" v="58" actId="1076"/>
          <ac:spMkLst>
            <pc:docMk/>
            <pc:sldMk cId="2430628198" sldId="1888"/>
            <ac:spMk id="6" creationId="{7C8FD079-C764-7498-7691-FC2386C10D56}"/>
          </ac:spMkLst>
        </pc:spChg>
      </pc:sldChg>
      <pc:sldChg chg="modSp">
        <pc:chgData name="Bindu Runy" userId="0084ee88921615a9" providerId="Windows Live" clId="Web-{7C7E61E4-31CB-E7BE-EB3D-1C7F3AA68EC5}" dt="2025-04-27T12:17:39.781" v="33" actId="1076"/>
        <pc:sldMkLst>
          <pc:docMk/>
          <pc:sldMk cId="3780779953" sldId="2228"/>
        </pc:sldMkLst>
        <pc:spChg chg="mod">
          <ac:chgData name="Bindu Runy" userId="0084ee88921615a9" providerId="Windows Live" clId="Web-{7C7E61E4-31CB-E7BE-EB3D-1C7F3AA68EC5}" dt="2025-04-27T12:17:10.561" v="29" actId="20577"/>
          <ac:spMkLst>
            <pc:docMk/>
            <pc:sldMk cId="3780779953" sldId="2228"/>
            <ac:spMk id="9" creationId="{1D593D98-1A73-D535-7BC0-08AE5424274B}"/>
          </ac:spMkLst>
        </pc:spChg>
        <pc:spChg chg="mod">
          <ac:chgData name="Bindu Runy" userId="0084ee88921615a9" providerId="Windows Live" clId="Web-{7C7E61E4-31CB-E7BE-EB3D-1C7F3AA68EC5}" dt="2025-04-27T12:17:10.436" v="27" actId="1076"/>
          <ac:spMkLst>
            <pc:docMk/>
            <pc:sldMk cId="3780779953" sldId="2228"/>
            <ac:spMk id="10" creationId="{AA9D3D06-DDD1-6971-E346-07DC0F45DAC2}"/>
          </ac:spMkLst>
        </pc:spChg>
        <pc:spChg chg="mod">
          <ac:chgData name="Bindu Runy" userId="0084ee88921615a9" providerId="Windows Live" clId="Web-{7C7E61E4-31CB-E7BE-EB3D-1C7F3AA68EC5}" dt="2025-04-27T12:15:37.824" v="7" actId="20577"/>
          <ac:spMkLst>
            <pc:docMk/>
            <pc:sldMk cId="3780779953" sldId="2228"/>
            <ac:spMk id="11" creationId="{126AFE02-66EF-32EF-25F0-F8A032DB7770}"/>
          </ac:spMkLst>
        </pc:spChg>
        <pc:grpChg chg="mod">
          <ac:chgData name="Bindu Runy" userId="0084ee88921615a9" providerId="Windows Live" clId="Web-{7C7E61E4-31CB-E7BE-EB3D-1C7F3AA68EC5}" dt="2025-04-27T12:17:39.781" v="33" actId="1076"/>
          <ac:grpSpMkLst>
            <pc:docMk/>
            <pc:sldMk cId="3780779953" sldId="2228"/>
            <ac:grpSpMk id="7" creationId="{4809BBAF-FD09-2990-51DA-14FEA3EED2FE}"/>
          </ac:grpSpMkLst>
        </pc:grpChg>
        <pc:grpChg chg="mod">
          <ac:chgData name="Bindu Runy" userId="0084ee88921615a9" providerId="Windows Live" clId="Web-{7C7E61E4-31CB-E7BE-EB3D-1C7F3AA68EC5}" dt="2025-04-27T12:16:03.606" v="11" actId="1076"/>
          <ac:grpSpMkLst>
            <pc:docMk/>
            <pc:sldMk cId="3780779953" sldId="2228"/>
            <ac:grpSpMk id="12" creationId="{EDECDFEC-D219-F3A1-C2B4-7BE22C1047EE}"/>
          </ac:grpSpMkLst>
        </pc:grpChg>
      </pc:sldChg>
      <pc:sldChg chg="modSp">
        <pc:chgData name="Bindu Runy" userId="0084ee88921615a9" providerId="Windows Live" clId="Web-{7C7E61E4-31CB-E7BE-EB3D-1C7F3AA68EC5}" dt="2025-04-27T12:33:40.643" v="129" actId="20577"/>
        <pc:sldMkLst>
          <pc:docMk/>
          <pc:sldMk cId="3170579240" sldId="2233"/>
        </pc:sldMkLst>
      </pc:sldChg>
      <pc:sldChg chg="modSp">
        <pc:chgData name="Bindu Runy" userId="0084ee88921615a9" providerId="Windows Live" clId="Web-{7C7E61E4-31CB-E7BE-EB3D-1C7F3AA68EC5}" dt="2025-04-27T13:33:19.873" v="156" actId="20577"/>
        <pc:sldMkLst>
          <pc:docMk/>
          <pc:sldMk cId="2734071704" sldId="2241"/>
        </pc:sldMkLst>
        <pc:spChg chg="mod">
          <ac:chgData name="Bindu Runy" userId="0084ee88921615a9" providerId="Windows Live" clId="Web-{7C7E61E4-31CB-E7BE-EB3D-1C7F3AA68EC5}" dt="2025-04-27T13:33:19.873" v="156" actId="20577"/>
          <ac:spMkLst>
            <pc:docMk/>
            <pc:sldMk cId="2734071704" sldId="2241"/>
            <ac:spMk id="2" creationId="{3FAD3966-F8B5-C09A-2EF3-823484DD2F01}"/>
          </ac:spMkLst>
        </pc:spChg>
      </pc:sldChg>
      <pc:sldChg chg="del">
        <pc:chgData name="Bindu Runy" userId="0084ee88921615a9" providerId="Windows Live" clId="Web-{7C7E61E4-31CB-E7BE-EB3D-1C7F3AA68EC5}" dt="2025-04-27T14:08:45.252" v="161"/>
        <pc:sldMkLst>
          <pc:docMk/>
          <pc:sldMk cId="2526750278" sldId="2242"/>
        </pc:sldMkLst>
      </pc:sldChg>
      <pc:sldChg chg="del">
        <pc:chgData name="Bindu Runy" userId="0084ee88921615a9" providerId="Windows Live" clId="Web-{7C7E61E4-31CB-E7BE-EB3D-1C7F3AA68EC5}" dt="2025-04-27T14:08:53.486" v="164"/>
        <pc:sldMkLst>
          <pc:docMk/>
          <pc:sldMk cId="4049254405" sldId="2243"/>
        </pc:sldMkLst>
      </pc:sldChg>
      <pc:sldChg chg="del">
        <pc:chgData name="Bindu Runy" userId="0084ee88921615a9" providerId="Windows Live" clId="Web-{7C7E61E4-31CB-E7BE-EB3D-1C7F3AA68EC5}" dt="2025-04-27T14:08:54.533" v="165"/>
        <pc:sldMkLst>
          <pc:docMk/>
          <pc:sldMk cId="3661610941" sldId="2244"/>
        </pc:sldMkLst>
      </pc:sldChg>
      <pc:sldChg chg="del">
        <pc:chgData name="Bindu Runy" userId="0084ee88921615a9" providerId="Windows Live" clId="Web-{7C7E61E4-31CB-E7BE-EB3D-1C7F3AA68EC5}" dt="2025-04-27T14:08:55.892" v="166"/>
        <pc:sldMkLst>
          <pc:docMk/>
          <pc:sldMk cId="1613343910" sldId="2245"/>
        </pc:sldMkLst>
      </pc:sldChg>
      <pc:sldChg chg="del">
        <pc:chgData name="Bindu Runy" userId="0084ee88921615a9" providerId="Windows Live" clId="Web-{7C7E61E4-31CB-E7BE-EB3D-1C7F3AA68EC5}" dt="2025-04-27T14:08:57.236" v="167"/>
        <pc:sldMkLst>
          <pc:docMk/>
          <pc:sldMk cId="1269245124" sldId="2246"/>
        </pc:sldMkLst>
      </pc:sldChg>
      <pc:sldChg chg="del">
        <pc:chgData name="Bindu Runy" userId="0084ee88921615a9" providerId="Windows Live" clId="Web-{7C7E61E4-31CB-E7BE-EB3D-1C7F3AA68EC5}" dt="2025-04-27T14:08:59.111" v="168"/>
        <pc:sldMkLst>
          <pc:docMk/>
          <pc:sldMk cId="2796762590" sldId="2247"/>
        </pc:sldMkLst>
      </pc:sldChg>
      <pc:sldChg chg="del">
        <pc:chgData name="Bindu Runy" userId="0084ee88921615a9" providerId="Windows Live" clId="Web-{7C7E61E4-31CB-E7BE-EB3D-1C7F3AA68EC5}" dt="2025-04-27T14:08:59.924" v="169"/>
        <pc:sldMkLst>
          <pc:docMk/>
          <pc:sldMk cId="3477370061" sldId="2248"/>
        </pc:sldMkLst>
      </pc:sldChg>
      <pc:sldChg chg="modSp">
        <pc:chgData name="Bindu Runy" userId="0084ee88921615a9" providerId="Windows Live" clId="Web-{7C7E61E4-31CB-E7BE-EB3D-1C7F3AA68EC5}" dt="2025-04-27T14:28:32.668" v="336" actId="20577"/>
        <pc:sldMkLst>
          <pc:docMk/>
          <pc:sldMk cId="3615593209" sldId="2249"/>
        </pc:sldMkLst>
        <pc:spChg chg="mod">
          <ac:chgData name="Bindu Runy" userId="0084ee88921615a9" providerId="Windows Live" clId="Web-{7C7E61E4-31CB-E7BE-EB3D-1C7F3AA68EC5}" dt="2025-04-27T14:28:32.668" v="336" actId="20577"/>
          <ac:spMkLst>
            <pc:docMk/>
            <pc:sldMk cId="3615593209" sldId="2249"/>
            <ac:spMk id="2" creationId="{E97ACE52-F541-4533-7506-0CFFAF7E77AA}"/>
          </ac:spMkLst>
        </pc:spChg>
      </pc:sldChg>
      <pc:sldChg chg="del">
        <pc:chgData name="Bindu Runy" userId="0084ee88921615a9" providerId="Windows Live" clId="Web-{7C7E61E4-31CB-E7BE-EB3D-1C7F3AA68EC5}" dt="2025-04-27T14:09:17.908" v="172"/>
        <pc:sldMkLst>
          <pc:docMk/>
          <pc:sldMk cId="3254874425" sldId="2253"/>
        </pc:sldMkLst>
      </pc:sldChg>
      <pc:sldChg chg="del">
        <pc:chgData name="Bindu Runy" userId="0084ee88921615a9" providerId="Windows Live" clId="Web-{7C7E61E4-31CB-E7BE-EB3D-1C7F3AA68EC5}" dt="2025-04-27T14:08:47.158" v="162"/>
        <pc:sldMkLst>
          <pc:docMk/>
          <pc:sldMk cId="3593547148" sldId="2266"/>
        </pc:sldMkLst>
      </pc:sldChg>
      <pc:sldChg chg="del">
        <pc:chgData name="Bindu Runy" userId="0084ee88921615a9" providerId="Windows Live" clId="Web-{7C7E61E4-31CB-E7BE-EB3D-1C7F3AA68EC5}" dt="2025-04-27T14:08:48.330" v="163"/>
        <pc:sldMkLst>
          <pc:docMk/>
          <pc:sldMk cId="3458419097" sldId="2267"/>
        </pc:sldMkLst>
      </pc:sldChg>
      <pc:sldChg chg="addSp delSp modSp">
        <pc:chgData name="Bindu Runy" userId="0084ee88921615a9" providerId="Windows Live" clId="Web-{7C7E61E4-31CB-E7BE-EB3D-1C7F3AA68EC5}" dt="2025-04-27T14:22:55.181" v="296" actId="20577"/>
        <pc:sldMkLst>
          <pc:docMk/>
          <pc:sldMk cId="563162819" sldId="2268"/>
        </pc:sldMkLst>
        <pc:spChg chg="mod">
          <ac:chgData name="Bindu Runy" userId="0084ee88921615a9" providerId="Windows Live" clId="Web-{7C7E61E4-31CB-E7BE-EB3D-1C7F3AA68EC5}" dt="2025-04-27T14:09:41.533" v="174" actId="20577"/>
          <ac:spMkLst>
            <pc:docMk/>
            <pc:sldMk cId="563162819" sldId="2268"/>
            <ac:spMk id="2" creationId="{12192B97-A1B2-7FC6-53E5-09D6FCBF72F1}"/>
          </ac:spMkLst>
        </pc:spChg>
        <pc:spChg chg="add mod">
          <ac:chgData name="Bindu Runy" userId="0084ee88921615a9" providerId="Windows Live" clId="Web-{7C7E61E4-31CB-E7BE-EB3D-1C7F3AA68EC5}" dt="2025-04-27T14:11:58.456" v="192" actId="20577"/>
          <ac:spMkLst>
            <pc:docMk/>
            <pc:sldMk cId="563162819" sldId="2268"/>
            <ac:spMk id="3" creationId="{61D88EF5-A0EB-E7CF-1CF8-C932B981DD7D}"/>
          </ac:spMkLst>
        </pc:spChg>
        <pc:spChg chg="mod">
          <ac:chgData name="Bindu Runy" userId="0084ee88921615a9" providerId="Windows Live" clId="Web-{7C7E61E4-31CB-E7BE-EB3D-1C7F3AA68EC5}" dt="2025-04-27T14:22:55.181" v="296" actId="20577"/>
          <ac:spMkLst>
            <pc:docMk/>
            <pc:sldMk cId="563162819" sldId="2268"/>
            <ac:spMk id="4" creationId="{B6B93BAE-CA1F-B239-B950-1FBB6696417C}"/>
          </ac:spMkLst>
        </pc:spChg>
        <pc:spChg chg="add mod">
          <ac:chgData name="Bindu Runy" userId="0084ee88921615a9" providerId="Windows Live" clId="Web-{7C7E61E4-31CB-E7BE-EB3D-1C7F3AA68EC5}" dt="2025-04-27T14:14:23.379" v="206" actId="1076"/>
          <ac:spMkLst>
            <pc:docMk/>
            <pc:sldMk cId="563162819" sldId="2268"/>
            <ac:spMk id="5" creationId="{BE000013-62DA-DAA0-6B52-EDF88EE07509}"/>
          </ac:spMkLst>
        </pc:spChg>
        <pc:spChg chg="mod">
          <ac:chgData name="Bindu Runy" userId="0084ee88921615a9" providerId="Windows Live" clId="Web-{7C7E61E4-31CB-E7BE-EB3D-1C7F3AA68EC5}" dt="2025-04-27T14:13:40.160" v="197" actId="20577"/>
          <ac:spMkLst>
            <pc:docMk/>
            <pc:sldMk cId="563162819" sldId="2268"/>
            <ac:spMk id="7" creationId="{8B0B3200-4A23-FA36-BDE7-BE320F919053}"/>
          </ac:spMkLst>
        </pc:spChg>
      </pc:sldChg>
      <pc:sldChg chg="del">
        <pc:chgData name="Bindu Runy" userId="0084ee88921615a9" providerId="Windows Live" clId="Web-{7C7E61E4-31CB-E7BE-EB3D-1C7F3AA68EC5}" dt="2025-04-27T14:09:00.595" v="170"/>
        <pc:sldMkLst>
          <pc:docMk/>
          <pc:sldMk cId="314189989" sldId="2269"/>
        </pc:sldMkLst>
      </pc:sldChg>
      <pc:sldChg chg="del">
        <pc:chgData name="Bindu Runy" userId="0084ee88921615a9" providerId="Windows Live" clId="Web-{7C7E61E4-31CB-E7BE-EB3D-1C7F3AA68EC5}" dt="2025-04-27T14:09:01.220" v="171"/>
        <pc:sldMkLst>
          <pc:docMk/>
          <pc:sldMk cId="2017150355" sldId="2270"/>
        </pc:sldMkLst>
      </pc:sldChg>
      <pc:sldChg chg="modSp">
        <pc:chgData name="Bindu Runy" userId="0084ee88921615a9" providerId="Windows Live" clId="Web-{7C7E61E4-31CB-E7BE-EB3D-1C7F3AA68EC5}" dt="2025-04-27T12:19:17.081" v="38" actId="20577"/>
        <pc:sldMkLst>
          <pc:docMk/>
          <pc:sldMk cId="3208742788" sldId="2280"/>
        </pc:sldMkLst>
        <pc:spChg chg="mod">
          <ac:chgData name="Bindu Runy" userId="0084ee88921615a9" providerId="Windows Live" clId="Web-{7C7E61E4-31CB-E7BE-EB3D-1C7F3AA68EC5}" dt="2025-04-27T12:19:13.722" v="36" actId="20577"/>
          <ac:spMkLst>
            <pc:docMk/>
            <pc:sldMk cId="3208742788" sldId="2280"/>
            <ac:spMk id="6" creationId="{22CF0560-3F22-41A3-82CC-2D2BAD840D7B}"/>
          </ac:spMkLst>
        </pc:spChg>
        <pc:spChg chg="mod">
          <ac:chgData name="Bindu Runy" userId="0084ee88921615a9" providerId="Windows Live" clId="Web-{7C7E61E4-31CB-E7BE-EB3D-1C7F3AA68EC5}" dt="2025-04-27T12:19:17.081" v="38" actId="20577"/>
          <ac:spMkLst>
            <pc:docMk/>
            <pc:sldMk cId="3208742788" sldId="2280"/>
            <ac:spMk id="8" creationId="{B59A55C3-6162-42A2-B11B-78D558091B4A}"/>
          </ac:spMkLst>
        </pc:spChg>
      </pc:sldChg>
      <pc:sldChg chg="modSp">
        <pc:chgData name="Bindu Runy" userId="0084ee88921615a9" providerId="Windows Live" clId="Web-{7C7E61E4-31CB-E7BE-EB3D-1C7F3AA68EC5}" dt="2025-04-27T12:20:55.413" v="50" actId="20577"/>
        <pc:sldMkLst>
          <pc:docMk/>
          <pc:sldMk cId="1981699935" sldId="2282"/>
        </pc:sldMkLst>
      </pc:sldChg>
      <pc:sldChg chg="del">
        <pc:chgData name="Bindu Runy" userId="0084ee88921615a9" providerId="Windows Live" clId="Web-{7C7E61E4-31CB-E7BE-EB3D-1C7F3AA68EC5}" dt="2025-04-27T12:20:15.083" v="39"/>
        <pc:sldMkLst>
          <pc:docMk/>
          <pc:sldMk cId="47202524" sldId="2284"/>
        </pc:sldMkLst>
      </pc:sldChg>
      <pc:sldChg chg="modSp">
        <pc:chgData name="Bindu Runy" userId="0084ee88921615a9" providerId="Windows Live" clId="Web-{7C7E61E4-31CB-E7BE-EB3D-1C7F3AA68EC5}" dt="2025-04-27T12:21:24.086" v="54" actId="20577"/>
        <pc:sldMkLst>
          <pc:docMk/>
          <pc:sldMk cId="1020762662" sldId="2286"/>
        </pc:sldMkLst>
      </pc:sldChg>
      <pc:sldChg chg="modSp">
        <pc:chgData name="Bindu Runy" userId="0084ee88921615a9" providerId="Windows Live" clId="Web-{7C7E61E4-31CB-E7BE-EB3D-1C7F3AA68EC5}" dt="2025-04-27T12:33:12.642" v="124" actId="1076"/>
        <pc:sldMkLst>
          <pc:docMk/>
          <pc:sldMk cId="1105290290" sldId="2288"/>
        </pc:sldMkLst>
      </pc:sldChg>
      <pc:sldChg chg="modSp">
        <pc:chgData name="Bindu Runy" userId="0084ee88921615a9" providerId="Windows Live" clId="Web-{7C7E61E4-31CB-E7BE-EB3D-1C7F3AA68EC5}" dt="2025-04-27T12:35:59.320" v="152" actId="20577"/>
        <pc:sldMkLst>
          <pc:docMk/>
          <pc:sldMk cId="2855185441" sldId="2290"/>
        </pc:sldMkLst>
      </pc:sldChg>
      <pc:sldChg chg="modSp add replId">
        <pc:chgData name="Bindu Runy" userId="0084ee88921615a9" providerId="Windows Live" clId="Web-{7C7E61E4-31CB-E7BE-EB3D-1C7F3AA68EC5}" dt="2025-04-27T12:20:44.022" v="46" actId="20577"/>
        <pc:sldMkLst>
          <pc:docMk/>
          <pc:sldMk cId="975259396" sldId="2296"/>
        </pc:sldMkLst>
      </pc:sldChg>
      <pc:sldChg chg="modSp add replId">
        <pc:chgData name="Bindu Runy" userId="0084ee88921615a9" providerId="Windows Live" clId="Web-{7C7E61E4-31CB-E7BE-EB3D-1C7F3AA68EC5}" dt="2025-04-27T14:08:33.377" v="160" actId="20577"/>
        <pc:sldMkLst>
          <pc:docMk/>
          <pc:sldMk cId="3995819178" sldId="2297"/>
        </pc:sldMkLst>
        <pc:spChg chg="mod">
          <ac:chgData name="Bindu Runy" userId="0084ee88921615a9" providerId="Windows Live" clId="Web-{7C7E61E4-31CB-E7BE-EB3D-1C7F3AA68EC5}" dt="2025-04-27T14:08:33.377" v="160" actId="20577"/>
          <ac:spMkLst>
            <pc:docMk/>
            <pc:sldMk cId="3995819178" sldId="2297"/>
            <ac:spMk id="2" creationId="{EC90BCD1-860D-2680-28F1-943B8EBF1D48}"/>
          </ac:spMkLst>
        </pc:spChg>
      </pc:sldChg>
      <pc:sldChg chg="modSp add replId">
        <pc:chgData name="Bindu Runy" userId="0084ee88921615a9" providerId="Windows Live" clId="Web-{7C7E61E4-31CB-E7BE-EB3D-1C7F3AA68EC5}" dt="2025-04-27T14:23:06.743" v="299" actId="20577"/>
        <pc:sldMkLst>
          <pc:docMk/>
          <pc:sldMk cId="1775833484" sldId="2298"/>
        </pc:sldMkLst>
        <pc:spChg chg="mod">
          <ac:chgData name="Bindu Runy" userId="0084ee88921615a9" providerId="Windows Live" clId="Web-{7C7E61E4-31CB-E7BE-EB3D-1C7F3AA68EC5}" dt="2025-04-27T14:16:56.006" v="243" actId="1076"/>
          <ac:spMkLst>
            <pc:docMk/>
            <pc:sldMk cId="1775833484" sldId="2298"/>
            <ac:spMk id="3" creationId="{B029F87B-DC4D-5297-4ECE-20A3E24505FF}"/>
          </ac:spMkLst>
        </pc:spChg>
        <pc:spChg chg="mod">
          <ac:chgData name="Bindu Runy" userId="0084ee88921615a9" providerId="Windows Live" clId="Web-{7C7E61E4-31CB-E7BE-EB3D-1C7F3AA68EC5}" dt="2025-04-27T14:23:06.743" v="299" actId="20577"/>
          <ac:spMkLst>
            <pc:docMk/>
            <pc:sldMk cId="1775833484" sldId="2298"/>
            <ac:spMk id="4" creationId="{EFB0B2D9-1CDE-2972-6631-3764CA222A33}"/>
          </ac:spMkLst>
        </pc:spChg>
        <pc:spChg chg="mod">
          <ac:chgData name="Bindu Runy" userId="0084ee88921615a9" providerId="Windows Live" clId="Web-{7C7E61E4-31CB-E7BE-EB3D-1C7F3AA68EC5}" dt="2025-04-27T14:16:52.022" v="242" actId="1076"/>
          <ac:spMkLst>
            <pc:docMk/>
            <pc:sldMk cId="1775833484" sldId="2298"/>
            <ac:spMk id="5" creationId="{537123EA-2F96-031F-FA5C-907F92C604B9}"/>
          </ac:spMkLst>
        </pc:spChg>
      </pc:sldChg>
      <pc:sldChg chg="modSp add replId">
        <pc:chgData name="Bindu Runy" userId="0084ee88921615a9" providerId="Windows Live" clId="Web-{7C7E61E4-31CB-E7BE-EB3D-1C7F3AA68EC5}" dt="2025-04-27T14:23:19.212" v="305" actId="20577"/>
        <pc:sldMkLst>
          <pc:docMk/>
          <pc:sldMk cId="1664030939" sldId="2299"/>
        </pc:sldMkLst>
      </pc:sldChg>
      <pc:sldChg chg="modSp add replId">
        <pc:chgData name="Bindu Runy" userId="0084ee88921615a9" providerId="Windows Live" clId="Web-{7C7E61E4-31CB-E7BE-EB3D-1C7F3AA68EC5}" dt="2025-04-27T14:23:25.775" v="307" actId="20577"/>
        <pc:sldMkLst>
          <pc:docMk/>
          <pc:sldMk cId="3955349594" sldId="2300"/>
        </pc:sldMkLst>
      </pc:sldChg>
      <pc:sldChg chg="modSp add replId">
        <pc:chgData name="Bindu Runy" userId="0084ee88921615a9" providerId="Windows Live" clId="Web-{7C7E61E4-31CB-E7BE-EB3D-1C7F3AA68EC5}" dt="2025-04-27T14:23:35.056" v="311" actId="20577"/>
        <pc:sldMkLst>
          <pc:docMk/>
          <pc:sldMk cId="4291248249" sldId="2301"/>
        </pc:sldMkLst>
      </pc:sldChg>
      <pc:sldChg chg="modSp add replId">
        <pc:chgData name="Bindu Runy" userId="0084ee88921615a9" providerId="Windows Live" clId="Web-{7C7E61E4-31CB-E7BE-EB3D-1C7F3AA68EC5}" dt="2025-04-27T14:23:50.259" v="314" actId="20577"/>
        <pc:sldMkLst>
          <pc:docMk/>
          <pc:sldMk cId="1362983120" sldId="2302"/>
        </pc:sldMkLst>
      </pc:sldChg>
      <pc:sldChg chg="modSp add replId">
        <pc:chgData name="Bindu Runy" userId="0084ee88921615a9" providerId="Windows Live" clId="Web-{7C7E61E4-31CB-E7BE-EB3D-1C7F3AA68EC5}" dt="2025-04-27T14:23:58.384" v="317" actId="20577"/>
        <pc:sldMkLst>
          <pc:docMk/>
          <pc:sldMk cId="611368292" sldId="2303"/>
        </pc:sldMkLst>
      </pc:sldChg>
      <pc:sldChg chg="modSp add replId">
        <pc:chgData name="Bindu Runy" userId="0084ee88921615a9" providerId="Windows Live" clId="Web-{7C7E61E4-31CB-E7BE-EB3D-1C7F3AA68EC5}" dt="2025-04-27T14:24:06.228" v="320" actId="20577"/>
        <pc:sldMkLst>
          <pc:docMk/>
          <pc:sldMk cId="3019357359" sldId="2304"/>
        </pc:sldMkLst>
      </pc:sldChg>
      <pc:sldChg chg="modSp add replId">
        <pc:chgData name="Bindu Runy" userId="0084ee88921615a9" providerId="Windows Live" clId="Web-{7C7E61E4-31CB-E7BE-EB3D-1C7F3AA68EC5}" dt="2025-04-27T14:24:14.525" v="324" actId="20577"/>
        <pc:sldMkLst>
          <pc:docMk/>
          <pc:sldMk cId="1512399294" sldId="2305"/>
        </pc:sldMkLst>
      </pc:sldChg>
      <pc:sldChg chg="modSp add replId">
        <pc:chgData name="Bindu Runy" userId="0084ee88921615a9" providerId="Windows Live" clId="Web-{7C7E61E4-31CB-E7BE-EB3D-1C7F3AA68EC5}" dt="2025-04-27T14:24:23.103" v="328" actId="20577"/>
        <pc:sldMkLst>
          <pc:docMk/>
          <pc:sldMk cId="342834244" sldId="2306"/>
        </pc:sldMkLst>
      </pc:sldChg>
      <pc:sldChg chg="add replId">
        <pc:chgData name="Bindu Runy" userId="0084ee88921615a9" providerId="Windows Live" clId="Web-{7C7E61E4-31CB-E7BE-EB3D-1C7F3AA68EC5}" dt="2025-04-27T14:28:16.605" v="333"/>
        <pc:sldMkLst>
          <pc:docMk/>
          <pc:sldMk cId="2175277863" sldId="2307"/>
        </pc:sldMkLst>
      </pc:sldChg>
      <pc:sldChg chg="modSp add replId">
        <pc:chgData name="Bindu Runy" userId="0084ee88921615a9" providerId="Windows Live" clId="Web-{7C7E61E4-31CB-E7BE-EB3D-1C7F3AA68EC5}" dt="2025-04-27T14:40:21.908" v="412" actId="20577"/>
        <pc:sldMkLst>
          <pc:docMk/>
          <pc:sldMk cId="2534454059" sldId="2308"/>
        </pc:sldMkLst>
        <pc:spChg chg="mod">
          <ac:chgData name="Bindu Runy" userId="0084ee88921615a9" providerId="Windows Live" clId="Web-{7C7E61E4-31CB-E7BE-EB3D-1C7F3AA68EC5}" dt="2025-04-27T14:35:22.015" v="393" actId="20577"/>
          <ac:spMkLst>
            <pc:docMk/>
            <pc:sldMk cId="2534454059" sldId="2308"/>
            <ac:spMk id="2" creationId="{914370E0-3970-9495-2071-FB1A50302931}"/>
          </ac:spMkLst>
        </pc:spChg>
        <pc:spChg chg="mod">
          <ac:chgData name="Bindu Runy" userId="0084ee88921615a9" providerId="Windows Live" clId="Web-{7C7E61E4-31CB-E7BE-EB3D-1C7F3AA68EC5}" dt="2025-04-27T14:29:09.168" v="349" actId="20577"/>
          <ac:spMkLst>
            <pc:docMk/>
            <pc:sldMk cId="2534454059" sldId="2308"/>
            <ac:spMk id="3" creationId="{9C394727-0B11-7450-036A-0010FAAC4ECA}"/>
          </ac:spMkLst>
        </pc:spChg>
        <pc:spChg chg="mod">
          <ac:chgData name="Bindu Runy" userId="0084ee88921615a9" providerId="Windows Live" clId="Web-{7C7E61E4-31CB-E7BE-EB3D-1C7F3AA68EC5}" dt="2025-04-27T14:40:21.908" v="412" actId="20577"/>
          <ac:spMkLst>
            <pc:docMk/>
            <pc:sldMk cId="2534454059" sldId="2308"/>
            <ac:spMk id="4" creationId="{71D41EC2-1548-90B4-ED31-562A75E5D9B7}"/>
          </ac:spMkLst>
        </pc:spChg>
        <pc:spChg chg="mod">
          <ac:chgData name="Bindu Runy" userId="0084ee88921615a9" providerId="Windows Live" clId="Web-{7C7E61E4-31CB-E7BE-EB3D-1C7F3AA68EC5}" dt="2025-04-27T14:32:45.935" v="384" actId="20577"/>
          <ac:spMkLst>
            <pc:docMk/>
            <pc:sldMk cId="2534454059" sldId="2308"/>
            <ac:spMk id="5" creationId="{3D866C93-CAE2-E40E-CCD6-88AB4857E3BC}"/>
          </ac:spMkLst>
        </pc:spChg>
      </pc:sldChg>
      <pc:sldChg chg="modSp add replId">
        <pc:chgData name="Bindu Runy" userId="0084ee88921615a9" providerId="Windows Live" clId="Web-{7C7E61E4-31CB-E7BE-EB3D-1C7F3AA68EC5}" dt="2025-04-27T14:40:35.236" v="419" actId="20577"/>
        <pc:sldMkLst>
          <pc:docMk/>
          <pc:sldMk cId="584034574" sldId="2309"/>
        </pc:sldMkLst>
      </pc:sldChg>
      <pc:sldChg chg="modSp add replId">
        <pc:chgData name="Bindu Runy" userId="0084ee88921615a9" providerId="Windows Live" clId="Web-{7C7E61E4-31CB-E7BE-EB3D-1C7F3AA68EC5}" dt="2025-04-27T14:40:59.439" v="426" actId="20577"/>
        <pc:sldMkLst>
          <pc:docMk/>
          <pc:sldMk cId="2918891712" sldId="2310"/>
        </pc:sldMkLst>
      </pc:sldChg>
      <pc:sldChg chg="modSp add replId">
        <pc:chgData name="Bindu Runy" userId="0084ee88921615a9" providerId="Windows Live" clId="Web-{7C7E61E4-31CB-E7BE-EB3D-1C7F3AA68EC5}" dt="2025-04-27T14:41:29.768" v="435" actId="20577"/>
        <pc:sldMkLst>
          <pc:docMk/>
          <pc:sldMk cId="2540742234" sldId="2311"/>
        </pc:sldMkLst>
      </pc:sldChg>
      <pc:sldChg chg="modSp add replId">
        <pc:chgData name="Bindu Runy" userId="0084ee88921615a9" providerId="Windows Live" clId="Web-{7C7E61E4-31CB-E7BE-EB3D-1C7F3AA68EC5}" dt="2025-04-27T14:40:45.221" v="422" actId="20577"/>
        <pc:sldMkLst>
          <pc:docMk/>
          <pc:sldMk cId="1531102232" sldId="2312"/>
        </pc:sldMkLst>
      </pc:sldChg>
      <pc:sldChg chg="modSp add replId">
        <pc:chgData name="Bindu Runy" userId="0084ee88921615a9" providerId="Windows Live" clId="Web-{7C7E61E4-31CB-E7BE-EB3D-1C7F3AA68EC5}" dt="2025-04-27T14:41:11.393" v="430" actId="20577"/>
        <pc:sldMkLst>
          <pc:docMk/>
          <pc:sldMk cId="4147682853" sldId="2313"/>
        </pc:sldMkLst>
      </pc:sldChg>
      <pc:sldChg chg="modSp add replId">
        <pc:chgData name="Bindu Runy" userId="0084ee88921615a9" providerId="Windows Live" clId="Web-{7C7E61E4-31CB-E7BE-EB3D-1C7F3AA68EC5}" dt="2025-04-27T14:41:40.080" v="440" actId="20577"/>
        <pc:sldMkLst>
          <pc:docMk/>
          <pc:sldMk cId="1523836135" sldId="2314"/>
        </pc:sldMkLst>
      </pc:sldChg>
      <pc:sldChg chg="addSp delSp modSp add replId">
        <pc:chgData name="Bindu Runy" userId="0084ee88921615a9" providerId="Windows Live" clId="Web-{7C7E61E4-31CB-E7BE-EB3D-1C7F3AA68EC5}" dt="2025-04-27T15:26:15.710" v="603" actId="20577"/>
        <pc:sldMkLst>
          <pc:docMk/>
          <pc:sldMk cId="2805091335" sldId="2315"/>
        </pc:sldMkLst>
        <pc:spChg chg="mod">
          <ac:chgData name="Bindu Runy" userId="0084ee88921615a9" providerId="Windows Live" clId="Web-{7C7E61E4-31CB-E7BE-EB3D-1C7F3AA68EC5}" dt="2025-04-27T14:56:51.587" v="443" actId="20577"/>
          <ac:spMkLst>
            <pc:docMk/>
            <pc:sldMk cId="2805091335" sldId="2315"/>
            <ac:spMk id="2" creationId="{DE4FED61-CB94-DA4B-DF7E-DEF7FF7FB2D8}"/>
          </ac:spMkLst>
        </pc:spChg>
        <pc:spChg chg="mod">
          <ac:chgData name="Bindu Runy" userId="0084ee88921615a9" providerId="Windows Live" clId="Web-{7C7E61E4-31CB-E7BE-EB3D-1C7F3AA68EC5}" dt="2025-04-27T15:26:15.710" v="603" actId="20577"/>
          <ac:spMkLst>
            <pc:docMk/>
            <pc:sldMk cId="2805091335" sldId="2315"/>
            <ac:spMk id="4" creationId="{92C15F71-9C4A-2FE0-F1FC-5C815C704BA2}"/>
          </ac:spMkLst>
        </pc:spChg>
        <pc:spChg chg="mod">
          <ac:chgData name="Bindu Runy" userId="0084ee88921615a9" providerId="Windows Live" clId="Web-{7C7E61E4-31CB-E7BE-EB3D-1C7F3AA68EC5}" dt="2025-04-27T14:57:56.525" v="456" actId="20577"/>
          <ac:spMkLst>
            <pc:docMk/>
            <pc:sldMk cId="2805091335" sldId="2315"/>
            <ac:spMk id="5" creationId="{2AAE5645-13C1-63A8-719E-BD8465319016}"/>
          </ac:spMkLst>
        </pc:spChg>
        <pc:spChg chg="add mod">
          <ac:chgData name="Bindu Runy" userId="0084ee88921615a9" providerId="Windows Live" clId="Web-{7C7E61E4-31CB-E7BE-EB3D-1C7F3AA68EC5}" dt="2025-04-27T15:02:35.762" v="490" actId="20577"/>
          <ac:spMkLst>
            <pc:docMk/>
            <pc:sldMk cId="2805091335" sldId="2315"/>
            <ac:spMk id="8" creationId="{EBA27FF7-96EB-85FB-3185-73A5C5B3BBA2}"/>
          </ac:spMkLst>
        </pc:spChg>
      </pc:sldChg>
      <pc:sldChg chg="addSp modSp add replId">
        <pc:chgData name="Bindu Runy" userId="0084ee88921615a9" providerId="Windows Live" clId="Web-{7C7E61E4-31CB-E7BE-EB3D-1C7F3AA68EC5}" dt="2025-04-27T15:26:20.351" v="604" actId="20577"/>
        <pc:sldMkLst>
          <pc:docMk/>
          <pc:sldMk cId="3064558805" sldId="2316"/>
        </pc:sldMkLst>
        <pc:spChg chg="add mod">
          <ac:chgData name="Bindu Runy" userId="0084ee88921615a9" providerId="Windows Live" clId="Web-{7C7E61E4-31CB-E7BE-EB3D-1C7F3AA68EC5}" dt="2025-04-27T15:09:08.405" v="533" actId="20577"/>
          <ac:spMkLst>
            <pc:docMk/>
            <pc:sldMk cId="3064558805" sldId="2316"/>
            <ac:spMk id="3" creationId="{31FCAB21-B40E-B009-D490-157B870019A9}"/>
          </ac:spMkLst>
        </pc:spChg>
        <pc:spChg chg="mod">
          <ac:chgData name="Bindu Runy" userId="0084ee88921615a9" providerId="Windows Live" clId="Web-{7C7E61E4-31CB-E7BE-EB3D-1C7F3AA68EC5}" dt="2025-04-27T15:26:20.351" v="604" actId="20577"/>
          <ac:spMkLst>
            <pc:docMk/>
            <pc:sldMk cId="3064558805" sldId="2316"/>
            <ac:spMk id="4" creationId="{7DE9D478-6F3F-8321-7201-B62E3F1ED561}"/>
          </ac:spMkLst>
        </pc:spChg>
        <pc:spChg chg="mod">
          <ac:chgData name="Bindu Runy" userId="0084ee88921615a9" providerId="Windows Live" clId="Web-{7C7E61E4-31CB-E7BE-EB3D-1C7F3AA68EC5}" dt="2025-04-27T14:58:19.103" v="461" actId="20577"/>
          <ac:spMkLst>
            <pc:docMk/>
            <pc:sldMk cId="3064558805" sldId="2316"/>
            <ac:spMk id="5" creationId="{C6DEF341-3B19-E9A1-64E4-ED287A8EA222}"/>
          </ac:spMkLst>
        </pc:spChg>
      </pc:sldChg>
      <pc:sldChg chg="addSp modSp add replId">
        <pc:chgData name="Bindu Runy" userId="0084ee88921615a9" providerId="Windows Live" clId="Web-{7C7E61E4-31CB-E7BE-EB3D-1C7F3AA68EC5}" dt="2025-04-27T15:26:26.210" v="605" actId="20577"/>
        <pc:sldMkLst>
          <pc:docMk/>
          <pc:sldMk cId="4181651038" sldId="2317"/>
        </pc:sldMkLst>
        <pc:spChg chg="add mod">
          <ac:chgData name="Bindu Runy" userId="0084ee88921615a9" providerId="Windows Live" clId="Web-{7C7E61E4-31CB-E7BE-EB3D-1C7F3AA68EC5}" dt="2025-04-27T15:10:30.531" v="538" actId="20577"/>
          <ac:spMkLst>
            <pc:docMk/>
            <pc:sldMk cId="4181651038" sldId="2317"/>
            <ac:spMk id="3" creationId="{11D74A5B-5A2F-6554-88A1-6192371F71FF}"/>
          </ac:spMkLst>
        </pc:spChg>
        <pc:spChg chg="mod">
          <ac:chgData name="Bindu Runy" userId="0084ee88921615a9" providerId="Windows Live" clId="Web-{7C7E61E4-31CB-E7BE-EB3D-1C7F3AA68EC5}" dt="2025-04-27T15:26:26.210" v="605" actId="20577"/>
          <ac:spMkLst>
            <pc:docMk/>
            <pc:sldMk cId="4181651038" sldId="2317"/>
            <ac:spMk id="4" creationId="{64A1391B-9809-B31E-3EFE-61CE1C244A5A}"/>
          </ac:spMkLst>
        </pc:spChg>
        <pc:spChg chg="mod">
          <ac:chgData name="Bindu Runy" userId="0084ee88921615a9" providerId="Windows Live" clId="Web-{7C7E61E4-31CB-E7BE-EB3D-1C7F3AA68EC5}" dt="2025-04-27T15:09:23.546" v="535" actId="20577"/>
          <ac:spMkLst>
            <pc:docMk/>
            <pc:sldMk cId="4181651038" sldId="2317"/>
            <ac:spMk id="5" creationId="{3C4F73D2-3982-36BC-40B2-C320595C3167}"/>
          </ac:spMkLst>
        </pc:spChg>
      </pc:sldChg>
      <pc:sldChg chg="addSp modSp add replId">
        <pc:chgData name="Bindu Runy" userId="0084ee88921615a9" providerId="Windows Live" clId="Web-{7C7E61E4-31CB-E7BE-EB3D-1C7F3AA68EC5}" dt="2025-04-27T15:26:30.819" v="606" actId="20577"/>
        <pc:sldMkLst>
          <pc:docMk/>
          <pc:sldMk cId="4106324001" sldId="2318"/>
        </pc:sldMkLst>
        <pc:spChg chg="add mod">
          <ac:chgData name="Bindu Runy" userId="0084ee88921615a9" providerId="Windows Live" clId="Web-{7C7E61E4-31CB-E7BE-EB3D-1C7F3AA68EC5}" dt="2025-04-27T15:11:35.953" v="540" actId="20577"/>
          <ac:spMkLst>
            <pc:docMk/>
            <pc:sldMk cId="4106324001" sldId="2318"/>
            <ac:spMk id="3" creationId="{67599A04-163E-39E3-3F64-B7B2EE23A6FA}"/>
          </ac:spMkLst>
        </pc:spChg>
        <pc:spChg chg="mod">
          <ac:chgData name="Bindu Runy" userId="0084ee88921615a9" providerId="Windows Live" clId="Web-{7C7E61E4-31CB-E7BE-EB3D-1C7F3AA68EC5}" dt="2025-04-27T15:26:30.819" v="606" actId="20577"/>
          <ac:spMkLst>
            <pc:docMk/>
            <pc:sldMk cId="4106324001" sldId="2318"/>
            <ac:spMk id="4" creationId="{F8499555-EE23-DED5-66EE-FA1D491A8E67}"/>
          </ac:spMkLst>
        </pc:spChg>
        <pc:spChg chg="mod">
          <ac:chgData name="Bindu Runy" userId="0084ee88921615a9" providerId="Windows Live" clId="Web-{7C7E61E4-31CB-E7BE-EB3D-1C7F3AA68EC5}" dt="2025-04-27T14:59:48.073" v="470" actId="20577"/>
          <ac:spMkLst>
            <pc:docMk/>
            <pc:sldMk cId="4106324001" sldId="2318"/>
            <ac:spMk id="5" creationId="{FE625CFC-C0D0-2E01-2C92-A7674B799BF5}"/>
          </ac:spMkLst>
        </pc:spChg>
      </pc:sldChg>
      <pc:sldChg chg="addSp modSp add replId">
        <pc:chgData name="Bindu Runy" userId="0084ee88921615a9" providerId="Windows Live" clId="Web-{7C7E61E4-31CB-E7BE-EB3D-1C7F3AA68EC5}" dt="2025-04-27T15:26:41.851" v="608" actId="20577"/>
        <pc:sldMkLst>
          <pc:docMk/>
          <pc:sldMk cId="1989908657" sldId="2319"/>
        </pc:sldMkLst>
        <pc:spChg chg="add mod">
          <ac:chgData name="Bindu Runy" userId="0084ee88921615a9" providerId="Windows Live" clId="Web-{7C7E61E4-31CB-E7BE-EB3D-1C7F3AA68EC5}" dt="2025-04-27T15:24:53.147" v="585" actId="20577"/>
          <ac:spMkLst>
            <pc:docMk/>
            <pc:sldMk cId="1989908657" sldId="2319"/>
            <ac:spMk id="3" creationId="{037B601F-0CDF-1DC9-0062-6CF30CEF1104}"/>
          </ac:spMkLst>
        </pc:spChg>
        <pc:spChg chg="mod">
          <ac:chgData name="Bindu Runy" userId="0084ee88921615a9" providerId="Windows Live" clId="Web-{7C7E61E4-31CB-E7BE-EB3D-1C7F3AA68EC5}" dt="2025-04-27T15:26:41.851" v="608" actId="20577"/>
          <ac:spMkLst>
            <pc:docMk/>
            <pc:sldMk cId="1989908657" sldId="2319"/>
            <ac:spMk id="4" creationId="{7BDD99D4-2E2A-10B3-E4CA-585A0690B430}"/>
          </ac:spMkLst>
        </pc:spChg>
        <pc:spChg chg="mod">
          <ac:chgData name="Bindu Runy" userId="0084ee88921615a9" providerId="Windows Live" clId="Web-{7C7E61E4-31CB-E7BE-EB3D-1C7F3AA68EC5}" dt="2025-04-27T15:23:27.787" v="568" actId="20577"/>
          <ac:spMkLst>
            <pc:docMk/>
            <pc:sldMk cId="1989908657" sldId="2319"/>
            <ac:spMk id="5" creationId="{79A215E2-C1F6-50F5-F111-96CD45397888}"/>
          </ac:spMkLst>
        </pc:spChg>
      </pc:sldChg>
      <pc:sldChg chg="addSp delSp modSp add replId">
        <pc:chgData name="Bindu Runy" userId="0084ee88921615a9" providerId="Windows Live" clId="Web-{7C7E61E4-31CB-E7BE-EB3D-1C7F3AA68EC5}" dt="2025-04-27T15:26:37.085" v="607" actId="20577"/>
        <pc:sldMkLst>
          <pc:docMk/>
          <pc:sldMk cId="2324880794" sldId="2320"/>
        </pc:sldMkLst>
        <pc:spChg chg="add mod">
          <ac:chgData name="Bindu Runy" userId="0084ee88921615a9" providerId="Windows Live" clId="Web-{7C7E61E4-31CB-E7BE-EB3D-1C7F3AA68EC5}" dt="2025-04-27T15:22:48.302" v="564" actId="20577"/>
          <ac:spMkLst>
            <pc:docMk/>
            <pc:sldMk cId="2324880794" sldId="2320"/>
            <ac:spMk id="3" creationId="{63F61EAE-210A-5B63-0CDA-C3151CC57579}"/>
          </ac:spMkLst>
        </pc:spChg>
        <pc:spChg chg="mod">
          <ac:chgData name="Bindu Runy" userId="0084ee88921615a9" providerId="Windows Live" clId="Web-{7C7E61E4-31CB-E7BE-EB3D-1C7F3AA68EC5}" dt="2025-04-27T15:26:37.085" v="607" actId="20577"/>
          <ac:spMkLst>
            <pc:docMk/>
            <pc:sldMk cId="2324880794" sldId="2320"/>
            <ac:spMk id="4" creationId="{3A84E4C8-9852-4A28-0848-8ED75A1685F7}"/>
          </ac:spMkLst>
        </pc:spChg>
        <pc:spChg chg="mod">
          <ac:chgData name="Bindu Runy" userId="0084ee88921615a9" providerId="Windows Live" clId="Web-{7C7E61E4-31CB-E7BE-EB3D-1C7F3AA68EC5}" dt="2025-04-27T15:00:17.526" v="474" actId="20577"/>
          <ac:spMkLst>
            <pc:docMk/>
            <pc:sldMk cId="2324880794" sldId="2320"/>
            <ac:spMk id="5" creationId="{FD6798E8-BFA1-1C72-2489-8E755B8A54C0}"/>
          </ac:spMkLst>
        </pc:spChg>
      </pc:sldChg>
    </pc:docChg>
  </pc:docChgLst>
  <pc:docChgLst>
    <pc:chgData name="Sini Mathew" userId="3875fe58a975fc01" providerId="Windows Live" clId="Web-{5D7E227F-DA70-ABFD-0804-8CF1A524403B}"/>
    <pc:docChg chg="modSld">
      <pc:chgData name="Sini Mathew" userId="3875fe58a975fc01" providerId="Windows Live" clId="Web-{5D7E227F-DA70-ABFD-0804-8CF1A524403B}" dt="2025-04-29T07:28:37.867" v="49" actId="20577"/>
      <pc:docMkLst>
        <pc:docMk/>
      </pc:docMkLst>
      <pc:sldChg chg="modSp">
        <pc:chgData name="Sini Mathew" userId="3875fe58a975fc01" providerId="Windows Live" clId="Web-{5D7E227F-DA70-ABFD-0804-8CF1A524403B}" dt="2025-04-29T07:27:03.988" v="12" actId="20577"/>
        <pc:sldMkLst>
          <pc:docMk/>
          <pc:sldMk cId="3368756669" sldId="1545"/>
        </pc:sldMkLst>
        <pc:spChg chg="mod">
          <ac:chgData name="Sini Mathew" userId="3875fe58a975fc01" providerId="Windows Live" clId="Web-{5D7E227F-DA70-ABFD-0804-8CF1A524403B}" dt="2025-04-29T07:27:03.988" v="12" actId="20577"/>
          <ac:spMkLst>
            <pc:docMk/>
            <pc:sldMk cId="3368756669" sldId="1545"/>
            <ac:spMk id="2" creationId="{69072751-0DFD-E04D-8DBC-6192EE4B4B2A}"/>
          </ac:spMkLst>
        </pc:spChg>
      </pc:sldChg>
      <pc:sldChg chg="modSp">
        <pc:chgData name="Sini Mathew" userId="3875fe58a975fc01" providerId="Windows Live" clId="Web-{5D7E227F-DA70-ABFD-0804-8CF1A524403B}" dt="2025-04-29T07:26:34.033" v="0" actId="20577"/>
        <pc:sldMkLst>
          <pc:docMk/>
          <pc:sldMk cId="88404620" sldId="1980"/>
        </pc:sldMkLst>
        <pc:spChg chg="mod">
          <ac:chgData name="Sini Mathew" userId="3875fe58a975fc01" providerId="Windows Live" clId="Web-{5D7E227F-DA70-ABFD-0804-8CF1A524403B}" dt="2025-04-29T07:26:34.033" v="0" actId="20577"/>
          <ac:spMkLst>
            <pc:docMk/>
            <pc:sldMk cId="88404620" sldId="1980"/>
            <ac:spMk id="2" creationId="{00000000-0000-0000-0000-000000000000}"/>
          </ac:spMkLst>
        </pc:spChg>
      </pc:sldChg>
      <pc:sldChg chg="modSp">
        <pc:chgData name="Sini Mathew" userId="3875fe58a975fc01" providerId="Windows Live" clId="Web-{5D7E227F-DA70-ABFD-0804-8CF1A524403B}" dt="2025-04-29T07:28:06.037" v="32" actId="20577"/>
        <pc:sldMkLst>
          <pc:docMk/>
          <pc:sldMk cId="3170579240" sldId="2233"/>
        </pc:sldMkLst>
      </pc:sldChg>
      <pc:sldChg chg="modSp">
        <pc:chgData name="Sini Mathew" userId="3875fe58a975fc01" providerId="Windows Live" clId="Web-{5D7E227F-DA70-ABFD-0804-8CF1A524403B}" dt="2025-04-29T07:26:37.987" v="1" actId="20577"/>
        <pc:sldMkLst>
          <pc:docMk/>
          <pc:sldMk cId="38124688" sldId="2276"/>
        </pc:sldMkLst>
        <pc:spChg chg="mod">
          <ac:chgData name="Sini Mathew" userId="3875fe58a975fc01" providerId="Windows Live" clId="Web-{5D7E227F-DA70-ABFD-0804-8CF1A524403B}" dt="2025-04-29T07:26:37.987" v="1" actId="20577"/>
          <ac:spMkLst>
            <pc:docMk/>
            <pc:sldMk cId="38124688" sldId="2276"/>
            <ac:spMk id="2" creationId="{0D83D2D1-4FAD-0682-EB8B-CF603139AF27}"/>
          </ac:spMkLst>
        </pc:spChg>
      </pc:sldChg>
      <pc:sldChg chg="modSp">
        <pc:chgData name="Sini Mathew" userId="3875fe58a975fc01" providerId="Windows Live" clId="Web-{5D7E227F-DA70-ABFD-0804-8CF1A524403B}" dt="2025-04-29T07:26:43.299" v="3" actId="20577"/>
        <pc:sldMkLst>
          <pc:docMk/>
          <pc:sldMk cId="891443072" sldId="2277"/>
        </pc:sldMkLst>
        <pc:spChg chg="mod">
          <ac:chgData name="Sini Mathew" userId="3875fe58a975fc01" providerId="Windows Live" clId="Web-{5D7E227F-DA70-ABFD-0804-8CF1A524403B}" dt="2025-04-29T07:26:43.299" v="3" actId="20577"/>
          <ac:spMkLst>
            <pc:docMk/>
            <pc:sldMk cId="891443072" sldId="2277"/>
            <ac:spMk id="2" creationId="{6A9AD396-5409-6286-46A8-E8B82C900AEB}"/>
          </ac:spMkLst>
        </pc:spChg>
      </pc:sldChg>
      <pc:sldChg chg="modSp">
        <pc:chgData name="Sini Mathew" userId="3875fe58a975fc01" providerId="Windows Live" clId="Web-{5D7E227F-DA70-ABFD-0804-8CF1A524403B}" dt="2025-04-29T07:26:50.440" v="8" actId="20577"/>
        <pc:sldMkLst>
          <pc:docMk/>
          <pc:sldMk cId="2231030714" sldId="2278"/>
        </pc:sldMkLst>
        <pc:spChg chg="mod">
          <ac:chgData name="Sini Mathew" userId="3875fe58a975fc01" providerId="Windows Live" clId="Web-{5D7E227F-DA70-ABFD-0804-8CF1A524403B}" dt="2025-04-29T07:26:50.440" v="8" actId="20577"/>
          <ac:spMkLst>
            <pc:docMk/>
            <pc:sldMk cId="2231030714" sldId="2278"/>
            <ac:spMk id="2" creationId="{32C52750-65D1-08DD-C43C-290372044215}"/>
          </ac:spMkLst>
        </pc:spChg>
      </pc:sldChg>
      <pc:sldChg chg="modSp">
        <pc:chgData name="Sini Mathew" userId="3875fe58a975fc01" providerId="Windows Live" clId="Web-{5D7E227F-DA70-ABFD-0804-8CF1A524403B}" dt="2025-04-29T07:26:54.831" v="9" actId="20577"/>
        <pc:sldMkLst>
          <pc:docMk/>
          <pc:sldMk cId="568060574" sldId="2279"/>
        </pc:sldMkLst>
        <pc:spChg chg="mod">
          <ac:chgData name="Sini Mathew" userId="3875fe58a975fc01" providerId="Windows Live" clId="Web-{5D7E227F-DA70-ABFD-0804-8CF1A524403B}" dt="2025-04-29T07:26:54.831" v="9" actId="20577"/>
          <ac:spMkLst>
            <pc:docMk/>
            <pc:sldMk cId="568060574" sldId="2279"/>
            <ac:spMk id="2" creationId="{5BE3AC28-351F-75B0-C50A-4C8ADAFA7574}"/>
          </ac:spMkLst>
        </pc:spChg>
      </pc:sldChg>
      <pc:sldChg chg="modSp">
        <pc:chgData name="Sini Mathew" userId="3875fe58a975fc01" providerId="Windows Live" clId="Web-{5D7E227F-DA70-ABFD-0804-8CF1A524403B}" dt="2025-04-29T07:27:10.597" v="14" actId="20577"/>
        <pc:sldMkLst>
          <pc:docMk/>
          <pc:sldMk cId="3208742788" sldId="2280"/>
        </pc:sldMkLst>
        <pc:spChg chg="mod">
          <ac:chgData name="Sini Mathew" userId="3875fe58a975fc01" providerId="Windows Live" clId="Web-{5D7E227F-DA70-ABFD-0804-8CF1A524403B}" dt="2025-04-29T07:27:10.597" v="14" actId="20577"/>
          <ac:spMkLst>
            <pc:docMk/>
            <pc:sldMk cId="3208742788" sldId="2280"/>
            <ac:spMk id="2" creationId="{CE69F334-F5BF-E209-9E8F-AE271F1BBAF2}"/>
          </ac:spMkLst>
        </pc:spChg>
      </pc:sldChg>
      <pc:sldChg chg="modSp">
        <pc:chgData name="Sini Mathew" userId="3875fe58a975fc01" providerId="Windows Live" clId="Web-{5D7E227F-DA70-ABFD-0804-8CF1A524403B}" dt="2025-04-29T07:27:20.098" v="16" actId="20577"/>
        <pc:sldMkLst>
          <pc:docMk/>
          <pc:sldMk cId="2833012072" sldId="2281"/>
        </pc:sldMkLst>
        <pc:spChg chg="mod">
          <ac:chgData name="Sini Mathew" userId="3875fe58a975fc01" providerId="Windows Live" clId="Web-{5D7E227F-DA70-ABFD-0804-8CF1A524403B}" dt="2025-04-29T07:27:20.098" v="16" actId="20577"/>
          <ac:spMkLst>
            <pc:docMk/>
            <pc:sldMk cId="2833012072" sldId="2281"/>
            <ac:spMk id="2" creationId="{95594AFF-16B5-2BFC-4A80-06A5CDDC763F}"/>
          </ac:spMkLst>
        </pc:spChg>
      </pc:sldChg>
      <pc:sldChg chg="modSp">
        <pc:chgData name="Sini Mathew" userId="3875fe58a975fc01" providerId="Windows Live" clId="Web-{5D7E227F-DA70-ABFD-0804-8CF1A524403B}" dt="2025-04-29T07:27:22.738" v="19" actId="20577"/>
        <pc:sldMkLst>
          <pc:docMk/>
          <pc:sldMk cId="1981699935" sldId="2282"/>
        </pc:sldMkLst>
      </pc:sldChg>
      <pc:sldChg chg="modSp">
        <pc:chgData name="Sini Mathew" userId="3875fe58a975fc01" providerId="Windows Live" clId="Web-{5D7E227F-DA70-ABFD-0804-8CF1A524403B}" dt="2025-04-29T07:27:28.739" v="22" actId="20577"/>
        <pc:sldMkLst>
          <pc:docMk/>
          <pc:sldMk cId="2252046312" sldId="2283"/>
        </pc:sldMkLst>
        <pc:spChg chg="mod">
          <ac:chgData name="Sini Mathew" userId="3875fe58a975fc01" providerId="Windows Live" clId="Web-{5D7E227F-DA70-ABFD-0804-8CF1A524403B}" dt="2025-04-29T07:27:28.739" v="22" actId="20577"/>
          <ac:spMkLst>
            <pc:docMk/>
            <pc:sldMk cId="2252046312" sldId="2283"/>
            <ac:spMk id="2" creationId="{749056E2-2358-CCFC-F3A9-55948A81300B}"/>
          </ac:spMkLst>
        </pc:spChg>
      </pc:sldChg>
      <pc:sldChg chg="modSp">
        <pc:chgData name="Sini Mathew" userId="3875fe58a975fc01" providerId="Windows Live" clId="Web-{5D7E227F-DA70-ABFD-0804-8CF1A524403B}" dt="2025-04-29T07:27:42.286" v="28" actId="20577"/>
        <pc:sldMkLst>
          <pc:docMk/>
          <pc:sldMk cId="2932874654" sldId="2285"/>
        </pc:sldMkLst>
        <pc:spChg chg="mod">
          <ac:chgData name="Sini Mathew" userId="3875fe58a975fc01" providerId="Windows Live" clId="Web-{5D7E227F-DA70-ABFD-0804-8CF1A524403B}" dt="2025-04-29T07:27:42.286" v="28" actId="20577"/>
          <ac:spMkLst>
            <pc:docMk/>
            <pc:sldMk cId="2932874654" sldId="2285"/>
            <ac:spMk id="2" creationId="{111EF7FA-94E7-F74B-9B15-4F36A84ACE05}"/>
          </ac:spMkLst>
        </pc:spChg>
      </pc:sldChg>
      <pc:sldChg chg="modSp">
        <pc:chgData name="Sini Mathew" userId="3875fe58a975fc01" providerId="Windows Live" clId="Web-{5D7E227F-DA70-ABFD-0804-8CF1A524403B}" dt="2025-04-29T07:27:50.599" v="31" actId="20577"/>
        <pc:sldMkLst>
          <pc:docMk/>
          <pc:sldMk cId="1020762662" sldId="2286"/>
        </pc:sldMkLst>
      </pc:sldChg>
      <pc:sldChg chg="modSp">
        <pc:chgData name="Sini Mathew" userId="3875fe58a975fc01" providerId="Windows Live" clId="Web-{5D7E227F-DA70-ABFD-0804-8CF1A524403B}" dt="2025-04-29T07:28:14.069" v="36" actId="20577"/>
        <pc:sldMkLst>
          <pc:docMk/>
          <pc:sldMk cId="1105290290" sldId="2288"/>
        </pc:sldMkLst>
      </pc:sldChg>
      <pc:sldChg chg="modSp">
        <pc:chgData name="Sini Mathew" userId="3875fe58a975fc01" providerId="Windows Live" clId="Web-{5D7E227F-DA70-ABFD-0804-8CF1A524403B}" dt="2025-04-29T07:28:19.553" v="42" actId="20577"/>
        <pc:sldMkLst>
          <pc:docMk/>
          <pc:sldMk cId="2855185441" sldId="2290"/>
        </pc:sldMkLst>
      </pc:sldChg>
      <pc:sldChg chg="modSp">
        <pc:chgData name="Sini Mathew" userId="3875fe58a975fc01" providerId="Windows Live" clId="Web-{5D7E227F-DA70-ABFD-0804-8CF1A524403B}" dt="2025-04-29T07:27:34.317" v="25" actId="20577"/>
        <pc:sldMkLst>
          <pc:docMk/>
          <pc:sldMk cId="975259396" sldId="2296"/>
        </pc:sldMkLst>
      </pc:sldChg>
      <pc:sldChg chg="modSp">
        <pc:chgData name="Sini Mathew" userId="3875fe58a975fc01" providerId="Windows Live" clId="Web-{5D7E227F-DA70-ABFD-0804-8CF1A524403B}" dt="2025-04-29T07:28:37.867" v="49" actId="20577"/>
        <pc:sldMkLst>
          <pc:docMk/>
          <pc:sldMk cId="4106324001" sldId="2318"/>
        </pc:sldMkLst>
        <pc:spChg chg="mod">
          <ac:chgData name="Sini Mathew" userId="3875fe58a975fc01" providerId="Windows Live" clId="Web-{5D7E227F-DA70-ABFD-0804-8CF1A524403B}" dt="2025-04-29T07:28:37.867" v="49" actId="20577"/>
          <ac:spMkLst>
            <pc:docMk/>
            <pc:sldMk cId="4106324001" sldId="2318"/>
            <ac:spMk id="2" creationId="{7EC29B33-222D-87B4-656B-DDE1145330B3}"/>
          </ac:spMkLst>
        </pc:spChg>
      </pc:sldChg>
      <pc:sldChg chg="modSp">
        <pc:chgData name="Sini Mathew" userId="3875fe58a975fc01" providerId="Windows Live" clId="Web-{5D7E227F-DA70-ABFD-0804-8CF1A524403B}" dt="2025-04-29T07:28:30.991" v="46" actId="20577"/>
        <pc:sldMkLst>
          <pc:docMk/>
          <pc:sldMk cId="2324880794" sldId="2320"/>
        </pc:sldMkLst>
        <pc:spChg chg="mod">
          <ac:chgData name="Sini Mathew" userId="3875fe58a975fc01" providerId="Windows Live" clId="Web-{5D7E227F-DA70-ABFD-0804-8CF1A524403B}" dt="2025-04-29T07:28:30.991" v="46" actId="20577"/>
          <ac:spMkLst>
            <pc:docMk/>
            <pc:sldMk cId="2324880794" sldId="2320"/>
            <ac:spMk id="2" creationId="{2B4A0D4A-DA2C-0F3B-1167-006E7840B1F4}"/>
          </ac:spMkLst>
        </pc:spChg>
      </pc:sldChg>
    </pc:docChg>
  </pc:docChgLst>
  <pc:docChgLst>
    <pc:chgData name="Sini Mathew" userId="3875fe58a975fc01" providerId="LiveId" clId="{DB55EFC7-B285-4AD3-9EF2-7FF893439680}"/>
    <pc:docChg chg="undo redo custSel addSld delSld modSld sldOrd delMainMaster">
      <pc:chgData name="Sini Mathew" userId="3875fe58a975fc01" providerId="LiveId" clId="{DB55EFC7-B285-4AD3-9EF2-7FF893439680}" dt="2025-04-29T07:23:25.383" v="1162" actId="20577"/>
      <pc:docMkLst>
        <pc:docMk/>
      </pc:docMkLst>
      <pc:sldChg chg="del">
        <pc:chgData name="Sini Mathew" userId="3875fe58a975fc01" providerId="LiveId" clId="{DB55EFC7-B285-4AD3-9EF2-7FF893439680}" dt="2025-04-27T10:07:54.299" v="346" actId="47"/>
        <pc:sldMkLst>
          <pc:docMk/>
          <pc:sldMk cId="934316541" sldId="256"/>
        </pc:sldMkLst>
      </pc:sldChg>
      <pc:sldChg chg="del">
        <pc:chgData name="Sini Mathew" userId="3875fe58a975fc01" providerId="LiveId" clId="{DB55EFC7-B285-4AD3-9EF2-7FF893439680}" dt="2025-04-27T10:07:54.862" v="347" actId="47"/>
        <pc:sldMkLst>
          <pc:docMk/>
          <pc:sldMk cId="2339149606" sldId="257"/>
        </pc:sldMkLst>
      </pc:sldChg>
      <pc:sldChg chg="del">
        <pc:chgData name="Sini Mathew" userId="3875fe58a975fc01" providerId="LiveId" clId="{DB55EFC7-B285-4AD3-9EF2-7FF893439680}" dt="2025-04-27T10:07:55.376" v="348" actId="47"/>
        <pc:sldMkLst>
          <pc:docMk/>
          <pc:sldMk cId="3922955554" sldId="258"/>
        </pc:sldMkLst>
      </pc:sldChg>
      <pc:sldChg chg="del">
        <pc:chgData name="Sini Mathew" userId="3875fe58a975fc01" providerId="LiveId" clId="{DB55EFC7-B285-4AD3-9EF2-7FF893439680}" dt="2025-04-27T10:07:55.885" v="349" actId="47"/>
        <pc:sldMkLst>
          <pc:docMk/>
          <pc:sldMk cId="456774289" sldId="259"/>
        </pc:sldMkLst>
      </pc:sldChg>
      <pc:sldChg chg="del">
        <pc:chgData name="Sini Mathew" userId="3875fe58a975fc01" providerId="LiveId" clId="{DB55EFC7-B285-4AD3-9EF2-7FF893439680}" dt="2025-04-27T10:07:57.306" v="351" actId="47"/>
        <pc:sldMkLst>
          <pc:docMk/>
          <pc:sldMk cId="1032863038" sldId="261"/>
        </pc:sldMkLst>
      </pc:sldChg>
      <pc:sldChg chg="del">
        <pc:chgData name="Sini Mathew" userId="3875fe58a975fc01" providerId="LiveId" clId="{DB55EFC7-B285-4AD3-9EF2-7FF893439680}" dt="2025-04-27T10:07:56.513" v="350" actId="47"/>
        <pc:sldMkLst>
          <pc:docMk/>
          <pc:sldMk cId="2279853751" sldId="265"/>
        </pc:sldMkLst>
      </pc:sldChg>
      <pc:sldChg chg="del">
        <pc:chgData name="Sini Mathew" userId="3875fe58a975fc01" providerId="LiveId" clId="{DB55EFC7-B285-4AD3-9EF2-7FF893439680}" dt="2025-04-27T10:07:58.273" v="352" actId="47"/>
        <pc:sldMkLst>
          <pc:docMk/>
          <pc:sldMk cId="3814417191" sldId="266"/>
        </pc:sldMkLst>
      </pc:sldChg>
      <pc:sldChg chg="modSp mod">
        <pc:chgData name="Sini Mathew" userId="3875fe58a975fc01" providerId="LiveId" clId="{DB55EFC7-B285-4AD3-9EF2-7FF893439680}" dt="2025-04-27T09:54:53.248" v="227" actId="20577"/>
        <pc:sldMkLst>
          <pc:docMk/>
          <pc:sldMk cId="3749989706" sldId="439"/>
        </pc:sldMkLst>
        <pc:spChg chg="mod">
          <ac:chgData name="Sini Mathew" userId="3875fe58a975fc01" providerId="LiveId" clId="{DB55EFC7-B285-4AD3-9EF2-7FF893439680}" dt="2025-04-27T09:54:53.248" v="227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Sini Mathew" userId="3875fe58a975fc01" providerId="LiveId" clId="{DB55EFC7-B285-4AD3-9EF2-7FF893439680}" dt="2025-04-27T09:25:10.055" v="44" actId="20577"/>
        <pc:sldMkLst>
          <pc:docMk/>
          <pc:sldMk cId="2329691217" sldId="511"/>
        </pc:sldMkLst>
        <pc:spChg chg="mod">
          <ac:chgData name="Sini Mathew" userId="3875fe58a975fc01" providerId="LiveId" clId="{DB55EFC7-B285-4AD3-9EF2-7FF893439680}" dt="2025-04-27T09:25:10.055" v="44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Sini Mathew" userId="3875fe58a975fc01" providerId="LiveId" clId="{DB55EFC7-B285-4AD3-9EF2-7FF893439680}" dt="2025-04-27T10:08:15.463" v="391" actId="20577"/>
        <pc:sldMkLst>
          <pc:docMk/>
          <pc:sldMk cId="2078510117" sldId="633"/>
        </pc:sldMkLst>
        <pc:spChg chg="mod">
          <ac:chgData name="Sini Mathew" userId="3875fe58a975fc01" providerId="LiveId" clId="{DB55EFC7-B285-4AD3-9EF2-7FF893439680}" dt="2025-04-27T10:08:15.463" v="391" actId="20577"/>
          <ac:spMkLst>
            <pc:docMk/>
            <pc:sldMk cId="2078510117" sldId="633"/>
            <ac:spMk id="6" creationId="{2A77E361-0731-5941-80D2-641C47A02C93}"/>
          </ac:spMkLst>
        </pc:spChg>
      </pc:sldChg>
      <pc:sldChg chg="modSp mod">
        <pc:chgData name="Sini Mathew" userId="3875fe58a975fc01" providerId="LiveId" clId="{DB55EFC7-B285-4AD3-9EF2-7FF893439680}" dt="2025-04-29T07:23:25.383" v="1162" actId="20577"/>
        <pc:sldMkLst>
          <pc:docMk/>
          <pc:sldMk cId="2646698185" sldId="1444"/>
        </pc:sldMkLst>
        <pc:spChg chg="mod">
          <ac:chgData name="Sini Mathew" userId="3875fe58a975fc01" providerId="LiveId" clId="{DB55EFC7-B285-4AD3-9EF2-7FF893439680}" dt="2025-04-29T07:23:25.383" v="1162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addSp delSp modSp mod">
        <pc:chgData name="Sini Mathew" userId="3875fe58a975fc01" providerId="LiveId" clId="{DB55EFC7-B285-4AD3-9EF2-7FF893439680}" dt="2025-04-27T10:02:38.590" v="317" actId="20577"/>
        <pc:sldMkLst>
          <pc:docMk/>
          <pc:sldMk cId="3368756669" sldId="1545"/>
        </pc:sldMkLst>
        <pc:spChg chg="mod">
          <ac:chgData name="Sini Mathew" userId="3875fe58a975fc01" providerId="LiveId" clId="{DB55EFC7-B285-4AD3-9EF2-7FF893439680}" dt="2025-04-27T09:54:48.270" v="224" actId="20577"/>
          <ac:spMkLst>
            <pc:docMk/>
            <pc:sldMk cId="3368756669" sldId="1545"/>
            <ac:spMk id="2" creationId="{69072751-0DFD-E04D-8DBC-6192EE4B4B2A}"/>
          </ac:spMkLst>
        </pc:spChg>
        <pc:spChg chg="add mod">
          <ac:chgData name="Sini Mathew" userId="3875fe58a975fc01" providerId="LiveId" clId="{DB55EFC7-B285-4AD3-9EF2-7FF893439680}" dt="2025-04-27T09:55:40.214" v="234" actId="1076"/>
          <ac:spMkLst>
            <pc:docMk/>
            <pc:sldMk cId="3368756669" sldId="1545"/>
            <ac:spMk id="3" creationId="{22CF0560-3F22-41A3-82CC-2D2BAD840D7B}"/>
          </ac:spMkLst>
        </pc:spChg>
        <pc:spChg chg="add mod">
          <ac:chgData name="Sini Mathew" userId="3875fe58a975fc01" providerId="LiveId" clId="{DB55EFC7-B285-4AD3-9EF2-7FF893439680}" dt="2025-04-27T09:55:43.100" v="235" actId="1076"/>
          <ac:spMkLst>
            <pc:docMk/>
            <pc:sldMk cId="3368756669" sldId="1545"/>
            <ac:spMk id="4" creationId="{B59A55C3-6162-42A2-B11B-78D558091B4A}"/>
          </ac:spMkLst>
        </pc:spChg>
        <pc:spChg chg="mod">
          <ac:chgData name="Sini Mathew" userId="3875fe58a975fc01" providerId="LiveId" clId="{DB55EFC7-B285-4AD3-9EF2-7FF893439680}" dt="2025-04-27T10:02:38.590" v="317" actId="20577"/>
          <ac:spMkLst>
            <pc:docMk/>
            <pc:sldMk cId="3368756669" sldId="1545"/>
            <ac:spMk id="5" creationId="{CAE21420-34C8-30C5-50CE-1D01ED744F93}"/>
          </ac:spMkLst>
        </pc:spChg>
        <pc:spChg chg="mod">
          <ac:chgData name="Sini Mathew" userId="3875fe58a975fc01" providerId="LiveId" clId="{DB55EFC7-B285-4AD3-9EF2-7FF893439680}" dt="2025-04-27T09:55:35.043" v="233" actId="1076"/>
          <ac:spMkLst>
            <pc:docMk/>
            <pc:sldMk cId="3368756669" sldId="1545"/>
            <ac:spMk id="10" creationId="{F0BD5696-85A7-DDD4-3D7A-82F0B5AFE44E}"/>
          </ac:spMkLst>
        </pc:spChg>
        <pc:picChg chg="mod">
          <ac:chgData name="Sini Mathew" userId="3875fe58a975fc01" providerId="LiveId" clId="{DB55EFC7-B285-4AD3-9EF2-7FF893439680}" dt="2025-04-27T09:55:30.137" v="232" actId="1076"/>
          <ac:picMkLst>
            <pc:docMk/>
            <pc:sldMk cId="3368756669" sldId="1545"/>
            <ac:picMk id="7" creationId="{79201B77-84D1-A4FE-9F53-42BD530956FE}"/>
          </ac:picMkLst>
        </pc:picChg>
      </pc:sldChg>
      <pc:sldChg chg="modSp mod">
        <pc:chgData name="Sini Mathew" userId="3875fe58a975fc01" providerId="LiveId" clId="{DB55EFC7-B285-4AD3-9EF2-7FF893439680}" dt="2025-04-29T07:14:03.043" v="758" actId="20577"/>
        <pc:sldMkLst>
          <pc:docMk/>
          <pc:sldMk cId="1563557240" sldId="1564"/>
        </pc:sldMkLst>
        <pc:spChg chg="mod">
          <ac:chgData name="Sini Mathew" userId="3875fe58a975fc01" providerId="LiveId" clId="{DB55EFC7-B285-4AD3-9EF2-7FF893439680}" dt="2025-04-29T07:14:03.043" v="758" actId="20577"/>
          <ac:spMkLst>
            <pc:docMk/>
            <pc:sldMk cId="1563557240" sldId="1564"/>
            <ac:spMk id="2" creationId="{00000000-0000-0000-0000-000000000000}"/>
          </ac:spMkLst>
        </pc:spChg>
      </pc:sldChg>
      <pc:sldChg chg="addSp delSp modSp mod">
        <pc:chgData name="Sini Mathew" userId="3875fe58a975fc01" providerId="LiveId" clId="{DB55EFC7-B285-4AD3-9EF2-7FF893439680}" dt="2025-04-27T10:16:18.648" v="443" actId="1076"/>
        <pc:sldMkLst>
          <pc:docMk/>
          <pc:sldMk cId="2430628198" sldId="1888"/>
        </pc:sldMkLst>
        <pc:spChg chg="mod">
          <ac:chgData name="Sini Mathew" userId="3875fe58a975fc01" providerId="LiveId" clId="{DB55EFC7-B285-4AD3-9EF2-7FF893439680}" dt="2025-04-27T10:15:59.077" v="441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Sini Mathew" userId="3875fe58a975fc01" providerId="LiveId" clId="{DB55EFC7-B285-4AD3-9EF2-7FF893439680}" dt="2025-04-27T10:11:32.919" v="415" actId="20577"/>
          <ac:spMkLst>
            <pc:docMk/>
            <pc:sldMk cId="2430628198" sldId="1888"/>
            <ac:spMk id="5" creationId="{02C53BC5-988A-A798-8447-A905728C8D21}"/>
          </ac:spMkLst>
        </pc:spChg>
        <pc:spChg chg="mod">
          <ac:chgData name="Sini Mathew" userId="3875fe58a975fc01" providerId="LiveId" clId="{DB55EFC7-B285-4AD3-9EF2-7FF893439680}" dt="2025-04-27T10:16:14.944" v="442" actId="1076"/>
          <ac:spMkLst>
            <pc:docMk/>
            <pc:sldMk cId="2430628198" sldId="1888"/>
            <ac:spMk id="6" creationId="{7C8FD079-C764-7498-7691-FC2386C10D56}"/>
          </ac:spMkLst>
        </pc:spChg>
        <pc:spChg chg="add mod">
          <ac:chgData name="Sini Mathew" userId="3875fe58a975fc01" providerId="LiveId" clId="{DB55EFC7-B285-4AD3-9EF2-7FF893439680}" dt="2025-04-27T10:15:43.429" v="430" actId="1076"/>
          <ac:spMkLst>
            <pc:docMk/>
            <pc:sldMk cId="2430628198" sldId="1888"/>
            <ac:spMk id="9" creationId="{63C18817-A247-88B7-DB2C-D2B3102CA374}"/>
          </ac:spMkLst>
        </pc:spChg>
        <pc:spChg chg="add mod">
          <ac:chgData name="Sini Mathew" userId="3875fe58a975fc01" providerId="LiveId" clId="{DB55EFC7-B285-4AD3-9EF2-7FF893439680}" dt="2025-04-27T10:16:18.648" v="443" actId="1076"/>
          <ac:spMkLst>
            <pc:docMk/>
            <pc:sldMk cId="2430628198" sldId="1888"/>
            <ac:spMk id="10" creationId="{46FBCC7A-C922-2F18-DF03-AEBB6A5BD912}"/>
          </ac:spMkLst>
        </pc:spChg>
      </pc:sldChg>
      <pc:sldChg chg="addSp delSp modSp mod">
        <pc:chgData name="Sini Mathew" userId="3875fe58a975fc01" providerId="LiveId" clId="{DB55EFC7-B285-4AD3-9EF2-7FF893439680}" dt="2025-04-29T07:10:40.625" v="698" actId="1076"/>
        <pc:sldMkLst>
          <pc:docMk/>
          <pc:sldMk cId="88404620" sldId="1980"/>
        </pc:sldMkLst>
        <pc:spChg chg="mod">
          <ac:chgData name="Sini Mathew" userId="3875fe58a975fc01" providerId="LiveId" clId="{DB55EFC7-B285-4AD3-9EF2-7FF893439680}" dt="2025-04-27T09:28:28.820" v="74" actId="20577"/>
          <ac:spMkLst>
            <pc:docMk/>
            <pc:sldMk cId="88404620" sldId="1980"/>
            <ac:spMk id="2" creationId="{00000000-0000-0000-0000-000000000000}"/>
          </ac:spMkLst>
        </pc:spChg>
        <pc:spChg chg="mod">
          <ac:chgData name="Sini Mathew" userId="3875fe58a975fc01" providerId="LiveId" clId="{DB55EFC7-B285-4AD3-9EF2-7FF893439680}" dt="2025-04-27T09:42:40.144" v="169" actId="20577"/>
          <ac:spMkLst>
            <pc:docMk/>
            <pc:sldMk cId="88404620" sldId="1980"/>
            <ac:spMk id="4" creationId="{11638D45-CE17-40C1-F11F-770D918C473D}"/>
          </ac:spMkLst>
        </pc:spChg>
        <pc:spChg chg="add mod">
          <ac:chgData name="Sini Mathew" userId="3875fe58a975fc01" providerId="LiveId" clId="{DB55EFC7-B285-4AD3-9EF2-7FF893439680}" dt="2025-04-29T07:09:27.573" v="681" actId="255"/>
          <ac:spMkLst>
            <pc:docMk/>
            <pc:sldMk cId="88404620" sldId="1980"/>
            <ac:spMk id="5" creationId="{9717C765-5721-9338-58CB-0C8C9D518EE3}"/>
          </ac:spMkLst>
        </pc:spChg>
        <pc:spChg chg="add mod">
          <ac:chgData name="Sini Mathew" userId="3875fe58a975fc01" providerId="LiveId" clId="{DB55EFC7-B285-4AD3-9EF2-7FF893439680}" dt="2025-04-29T07:10:40.625" v="698" actId="1076"/>
          <ac:spMkLst>
            <pc:docMk/>
            <pc:sldMk cId="88404620" sldId="1980"/>
            <ac:spMk id="8" creationId="{6C8B461C-05CB-B0BF-5D66-1EC34362AB99}"/>
          </ac:spMkLst>
        </pc:spChg>
        <pc:spChg chg="mod">
          <ac:chgData name="Sini Mathew" userId="3875fe58a975fc01" providerId="LiveId" clId="{DB55EFC7-B285-4AD3-9EF2-7FF893439680}" dt="2025-04-29T07:09:33.184" v="683" actId="255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Sini Mathew" userId="3875fe58a975fc01" providerId="LiveId" clId="{DB55EFC7-B285-4AD3-9EF2-7FF893439680}" dt="2025-04-29T07:09:23.287" v="680" actId="255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Sini Mathew" userId="3875fe58a975fc01" providerId="LiveId" clId="{DB55EFC7-B285-4AD3-9EF2-7FF893439680}" dt="2025-04-27T09:17:06.327" v="42" actId="6549"/>
        <pc:sldMkLst>
          <pc:docMk/>
          <pc:sldMk cId="3121947046" sldId="2224"/>
        </pc:sldMkLst>
        <pc:spChg chg="mod">
          <ac:chgData name="Sini Mathew" userId="3875fe58a975fc01" providerId="LiveId" clId="{DB55EFC7-B285-4AD3-9EF2-7FF893439680}" dt="2025-04-27T09:17:06.327" v="42" actId="6549"/>
          <ac:spMkLst>
            <pc:docMk/>
            <pc:sldMk cId="3121947046" sldId="2224"/>
            <ac:spMk id="3" creationId="{38089C85-5C96-F517-DD26-C5A3F165A6A2}"/>
          </ac:spMkLst>
        </pc:spChg>
      </pc:sldChg>
      <pc:sldChg chg="del">
        <pc:chgData name="Sini Mathew" userId="3875fe58a975fc01" providerId="LiveId" clId="{DB55EFC7-B285-4AD3-9EF2-7FF893439680}" dt="2025-04-27T09:28:44.251" v="75" actId="47"/>
        <pc:sldMkLst>
          <pc:docMk/>
          <pc:sldMk cId="2951403442" sldId="2225"/>
        </pc:sldMkLst>
      </pc:sldChg>
      <pc:sldChg chg="del">
        <pc:chgData name="Sini Mathew" userId="3875fe58a975fc01" providerId="LiveId" clId="{DB55EFC7-B285-4AD3-9EF2-7FF893439680}" dt="2025-04-27T09:28:44.983" v="76" actId="47"/>
        <pc:sldMkLst>
          <pc:docMk/>
          <pc:sldMk cId="1394722712" sldId="2226"/>
        </pc:sldMkLst>
      </pc:sldChg>
      <pc:sldChg chg="del">
        <pc:chgData name="Sini Mathew" userId="3875fe58a975fc01" providerId="LiveId" clId="{DB55EFC7-B285-4AD3-9EF2-7FF893439680}" dt="2025-04-27T09:28:45.579" v="77" actId="47"/>
        <pc:sldMkLst>
          <pc:docMk/>
          <pc:sldMk cId="154014290" sldId="2227"/>
        </pc:sldMkLst>
      </pc:sldChg>
      <pc:sldChg chg="modSp mod">
        <pc:chgData name="Sini Mathew" userId="3875fe58a975fc01" providerId="LiveId" clId="{DB55EFC7-B285-4AD3-9EF2-7FF893439680}" dt="2025-04-29T07:12:58.212" v="747" actId="20577"/>
        <pc:sldMkLst>
          <pc:docMk/>
          <pc:sldMk cId="3780779953" sldId="2228"/>
        </pc:sldMkLst>
        <pc:spChg chg="mod">
          <ac:chgData name="Sini Mathew" userId="3875fe58a975fc01" providerId="LiveId" clId="{DB55EFC7-B285-4AD3-9EF2-7FF893439680}" dt="2025-04-29T07:12:58.212" v="747" actId="20577"/>
          <ac:spMkLst>
            <pc:docMk/>
            <pc:sldMk cId="3780779953" sldId="2228"/>
            <ac:spMk id="2" creationId="{28119393-2E07-9BA8-3601-874709AD6190}"/>
          </ac:spMkLst>
        </pc:spChg>
        <pc:spChg chg="mod">
          <ac:chgData name="Sini Mathew" userId="3875fe58a975fc01" providerId="LiveId" clId="{DB55EFC7-B285-4AD3-9EF2-7FF893439680}" dt="2025-04-29T07:12:32.816" v="729" actId="1076"/>
          <ac:spMkLst>
            <pc:docMk/>
            <pc:sldMk cId="3780779953" sldId="2228"/>
            <ac:spMk id="9" creationId="{1D593D98-1A73-D535-7BC0-08AE5424274B}"/>
          </ac:spMkLst>
        </pc:spChg>
        <pc:spChg chg="mod">
          <ac:chgData name="Sini Mathew" userId="3875fe58a975fc01" providerId="LiveId" clId="{DB55EFC7-B285-4AD3-9EF2-7FF893439680}" dt="2025-04-29T07:12:11.930" v="725" actId="1076"/>
          <ac:spMkLst>
            <pc:docMk/>
            <pc:sldMk cId="3780779953" sldId="2228"/>
            <ac:spMk id="11" creationId="{126AFE02-66EF-32EF-25F0-F8A032DB7770}"/>
          </ac:spMkLst>
        </pc:spChg>
        <pc:grpChg chg="mod">
          <ac:chgData name="Sini Mathew" userId="3875fe58a975fc01" providerId="LiveId" clId="{DB55EFC7-B285-4AD3-9EF2-7FF893439680}" dt="2025-04-29T07:12:24.735" v="727" actId="1076"/>
          <ac:grpSpMkLst>
            <pc:docMk/>
            <pc:sldMk cId="3780779953" sldId="2228"/>
            <ac:grpSpMk id="12" creationId="{EDECDFEC-D219-F3A1-C2B4-7BE22C1047EE}"/>
          </ac:grpSpMkLst>
        </pc:grpChg>
      </pc:sldChg>
      <pc:sldChg chg="addSp delSp modSp mod">
        <pc:chgData name="Sini Mathew" userId="3875fe58a975fc01" providerId="LiveId" clId="{DB55EFC7-B285-4AD3-9EF2-7FF893439680}" dt="2025-04-27T09:52:52.712" v="217" actId="20577"/>
        <pc:sldMkLst>
          <pc:docMk/>
          <pc:sldMk cId="3489297901" sldId="2231"/>
        </pc:sldMkLst>
        <pc:spChg chg="mod">
          <ac:chgData name="Sini Mathew" userId="3875fe58a975fc01" providerId="LiveId" clId="{DB55EFC7-B285-4AD3-9EF2-7FF893439680}" dt="2025-04-27T09:52:52.712" v="217" actId="20577"/>
          <ac:spMkLst>
            <pc:docMk/>
            <pc:sldMk cId="3489297901" sldId="2231"/>
            <ac:spMk id="2" creationId="{7A3C6BEB-C3C6-C44E-CCA6-FA4251F664E3}"/>
          </ac:spMkLst>
        </pc:spChg>
        <pc:spChg chg="add mod">
          <ac:chgData name="Sini Mathew" userId="3875fe58a975fc01" providerId="LiveId" clId="{DB55EFC7-B285-4AD3-9EF2-7FF893439680}" dt="2025-04-27T09:52:17.103" v="200" actId="1076"/>
          <ac:spMkLst>
            <pc:docMk/>
            <pc:sldMk cId="3489297901" sldId="2231"/>
            <ac:spMk id="3" creationId="{3DD7E497-16E3-4D0B-D67F-B0783CD0DB3A}"/>
          </ac:spMkLst>
        </pc:spChg>
        <pc:spChg chg="add mod">
          <ac:chgData name="Sini Mathew" userId="3875fe58a975fc01" providerId="LiveId" clId="{DB55EFC7-B285-4AD3-9EF2-7FF893439680}" dt="2025-04-27T09:52:38.112" v="205" actId="1076"/>
          <ac:spMkLst>
            <pc:docMk/>
            <pc:sldMk cId="3489297901" sldId="2231"/>
            <ac:spMk id="7" creationId="{112E09B5-E893-4800-2C09-D538794564EC}"/>
          </ac:spMkLst>
        </pc:spChg>
      </pc:sldChg>
      <pc:sldChg chg="addSp delSp modSp mod">
        <pc:chgData name="Sini Mathew" userId="3875fe58a975fc01" providerId="LiveId" clId="{DB55EFC7-B285-4AD3-9EF2-7FF893439680}" dt="2025-04-29T07:14:40.962" v="763" actId="255"/>
        <pc:sldMkLst>
          <pc:docMk/>
          <pc:sldMk cId="3170579240" sldId="2233"/>
        </pc:sldMkLst>
      </pc:sldChg>
      <pc:sldChg chg="del">
        <pc:chgData name="Sini Mathew" userId="3875fe58a975fc01" providerId="LiveId" clId="{DB55EFC7-B285-4AD3-9EF2-7FF893439680}" dt="2025-04-27T10:18:06.073" v="474" actId="47"/>
        <pc:sldMkLst>
          <pc:docMk/>
          <pc:sldMk cId="1784859979" sldId="2235"/>
        </pc:sldMkLst>
      </pc:sldChg>
      <pc:sldChg chg="del">
        <pc:chgData name="Sini Mathew" userId="3875fe58a975fc01" providerId="LiveId" clId="{DB55EFC7-B285-4AD3-9EF2-7FF893439680}" dt="2025-04-27T10:18:08.109" v="476" actId="47"/>
        <pc:sldMkLst>
          <pc:docMk/>
          <pc:sldMk cId="3061958577" sldId="2236"/>
        </pc:sldMkLst>
      </pc:sldChg>
      <pc:sldChg chg="addSp delSp modSp del mod">
        <pc:chgData name="Sini Mathew" userId="3875fe58a975fc01" providerId="LiveId" clId="{DB55EFC7-B285-4AD3-9EF2-7FF893439680}" dt="2025-04-27T09:57:22.950" v="254" actId="47"/>
        <pc:sldMkLst>
          <pc:docMk/>
          <pc:sldMk cId="4110030402" sldId="2237"/>
        </pc:sldMkLst>
      </pc:sldChg>
      <pc:sldChg chg="del">
        <pc:chgData name="Sini Mathew" userId="3875fe58a975fc01" providerId="LiveId" clId="{DB55EFC7-B285-4AD3-9EF2-7FF893439680}" dt="2025-04-27T09:57:24.877" v="256" actId="47"/>
        <pc:sldMkLst>
          <pc:docMk/>
          <pc:sldMk cId="1189225" sldId="2239"/>
        </pc:sldMkLst>
      </pc:sldChg>
      <pc:sldChg chg="modSp mod">
        <pc:chgData name="Sini Mathew" userId="3875fe58a975fc01" providerId="LiveId" clId="{DB55EFC7-B285-4AD3-9EF2-7FF893439680}" dt="2025-04-29T07:15:06.731" v="776" actId="20577"/>
        <pc:sldMkLst>
          <pc:docMk/>
          <pc:sldMk cId="2734071704" sldId="2241"/>
        </pc:sldMkLst>
        <pc:spChg chg="mod">
          <ac:chgData name="Sini Mathew" userId="3875fe58a975fc01" providerId="LiveId" clId="{DB55EFC7-B285-4AD3-9EF2-7FF893439680}" dt="2025-04-29T07:15:06.731" v="776" actId="20577"/>
          <ac:spMkLst>
            <pc:docMk/>
            <pc:sldMk cId="2734071704" sldId="2241"/>
            <ac:spMk id="2" creationId="{3FAD3966-F8B5-C09A-2EF3-823484DD2F01}"/>
          </ac:spMkLst>
        </pc:spChg>
      </pc:sldChg>
      <pc:sldChg chg="modSp mod">
        <pc:chgData name="Sini Mathew" userId="3875fe58a975fc01" providerId="LiveId" clId="{DB55EFC7-B285-4AD3-9EF2-7FF893439680}" dt="2025-04-29T07:21:25.663" v="1004" actId="20577"/>
        <pc:sldMkLst>
          <pc:docMk/>
          <pc:sldMk cId="3615593209" sldId="2249"/>
        </pc:sldMkLst>
        <pc:spChg chg="mod">
          <ac:chgData name="Sini Mathew" userId="3875fe58a975fc01" providerId="LiveId" clId="{DB55EFC7-B285-4AD3-9EF2-7FF893439680}" dt="2025-04-29T07:21:25.663" v="1004" actId="20577"/>
          <ac:spMkLst>
            <pc:docMk/>
            <pc:sldMk cId="3615593209" sldId="2249"/>
            <ac:spMk id="2" creationId="{E97ACE52-F541-4533-7506-0CFFAF7E77AA}"/>
          </ac:spMkLst>
        </pc:spChg>
      </pc:sldChg>
      <pc:sldChg chg="addSp delSp modSp mod">
        <pc:chgData name="Sini Mathew" userId="3875fe58a975fc01" providerId="LiveId" clId="{DB55EFC7-B285-4AD3-9EF2-7FF893439680}" dt="2025-04-29T07:22:36.326" v="1112" actId="20577"/>
        <pc:sldMkLst>
          <pc:docMk/>
          <pc:sldMk cId="3477834588" sldId="2250"/>
        </pc:sldMkLst>
        <pc:spChg chg="mod">
          <ac:chgData name="Sini Mathew" userId="3875fe58a975fc01" providerId="LiveId" clId="{DB55EFC7-B285-4AD3-9EF2-7FF893439680}" dt="2025-04-29T07:22:36.326" v="1112" actId="20577"/>
          <ac:spMkLst>
            <pc:docMk/>
            <pc:sldMk cId="3477834588" sldId="2250"/>
            <ac:spMk id="2" creationId="{29DF2C2A-FD10-1636-1F20-AA4FE3AD9810}"/>
          </ac:spMkLst>
        </pc:spChg>
        <pc:spChg chg="add mod">
          <ac:chgData name="Sini Mathew" userId="3875fe58a975fc01" providerId="LiveId" clId="{DB55EFC7-B285-4AD3-9EF2-7FF893439680}" dt="2025-04-27T11:16:13.537" v="526" actId="1076"/>
          <ac:spMkLst>
            <pc:docMk/>
            <pc:sldMk cId="3477834588" sldId="2250"/>
            <ac:spMk id="3" creationId="{F8E060D1-B40B-E1E5-A80F-9C6428879BB3}"/>
          </ac:spMkLst>
        </pc:spChg>
        <pc:spChg chg="mod">
          <ac:chgData name="Sini Mathew" userId="3875fe58a975fc01" providerId="LiveId" clId="{DB55EFC7-B285-4AD3-9EF2-7FF893439680}" dt="2025-04-27T11:18:56.820" v="567" actId="20577"/>
          <ac:spMkLst>
            <pc:docMk/>
            <pc:sldMk cId="3477834588" sldId="2250"/>
            <ac:spMk id="4" creationId="{038D3218-338A-BDD1-2B56-E8E61AFDDE32}"/>
          </ac:spMkLst>
        </pc:spChg>
        <pc:spChg chg="add mod">
          <ac:chgData name="Sini Mathew" userId="3875fe58a975fc01" providerId="LiveId" clId="{DB55EFC7-B285-4AD3-9EF2-7FF893439680}" dt="2025-04-27T11:16:37.321" v="540" actId="1076"/>
          <ac:spMkLst>
            <pc:docMk/>
            <pc:sldMk cId="3477834588" sldId="2250"/>
            <ac:spMk id="5" creationId="{47920C0A-0F2D-E95D-D860-2B2905124F75}"/>
          </ac:spMkLst>
        </pc:spChg>
      </pc:sldChg>
      <pc:sldChg chg="modSp mod">
        <pc:chgData name="Sini Mathew" userId="3875fe58a975fc01" providerId="LiveId" clId="{DB55EFC7-B285-4AD3-9EF2-7FF893439680}" dt="2025-04-29T07:22:49.745" v="1116" actId="20577"/>
        <pc:sldMkLst>
          <pc:docMk/>
          <pc:sldMk cId="735456393" sldId="2251"/>
        </pc:sldMkLst>
        <pc:spChg chg="mod">
          <ac:chgData name="Sini Mathew" userId="3875fe58a975fc01" providerId="LiveId" clId="{DB55EFC7-B285-4AD3-9EF2-7FF893439680}" dt="2025-04-29T07:22:49.745" v="1116" actId="20577"/>
          <ac:spMkLst>
            <pc:docMk/>
            <pc:sldMk cId="735456393" sldId="2251"/>
            <ac:spMk id="2" creationId="{1A3EFCDF-FD09-C62E-0815-9961D2102623}"/>
          </ac:spMkLst>
        </pc:spChg>
      </pc:sldChg>
      <pc:sldChg chg="addSp delSp modSp mod">
        <pc:chgData name="Sini Mathew" userId="3875fe58a975fc01" providerId="LiveId" clId="{DB55EFC7-B285-4AD3-9EF2-7FF893439680}" dt="2025-04-29T07:22:55.040" v="1125" actId="20577"/>
        <pc:sldMkLst>
          <pc:docMk/>
          <pc:sldMk cId="1064694149" sldId="2252"/>
        </pc:sldMkLst>
        <pc:spChg chg="mod">
          <ac:chgData name="Sini Mathew" userId="3875fe58a975fc01" providerId="LiveId" clId="{DB55EFC7-B285-4AD3-9EF2-7FF893439680}" dt="2025-04-29T07:22:55.040" v="1125" actId="20577"/>
          <ac:spMkLst>
            <pc:docMk/>
            <pc:sldMk cId="1064694149" sldId="2252"/>
            <ac:spMk id="2" creationId="{24F61270-3C10-0018-E599-7530B6718D65}"/>
          </ac:spMkLst>
        </pc:spChg>
        <pc:spChg chg="add mod">
          <ac:chgData name="Sini Mathew" userId="3875fe58a975fc01" providerId="LiveId" clId="{DB55EFC7-B285-4AD3-9EF2-7FF893439680}" dt="2025-04-27T11:26:56.098" v="576" actId="1076"/>
          <ac:spMkLst>
            <pc:docMk/>
            <pc:sldMk cId="1064694149" sldId="2252"/>
            <ac:spMk id="3" creationId="{0DC18226-E030-B418-FB53-2686F2EAD0E1}"/>
          </ac:spMkLst>
        </pc:spChg>
        <pc:spChg chg="mod">
          <ac:chgData name="Sini Mathew" userId="3875fe58a975fc01" providerId="LiveId" clId="{DB55EFC7-B285-4AD3-9EF2-7FF893439680}" dt="2025-04-27T11:29:28.682" v="615" actId="20577"/>
          <ac:spMkLst>
            <pc:docMk/>
            <pc:sldMk cId="1064694149" sldId="2252"/>
            <ac:spMk id="4" creationId="{84EF326A-FE36-3468-2B6A-FCBA20761AE9}"/>
          </ac:spMkLst>
        </pc:spChg>
        <pc:spChg chg="add mod">
          <ac:chgData name="Sini Mathew" userId="3875fe58a975fc01" providerId="LiveId" clId="{DB55EFC7-B285-4AD3-9EF2-7FF893439680}" dt="2025-04-27T11:27:08.731" v="579" actId="1076"/>
          <ac:spMkLst>
            <pc:docMk/>
            <pc:sldMk cId="1064694149" sldId="2252"/>
            <ac:spMk id="5" creationId="{1EFEFD43-368B-450F-1C8C-A79A9C7CB389}"/>
          </ac:spMkLst>
        </pc:spChg>
      </pc:sldChg>
      <pc:sldChg chg="del">
        <pc:chgData name="Sini Mathew" userId="3875fe58a975fc01" providerId="LiveId" clId="{DB55EFC7-B285-4AD3-9EF2-7FF893439680}" dt="2025-04-27T11:25:42.242" v="568" actId="47"/>
        <pc:sldMkLst>
          <pc:docMk/>
          <pc:sldMk cId="3328942207" sldId="2254"/>
        </pc:sldMkLst>
      </pc:sldChg>
      <pc:sldChg chg="addSp delSp modSp del mod">
        <pc:chgData name="Sini Mathew" userId="3875fe58a975fc01" providerId="LiveId" clId="{DB55EFC7-B285-4AD3-9EF2-7FF893439680}" dt="2025-04-27T09:57:21.940" v="253" actId="47"/>
        <pc:sldMkLst>
          <pc:docMk/>
          <pc:sldMk cId="3535621030" sldId="2255"/>
        </pc:sldMkLst>
      </pc:sldChg>
      <pc:sldChg chg="del">
        <pc:chgData name="Sini Mathew" userId="3875fe58a975fc01" providerId="LiveId" clId="{DB55EFC7-B285-4AD3-9EF2-7FF893439680}" dt="2025-04-27T10:18:07.038" v="475" actId="47"/>
        <pc:sldMkLst>
          <pc:docMk/>
          <pc:sldMk cId="2323970490" sldId="2257"/>
        </pc:sldMkLst>
      </pc:sldChg>
      <pc:sldChg chg="del">
        <pc:chgData name="Sini Mathew" userId="3875fe58a975fc01" providerId="LiveId" clId="{DB55EFC7-B285-4AD3-9EF2-7FF893439680}" dt="2025-04-27T11:16:40.300" v="541" actId="47"/>
        <pc:sldMkLst>
          <pc:docMk/>
          <pc:sldMk cId="3118565536" sldId="2259"/>
        </pc:sldMkLst>
      </pc:sldChg>
      <pc:sldChg chg="del">
        <pc:chgData name="Sini Mathew" userId="3875fe58a975fc01" providerId="LiveId" clId="{DB55EFC7-B285-4AD3-9EF2-7FF893439680}" dt="2025-04-27T11:16:41.329" v="542" actId="47"/>
        <pc:sldMkLst>
          <pc:docMk/>
          <pc:sldMk cId="185820612" sldId="2260"/>
        </pc:sldMkLst>
      </pc:sldChg>
      <pc:sldChg chg="del">
        <pc:chgData name="Sini Mathew" userId="3875fe58a975fc01" providerId="LiveId" clId="{DB55EFC7-B285-4AD3-9EF2-7FF893439680}" dt="2025-04-27T11:16:42.509" v="543" actId="47"/>
        <pc:sldMkLst>
          <pc:docMk/>
          <pc:sldMk cId="2538666468" sldId="2261"/>
        </pc:sldMkLst>
      </pc:sldChg>
      <pc:sldChg chg="del">
        <pc:chgData name="Sini Mathew" userId="3875fe58a975fc01" providerId="LiveId" clId="{DB55EFC7-B285-4AD3-9EF2-7FF893439680}" dt="2025-04-27T11:27:10.678" v="580" actId="47"/>
        <pc:sldMkLst>
          <pc:docMk/>
          <pc:sldMk cId="71336007" sldId="2262"/>
        </pc:sldMkLst>
      </pc:sldChg>
      <pc:sldChg chg="del">
        <pc:chgData name="Sini Mathew" userId="3875fe58a975fc01" providerId="LiveId" clId="{DB55EFC7-B285-4AD3-9EF2-7FF893439680}" dt="2025-04-27T11:27:11.420" v="581" actId="47"/>
        <pc:sldMkLst>
          <pc:docMk/>
          <pc:sldMk cId="2040708728" sldId="2263"/>
        </pc:sldMkLst>
      </pc:sldChg>
      <pc:sldChg chg="del">
        <pc:chgData name="Sini Mathew" userId="3875fe58a975fc01" providerId="LiveId" clId="{DB55EFC7-B285-4AD3-9EF2-7FF893439680}" dt="2025-04-27T11:27:12.480" v="582" actId="47"/>
        <pc:sldMkLst>
          <pc:docMk/>
          <pc:sldMk cId="2534319763" sldId="2264"/>
        </pc:sldMkLst>
      </pc:sldChg>
      <pc:sldChg chg="del">
        <pc:chgData name="Sini Mathew" userId="3875fe58a975fc01" providerId="LiveId" clId="{DB55EFC7-B285-4AD3-9EF2-7FF893439680}" dt="2025-04-27T11:27:13.175" v="583" actId="47"/>
        <pc:sldMkLst>
          <pc:docMk/>
          <pc:sldMk cId="1077729681" sldId="2265"/>
        </pc:sldMkLst>
      </pc:sldChg>
      <pc:sldChg chg="addSp modSp mod">
        <pc:chgData name="Sini Mathew" userId="3875fe58a975fc01" providerId="LiveId" clId="{DB55EFC7-B285-4AD3-9EF2-7FF893439680}" dt="2025-04-29T07:19:52.651" v="911" actId="1076"/>
        <pc:sldMkLst>
          <pc:docMk/>
          <pc:sldMk cId="563162819" sldId="2268"/>
        </pc:sldMkLst>
        <pc:spChg chg="mod">
          <ac:chgData name="Sini Mathew" userId="3875fe58a975fc01" providerId="LiveId" clId="{DB55EFC7-B285-4AD3-9EF2-7FF893439680}" dt="2025-04-29T07:16:38.070" v="845" actId="20577"/>
          <ac:spMkLst>
            <pc:docMk/>
            <pc:sldMk cId="563162819" sldId="2268"/>
            <ac:spMk id="2" creationId="{12192B97-A1B2-7FC6-53E5-09D6FCBF72F1}"/>
          </ac:spMkLst>
        </pc:spChg>
        <pc:spChg chg="mod">
          <ac:chgData name="Sini Mathew" userId="3875fe58a975fc01" providerId="LiveId" clId="{DB55EFC7-B285-4AD3-9EF2-7FF893439680}" dt="2025-04-29T07:19:36.898" v="905" actId="255"/>
          <ac:spMkLst>
            <pc:docMk/>
            <pc:sldMk cId="563162819" sldId="2268"/>
            <ac:spMk id="3" creationId="{61D88EF5-A0EB-E7CF-1CF8-C932B981DD7D}"/>
          </ac:spMkLst>
        </pc:spChg>
        <pc:spChg chg="mod">
          <ac:chgData name="Sini Mathew" userId="3875fe58a975fc01" providerId="LiveId" clId="{DB55EFC7-B285-4AD3-9EF2-7FF893439680}" dt="2025-04-29T07:19:52.651" v="911" actId="1076"/>
          <ac:spMkLst>
            <pc:docMk/>
            <pc:sldMk cId="563162819" sldId="2268"/>
            <ac:spMk id="5" creationId="{BE000013-62DA-DAA0-6B52-EDF88EE07509}"/>
          </ac:spMkLst>
        </pc:spChg>
      </pc:sldChg>
      <pc:sldChg chg="del">
        <pc:chgData name="Sini Mathew" userId="3875fe58a975fc01" providerId="LiveId" clId="{DB55EFC7-B285-4AD3-9EF2-7FF893439680}" dt="2025-04-27T11:25:43.075" v="569" actId="47"/>
        <pc:sldMkLst>
          <pc:docMk/>
          <pc:sldMk cId="4065195486" sldId="2271"/>
        </pc:sldMkLst>
      </pc:sldChg>
      <pc:sldChg chg="del">
        <pc:chgData name="Sini Mathew" userId="3875fe58a975fc01" providerId="LiveId" clId="{DB55EFC7-B285-4AD3-9EF2-7FF893439680}" dt="2025-04-27T11:25:43.817" v="570" actId="47"/>
        <pc:sldMkLst>
          <pc:docMk/>
          <pc:sldMk cId="1534622121" sldId="2272"/>
        </pc:sldMkLst>
      </pc:sldChg>
      <pc:sldChg chg="del">
        <pc:chgData name="Sini Mathew" userId="3875fe58a975fc01" providerId="LiveId" clId="{DB55EFC7-B285-4AD3-9EF2-7FF893439680}" dt="2025-04-27T09:57:23.978" v="255" actId="47"/>
        <pc:sldMkLst>
          <pc:docMk/>
          <pc:sldMk cId="860467773" sldId="2273"/>
        </pc:sldMkLst>
      </pc:sldChg>
      <pc:sldChg chg="del">
        <pc:chgData name="Sini Mathew" userId="3875fe58a975fc01" providerId="LiveId" clId="{DB55EFC7-B285-4AD3-9EF2-7FF893439680}" dt="2025-04-27T09:57:25.602" v="257" actId="47"/>
        <pc:sldMkLst>
          <pc:docMk/>
          <pc:sldMk cId="1174471822" sldId="2274"/>
        </pc:sldMkLst>
      </pc:sldChg>
      <pc:sldChg chg="del">
        <pc:chgData name="Sini Mathew" userId="3875fe58a975fc01" providerId="LiveId" clId="{DB55EFC7-B285-4AD3-9EF2-7FF893439680}" dt="2025-04-27T11:27:14.343" v="584" actId="47"/>
        <pc:sldMkLst>
          <pc:docMk/>
          <pc:sldMk cId="3517840952" sldId="2275"/>
        </pc:sldMkLst>
      </pc:sldChg>
      <pc:sldChg chg="addSp delSp modSp add mod">
        <pc:chgData name="Sini Mathew" userId="3875fe58a975fc01" providerId="LiveId" clId="{DB55EFC7-B285-4AD3-9EF2-7FF893439680}" dt="2025-04-29T07:09:47.055" v="686" actId="255"/>
        <pc:sldMkLst>
          <pc:docMk/>
          <pc:sldMk cId="38124688" sldId="2276"/>
        </pc:sldMkLst>
        <pc:spChg chg="add mod">
          <ac:chgData name="Sini Mathew" userId="3875fe58a975fc01" providerId="LiveId" clId="{DB55EFC7-B285-4AD3-9EF2-7FF893439680}" dt="2025-04-29T07:08:57.542" v="675" actId="255"/>
          <ac:spMkLst>
            <pc:docMk/>
            <pc:sldMk cId="38124688" sldId="2276"/>
            <ac:spMk id="3" creationId="{F5989147-A65F-B7F5-9094-98DF917F0B6C}"/>
          </ac:spMkLst>
        </pc:spChg>
        <pc:spChg chg="mod">
          <ac:chgData name="Sini Mathew" userId="3875fe58a975fc01" providerId="LiveId" clId="{DB55EFC7-B285-4AD3-9EF2-7FF893439680}" dt="2025-04-27T09:42:49.144" v="173" actId="20577"/>
          <ac:spMkLst>
            <pc:docMk/>
            <pc:sldMk cId="38124688" sldId="2276"/>
            <ac:spMk id="4" creationId="{6735A940-9E59-13FD-AB9A-AAD846E17188}"/>
          </ac:spMkLst>
        </pc:spChg>
        <pc:spChg chg="mod">
          <ac:chgData name="Sini Mathew" userId="3875fe58a975fc01" providerId="LiveId" clId="{DB55EFC7-B285-4AD3-9EF2-7FF893439680}" dt="2025-04-29T07:09:11.175" v="678" actId="255"/>
          <ac:spMkLst>
            <pc:docMk/>
            <pc:sldMk cId="38124688" sldId="2276"/>
            <ac:spMk id="5" creationId="{B5430A24-06F9-D3FD-8E0A-275B25B90B2B}"/>
          </ac:spMkLst>
        </pc:spChg>
        <pc:spChg chg="add mod">
          <ac:chgData name="Sini Mathew" userId="3875fe58a975fc01" providerId="LiveId" clId="{DB55EFC7-B285-4AD3-9EF2-7FF893439680}" dt="2025-04-29T07:09:47.055" v="686" actId="255"/>
          <ac:spMkLst>
            <pc:docMk/>
            <pc:sldMk cId="38124688" sldId="2276"/>
            <ac:spMk id="7" creationId="{974DC77F-3F01-70E8-B5F1-8016A55BC7E0}"/>
          </ac:spMkLst>
        </pc:spChg>
        <pc:spChg chg="mod">
          <ac:chgData name="Sini Mathew" userId="3875fe58a975fc01" providerId="LiveId" clId="{DB55EFC7-B285-4AD3-9EF2-7FF893439680}" dt="2025-04-29T07:09:15.405" v="679" actId="255"/>
          <ac:spMkLst>
            <pc:docMk/>
            <pc:sldMk cId="38124688" sldId="2276"/>
            <ac:spMk id="12" creationId="{A2E8427B-2968-55AA-075F-12A50FEA2A81}"/>
          </ac:spMkLst>
        </pc:spChg>
      </pc:sldChg>
      <pc:sldChg chg="addSp delSp modSp add mod">
        <pc:chgData name="Sini Mathew" userId="3875fe58a975fc01" providerId="LiveId" clId="{DB55EFC7-B285-4AD3-9EF2-7FF893439680}" dt="2025-04-29T07:10:29.093" v="696" actId="1076"/>
        <pc:sldMkLst>
          <pc:docMk/>
          <pc:sldMk cId="891443072" sldId="2277"/>
        </pc:sldMkLst>
        <pc:spChg chg="add mod">
          <ac:chgData name="Sini Mathew" userId="3875fe58a975fc01" providerId="LiveId" clId="{DB55EFC7-B285-4AD3-9EF2-7FF893439680}" dt="2025-04-27T09:46:22.771" v="192" actId="1076"/>
          <ac:spMkLst>
            <pc:docMk/>
            <pc:sldMk cId="891443072" sldId="2277"/>
            <ac:spMk id="3" creationId="{3AB06F4B-5083-767C-2190-23800DC02C45}"/>
          </ac:spMkLst>
        </pc:spChg>
        <pc:spChg chg="mod">
          <ac:chgData name="Sini Mathew" userId="3875fe58a975fc01" providerId="LiveId" clId="{DB55EFC7-B285-4AD3-9EF2-7FF893439680}" dt="2025-04-27T09:43:00.231" v="177" actId="20577"/>
          <ac:spMkLst>
            <pc:docMk/>
            <pc:sldMk cId="891443072" sldId="2277"/>
            <ac:spMk id="4" creationId="{C891370F-EE6A-C0E2-30E0-34187E4F0505}"/>
          </ac:spMkLst>
        </pc:spChg>
        <pc:spChg chg="mod">
          <ac:chgData name="Sini Mathew" userId="3875fe58a975fc01" providerId="LiveId" clId="{DB55EFC7-B285-4AD3-9EF2-7FF893439680}" dt="2025-04-29T07:08:45.896" v="673" actId="255"/>
          <ac:spMkLst>
            <pc:docMk/>
            <pc:sldMk cId="891443072" sldId="2277"/>
            <ac:spMk id="5" creationId="{F857627A-B6C3-85E4-5AF2-16E80973806F}"/>
          </ac:spMkLst>
        </pc:spChg>
        <pc:spChg chg="add mod">
          <ac:chgData name="Sini Mathew" userId="3875fe58a975fc01" providerId="LiveId" clId="{DB55EFC7-B285-4AD3-9EF2-7FF893439680}" dt="2025-04-29T07:08:35.415" v="671" actId="255"/>
          <ac:spMkLst>
            <pc:docMk/>
            <pc:sldMk cId="891443072" sldId="2277"/>
            <ac:spMk id="7" creationId="{1F2854EF-B4D6-BEE9-113D-8963E020102A}"/>
          </ac:spMkLst>
        </pc:spChg>
        <pc:spChg chg="mod">
          <ac:chgData name="Sini Mathew" userId="3875fe58a975fc01" providerId="LiveId" clId="{DB55EFC7-B285-4AD3-9EF2-7FF893439680}" dt="2025-04-29T07:10:29.093" v="696" actId="1076"/>
          <ac:spMkLst>
            <pc:docMk/>
            <pc:sldMk cId="891443072" sldId="2277"/>
            <ac:spMk id="8" creationId="{D21801FC-C14E-17CD-BCBE-699DB8D2B1AB}"/>
          </ac:spMkLst>
        </pc:spChg>
        <pc:spChg chg="mod">
          <ac:chgData name="Sini Mathew" userId="3875fe58a975fc01" providerId="LiveId" clId="{DB55EFC7-B285-4AD3-9EF2-7FF893439680}" dt="2025-04-29T07:08:50.596" v="674" actId="255"/>
          <ac:spMkLst>
            <pc:docMk/>
            <pc:sldMk cId="891443072" sldId="2277"/>
            <ac:spMk id="12" creationId="{B1ED1D74-C816-BE6B-39E6-FBA4311E4928}"/>
          </ac:spMkLst>
        </pc:spChg>
      </pc:sldChg>
      <pc:sldChg chg="addSp delSp modSp add mod">
        <pc:chgData name="Sini Mathew" userId="3875fe58a975fc01" providerId="LiveId" clId="{DB55EFC7-B285-4AD3-9EF2-7FF893439680}" dt="2025-04-29T07:11:02.963" v="707" actId="948"/>
        <pc:sldMkLst>
          <pc:docMk/>
          <pc:sldMk cId="2231030714" sldId="2278"/>
        </pc:sldMkLst>
        <pc:spChg chg="mod">
          <ac:chgData name="Sini Mathew" userId="3875fe58a975fc01" providerId="LiveId" clId="{DB55EFC7-B285-4AD3-9EF2-7FF893439680}" dt="2025-04-27T09:43:08.444" v="181" actId="20577"/>
          <ac:spMkLst>
            <pc:docMk/>
            <pc:sldMk cId="2231030714" sldId="2278"/>
            <ac:spMk id="4" creationId="{E49100EC-6B9C-B6DB-1277-7275C6103AEB}"/>
          </ac:spMkLst>
        </pc:spChg>
        <pc:spChg chg="add mod">
          <ac:chgData name="Sini Mathew" userId="3875fe58a975fc01" providerId="LiveId" clId="{DB55EFC7-B285-4AD3-9EF2-7FF893439680}" dt="2025-04-29T07:08:22.819" v="670" actId="2711"/>
          <ac:spMkLst>
            <pc:docMk/>
            <pc:sldMk cId="2231030714" sldId="2278"/>
            <ac:spMk id="7" creationId="{7D68BD32-7738-DDCD-D2BF-0CBC710D1539}"/>
          </ac:spMkLst>
        </pc:spChg>
        <pc:spChg chg="mod">
          <ac:chgData name="Sini Mathew" userId="3875fe58a975fc01" providerId="LiveId" clId="{DB55EFC7-B285-4AD3-9EF2-7FF893439680}" dt="2025-04-29T07:07:28.532" v="666" actId="255"/>
          <ac:spMkLst>
            <pc:docMk/>
            <pc:sldMk cId="2231030714" sldId="2278"/>
            <ac:spMk id="8" creationId="{03807A3F-93BD-DC29-B796-F4CAA792FEFD}"/>
          </ac:spMkLst>
        </pc:spChg>
        <pc:spChg chg="mod">
          <ac:chgData name="Sini Mathew" userId="3875fe58a975fc01" providerId="LiveId" clId="{DB55EFC7-B285-4AD3-9EF2-7FF893439680}" dt="2025-04-29T07:11:02.963" v="707" actId="948"/>
          <ac:spMkLst>
            <pc:docMk/>
            <pc:sldMk cId="2231030714" sldId="2278"/>
            <ac:spMk id="10" creationId="{073FE868-43AB-2BED-1DEA-5BB56B55DDE1}"/>
          </ac:spMkLst>
        </pc:spChg>
        <pc:spChg chg="mod">
          <ac:chgData name="Sini Mathew" userId="3875fe58a975fc01" providerId="LiveId" clId="{DB55EFC7-B285-4AD3-9EF2-7FF893439680}" dt="2025-04-29T07:07:21.949" v="665" actId="255"/>
          <ac:spMkLst>
            <pc:docMk/>
            <pc:sldMk cId="2231030714" sldId="2278"/>
            <ac:spMk id="12" creationId="{10178772-E035-0E95-3952-16BD1E7ED0DE}"/>
          </ac:spMkLst>
        </pc:spChg>
      </pc:sldChg>
      <pc:sldChg chg="addSp delSp modSp add mod">
        <pc:chgData name="Sini Mathew" userId="3875fe58a975fc01" providerId="LiveId" clId="{DB55EFC7-B285-4AD3-9EF2-7FF893439680}" dt="2025-04-29T07:11:59.067" v="724" actId="6549"/>
        <pc:sldMkLst>
          <pc:docMk/>
          <pc:sldMk cId="568060574" sldId="2279"/>
        </pc:sldMkLst>
        <pc:spChg chg="add mod">
          <ac:chgData name="Sini Mathew" userId="3875fe58a975fc01" providerId="LiveId" clId="{DB55EFC7-B285-4AD3-9EF2-7FF893439680}" dt="2025-04-29T07:11:59.067" v="724" actId="6549"/>
          <ac:spMkLst>
            <pc:docMk/>
            <pc:sldMk cId="568060574" sldId="2279"/>
            <ac:spMk id="3" creationId="{E8927C48-8640-61D2-AD59-20E5A76CCD8C}"/>
          </ac:spMkLst>
        </pc:spChg>
        <pc:spChg chg="mod">
          <ac:chgData name="Sini Mathew" userId="3875fe58a975fc01" providerId="LiveId" clId="{DB55EFC7-B285-4AD3-9EF2-7FF893439680}" dt="2025-04-27T09:43:16.591" v="185" actId="20577"/>
          <ac:spMkLst>
            <pc:docMk/>
            <pc:sldMk cId="568060574" sldId="2279"/>
            <ac:spMk id="4" creationId="{DD9FFECF-ECE9-BC5C-75DE-5B60CA5C6F82}"/>
          </ac:spMkLst>
        </pc:spChg>
        <pc:spChg chg="mod">
          <ac:chgData name="Sini Mathew" userId="3875fe58a975fc01" providerId="LiveId" clId="{DB55EFC7-B285-4AD3-9EF2-7FF893439680}" dt="2025-04-29T07:11:22.815" v="712" actId="255"/>
          <ac:spMkLst>
            <pc:docMk/>
            <pc:sldMk cId="568060574" sldId="2279"/>
            <ac:spMk id="5" creationId="{049F34E9-10AF-B471-68DE-7224C0FBCC8C}"/>
          </ac:spMkLst>
        </pc:spChg>
        <pc:spChg chg="add mod">
          <ac:chgData name="Sini Mathew" userId="3875fe58a975fc01" providerId="LiveId" clId="{DB55EFC7-B285-4AD3-9EF2-7FF893439680}" dt="2025-04-29T07:11:29.324" v="713" actId="255"/>
          <ac:spMkLst>
            <pc:docMk/>
            <pc:sldMk cId="568060574" sldId="2279"/>
            <ac:spMk id="7" creationId="{D2F4FD35-89EA-1044-12E5-222E9506D333}"/>
          </ac:spMkLst>
        </pc:spChg>
        <pc:spChg chg="mod">
          <ac:chgData name="Sini Mathew" userId="3875fe58a975fc01" providerId="LiveId" clId="{DB55EFC7-B285-4AD3-9EF2-7FF893439680}" dt="2025-04-29T07:11:14.203" v="709" actId="255"/>
          <ac:spMkLst>
            <pc:docMk/>
            <pc:sldMk cId="568060574" sldId="2279"/>
            <ac:spMk id="12" creationId="{4F9B4B12-8037-172F-2F53-BF6CB324202E}"/>
          </ac:spMkLst>
        </pc:spChg>
      </pc:sldChg>
      <pc:sldChg chg="addSp delSp modSp add mod">
        <pc:chgData name="Sini Mathew" userId="3875fe58a975fc01" providerId="LiveId" clId="{DB55EFC7-B285-4AD3-9EF2-7FF893439680}" dt="2025-04-27T10:02:47.653" v="321" actId="20577"/>
        <pc:sldMkLst>
          <pc:docMk/>
          <pc:sldMk cId="3208742788" sldId="2280"/>
        </pc:sldMkLst>
        <pc:spChg chg="mod">
          <ac:chgData name="Sini Mathew" userId="3875fe58a975fc01" providerId="LiveId" clId="{DB55EFC7-B285-4AD3-9EF2-7FF893439680}" dt="2025-04-27T10:02:47.653" v="321" actId="20577"/>
          <ac:spMkLst>
            <pc:docMk/>
            <pc:sldMk cId="3208742788" sldId="2280"/>
            <ac:spMk id="5" creationId="{BF47077B-807B-84D6-AC0C-43D8EC29EA47}"/>
          </ac:spMkLst>
        </pc:spChg>
        <pc:spChg chg="add mod">
          <ac:chgData name="Sini Mathew" userId="3875fe58a975fc01" providerId="LiveId" clId="{DB55EFC7-B285-4AD3-9EF2-7FF893439680}" dt="2025-04-27T09:58:03.310" v="262" actId="114"/>
          <ac:spMkLst>
            <pc:docMk/>
            <pc:sldMk cId="3208742788" sldId="2280"/>
            <ac:spMk id="6" creationId="{22CF0560-3F22-41A3-82CC-2D2BAD840D7B}"/>
          </ac:spMkLst>
        </pc:spChg>
        <pc:spChg chg="add mod">
          <ac:chgData name="Sini Mathew" userId="3875fe58a975fc01" providerId="LiveId" clId="{DB55EFC7-B285-4AD3-9EF2-7FF893439680}" dt="2025-04-27T09:58:21.083" v="267" actId="114"/>
          <ac:spMkLst>
            <pc:docMk/>
            <pc:sldMk cId="3208742788" sldId="2280"/>
            <ac:spMk id="8" creationId="{B59A55C3-6162-42A2-B11B-78D558091B4A}"/>
          </ac:spMkLst>
        </pc:spChg>
      </pc:sldChg>
      <pc:sldChg chg="addSp delSp modSp add mod ord">
        <pc:chgData name="Sini Mathew" userId="3875fe58a975fc01" providerId="LiveId" clId="{DB55EFC7-B285-4AD3-9EF2-7FF893439680}" dt="2025-04-27T10:02:54.909" v="325" actId="20577"/>
        <pc:sldMkLst>
          <pc:docMk/>
          <pc:sldMk cId="2833012072" sldId="2281"/>
        </pc:sldMkLst>
        <pc:spChg chg="mod">
          <ac:chgData name="Sini Mathew" userId="3875fe58a975fc01" providerId="LiveId" clId="{DB55EFC7-B285-4AD3-9EF2-7FF893439680}" dt="2025-04-27T10:02:54.909" v="325" actId="20577"/>
          <ac:spMkLst>
            <pc:docMk/>
            <pc:sldMk cId="2833012072" sldId="2281"/>
            <ac:spMk id="5" creationId="{289E01AC-E75B-DE85-EC0E-45E417EC63A2}"/>
          </ac:spMkLst>
        </pc:spChg>
        <pc:spChg chg="add mod">
          <ac:chgData name="Sini Mathew" userId="3875fe58a975fc01" providerId="LiveId" clId="{DB55EFC7-B285-4AD3-9EF2-7FF893439680}" dt="2025-04-27T09:58:57.506" v="274" actId="20577"/>
          <ac:spMkLst>
            <pc:docMk/>
            <pc:sldMk cId="2833012072" sldId="2281"/>
            <ac:spMk id="6" creationId="{22CF0560-3F22-41A3-82CC-2D2BAD840D7B}"/>
          </ac:spMkLst>
        </pc:spChg>
        <pc:spChg chg="add mod">
          <ac:chgData name="Sini Mathew" userId="3875fe58a975fc01" providerId="LiveId" clId="{DB55EFC7-B285-4AD3-9EF2-7FF893439680}" dt="2025-04-27T09:59:10.763" v="277" actId="1076"/>
          <ac:spMkLst>
            <pc:docMk/>
            <pc:sldMk cId="2833012072" sldId="2281"/>
            <ac:spMk id="8" creationId="{B59A55C3-6162-42A2-B11B-78D558091B4A}"/>
          </ac:spMkLst>
        </pc:spChg>
      </pc:sldChg>
      <pc:sldChg chg="modSp add mod ord">
        <pc:chgData name="Sini Mathew" userId="3875fe58a975fc01" providerId="LiveId" clId="{DB55EFC7-B285-4AD3-9EF2-7FF893439680}" dt="2025-04-27T10:03:03.209" v="329" actId="20577"/>
        <pc:sldMkLst>
          <pc:docMk/>
          <pc:sldMk cId="1981699935" sldId="2282"/>
        </pc:sldMkLst>
      </pc:sldChg>
      <pc:sldChg chg="addSp delSp modSp add mod ord">
        <pc:chgData name="Sini Mathew" userId="3875fe58a975fc01" providerId="LiveId" clId="{DB55EFC7-B285-4AD3-9EF2-7FF893439680}" dt="2025-04-27T10:03:11.100" v="333" actId="20577"/>
        <pc:sldMkLst>
          <pc:docMk/>
          <pc:sldMk cId="2252046312" sldId="2283"/>
        </pc:sldMkLst>
        <pc:spChg chg="add mod">
          <ac:chgData name="Sini Mathew" userId="3875fe58a975fc01" providerId="LiveId" clId="{DB55EFC7-B285-4AD3-9EF2-7FF893439680}" dt="2025-04-27T09:59:56.152" v="286" actId="1076"/>
          <ac:spMkLst>
            <pc:docMk/>
            <pc:sldMk cId="2252046312" sldId="2283"/>
            <ac:spMk id="3" creationId="{22CF0560-3F22-41A3-82CC-2D2BAD840D7B}"/>
          </ac:spMkLst>
        </pc:spChg>
        <pc:spChg chg="mod">
          <ac:chgData name="Sini Mathew" userId="3875fe58a975fc01" providerId="LiveId" clId="{DB55EFC7-B285-4AD3-9EF2-7FF893439680}" dt="2025-04-27T10:03:11.100" v="333" actId="20577"/>
          <ac:spMkLst>
            <pc:docMk/>
            <pc:sldMk cId="2252046312" sldId="2283"/>
            <ac:spMk id="5" creationId="{A517679D-B3E5-B2B4-8808-A0A1F244637B}"/>
          </ac:spMkLst>
        </pc:spChg>
        <pc:spChg chg="add mod">
          <ac:chgData name="Sini Mathew" userId="3875fe58a975fc01" providerId="LiveId" clId="{DB55EFC7-B285-4AD3-9EF2-7FF893439680}" dt="2025-04-27T10:00:37.319" v="293" actId="1076"/>
          <ac:spMkLst>
            <pc:docMk/>
            <pc:sldMk cId="2252046312" sldId="2283"/>
            <ac:spMk id="11" creationId="{B59A55C3-6162-42A2-B11B-78D558091B4A}"/>
          </ac:spMkLst>
        </pc:spChg>
      </pc:sldChg>
      <pc:sldChg chg="modSp add mod ord">
        <pc:chgData name="Sini Mathew" userId="3875fe58a975fc01" providerId="LiveId" clId="{DB55EFC7-B285-4AD3-9EF2-7FF893439680}" dt="2025-04-27T10:03:19.530" v="337" actId="20577"/>
        <pc:sldMkLst>
          <pc:docMk/>
          <pc:sldMk cId="47202524" sldId="2284"/>
        </pc:sldMkLst>
      </pc:sldChg>
      <pc:sldChg chg="addSp delSp modSp add mod ord">
        <pc:chgData name="Sini Mathew" userId="3875fe58a975fc01" providerId="LiveId" clId="{DB55EFC7-B285-4AD3-9EF2-7FF893439680}" dt="2025-04-27T10:03:26.722" v="341" actId="20577"/>
        <pc:sldMkLst>
          <pc:docMk/>
          <pc:sldMk cId="2932874654" sldId="2285"/>
        </pc:sldMkLst>
        <pc:spChg chg="add mod">
          <ac:chgData name="Sini Mathew" userId="3875fe58a975fc01" providerId="LiveId" clId="{DB55EFC7-B285-4AD3-9EF2-7FF893439680}" dt="2025-04-27T10:01:25.704" v="304" actId="20577"/>
          <ac:spMkLst>
            <pc:docMk/>
            <pc:sldMk cId="2932874654" sldId="2285"/>
            <ac:spMk id="4" creationId="{22CF0560-3F22-41A3-82CC-2D2BAD840D7B}"/>
          </ac:spMkLst>
        </pc:spChg>
        <pc:spChg chg="mod">
          <ac:chgData name="Sini Mathew" userId="3875fe58a975fc01" providerId="LiveId" clId="{DB55EFC7-B285-4AD3-9EF2-7FF893439680}" dt="2025-04-27T10:03:26.722" v="341" actId="20577"/>
          <ac:spMkLst>
            <pc:docMk/>
            <pc:sldMk cId="2932874654" sldId="2285"/>
            <ac:spMk id="5" creationId="{58E658B5-EC27-6963-4784-E66541E42A34}"/>
          </ac:spMkLst>
        </pc:spChg>
        <pc:spChg chg="add mod">
          <ac:chgData name="Sini Mathew" userId="3875fe58a975fc01" providerId="LiveId" clId="{DB55EFC7-B285-4AD3-9EF2-7FF893439680}" dt="2025-04-27T10:01:47.339" v="308" actId="1076"/>
          <ac:spMkLst>
            <pc:docMk/>
            <pc:sldMk cId="2932874654" sldId="2285"/>
            <ac:spMk id="6" creationId="{B59A55C3-6162-42A2-B11B-78D558091B4A}"/>
          </ac:spMkLst>
        </pc:spChg>
      </pc:sldChg>
      <pc:sldChg chg="modSp add mod ord">
        <pc:chgData name="Sini Mathew" userId="3875fe58a975fc01" providerId="LiveId" clId="{DB55EFC7-B285-4AD3-9EF2-7FF893439680}" dt="2025-04-27T10:03:33.223" v="345" actId="20577"/>
        <pc:sldMkLst>
          <pc:docMk/>
          <pc:sldMk cId="1020762662" sldId="2286"/>
        </pc:sldMkLst>
      </pc:sldChg>
      <pc:sldChg chg="modSp add del mod ord">
        <pc:chgData name="Sini Mathew" userId="3875fe58a975fc01" providerId="LiveId" clId="{DB55EFC7-B285-4AD3-9EF2-7FF893439680}" dt="2025-04-27T10:38:12" v="512" actId="47"/>
        <pc:sldMkLst>
          <pc:docMk/>
          <pc:sldMk cId="2444821674" sldId="2287"/>
        </pc:sldMkLst>
      </pc:sldChg>
      <pc:sldChg chg="add del">
        <pc:chgData name="Sini Mathew" userId="3875fe58a975fc01" providerId="LiveId" clId="{DB55EFC7-B285-4AD3-9EF2-7FF893439680}" dt="2025-04-27T10:02:22.095" v="315" actId="47"/>
        <pc:sldMkLst>
          <pc:docMk/>
          <pc:sldMk cId="3153798218" sldId="2287"/>
        </pc:sldMkLst>
      </pc:sldChg>
      <pc:sldChg chg="modSp add mod">
        <pc:chgData name="Sini Mathew" userId="3875fe58a975fc01" providerId="LiveId" clId="{DB55EFC7-B285-4AD3-9EF2-7FF893439680}" dt="2025-04-29T07:14:21.797" v="760" actId="255"/>
        <pc:sldMkLst>
          <pc:docMk/>
          <pc:sldMk cId="1105290290" sldId="2288"/>
        </pc:sldMkLst>
      </pc:sldChg>
      <pc:sldChg chg="modSp add del mod">
        <pc:chgData name="Sini Mathew" userId="3875fe58a975fc01" providerId="LiveId" clId="{DB55EFC7-B285-4AD3-9EF2-7FF893439680}" dt="2025-04-27T10:55:26.763" v="513" actId="47"/>
        <pc:sldMkLst>
          <pc:docMk/>
          <pc:sldMk cId="630889443" sldId="2289"/>
        </pc:sldMkLst>
      </pc:sldChg>
      <pc:sldChg chg="modSp add mod">
        <pc:chgData name="Sini Mathew" userId="3875fe58a975fc01" providerId="LiveId" clId="{DB55EFC7-B285-4AD3-9EF2-7FF893439680}" dt="2025-04-29T07:14:56.402" v="765" actId="255"/>
        <pc:sldMkLst>
          <pc:docMk/>
          <pc:sldMk cId="2855185441" sldId="2290"/>
        </pc:sldMkLst>
      </pc:sldChg>
      <pc:sldChg chg="addSp delSp modSp add mod">
        <pc:chgData name="Sini Mathew" userId="3875fe58a975fc01" providerId="LiveId" clId="{DB55EFC7-B285-4AD3-9EF2-7FF893439680}" dt="2025-04-29T07:22:40.158" v="1113" actId="20577"/>
        <pc:sldMkLst>
          <pc:docMk/>
          <pc:sldMk cId="1064775659" sldId="2291"/>
        </pc:sldMkLst>
        <pc:spChg chg="mod">
          <ac:chgData name="Sini Mathew" userId="3875fe58a975fc01" providerId="LiveId" clId="{DB55EFC7-B285-4AD3-9EF2-7FF893439680}" dt="2025-04-29T07:22:40.158" v="1113" actId="20577"/>
          <ac:spMkLst>
            <pc:docMk/>
            <pc:sldMk cId="1064775659" sldId="2291"/>
            <ac:spMk id="2" creationId="{467A9BC5-C7D1-2DA9-8BE7-D79EF2FCDF65}"/>
          </ac:spMkLst>
        </pc:spChg>
        <pc:spChg chg="mod">
          <ac:chgData name="Sini Mathew" userId="3875fe58a975fc01" providerId="LiveId" clId="{DB55EFC7-B285-4AD3-9EF2-7FF893439680}" dt="2025-04-27T11:18:51.956" v="565" actId="20577"/>
          <ac:spMkLst>
            <pc:docMk/>
            <pc:sldMk cId="1064775659" sldId="2291"/>
            <ac:spMk id="4" creationId="{BECAA056-C61D-42CB-4B12-5847EE01B61F}"/>
          </ac:spMkLst>
        </pc:spChg>
        <pc:spChg chg="add mod">
          <ac:chgData name="Sini Mathew" userId="3875fe58a975fc01" providerId="LiveId" clId="{DB55EFC7-B285-4AD3-9EF2-7FF893439680}" dt="2025-04-27T11:17:04.975" v="547" actId="1076"/>
          <ac:spMkLst>
            <pc:docMk/>
            <pc:sldMk cId="1064775659" sldId="2291"/>
            <ac:spMk id="7" creationId="{F8E060D1-B40B-E1E5-A80F-9C6428879BB3}"/>
          </ac:spMkLst>
        </pc:spChg>
        <pc:spChg chg="add mod">
          <ac:chgData name="Sini Mathew" userId="3875fe58a975fc01" providerId="LiveId" clId="{DB55EFC7-B285-4AD3-9EF2-7FF893439680}" dt="2025-04-27T11:17:17.309" v="550" actId="1076"/>
          <ac:spMkLst>
            <pc:docMk/>
            <pc:sldMk cId="1064775659" sldId="2291"/>
            <ac:spMk id="8" creationId="{47920C0A-0F2D-E95D-D860-2B2905124F75}"/>
          </ac:spMkLst>
        </pc:spChg>
      </pc:sldChg>
      <pc:sldChg chg="addSp delSp modSp add mod">
        <pc:chgData name="Sini Mathew" userId="3875fe58a975fc01" providerId="LiveId" clId="{DB55EFC7-B285-4AD3-9EF2-7FF893439680}" dt="2025-04-29T07:22:44.607" v="1114" actId="20577"/>
        <pc:sldMkLst>
          <pc:docMk/>
          <pc:sldMk cId="1744450" sldId="2292"/>
        </pc:sldMkLst>
        <pc:spChg chg="mod">
          <ac:chgData name="Sini Mathew" userId="3875fe58a975fc01" providerId="LiveId" clId="{DB55EFC7-B285-4AD3-9EF2-7FF893439680}" dt="2025-04-29T07:22:44.607" v="1114" actId="20577"/>
          <ac:spMkLst>
            <pc:docMk/>
            <pc:sldMk cId="1744450" sldId="2292"/>
            <ac:spMk id="2" creationId="{F987573C-35A1-F5D7-F44F-76AA2BF164A8}"/>
          </ac:spMkLst>
        </pc:spChg>
        <pc:spChg chg="add mod">
          <ac:chgData name="Sini Mathew" userId="3875fe58a975fc01" providerId="LiveId" clId="{DB55EFC7-B285-4AD3-9EF2-7FF893439680}" dt="2025-04-27T11:18:05.445" v="556" actId="1076"/>
          <ac:spMkLst>
            <pc:docMk/>
            <pc:sldMk cId="1744450" sldId="2292"/>
            <ac:spMk id="3" creationId="{F8E060D1-B40B-E1E5-A80F-9C6428879BB3}"/>
          </ac:spMkLst>
        </pc:spChg>
        <pc:spChg chg="mod">
          <ac:chgData name="Sini Mathew" userId="3875fe58a975fc01" providerId="LiveId" clId="{DB55EFC7-B285-4AD3-9EF2-7FF893439680}" dt="2025-04-27T11:18:46.378" v="563" actId="20577"/>
          <ac:spMkLst>
            <pc:docMk/>
            <pc:sldMk cId="1744450" sldId="2292"/>
            <ac:spMk id="4" creationId="{0203C214-D3DC-CAB1-51E6-35827805026D}"/>
          </ac:spMkLst>
        </pc:spChg>
        <pc:spChg chg="add mod">
          <ac:chgData name="Sini Mathew" userId="3875fe58a975fc01" providerId="LiveId" clId="{DB55EFC7-B285-4AD3-9EF2-7FF893439680}" dt="2025-04-27T11:18:19.211" v="559" actId="1076"/>
          <ac:spMkLst>
            <pc:docMk/>
            <pc:sldMk cId="1744450" sldId="2292"/>
            <ac:spMk id="5" creationId="{47920C0A-0F2D-E95D-D860-2B2905124F75}"/>
          </ac:spMkLst>
        </pc:spChg>
      </pc:sldChg>
      <pc:sldChg chg="addSp delSp modSp add mod">
        <pc:chgData name="Sini Mathew" userId="3875fe58a975fc01" providerId="LiveId" clId="{DB55EFC7-B285-4AD3-9EF2-7FF893439680}" dt="2025-04-29T07:23:01.649" v="1134" actId="20577"/>
        <pc:sldMkLst>
          <pc:docMk/>
          <pc:sldMk cId="355799041" sldId="2293"/>
        </pc:sldMkLst>
        <pc:spChg chg="mod">
          <ac:chgData name="Sini Mathew" userId="3875fe58a975fc01" providerId="LiveId" clId="{DB55EFC7-B285-4AD3-9EF2-7FF893439680}" dt="2025-04-29T07:23:01.649" v="1134" actId="20577"/>
          <ac:spMkLst>
            <pc:docMk/>
            <pc:sldMk cId="355799041" sldId="2293"/>
            <ac:spMk id="2" creationId="{49F1A5AD-D18A-3990-E9A8-D6C9E3930ACB}"/>
          </ac:spMkLst>
        </pc:spChg>
        <pc:spChg chg="mod">
          <ac:chgData name="Sini Mathew" userId="3875fe58a975fc01" providerId="LiveId" clId="{DB55EFC7-B285-4AD3-9EF2-7FF893439680}" dt="2025-04-27T11:29:37.929" v="619" actId="20577"/>
          <ac:spMkLst>
            <pc:docMk/>
            <pc:sldMk cId="355799041" sldId="2293"/>
            <ac:spMk id="4" creationId="{AE9B0107-F782-C8D1-077D-2E21DDC1CE90}"/>
          </ac:spMkLst>
        </pc:spChg>
        <pc:spChg chg="add mod">
          <ac:chgData name="Sini Mathew" userId="3875fe58a975fc01" providerId="LiveId" clId="{DB55EFC7-B285-4AD3-9EF2-7FF893439680}" dt="2025-04-27T11:27:32.618" v="588" actId="1076"/>
          <ac:spMkLst>
            <pc:docMk/>
            <pc:sldMk cId="355799041" sldId="2293"/>
            <ac:spMk id="7" creationId="{F6A716D3-C5A7-D5F2-AC16-9CB4A624E418}"/>
          </ac:spMkLst>
        </pc:spChg>
        <pc:spChg chg="add mod">
          <ac:chgData name="Sini Mathew" userId="3875fe58a975fc01" providerId="LiveId" clId="{DB55EFC7-B285-4AD3-9EF2-7FF893439680}" dt="2025-04-27T11:27:42.993" v="591" actId="1076"/>
          <ac:spMkLst>
            <pc:docMk/>
            <pc:sldMk cId="355799041" sldId="2293"/>
            <ac:spMk id="8" creationId="{168DF5F1-9F47-EE66-42E4-1C464BA2D038}"/>
          </ac:spMkLst>
        </pc:spChg>
      </pc:sldChg>
      <pc:sldChg chg="addSp delSp modSp add mod">
        <pc:chgData name="Sini Mathew" userId="3875fe58a975fc01" providerId="LiveId" clId="{DB55EFC7-B285-4AD3-9EF2-7FF893439680}" dt="2025-04-29T07:23:08.172" v="1143" actId="20577"/>
        <pc:sldMkLst>
          <pc:docMk/>
          <pc:sldMk cId="4112920349" sldId="2294"/>
        </pc:sldMkLst>
        <pc:spChg chg="mod">
          <ac:chgData name="Sini Mathew" userId="3875fe58a975fc01" providerId="LiveId" clId="{DB55EFC7-B285-4AD3-9EF2-7FF893439680}" dt="2025-04-29T07:23:08.172" v="1143" actId="20577"/>
          <ac:spMkLst>
            <pc:docMk/>
            <pc:sldMk cId="4112920349" sldId="2294"/>
            <ac:spMk id="2" creationId="{E7081891-E75E-B0C8-EFBB-2575EEA6555F}"/>
          </ac:spMkLst>
        </pc:spChg>
        <pc:spChg chg="mod">
          <ac:chgData name="Sini Mathew" userId="3875fe58a975fc01" providerId="LiveId" clId="{DB55EFC7-B285-4AD3-9EF2-7FF893439680}" dt="2025-04-27T11:29:45.345" v="623" actId="20577"/>
          <ac:spMkLst>
            <pc:docMk/>
            <pc:sldMk cId="4112920349" sldId="2294"/>
            <ac:spMk id="4" creationId="{F1C7EA25-486F-A937-C524-BE17DF336EA6}"/>
          </ac:spMkLst>
        </pc:spChg>
        <pc:spChg chg="add mod">
          <ac:chgData name="Sini Mathew" userId="3875fe58a975fc01" providerId="LiveId" clId="{DB55EFC7-B285-4AD3-9EF2-7FF893439680}" dt="2025-04-27T11:28:15.841" v="597" actId="1076"/>
          <ac:spMkLst>
            <pc:docMk/>
            <pc:sldMk cId="4112920349" sldId="2294"/>
            <ac:spMk id="5" creationId="{ED0CC780-F74A-70C6-9F43-22C282541F61}"/>
          </ac:spMkLst>
        </pc:spChg>
        <pc:spChg chg="add mod">
          <ac:chgData name="Sini Mathew" userId="3875fe58a975fc01" providerId="LiveId" clId="{DB55EFC7-B285-4AD3-9EF2-7FF893439680}" dt="2025-04-27T11:28:26.417" v="600" actId="1076"/>
          <ac:spMkLst>
            <pc:docMk/>
            <pc:sldMk cId="4112920349" sldId="2294"/>
            <ac:spMk id="9" creationId="{B72FD233-78C6-398D-F86E-697831B9D561}"/>
          </ac:spMkLst>
        </pc:spChg>
      </pc:sldChg>
      <pc:sldChg chg="addSp delSp modSp add mod">
        <pc:chgData name="Sini Mathew" userId="3875fe58a975fc01" providerId="LiveId" clId="{DB55EFC7-B285-4AD3-9EF2-7FF893439680}" dt="2025-04-29T07:23:14.346" v="1152" actId="20577"/>
        <pc:sldMkLst>
          <pc:docMk/>
          <pc:sldMk cId="2933781662" sldId="2295"/>
        </pc:sldMkLst>
        <pc:spChg chg="mod">
          <ac:chgData name="Sini Mathew" userId="3875fe58a975fc01" providerId="LiveId" clId="{DB55EFC7-B285-4AD3-9EF2-7FF893439680}" dt="2025-04-29T07:23:14.346" v="1152" actId="20577"/>
          <ac:spMkLst>
            <pc:docMk/>
            <pc:sldMk cId="2933781662" sldId="2295"/>
            <ac:spMk id="2" creationId="{57445031-4601-5705-56F6-9D9FD314B410}"/>
          </ac:spMkLst>
        </pc:spChg>
        <pc:spChg chg="mod">
          <ac:chgData name="Sini Mathew" userId="3875fe58a975fc01" providerId="LiveId" clId="{DB55EFC7-B285-4AD3-9EF2-7FF893439680}" dt="2025-04-27T11:29:52.808" v="627" actId="20577"/>
          <ac:spMkLst>
            <pc:docMk/>
            <pc:sldMk cId="2933781662" sldId="2295"/>
            <ac:spMk id="4" creationId="{BD8DCDB4-06FE-BFE1-98C2-A715C5491E46}"/>
          </ac:spMkLst>
        </pc:spChg>
        <pc:spChg chg="add mod">
          <ac:chgData name="Sini Mathew" userId="3875fe58a975fc01" providerId="LiveId" clId="{DB55EFC7-B285-4AD3-9EF2-7FF893439680}" dt="2025-04-27T11:28:51.568" v="606" actId="1076"/>
          <ac:spMkLst>
            <pc:docMk/>
            <pc:sldMk cId="2933781662" sldId="2295"/>
            <ac:spMk id="7" creationId="{4375A63C-01F5-76ED-A0E9-E325FED224C0}"/>
          </ac:spMkLst>
        </pc:spChg>
        <pc:spChg chg="add mod">
          <ac:chgData name="Sini Mathew" userId="3875fe58a975fc01" providerId="LiveId" clId="{DB55EFC7-B285-4AD3-9EF2-7FF893439680}" dt="2025-04-27T11:29:03.151" v="609" actId="1076"/>
          <ac:spMkLst>
            <pc:docMk/>
            <pc:sldMk cId="2933781662" sldId="2295"/>
            <ac:spMk id="8" creationId="{41EA9ECE-DE11-E2BE-5827-5031E0075E83}"/>
          </ac:spMkLst>
        </pc:spChg>
      </pc:sldChg>
      <pc:sldChg chg="add del">
        <pc:chgData name="Sini Mathew" userId="3875fe58a975fc01" providerId="LiveId" clId="{DB55EFC7-B285-4AD3-9EF2-7FF893439680}" dt="2025-04-27T11:29:17.423" v="611" actId="47"/>
        <pc:sldMkLst>
          <pc:docMk/>
          <pc:sldMk cId="1792688219" sldId="2296"/>
        </pc:sldMkLst>
      </pc:sldChg>
      <pc:sldChg chg="modSp mod">
        <pc:chgData name="Sini Mathew" userId="3875fe58a975fc01" providerId="LiveId" clId="{DB55EFC7-B285-4AD3-9EF2-7FF893439680}" dt="2025-04-29T07:16:24.439" v="834" actId="20577"/>
        <pc:sldMkLst>
          <pc:docMk/>
          <pc:sldMk cId="3995819178" sldId="2297"/>
        </pc:sldMkLst>
        <pc:spChg chg="mod">
          <ac:chgData name="Sini Mathew" userId="3875fe58a975fc01" providerId="LiveId" clId="{DB55EFC7-B285-4AD3-9EF2-7FF893439680}" dt="2025-04-29T07:16:24.439" v="834" actId="20577"/>
          <ac:spMkLst>
            <pc:docMk/>
            <pc:sldMk cId="3995819178" sldId="2297"/>
            <ac:spMk id="2" creationId="{EC90BCD1-860D-2680-28F1-943B8EBF1D48}"/>
          </ac:spMkLst>
        </pc:spChg>
      </pc:sldChg>
      <pc:sldChg chg="modSp mod">
        <pc:chgData name="Sini Mathew" userId="3875fe58a975fc01" providerId="LiveId" clId="{DB55EFC7-B285-4AD3-9EF2-7FF893439680}" dt="2025-04-29T07:20:04.868" v="913" actId="207"/>
        <pc:sldMkLst>
          <pc:docMk/>
          <pc:sldMk cId="1775833484" sldId="2298"/>
        </pc:sldMkLst>
        <pc:spChg chg="mod">
          <ac:chgData name="Sini Mathew" userId="3875fe58a975fc01" providerId="LiveId" clId="{DB55EFC7-B285-4AD3-9EF2-7FF893439680}" dt="2025-04-29T07:16:46.166" v="854" actId="20577"/>
          <ac:spMkLst>
            <pc:docMk/>
            <pc:sldMk cId="1775833484" sldId="2298"/>
            <ac:spMk id="2" creationId="{87620B0C-0605-5652-AD0F-C9674026E29B}"/>
          </ac:spMkLst>
        </pc:spChg>
        <pc:spChg chg="mod">
          <ac:chgData name="Sini Mathew" userId="3875fe58a975fc01" providerId="LiveId" clId="{DB55EFC7-B285-4AD3-9EF2-7FF893439680}" dt="2025-04-29T07:20:04.868" v="913" actId="207"/>
          <ac:spMkLst>
            <pc:docMk/>
            <pc:sldMk cId="1775833484" sldId="2298"/>
            <ac:spMk id="3" creationId="{B029F87B-DC4D-5297-4ECE-20A3E24505FF}"/>
          </ac:spMkLst>
        </pc:spChg>
        <pc:spChg chg="mod">
          <ac:chgData name="Sini Mathew" userId="3875fe58a975fc01" providerId="LiveId" clId="{DB55EFC7-B285-4AD3-9EF2-7FF893439680}" dt="2025-04-29T07:20:01.487" v="912" actId="207"/>
          <ac:spMkLst>
            <pc:docMk/>
            <pc:sldMk cId="1775833484" sldId="2298"/>
            <ac:spMk id="5" creationId="{537123EA-2F96-031F-FA5C-907F92C604B9}"/>
          </ac:spMkLst>
        </pc:spChg>
      </pc:sldChg>
      <pc:sldChg chg="modSp mod">
        <pc:chgData name="Sini Mathew" userId="3875fe58a975fc01" providerId="LiveId" clId="{DB55EFC7-B285-4AD3-9EF2-7FF893439680}" dt="2025-04-29T07:17:03.738" v="864" actId="20577"/>
        <pc:sldMkLst>
          <pc:docMk/>
          <pc:sldMk cId="1664030939" sldId="2299"/>
        </pc:sldMkLst>
      </pc:sldChg>
      <pc:sldChg chg="modSp mod">
        <pc:chgData name="Sini Mathew" userId="3875fe58a975fc01" providerId="LiveId" clId="{DB55EFC7-B285-4AD3-9EF2-7FF893439680}" dt="2025-04-29T07:20:23.983" v="923" actId="20577"/>
        <pc:sldMkLst>
          <pc:docMk/>
          <pc:sldMk cId="3955349594" sldId="2300"/>
        </pc:sldMkLst>
      </pc:sldChg>
      <pc:sldChg chg="modSp mod">
        <pc:chgData name="Sini Mathew" userId="3875fe58a975fc01" providerId="LiveId" clId="{DB55EFC7-B285-4AD3-9EF2-7FF893439680}" dt="2025-04-29T07:20:32.861" v="932" actId="20577"/>
        <pc:sldMkLst>
          <pc:docMk/>
          <pc:sldMk cId="4291248249" sldId="2301"/>
        </pc:sldMkLst>
      </pc:sldChg>
      <pc:sldChg chg="modSp mod">
        <pc:chgData name="Sini Mathew" userId="3875fe58a975fc01" providerId="LiveId" clId="{DB55EFC7-B285-4AD3-9EF2-7FF893439680}" dt="2025-04-29T07:20:39.820" v="941" actId="20577"/>
        <pc:sldMkLst>
          <pc:docMk/>
          <pc:sldMk cId="1362983120" sldId="2302"/>
        </pc:sldMkLst>
      </pc:sldChg>
      <pc:sldChg chg="modSp mod">
        <pc:chgData name="Sini Mathew" userId="3875fe58a975fc01" providerId="LiveId" clId="{DB55EFC7-B285-4AD3-9EF2-7FF893439680}" dt="2025-04-29T07:20:46.959" v="951" actId="20577"/>
        <pc:sldMkLst>
          <pc:docMk/>
          <pc:sldMk cId="611368292" sldId="2303"/>
        </pc:sldMkLst>
      </pc:sldChg>
      <pc:sldChg chg="modSp mod">
        <pc:chgData name="Sini Mathew" userId="3875fe58a975fc01" providerId="LiveId" clId="{DB55EFC7-B285-4AD3-9EF2-7FF893439680}" dt="2025-04-29T07:20:52.948" v="960" actId="20577"/>
        <pc:sldMkLst>
          <pc:docMk/>
          <pc:sldMk cId="3019357359" sldId="2304"/>
        </pc:sldMkLst>
      </pc:sldChg>
      <pc:sldChg chg="modSp mod">
        <pc:chgData name="Sini Mathew" userId="3875fe58a975fc01" providerId="LiveId" clId="{DB55EFC7-B285-4AD3-9EF2-7FF893439680}" dt="2025-04-29T07:20:59.433" v="969" actId="20577"/>
        <pc:sldMkLst>
          <pc:docMk/>
          <pc:sldMk cId="1512399294" sldId="2305"/>
        </pc:sldMkLst>
      </pc:sldChg>
      <pc:sldChg chg="modSp mod">
        <pc:chgData name="Sini Mathew" userId="3875fe58a975fc01" providerId="LiveId" clId="{DB55EFC7-B285-4AD3-9EF2-7FF893439680}" dt="2025-04-29T07:21:07.064" v="978" actId="20577"/>
        <pc:sldMkLst>
          <pc:docMk/>
          <pc:sldMk cId="342834244" sldId="2306"/>
        </pc:sldMkLst>
      </pc:sldChg>
      <pc:sldChg chg="modSp mod">
        <pc:chgData name="Sini Mathew" userId="3875fe58a975fc01" providerId="LiveId" clId="{DB55EFC7-B285-4AD3-9EF2-7FF893439680}" dt="2025-04-29T07:22:32.723" v="1111" actId="20577"/>
        <pc:sldMkLst>
          <pc:docMk/>
          <pc:sldMk cId="2175277863" sldId="2307"/>
        </pc:sldMkLst>
        <pc:spChg chg="mod">
          <ac:chgData name="Sini Mathew" userId="3875fe58a975fc01" providerId="LiveId" clId="{DB55EFC7-B285-4AD3-9EF2-7FF893439680}" dt="2025-04-29T07:22:32.723" v="1111" actId="20577"/>
          <ac:spMkLst>
            <pc:docMk/>
            <pc:sldMk cId="2175277863" sldId="2307"/>
            <ac:spMk id="2" creationId="{23A354EB-FF23-D535-0808-74E04515FC87}"/>
          </ac:spMkLst>
        </pc:spChg>
      </pc:sldChg>
      <pc:sldChg chg="modSp mod">
        <pc:chgData name="Sini Mathew" userId="3875fe58a975fc01" providerId="LiveId" clId="{DB55EFC7-B285-4AD3-9EF2-7FF893439680}" dt="2025-04-29T07:21:34.162" v="1020" actId="20577"/>
        <pc:sldMkLst>
          <pc:docMk/>
          <pc:sldMk cId="2534454059" sldId="2308"/>
        </pc:sldMkLst>
        <pc:spChg chg="mod">
          <ac:chgData name="Sini Mathew" userId="3875fe58a975fc01" providerId="LiveId" clId="{DB55EFC7-B285-4AD3-9EF2-7FF893439680}" dt="2025-04-29T07:21:34.162" v="1020" actId="20577"/>
          <ac:spMkLst>
            <pc:docMk/>
            <pc:sldMk cId="2534454059" sldId="2308"/>
            <ac:spMk id="2" creationId="{914370E0-3970-9495-2071-FB1A50302931}"/>
          </ac:spMkLst>
        </pc:spChg>
      </pc:sldChg>
      <pc:sldChg chg="modSp mod">
        <pc:chgData name="Sini Mathew" userId="3875fe58a975fc01" providerId="LiveId" clId="{DB55EFC7-B285-4AD3-9EF2-7FF893439680}" dt="2025-04-29T07:21:42.673" v="1034" actId="20577"/>
        <pc:sldMkLst>
          <pc:docMk/>
          <pc:sldMk cId="584034574" sldId="2309"/>
        </pc:sldMkLst>
      </pc:sldChg>
      <pc:sldChg chg="modSp mod">
        <pc:chgData name="Sini Mathew" userId="3875fe58a975fc01" providerId="LiveId" clId="{DB55EFC7-B285-4AD3-9EF2-7FF893439680}" dt="2025-04-29T07:22:00.593" v="1063" actId="20577"/>
        <pc:sldMkLst>
          <pc:docMk/>
          <pc:sldMk cId="2918891712" sldId="2310"/>
        </pc:sldMkLst>
      </pc:sldChg>
      <pc:sldChg chg="modSp mod">
        <pc:chgData name="Sini Mathew" userId="3875fe58a975fc01" providerId="LiveId" clId="{DB55EFC7-B285-4AD3-9EF2-7FF893439680}" dt="2025-04-29T07:22:17.877" v="1095" actId="20577"/>
        <pc:sldMkLst>
          <pc:docMk/>
          <pc:sldMk cId="2540742234" sldId="2311"/>
        </pc:sldMkLst>
      </pc:sldChg>
      <pc:sldChg chg="modSp mod">
        <pc:chgData name="Sini Mathew" userId="3875fe58a975fc01" providerId="LiveId" clId="{DB55EFC7-B285-4AD3-9EF2-7FF893439680}" dt="2025-04-29T07:21:51.347" v="1048" actId="20577"/>
        <pc:sldMkLst>
          <pc:docMk/>
          <pc:sldMk cId="1531102232" sldId="2312"/>
        </pc:sldMkLst>
      </pc:sldChg>
      <pc:sldChg chg="modSp mod">
        <pc:chgData name="Sini Mathew" userId="3875fe58a975fc01" providerId="LiveId" clId="{DB55EFC7-B285-4AD3-9EF2-7FF893439680}" dt="2025-04-29T07:22:10.253" v="1081" actId="20577"/>
        <pc:sldMkLst>
          <pc:docMk/>
          <pc:sldMk cId="4147682853" sldId="2313"/>
        </pc:sldMkLst>
      </pc:sldChg>
      <pc:sldChg chg="modSp mod">
        <pc:chgData name="Sini Mathew" userId="3875fe58a975fc01" providerId="LiveId" clId="{DB55EFC7-B285-4AD3-9EF2-7FF893439680}" dt="2025-04-29T07:22:26.377" v="1110" actId="20577"/>
        <pc:sldMkLst>
          <pc:docMk/>
          <pc:sldMk cId="1523836135" sldId="2314"/>
        </pc:sldMkLst>
      </pc:sldChg>
      <pc:sldChg chg="modSp mod">
        <pc:chgData name="Sini Mathew" userId="3875fe58a975fc01" providerId="LiveId" clId="{DB55EFC7-B285-4AD3-9EF2-7FF893439680}" dt="2025-04-29T07:15:35.078" v="790" actId="120"/>
        <pc:sldMkLst>
          <pc:docMk/>
          <pc:sldMk cId="2805091335" sldId="2315"/>
        </pc:sldMkLst>
        <pc:spChg chg="mod">
          <ac:chgData name="Sini Mathew" userId="3875fe58a975fc01" providerId="LiveId" clId="{DB55EFC7-B285-4AD3-9EF2-7FF893439680}" dt="2025-04-29T07:15:16.440" v="787" actId="20577"/>
          <ac:spMkLst>
            <pc:docMk/>
            <pc:sldMk cId="2805091335" sldId="2315"/>
            <ac:spMk id="2" creationId="{DE4FED61-CB94-DA4B-DF7E-DEF7FF7FB2D8}"/>
          </ac:spMkLst>
        </pc:spChg>
        <pc:spChg chg="mod">
          <ac:chgData name="Sini Mathew" userId="3875fe58a975fc01" providerId="LiveId" clId="{DB55EFC7-B285-4AD3-9EF2-7FF893439680}" dt="2025-04-29T07:15:35.078" v="790" actId="120"/>
          <ac:spMkLst>
            <pc:docMk/>
            <pc:sldMk cId="2805091335" sldId="2315"/>
            <ac:spMk id="5" creationId="{2AAE5645-13C1-63A8-719E-BD8465319016}"/>
          </ac:spMkLst>
        </pc:spChg>
      </pc:sldChg>
      <pc:sldChg chg="modSp mod">
        <pc:chgData name="Sini Mathew" userId="3875fe58a975fc01" providerId="LiveId" clId="{DB55EFC7-B285-4AD3-9EF2-7FF893439680}" dt="2025-04-29T07:15:44.811" v="799" actId="20577"/>
        <pc:sldMkLst>
          <pc:docMk/>
          <pc:sldMk cId="3064558805" sldId="2316"/>
        </pc:sldMkLst>
        <pc:spChg chg="mod">
          <ac:chgData name="Sini Mathew" userId="3875fe58a975fc01" providerId="LiveId" clId="{DB55EFC7-B285-4AD3-9EF2-7FF893439680}" dt="2025-04-29T07:15:44.811" v="799" actId="20577"/>
          <ac:spMkLst>
            <pc:docMk/>
            <pc:sldMk cId="3064558805" sldId="2316"/>
            <ac:spMk id="2" creationId="{40FCB738-6134-9352-822C-8479E725A226}"/>
          </ac:spMkLst>
        </pc:spChg>
      </pc:sldChg>
      <pc:sldChg chg="modSp mod">
        <pc:chgData name="Sini Mathew" userId="3875fe58a975fc01" providerId="LiveId" clId="{DB55EFC7-B285-4AD3-9EF2-7FF893439680}" dt="2025-04-29T07:15:56.344" v="813" actId="6549"/>
        <pc:sldMkLst>
          <pc:docMk/>
          <pc:sldMk cId="4181651038" sldId="2317"/>
        </pc:sldMkLst>
        <pc:spChg chg="mod">
          <ac:chgData name="Sini Mathew" userId="3875fe58a975fc01" providerId="LiveId" clId="{DB55EFC7-B285-4AD3-9EF2-7FF893439680}" dt="2025-04-29T07:15:56.344" v="813" actId="6549"/>
          <ac:spMkLst>
            <pc:docMk/>
            <pc:sldMk cId="4181651038" sldId="2317"/>
            <ac:spMk id="2" creationId="{F910AD43-7C23-D42F-D789-793D64428660}"/>
          </ac:spMkLst>
        </pc:spChg>
      </pc:sldChg>
      <pc:sldChg chg="modSp mod">
        <pc:chgData name="Sini Mathew" userId="3875fe58a975fc01" providerId="LiveId" clId="{DB55EFC7-B285-4AD3-9EF2-7FF893439680}" dt="2025-04-29T07:16:16.318" v="824" actId="20577"/>
        <pc:sldMkLst>
          <pc:docMk/>
          <pc:sldMk cId="1989908657" sldId="2319"/>
        </pc:sldMkLst>
        <pc:spChg chg="mod">
          <ac:chgData name="Sini Mathew" userId="3875fe58a975fc01" providerId="LiveId" clId="{DB55EFC7-B285-4AD3-9EF2-7FF893439680}" dt="2025-04-29T07:16:16.318" v="824" actId="20577"/>
          <ac:spMkLst>
            <pc:docMk/>
            <pc:sldMk cId="1989908657" sldId="2319"/>
            <ac:spMk id="2" creationId="{00F103ED-0996-48D3-8C4F-7BE2703D4F4F}"/>
          </ac:spMkLst>
        </pc:spChg>
      </pc:sldChg>
      <pc:sldMasterChg chg="del delSldLayout">
        <pc:chgData name="Sini Mathew" userId="3875fe58a975fc01" providerId="LiveId" clId="{DB55EFC7-B285-4AD3-9EF2-7FF893439680}" dt="2025-04-27T10:07:58.273" v="352" actId="47"/>
        <pc:sldMasterMkLst>
          <pc:docMk/>
          <pc:sldMasterMk cId="1618560529" sldId="2147483838"/>
        </pc:sldMasterMkLst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1577389232" sldId="2147483839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2583210025" sldId="2147483840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4244038018" sldId="2147483841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661644411" sldId="2147483842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2150481492" sldId="2147483843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1406206038" sldId="2147483844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851920094" sldId="2147483845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1314779993" sldId="2147483846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326110198" sldId="2147483847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3316108904" sldId="2147483848"/>
          </pc:sldLayoutMkLst>
        </pc:sldLayoutChg>
        <pc:sldLayoutChg chg="del">
          <pc:chgData name="Sini Mathew" userId="3875fe58a975fc01" providerId="LiveId" clId="{DB55EFC7-B285-4AD3-9EF2-7FF893439680}" dt="2025-04-27T10:07:58.273" v="352" actId="47"/>
          <pc:sldLayoutMkLst>
            <pc:docMk/>
            <pc:sldMasterMk cId="1618560529" sldId="2147483838"/>
            <pc:sldLayoutMk cId="67431101" sldId="2147483849"/>
          </pc:sldLayoutMkLst>
        </pc:sldLayoutChg>
      </pc:sldMasterChg>
    </pc:docChg>
  </pc:docChgLst>
  <pc:docChgLst>
    <pc:chgData name="Reuben Stephen" userId="6a6eda1f0b9c2b70" providerId="LiveId" clId="{149D687C-D2BE-4CAF-9269-FFA169E54AE1}"/>
    <pc:docChg chg="undo redo custSel addSld delSld modSld sldOrd">
      <pc:chgData name="Reuben Stephen" userId="6a6eda1f0b9c2b70" providerId="LiveId" clId="{149D687C-D2BE-4CAF-9269-FFA169E54AE1}" dt="2025-05-01T08:14:28.728" v="2009" actId="14100"/>
      <pc:docMkLst>
        <pc:docMk/>
      </pc:docMkLst>
      <pc:sldChg chg="modSp mod">
        <pc:chgData name="Reuben Stephen" userId="6a6eda1f0b9c2b70" providerId="LiveId" clId="{149D687C-D2BE-4CAF-9269-FFA169E54AE1}" dt="2025-04-29T12:19:28.064" v="154" actId="20577"/>
        <pc:sldMkLst>
          <pc:docMk/>
          <pc:sldMk cId="347759732" sldId="952"/>
        </pc:sldMkLst>
        <pc:spChg chg="mod">
          <ac:chgData name="Reuben Stephen" userId="6a6eda1f0b9c2b70" providerId="LiveId" clId="{149D687C-D2BE-4CAF-9269-FFA169E54AE1}" dt="2025-04-29T12:19:28.064" v="154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modSp mod">
        <pc:chgData name="Reuben Stephen" userId="6a6eda1f0b9c2b70" providerId="LiveId" clId="{149D687C-D2BE-4CAF-9269-FFA169E54AE1}" dt="2025-04-29T12:25:09.276" v="198" actId="1076"/>
        <pc:sldMkLst>
          <pc:docMk/>
          <pc:sldMk cId="3368756669" sldId="1545"/>
        </pc:sldMkLst>
        <pc:spChg chg="mod">
          <ac:chgData name="Reuben Stephen" userId="6a6eda1f0b9c2b70" providerId="LiveId" clId="{149D687C-D2BE-4CAF-9269-FFA169E54AE1}" dt="2025-04-29T12:25:03.285" v="197" actId="14100"/>
          <ac:spMkLst>
            <pc:docMk/>
            <pc:sldMk cId="3368756669" sldId="1545"/>
            <ac:spMk id="3" creationId="{22CF0560-3F22-41A3-82CC-2D2BAD840D7B}"/>
          </ac:spMkLst>
        </pc:spChg>
        <pc:spChg chg="mod">
          <ac:chgData name="Reuben Stephen" userId="6a6eda1f0b9c2b70" providerId="LiveId" clId="{149D687C-D2BE-4CAF-9269-FFA169E54AE1}" dt="2025-04-29T12:25:09.276" v="198" actId="1076"/>
          <ac:spMkLst>
            <pc:docMk/>
            <pc:sldMk cId="3368756669" sldId="1545"/>
            <ac:spMk id="4" creationId="{B59A55C3-6162-42A2-B11B-78D558091B4A}"/>
          </ac:spMkLst>
        </pc:spChg>
      </pc:sldChg>
      <pc:sldChg chg="addSp modSp mod">
        <pc:chgData name="Reuben Stephen" userId="6a6eda1f0b9c2b70" providerId="LiveId" clId="{149D687C-D2BE-4CAF-9269-FFA169E54AE1}" dt="2025-05-01T07:02:59.773" v="1134" actId="6549"/>
        <pc:sldMkLst>
          <pc:docMk/>
          <pc:sldMk cId="2430628198" sldId="1888"/>
        </pc:sldMkLst>
        <pc:spChg chg="add mod">
          <ac:chgData name="Reuben Stephen" userId="6a6eda1f0b9c2b70" providerId="LiveId" clId="{149D687C-D2BE-4CAF-9269-FFA169E54AE1}" dt="2025-05-01T07:02:59.773" v="1134" actId="6549"/>
          <ac:spMkLst>
            <pc:docMk/>
            <pc:sldMk cId="2430628198" sldId="1888"/>
            <ac:spMk id="3" creationId="{83A466D9-7833-DDA1-D1BC-EBA82DC637B7}"/>
          </ac:spMkLst>
        </pc:spChg>
        <pc:spChg chg="mod">
          <ac:chgData name="Reuben Stephen" userId="6a6eda1f0b9c2b70" providerId="LiveId" clId="{149D687C-D2BE-4CAF-9269-FFA169E54AE1}" dt="2025-05-01T07:01:54.182" v="1119" actId="122"/>
          <ac:spMkLst>
            <pc:docMk/>
            <pc:sldMk cId="2430628198" sldId="1888"/>
            <ac:spMk id="5" creationId="{02C53BC5-988A-A798-8447-A905728C8D21}"/>
          </ac:spMkLst>
        </pc:spChg>
        <pc:spChg chg="mod">
          <ac:chgData name="Reuben Stephen" userId="6a6eda1f0b9c2b70" providerId="LiveId" clId="{149D687C-D2BE-4CAF-9269-FFA169E54AE1}" dt="2025-05-01T07:00:56.064" v="1108" actId="20577"/>
          <ac:spMkLst>
            <pc:docMk/>
            <pc:sldMk cId="2430628198" sldId="1888"/>
            <ac:spMk id="6" creationId="{7C8FD079-C764-7498-7691-FC2386C10D56}"/>
          </ac:spMkLst>
        </pc:spChg>
        <pc:spChg chg="mod">
          <ac:chgData name="Reuben Stephen" userId="6a6eda1f0b9c2b70" providerId="LiveId" clId="{149D687C-D2BE-4CAF-9269-FFA169E54AE1}" dt="2025-05-01T07:02:13.861" v="1122" actId="1076"/>
          <ac:spMkLst>
            <pc:docMk/>
            <pc:sldMk cId="2430628198" sldId="1888"/>
            <ac:spMk id="9" creationId="{63C18817-A247-88B7-DB2C-D2B3102CA374}"/>
          </ac:spMkLst>
        </pc:spChg>
        <pc:spChg chg="mod">
          <ac:chgData name="Reuben Stephen" userId="6a6eda1f0b9c2b70" providerId="LiveId" clId="{149D687C-D2BE-4CAF-9269-FFA169E54AE1}" dt="2025-05-01T07:02:06.750" v="1121" actId="1076"/>
          <ac:spMkLst>
            <pc:docMk/>
            <pc:sldMk cId="2430628198" sldId="1888"/>
            <ac:spMk id="10" creationId="{46FBCC7A-C922-2F18-DF03-AEBB6A5BD912}"/>
          </ac:spMkLst>
        </pc:spChg>
      </pc:sldChg>
      <pc:sldChg chg="modSp mod">
        <pc:chgData name="Reuben Stephen" userId="6a6eda1f0b9c2b70" providerId="LiveId" clId="{149D687C-D2BE-4CAF-9269-FFA169E54AE1}" dt="2025-04-29T12:06:37.549" v="22" actId="20577"/>
        <pc:sldMkLst>
          <pc:docMk/>
          <pc:sldMk cId="88404620" sldId="1980"/>
        </pc:sldMkLst>
        <pc:spChg chg="mod">
          <ac:chgData name="Reuben Stephen" userId="6a6eda1f0b9c2b70" providerId="LiveId" clId="{149D687C-D2BE-4CAF-9269-FFA169E54AE1}" dt="2025-04-29T12:03:42.827" v="11"/>
          <ac:spMkLst>
            <pc:docMk/>
            <pc:sldMk cId="88404620" sldId="1980"/>
            <ac:spMk id="5" creationId="{9717C765-5721-9338-58CB-0C8C9D518EE3}"/>
          </ac:spMkLst>
        </pc:spChg>
        <pc:spChg chg="mod">
          <ac:chgData name="Reuben Stephen" userId="6a6eda1f0b9c2b70" providerId="LiveId" clId="{149D687C-D2BE-4CAF-9269-FFA169E54AE1}" dt="2025-04-29T12:06:37.549" v="22" actId="20577"/>
          <ac:spMkLst>
            <pc:docMk/>
            <pc:sldMk cId="88404620" sldId="1980"/>
            <ac:spMk id="8" creationId="{6C8B461C-05CB-B0BF-5D66-1EC34362AB99}"/>
          </ac:spMkLst>
        </pc:spChg>
        <pc:spChg chg="mod">
          <ac:chgData name="Reuben Stephen" userId="6a6eda1f0b9c2b70" providerId="LiveId" clId="{149D687C-D2BE-4CAF-9269-FFA169E54AE1}" dt="2025-04-29T12:02:57.723" v="5" actId="1076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Reuben Stephen" userId="6a6eda1f0b9c2b70" providerId="LiveId" clId="{149D687C-D2BE-4CAF-9269-FFA169E54AE1}" dt="2025-04-29T12:02:18.306" v="0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Reuben Stephen" userId="6a6eda1f0b9c2b70" providerId="LiveId" clId="{149D687C-D2BE-4CAF-9269-FFA169E54AE1}" dt="2025-05-01T06:53:32.659" v="981" actId="20577"/>
        <pc:sldMkLst>
          <pc:docMk/>
          <pc:sldMk cId="3780779953" sldId="2228"/>
        </pc:sldMkLst>
        <pc:spChg chg="mod">
          <ac:chgData name="Reuben Stephen" userId="6a6eda1f0b9c2b70" providerId="LiveId" clId="{149D687C-D2BE-4CAF-9269-FFA169E54AE1}" dt="2025-05-01T06:53:32.659" v="981" actId="20577"/>
          <ac:spMkLst>
            <pc:docMk/>
            <pc:sldMk cId="3780779953" sldId="2228"/>
            <ac:spMk id="9" creationId="{1D593D98-1A73-D535-7BC0-08AE5424274B}"/>
          </ac:spMkLst>
        </pc:spChg>
        <pc:spChg chg="mod">
          <ac:chgData name="Reuben Stephen" userId="6a6eda1f0b9c2b70" providerId="LiveId" clId="{149D687C-D2BE-4CAF-9269-FFA169E54AE1}" dt="2025-05-01T06:53:22.475" v="973" actId="20577"/>
          <ac:spMkLst>
            <pc:docMk/>
            <pc:sldMk cId="3780779953" sldId="2228"/>
            <ac:spMk id="11" creationId="{126AFE02-66EF-32EF-25F0-F8A032DB7770}"/>
          </ac:spMkLst>
        </pc:spChg>
      </pc:sldChg>
      <pc:sldChg chg="modSp mod">
        <pc:chgData name="Reuben Stephen" userId="6a6eda1f0b9c2b70" providerId="LiveId" clId="{149D687C-D2BE-4CAF-9269-FFA169E54AE1}" dt="2025-05-01T08:14:28.728" v="2009" actId="14100"/>
        <pc:sldMkLst>
          <pc:docMk/>
          <pc:sldMk cId="3489297901" sldId="2231"/>
        </pc:sldMkLst>
        <pc:spChg chg="mod">
          <ac:chgData name="Reuben Stephen" userId="6a6eda1f0b9c2b70" providerId="LiveId" clId="{149D687C-D2BE-4CAF-9269-FFA169E54AE1}" dt="2025-05-01T08:14:10.977" v="2005" actId="14100"/>
          <ac:spMkLst>
            <pc:docMk/>
            <pc:sldMk cId="3489297901" sldId="2231"/>
            <ac:spMk id="3" creationId="{3DD7E497-16E3-4D0B-D67F-B0783CD0DB3A}"/>
          </ac:spMkLst>
        </pc:spChg>
        <pc:spChg chg="mod">
          <ac:chgData name="Reuben Stephen" userId="6a6eda1f0b9c2b70" providerId="LiveId" clId="{149D687C-D2BE-4CAF-9269-FFA169E54AE1}" dt="2025-05-01T08:14:28.728" v="2009" actId="14100"/>
          <ac:spMkLst>
            <pc:docMk/>
            <pc:sldMk cId="3489297901" sldId="2231"/>
            <ac:spMk id="7" creationId="{112E09B5-E893-4800-2C09-D538794564EC}"/>
          </ac:spMkLst>
        </pc:spChg>
      </pc:sldChg>
      <pc:sldChg chg="modSp del mod">
        <pc:chgData name="Reuben Stephen" userId="6a6eda1f0b9c2b70" providerId="LiveId" clId="{149D687C-D2BE-4CAF-9269-FFA169E54AE1}" dt="2025-05-01T07:08:12.021" v="1147" actId="47"/>
        <pc:sldMkLst>
          <pc:docMk/>
          <pc:sldMk cId="3170579240" sldId="2233"/>
        </pc:sldMkLst>
        <pc:spChg chg="mod">
          <ac:chgData name="Reuben Stephen" userId="6a6eda1f0b9c2b70" providerId="LiveId" clId="{149D687C-D2BE-4CAF-9269-FFA169E54AE1}" dt="2025-05-01T07:07:34.439" v="1137" actId="1076"/>
          <ac:spMkLst>
            <pc:docMk/>
            <pc:sldMk cId="3170579240" sldId="2233"/>
            <ac:spMk id="2" creationId="{1037573C-D558-CDE2-E747-40BDD63F8623}"/>
          </ac:spMkLst>
        </pc:spChg>
      </pc:sldChg>
      <pc:sldChg chg="modSp mod">
        <pc:chgData name="Reuben Stephen" userId="6a6eda1f0b9c2b70" providerId="LiveId" clId="{149D687C-D2BE-4CAF-9269-FFA169E54AE1}" dt="2025-05-01T07:46:06.395" v="1766" actId="2711"/>
        <pc:sldMkLst>
          <pc:docMk/>
          <pc:sldMk cId="3615593209" sldId="2249"/>
        </pc:sldMkLst>
        <pc:spChg chg="mod">
          <ac:chgData name="Reuben Stephen" userId="6a6eda1f0b9c2b70" providerId="LiveId" clId="{149D687C-D2BE-4CAF-9269-FFA169E54AE1}" dt="2025-05-01T07:46:06.395" v="1766" actId="2711"/>
          <ac:spMkLst>
            <pc:docMk/>
            <pc:sldMk cId="3615593209" sldId="2249"/>
            <ac:spMk id="2" creationId="{E97ACE52-F541-4533-7506-0CFFAF7E77AA}"/>
          </ac:spMkLst>
        </pc:spChg>
      </pc:sldChg>
      <pc:sldChg chg="modSp mod">
        <pc:chgData name="Reuben Stephen" userId="6a6eda1f0b9c2b70" providerId="LiveId" clId="{149D687C-D2BE-4CAF-9269-FFA169E54AE1}" dt="2025-05-01T07:57:54.980" v="1896" actId="20577"/>
        <pc:sldMkLst>
          <pc:docMk/>
          <pc:sldMk cId="3477834588" sldId="2250"/>
        </pc:sldMkLst>
        <pc:spChg chg="mod">
          <ac:chgData name="Reuben Stephen" userId="6a6eda1f0b9c2b70" providerId="LiveId" clId="{149D687C-D2BE-4CAF-9269-FFA169E54AE1}" dt="2025-05-01T07:57:54.980" v="1896" actId="20577"/>
          <ac:spMkLst>
            <pc:docMk/>
            <pc:sldMk cId="3477834588" sldId="2250"/>
            <ac:spMk id="3" creationId="{F8E060D1-B40B-E1E5-A80F-9C6428879BB3}"/>
          </ac:spMkLst>
        </pc:spChg>
        <pc:spChg chg="mod">
          <ac:chgData name="Reuben Stephen" userId="6a6eda1f0b9c2b70" providerId="LiveId" clId="{149D687C-D2BE-4CAF-9269-FFA169E54AE1}" dt="2025-05-01T07:57:26.039" v="1892" actId="20577"/>
          <ac:spMkLst>
            <pc:docMk/>
            <pc:sldMk cId="3477834588" sldId="2250"/>
            <ac:spMk id="5" creationId="{47920C0A-0F2D-E95D-D860-2B2905124F75}"/>
          </ac:spMkLst>
        </pc:spChg>
      </pc:sldChg>
      <pc:sldChg chg="modSp mod">
        <pc:chgData name="Reuben Stephen" userId="6a6eda1f0b9c2b70" providerId="LiveId" clId="{149D687C-D2BE-4CAF-9269-FFA169E54AE1}" dt="2025-05-01T08:09:42.326" v="1920" actId="20577"/>
        <pc:sldMkLst>
          <pc:docMk/>
          <pc:sldMk cId="1064694149" sldId="2252"/>
        </pc:sldMkLst>
        <pc:spChg chg="mod">
          <ac:chgData name="Reuben Stephen" userId="6a6eda1f0b9c2b70" providerId="LiveId" clId="{149D687C-D2BE-4CAF-9269-FFA169E54AE1}" dt="2025-05-01T08:09:42.326" v="1920" actId="20577"/>
          <ac:spMkLst>
            <pc:docMk/>
            <pc:sldMk cId="1064694149" sldId="2252"/>
            <ac:spMk id="3" creationId="{0DC18226-E030-B418-FB53-2686F2EAD0E1}"/>
          </ac:spMkLst>
        </pc:spChg>
        <pc:spChg chg="mod">
          <ac:chgData name="Reuben Stephen" userId="6a6eda1f0b9c2b70" providerId="LiveId" clId="{149D687C-D2BE-4CAF-9269-FFA169E54AE1}" dt="2025-05-01T08:09:35.017" v="1919" actId="20577"/>
          <ac:spMkLst>
            <pc:docMk/>
            <pc:sldMk cId="1064694149" sldId="2252"/>
            <ac:spMk id="5" creationId="{1EFEFD43-368B-450F-1C8C-A79A9C7CB389}"/>
          </ac:spMkLst>
        </pc:spChg>
      </pc:sldChg>
      <pc:sldChg chg="modSp mod">
        <pc:chgData name="Reuben Stephen" userId="6a6eda1f0b9c2b70" providerId="LiveId" clId="{149D687C-D2BE-4CAF-9269-FFA169E54AE1}" dt="2025-05-01T07:41:55.686" v="1708" actId="12788"/>
        <pc:sldMkLst>
          <pc:docMk/>
          <pc:sldMk cId="563162819" sldId="2268"/>
        </pc:sldMkLst>
        <pc:spChg chg="mod">
          <ac:chgData name="Reuben Stephen" userId="6a6eda1f0b9c2b70" providerId="LiveId" clId="{149D687C-D2BE-4CAF-9269-FFA169E54AE1}" dt="2025-05-01T07:41:53.109" v="1707" actId="12788"/>
          <ac:spMkLst>
            <pc:docMk/>
            <pc:sldMk cId="563162819" sldId="2268"/>
            <ac:spMk id="3" creationId="{61D88EF5-A0EB-E7CF-1CF8-C932B981DD7D}"/>
          </ac:spMkLst>
        </pc:spChg>
        <pc:spChg chg="mod">
          <ac:chgData name="Reuben Stephen" userId="6a6eda1f0b9c2b70" providerId="LiveId" clId="{149D687C-D2BE-4CAF-9269-FFA169E54AE1}" dt="2025-05-01T07:41:55.686" v="1708" actId="12788"/>
          <ac:spMkLst>
            <pc:docMk/>
            <pc:sldMk cId="563162819" sldId="2268"/>
            <ac:spMk id="5" creationId="{BE000013-62DA-DAA0-6B52-EDF88EE07509}"/>
          </ac:spMkLst>
        </pc:spChg>
      </pc:sldChg>
      <pc:sldChg chg="modSp mod">
        <pc:chgData name="Reuben Stephen" userId="6a6eda1f0b9c2b70" providerId="LiveId" clId="{149D687C-D2BE-4CAF-9269-FFA169E54AE1}" dt="2025-04-29T12:07:54.701" v="31" actId="20577"/>
        <pc:sldMkLst>
          <pc:docMk/>
          <pc:sldMk cId="38124688" sldId="2276"/>
        </pc:sldMkLst>
        <pc:spChg chg="mod">
          <ac:chgData name="Reuben Stephen" userId="6a6eda1f0b9c2b70" providerId="LiveId" clId="{149D687C-D2BE-4CAF-9269-FFA169E54AE1}" dt="2025-04-29T12:03:05.636" v="6" actId="14100"/>
          <ac:spMkLst>
            <pc:docMk/>
            <pc:sldMk cId="38124688" sldId="2276"/>
            <ac:spMk id="3" creationId="{F5989147-A65F-B7F5-9094-98DF917F0B6C}"/>
          </ac:spMkLst>
        </pc:spChg>
        <pc:spChg chg="mod">
          <ac:chgData name="Reuben Stephen" userId="6a6eda1f0b9c2b70" providerId="LiveId" clId="{149D687C-D2BE-4CAF-9269-FFA169E54AE1}" dt="2025-04-29T12:03:39.074" v="10"/>
          <ac:spMkLst>
            <pc:docMk/>
            <pc:sldMk cId="38124688" sldId="2276"/>
            <ac:spMk id="5" creationId="{B5430A24-06F9-D3FD-8E0A-275B25B90B2B}"/>
          </ac:spMkLst>
        </pc:spChg>
        <pc:spChg chg="mod">
          <ac:chgData name="Reuben Stephen" userId="6a6eda1f0b9c2b70" providerId="LiveId" clId="{149D687C-D2BE-4CAF-9269-FFA169E54AE1}" dt="2025-04-29T12:06:20.034" v="15" actId="6549"/>
          <ac:spMkLst>
            <pc:docMk/>
            <pc:sldMk cId="38124688" sldId="2276"/>
            <ac:spMk id="7" creationId="{974DC77F-3F01-70E8-B5F1-8016A55BC7E0}"/>
          </ac:spMkLst>
        </pc:spChg>
        <pc:spChg chg="mod">
          <ac:chgData name="Reuben Stephen" userId="6a6eda1f0b9c2b70" providerId="LiveId" clId="{149D687C-D2BE-4CAF-9269-FFA169E54AE1}" dt="2025-04-29T12:07:54.701" v="31" actId="20577"/>
          <ac:spMkLst>
            <pc:docMk/>
            <pc:sldMk cId="38124688" sldId="2276"/>
            <ac:spMk id="12" creationId="{A2E8427B-2968-55AA-075F-12A50FEA2A81}"/>
          </ac:spMkLst>
        </pc:spChg>
      </pc:sldChg>
      <pc:sldChg chg="modSp mod">
        <pc:chgData name="Reuben Stephen" userId="6a6eda1f0b9c2b70" providerId="LiveId" clId="{149D687C-D2BE-4CAF-9269-FFA169E54AE1}" dt="2025-04-29T12:10:46.290" v="50"/>
        <pc:sldMkLst>
          <pc:docMk/>
          <pc:sldMk cId="891443072" sldId="2277"/>
        </pc:sldMkLst>
        <pc:spChg chg="mod">
          <ac:chgData name="Reuben Stephen" userId="6a6eda1f0b9c2b70" providerId="LiveId" clId="{149D687C-D2BE-4CAF-9269-FFA169E54AE1}" dt="2025-04-29T12:09:49.062" v="38"/>
          <ac:spMkLst>
            <pc:docMk/>
            <pc:sldMk cId="891443072" sldId="2277"/>
            <ac:spMk id="5" creationId="{F857627A-B6C3-85E4-5AF2-16E80973806F}"/>
          </ac:spMkLst>
        </pc:spChg>
        <pc:spChg chg="mod">
          <ac:chgData name="Reuben Stephen" userId="6a6eda1f0b9c2b70" providerId="LiveId" clId="{149D687C-D2BE-4CAF-9269-FFA169E54AE1}" dt="2025-04-29T12:10:46.290" v="50"/>
          <ac:spMkLst>
            <pc:docMk/>
            <pc:sldMk cId="891443072" sldId="2277"/>
            <ac:spMk id="7" creationId="{1F2854EF-B4D6-BEE9-113D-8963E020102A}"/>
          </ac:spMkLst>
        </pc:spChg>
        <pc:spChg chg="mod">
          <ac:chgData name="Reuben Stephen" userId="6a6eda1f0b9c2b70" providerId="LiveId" clId="{149D687C-D2BE-4CAF-9269-FFA169E54AE1}" dt="2025-04-29T12:10:06.201" v="43" actId="20577"/>
          <ac:spMkLst>
            <pc:docMk/>
            <pc:sldMk cId="891443072" sldId="2277"/>
            <ac:spMk id="8" creationId="{D21801FC-C14E-17CD-BCBE-699DB8D2B1AB}"/>
          </ac:spMkLst>
        </pc:spChg>
        <pc:spChg chg="mod">
          <ac:chgData name="Reuben Stephen" userId="6a6eda1f0b9c2b70" providerId="LiveId" clId="{149D687C-D2BE-4CAF-9269-FFA169E54AE1}" dt="2025-04-29T12:08:25.428" v="35" actId="20577"/>
          <ac:spMkLst>
            <pc:docMk/>
            <pc:sldMk cId="891443072" sldId="2277"/>
            <ac:spMk id="12" creationId="{B1ED1D74-C816-BE6B-39E6-FBA4311E4928}"/>
          </ac:spMkLst>
        </pc:spChg>
      </pc:sldChg>
      <pc:sldChg chg="modSp mod">
        <pc:chgData name="Reuben Stephen" userId="6a6eda1f0b9c2b70" providerId="LiveId" clId="{149D687C-D2BE-4CAF-9269-FFA169E54AE1}" dt="2025-05-01T06:52:54.509" v="971" actId="20577"/>
        <pc:sldMkLst>
          <pc:docMk/>
          <pc:sldMk cId="2231030714" sldId="2278"/>
        </pc:sldMkLst>
        <pc:spChg chg="mod">
          <ac:chgData name="Reuben Stephen" userId="6a6eda1f0b9c2b70" providerId="LiveId" clId="{149D687C-D2BE-4CAF-9269-FFA169E54AE1}" dt="2025-05-01T06:52:54.509" v="971" actId="20577"/>
          <ac:spMkLst>
            <pc:docMk/>
            <pc:sldMk cId="2231030714" sldId="2278"/>
            <ac:spMk id="7" creationId="{7D68BD32-7738-DDCD-D2BF-0CBC710D1539}"/>
          </ac:spMkLst>
        </pc:spChg>
        <pc:spChg chg="mod">
          <ac:chgData name="Reuben Stephen" userId="6a6eda1f0b9c2b70" providerId="LiveId" clId="{149D687C-D2BE-4CAF-9269-FFA169E54AE1}" dt="2025-04-29T12:13:28.027" v="67"/>
          <ac:spMkLst>
            <pc:docMk/>
            <pc:sldMk cId="2231030714" sldId="2278"/>
            <ac:spMk id="8" creationId="{03807A3F-93BD-DC29-B796-F4CAA792FEFD}"/>
          </ac:spMkLst>
        </pc:spChg>
        <pc:spChg chg="mod">
          <ac:chgData name="Reuben Stephen" userId="6a6eda1f0b9c2b70" providerId="LiveId" clId="{149D687C-D2BE-4CAF-9269-FFA169E54AE1}" dt="2025-05-01T06:52:48.350" v="968" actId="6549"/>
          <ac:spMkLst>
            <pc:docMk/>
            <pc:sldMk cId="2231030714" sldId="2278"/>
            <ac:spMk id="12" creationId="{10178772-E035-0E95-3952-16BD1E7ED0DE}"/>
          </ac:spMkLst>
        </pc:spChg>
      </pc:sldChg>
      <pc:sldChg chg="modSp mod">
        <pc:chgData name="Reuben Stephen" userId="6a6eda1f0b9c2b70" providerId="LiveId" clId="{149D687C-D2BE-4CAF-9269-FFA169E54AE1}" dt="2025-04-29T12:15:30.171" v="128" actId="20577"/>
        <pc:sldMkLst>
          <pc:docMk/>
          <pc:sldMk cId="568060574" sldId="2279"/>
        </pc:sldMkLst>
        <pc:spChg chg="mod">
          <ac:chgData name="Reuben Stephen" userId="6a6eda1f0b9c2b70" providerId="LiveId" clId="{149D687C-D2BE-4CAF-9269-FFA169E54AE1}" dt="2025-04-29T12:15:05.654" v="124"/>
          <ac:spMkLst>
            <pc:docMk/>
            <pc:sldMk cId="568060574" sldId="2279"/>
            <ac:spMk id="5" creationId="{049F34E9-10AF-B471-68DE-7224C0FBCC8C}"/>
          </ac:spMkLst>
        </pc:spChg>
        <pc:spChg chg="mod">
          <ac:chgData name="Reuben Stephen" userId="6a6eda1f0b9c2b70" providerId="LiveId" clId="{149D687C-D2BE-4CAF-9269-FFA169E54AE1}" dt="2025-04-29T12:14:47.867" v="123" actId="20577"/>
          <ac:spMkLst>
            <pc:docMk/>
            <pc:sldMk cId="568060574" sldId="2279"/>
            <ac:spMk id="7" creationId="{D2F4FD35-89EA-1044-12E5-222E9506D333}"/>
          </ac:spMkLst>
        </pc:spChg>
        <pc:spChg chg="mod">
          <ac:chgData name="Reuben Stephen" userId="6a6eda1f0b9c2b70" providerId="LiveId" clId="{149D687C-D2BE-4CAF-9269-FFA169E54AE1}" dt="2025-04-29T12:15:30.171" v="128" actId="20577"/>
          <ac:spMkLst>
            <pc:docMk/>
            <pc:sldMk cId="568060574" sldId="2279"/>
            <ac:spMk id="12" creationId="{4F9B4B12-8037-172F-2F53-BF6CB324202E}"/>
          </ac:spMkLst>
        </pc:spChg>
      </pc:sldChg>
      <pc:sldChg chg="addSp modSp mod">
        <pc:chgData name="Reuben Stephen" userId="6a6eda1f0b9c2b70" providerId="LiveId" clId="{149D687C-D2BE-4CAF-9269-FFA169E54AE1}" dt="2025-05-01T06:55:42.336" v="1000" actId="164"/>
        <pc:sldMkLst>
          <pc:docMk/>
          <pc:sldMk cId="3208742788" sldId="2280"/>
        </pc:sldMkLst>
        <pc:spChg chg="add mod">
          <ac:chgData name="Reuben Stephen" userId="6a6eda1f0b9c2b70" providerId="LiveId" clId="{149D687C-D2BE-4CAF-9269-FFA169E54AE1}" dt="2025-05-01T06:55:37.328" v="999" actId="164"/>
          <ac:spMkLst>
            <pc:docMk/>
            <pc:sldMk cId="3208742788" sldId="2280"/>
            <ac:spMk id="3" creationId="{0136A663-A901-DC59-161B-EFA19F416C91}"/>
          </ac:spMkLst>
        </pc:spChg>
        <pc:spChg chg="add mod">
          <ac:chgData name="Reuben Stephen" userId="6a6eda1f0b9c2b70" providerId="LiveId" clId="{149D687C-D2BE-4CAF-9269-FFA169E54AE1}" dt="2025-05-01T06:55:37.328" v="999" actId="164"/>
          <ac:spMkLst>
            <pc:docMk/>
            <pc:sldMk cId="3208742788" sldId="2280"/>
            <ac:spMk id="4" creationId="{F8DBB189-6DD8-958E-06F3-9AE5E59EF03C}"/>
          </ac:spMkLst>
        </pc:spChg>
        <pc:spChg chg="mod">
          <ac:chgData name="Reuben Stephen" userId="6a6eda1f0b9c2b70" providerId="LiveId" clId="{149D687C-D2BE-4CAF-9269-FFA169E54AE1}" dt="2025-05-01T06:54:26.003" v="985" actId="14100"/>
          <ac:spMkLst>
            <pc:docMk/>
            <pc:sldMk cId="3208742788" sldId="2280"/>
            <ac:spMk id="6" creationId="{22CF0560-3F22-41A3-82CC-2D2BAD840D7B}"/>
          </ac:spMkLst>
        </pc:spChg>
        <pc:spChg chg="mod">
          <ac:chgData name="Reuben Stephen" userId="6a6eda1f0b9c2b70" providerId="LiveId" clId="{149D687C-D2BE-4CAF-9269-FFA169E54AE1}" dt="2025-05-01T06:54:14.816" v="983" actId="14100"/>
          <ac:spMkLst>
            <pc:docMk/>
            <pc:sldMk cId="3208742788" sldId="2280"/>
            <ac:spMk id="8" creationId="{B59A55C3-6162-42A2-B11B-78D558091B4A}"/>
          </ac:spMkLst>
        </pc:spChg>
        <pc:spChg chg="add mod">
          <ac:chgData name="Reuben Stephen" userId="6a6eda1f0b9c2b70" providerId="LiveId" clId="{149D687C-D2BE-4CAF-9269-FFA169E54AE1}" dt="2025-05-01T06:55:42.336" v="1000" actId="164"/>
          <ac:spMkLst>
            <pc:docMk/>
            <pc:sldMk cId="3208742788" sldId="2280"/>
            <ac:spMk id="9" creationId="{76F444D1-A558-54E1-DC50-EC23574773BD}"/>
          </ac:spMkLst>
        </pc:spChg>
        <pc:spChg chg="add mod">
          <ac:chgData name="Reuben Stephen" userId="6a6eda1f0b9c2b70" providerId="LiveId" clId="{149D687C-D2BE-4CAF-9269-FFA169E54AE1}" dt="2025-05-01T06:55:42.336" v="1000" actId="164"/>
          <ac:spMkLst>
            <pc:docMk/>
            <pc:sldMk cId="3208742788" sldId="2280"/>
            <ac:spMk id="11" creationId="{97D81829-8A96-FCBD-9848-4BA94BB11E6E}"/>
          </ac:spMkLst>
        </pc:spChg>
        <pc:grpChg chg="add mod">
          <ac:chgData name="Reuben Stephen" userId="6a6eda1f0b9c2b70" providerId="LiveId" clId="{149D687C-D2BE-4CAF-9269-FFA169E54AE1}" dt="2025-05-01T06:55:37.328" v="999" actId="164"/>
          <ac:grpSpMkLst>
            <pc:docMk/>
            <pc:sldMk cId="3208742788" sldId="2280"/>
            <ac:grpSpMk id="12" creationId="{57A88339-43AE-82FC-638C-5E36B75CAA9A}"/>
          </ac:grpSpMkLst>
        </pc:grpChg>
        <pc:grpChg chg="add mod">
          <ac:chgData name="Reuben Stephen" userId="6a6eda1f0b9c2b70" providerId="LiveId" clId="{149D687C-D2BE-4CAF-9269-FFA169E54AE1}" dt="2025-05-01T06:55:42.336" v="1000" actId="164"/>
          <ac:grpSpMkLst>
            <pc:docMk/>
            <pc:sldMk cId="3208742788" sldId="2280"/>
            <ac:grpSpMk id="13" creationId="{557F04F5-416E-937D-A34B-CE9206BD7E93}"/>
          </ac:grpSpMkLst>
        </pc:grpChg>
      </pc:sldChg>
      <pc:sldChg chg="modSp mod">
        <pc:chgData name="Reuben Stephen" userId="6a6eda1f0b9c2b70" providerId="LiveId" clId="{149D687C-D2BE-4CAF-9269-FFA169E54AE1}" dt="2025-05-01T06:55:26.208" v="998" actId="14100"/>
        <pc:sldMkLst>
          <pc:docMk/>
          <pc:sldMk cId="2833012072" sldId="2281"/>
        </pc:sldMkLst>
        <pc:spChg chg="mod">
          <ac:chgData name="Reuben Stephen" userId="6a6eda1f0b9c2b70" providerId="LiveId" clId="{149D687C-D2BE-4CAF-9269-FFA169E54AE1}" dt="2025-05-01T06:55:26.208" v="998" actId="14100"/>
          <ac:spMkLst>
            <pc:docMk/>
            <pc:sldMk cId="2833012072" sldId="2281"/>
            <ac:spMk id="6" creationId="{22CF0560-3F22-41A3-82CC-2D2BAD840D7B}"/>
          </ac:spMkLst>
        </pc:spChg>
        <pc:spChg chg="mod">
          <ac:chgData name="Reuben Stephen" userId="6a6eda1f0b9c2b70" providerId="LiveId" clId="{149D687C-D2BE-4CAF-9269-FFA169E54AE1}" dt="2025-04-29T12:26:55.409" v="210" actId="14100"/>
          <ac:spMkLst>
            <pc:docMk/>
            <pc:sldMk cId="2833012072" sldId="2281"/>
            <ac:spMk id="8" creationId="{B59A55C3-6162-42A2-B11B-78D558091B4A}"/>
          </ac:spMkLst>
        </pc:spChg>
        <pc:picChg chg="mod">
          <ac:chgData name="Reuben Stephen" userId="6a6eda1f0b9c2b70" providerId="LiveId" clId="{149D687C-D2BE-4CAF-9269-FFA169E54AE1}" dt="2025-05-01T06:55:22.098" v="997" actId="1076"/>
          <ac:picMkLst>
            <pc:docMk/>
            <pc:sldMk cId="2833012072" sldId="2281"/>
            <ac:picMk id="7" creationId="{6CCED666-1143-8049-DAA2-11DB7C85B7C3}"/>
          </ac:picMkLst>
        </pc:picChg>
      </pc:sldChg>
      <pc:sldChg chg="modSp del mod">
        <pc:chgData name="Reuben Stephen" userId="6a6eda1f0b9c2b70" providerId="LiveId" clId="{149D687C-D2BE-4CAF-9269-FFA169E54AE1}" dt="2025-05-01T06:56:12.746" v="1006" actId="47"/>
        <pc:sldMkLst>
          <pc:docMk/>
          <pc:sldMk cId="1981699935" sldId="2282"/>
        </pc:sldMkLst>
      </pc:sldChg>
      <pc:sldChg chg="modSp mod">
        <pc:chgData name="Reuben Stephen" userId="6a6eda1f0b9c2b70" providerId="LiveId" clId="{149D687C-D2BE-4CAF-9269-FFA169E54AE1}" dt="2025-04-29T12:28:40.765" v="220" actId="14100"/>
        <pc:sldMkLst>
          <pc:docMk/>
          <pc:sldMk cId="2252046312" sldId="2283"/>
        </pc:sldMkLst>
        <pc:spChg chg="mod">
          <ac:chgData name="Reuben Stephen" userId="6a6eda1f0b9c2b70" providerId="LiveId" clId="{149D687C-D2BE-4CAF-9269-FFA169E54AE1}" dt="2025-04-29T12:28:22.617" v="219" actId="14100"/>
          <ac:spMkLst>
            <pc:docMk/>
            <pc:sldMk cId="2252046312" sldId="2283"/>
            <ac:spMk id="3" creationId="{22CF0560-3F22-41A3-82CC-2D2BAD840D7B}"/>
          </ac:spMkLst>
        </pc:spChg>
        <pc:spChg chg="mod">
          <ac:chgData name="Reuben Stephen" userId="6a6eda1f0b9c2b70" providerId="LiveId" clId="{149D687C-D2BE-4CAF-9269-FFA169E54AE1}" dt="2025-04-29T12:28:40.765" v="220" actId="14100"/>
          <ac:spMkLst>
            <pc:docMk/>
            <pc:sldMk cId="2252046312" sldId="2283"/>
            <ac:spMk id="11" creationId="{B59A55C3-6162-42A2-B11B-78D558091B4A}"/>
          </ac:spMkLst>
        </pc:spChg>
      </pc:sldChg>
      <pc:sldChg chg="modSp mod">
        <pc:chgData name="Reuben Stephen" userId="6a6eda1f0b9c2b70" providerId="LiveId" clId="{149D687C-D2BE-4CAF-9269-FFA169E54AE1}" dt="2025-05-01T06:56:57.644" v="1011" actId="20577"/>
        <pc:sldMkLst>
          <pc:docMk/>
          <pc:sldMk cId="2932874654" sldId="2285"/>
        </pc:sldMkLst>
        <pc:spChg chg="mod">
          <ac:chgData name="Reuben Stephen" userId="6a6eda1f0b9c2b70" providerId="LiveId" clId="{149D687C-D2BE-4CAF-9269-FFA169E54AE1}" dt="2025-05-01T06:56:57.644" v="1011" actId="20577"/>
          <ac:spMkLst>
            <pc:docMk/>
            <pc:sldMk cId="2932874654" sldId="2285"/>
            <ac:spMk id="4" creationId="{22CF0560-3F22-41A3-82CC-2D2BAD840D7B}"/>
          </ac:spMkLst>
        </pc:spChg>
      </pc:sldChg>
      <pc:sldChg chg="modSp del mod">
        <pc:chgData name="Reuben Stephen" userId="6a6eda1f0b9c2b70" providerId="LiveId" clId="{149D687C-D2BE-4CAF-9269-FFA169E54AE1}" dt="2025-05-01T06:57:13.663" v="1013" actId="47"/>
        <pc:sldMkLst>
          <pc:docMk/>
          <pc:sldMk cId="1020762662" sldId="2286"/>
        </pc:sldMkLst>
      </pc:sldChg>
      <pc:sldChg chg="del">
        <pc:chgData name="Reuben Stephen" userId="6a6eda1f0b9c2b70" providerId="LiveId" clId="{149D687C-D2BE-4CAF-9269-FFA169E54AE1}" dt="2025-05-01T07:10:06.817" v="1166" actId="47"/>
        <pc:sldMkLst>
          <pc:docMk/>
          <pc:sldMk cId="1105290290" sldId="2288"/>
        </pc:sldMkLst>
      </pc:sldChg>
      <pc:sldChg chg="del">
        <pc:chgData name="Reuben Stephen" userId="6a6eda1f0b9c2b70" providerId="LiveId" clId="{149D687C-D2BE-4CAF-9269-FFA169E54AE1}" dt="2025-05-01T07:17:51.337" v="1613" actId="47"/>
        <pc:sldMkLst>
          <pc:docMk/>
          <pc:sldMk cId="2855185441" sldId="2290"/>
        </pc:sldMkLst>
      </pc:sldChg>
      <pc:sldChg chg="modSp mod">
        <pc:chgData name="Reuben Stephen" userId="6a6eda1f0b9c2b70" providerId="LiveId" clId="{149D687C-D2BE-4CAF-9269-FFA169E54AE1}" dt="2025-05-01T08:07:27.084" v="1898" actId="20577"/>
        <pc:sldMkLst>
          <pc:docMk/>
          <pc:sldMk cId="1064775659" sldId="2291"/>
        </pc:sldMkLst>
        <pc:spChg chg="mod">
          <ac:chgData name="Reuben Stephen" userId="6a6eda1f0b9c2b70" providerId="LiveId" clId="{149D687C-D2BE-4CAF-9269-FFA169E54AE1}" dt="2025-05-01T08:07:27.084" v="1898" actId="20577"/>
          <ac:spMkLst>
            <pc:docMk/>
            <pc:sldMk cId="1064775659" sldId="2291"/>
            <ac:spMk id="7" creationId="{F8E060D1-B40B-E1E5-A80F-9C6428879BB3}"/>
          </ac:spMkLst>
        </pc:spChg>
      </pc:sldChg>
      <pc:sldChg chg="modSp mod">
        <pc:chgData name="Reuben Stephen" userId="6a6eda1f0b9c2b70" providerId="LiveId" clId="{149D687C-D2BE-4CAF-9269-FFA169E54AE1}" dt="2025-05-01T08:08:27.940" v="1899" actId="20577"/>
        <pc:sldMkLst>
          <pc:docMk/>
          <pc:sldMk cId="1744450" sldId="2292"/>
        </pc:sldMkLst>
        <pc:spChg chg="mod">
          <ac:chgData name="Reuben Stephen" userId="6a6eda1f0b9c2b70" providerId="LiveId" clId="{149D687C-D2BE-4CAF-9269-FFA169E54AE1}" dt="2025-05-01T08:08:27.940" v="1899" actId="20577"/>
          <ac:spMkLst>
            <pc:docMk/>
            <pc:sldMk cId="1744450" sldId="2292"/>
            <ac:spMk id="3" creationId="{F8E060D1-B40B-E1E5-A80F-9C6428879BB3}"/>
          </ac:spMkLst>
        </pc:spChg>
      </pc:sldChg>
      <pc:sldChg chg="modSp mod">
        <pc:chgData name="Reuben Stephen" userId="6a6eda1f0b9c2b70" providerId="LiveId" clId="{149D687C-D2BE-4CAF-9269-FFA169E54AE1}" dt="2025-05-01T08:11:21.592" v="1956" actId="403"/>
        <pc:sldMkLst>
          <pc:docMk/>
          <pc:sldMk cId="355799041" sldId="2293"/>
        </pc:sldMkLst>
        <pc:spChg chg="mod">
          <ac:chgData name="Reuben Stephen" userId="6a6eda1f0b9c2b70" providerId="LiveId" clId="{149D687C-D2BE-4CAF-9269-FFA169E54AE1}" dt="2025-05-01T08:11:06.128" v="1946" actId="20577"/>
          <ac:spMkLst>
            <pc:docMk/>
            <pc:sldMk cId="355799041" sldId="2293"/>
            <ac:spMk id="7" creationId="{F6A716D3-C5A7-D5F2-AC16-9CB4A624E418}"/>
          </ac:spMkLst>
        </pc:spChg>
        <pc:spChg chg="mod">
          <ac:chgData name="Reuben Stephen" userId="6a6eda1f0b9c2b70" providerId="LiveId" clId="{149D687C-D2BE-4CAF-9269-FFA169E54AE1}" dt="2025-05-01T08:11:21.592" v="1956" actId="403"/>
          <ac:spMkLst>
            <pc:docMk/>
            <pc:sldMk cId="355799041" sldId="2293"/>
            <ac:spMk id="8" creationId="{168DF5F1-9F47-EE66-42E4-1C464BA2D038}"/>
          </ac:spMkLst>
        </pc:spChg>
      </pc:sldChg>
      <pc:sldChg chg="modSp mod">
        <pc:chgData name="Reuben Stephen" userId="6a6eda1f0b9c2b70" providerId="LiveId" clId="{149D687C-D2BE-4CAF-9269-FFA169E54AE1}" dt="2025-05-01T08:12:34.869" v="1983" actId="20577"/>
        <pc:sldMkLst>
          <pc:docMk/>
          <pc:sldMk cId="4112920349" sldId="2294"/>
        </pc:sldMkLst>
        <pc:spChg chg="mod">
          <ac:chgData name="Reuben Stephen" userId="6a6eda1f0b9c2b70" providerId="LiveId" clId="{149D687C-D2BE-4CAF-9269-FFA169E54AE1}" dt="2025-05-01T08:12:34.869" v="1983" actId="20577"/>
          <ac:spMkLst>
            <pc:docMk/>
            <pc:sldMk cId="4112920349" sldId="2294"/>
            <ac:spMk id="5" creationId="{ED0CC780-F74A-70C6-9F43-22C282541F61}"/>
          </ac:spMkLst>
        </pc:spChg>
        <pc:spChg chg="mod">
          <ac:chgData name="Reuben Stephen" userId="6a6eda1f0b9c2b70" providerId="LiveId" clId="{149D687C-D2BE-4CAF-9269-FFA169E54AE1}" dt="2025-05-01T08:12:20.642" v="1978" actId="20577"/>
          <ac:spMkLst>
            <pc:docMk/>
            <pc:sldMk cId="4112920349" sldId="2294"/>
            <ac:spMk id="9" creationId="{B72FD233-78C6-398D-F86E-697831B9D561}"/>
          </ac:spMkLst>
        </pc:spChg>
      </pc:sldChg>
      <pc:sldChg chg="modSp mod">
        <pc:chgData name="Reuben Stephen" userId="6a6eda1f0b9c2b70" providerId="LiveId" clId="{149D687C-D2BE-4CAF-9269-FFA169E54AE1}" dt="2025-05-01T08:13:29.419" v="2003" actId="403"/>
        <pc:sldMkLst>
          <pc:docMk/>
          <pc:sldMk cId="2933781662" sldId="2295"/>
        </pc:sldMkLst>
        <pc:spChg chg="mod">
          <ac:chgData name="Reuben Stephen" userId="6a6eda1f0b9c2b70" providerId="LiveId" clId="{149D687C-D2BE-4CAF-9269-FFA169E54AE1}" dt="2025-05-01T08:13:16.226" v="1994" actId="20577"/>
          <ac:spMkLst>
            <pc:docMk/>
            <pc:sldMk cId="2933781662" sldId="2295"/>
            <ac:spMk id="7" creationId="{4375A63C-01F5-76ED-A0E9-E325FED224C0}"/>
          </ac:spMkLst>
        </pc:spChg>
        <pc:spChg chg="mod">
          <ac:chgData name="Reuben Stephen" userId="6a6eda1f0b9c2b70" providerId="LiveId" clId="{149D687C-D2BE-4CAF-9269-FFA169E54AE1}" dt="2025-05-01T08:13:29.419" v="2003" actId="403"/>
          <ac:spMkLst>
            <pc:docMk/>
            <pc:sldMk cId="2933781662" sldId="2295"/>
            <ac:spMk id="8" creationId="{41EA9ECE-DE11-E2BE-5827-5031E0075E83}"/>
          </ac:spMkLst>
        </pc:spChg>
      </pc:sldChg>
      <pc:sldChg chg="modSp del mod">
        <pc:chgData name="Reuben Stephen" userId="6a6eda1f0b9c2b70" providerId="LiveId" clId="{149D687C-D2BE-4CAF-9269-FFA169E54AE1}" dt="2025-05-01T06:56:36.387" v="1009" actId="47"/>
        <pc:sldMkLst>
          <pc:docMk/>
          <pc:sldMk cId="975259396" sldId="2296"/>
        </pc:sldMkLst>
      </pc:sldChg>
      <pc:sldChg chg="modSp mod">
        <pc:chgData name="Reuben Stephen" userId="6a6eda1f0b9c2b70" providerId="LiveId" clId="{149D687C-D2BE-4CAF-9269-FFA169E54AE1}" dt="2025-05-01T07:40:10.113" v="1680" actId="20577"/>
        <pc:sldMkLst>
          <pc:docMk/>
          <pc:sldMk cId="1775833484" sldId="2298"/>
        </pc:sldMkLst>
        <pc:spChg chg="mod">
          <ac:chgData name="Reuben Stephen" userId="6a6eda1f0b9c2b70" providerId="LiveId" clId="{149D687C-D2BE-4CAF-9269-FFA169E54AE1}" dt="2025-05-01T07:40:10.113" v="1680" actId="20577"/>
          <ac:spMkLst>
            <pc:docMk/>
            <pc:sldMk cId="1775833484" sldId="2298"/>
            <ac:spMk id="3" creationId="{B029F87B-DC4D-5297-4ECE-20A3E24505FF}"/>
          </ac:spMkLst>
        </pc:spChg>
        <pc:spChg chg="mod">
          <ac:chgData name="Reuben Stephen" userId="6a6eda1f0b9c2b70" providerId="LiveId" clId="{149D687C-D2BE-4CAF-9269-FFA169E54AE1}" dt="2025-05-01T07:39:54.304" v="1676" actId="20577"/>
          <ac:spMkLst>
            <pc:docMk/>
            <pc:sldMk cId="1775833484" sldId="2298"/>
            <ac:spMk id="5" creationId="{537123EA-2F96-031F-FA5C-907F92C604B9}"/>
          </ac:spMkLst>
        </pc:spChg>
      </pc:sldChg>
      <pc:sldChg chg="del">
        <pc:chgData name="Reuben Stephen" userId="6a6eda1f0b9c2b70" providerId="LiveId" clId="{149D687C-D2BE-4CAF-9269-FFA169E54AE1}" dt="2025-04-30T13:09:11.333" v="729" actId="47"/>
        <pc:sldMkLst>
          <pc:docMk/>
          <pc:sldMk cId="1664030939" sldId="2299"/>
        </pc:sldMkLst>
      </pc:sldChg>
      <pc:sldChg chg="del">
        <pc:chgData name="Reuben Stephen" userId="6a6eda1f0b9c2b70" providerId="LiveId" clId="{149D687C-D2BE-4CAF-9269-FFA169E54AE1}" dt="2025-04-30T13:09:35.214" v="737" actId="47"/>
        <pc:sldMkLst>
          <pc:docMk/>
          <pc:sldMk cId="3955349594" sldId="2300"/>
        </pc:sldMkLst>
      </pc:sldChg>
      <pc:sldChg chg="del">
        <pc:chgData name="Reuben Stephen" userId="6a6eda1f0b9c2b70" providerId="LiveId" clId="{149D687C-D2BE-4CAF-9269-FFA169E54AE1}" dt="2025-04-30T13:16:54.443" v="838" actId="47"/>
        <pc:sldMkLst>
          <pc:docMk/>
          <pc:sldMk cId="4291248249" sldId="2301"/>
        </pc:sldMkLst>
      </pc:sldChg>
      <pc:sldChg chg="del">
        <pc:chgData name="Reuben Stephen" userId="6a6eda1f0b9c2b70" providerId="LiveId" clId="{149D687C-D2BE-4CAF-9269-FFA169E54AE1}" dt="2025-04-30T13:17:25.113" v="842" actId="47"/>
        <pc:sldMkLst>
          <pc:docMk/>
          <pc:sldMk cId="1362983120" sldId="2302"/>
        </pc:sldMkLst>
      </pc:sldChg>
      <pc:sldChg chg="del">
        <pc:chgData name="Reuben Stephen" userId="6a6eda1f0b9c2b70" providerId="LiveId" clId="{149D687C-D2BE-4CAF-9269-FFA169E54AE1}" dt="2025-04-30T13:21:20.988" v="896" actId="47"/>
        <pc:sldMkLst>
          <pc:docMk/>
          <pc:sldMk cId="611368292" sldId="2303"/>
        </pc:sldMkLst>
      </pc:sldChg>
      <pc:sldChg chg="del">
        <pc:chgData name="Reuben Stephen" userId="6a6eda1f0b9c2b70" providerId="LiveId" clId="{149D687C-D2BE-4CAF-9269-FFA169E54AE1}" dt="2025-04-30T13:21:23.508" v="897" actId="47"/>
        <pc:sldMkLst>
          <pc:docMk/>
          <pc:sldMk cId="3019357359" sldId="2304"/>
        </pc:sldMkLst>
      </pc:sldChg>
      <pc:sldChg chg="del">
        <pc:chgData name="Reuben Stephen" userId="6a6eda1f0b9c2b70" providerId="LiveId" clId="{149D687C-D2BE-4CAF-9269-FFA169E54AE1}" dt="2025-04-30T13:26:55.798" v="963" actId="47"/>
        <pc:sldMkLst>
          <pc:docMk/>
          <pc:sldMk cId="1512399294" sldId="2305"/>
        </pc:sldMkLst>
      </pc:sldChg>
      <pc:sldChg chg="del">
        <pc:chgData name="Reuben Stephen" userId="6a6eda1f0b9c2b70" providerId="LiveId" clId="{149D687C-D2BE-4CAF-9269-FFA169E54AE1}" dt="2025-04-30T13:26:55.798" v="963" actId="47"/>
        <pc:sldMkLst>
          <pc:docMk/>
          <pc:sldMk cId="342834244" sldId="2306"/>
        </pc:sldMkLst>
      </pc:sldChg>
      <pc:sldChg chg="addSp delSp modSp mod">
        <pc:chgData name="Reuben Stephen" userId="6a6eda1f0b9c2b70" providerId="LiveId" clId="{149D687C-D2BE-4CAF-9269-FFA169E54AE1}" dt="2025-05-01T07:56:26.182" v="1886" actId="207"/>
        <pc:sldMkLst>
          <pc:docMk/>
          <pc:sldMk cId="2534454059" sldId="2308"/>
        </pc:sldMkLst>
        <pc:spChg chg="mod">
          <ac:chgData name="Reuben Stephen" userId="6a6eda1f0b9c2b70" providerId="LiveId" clId="{149D687C-D2BE-4CAF-9269-FFA169E54AE1}" dt="2025-05-01T07:45:56.678" v="1765"/>
          <ac:spMkLst>
            <pc:docMk/>
            <pc:sldMk cId="2534454059" sldId="2308"/>
            <ac:spMk id="2" creationId="{914370E0-3970-9495-2071-FB1A50302931}"/>
          </ac:spMkLst>
        </pc:spChg>
        <pc:spChg chg="mod">
          <ac:chgData name="Reuben Stephen" userId="6a6eda1f0b9c2b70" providerId="LiveId" clId="{149D687C-D2BE-4CAF-9269-FFA169E54AE1}" dt="2025-05-01T07:49:05.982" v="1804" actId="12788"/>
          <ac:spMkLst>
            <pc:docMk/>
            <pc:sldMk cId="2534454059" sldId="2308"/>
            <ac:spMk id="3" creationId="{9C394727-0B11-7450-036A-0010FAAC4ECA}"/>
          </ac:spMkLst>
        </pc:spChg>
        <pc:spChg chg="mod">
          <ac:chgData name="Reuben Stephen" userId="6a6eda1f0b9c2b70" providerId="LiveId" clId="{149D687C-D2BE-4CAF-9269-FFA169E54AE1}" dt="2025-05-01T07:56:26.182" v="1886" actId="207"/>
          <ac:spMkLst>
            <pc:docMk/>
            <pc:sldMk cId="2534454059" sldId="2308"/>
            <ac:spMk id="5" creationId="{3D866C93-CAE2-E40E-CCD6-88AB4857E3BC}"/>
          </ac:spMkLst>
        </pc:spChg>
        <pc:spChg chg="mod">
          <ac:chgData name="Reuben Stephen" userId="6a6eda1f0b9c2b70" providerId="LiveId" clId="{149D687C-D2BE-4CAF-9269-FFA169E54AE1}" dt="2025-05-01T07:47:55.809" v="1791"/>
          <ac:spMkLst>
            <pc:docMk/>
            <pc:sldMk cId="2534454059" sldId="2308"/>
            <ac:spMk id="8" creationId="{90885410-FEA3-09D6-06D8-4D5768A73702}"/>
          </ac:spMkLst>
        </pc:spChg>
        <pc:spChg chg="mod">
          <ac:chgData name="Reuben Stephen" userId="6a6eda1f0b9c2b70" providerId="LiveId" clId="{149D687C-D2BE-4CAF-9269-FFA169E54AE1}" dt="2025-05-01T07:47:55.809" v="1791"/>
          <ac:spMkLst>
            <pc:docMk/>
            <pc:sldMk cId="2534454059" sldId="2308"/>
            <ac:spMk id="9" creationId="{35D1B4D6-6FD5-C65D-FCBC-417E562FEAF5}"/>
          </ac:spMkLst>
        </pc:spChg>
        <pc:spChg chg="mod topLvl">
          <ac:chgData name="Reuben Stephen" userId="6a6eda1f0b9c2b70" providerId="LiveId" clId="{149D687C-D2BE-4CAF-9269-FFA169E54AE1}" dt="2025-05-01T07:48:51.819" v="1801" actId="164"/>
          <ac:spMkLst>
            <pc:docMk/>
            <pc:sldMk cId="2534454059" sldId="2308"/>
            <ac:spMk id="11" creationId="{7F822A72-C090-4EDE-A0C6-F247FE5B7BF8}"/>
          </ac:spMkLst>
        </pc:spChg>
        <pc:spChg chg="mod topLvl">
          <ac:chgData name="Reuben Stephen" userId="6a6eda1f0b9c2b70" providerId="LiveId" clId="{149D687C-D2BE-4CAF-9269-FFA169E54AE1}" dt="2025-05-01T07:48:51.819" v="1801" actId="164"/>
          <ac:spMkLst>
            <pc:docMk/>
            <pc:sldMk cId="2534454059" sldId="2308"/>
            <ac:spMk id="12" creationId="{32339F7C-E576-B066-8A74-6B4584D5A58A}"/>
          </ac:spMkLst>
        </pc:spChg>
        <pc:spChg chg="mod">
          <ac:chgData name="Reuben Stephen" userId="6a6eda1f0b9c2b70" providerId="LiveId" clId="{149D687C-D2BE-4CAF-9269-FFA169E54AE1}" dt="2025-05-01T07:49:10.947" v="1806"/>
          <ac:spMkLst>
            <pc:docMk/>
            <pc:sldMk cId="2534454059" sldId="2308"/>
            <ac:spMk id="15" creationId="{3A8588D0-EB8B-072C-EC8C-6D954D0CDDF6}"/>
          </ac:spMkLst>
        </pc:spChg>
        <pc:spChg chg="mod">
          <ac:chgData name="Reuben Stephen" userId="6a6eda1f0b9c2b70" providerId="LiveId" clId="{149D687C-D2BE-4CAF-9269-FFA169E54AE1}" dt="2025-05-01T07:49:10.947" v="1806"/>
          <ac:spMkLst>
            <pc:docMk/>
            <pc:sldMk cId="2534454059" sldId="2308"/>
            <ac:spMk id="16" creationId="{0439DADE-12B2-4F8B-2AE5-571D7BC496CB}"/>
          </ac:spMkLst>
        </pc:spChg>
        <pc:grpChg chg="add mod">
          <ac:chgData name="Reuben Stephen" userId="6a6eda1f0b9c2b70" providerId="LiveId" clId="{149D687C-D2BE-4CAF-9269-FFA169E54AE1}" dt="2025-05-01T07:48:01.388" v="1792" actId="1076"/>
          <ac:grpSpMkLst>
            <pc:docMk/>
            <pc:sldMk cId="2534454059" sldId="2308"/>
            <ac:grpSpMk id="7" creationId="{EB2798ED-5E9E-4232-DF2B-6A6FDE27780A}"/>
          </ac:grpSpMkLst>
        </pc:grpChg>
        <pc:grpChg chg="add del mod">
          <ac:chgData name="Reuben Stephen" userId="6a6eda1f0b9c2b70" providerId="LiveId" clId="{149D687C-D2BE-4CAF-9269-FFA169E54AE1}" dt="2025-05-01T07:48:14.663" v="1795" actId="165"/>
          <ac:grpSpMkLst>
            <pc:docMk/>
            <pc:sldMk cId="2534454059" sldId="2308"/>
            <ac:grpSpMk id="10" creationId="{0CE1EC06-31AD-A944-5D26-75653275605F}"/>
          </ac:grpSpMkLst>
        </pc:grpChg>
        <pc:grpChg chg="add del mod">
          <ac:chgData name="Reuben Stephen" userId="6a6eda1f0b9c2b70" providerId="LiveId" clId="{149D687C-D2BE-4CAF-9269-FFA169E54AE1}" dt="2025-05-01T07:49:08.486" v="1805" actId="478"/>
          <ac:grpSpMkLst>
            <pc:docMk/>
            <pc:sldMk cId="2534454059" sldId="2308"/>
            <ac:grpSpMk id="13" creationId="{83225C50-EBAA-99EF-EECC-1B9869B14551}"/>
          </ac:grpSpMkLst>
        </pc:grpChg>
        <pc:grpChg chg="add mod">
          <ac:chgData name="Reuben Stephen" userId="6a6eda1f0b9c2b70" providerId="LiveId" clId="{149D687C-D2BE-4CAF-9269-FFA169E54AE1}" dt="2025-05-01T07:49:14.737" v="1807" actId="1076"/>
          <ac:grpSpMkLst>
            <pc:docMk/>
            <pc:sldMk cId="2534454059" sldId="2308"/>
            <ac:grpSpMk id="14" creationId="{A26AA6C2-AA27-E515-8D62-5EBD26B843BA}"/>
          </ac:grpSpMkLst>
        </pc:grpChg>
      </pc:sldChg>
      <pc:sldChg chg="del">
        <pc:chgData name="Reuben Stephen" userId="6a6eda1f0b9c2b70" providerId="LiveId" clId="{149D687C-D2BE-4CAF-9269-FFA169E54AE1}" dt="2025-05-01T07:52:18.704" v="1843" actId="47"/>
        <pc:sldMkLst>
          <pc:docMk/>
          <pc:sldMk cId="584034574" sldId="2309"/>
        </pc:sldMkLst>
      </pc:sldChg>
      <pc:sldChg chg="del">
        <pc:chgData name="Reuben Stephen" userId="6a6eda1f0b9c2b70" providerId="LiveId" clId="{149D687C-D2BE-4CAF-9269-FFA169E54AE1}" dt="2025-05-01T07:54:29.203" v="1868" actId="47"/>
        <pc:sldMkLst>
          <pc:docMk/>
          <pc:sldMk cId="2918891712" sldId="2310"/>
        </pc:sldMkLst>
      </pc:sldChg>
      <pc:sldChg chg="del">
        <pc:chgData name="Reuben Stephen" userId="6a6eda1f0b9c2b70" providerId="LiveId" clId="{149D687C-D2BE-4CAF-9269-FFA169E54AE1}" dt="2025-05-01T07:56:59.069" v="1890" actId="47"/>
        <pc:sldMkLst>
          <pc:docMk/>
          <pc:sldMk cId="2540742234" sldId="2311"/>
        </pc:sldMkLst>
      </pc:sldChg>
      <pc:sldChg chg="del">
        <pc:chgData name="Reuben Stephen" userId="6a6eda1f0b9c2b70" providerId="LiveId" clId="{149D687C-D2BE-4CAF-9269-FFA169E54AE1}" dt="2025-05-01T07:52:20.044" v="1844" actId="47"/>
        <pc:sldMkLst>
          <pc:docMk/>
          <pc:sldMk cId="1531102232" sldId="2312"/>
        </pc:sldMkLst>
      </pc:sldChg>
      <pc:sldChg chg="del">
        <pc:chgData name="Reuben Stephen" userId="6a6eda1f0b9c2b70" providerId="LiveId" clId="{149D687C-D2BE-4CAF-9269-FFA169E54AE1}" dt="2025-05-01T07:54:30.942" v="1869" actId="47"/>
        <pc:sldMkLst>
          <pc:docMk/>
          <pc:sldMk cId="4147682853" sldId="2313"/>
        </pc:sldMkLst>
      </pc:sldChg>
      <pc:sldChg chg="del">
        <pc:chgData name="Reuben Stephen" userId="6a6eda1f0b9c2b70" providerId="LiveId" clId="{149D687C-D2BE-4CAF-9269-FFA169E54AE1}" dt="2025-05-01T07:57:00.220" v="1891" actId="47"/>
        <pc:sldMkLst>
          <pc:docMk/>
          <pc:sldMk cId="1523836135" sldId="2314"/>
        </pc:sldMkLst>
      </pc:sldChg>
      <pc:sldChg chg="modSp mod">
        <pc:chgData name="Reuben Stephen" userId="6a6eda1f0b9c2b70" providerId="LiveId" clId="{149D687C-D2BE-4CAF-9269-FFA169E54AE1}" dt="2025-05-01T07:31:58.611" v="1618" actId="20577"/>
        <pc:sldMkLst>
          <pc:docMk/>
          <pc:sldMk cId="2805091335" sldId="2315"/>
        </pc:sldMkLst>
        <pc:spChg chg="mod">
          <ac:chgData name="Reuben Stephen" userId="6a6eda1f0b9c2b70" providerId="LiveId" clId="{149D687C-D2BE-4CAF-9269-FFA169E54AE1}" dt="2025-05-01T07:31:58.611" v="1618" actId="20577"/>
          <ac:spMkLst>
            <pc:docMk/>
            <pc:sldMk cId="2805091335" sldId="2315"/>
            <ac:spMk id="5" creationId="{2AAE5645-13C1-63A8-719E-BD8465319016}"/>
          </ac:spMkLst>
        </pc:spChg>
        <pc:spChg chg="mod">
          <ac:chgData name="Reuben Stephen" userId="6a6eda1f0b9c2b70" providerId="LiveId" clId="{149D687C-D2BE-4CAF-9269-FFA169E54AE1}" dt="2025-04-30T12:34:31.173" v="458" actId="1076"/>
          <ac:spMkLst>
            <pc:docMk/>
            <pc:sldMk cId="2805091335" sldId="2315"/>
            <ac:spMk id="8" creationId="{EBA27FF7-96EB-85FB-3185-73A5C5B3BBA2}"/>
          </ac:spMkLst>
        </pc:spChg>
      </pc:sldChg>
      <pc:sldChg chg="modSp mod">
        <pc:chgData name="Reuben Stephen" userId="6a6eda1f0b9c2b70" providerId="LiveId" clId="{149D687C-D2BE-4CAF-9269-FFA169E54AE1}" dt="2025-05-01T07:33:00.903" v="1628" actId="20577"/>
        <pc:sldMkLst>
          <pc:docMk/>
          <pc:sldMk cId="3064558805" sldId="2316"/>
        </pc:sldMkLst>
        <pc:spChg chg="mod">
          <ac:chgData name="Reuben Stephen" userId="6a6eda1f0b9c2b70" providerId="LiveId" clId="{149D687C-D2BE-4CAF-9269-FFA169E54AE1}" dt="2025-05-01T07:33:00.903" v="1628" actId="20577"/>
          <ac:spMkLst>
            <pc:docMk/>
            <pc:sldMk cId="3064558805" sldId="2316"/>
            <ac:spMk id="3" creationId="{31FCAB21-B40E-B009-D490-157B870019A9}"/>
          </ac:spMkLst>
        </pc:spChg>
        <pc:spChg chg="mod">
          <ac:chgData name="Reuben Stephen" userId="6a6eda1f0b9c2b70" providerId="LiveId" clId="{149D687C-D2BE-4CAF-9269-FFA169E54AE1}" dt="2025-05-01T07:32:54.853" v="1624" actId="20577"/>
          <ac:spMkLst>
            <pc:docMk/>
            <pc:sldMk cId="3064558805" sldId="2316"/>
            <ac:spMk id="5" creationId="{C6DEF341-3B19-E9A1-64E4-ED287A8EA222}"/>
          </ac:spMkLst>
        </pc:spChg>
      </pc:sldChg>
      <pc:sldChg chg="modSp mod">
        <pc:chgData name="Reuben Stephen" userId="6a6eda1f0b9c2b70" providerId="LiveId" clId="{149D687C-D2BE-4CAF-9269-FFA169E54AE1}" dt="2025-05-01T07:33:38.314" v="1630" actId="20577"/>
        <pc:sldMkLst>
          <pc:docMk/>
          <pc:sldMk cId="4181651038" sldId="2317"/>
        </pc:sldMkLst>
        <pc:spChg chg="mod">
          <ac:chgData name="Reuben Stephen" userId="6a6eda1f0b9c2b70" providerId="LiveId" clId="{149D687C-D2BE-4CAF-9269-FFA169E54AE1}" dt="2025-04-30T12:37:47.079" v="487" actId="20577"/>
          <ac:spMkLst>
            <pc:docMk/>
            <pc:sldMk cId="4181651038" sldId="2317"/>
            <ac:spMk id="3" creationId="{11D74A5B-5A2F-6554-88A1-6192371F71FF}"/>
          </ac:spMkLst>
        </pc:spChg>
        <pc:spChg chg="mod">
          <ac:chgData name="Reuben Stephen" userId="6a6eda1f0b9c2b70" providerId="LiveId" clId="{149D687C-D2BE-4CAF-9269-FFA169E54AE1}" dt="2025-05-01T07:33:38.314" v="1630" actId="20577"/>
          <ac:spMkLst>
            <pc:docMk/>
            <pc:sldMk cId="4181651038" sldId="2317"/>
            <ac:spMk id="5" creationId="{3C4F73D2-3982-36BC-40B2-C320595C3167}"/>
          </ac:spMkLst>
        </pc:spChg>
      </pc:sldChg>
      <pc:sldChg chg="modSp mod modShow">
        <pc:chgData name="Reuben Stephen" userId="6a6eda1f0b9c2b70" providerId="LiveId" clId="{149D687C-D2BE-4CAF-9269-FFA169E54AE1}" dt="2025-05-01T07:33:47.295" v="1631" actId="729"/>
        <pc:sldMkLst>
          <pc:docMk/>
          <pc:sldMk cId="4106324001" sldId="2318"/>
        </pc:sldMkLst>
        <pc:spChg chg="mod">
          <ac:chgData name="Reuben Stephen" userId="6a6eda1f0b9c2b70" providerId="LiveId" clId="{149D687C-D2BE-4CAF-9269-FFA169E54AE1}" dt="2025-04-30T12:39:57.712" v="510" actId="20577"/>
          <ac:spMkLst>
            <pc:docMk/>
            <pc:sldMk cId="4106324001" sldId="2318"/>
            <ac:spMk id="3" creationId="{67599A04-163E-39E3-3F64-B7B2EE23A6FA}"/>
          </ac:spMkLst>
        </pc:spChg>
        <pc:spChg chg="mod">
          <ac:chgData name="Reuben Stephen" userId="6a6eda1f0b9c2b70" providerId="LiveId" clId="{149D687C-D2BE-4CAF-9269-FFA169E54AE1}" dt="2025-04-30T12:39:40.988" v="504" actId="20577"/>
          <ac:spMkLst>
            <pc:docMk/>
            <pc:sldMk cId="4106324001" sldId="2318"/>
            <ac:spMk id="5" creationId="{FE625CFC-C0D0-2E01-2C92-A7674B799BF5}"/>
          </ac:spMkLst>
        </pc:spChg>
      </pc:sldChg>
      <pc:sldChg chg="modSp mod">
        <pc:chgData name="Reuben Stephen" userId="6a6eda1f0b9c2b70" providerId="LiveId" clId="{149D687C-D2BE-4CAF-9269-FFA169E54AE1}" dt="2025-04-30T12:54:50.885" v="541" actId="6549"/>
        <pc:sldMkLst>
          <pc:docMk/>
          <pc:sldMk cId="1989908657" sldId="2319"/>
        </pc:sldMkLst>
        <pc:spChg chg="mod">
          <ac:chgData name="Reuben Stephen" userId="6a6eda1f0b9c2b70" providerId="LiveId" clId="{149D687C-D2BE-4CAF-9269-FFA169E54AE1}" dt="2025-04-30T12:54:50.885" v="541" actId="6549"/>
          <ac:spMkLst>
            <pc:docMk/>
            <pc:sldMk cId="1989908657" sldId="2319"/>
            <ac:spMk id="3" creationId="{037B601F-0CDF-1DC9-0062-6CF30CEF1104}"/>
          </ac:spMkLst>
        </pc:spChg>
        <pc:spChg chg="mod">
          <ac:chgData name="Reuben Stephen" userId="6a6eda1f0b9c2b70" providerId="LiveId" clId="{149D687C-D2BE-4CAF-9269-FFA169E54AE1}" dt="2025-04-30T12:53:13.418" v="531" actId="1076"/>
          <ac:spMkLst>
            <pc:docMk/>
            <pc:sldMk cId="1989908657" sldId="2319"/>
            <ac:spMk id="5" creationId="{79A215E2-C1F6-50F5-F111-96CD45397888}"/>
          </ac:spMkLst>
        </pc:spChg>
      </pc:sldChg>
      <pc:sldChg chg="modSp mod modShow">
        <pc:chgData name="Reuben Stephen" userId="6a6eda1f0b9c2b70" providerId="LiveId" clId="{149D687C-D2BE-4CAF-9269-FFA169E54AE1}" dt="2025-05-01T07:37:40.036" v="1669" actId="20577"/>
        <pc:sldMkLst>
          <pc:docMk/>
          <pc:sldMk cId="2324880794" sldId="2320"/>
        </pc:sldMkLst>
        <pc:spChg chg="mod">
          <ac:chgData name="Reuben Stephen" userId="6a6eda1f0b9c2b70" providerId="LiveId" clId="{149D687C-D2BE-4CAF-9269-FFA169E54AE1}" dt="2025-05-01T07:36:38.922" v="1664" actId="6549"/>
          <ac:spMkLst>
            <pc:docMk/>
            <pc:sldMk cId="2324880794" sldId="2320"/>
            <ac:spMk id="3" creationId="{63F61EAE-210A-5B63-0CDA-C3151CC57579}"/>
          </ac:spMkLst>
        </pc:spChg>
        <pc:spChg chg="mod">
          <ac:chgData name="Reuben Stephen" userId="6a6eda1f0b9c2b70" providerId="LiveId" clId="{149D687C-D2BE-4CAF-9269-FFA169E54AE1}" dt="2025-05-01T07:37:40.036" v="1669" actId="20577"/>
          <ac:spMkLst>
            <pc:docMk/>
            <pc:sldMk cId="2324880794" sldId="2320"/>
            <ac:spMk id="5" creationId="{FD6798E8-BFA1-1C72-2489-8E755B8A54C0}"/>
          </ac:spMkLst>
        </pc:spChg>
      </pc:sldChg>
      <pc:sldChg chg="modSp add mod ord">
        <pc:chgData name="Reuben Stephen" userId="6a6eda1f0b9c2b70" providerId="LiveId" clId="{149D687C-D2BE-4CAF-9269-FFA169E54AE1}" dt="2025-05-01T07:40:41.019" v="1686" actId="20577"/>
        <pc:sldMkLst>
          <pc:docMk/>
          <pc:sldMk cId="2006108729" sldId="2321"/>
        </pc:sldMkLst>
        <pc:spChg chg="mod">
          <ac:chgData name="Reuben Stephen" userId="6a6eda1f0b9c2b70" providerId="LiveId" clId="{149D687C-D2BE-4CAF-9269-FFA169E54AE1}" dt="2025-04-30T13:08:59.413" v="727" actId="20577"/>
          <ac:spMkLst>
            <pc:docMk/>
            <pc:sldMk cId="2006108729" sldId="2321"/>
            <ac:spMk id="3" creationId="{F09AEF0C-692B-305A-E21A-18100FB1F4D8}"/>
          </ac:spMkLst>
        </pc:spChg>
        <pc:spChg chg="mod">
          <ac:chgData name="Reuben Stephen" userId="6a6eda1f0b9c2b70" providerId="LiveId" clId="{149D687C-D2BE-4CAF-9269-FFA169E54AE1}" dt="2025-04-30T13:01:50.723" v="712" actId="20577"/>
          <ac:spMkLst>
            <pc:docMk/>
            <pc:sldMk cId="2006108729" sldId="2321"/>
            <ac:spMk id="4" creationId="{716BF5D5-BE08-2C60-53CD-3F2131E770A0}"/>
          </ac:spMkLst>
        </pc:spChg>
        <pc:spChg chg="mod">
          <ac:chgData name="Reuben Stephen" userId="6a6eda1f0b9c2b70" providerId="LiveId" clId="{149D687C-D2BE-4CAF-9269-FFA169E54AE1}" dt="2025-05-01T07:40:41.019" v="1686" actId="20577"/>
          <ac:spMkLst>
            <pc:docMk/>
            <pc:sldMk cId="2006108729" sldId="2321"/>
            <ac:spMk id="5" creationId="{4406FBAC-9B16-3606-4A29-39B53116084B}"/>
          </ac:spMkLst>
        </pc:spChg>
      </pc:sldChg>
      <pc:sldChg chg="modSp add del mod">
        <pc:chgData name="Reuben Stephen" userId="6a6eda1f0b9c2b70" providerId="LiveId" clId="{149D687C-D2BE-4CAF-9269-FFA169E54AE1}" dt="2025-05-01T07:42:23.803" v="1711" actId="47"/>
        <pc:sldMkLst>
          <pc:docMk/>
          <pc:sldMk cId="1888138908" sldId="2322"/>
        </pc:sldMkLst>
        <pc:spChg chg="mod">
          <ac:chgData name="Reuben Stephen" userId="6a6eda1f0b9c2b70" providerId="LiveId" clId="{149D687C-D2BE-4CAF-9269-FFA169E54AE1}" dt="2025-04-30T13:09:21.636" v="733" actId="20577"/>
          <ac:spMkLst>
            <pc:docMk/>
            <pc:sldMk cId="1888138908" sldId="2322"/>
            <ac:spMk id="4" creationId="{2A1C02B7-CCB6-0CCE-B42F-7172D67BA199}"/>
          </ac:spMkLst>
        </pc:spChg>
      </pc:sldChg>
      <pc:sldChg chg="modSp add mod ord">
        <pc:chgData name="Reuben Stephen" userId="6a6eda1f0b9c2b70" providerId="LiveId" clId="{149D687C-D2BE-4CAF-9269-FFA169E54AE1}" dt="2025-05-01T07:42:35.003" v="1712" actId="20577"/>
        <pc:sldMkLst>
          <pc:docMk/>
          <pc:sldMk cId="2288274840" sldId="2323"/>
        </pc:sldMkLst>
        <pc:spChg chg="mod">
          <ac:chgData name="Reuben Stephen" userId="6a6eda1f0b9c2b70" providerId="LiveId" clId="{149D687C-D2BE-4CAF-9269-FFA169E54AE1}" dt="2025-04-30T13:16:45.830" v="837" actId="20577"/>
          <ac:spMkLst>
            <pc:docMk/>
            <pc:sldMk cId="2288274840" sldId="2323"/>
            <ac:spMk id="3" creationId="{3D2BF37C-9F85-2AD4-6AF4-DE3A4D8C71E3}"/>
          </ac:spMkLst>
        </pc:spChg>
        <pc:spChg chg="mod">
          <ac:chgData name="Reuben Stephen" userId="6a6eda1f0b9c2b70" providerId="LiveId" clId="{149D687C-D2BE-4CAF-9269-FFA169E54AE1}" dt="2025-04-30T13:17:07.338" v="839" actId="20577"/>
          <ac:spMkLst>
            <pc:docMk/>
            <pc:sldMk cId="2288274840" sldId="2323"/>
            <ac:spMk id="4" creationId="{FE22DDD9-95A4-F3E2-13C8-B28BBE7F42B4}"/>
          </ac:spMkLst>
        </pc:spChg>
        <pc:spChg chg="mod">
          <ac:chgData name="Reuben Stephen" userId="6a6eda1f0b9c2b70" providerId="LiveId" clId="{149D687C-D2BE-4CAF-9269-FFA169E54AE1}" dt="2025-05-01T07:42:35.003" v="1712" actId="20577"/>
          <ac:spMkLst>
            <pc:docMk/>
            <pc:sldMk cId="2288274840" sldId="2323"/>
            <ac:spMk id="5" creationId="{4EAC5499-B4E0-0B08-1F89-95D5B2BDBB6D}"/>
          </ac:spMkLst>
        </pc:spChg>
      </pc:sldChg>
      <pc:sldChg chg="modSp add del mod">
        <pc:chgData name="Reuben Stephen" userId="6a6eda1f0b9c2b70" providerId="LiveId" clId="{149D687C-D2BE-4CAF-9269-FFA169E54AE1}" dt="2025-05-01T07:43:19.240" v="1715" actId="47"/>
        <pc:sldMkLst>
          <pc:docMk/>
          <pc:sldMk cId="2454204069" sldId="2324"/>
        </pc:sldMkLst>
        <pc:spChg chg="mod">
          <ac:chgData name="Reuben Stephen" userId="6a6eda1f0b9c2b70" providerId="LiveId" clId="{149D687C-D2BE-4CAF-9269-FFA169E54AE1}" dt="2025-04-30T13:17:17.687" v="841" actId="20577"/>
          <ac:spMkLst>
            <pc:docMk/>
            <pc:sldMk cId="2454204069" sldId="2324"/>
            <ac:spMk id="4" creationId="{F4E85159-0618-7E6E-E562-9A0DF76E2690}"/>
          </ac:spMkLst>
        </pc:spChg>
      </pc:sldChg>
      <pc:sldChg chg="modSp add mod">
        <pc:chgData name="Reuben Stephen" userId="6a6eda1f0b9c2b70" providerId="LiveId" clId="{149D687C-D2BE-4CAF-9269-FFA169E54AE1}" dt="2025-05-01T07:43:43.671" v="1720" actId="20577"/>
        <pc:sldMkLst>
          <pc:docMk/>
          <pc:sldMk cId="3315332989" sldId="2325"/>
        </pc:sldMkLst>
        <pc:spChg chg="mod">
          <ac:chgData name="Reuben Stephen" userId="6a6eda1f0b9c2b70" providerId="LiveId" clId="{149D687C-D2BE-4CAF-9269-FFA169E54AE1}" dt="2025-04-30T13:20:54.290" v="891" actId="20577"/>
          <ac:spMkLst>
            <pc:docMk/>
            <pc:sldMk cId="3315332989" sldId="2325"/>
            <ac:spMk id="3" creationId="{803728B3-7994-AF52-5E0B-9494923EDBDE}"/>
          </ac:spMkLst>
        </pc:spChg>
        <pc:spChg chg="mod">
          <ac:chgData name="Reuben Stephen" userId="6a6eda1f0b9c2b70" providerId="LiveId" clId="{149D687C-D2BE-4CAF-9269-FFA169E54AE1}" dt="2025-04-30T13:21:08.297" v="893" actId="20577"/>
          <ac:spMkLst>
            <pc:docMk/>
            <pc:sldMk cId="3315332989" sldId="2325"/>
            <ac:spMk id="4" creationId="{831EFDD2-21C3-4879-0165-3782704D05FF}"/>
          </ac:spMkLst>
        </pc:spChg>
        <pc:spChg chg="mod">
          <ac:chgData name="Reuben Stephen" userId="6a6eda1f0b9c2b70" providerId="LiveId" clId="{149D687C-D2BE-4CAF-9269-FFA169E54AE1}" dt="2025-05-01T07:43:43.671" v="1720" actId="20577"/>
          <ac:spMkLst>
            <pc:docMk/>
            <pc:sldMk cId="3315332989" sldId="2325"/>
            <ac:spMk id="5" creationId="{98A49D3E-8E27-D372-E74B-1BD1F218AEEC}"/>
          </ac:spMkLst>
        </pc:spChg>
      </pc:sldChg>
      <pc:sldChg chg="modSp add del mod">
        <pc:chgData name="Reuben Stephen" userId="6a6eda1f0b9c2b70" providerId="LiveId" clId="{149D687C-D2BE-4CAF-9269-FFA169E54AE1}" dt="2025-05-01T07:44:08.548" v="1725" actId="47"/>
        <pc:sldMkLst>
          <pc:docMk/>
          <pc:sldMk cId="2005558137" sldId="2326"/>
        </pc:sldMkLst>
        <pc:spChg chg="mod">
          <ac:chgData name="Reuben Stephen" userId="6a6eda1f0b9c2b70" providerId="LiveId" clId="{149D687C-D2BE-4CAF-9269-FFA169E54AE1}" dt="2025-04-30T13:21:16.965" v="895" actId="20577"/>
          <ac:spMkLst>
            <pc:docMk/>
            <pc:sldMk cId="2005558137" sldId="2326"/>
            <ac:spMk id="4" creationId="{507B4BE3-E4F5-09A9-A26D-A8BCA504DFF0}"/>
          </ac:spMkLst>
        </pc:spChg>
      </pc:sldChg>
      <pc:sldChg chg="modSp add mod ord">
        <pc:chgData name="Reuben Stephen" userId="6a6eda1f0b9c2b70" providerId="LiveId" clId="{149D687C-D2BE-4CAF-9269-FFA169E54AE1}" dt="2025-04-30T13:26:45.226" v="960" actId="6549"/>
        <pc:sldMkLst>
          <pc:docMk/>
          <pc:sldMk cId="412178599" sldId="2327"/>
        </pc:sldMkLst>
        <pc:spChg chg="mod">
          <ac:chgData name="Reuben Stephen" userId="6a6eda1f0b9c2b70" providerId="LiveId" clId="{149D687C-D2BE-4CAF-9269-FFA169E54AE1}" dt="2025-04-30T13:26:31.197" v="955" actId="20577"/>
          <ac:spMkLst>
            <pc:docMk/>
            <pc:sldMk cId="412178599" sldId="2327"/>
            <ac:spMk id="3" creationId="{8143A775-0001-74BE-654F-1C064ACA8874}"/>
          </ac:spMkLst>
        </pc:spChg>
        <pc:spChg chg="mod">
          <ac:chgData name="Reuben Stephen" userId="6a6eda1f0b9c2b70" providerId="LiveId" clId="{149D687C-D2BE-4CAF-9269-FFA169E54AE1}" dt="2025-04-30T13:26:45.226" v="960" actId="6549"/>
          <ac:spMkLst>
            <pc:docMk/>
            <pc:sldMk cId="412178599" sldId="2327"/>
            <ac:spMk id="4" creationId="{CDA9EBAE-1984-3D0C-730B-94CEA89887DC}"/>
          </ac:spMkLst>
        </pc:spChg>
        <pc:spChg chg="mod">
          <ac:chgData name="Reuben Stephen" userId="6a6eda1f0b9c2b70" providerId="LiveId" clId="{149D687C-D2BE-4CAF-9269-FFA169E54AE1}" dt="2025-04-30T13:25:40.943" v="931" actId="20577"/>
          <ac:spMkLst>
            <pc:docMk/>
            <pc:sldMk cId="412178599" sldId="2327"/>
            <ac:spMk id="5" creationId="{F41FBF46-C760-3C83-41F1-C689638B2EFA}"/>
          </ac:spMkLst>
        </pc:spChg>
      </pc:sldChg>
      <pc:sldChg chg="modSp add del mod">
        <pc:chgData name="Reuben Stephen" userId="6a6eda1f0b9c2b70" providerId="LiveId" clId="{149D687C-D2BE-4CAF-9269-FFA169E54AE1}" dt="2025-05-01T07:44:46.910" v="1729" actId="47"/>
        <pc:sldMkLst>
          <pc:docMk/>
          <pc:sldMk cId="726225235" sldId="2328"/>
        </pc:sldMkLst>
        <pc:spChg chg="mod">
          <ac:chgData name="Reuben Stephen" userId="6a6eda1f0b9c2b70" providerId="LiveId" clId="{149D687C-D2BE-4CAF-9269-FFA169E54AE1}" dt="2025-04-30T13:26:51.959" v="962" actId="20577"/>
          <ac:spMkLst>
            <pc:docMk/>
            <pc:sldMk cId="726225235" sldId="2328"/>
            <ac:spMk id="4" creationId="{DEB0677D-AAA7-CD34-18E1-86E923A05EF9}"/>
          </ac:spMkLst>
        </pc:spChg>
      </pc:sldChg>
      <pc:sldChg chg="modSp add mod">
        <pc:chgData name="Reuben Stephen" userId="6a6eda1f0b9c2b70" providerId="LiveId" clId="{149D687C-D2BE-4CAF-9269-FFA169E54AE1}" dt="2025-05-01T06:56:09.486" v="1005" actId="6549"/>
        <pc:sldMkLst>
          <pc:docMk/>
          <pc:sldMk cId="930117678" sldId="2329"/>
        </pc:sldMkLst>
        <pc:spChg chg="mod">
          <ac:chgData name="Reuben Stephen" userId="6a6eda1f0b9c2b70" providerId="LiveId" clId="{149D687C-D2BE-4CAF-9269-FFA169E54AE1}" dt="2025-05-01T06:56:09.486" v="1005" actId="6549"/>
          <ac:spMkLst>
            <pc:docMk/>
            <pc:sldMk cId="930117678" sldId="2329"/>
            <ac:spMk id="5" creationId="{D9EA50DA-C267-A539-D850-96D2C71AFAFE}"/>
          </ac:spMkLst>
        </pc:spChg>
      </pc:sldChg>
      <pc:sldChg chg="modSp add mod">
        <pc:chgData name="Reuben Stephen" userId="6a6eda1f0b9c2b70" providerId="LiveId" clId="{149D687C-D2BE-4CAF-9269-FFA169E54AE1}" dt="2025-05-01T06:56:32.397" v="1008" actId="20577"/>
        <pc:sldMkLst>
          <pc:docMk/>
          <pc:sldMk cId="1900592391" sldId="2330"/>
        </pc:sldMkLst>
        <pc:spChg chg="mod">
          <ac:chgData name="Reuben Stephen" userId="6a6eda1f0b9c2b70" providerId="LiveId" clId="{149D687C-D2BE-4CAF-9269-FFA169E54AE1}" dt="2025-05-01T06:56:32.397" v="1008" actId="20577"/>
          <ac:spMkLst>
            <pc:docMk/>
            <pc:sldMk cId="1900592391" sldId="2330"/>
            <ac:spMk id="5" creationId="{46ABCBC3-5A7A-9148-8E99-EF7F2EC95DCB}"/>
          </ac:spMkLst>
        </pc:spChg>
      </pc:sldChg>
      <pc:sldChg chg="modSp add mod">
        <pc:chgData name="Reuben Stephen" userId="6a6eda1f0b9c2b70" providerId="LiveId" clId="{149D687C-D2BE-4CAF-9269-FFA169E54AE1}" dt="2025-05-01T06:57:17.025" v="1014" actId="20577"/>
        <pc:sldMkLst>
          <pc:docMk/>
          <pc:sldMk cId="514524049" sldId="2331"/>
        </pc:sldMkLst>
        <pc:spChg chg="mod">
          <ac:chgData name="Reuben Stephen" userId="6a6eda1f0b9c2b70" providerId="LiveId" clId="{149D687C-D2BE-4CAF-9269-FFA169E54AE1}" dt="2025-05-01T06:57:17.025" v="1014" actId="20577"/>
          <ac:spMkLst>
            <pc:docMk/>
            <pc:sldMk cId="514524049" sldId="2331"/>
            <ac:spMk id="5" creationId="{8D1D61FD-6CE6-6F31-8B3F-648AC48FA65D}"/>
          </ac:spMkLst>
        </pc:spChg>
      </pc:sldChg>
      <pc:sldChg chg="modSp add mod">
        <pc:chgData name="Reuben Stephen" userId="6a6eda1f0b9c2b70" providerId="LiveId" clId="{149D687C-D2BE-4CAF-9269-FFA169E54AE1}" dt="2025-05-01T07:14:40.891" v="1525" actId="20577"/>
        <pc:sldMkLst>
          <pc:docMk/>
          <pc:sldMk cId="1259612734" sldId="2332"/>
        </pc:sldMkLst>
        <pc:spChg chg="mod">
          <ac:chgData name="Reuben Stephen" userId="6a6eda1f0b9c2b70" providerId="LiveId" clId="{149D687C-D2BE-4CAF-9269-FFA169E54AE1}" dt="2025-05-01T07:07:46.461" v="1139" actId="20577"/>
          <ac:spMkLst>
            <pc:docMk/>
            <pc:sldMk cId="1259612734" sldId="2332"/>
            <ac:spMk id="2" creationId="{761452F6-25BD-97BB-B4C8-1C7B1502542D}"/>
          </ac:spMkLst>
        </pc:spChg>
        <pc:spChg chg="mod">
          <ac:chgData name="Reuben Stephen" userId="6a6eda1f0b9c2b70" providerId="LiveId" clId="{149D687C-D2BE-4CAF-9269-FFA169E54AE1}" dt="2025-05-01T07:14:40.891" v="1525" actId="20577"/>
          <ac:spMkLst>
            <pc:docMk/>
            <pc:sldMk cId="1259612734" sldId="2332"/>
            <ac:spMk id="3" creationId="{A3FDFA01-80AD-3452-633D-3F894ACF9A9F}"/>
          </ac:spMkLst>
        </pc:spChg>
      </pc:sldChg>
      <pc:sldChg chg="modSp add mod">
        <pc:chgData name="Reuben Stephen" userId="6a6eda1f0b9c2b70" providerId="LiveId" clId="{149D687C-D2BE-4CAF-9269-FFA169E54AE1}" dt="2025-05-01T07:14:38.208" v="1524" actId="20577"/>
        <pc:sldMkLst>
          <pc:docMk/>
          <pc:sldMk cId="4043138376" sldId="2333"/>
        </pc:sldMkLst>
        <pc:spChg chg="mod">
          <ac:chgData name="Reuben Stephen" userId="6a6eda1f0b9c2b70" providerId="LiveId" clId="{149D687C-D2BE-4CAF-9269-FFA169E54AE1}" dt="2025-05-01T07:14:38.208" v="1524" actId="20577"/>
          <ac:spMkLst>
            <pc:docMk/>
            <pc:sldMk cId="4043138376" sldId="2333"/>
            <ac:spMk id="3" creationId="{0B606456-D7B0-D5C4-1248-51CE30834A8D}"/>
          </ac:spMkLst>
        </pc:spChg>
        <pc:spChg chg="mod">
          <ac:chgData name="Reuben Stephen" userId="6a6eda1f0b9c2b70" providerId="LiveId" clId="{149D687C-D2BE-4CAF-9269-FFA169E54AE1}" dt="2025-05-01T07:08:41.360" v="1157" actId="20577"/>
          <ac:spMkLst>
            <pc:docMk/>
            <pc:sldMk cId="4043138376" sldId="2333"/>
            <ac:spMk id="5" creationId="{A2470C78-D10E-B6E2-575D-33393EBFDEC4}"/>
          </ac:spMkLst>
        </pc:spChg>
        <pc:spChg chg="mod">
          <ac:chgData name="Reuben Stephen" userId="6a6eda1f0b9c2b70" providerId="LiveId" clId="{149D687C-D2BE-4CAF-9269-FFA169E54AE1}" dt="2025-05-01T07:09:46.695" v="1165" actId="20577"/>
          <ac:spMkLst>
            <pc:docMk/>
            <pc:sldMk cId="4043138376" sldId="2333"/>
            <ac:spMk id="6" creationId="{C1CD4AC2-4980-9A6E-6EC2-AD301E2C6519}"/>
          </ac:spMkLst>
        </pc:spChg>
      </pc:sldChg>
      <pc:sldChg chg="modSp add mod">
        <pc:chgData name="Reuben Stephen" userId="6a6eda1f0b9c2b70" providerId="LiveId" clId="{149D687C-D2BE-4CAF-9269-FFA169E54AE1}" dt="2025-05-01T07:14:35.334" v="1523" actId="20577"/>
        <pc:sldMkLst>
          <pc:docMk/>
          <pc:sldMk cId="2223698258" sldId="2334"/>
        </pc:sldMkLst>
        <pc:spChg chg="mod">
          <ac:chgData name="Reuben Stephen" userId="6a6eda1f0b9c2b70" providerId="LiveId" clId="{149D687C-D2BE-4CAF-9269-FFA169E54AE1}" dt="2025-05-01T07:14:35.334" v="1523" actId="20577"/>
          <ac:spMkLst>
            <pc:docMk/>
            <pc:sldMk cId="2223698258" sldId="2334"/>
            <ac:spMk id="3" creationId="{0AEE7A90-4ABC-6305-7324-79F0D7839A5A}"/>
          </ac:spMkLst>
        </pc:spChg>
        <pc:spChg chg="mod">
          <ac:chgData name="Reuben Stephen" userId="6a6eda1f0b9c2b70" providerId="LiveId" clId="{149D687C-D2BE-4CAF-9269-FFA169E54AE1}" dt="2025-05-01T07:11:16.638" v="1299" actId="20577"/>
          <ac:spMkLst>
            <pc:docMk/>
            <pc:sldMk cId="2223698258" sldId="2334"/>
            <ac:spMk id="5" creationId="{A3751BFD-1EA2-7E32-0FD5-24EF6C01E24A}"/>
          </ac:spMkLst>
        </pc:spChg>
        <pc:spChg chg="mod">
          <ac:chgData name="Reuben Stephen" userId="6a6eda1f0b9c2b70" providerId="LiveId" clId="{149D687C-D2BE-4CAF-9269-FFA169E54AE1}" dt="2025-05-01T07:14:15.669" v="1517" actId="20577"/>
          <ac:spMkLst>
            <pc:docMk/>
            <pc:sldMk cId="2223698258" sldId="2334"/>
            <ac:spMk id="6" creationId="{9D43798F-6306-3067-BB34-C0E74BB15E83}"/>
          </ac:spMkLst>
        </pc:spChg>
      </pc:sldChg>
      <pc:sldChg chg="modSp add mod">
        <pc:chgData name="Reuben Stephen" userId="6a6eda1f0b9c2b70" providerId="LiveId" clId="{149D687C-D2BE-4CAF-9269-FFA169E54AE1}" dt="2025-05-01T07:18:00.182" v="1614" actId="20577"/>
        <pc:sldMkLst>
          <pc:docMk/>
          <pc:sldMk cId="472975972" sldId="2335"/>
        </pc:sldMkLst>
        <pc:spChg chg="mod">
          <ac:chgData name="Reuben Stephen" userId="6a6eda1f0b9c2b70" providerId="LiveId" clId="{149D687C-D2BE-4CAF-9269-FFA169E54AE1}" dt="2025-05-01T07:18:00.182" v="1614" actId="20577"/>
          <ac:spMkLst>
            <pc:docMk/>
            <pc:sldMk cId="472975972" sldId="2335"/>
            <ac:spMk id="3" creationId="{14AE4B97-A2E7-55D5-EB79-5FD0ECC1584D}"/>
          </ac:spMkLst>
        </pc:spChg>
        <pc:spChg chg="mod">
          <ac:chgData name="Reuben Stephen" userId="6a6eda1f0b9c2b70" providerId="LiveId" clId="{149D687C-D2BE-4CAF-9269-FFA169E54AE1}" dt="2025-05-01T07:17:39.864" v="1612" actId="403"/>
          <ac:spMkLst>
            <pc:docMk/>
            <pc:sldMk cId="472975972" sldId="2335"/>
            <ac:spMk id="5" creationId="{12192A57-2F13-5E69-97C7-07486232C3FF}"/>
          </ac:spMkLst>
        </pc:spChg>
        <pc:spChg chg="mod">
          <ac:chgData name="Reuben Stephen" userId="6a6eda1f0b9c2b70" providerId="LiveId" clId="{149D687C-D2BE-4CAF-9269-FFA169E54AE1}" dt="2025-05-01T07:16:54.445" v="1606" actId="20577"/>
          <ac:spMkLst>
            <pc:docMk/>
            <pc:sldMk cId="472975972" sldId="2335"/>
            <ac:spMk id="6" creationId="{CEEDDFC4-8905-AF2D-A383-01C34B377AC3}"/>
          </ac:spMkLst>
        </pc:spChg>
      </pc:sldChg>
      <pc:sldChg chg="modSp add mod">
        <pc:chgData name="Reuben Stephen" userId="6a6eda1f0b9c2b70" providerId="LiveId" clId="{149D687C-D2BE-4CAF-9269-FFA169E54AE1}" dt="2025-05-01T07:42:21.146" v="1710" actId="20577"/>
        <pc:sldMkLst>
          <pc:docMk/>
          <pc:sldMk cId="3285466367" sldId="2336"/>
        </pc:sldMkLst>
        <pc:spChg chg="mod">
          <ac:chgData name="Reuben Stephen" userId="6a6eda1f0b9c2b70" providerId="LiveId" clId="{149D687C-D2BE-4CAF-9269-FFA169E54AE1}" dt="2025-05-01T07:42:21.146" v="1710" actId="20577"/>
          <ac:spMkLst>
            <pc:docMk/>
            <pc:sldMk cId="3285466367" sldId="2336"/>
            <ac:spMk id="4" creationId="{B6BCC391-96D7-1C21-BEA2-1990BBE2B4AC}"/>
          </ac:spMkLst>
        </pc:spChg>
      </pc:sldChg>
      <pc:sldChg chg="modSp add mod">
        <pc:chgData name="Reuben Stephen" userId="6a6eda1f0b9c2b70" providerId="LiveId" clId="{149D687C-D2BE-4CAF-9269-FFA169E54AE1}" dt="2025-05-01T07:43:17.217" v="1714" actId="20577"/>
        <pc:sldMkLst>
          <pc:docMk/>
          <pc:sldMk cId="84235035" sldId="2337"/>
        </pc:sldMkLst>
        <pc:spChg chg="mod">
          <ac:chgData name="Reuben Stephen" userId="6a6eda1f0b9c2b70" providerId="LiveId" clId="{149D687C-D2BE-4CAF-9269-FFA169E54AE1}" dt="2025-05-01T07:43:17.217" v="1714" actId="20577"/>
          <ac:spMkLst>
            <pc:docMk/>
            <pc:sldMk cId="84235035" sldId="2337"/>
            <ac:spMk id="4" creationId="{D1F53168-E2B1-952C-A025-0BD182445A67}"/>
          </ac:spMkLst>
        </pc:spChg>
      </pc:sldChg>
      <pc:sldChg chg="modSp add mod">
        <pc:chgData name="Reuben Stephen" userId="6a6eda1f0b9c2b70" providerId="LiveId" clId="{149D687C-D2BE-4CAF-9269-FFA169E54AE1}" dt="2025-05-01T07:44:06.408" v="1724" actId="20577"/>
        <pc:sldMkLst>
          <pc:docMk/>
          <pc:sldMk cId="2089586301" sldId="2338"/>
        </pc:sldMkLst>
        <pc:spChg chg="mod">
          <ac:chgData name="Reuben Stephen" userId="6a6eda1f0b9c2b70" providerId="LiveId" clId="{149D687C-D2BE-4CAF-9269-FFA169E54AE1}" dt="2025-05-01T07:44:06.408" v="1724" actId="20577"/>
          <ac:spMkLst>
            <pc:docMk/>
            <pc:sldMk cId="2089586301" sldId="2338"/>
            <ac:spMk id="4" creationId="{9381AEAD-135F-B3BF-5C01-485A6AFF1593}"/>
          </ac:spMkLst>
        </pc:spChg>
      </pc:sldChg>
      <pc:sldChg chg="modSp add mod">
        <pc:chgData name="Reuben Stephen" userId="6a6eda1f0b9c2b70" providerId="LiveId" clId="{149D687C-D2BE-4CAF-9269-FFA169E54AE1}" dt="2025-05-01T07:44:44.797" v="1728" actId="20577"/>
        <pc:sldMkLst>
          <pc:docMk/>
          <pc:sldMk cId="2921558523" sldId="2339"/>
        </pc:sldMkLst>
        <pc:spChg chg="mod">
          <ac:chgData name="Reuben Stephen" userId="6a6eda1f0b9c2b70" providerId="LiveId" clId="{149D687C-D2BE-4CAF-9269-FFA169E54AE1}" dt="2025-05-01T07:44:44.797" v="1728" actId="20577"/>
          <ac:spMkLst>
            <pc:docMk/>
            <pc:sldMk cId="2921558523" sldId="2339"/>
            <ac:spMk id="4" creationId="{1C00524E-179E-FA90-2522-9F5710FCE640}"/>
          </ac:spMkLst>
        </pc:spChg>
      </pc:sldChg>
      <pc:sldChg chg="addSp modSp add mod">
        <pc:chgData name="Reuben Stephen" userId="6a6eda1f0b9c2b70" providerId="LiveId" clId="{149D687C-D2BE-4CAF-9269-FFA169E54AE1}" dt="2025-05-01T07:56:22.094" v="1885" actId="207"/>
        <pc:sldMkLst>
          <pc:docMk/>
          <pc:sldMk cId="1975040391" sldId="2340"/>
        </pc:sldMkLst>
        <pc:spChg chg="mod">
          <ac:chgData name="Reuben Stephen" userId="6a6eda1f0b9c2b70" providerId="LiveId" clId="{149D687C-D2BE-4CAF-9269-FFA169E54AE1}" dt="2025-05-01T07:51:15.746" v="1831" actId="12788"/>
          <ac:spMkLst>
            <pc:docMk/>
            <pc:sldMk cId="1975040391" sldId="2340"/>
            <ac:spMk id="3" creationId="{E88D2706-6F52-70FB-0308-81A1D3146C36}"/>
          </ac:spMkLst>
        </pc:spChg>
        <pc:spChg chg="mod">
          <ac:chgData name="Reuben Stephen" userId="6a6eda1f0b9c2b70" providerId="LiveId" clId="{149D687C-D2BE-4CAF-9269-FFA169E54AE1}" dt="2025-05-01T07:52:13.294" v="1841" actId="20577"/>
          <ac:spMkLst>
            <pc:docMk/>
            <pc:sldMk cId="1975040391" sldId="2340"/>
            <ac:spMk id="4" creationId="{E4632794-2B55-E21A-4C34-CBDD0E556EB4}"/>
          </ac:spMkLst>
        </pc:spChg>
        <pc:spChg chg="mod">
          <ac:chgData name="Reuben Stephen" userId="6a6eda1f0b9c2b70" providerId="LiveId" clId="{149D687C-D2BE-4CAF-9269-FFA169E54AE1}" dt="2025-05-01T07:56:22.094" v="1885" actId="207"/>
          <ac:spMkLst>
            <pc:docMk/>
            <pc:sldMk cId="1975040391" sldId="2340"/>
            <ac:spMk id="5" creationId="{3773E3D6-D6E5-3E8A-7D5C-A7189D7EFAAC}"/>
          </ac:spMkLst>
        </pc:spChg>
        <pc:spChg chg="mod">
          <ac:chgData name="Reuben Stephen" userId="6a6eda1f0b9c2b70" providerId="LiveId" clId="{149D687C-D2BE-4CAF-9269-FFA169E54AE1}" dt="2025-05-01T07:49:49.989" v="1812"/>
          <ac:spMkLst>
            <pc:docMk/>
            <pc:sldMk cId="1975040391" sldId="2340"/>
            <ac:spMk id="11" creationId="{B7EAF2B1-3005-2A91-347F-BD51676F76A6}"/>
          </ac:spMkLst>
        </pc:spChg>
        <pc:spChg chg="mod">
          <ac:chgData name="Reuben Stephen" userId="6a6eda1f0b9c2b70" providerId="LiveId" clId="{149D687C-D2BE-4CAF-9269-FFA169E54AE1}" dt="2025-05-01T07:49:49.989" v="1812"/>
          <ac:spMkLst>
            <pc:docMk/>
            <pc:sldMk cId="1975040391" sldId="2340"/>
            <ac:spMk id="12" creationId="{6AFF2B06-92FC-F814-A253-BA1057F63F1B}"/>
          </ac:spMkLst>
        </pc:spChg>
        <pc:spChg chg="mod">
          <ac:chgData name="Reuben Stephen" userId="6a6eda1f0b9c2b70" providerId="LiveId" clId="{149D687C-D2BE-4CAF-9269-FFA169E54AE1}" dt="2025-05-01T07:50:39.536" v="1821"/>
          <ac:spMkLst>
            <pc:docMk/>
            <pc:sldMk cId="1975040391" sldId="2340"/>
            <ac:spMk id="17" creationId="{D3B204DC-5C11-DD83-56DE-733A732AC10F}"/>
          </ac:spMkLst>
        </pc:spChg>
        <pc:spChg chg="mod">
          <ac:chgData name="Reuben Stephen" userId="6a6eda1f0b9c2b70" providerId="LiveId" clId="{149D687C-D2BE-4CAF-9269-FFA169E54AE1}" dt="2025-05-01T07:50:39.536" v="1821"/>
          <ac:spMkLst>
            <pc:docMk/>
            <pc:sldMk cId="1975040391" sldId="2340"/>
            <ac:spMk id="18" creationId="{7BE83E82-BCE2-B8FF-64DA-90B320D68875}"/>
          </ac:spMkLst>
        </pc:spChg>
        <pc:grpChg chg="mod">
          <ac:chgData name="Reuben Stephen" userId="6a6eda1f0b9c2b70" providerId="LiveId" clId="{149D687C-D2BE-4CAF-9269-FFA169E54AE1}" dt="2025-05-01T07:53:43.920" v="1861" actId="1076"/>
          <ac:grpSpMkLst>
            <pc:docMk/>
            <pc:sldMk cId="1975040391" sldId="2340"/>
            <ac:grpSpMk id="7" creationId="{03DD64B4-ED22-524A-8F51-A163A4FBB569}"/>
          </ac:grpSpMkLst>
        </pc:grpChg>
        <pc:grpChg chg="add mod">
          <ac:chgData name="Reuben Stephen" userId="6a6eda1f0b9c2b70" providerId="LiveId" clId="{149D687C-D2BE-4CAF-9269-FFA169E54AE1}" dt="2025-05-01T07:51:22.109" v="1832" actId="1076"/>
          <ac:grpSpMkLst>
            <pc:docMk/>
            <pc:sldMk cId="1975040391" sldId="2340"/>
            <ac:grpSpMk id="10" creationId="{2C84193D-866D-E0F0-DFAF-C3DFCCC396D5}"/>
          </ac:grpSpMkLst>
        </pc:grpChg>
        <pc:grpChg chg="add mod">
          <ac:chgData name="Reuben Stephen" userId="6a6eda1f0b9c2b70" providerId="LiveId" clId="{149D687C-D2BE-4CAF-9269-FFA169E54AE1}" dt="2025-05-01T07:53:43.920" v="1861" actId="1076"/>
          <ac:grpSpMkLst>
            <pc:docMk/>
            <pc:sldMk cId="1975040391" sldId="2340"/>
            <ac:grpSpMk id="13" creationId="{432EA7D8-ED8F-6028-A7AA-F25A95194432}"/>
          </ac:grpSpMkLst>
        </pc:grpChg>
        <pc:grpChg chg="mod">
          <ac:chgData name="Reuben Stephen" userId="6a6eda1f0b9c2b70" providerId="LiveId" clId="{149D687C-D2BE-4CAF-9269-FFA169E54AE1}" dt="2025-05-01T07:51:22.109" v="1832" actId="1076"/>
          <ac:grpSpMkLst>
            <pc:docMk/>
            <pc:sldMk cId="1975040391" sldId="2340"/>
            <ac:grpSpMk id="14" creationId="{4F634042-500B-3CAB-8DB4-2AAF617E71E7}"/>
          </ac:grpSpMkLst>
        </pc:grpChg>
      </pc:sldChg>
      <pc:sldChg chg="modSp add mod">
        <pc:chgData name="Reuben Stephen" userId="6a6eda1f0b9c2b70" providerId="LiveId" clId="{149D687C-D2BE-4CAF-9269-FFA169E54AE1}" dt="2025-05-01T07:56:18.094" v="1884" actId="207"/>
        <pc:sldMkLst>
          <pc:docMk/>
          <pc:sldMk cId="111089668" sldId="2341"/>
        </pc:sldMkLst>
        <pc:spChg chg="mod">
          <ac:chgData name="Reuben Stephen" userId="6a6eda1f0b9c2b70" providerId="LiveId" clId="{149D687C-D2BE-4CAF-9269-FFA169E54AE1}" dt="2025-05-01T07:52:16.673" v="1842" actId="20577"/>
          <ac:spMkLst>
            <pc:docMk/>
            <pc:sldMk cId="111089668" sldId="2341"/>
            <ac:spMk id="4" creationId="{F8B1EA85-0868-51AF-A01D-A81BCC3F7FA3}"/>
          </ac:spMkLst>
        </pc:spChg>
        <pc:spChg chg="mod">
          <ac:chgData name="Reuben Stephen" userId="6a6eda1f0b9c2b70" providerId="LiveId" clId="{149D687C-D2BE-4CAF-9269-FFA169E54AE1}" dt="2025-05-01T07:56:18.094" v="1884" actId="207"/>
          <ac:spMkLst>
            <pc:docMk/>
            <pc:sldMk cId="111089668" sldId="2341"/>
            <ac:spMk id="5" creationId="{F65214B2-B5C7-A49F-6F49-E95955CF8255}"/>
          </ac:spMkLst>
        </pc:spChg>
      </pc:sldChg>
      <pc:sldChg chg="modSp add mod ord">
        <pc:chgData name="Reuben Stephen" userId="6a6eda1f0b9c2b70" providerId="LiveId" clId="{149D687C-D2BE-4CAF-9269-FFA169E54AE1}" dt="2025-05-01T07:56:13.909" v="1883" actId="207"/>
        <pc:sldMkLst>
          <pc:docMk/>
          <pc:sldMk cId="36995440" sldId="2342"/>
        </pc:sldMkLst>
        <pc:spChg chg="mod">
          <ac:chgData name="Reuben Stephen" userId="6a6eda1f0b9c2b70" providerId="LiveId" clId="{149D687C-D2BE-4CAF-9269-FFA169E54AE1}" dt="2025-05-01T07:53:08.866" v="1854" actId="20577"/>
          <ac:spMkLst>
            <pc:docMk/>
            <pc:sldMk cId="36995440" sldId="2342"/>
            <ac:spMk id="3" creationId="{DD775BF1-B0A9-A282-4189-B13308267C1F}"/>
          </ac:spMkLst>
        </pc:spChg>
        <pc:spChg chg="mod">
          <ac:chgData name="Reuben Stephen" userId="6a6eda1f0b9c2b70" providerId="LiveId" clId="{149D687C-D2BE-4CAF-9269-FFA169E54AE1}" dt="2025-05-01T07:54:01.306" v="1862" actId="20577"/>
          <ac:spMkLst>
            <pc:docMk/>
            <pc:sldMk cId="36995440" sldId="2342"/>
            <ac:spMk id="4" creationId="{52B7A143-136B-F147-305C-66904B5ED8EB}"/>
          </ac:spMkLst>
        </pc:spChg>
        <pc:spChg chg="mod">
          <ac:chgData name="Reuben Stephen" userId="6a6eda1f0b9c2b70" providerId="LiveId" clId="{149D687C-D2BE-4CAF-9269-FFA169E54AE1}" dt="2025-05-01T07:56:13.909" v="1883" actId="207"/>
          <ac:spMkLst>
            <pc:docMk/>
            <pc:sldMk cId="36995440" sldId="2342"/>
            <ac:spMk id="5" creationId="{A5DEA6A0-A768-5D20-71A5-2AF7E51EDC18}"/>
          </ac:spMkLst>
        </pc:spChg>
        <pc:grpChg chg="mod">
          <ac:chgData name="Reuben Stephen" userId="6a6eda1f0b9c2b70" providerId="LiveId" clId="{149D687C-D2BE-4CAF-9269-FFA169E54AE1}" dt="2025-05-01T07:53:28.381" v="1859" actId="1076"/>
          <ac:grpSpMkLst>
            <pc:docMk/>
            <pc:sldMk cId="36995440" sldId="2342"/>
            <ac:grpSpMk id="7" creationId="{E7655231-BA8B-8575-B924-4AEC27B6AB54}"/>
          </ac:grpSpMkLst>
        </pc:grpChg>
        <pc:grpChg chg="mod">
          <ac:chgData name="Reuben Stephen" userId="6a6eda1f0b9c2b70" providerId="LiveId" clId="{149D687C-D2BE-4CAF-9269-FFA169E54AE1}" dt="2025-05-01T07:53:28.381" v="1859" actId="1076"/>
          <ac:grpSpMkLst>
            <pc:docMk/>
            <pc:sldMk cId="36995440" sldId="2342"/>
            <ac:grpSpMk id="13" creationId="{C5BDB806-7DBF-8012-F6AF-E2AEADA9B4F8}"/>
          </ac:grpSpMkLst>
        </pc:grpChg>
      </pc:sldChg>
      <pc:sldChg chg="modSp add mod">
        <pc:chgData name="Reuben Stephen" userId="6a6eda1f0b9c2b70" providerId="LiveId" clId="{149D687C-D2BE-4CAF-9269-FFA169E54AE1}" dt="2025-05-01T07:56:10.798" v="1882" actId="207"/>
        <pc:sldMkLst>
          <pc:docMk/>
          <pc:sldMk cId="3776300116" sldId="2343"/>
        </pc:sldMkLst>
        <pc:spChg chg="mod">
          <ac:chgData name="Reuben Stephen" userId="6a6eda1f0b9c2b70" providerId="LiveId" clId="{149D687C-D2BE-4CAF-9269-FFA169E54AE1}" dt="2025-05-01T07:54:14.315" v="1864" actId="20577"/>
          <ac:spMkLst>
            <pc:docMk/>
            <pc:sldMk cId="3776300116" sldId="2343"/>
            <ac:spMk id="4" creationId="{E68E7BFE-8E51-3F0C-B4FE-D3E88C6B3730}"/>
          </ac:spMkLst>
        </pc:spChg>
        <pc:spChg chg="mod">
          <ac:chgData name="Reuben Stephen" userId="6a6eda1f0b9c2b70" providerId="LiveId" clId="{149D687C-D2BE-4CAF-9269-FFA169E54AE1}" dt="2025-05-01T07:56:10.798" v="1882" actId="207"/>
          <ac:spMkLst>
            <pc:docMk/>
            <pc:sldMk cId="3776300116" sldId="2343"/>
            <ac:spMk id="5" creationId="{B805835E-AEF9-7C18-A35F-93735511E535}"/>
          </ac:spMkLst>
        </pc:spChg>
      </pc:sldChg>
      <pc:sldChg chg="modSp add mod ord">
        <pc:chgData name="Reuben Stephen" userId="6a6eda1f0b9c2b70" providerId="LiveId" clId="{149D687C-D2BE-4CAF-9269-FFA169E54AE1}" dt="2025-05-01T07:56:53.030" v="1888" actId="20577"/>
        <pc:sldMkLst>
          <pc:docMk/>
          <pc:sldMk cId="3536448126" sldId="2344"/>
        </pc:sldMkLst>
        <pc:spChg chg="mod">
          <ac:chgData name="Reuben Stephen" userId="6a6eda1f0b9c2b70" providerId="LiveId" clId="{149D687C-D2BE-4CAF-9269-FFA169E54AE1}" dt="2025-05-01T07:54:51.408" v="1877" actId="20577"/>
          <ac:spMkLst>
            <pc:docMk/>
            <pc:sldMk cId="3536448126" sldId="2344"/>
            <ac:spMk id="3" creationId="{767F4D15-B914-E850-A24D-BD08665BDB3A}"/>
          </ac:spMkLst>
        </pc:spChg>
        <pc:spChg chg="mod">
          <ac:chgData name="Reuben Stephen" userId="6a6eda1f0b9c2b70" providerId="LiveId" clId="{149D687C-D2BE-4CAF-9269-FFA169E54AE1}" dt="2025-05-01T07:56:53.030" v="1888" actId="20577"/>
          <ac:spMkLst>
            <pc:docMk/>
            <pc:sldMk cId="3536448126" sldId="2344"/>
            <ac:spMk id="4" creationId="{FBD54C53-B2CA-8BF1-794A-4B4EFE944FD8}"/>
          </ac:spMkLst>
        </pc:spChg>
        <pc:spChg chg="mod">
          <ac:chgData name="Reuben Stephen" userId="6a6eda1f0b9c2b70" providerId="LiveId" clId="{149D687C-D2BE-4CAF-9269-FFA169E54AE1}" dt="2025-05-01T07:56:07.575" v="1881" actId="207"/>
          <ac:spMkLst>
            <pc:docMk/>
            <pc:sldMk cId="3536448126" sldId="2344"/>
            <ac:spMk id="5" creationId="{B719A09E-53CD-DDB3-4F88-E4C6C50485B3}"/>
          </ac:spMkLst>
        </pc:spChg>
      </pc:sldChg>
      <pc:sldChg chg="modSp add mod">
        <pc:chgData name="Reuben Stephen" userId="6a6eda1f0b9c2b70" providerId="LiveId" clId="{149D687C-D2BE-4CAF-9269-FFA169E54AE1}" dt="2025-05-01T07:56:56.512" v="1889" actId="20577"/>
        <pc:sldMkLst>
          <pc:docMk/>
          <pc:sldMk cId="3104687839" sldId="2345"/>
        </pc:sldMkLst>
        <pc:spChg chg="mod">
          <ac:chgData name="Reuben Stephen" userId="6a6eda1f0b9c2b70" providerId="LiveId" clId="{149D687C-D2BE-4CAF-9269-FFA169E54AE1}" dt="2025-05-01T07:56:56.512" v="1889" actId="20577"/>
          <ac:spMkLst>
            <pc:docMk/>
            <pc:sldMk cId="3104687839" sldId="2345"/>
            <ac:spMk id="4" creationId="{9A40E050-4772-688B-9A07-339300900DD5}"/>
          </ac:spMkLst>
        </pc:spChg>
      </pc:sldChg>
    </pc:docChg>
  </pc:docChgLst>
  <pc:docChgLst>
    <pc:chgData name="Bindu Runy" userId="0084ee88921615a9" providerId="Windows Live" clId="Web-{13280797-FF97-B255-9332-38055C5A4E67}"/>
    <pc:docChg chg="addSld modSld">
      <pc:chgData name="Bindu Runy" userId="0084ee88921615a9" providerId="Windows Live" clId="Web-{13280797-FF97-B255-9332-38055C5A4E67}" dt="2025-05-01T11:46:20.970" v="47"/>
      <pc:docMkLst>
        <pc:docMk/>
      </pc:docMkLst>
      <pc:sldChg chg="delSp modSp add replId">
        <pc:chgData name="Bindu Runy" userId="0084ee88921615a9" providerId="Windows Live" clId="Web-{13280797-FF97-B255-9332-38055C5A4E67}" dt="2025-05-01T11:46:20.970" v="47"/>
        <pc:sldMkLst>
          <pc:docMk/>
          <pc:sldMk cId="1624335913" sldId="2346"/>
        </pc:sldMkLst>
        <pc:spChg chg="mod">
          <ac:chgData name="Bindu Runy" userId="0084ee88921615a9" providerId="Windows Live" clId="Web-{13280797-FF97-B255-9332-38055C5A4E67}" dt="2025-05-01T11:43:17.369" v="9" actId="20577"/>
          <ac:spMkLst>
            <pc:docMk/>
            <pc:sldMk cId="1624335913" sldId="2346"/>
            <ac:spMk id="2" creationId="{C749E2CE-0689-1E2B-AD4B-B7044C1302FE}"/>
          </ac:spMkLst>
        </pc:spChg>
        <pc:spChg chg="mod">
          <ac:chgData name="Bindu Runy" userId="0084ee88921615a9" providerId="Windows Live" clId="Web-{13280797-FF97-B255-9332-38055C5A4E67}" dt="2025-05-01T11:45:12.608" v="36" actId="20577"/>
          <ac:spMkLst>
            <pc:docMk/>
            <pc:sldMk cId="1624335913" sldId="2346"/>
            <ac:spMk id="3" creationId="{970442AD-0942-783D-AEBF-999EE284425C}"/>
          </ac:spMkLst>
        </pc:spChg>
        <pc:spChg chg="mod">
          <ac:chgData name="Bindu Runy" userId="0084ee88921615a9" providerId="Windows Live" clId="Web-{13280797-FF97-B255-9332-38055C5A4E67}" dt="2025-05-01T11:45:16.874" v="37" actId="20577"/>
          <ac:spMkLst>
            <pc:docMk/>
            <pc:sldMk cId="1624335913" sldId="2346"/>
            <ac:spMk id="4" creationId="{41B2AF51-B449-7DAB-8A5B-C499B05A6C1F}"/>
          </ac:spMkLst>
        </pc:spChg>
        <pc:spChg chg="del">
          <ac:chgData name="Bindu Runy" userId="0084ee88921615a9" providerId="Windows Live" clId="Web-{13280797-FF97-B255-9332-38055C5A4E67}" dt="2025-05-01T11:43:24.807" v="13"/>
          <ac:spMkLst>
            <pc:docMk/>
            <pc:sldMk cId="1624335913" sldId="2346"/>
            <ac:spMk id="7" creationId="{8FDE3244-2E98-76B2-B81E-582DAE493A8C}"/>
          </ac:spMkLst>
        </pc:spChg>
        <pc:spChg chg="del">
          <ac:chgData name="Bindu Runy" userId="0084ee88921615a9" providerId="Windows Live" clId="Web-{13280797-FF97-B255-9332-38055C5A4E67}" dt="2025-05-01T11:46:17.079" v="46"/>
          <ac:spMkLst>
            <pc:docMk/>
            <pc:sldMk cId="1624335913" sldId="2346"/>
            <ac:spMk id="8" creationId="{0F72926C-6D67-BC5B-B1EF-18C8653E2B73}"/>
          </ac:spMkLst>
        </pc:spChg>
        <pc:spChg chg="del">
          <ac:chgData name="Bindu Runy" userId="0084ee88921615a9" providerId="Windows Live" clId="Web-{13280797-FF97-B255-9332-38055C5A4E67}" dt="2025-05-01T11:46:20.970" v="47"/>
          <ac:spMkLst>
            <pc:docMk/>
            <pc:sldMk cId="1624335913" sldId="2346"/>
            <ac:spMk id="9" creationId="{F5E86A0F-8850-9759-23BA-1F33130013B4}"/>
          </ac:spMkLst>
        </pc:spChg>
      </pc:sldChg>
      <pc:sldChg chg="delSp modSp add replId">
        <pc:chgData name="Bindu Runy" userId="0084ee88921615a9" providerId="Windows Live" clId="Web-{13280797-FF97-B255-9332-38055C5A4E67}" dt="2025-05-01T11:46:10.376" v="45"/>
        <pc:sldMkLst>
          <pc:docMk/>
          <pc:sldMk cId="2778065829" sldId="2347"/>
        </pc:sldMkLst>
        <pc:spChg chg="mod">
          <ac:chgData name="Bindu Runy" userId="0084ee88921615a9" providerId="Windows Live" clId="Web-{13280797-FF97-B255-9332-38055C5A4E67}" dt="2025-05-01T11:45:56.391" v="43" actId="20577"/>
          <ac:spMkLst>
            <pc:docMk/>
            <pc:sldMk cId="2778065829" sldId="2347"/>
            <ac:spMk id="3" creationId="{FEEBB529-4D76-7379-52D0-C57031E55FF3}"/>
          </ac:spMkLst>
        </pc:spChg>
        <pc:spChg chg="mod">
          <ac:chgData name="Bindu Runy" userId="0084ee88921615a9" providerId="Windows Live" clId="Web-{13280797-FF97-B255-9332-38055C5A4E67}" dt="2025-05-01T11:45:36.546" v="40" actId="20577"/>
          <ac:spMkLst>
            <pc:docMk/>
            <pc:sldMk cId="2778065829" sldId="2347"/>
            <ac:spMk id="4" creationId="{B96D751A-5661-C757-FEAA-B0090F8266CA}"/>
          </ac:spMkLst>
        </pc:spChg>
        <pc:spChg chg="del">
          <ac:chgData name="Bindu Runy" userId="0084ee88921615a9" providerId="Windows Live" clId="Web-{13280797-FF97-B255-9332-38055C5A4E67}" dt="2025-05-01T11:46:05.204" v="44"/>
          <ac:spMkLst>
            <pc:docMk/>
            <pc:sldMk cId="2778065829" sldId="2347"/>
            <ac:spMk id="8" creationId="{A44FF46D-AF65-BB28-6FE9-5D546333649B}"/>
          </ac:spMkLst>
        </pc:spChg>
        <pc:spChg chg="del">
          <ac:chgData name="Bindu Runy" userId="0084ee88921615a9" providerId="Windows Live" clId="Web-{13280797-FF97-B255-9332-38055C5A4E67}" dt="2025-05-01T11:46:10.376" v="45"/>
          <ac:spMkLst>
            <pc:docMk/>
            <pc:sldMk cId="2778065829" sldId="2347"/>
            <ac:spMk id="9" creationId="{093851D7-573D-0A7E-76AE-F64FBC77ECA3}"/>
          </ac:spMkLst>
        </pc:spChg>
      </pc:sldChg>
    </pc:docChg>
  </pc:docChgLst>
  <pc:docChgLst>
    <pc:chgData name="Bindu Runy" userId="0084ee88921615a9" providerId="Windows Live" clId="Web-{59DC05C8-3C9D-2BA3-E648-219267C5E010}"/>
    <pc:docChg chg="modSld">
      <pc:chgData name="Bindu Runy" userId="0084ee88921615a9" providerId="Windows Live" clId="Web-{59DC05C8-3C9D-2BA3-E648-219267C5E010}" dt="2025-04-28T14:29:48" v="436" actId="14100"/>
      <pc:docMkLst>
        <pc:docMk/>
      </pc:docMkLst>
      <pc:sldChg chg="modSp">
        <pc:chgData name="Bindu Runy" userId="0084ee88921615a9" providerId="Windows Live" clId="Web-{59DC05C8-3C9D-2BA3-E648-219267C5E010}" dt="2025-04-28T13:55:41.500" v="240" actId="20577"/>
        <pc:sldMkLst>
          <pc:docMk/>
          <pc:sldMk cId="2430628198" sldId="1888"/>
        </pc:sldMkLst>
        <pc:spChg chg="mod">
          <ac:chgData name="Bindu Runy" userId="0084ee88921615a9" providerId="Windows Live" clId="Web-{59DC05C8-3C9D-2BA3-E648-219267C5E010}" dt="2025-04-28T13:55:41.500" v="240" actId="20577"/>
          <ac:spMkLst>
            <pc:docMk/>
            <pc:sldMk cId="2430628198" sldId="1888"/>
            <ac:spMk id="10" creationId="{46FBCC7A-C922-2F18-DF03-AEBB6A5BD912}"/>
          </ac:spMkLst>
        </pc:spChg>
      </pc:sldChg>
      <pc:sldChg chg="modSp">
        <pc:chgData name="Bindu Runy" userId="0084ee88921615a9" providerId="Windows Live" clId="Web-{59DC05C8-3C9D-2BA3-E648-219267C5E010}" dt="2025-04-28T13:34:55.086" v="55" actId="20577"/>
        <pc:sldMkLst>
          <pc:docMk/>
          <pc:sldMk cId="88404620" sldId="1980"/>
        </pc:sldMkLst>
        <pc:spChg chg="mod">
          <ac:chgData name="Bindu Runy" userId="0084ee88921615a9" providerId="Windows Live" clId="Web-{59DC05C8-3C9D-2BA3-E648-219267C5E010}" dt="2025-04-28T13:34:09.366" v="51" actId="20577"/>
          <ac:spMkLst>
            <pc:docMk/>
            <pc:sldMk cId="88404620" sldId="1980"/>
            <ac:spMk id="5" creationId="{9717C765-5721-9338-58CB-0C8C9D518EE3}"/>
          </ac:spMkLst>
        </pc:spChg>
        <pc:spChg chg="mod">
          <ac:chgData name="Bindu Runy" userId="0084ee88921615a9" providerId="Windows Live" clId="Web-{59DC05C8-3C9D-2BA3-E648-219267C5E010}" dt="2025-04-28T13:34:55.086" v="55" actId="20577"/>
          <ac:spMkLst>
            <pc:docMk/>
            <pc:sldMk cId="88404620" sldId="1980"/>
            <ac:spMk id="8" creationId="{6C8B461C-05CB-B0BF-5D66-1EC34362AB99}"/>
          </ac:spMkLst>
        </pc:spChg>
        <pc:spChg chg="mod">
          <ac:chgData name="Bindu Runy" userId="0084ee88921615a9" providerId="Windows Live" clId="Web-{59DC05C8-3C9D-2BA3-E648-219267C5E010}" dt="2025-04-28T13:33:21.536" v="50" actId="20577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Bindu Runy" userId="0084ee88921615a9" providerId="Windows Live" clId="Web-{59DC05C8-3C9D-2BA3-E648-219267C5E010}" dt="2025-04-28T13:33:10.520" v="48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">
        <pc:chgData name="Bindu Runy" userId="0084ee88921615a9" providerId="Windows Live" clId="Web-{59DC05C8-3C9D-2BA3-E648-219267C5E010}" dt="2025-04-28T14:23:36.551" v="411" actId="20577"/>
        <pc:sldMkLst>
          <pc:docMk/>
          <pc:sldMk cId="3489297901" sldId="2231"/>
        </pc:sldMkLst>
        <pc:spChg chg="mod">
          <ac:chgData name="Bindu Runy" userId="0084ee88921615a9" providerId="Windows Live" clId="Web-{59DC05C8-3C9D-2BA3-E648-219267C5E010}" dt="2025-04-28T14:23:36.551" v="411" actId="20577"/>
          <ac:spMkLst>
            <pc:docMk/>
            <pc:sldMk cId="3489297901" sldId="2231"/>
            <ac:spMk id="3" creationId="{3DD7E497-16E3-4D0B-D67F-B0783CD0DB3A}"/>
          </ac:spMkLst>
        </pc:spChg>
      </pc:sldChg>
      <pc:sldChg chg="modSp">
        <pc:chgData name="Bindu Runy" userId="0084ee88921615a9" providerId="Windows Live" clId="Web-{59DC05C8-3C9D-2BA3-E648-219267C5E010}" dt="2025-04-28T13:56:23.516" v="242" actId="20577"/>
        <pc:sldMkLst>
          <pc:docMk/>
          <pc:sldMk cId="3170579240" sldId="2233"/>
        </pc:sldMkLst>
      </pc:sldChg>
      <pc:sldChg chg="modSp">
        <pc:chgData name="Bindu Runy" userId="0084ee88921615a9" providerId="Windows Live" clId="Web-{59DC05C8-3C9D-2BA3-E648-219267C5E010}" dt="2025-04-28T14:18:41.745" v="335" actId="20577"/>
        <pc:sldMkLst>
          <pc:docMk/>
          <pc:sldMk cId="3477834588" sldId="2250"/>
        </pc:sldMkLst>
        <pc:spChg chg="mod">
          <ac:chgData name="Bindu Runy" userId="0084ee88921615a9" providerId="Windows Live" clId="Web-{59DC05C8-3C9D-2BA3-E648-219267C5E010}" dt="2025-04-28T14:18:19.432" v="324" actId="20577"/>
          <ac:spMkLst>
            <pc:docMk/>
            <pc:sldMk cId="3477834588" sldId="2250"/>
            <ac:spMk id="3" creationId="{F8E060D1-B40B-E1E5-A80F-9C6428879BB3}"/>
          </ac:spMkLst>
        </pc:spChg>
        <pc:spChg chg="mod">
          <ac:chgData name="Bindu Runy" userId="0084ee88921615a9" providerId="Windows Live" clId="Web-{59DC05C8-3C9D-2BA3-E648-219267C5E010}" dt="2025-04-28T14:18:41.745" v="335" actId="20577"/>
          <ac:spMkLst>
            <pc:docMk/>
            <pc:sldMk cId="3477834588" sldId="2250"/>
            <ac:spMk id="5" creationId="{47920C0A-0F2D-E95D-D860-2B2905124F75}"/>
          </ac:spMkLst>
        </pc:spChg>
      </pc:sldChg>
      <pc:sldChg chg="modSp">
        <pc:chgData name="Bindu Runy" userId="0084ee88921615a9" providerId="Windows Live" clId="Web-{59DC05C8-3C9D-2BA3-E648-219267C5E010}" dt="2025-04-28T14:22:39.940" v="392" actId="20577"/>
        <pc:sldMkLst>
          <pc:docMk/>
          <pc:sldMk cId="1064694149" sldId="2252"/>
        </pc:sldMkLst>
        <pc:spChg chg="mod">
          <ac:chgData name="Bindu Runy" userId="0084ee88921615a9" providerId="Windows Live" clId="Web-{59DC05C8-3C9D-2BA3-E648-219267C5E010}" dt="2025-04-28T14:22:39.940" v="392" actId="20577"/>
          <ac:spMkLst>
            <pc:docMk/>
            <pc:sldMk cId="1064694149" sldId="2252"/>
            <ac:spMk id="3" creationId="{0DC18226-E030-B418-FB53-2686F2EAD0E1}"/>
          </ac:spMkLst>
        </pc:spChg>
        <pc:spChg chg="mod">
          <ac:chgData name="Bindu Runy" userId="0084ee88921615a9" providerId="Windows Live" clId="Web-{59DC05C8-3C9D-2BA3-E648-219267C5E010}" dt="2025-04-28T14:22:35.534" v="390" actId="20577"/>
          <ac:spMkLst>
            <pc:docMk/>
            <pc:sldMk cId="1064694149" sldId="2252"/>
            <ac:spMk id="5" creationId="{1EFEFD43-368B-450F-1C8C-A79A9C7CB389}"/>
          </ac:spMkLst>
        </pc:spChg>
      </pc:sldChg>
      <pc:sldChg chg="modSp">
        <pc:chgData name="Bindu Runy" userId="0084ee88921615a9" providerId="Windows Live" clId="Web-{59DC05C8-3C9D-2BA3-E648-219267C5E010}" dt="2025-04-28T14:10:42.059" v="271" actId="20577"/>
        <pc:sldMkLst>
          <pc:docMk/>
          <pc:sldMk cId="563162819" sldId="2268"/>
        </pc:sldMkLst>
        <pc:spChg chg="mod">
          <ac:chgData name="Bindu Runy" userId="0084ee88921615a9" providerId="Windows Live" clId="Web-{59DC05C8-3C9D-2BA3-E648-219267C5E010}" dt="2025-04-28T14:10:42.059" v="271" actId="20577"/>
          <ac:spMkLst>
            <pc:docMk/>
            <pc:sldMk cId="563162819" sldId="2268"/>
            <ac:spMk id="5" creationId="{BE000013-62DA-DAA0-6B52-EDF88EE07509}"/>
          </ac:spMkLst>
        </pc:spChg>
      </pc:sldChg>
      <pc:sldChg chg="modSp">
        <pc:chgData name="Bindu Runy" userId="0084ee88921615a9" providerId="Windows Live" clId="Web-{59DC05C8-3C9D-2BA3-E648-219267C5E010}" dt="2025-04-28T13:39:27.938" v="86" actId="14100"/>
        <pc:sldMkLst>
          <pc:docMk/>
          <pc:sldMk cId="38124688" sldId="2276"/>
        </pc:sldMkLst>
        <pc:spChg chg="mod">
          <ac:chgData name="Bindu Runy" userId="0084ee88921615a9" providerId="Windows Live" clId="Web-{59DC05C8-3C9D-2BA3-E648-219267C5E010}" dt="2025-04-28T13:28:53.512" v="30" actId="20577"/>
          <ac:spMkLst>
            <pc:docMk/>
            <pc:sldMk cId="38124688" sldId="2276"/>
            <ac:spMk id="3" creationId="{F5989147-A65F-B7F5-9094-98DF917F0B6C}"/>
          </ac:spMkLst>
        </pc:spChg>
        <pc:spChg chg="mod">
          <ac:chgData name="Bindu Runy" userId="0084ee88921615a9" providerId="Windows Live" clId="Web-{59DC05C8-3C9D-2BA3-E648-219267C5E010}" dt="2025-04-28T13:36:03.651" v="62" actId="20577"/>
          <ac:spMkLst>
            <pc:docMk/>
            <pc:sldMk cId="38124688" sldId="2276"/>
            <ac:spMk id="5" creationId="{B5430A24-06F9-D3FD-8E0A-275B25B90B2B}"/>
          </ac:spMkLst>
        </pc:spChg>
        <pc:spChg chg="mod">
          <ac:chgData name="Bindu Runy" userId="0084ee88921615a9" providerId="Windows Live" clId="Web-{59DC05C8-3C9D-2BA3-E648-219267C5E010}" dt="2025-04-28T13:39:27.938" v="86" actId="14100"/>
          <ac:spMkLst>
            <pc:docMk/>
            <pc:sldMk cId="38124688" sldId="2276"/>
            <ac:spMk id="7" creationId="{974DC77F-3F01-70E8-B5F1-8016A55BC7E0}"/>
          </ac:spMkLst>
        </pc:spChg>
        <pc:spChg chg="mod">
          <ac:chgData name="Bindu Runy" userId="0084ee88921615a9" providerId="Windows Live" clId="Web-{59DC05C8-3C9D-2BA3-E648-219267C5E010}" dt="2025-04-28T13:28:44.950" v="27" actId="20577"/>
          <ac:spMkLst>
            <pc:docMk/>
            <pc:sldMk cId="38124688" sldId="2276"/>
            <ac:spMk id="12" creationId="{A2E8427B-2968-55AA-075F-12A50FEA2A81}"/>
          </ac:spMkLst>
        </pc:spChg>
      </pc:sldChg>
      <pc:sldChg chg="addSp modSp">
        <pc:chgData name="Bindu Runy" userId="0084ee88921615a9" providerId="Windows Live" clId="Web-{59DC05C8-3C9D-2BA3-E648-219267C5E010}" dt="2025-04-28T13:44:25.275" v="146" actId="14100"/>
        <pc:sldMkLst>
          <pc:docMk/>
          <pc:sldMk cId="891443072" sldId="2277"/>
        </pc:sldMkLst>
        <pc:spChg chg="mod">
          <ac:chgData name="Bindu Runy" userId="0084ee88921615a9" providerId="Windows Live" clId="Web-{59DC05C8-3C9D-2BA3-E648-219267C5E010}" dt="2025-04-28T13:40:13.018" v="92" actId="20577"/>
          <ac:spMkLst>
            <pc:docMk/>
            <pc:sldMk cId="891443072" sldId="2277"/>
            <ac:spMk id="3" creationId="{3AB06F4B-5083-767C-2190-23800DC02C45}"/>
          </ac:spMkLst>
        </pc:spChg>
        <pc:spChg chg="mod">
          <ac:chgData name="Bindu Runy" userId="0084ee88921615a9" providerId="Windows Live" clId="Web-{59DC05C8-3C9D-2BA3-E648-219267C5E010}" dt="2025-04-28T13:40:34.378" v="93" actId="1076"/>
          <ac:spMkLst>
            <pc:docMk/>
            <pc:sldMk cId="891443072" sldId="2277"/>
            <ac:spMk id="5" creationId="{F857627A-B6C3-85E4-5AF2-16E80973806F}"/>
          </ac:spMkLst>
        </pc:spChg>
        <pc:spChg chg="mod">
          <ac:chgData name="Bindu Runy" userId="0084ee88921615a9" providerId="Windows Live" clId="Web-{59DC05C8-3C9D-2BA3-E648-219267C5E010}" dt="2025-04-28T13:44:25.275" v="146" actId="14100"/>
          <ac:spMkLst>
            <pc:docMk/>
            <pc:sldMk cId="891443072" sldId="2277"/>
            <ac:spMk id="7" creationId="{1F2854EF-B4D6-BEE9-113D-8963E020102A}"/>
          </ac:spMkLst>
        </pc:spChg>
        <pc:spChg chg="add mod">
          <ac:chgData name="Bindu Runy" userId="0084ee88921615a9" providerId="Windows Live" clId="Web-{59DC05C8-3C9D-2BA3-E648-219267C5E010}" dt="2025-04-28T13:44:21.822" v="145" actId="1076"/>
          <ac:spMkLst>
            <pc:docMk/>
            <pc:sldMk cId="891443072" sldId="2277"/>
            <ac:spMk id="8" creationId="{D21801FC-C14E-17CD-BCBE-699DB8D2B1AB}"/>
          </ac:spMkLst>
        </pc:spChg>
        <pc:spChg chg="mod">
          <ac:chgData name="Bindu Runy" userId="0084ee88921615a9" providerId="Windows Live" clId="Web-{59DC05C8-3C9D-2BA3-E648-219267C5E010}" dt="2025-04-28T13:30:58.969" v="34" actId="20577"/>
          <ac:spMkLst>
            <pc:docMk/>
            <pc:sldMk cId="891443072" sldId="2277"/>
            <ac:spMk id="12" creationId="{B1ED1D74-C816-BE6B-39E6-FBA4311E4928}"/>
          </ac:spMkLst>
        </pc:spChg>
      </pc:sldChg>
      <pc:sldChg chg="addSp delSp modSp">
        <pc:chgData name="Bindu Runy" userId="0084ee88921615a9" providerId="Windows Live" clId="Web-{59DC05C8-3C9D-2BA3-E648-219267C5E010}" dt="2025-04-28T13:43:54.884" v="141" actId="1076"/>
        <pc:sldMkLst>
          <pc:docMk/>
          <pc:sldMk cId="2231030714" sldId="2278"/>
        </pc:sldMkLst>
        <pc:spChg chg="add mod">
          <ac:chgData name="Bindu Runy" userId="0084ee88921615a9" providerId="Windows Live" clId="Web-{59DC05C8-3C9D-2BA3-E648-219267C5E010}" dt="2025-04-28T13:43:48.149" v="140" actId="1076"/>
          <ac:spMkLst>
            <pc:docMk/>
            <pc:sldMk cId="2231030714" sldId="2278"/>
            <ac:spMk id="8" creationId="{03807A3F-93BD-DC29-B796-F4CAA792FEFD}"/>
          </ac:spMkLst>
        </pc:spChg>
        <pc:spChg chg="add mod">
          <ac:chgData name="Bindu Runy" userId="0084ee88921615a9" providerId="Windows Live" clId="Web-{59DC05C8-3C9D-2BA3-E648-219267C5E010}" dt="2025-04-28T13:43:54.884" v="141" actId="1076"/>
          <ac:spMkLst>
            <pc:docMk/>
            <pc:sldMk cId="2231030714" sldId="2278"/>
            <ac:spMk id="10" creationId="{073FE868-43AB-2BED-1DEA-5BB56B55DDE1}"/>
          </ac:spMkLst>
        </pc:spChg>
      </pc:sldChg>
      <pc:sldChg chg="modSp">
        <pc:chgData name="Bindu Runy" userId="0084ee88921615a9" providerId="Windows Live" clId="Web-{59DC05C8-3C9D-2BA3-E648-219267C5E010}" dt="2025-04-28T14:29:48" v="436" actId="14100"/>
        <pc:sldMkLst>
          <pc:docMk/>
          <pc:sldMk cId="568060574" sldId="2279"/>
        </pc:sldMkLst>
        <pc:spChg chg="mod">
          <ac:chgData name="Bindu Runy" userId="0084ee88921615a9" providerId="Windows Live" clId="Web-{59DC05C8-3C9D-2BA3-E648-219267C5E010}" dt="2025-04-28T14:29:48" v="436" actId="14100"/>
          <ac:spMkLst>
            <pc:docMk/>
            <pc:sldMk cId="568060574" sldId="2279"/>
            <ac:spMk id="3" creationId="{E8927C48-8640-61D2-AD59-20E5A76CCD8C}"/>
          </ac:spMkLst>
        </pc:spChg>
        <pc:spChg chg="mod">
          <ac:chgData name="Bindu Runy" userId="0084ee88921615a9" providerId="Windows Live" clId="Web-{59DC05C8-3C9D-2BA3-E648-219267C5E010}" dt="2025-04-28T14:28:45.623" v="421" actId="1076"/>
          <ac:spMkLst>
            <pc:docMk/>
            <pc:sldMk cId="568060574" sldId="2279"/>
            <ac:spMk id="5" creationId="{049F34E9-10AF-B471-68DE-7224C0FBCC8C}"/>
          </ac:spMkLst>
        </pc:spChg>
        <pc:spChg chg="mod">
          <ac:chgData name="Bindu Runy" userId="0084ee88921615a9" providerId="Windows Live" clId="Web-{59DC05C8-3C9D-2BA3-E648-219267C5E010}" dt="2025-04-28T13:51:41.586" v="223" actId="14100"/>
          <ac:spMkLst>
            <pc:docMk/>
            <pc:sldMk cId="568060574" sldId="2279"/>
            <ac:spMk id="7" creationId="{D2F4FD35-89EA-1044-12E5-222E9506D333}"/>
          </ac:spMkLst>
        </pc:spChg>
        <pc:spChg chg="mod">
          <ac:chgData name="Bindu Runy" userId="0084ee88921615a9" providerId="Windows Live" clId="Web-{59DC05C8-3C9D-2BA3-E648-219267C5E010}" dt="2025-04-28T13:47:33.391" v="192" actId="14100"/>
          <ac:spMkLst>
            <pc:docMk/>
            <pc:sldMk cId="568060574" sldId="2279"/>
            <ac:spMk id="12" creationId="{4F9B4B12-8037-172F-2F53-BF6CB324202E}"/>
          </ac:spMkLst>
        </pc:spChg>
      </pc:sldChg>
      <pc:sldChg chg="modSp">
        <pc:chgData name="Bindu Runy" userId="0084ee88921615a9" providerId="Windows Live" clId="Web-{59DC05C8-3C9D-2BA3-E648-219267C5E010}" dt="2025-04-28T13:57:15.596" v="252" actId="20577"/>
        <pc:sldMkLst>
          <pc:docMk/>
          <pc:sldMk cId="1105290290" sldId="2288"/>
        </pc:sldMkLst>
      </pc:sldChg>
      <pc:sldChg chg="modSp">
        <pc:chgData name="Bindu Runy" userId="0084ee88921615a9" providerId="Windows Live" clId="Web-{59DC05C8-3C9D-2BA3-E648-219267C5E010}" dt="2025-04-28T13:57:02.424" v="249" actId="20577"/>
        <pc:sldMkLst>
          <pc:docMk/>
          <pc:sldMk cId="2855185441" sldId="2290"/>
        </pc:sldMkLst>
      </pc:sldChg>
      <pc:sldChg chg="modSp">
        <pc:chgData name="Bindu Runy" userId="0084ee88921615a9" providerId="Windows Live" clId="Web-{59DC05C8-3C9D-2BA3-E648-219267C5E010}" dt="2025-04-28T14:20:27.061" v="372" actId="20577"/>
        <pc:sldMkLst>
          <pc:docMk/>
          <pc:sldMk cId="1064775659" sldId="2291"/>
        </pc:sldMkLst>
        <pc:spChg chg="mod">
          <ac:chgData name="Bindu Runy" userId="0084ee88921615a9" providerId="Windows Live" clId="Web-{59DC05C8-3C9D-2BA3-E648-219267C5E010}" dt="2025-04-28T14:19:03.590" v="341" actId="20577"/>
          <ac:spMkLst>
            <pc:docMk/>
            <pc:sldMk cId="1064775659" sldId="2291"/>
            <ac:spMk id="7" creationId="{F8E060D1-B40B-E1E5-A80F-9C6428879BB3}"/>
          </ac:spMkLst>
        </pc:spChg>
        <pc:spChg chg="mod">
          <ac:chgData name="Bindu Runy" userId="0084ee88921615a9" providerId="Windows Live" clId="Web-{59DC05C8-3C9D-2BA3-E648-219267C5E010}" dt="2025-04-28T14:20:27.061" v="372" actId="20577"/>
          <ac:spMkLst>
            <pc:docMk/>
            <pc:sldMk cId="1064775659" sldId="2291"/>
            <ac:spMk id="8" creationId="{47920C0A-0F2D-E95D-D860-2B2905124F75}"/>
          </ac:spMkLst>
        </pc:spChg>
      </pc:sldChg>
      <pc:sldChg chg="modSp">
        <pc:chgData name="Bindu Runy" userId="0084ee88921615a9" providerId="Windows Live" clId="Web-{59DC05C8-3C9D-2BA3-E648-219267C5E010}" dt="2025-04-28T14:20:43.249" v="375" actId="1076"/>
        <pc:sldMkLst>
          <pc:docMk/>
          <pc:sldMk cId="1744450" sldId="2292"/>
        </pc:sldMkLst>
        <pc:spChg chg="mod">
          <ac:chgData name="Bindu Runy" userId="0084ee88921615a9" providerId="Windows Live" clId="Web-{59DC05C8-3C9D-2BA3-E648-219267C5E010}" dt="2025-04-28T14:20:01.076" v="362" actId="20577"/>
          <ac:spMkLst>
            <pc:docMk/>
            <pc:sldMk cId="1744450" sldId="2292"/>
            <ac:spMk id="3" creationId="{F8E060D1-B40B-E1E5-A80F-9C6428879BB3}"/>
          </ac:spMkLst>
        </pc:spChg>
        <pc:spChg chg="mod">
          <ac:chgData name="Bindu Runy" userId="0084ee88921615a9" providerId="Windows Live" clId="Web-{59DC05C8-3C9D-2BA3-E648-219267C5E010}" dt="2025-04-28T14:20:43.249" v="375" actId="1076"/>
          <ac:spMkLst>
            <pc:docMk/>
            <pc:sldMk cId="1744450" sldId="2292"/>
            <ac:spMk id="5" creationId="{47920C0A-0F2D-E95D-D860-2B2905124F75}"/>
          </ac:spMkLst>
        </pc:spChg>
      </pc:sldChg>
      <pc:sldChg chg="modSp">
        <pc:chgData name="Bindu Runy" userId="0084ee88921615a9" providerId="Windows Live" clId="Web-{59DC05C8-3C9D-2BA3-E648-219267C5E010}" dt="2025-04-28T14:12:48.844" v="272" actId="20577"/>
        <pc:sldMkLst>
          <pc:docMk/>
          <pc:sldMk cId="1512399294" sldId="2305"/>
        </pc:sldMkLst>
      </pc:sldChg>
      <pc:sldChg chg="modSp">
        <pc:chgData name="Bindu Runy" userId="0084ee88921615a9" providerId="Windows Live" clId="Web-{59DC05C8-3C9D-2BA3-E648-219267C5E010}" dt="2025-04-28T14:13:21.017" v="278" actId="20577"/>
        <pc:sldMkLst>
          <pc:docMk/>
          <pc:sldMk cId="2534454059" sldId="2308"/>
        </pc:sldMkLst>
        <pc:spChg chg="mod">
          <ac:chgData name="Bindu Runy" userId="0084ee88921615a9" providerId="Windows Live" clId="Web-{59DC05C8-3C9D-2BA3-E648-219267C5E010}" dt="2025-04-28T14:13:21.017" v="278" actId="20577"/>
          <ac:spMkLst>
            <pc:docMk/>
            <pc:sldMk cId="2534454059" sldId="2308"/>
            <ac:spMk id="3" creationId="{9C394727-0B11-7450-036A-0010FAAC4ECA}"/>
          </ac:spMkLst>
        </pc:spChg>
      </pc:sldChg>
      <pc:sldChg chg="modSp">
        <pc:chgData name="Bindu Runy" userId="0084ee88921615a9" providerId="Windows Live" clId="Web-{59DC05C8-3C9D-2BA3-E648-219267C5E010}" dt="2025-04-28T14:13:41.752" v="284" actId="20577"/>
        <pc:sldMkLst>
          <pc:docMk/>
          <pc:sldMk cId="1531102232" sldId="2312"/>
        </pc:sldMkLst>
      </pc:sldChg>
      <pc:sldChg chg="modSp">
        <pc:chgData name="Bindu Runy" userId="0084ee88921615a9" providerId="Windows Live" clId="Web-{59DC05C8-3C9D-2BA3-E648-219267C5E010}" dt="2025-04-28T14:13:59.330" v="290" actId="20577"/>
        <pc:sldMkLst>
          <pc:docMk/>
          <pc:sldMk cId="4147682853" sldId="2313"/>
        </pc:sldMkLst>
      </pc:sldChg>
      <pc:sldChg chg="modSp">
        <pc:chgData name="Bindu Runy" userId="0084ee88921615a9" providerId="Windows Live" clId="Web-{59DC05C8-3C9D-2BA3-E648-219267C5E010}" dt="2025-04-28T14:14:15.987" v="295" actId="20577"/>
        <pc:sldMkLst>
          <pc:docMk/>
          <pc:sldMk cId="1523836135" sldId="2314"/>
        </pc:sldMkLst>
      </pc:sldChg>
      <pc:sldChg chg="modSp">
        <pc:chgData name="Bindu Runy" userId="0084ee88921615a9" providerId="Windows Live" clId="Web-{59DC05C8-3C9D-2BA3-E648-219267C5E010}" dt="2025-04-28T14:00:54.025" v="264" actId="20577"/>
        <pc:sldMkLst>
          <pc:docMk/>
          <pc:sldMk cId="2805091335" sldId="2315"/>
        </pc:sldMkLst>
        <pc:spChg chg="mod">
          <ac:chgData name="Bindu Runy" userId="0084ee88921615a9" providerId="Windows Live" clId="Web-{59DC05C8-3C9D-2BA3-E648-219267C5E010}" dt="2025-04-28T13:58:06.707" v="253" actId="20577"/>
          <ac:spMkLst>
            <pc:docMk/>
            <pc:sldMk cId="2805091335" sldId="2315"/>
            <ac:spMk id="5" creationId="{2AAE5645-13C1-63A8-719E-BD8465319016}"/>
          </ac:spMkLst>
        </pc:spChg>
        <pc:spChg chg="mod">
          <ac:chgData name="Bindu Runy" userId="0084ee88921615a9" providerId="Windows Live" clId="Web-{59DC05C8-3C9D-2BA3-E648-219267C5E010}" dt="2025-04-28T14:00:54.025" v="264" actId="20577"/>
          <ac:spMkLst>
            <pc:docMk/>
            <pc:sldMk cId="2805091335" sldId="2315"/>
            <ac:spMk id="8" creationId="{EBA27FF7-96EB-85FB-3185-73A5C5B3BBA2}"/>
          </ac:spMkLst>
        </pc:spChg>
      </pc:sldChg>
      <pc:sldChg chg="modSp">
        <pc:chgData name="Bindu Runy" userId="0084ee88921615a9" providerId="Windows Live" clId="Web-{59DC05C8-3C9D-2BA3-E648-219267C5E010}" dt="2025-04-28T14:06:12.113" v="268" actId="20577"/>
        <pc:sldMkLst>
          <pc:docMk/>
          <pc:sldMk cId="4181651038" sldId="2317"/>
        </pc:sldMkLst>
        <pc:spChg chg="mod">
          <ac:chgData name="Bindu Runy" userId="0084ee88921615a9" providerId="Windows Live" clId="Web-{59DC05C8-3C9D-2BA3-E648-219267C5E010}" dt="2025-04-28T14:06:12.113" v="268" actId="20577"/>
          <ac:spMkLst>
            <pc:docMk/>
            <pc:sldMk cId="4181651038" sldId="2317"/>
            <ac:spMk id="3" creationId="{11D74A5B-5A2F-6554-88A1-6192371F71FF}"/>
          </ac:spMkLst>
        </pc:spChg>
      </pc:sldChg>
      <pc:sldChg chg="mod modShow">
        <pc:chgData name="Bindu Runy" userId="0084ee88921615a9" providerId="Windows Live" clId="Web-{59DC05C8-3C9D-2BA3-E648-219267C5E010}" dt="2025-04-28T14:10:00.792" v="269"/>
        <pc:sldMkLst>
          <pc:docMk/>
          <pc:sldMk cId="4106324001" sldId="2318"/>
        </pc:sldMkLst>
      </pc:sldChg>
      <pc:sldChg chg="mod modShow">
        <pc:chgData name="Bindu Runy" userId="0084ee88921615a9" providerId="Windows Live" clId="Web-{59DC05C8-3C9D-2BA3-E648-219267C5E010}" dt="2025-04-28T14:10:04.104" v="270"/>
        <pc:sldMkLst>
          <pc:docMk/>
          <pc:sldMk cId="2324880794" sldId="2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01/05/2025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82E50-2123-A108-C10E-2FBFF0F0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BD337-A94D-4C18-6D02-A8034BF4E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8095E-8EFB-06AC-6C12-59CF4691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D544A-591E-F4FE-7E07-07B90BA67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87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5D12-51D3-F9D5-3B10-D81ECD9C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3D1B7-0D14-C8A0-3D24-8D06F9B0A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CE5A4-45D9-DC04-5622-7BFD3FDE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B7BAF-CE54-C0A1-A9DC-AA7D43872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624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3CCA-A5D8-1965-454B-BA332DF4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28663-16AB-170E-3EE6-2A8E57D28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EF58D-AB95-3E8B-CBC8-1464C1DE5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04673-364E-51EC-E822-317008CE9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649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778C8-32D9-66B7-2E70-80C81817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D1790-130B-1661-264B-93DBB13C6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8019D-0B48-3488-923A-630848772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66284-6762-E892-6265-9058A1F76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46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1605-687D-03F5-7123-ED556125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51295-DEAF-14A5-333B-387FBF4B0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752B5-264C-D59F-AC90-1BB4282B6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1037-AF00-E754-1C54-909351263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106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F7E2C-D8E2-2808-B080-B17D54E9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60B83-AC15-91A2-B346-FF7D3D22B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F2FF0-0A75-BA77-B2AD-2BB341B96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EDA17-BAF8-7060-6505-18A884F03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207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15907-D711-B589-2569-BC2D6720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ACE73-EDA0-8166-E7D7-3D4F95FB9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D94E8-1E7D-751C-806F-82A4882CE2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F0762-C872-44B8-6B36-B4298DCC7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57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BCD49-445A-E8F6-0F97-A078AC6E1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CCDA3-CAA4-B850-2223-A7C6BEB65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5E84E-C27E-8C32-8D2B-E985AE8BE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BDC27-B337-DB37-39AE-4C9FB90F0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538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0ABF5-439F-1463-E058-18E2C1C1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010E8-5E06-BCB3-524D-86CB7211E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1961E-3B7B-AE5D-7CF9-598836F45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5BB5C-7C02-0A2C-B8BD-06B662B59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3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70DB8-35AE-4EAF-A38A-9929C5B16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2D7E6-6EA8-800E-4C0A-137DCA89C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99F56-7DBE-7F6D-B256-E833C43CC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CD62-76E7-1729-7176-F760597CC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1554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AF516-BEB9-1082-D084-10F3463C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22A1F-BC5B-1C6D-A9BD-D4EFCE985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AFC64-84F5-47B9-4DE2-3FC55DFE6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C5CBC-38FA-EE44-0732-F2AA83CAB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139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E39F-4541-F5BC-1B0D-17105D5C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9C471-E01D-EC63-DDF3-65918F59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A361C-BF84-2745-8C40-8D864DFD4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E6239-A152-CB52-5DEC-C1DC48308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29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3110A-0654-F6A9-6248-312CD94B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6A9B47-F038-1B5A-A5FF-9A35F5DCE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A62BD-467A-31D3-CD6D-2A490AF88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23F56-BDEA-799B-A696-AC58728A5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250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1DEF0-B0F8-1AAE-A900-C23B4537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BCBEA-58B3-51F7-007E-14CB91797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3E40C-C6ED-E634-F14E-3855306E1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AF796-6353-9354-ACD0-CB5DF14CE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24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0757-ADF7-44DF-40FD-CD9A0371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42AF9-4E55-CFB2-A7A7-A7119ADC6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C2E34-47A1-F4B6-0B2A-07FD32B3D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08F3B-D020-108D-D2D2-1F9AF7E1B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945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11C4C-1F90-AC9C-22DF-6F444CC8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FA9CD-222F-4667-6815-85C3F617D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276D0-87EB-653B-D68E-0EE049226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0B4F0-D4A9-F059-F002-91D047EA1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26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C804-702E-50C5-7F9B-133A14B2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8F75CC-90CC-114E-0C35-96F422C14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03233-77F0-E443-3731-7863A4314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2DA06-C858-2910-64B2-EE265695A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8508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F66DB-ACDE-A965-F85D-68D014D3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D9C41-AD0C-BBB6-ECE5-0F69BAE3E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06239-5D89-15FE-2708-5DD74787A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7D622-C010-BE02-23ED-1F85533A8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5743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83829-FF0F-70C1-2604-1607D018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AFFF0-651B-F1BC-9CBC-F457993C5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33E443-B138-81CA-C42C-8843347FD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D059E-B215-F423-AC5E-CD5A2B81A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812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1384-8699-50F1-A824-8AE6C9E7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70A9C-07E5-DDFA-66EB-FB680F8BF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F76D6-4421-1547-039A-B6FFE28C9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1709-20C3-E4D9-A281-A3FD801DE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275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BE41-CAEB-9A2B-DC6C-AA44E4AC9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84CD5-D06A-9672-ED11-EAC37C30A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0B1FF-4E25-1A30-54ED-E3DD887AD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602FB-53E5-A02D-2150-BA021D788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985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EE6B-37A6-4D13-911D-D110A192A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E1068-D5EC-DFCF-DCFB-016DC9359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6D584-53D4-2095-2EA7-5AC5A7F42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4FA39-59ED-24EA-B12D-2F8002FC7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94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236E4-02E3-9CB8-407C-B80ABFA0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D412C-516D-7978-33BD-2A0546956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78F37-54B6-3506-1497-74CB7C5E9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E62E3-AFC6-B346-BCD4-C510EAE17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4457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0995C-39AC-B4C4-392B-09202323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86E4-D722-235C-C6D4-C9C2BED61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8F532-A800-F612-7A7F-FEC299562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E5442-F0C6-67A3-AF80-3D0D207B3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9582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5F83F-2975-B371-F1E6-A16697AE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B2DEC-4A54-8BE1-D30A-B5F016578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F74FC-E74A-1A89-1F5C-234C0D31E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51711-4338-657C-9E2E-74B159528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4977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3C242-63CE-A6AB-4212-EF3C3911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58A6C-DD7E-C218-0F0F-102504471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9EADA-E4D0-0CDD-A810-805E70D31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16D37-0A2A-2682-EDA1-B61421A7C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0164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FE47-E466-ADB1-293A-00B9DDF5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95429-9FE0-599C-75FE-44BC692D4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9534B0-CEBA-2048-F9F2-894620326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929F2-78D5-0291-DB38-9AF056CC4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086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9194-37D4-098C-4314-65302210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2E62E-1865-7F9E-0204-0216A40BE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D65B4-D975-9C4F-A723-801130567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ED572-57D4-887B-A10E-4D825409B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92068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99F2-A637-D09C-4B50-8728103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73A99-5899-3E5A-0775-243FFC5F9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DC337-FF35-BC1C-C5CA-518EFC175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BBF8F-AF1F-191E-6558-20E8D3EED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48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48A9-0FC2-101D-7403-FF2905BF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5578B-C1A5-73D8-5EF0-4ABFD397C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3B142-1108-5DFB-1C74-DD2F531E9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5641-C977-BFA6-9905-48EFBC629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74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1CEB-0FF0-BD7D-66A9-1475CE2AF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D69B2-DD9B-5F64-5365-1D5C402FC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6EE51-A928-F13E-C12A-58656A6B6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93748-A7AC-27FE-5A4C-747C2FD98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1408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11EC-E881-57D8-31A3-95A171AA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0D52D-9832-4901-778B-8325396A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4B926-A09B-A8A8-7C1F-43C8AA5A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5185-6AEB-DBCA-64CA-1AFA4727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79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3A14-B4D1-68C5-97E8-1F7FE658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393D8-B19D-C40D-2E0E-D63A521D9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78390-D2E9-4953-D179-933878FF1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97BCC-DEF6-B2E8-D35E-94EB1493F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4090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01BA-6862-3C3F-3559-240B82EF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32120-AA8A-C4FF-C7A3-AFD1A04F3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0D9C3-449D-501B-B915-31A51DD5C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1F625-6E7A-65E6-0C7F-C5197618E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6458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88E8-94B4-D493-7776-AEC49F83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F0389-C414-8814-A9B0-DDC3649D4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3C0C0-2088-85A8-E107-9CE2B6E37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9D763-460C-D91C-6605-709E2A7CA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98360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FF0-06FD-CC34-822A-68A0D2B8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1FE61-D1AA-84DC-C42F-B68CF1CD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BA75-5ABF-9236-4681-644022AF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25C6-C8BF-0D79-C449-CB34F0C3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78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C1188-A5EC-8789-2436-C0617E27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E7D06-B1F7-C800-8C6B-622B6635D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B7471-6A85-15D9-1855-2A33A47C4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0FA56-2F4C-587B-0266-264AE40D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54067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21FC-EED1-B2CA-205A-18571FAB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2E293-A9F8-F131-3FD9-36636A4C7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7DE7A-481D-72C7-CB09-C6BCBD8C4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42D09-8D5A-82C0-2FCC-538B57A55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64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20 April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20 April 2025</a:t>
            </a:r>
          </a:p>
        </p:txBody>
      </p:sp>
    </p:spTree>
    <p:extLst>
      <p:ext uri="{BB962C8B-B14F-4D97-AF65-F5344CB8AC3E}">
        <p14:creationId xmlns:p14="http://schemas.microsoft.com/office/powerpoint/2010/main" val="20158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837" r:id="rId13"/>
    <p:sldLayoutId id="214748372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1/5/2025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vv17HYCAt0" TargetMode="External"/><Relationship Id="rId7" Type="http://schemas.openxmlformats.org/officeDocument/2006/relationships/hyperlink" Target="https://youtu.be/X2WRWPg7UXs23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youtu.be/KtpqBh3oD9U" TargetMode="External"/><Relationship Id="rId5" Type="http://schemas.openxmlformats.org/officeDocument/2006/relationships/hyperlink" Target="https://youtu.be/hhLpbMScNgo" TargetMode="External"/><Relationship Id="rId4" Type="http://schemas.openxmlformats.org/officeDocument/2006/relationships/hyperlink" Target="https://youtu.be/MEWA5l7J_e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6C5B0-5363-2508-22D0-5F0E16F9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83B4-3FDC-AB9E-7F61-EE91997B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Hymns List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23BDF8-DC28-7C42-CE79-6E2D21FA89C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89C85-5C96-F517-DD26-C5A3F165A6A2}"/>
              </a:ext>
            </a:extLst>
          </p:cNvPr>
          <p:cNvSpPr/>
          <p:nvPr/>
        </p:nvSpPr>
        <p:spPr>
          <a:xfrm>
            <a:off x="410401" y="748800"/>
            <a:ext cx="7833599" cy="414720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i="1" dirty="0">
                <a:solidFill>
                  <a:schemeClr val="tx1"/>
                </a:solidFill>
              </a:rPr>
              <a:t>Easter Sunday, 20-Apr-2025. Theme</a:t>
            </a:r>
            <a:r>
              <a:rPr lang="en-US" sz="1600" i="1" dirty="0">
                <a:solidFill>
                  <a:schemeClr val="tx1"/>
                </a:solidFill>
              </a:rPr>
              <a:t>: The Resurrection that gives hope of new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Opening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:90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Ellarum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Yeshu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naamathe</a:t>
            </a:r>
            <a:endParaRPr lang="en-US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B/A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Enni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enni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sthuthikuvaan</a:t>
            </a:r>
            <a:endParaRPr lang="en-US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Offertory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</a:rPr>
              <a:t>229 </a:t>
            </a:r>
            <a:r>
              <a:rPr lang="en-SG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Swargeeya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SG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pithaave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</a:rPr>
              <a:t> nin </a:t>
            </a:r>
            <a:r>
              <a:rPr lang="en-SG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thiru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SG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hitham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SG" sz="1600" dirty="0">
                <a:solidFill>
                  <a:schemeClr val="tx1"/>
                </a:solidFill>
                <a:highlight>
                  <a:srgbClr val="FAF5F0"/>
                </a:highlight>
                <a:hlinkClick r:id="rId3"/>
              </a:rPr>
              <a:t>https://youtu.be/1vv17HYCAt0</a:t>
            </a:r>
            <a:endParaRPr lang="en-SG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Confession</a:t>
            </a:r>
            <a:r>
              <a:rPr lang="en-US" sz="1600" dirty="0">
                <a:solidFill>
                  <a:schemeClr val="tx1"/>
                </a:solidFill>
              </a:rPr>
              <a:t>: 171 </a:t>
            </a:r>
            <a:r>
              <a:rPr lang="en-US" sz="1600" dirty="0" err="1">
                <a:solidFill>
                  <a:schemeClr val="tx1"/>
                </a:solidFill>
              </a:rPr>
              <a:t>Melveetil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enyeshu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  <a:hlinkClick r:id="rId4"/>
              </a:rPr>
              <a:t>https://youtu.be/MEWA5l7J_eg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Communion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171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Melveetil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enyeshu</a:t>
            </a:r>
            <a:endParaRPr lang="en-US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464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Nallidayanam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yeshu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  <a:hlinkClick r:id="rId5"/>
              </a:rPr>
              <a:t>https://youtu.be/hhLpbMScNgo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170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Njaan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chaitha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paathakam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  <a:hlinkClick r:id="rId6"/>
              </a:rPr>
              <a:t>https://youtu.be/KtpqBh3oD9U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Enni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Enni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sthuthikuvaan</a:t>
            </a:r>
            <a:endParaRPr lang="en-US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373 Parane nin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thiru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mumpil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  <a:hlinkClick r:id="rId7"/>
              </a:rPr>
              <a:t>https://youtu.be/X2WRWPg7UXs237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Yeshu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en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adisthanam</a:t>
            </a:r>
            <a:endParaRPr lang="en-US" sz="1600" dirty="0">
              <a:solidFill>
                <a:schemeClr val="tx1"/>
              </a:solidFill>
              <a:highlight>
                <a:srgbClr val="FAF5F0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Closing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Doxology V 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Daivame</a:t>
            </a:r>
            <a:r>
              <a:rPr lang="en-US" sz="1600" dirty="0">
                <a:solidFill>
                  <a:schemeClr val="tx1"/>
                </a:solidFill>
                <a:highlight>
                  <a:srgbClr val="FAF5F0"/>
                </a:highlight>
              </a:rPr>
              <a:t> nin </a:t>
            </a:r>
            <a:r>
              <a:rPr lang="en-US" sz="1600" dirty="0" err="1">
                <a:solidFill>
                  <a:schemeClr val="tx1"/>
                </a:solidFill>
                <a:highlight>
                  <a:srgbClr val="FAF5F0"/>
                </a:highlight>
              </a:rPr>
              <a:t>snehathode</a:t>
            </a:r>
            <a:br>
              <a:rPr lang="en-US" sz="1600" dirty="0">
                <a:solidFill>
                  <a:schemeClr val="tx1"/>
                </a:solidFill>
              </a:rPr>
            </a:b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94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90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No.  90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0" y="686618"/>
            <a:ext cx="4876521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Ellarum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yeshunaamathe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 dirty="0" err="1">
                <a:latin typeface="Segoe UI"/>
                <a:cs typeface="Segoe UI"/>
              </a:rPr>
              <a:t>Ennekkum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vaazhtheedin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 dirty="0" err="1">
                <a:latin typeface="Segoe UI"/>
                <a:cs typeface="Segoe UI"/>
              </a:rPr>
              <a:t>Ennekkum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vaazhtheedin</a:t>
            </a:r>
            <a:endParaRPr lang="en-SG" sz="2400" dirty="0"/>
          </a:p>
          <a:p>
            <a:r>
              <a:rPr lang="en-SG" sz="2400" dirty="0" err="1">
                <a:latin typeface="Segoe UI"/>
                <a:cs typeface="Segoe UI"/>
              </a:rPr>
              <a:t>Mannanai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vaazhippin</a:t>
            </a:r>
            <a:r>
              <a:rPr lang="en-SG" sz="2400" dirty="0">
                <a:latin typeface="Segoe UI"/>
                <a:cs typeface="Segoe UI"/>
              </a:rPr>
              <a:t>, </a:t>
            </a:r>
            <a:r>
              <a:rPr lang="en-SG" sz="2400" dirty="0" err="1">
                <a:latin typeface="Segoe UI"/>
                <a:cs typeface="Segoe UI"/>
              </a:rPr>
              <a:t>doothar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A3D43-756F-CF37-1BB3-453DF324C46B}"/>
              </a:ext>
            </a:extLst>
          </p:cNvPr>
          <p:cNvSpPr txBox="1"/>
          <p:nvPr/>
        </p:nvSpPr>
        <p:spPr>
          <a:xfrm>
            <a:off x="4457425" y="578896"/>
            <a:ext cx="4604004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എല്ലാരും യേശുനാമത്തെ 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എന്നേക്കും വാഴ്ത്തീടിൻ</a:t>
            </a:r>
            <a:endParaRPr lang="en-US" sz="2000" dirty="0">
              <a:latin typeface="Noto Sans Malayalam"/>
              <a:cs typeface="Noto Sans Malayalam" panose="020B0502040504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ml-IN" sz="2000" dirty="0">
                <a:ea typeface="+mn-lt"/>
                <a:cs typeface="+mn-lt"/>
              </a:rPr>
              <a:t>എന്നേക്കും വാഴ്ത്തീടിൻ 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 </a:t>
            </a:r>
            <a:r>
              <a:rPr lang="en-SG" sz="2000" dirty="0">
                <a:latin typeface="Noto Sans Malayalam"/>
                <a:cs typeface="Noto Sans Malayalam" panose="020B0502040504020204" pitchFamily="34" charset="0"/>
              </a:rPr>
              <a:t> 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മന്നനായി വാഴിപ്പിൻ </a:t>
            </a:r>
            <a:r>
              <a:rPr lang="ml-IN" sz="2000" dirty="0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ദൂതർ</a:t>
            </a:r>
            <a:endParaRPr lang="en-US" sz="2000" dirty="0">
              <a:latin typeface="Noto Sans Malayalam"/>
              <a:cs typeface="Noto Sans Malayalam" panose="020B05020405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7C765-5721-9338-58CB-0C8C9D518EE3}"/>
              </a:ext>
            </a:extLst>
          </p:cNvPr>
          <p:cNvSpPr txBox="1"/>
          <p:nvPr/>
        </p:nvSpPr>
        <p:spPr>
          <a:xfrm>
            <a:off x="0" y="3210731"/>
            <a:ext cx="46040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l-NL" sz="2400" i="1" dirty="0">
                <a:solidFill>
                  <a:srgbClr val="FF0000"/>
                </a:solidFill>
                <a:latin typeface="Segoe UI"/>
                <a:cs typeface="Segoe UI"/>
              </a:rPr>
              <a:t>Naam vaazhtheen, vaazhtheen, Vaazhtheen, Vaazhtheen, naam Vaazhtheen yeshuve! </a:t>
            </a:r>
            <a:endParaRPr lang="en-SG" sz="24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8B461C-05CB-B0BF-5D66-1EC34362AB99}"/>
              </a:ext>
            </a:extLst>
          </p:cNvPr>
          <p:cNvSpPr txBox="1"/>
          <p:nvPr/>
        </p:nvSpPr>
        <p:spPr>
          <a:xfrm>
            <a:off x="4457425" y="3210731"/>
            <a:ext cx="4604004" cy="15927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നാം വാഴ്ത്തീൻ, വാഴ്ത്തീൻ</a:t>
            </a:r>
            <a:endParaRPr lang="en-SG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വാഴ്ത്തീൻ, വാഴ്ത്തീൻ 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നാം</a:t>
            </a:r>
            <a:r>
              <a:rPr lang="ml-IN" sz="2000" dirty="0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വാഴ്ത്തീൻ യേശുവേ </a:t>
            </a:r>
            <a:endParaRPr lang="en-US" sz="2000" i="1" dirty="0">
              <a:solidFill>
                <a:srgbClr val="FF0000"/>
              </a:solidFill>
              <a:latin typeface="Noto Sans Malayalam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C627-E5FF-2F7A-6074-C57744BCD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D2D1-4FAD-0682-EB8B-CF603139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No. 90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AA7FA3E-CAD2-E6B6-F524-75C8F358491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5A940-9E59-13FD-AB9A-AAD846E1718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8427B-2968-55AA-075F-12A50FEA2A81}"/>
              </a:ext>
            </a:extLst>
          </p:cNvPr>
          <p:cNvSpPr txBox="1"/>
          <p:nvPr/>
        </p:nvSpPr>
        <p:spPr>
          <a:xfrm>
            <a:off x="6375" y="721864"/>
            <a:ext cx="499294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/>
                <a:cs typeface="Segoe UI"/>
              </a:rPr>
              <a:t>Yaagapeethhaatthin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keezhullha</a:t>
            </a:r>
            <a:r>
              <a:rPr lang="en-SG" sz="2400" dirty="0">
                <a:latin typeface="Segoe UI"/>
                <a:cs typeface="Segoe UI"/>
              </a:rPr>
              <a:t> </a:t>
            </a:r>
          </a:p>
          <a:p>
            <a:r>
              <a:rPr lang="en-SG" sz="2400" dirty="0">
                <a:latin typeface="Segoe UI"/>
                <a:cs typeface="Segoe UI"/>
              </a:rPr>
              <a:t>Than </a:t>
            </a:r>
            <a:r>
              <a:rPr lang="en-SG" sz="2400" dirty="0" err="1">
                <a:latin typeface="Segoe UI"/>
                <a:cs typeface="Segoe UI"/>
              </a:rPr>
              <a:t>raktha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saakshikalh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SG" sz="2400" dirty="0">
                <a:latin typeface="Segoe UI"/>
                <a:cs typeface="Segoe UI"/>
              </a:rPr>
              <a:t>Than </a:t>
            </a:r>
            <a:r>
              <a:rPr lang="en-SG" sz="2400" dirty="0" err="1">
                <a:latin typeface="Segoe UI"/>
                <a:cs typeface="Segoe UI"/>
              </a:rPr>
              <a:t>raktha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saakshikalh</a:t>
            </a:r>
            <a:endParaRPr lang="en-SG" sz="2400" dirty="0"/>
          </a:p>
          <a:p>
            <a:r>
              <a:rPr lang="en-SG" sz="2400" dirty="0" err="1">
                <a:latin typeface="Segoe UI"/>
                <a:cs typeface="Segoe UI"/>
              </a:rPr>
              <a:t>Pukazhttheeshaayin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mulhaye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30A24-06F9-D3FD-8E0A-275B25B90B2B}"/>
              </a:ext>
            </a:extLst>
          </p:cNvPr>
          <p:cNvSpPr txBox="1"/>
          <p:nvPr/>
        </p:nvSpPr>
        <p:spPr>
          <a:xfrm>
            <a:off x="4185" y="3019842"/>
            <a:ext cx="46040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l-NL" sz="2400" i="1" dirty="0">
                <a:solidFill>
                  <a:srgbClr val="FF0000"/>
                </a:solidFill>
                <a:latin typeface="Segoe UI"/>
                <a:cs typeface="Segoe UI"/>
              </a:rPr>
              <a:t>Naam vaazhtheen, vaazhtheen, Vaazhtheen, Vaazhtheen, naam Vaazhtheen yeshuve! </a:t>
            </a:r>
            <a:endParaRPr lang="en-SG" sz="24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89147-A65F-B7F5-9094-98DF917F0B6C}"/>
              </a:ext>
            </a:extLst>
          </p:cNvPr>
          <p:cNvSpPr txBox="1"/>
          <p:nvPr/>
        </p:nvSpPr>
        <p:spPr>
          <a:xfrm>
            <a:off x="4608188" y="777836"/>
            <a:ext cx="4459611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യാഗപീഠത്തിൻ കീഴുള്ള 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തൻ രക്ത സാക്ഷികൾ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ea typeface="+mn-lt"/>
                <a:cs typeface="+mn-lt"/>
              </a:rPr>
              <a:t>തൻ രക്ത സാക്ഷികൾ</a:t>
            </a:r>
            <a:endParaRPr lang="ml-IN" sz="2000" dirty="0"/>
          </a:p>
          <a:p>
            <a:pPr algn="ctr">
              <a:spcAft>
                <a:spcPts val="1200"/>
              </a:spcAft>
            </a:pPr>
            <a:r>
              <a:rPr lang="ml-IN" sz="2000" dirty="0" err="1">
                <a:latin typeface="Noto Sans Malayalam"/>
                <a:cs typeface="Noto Sans Malayalam" panose="020B0502040504020204" pitchFamily="34" charset="0"/>
              </a:rPr>
              <a:t>പുകഴ്ത്തീ</a:t>
            </a:r>
            <a:r>
              <a:rPr lang="ml-IN" sz="2000" dirty="0" err="1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ശായി</a:t>
            </a:r>
            <a:r>
              <a:rPr lang="ml-IN" sz="2000" dirty="0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ൻ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 </a:t>
            </a:r>
            <a:r>
              <a:rPr lang="ml-IN" sz="2000" dirty="0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മുളയേ</a:t>
            </a:r>
            <a:endParaRPr lang="ml-IN" sz="2000" dirty="0">
              <a:latin typeface="Noto Sans Malayalam"/>
              <a:ea typeface="Roboto"/>
              <a:cs typeface="Noto Sans Malayalam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DC77F-3F01-70E8-B5F1-8016A55BC7E0}"/>
              </a:ext>
            </a:extLst>
          </p:cNvPr>
          <p:cNvSpPr txBox="1"/>
          <p:nvPr/>
        </p:nvSpPr>
        <p:spPr>
          <a:xfrm>
            <a:off x="4608188" y="3019842"/>
            <a:ext cx="4535812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നാം വാഴ്ത്തീൻ, വാഴ്ത്തീൻ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വാഴ്ത്തീൻ, വാഴ്ത്തീൻ </a:t>
            </a:r>
            <a:r>
              <a:rPr lang="ml-IN" sz="2000" dirty="0">
                <a:solidFill>
                  <a:srgbClr val="111111"/>
                </a:solidFill>
                <a:latin typeface="Roboto"/>
                <a:ea typeface="Roboto"/>
                <a:cs typeface="Noto Sans Malayalam" panose="020B0502040504020204" pitchFamily="34" charset="0"/>
              </a:rPr>
              <a:t> 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+mn-lt"/>
              </a:rPr>
              <a:t>നാം </a:t>
            </a:r>
            <a:r>
              <a:rPr lang="ml-IN" sz="2000" i="1" dirty="0">
                <a:solidFill>
                  <a:srgbClr val="FF0000"/>
                </a:solidFill>
                <a:ea typeface="+mn-lt"/>
                <a:cs typeface="+mn-lt"/>
              </a:rPr>
              <a:t>വാഴ്ത്തീൻ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യേശുവേ </a:t>
            </a:r>
            <a:endParaRPr lang="en-US" sz="2000" i="1" dirty="0">
              <a:solidFill>
                <a:srgbClr val="FF0000"/>
              </a:solidFill>
              <a:latin typeface="Noto Sans Malayalam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D7B8-BF2A-36A7-A38A-08AAAC4E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D396-5409-6286-46A8-E8B82C900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No. 90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16EFD04-6984-403B-45AE-EF1199A88F4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1370F-EE6A-C0E2-30E0-34187E4F050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D1D74-C816-BE6B-39E6-FBA4311E4928}"/>
              </a:ext>
            </a:extLst>
          </p:cNvPr>
          <p:cNvSpPr txBox="1"/>
          <p:nvPr/>
        </p:nvSpPr>
        <p:spPr>
          <a:xfrm>
            <a:off x="0" y="721864"/>
            <a:ext cx="437712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Veenhdedutha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yisraayelin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Sheshichor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janame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r>
              <a:rPr lang="en-SG" sz="2400" dirty="0" err="1">
                <a:latin typeface="Segoe UI"/>
                <a:cs typeface="Segoe UI"/>
              </a:rPr>
              <a:t>Sheshichor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janame</a:t>
            </a:r>
            <a:r>
              <a:rPr lang="en-SG" sz="2400" dirty="0">
                <a:latin typeface="Segoe UI"/>
                <a:cs typeface="Segoe UI"/>
              </a:rPr>
              <a:t>!</a:t>
            </a:r>
            <a:endParaRPr lang="en-SG" sz="2400" dirty="0"/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Vaazhttheedin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rakshithaavine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7627A-B6C3-85E4-5AF2-16E80973806F}"/>
              </a:ext>
            </a:extLst>
          </p:cNvPr>
          <p:cNvSpPr txBox="1"/>
          <p:nvPr/>
        </p:nvSpPr>
        <p:spPr>
          <a:xfrm>
            <a:off x="104019" y="3135784"/>
            <a:ext cx="46040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l-NL" sz="2400" i="1" dirty="0">
                <a:solidFill>
                  <a:srgbClr val="FF0000"/>
                </a:solidFill>
                <a:latin typeface="Segoe UI"/>
                <a:cs typeface="Segoe UI"/>
              </a:rPr>
              <a:t>Naam vaazhtheen, vaazhtheen, Vaazhtheen, Vaazhtheen, naam Vaazhtheen yeshuve! </a:t>
            </a:r>
            <a:endParaRPr lang="en-SG" sz="24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06F4B-5083-767C-2190-23800DC02C45}"/>
              </a:ext>
            </a:extLst>
          </p:cNvPr>
          <p:cNvSpPr txBox="1"/>
          <p:nvPr/>
        </p:nvSpPr>
        <p:spPr>
          <a:xfrm>
            <a:off x="4537335" y="3262042"/>
            <a:ext cx="4611624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nl-NL" sz="2800" i="1" dirty="0">
                <a:solidFill>
                  <a:srgbClr val="FF0000"/>
                </a:solidFill>
                <a:latin typeface="Segoe UI"/>
                <a:cs typeface="+mn-lt"/>
              </a:rPr>
              <a:t> </a:t>
            </a:r>
            <a:endParaRPr lang="ml-IN" sz="2800" dirty="0">
              <a:solidFill>
                <a:srgbClr val="000000"/>
              </a:solidFill>
              <a:latin typeface="Segoe UI"/>
              <a:cs typeface="Noto Sans Malayalam" panose="020B0502040504020204" pitchFamily="34" charset="0"/>
            </a:endParaRPr>
          </a:p>
          <a:p>
            <a:pPr algn="ctr">
              <a:spcAft>
                <a:spcPts val="1200"/>
              </a:spcAft>
            </a:pPr>
            <a:endParaRPr lang="ml-IN" sz="24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2854EF-B4D6-BEE9-113D-8963E020102A}"/>
              </a:ext>
            </a:extLst>
          </p:cNvPr>
          <p:cNvSpPr txBox="1"/>
          <p:nvPr/>
        </p:nvSpPr>
        <p:spPr>
          <a:xfrm>
            <a:off x="4535811" y="614142"/>
            <a:ext cx="4604004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വീണ്ടെടുത്ത യിസ്രായേലിൻ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ശേഷിച്ചോർ ജനമേ 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ea typeface="+mn-lt"/>
                <a:cs typeface="+mn-lt"/>
              </a:rPr>
              <a:t>ശേഷി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ച്ചോ</a:t>
            </a:r>
            <a:r>
              <a:rPr lang="ml-IN" sz="2000" dirty="0">
                <a:ea typeface="+mn-lt"/>
                <a:cs typeface="+mn-lt"/>
              </a:rPr>
              <a:t>ർ ജനമേ  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വാഴ്ത്തീടിൻ രക്ഷിതാവിനെ </a:t>
            </a:r>
            <a:endParaRPr lang="en-US" sz="20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801FC-C14E-17CD-BCBE-699DB8D2B1AB}"/>
              </a:ext>
            </a:extLst>
          </p:cNvPr>
          <p:cNvSpPr txBox="1"/>
          <p:nvPr/>
        </p:nvSpPr>
        <p:spPr>
          <a:xfrm>
            <a:off x="4708023" y="3016520"/>
            <a:ext cx="4259580" cy="1438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</a:rPr>
              <a:t>നാം വാഴ്ത്തീൻ,വാഴ്ത്തീൻ </a:t>
            </a:r>
            <a:r>
              <a:rPr lang="en-US" sz="2000" dirty="0">
                <a:latin typeface="Noto Sans Malayalam"/>
                <a:cs typeface="Segoe UI"/>
              </a:rPr>
              <a:t>​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</a:rPr>
              <a:t>വാഴ്ത്തീൻ,</a:t>
            </a:r>
            <a:r>
              <a:rPr lang="en-SG" sz="2000" i="1" dirty="0">
                <a:solidFill>
                  <a:srgbClr val="FF0000"/>
                </a:solidFill>
                <a:latin typeface="Segoe UI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</a:rPr>
              <a:t>വാഴ്ത്തീൻ</a:t>
            </a:r>
            <a:r>
              <a:rPr lang="en-SG" sz="2000" i="1" dirty="0">
                <a:solidFill>
                  <a:srgbClr val="FF0000"/>
                </a:solidFill>
                <a:latin typeface="Segoe UI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</a:rPr>
              <a:t>നാം വാഴ്ത്തീൻ യേശുവേ </a:t>
            </a:r>
          </a:p>
        </p:txBody>
      </p:sp>
    </p:spTree>
    <p:extLst>
      <p:ext uri="{BB962C8B-B14F-4D97-AF65-F5344CB8AC3E}">
        <p14:creationId xmlns:p14="http://schemas.microsoft.com/office/powerpoint/2010/main" val="89144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145C-621B-266F-59B1-23C258AD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2750-65D1-08DD-C43C-290372044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No. 90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AC37978-A626-4B21-D8EF-30C99156788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100EC-6B9C-B6DB-1277-7275C6103AE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78772-E035-0E95-3952-16BD1E7ED0DE}"/>
              </a:ext>
            </a:extLst>
          </p:cNvPr>
          <p:cNvSpPr txBox="1"/>
          <p:nvPr/>
        </p:nvSpPr>
        <p:spPr>
          <a:xfrm>
            <a:off x="6375" y="721864"/>
            <a:ext cx="456144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Bhoojaathi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gothram</a:t>
            </a:r>
            <a:r>
              <a:rPr lang="ml-IN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aevarum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Bhoopane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keerthippin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Bhoopane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keerthippin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</a:p>
          <a:p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Bahulaprabhaavan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thanne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8BD32-7738-DDCD-D2BF-0CBC710D1539}"/>
              </a:ext>
            </a:extLst>
          </p:cNvPr>
          <p:cNvSpPr txBox="1"/>
          <p:nvPr/>
        </p:nvSpPr>
        <p:spPr>
          <a:xfrm>
            <a:off x="4395429" y="721864"/>
            <a:ext cx="4604004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400" dirty="0">
                <a:latin typeface="ML-TTKarthika" panose="04000000000000000000" pitchFamily="82" charset="0"/>
                <a:cs typeface="Noto Sans Malayalam" panose="020B0502040504020204" pitchFamily="34" charset="0"/>
              </a:rPr>
              <a:t>ഭൂജാതി ഗോത്രം ഏവരും </a:t>
            </a:r>
          </a:p>
          <a:p>
            <a:pPr algn="ctr">
              <a:spcAft>
                <a:spcPts val="1200"/>
              </a:spcAft>
            </a:pPr>
            <a:r>
              <a:rPr lang="ml-IN" sz="2400" dirty="0">
                <a:latin typeface="ML-TTKarthika" panose="04000000000000000000" pitchFamily="82" charset="0"/>
                <a:ea typeface="+mn-lt"/>
                <a:cs typeface="+mn-lt"/>
              </a:rPr>
              <a:t>ഭൂപനെ </a:t>
            </a:r>
            <a:r>
              <a:rPr lang="ml-IN" sz="2400" dirty="0">
                <a:latin typeface="ML-TTKarthika" panose="04000000000000000000" pitchFamily="82" charset="0"/>
                <a:cs typeface="Noto Sans Malayalam" panose="020B0502040504020204" pitchFamily="34" charset="0"/>
              </a:rPr>
              <a:t>കീർത്തിപ്പിൻ</a:t>
            </a:r>
            <a:endParaRPr lang="en-SG" sz="2400" dirty="0">
              <a:latin typeface="ML-TTKarthika" panose="04000000000000000000" pitchFamily="82" charset="0"/>
              <a:cs typeface="Noto Sans Malayalam" panose="020B0502040504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ml-IN" sz="2400" dirty="0">
                <a:latin typeface="ML-TTKarthika" panose="04000000000000000000" pitchFamily="82" charset="0"/>
                <a:ea typeface="+mn-lt"/>
                <a:cs typeface="+mn-lt"/>
              </a:rPr>
              <a:t>ഭൂപനെ </a:t>
            </a:r>
            <a:r>
              <a:rPr lang="ml-IN" sz="2400" dirty="0">
                <a:latin typeface="ML-TTKarthika" panose="04000000000000000000" pitchFamily="82" charset="0"/>
                <a:cs typeface="Noto Sans Malayalam" panose="020B0502040504020204" pitchFamily="34" charset="0"/>
              </a:rPr>
              <a:t>കീർത്തിപ്പിൻ</a:t>
            </a:r>
            <a:endParaRPr lang="ml-IN" sz="2400" dirty="0">
              <a:latin typeface="ML-TTKarthika" panose="04000000000000000000" pitchFamily="82" charset="0"/>
            </a:endParaRPr>
          </a:p>
          <a:p>
            <a:pPr algn="ctr">
              <a:spcAft>
                <a:spcPts val="1200"/>
              </a:spcAft>
            </a:pPr>
            <a:r>
              <a:rPr lang="ml-IN" sz="2400" dirty="0" err="1">
                <a:latin typeface="ML-TTKarthika" panose="04000000000000000000" pitchFamily="82" charset="0"/>
                <a:cs typeface="Noto Sans Malayalam" panose="020B0502040504020204" pitchFamily="34" charset="0"/>
              </a:rPr>
              <a:t>ബഹുലപ്രഭാവ</a:t>
            </a:r>
            <a:r>
              <a:rPr lang="ml-IN" sz="2400" dirty="0">
                <a:latin typeface="ML-TTKarthika" panose="04000000000000000000" pitchFamily="82" charset="0"/>
                <a:cs typeface="Noto Sans Malayalam" panose="020B0502040504020204" pitchFamily="34" charset="0"/>
              </a:rPr>
              <a:t>ൻ തന്നെ </a:t>
            </a:r>
            <a:endParaRPr lang="en-US" sz="2400" dirty="0">
              <a:latin typeface="ML-TTKarthika" panose="04000000000000000000" pitchFamily="82" charset="0"/>
              <a:cs typeface="Noto Sans Malayalam" panose="020B050204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07A3F-93BD-DC29-B796-F4CAA792FEFD}"/>
              </a:ext>
            </a:extLst>
          </p:cNvPr>
          <p:cNvSpPr txBox="1"/>
          <p:nvPr/>
        </p:nvSpPr>
        <p:spPr>
          <a:xfrm>
            <a:off x="99060" y="3019842"/>
            <a:ext cx="45796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2400" i="1" dirty="0">
                <a:solidFill>
                  <a:srgbClr val="FF0000"/>
                </a:solidFill>
                <a:latin typeface="Segoe UI"/>
                <a:cs typeface="Segoe UI"/>
              </a:rPr>
              <a:t>Naam vaazhtheen, vaazhtheen, Vaazhtheen, Vaazhtheen, naam Vaazhtheen yeshuve! </a:t>
            </a:r>
            <a:endParaRPr lang="en-SG" sz="24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3FE868-43AB-2BED-1DEA-5BB56B55DDE1}"/>
              </a:ext>
            </a:extLst>
          </p:cNvPr>
          <p:cNvSpPr txBox="1"/>
          <p:nvPr/>
        </p:nvSpPr>
        <p:spPr>
          <a:xfrm>
            <a:off x="4762500" y="3061011"/>
            <a:ext cx="4381500" cy="1438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നാം വാഴ്ത്തീൻ,</a:t>
            </a:r>
            <a:r>
              <a:rPr lang="en-SG" sz="2000" i="1" dirty="0">
                <a:solidFill>
                  <a:srgbClr val="FF0000"/>
                </a:solidFill>
                <a:latin typeface="Segoe UI"/>
                <a:cs typeface="Kartika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വാഴ്ത്തീൻ </a:t>
            </a:r>
            <a:r>
              <a:rPr lang="en-US" sz="2000" dirty="0">
                <a:latin typeface="Noto Sans Malayalam"/>
                <a:cs typeface="Segoe UI"/>
              </a:rPr>
              <a:t>​​</a:t>
            </a:r>
            <a:endParaRPr lang="en-US" sz="2000" dirty="0">
              <a:solidFill>
                <a:srgbClr val="000000"/>
              </a:solidFill>
              <a:latin typeface="Noto Sans Malayalam"/>
              <a:cs typeface="Segoe UI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വാഴ്ത്തീൻ,</a:t>
            </a:r>
            <a:r>
              <a:rPr lang="en-SG" sz="2000" i="1" dirty="0">
                <a:solidFill>
                  <a:srgbClr val="FF0000"/>
                </a:solidFill>
                <a:latin typeface="Segoe UI"/>
                <a:cs typeface="Kartika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 വാഴ്ത്തീൻ </a:t>
            </a:r>
            <a:r>
              <a:rPr lang="ml-IN" sz="2000" dirty="0">
                <a:solidFill>
                  <a:srgbClr val="111111"/>
                </a:solidFill>
                <a:latin typeface="Segoe UI"/>
                <a:cs typeface="Kartika"/>
              </a:rPr>
              <a:t> 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നാം </a:t>
            </a:r>
            <a:r>
              <a:rPr lang="en-SG" sz="2000" i="1" dirty="0">
                <a:solidFill>
                  <a:srgbClr val="FF0000"/>
                </a:solidFill>
                <a:latin typeface="Segoe UI"/>
                <a:cs typeface="Kartika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വാഴ്ത്തീൻ യേശുവേ </a:t>
            </a:r>
            <a:endParaRPr lang="ml-IN" sz="2000" dirty="0">
              <a:ea typeface="Calibri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223103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32113-F700-32D6-C446-B45885815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AC28-351F-75B0-C50A-4C8ADAFA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5" y="13609"/>
            <a:ext cx="9144000" cy="486000"/>
          </a:xfrm>
        </p:spPr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Opening Song – Hymn No. 90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4D391DC-BEF1-92B5-18F7-3E08D49053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FFECF-ECE9-BC5C-75DE-5B60CA5C6F8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5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9B4B12-8037-172F-2F53-BF6CB324202E}"/>
              </a:ext>
            </a:extLst>
          </p:cNvPr>
          <p:cNvSpPr txBox="1"/>
          <p:nvPr/>
        </p:nvSpPr>
        <p:spPr>
          <a:xfrm>
            <a:off x="2661" y="518895"/>
            <a:ext cx="4396952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400" dirty="0">
                <a:latin typeface="Segoe UI"/>
                <a:cs typeface="Segoe UI"/>
              </a:rPr>
              <a:t>Swarga </a:t>
            </a:r>
            <a:r>
              <a:rPr lang="en-SG" sz="2400" dirty="0" err="1">
                <a:latin typeface="Segoe UI"/>
                <a:cs typeface="Segoe UI"/>
              </a:rPr>
              <a:t>sainyathod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onnai</a:t>
            </a:r>
            <a:r>
              <a:rPr lang="en-SG" sz="2400" dirty="0">
                <a:latin typeface="Segoe UI"/>
                <a:cs typeface="Segoe UI"/>
              </a:rPr>
              <a:t> naam </a:t>
            </a:r>
          </a:p>
          <a:p>
            <a:r>
              <a:rPr lang="en-SG" sz="2400" dirty="0" err="1">
                <a:latin typeface="Segoe UI"/>
                <a:cs typeface="Segoe UI"/>
              </a:rPr>
              <a:t>Saashtaangam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veenhidaam</a:t>
            </a:r>
            <a:r>
              <a:rPr lang="en-SG" sz="2400" dirty="0">
                <a:latin typeface="Segoe UI"/>
                <a:cs typeface="Segoe UI"/>
              </a:rPr>
              <a:t>!</a:t>
            </a:r>
          </a:p>
          <a:p>
            <a:r>
              <a:rPr lang="en-SG" sz="2400" dirty="0" err="1">
                <a:latin typeface="Segoe UI"/>
                <a:cs typeface="Segoe UI"/>
              </a:rPr>
              <a:t>Saashtaangam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veenhidaam</a:t>
            </a:r>
            <a:r>
              <a:rPr lang="en-SG" sz="2400" dirty="0">
                <a:latin typeface="Segoe UI"/>
                <a:cs typeface="Segoe UI"/>
              </a:rPr>
              <a:t>!</a:t>
            </a:r>
            <a:endParaRPr lang="en-SG" sz="2400" dirty="0"/>
          </a:p>
          <a:p>
            <a:r>
              <a:rPr lang="en-SG" sz="2400" dirty="0">
                <a:latin typeface="Segoe UI"/>
                <a:cs typeface="Segoe UI"/>
              </a:rPr>
              <a:t>Nithya </a:t>
            </a:r>
            <a:r>
              <a:rPr lang="en-SG" sz="2400" dirty="0" err="1">
                <a:latin typeface="Segoe UI"/>
                <a:cs typeface="Segoe UI"/>
              </a:rPr>
              <a:t>geethatthil</a:t>
            </a:r>
            <a:r>
              <a:rPr lang="en-SG" sz="2400" dirty="0">
                <a:latin typeface="Segoe UI"/>
                <a:cs typeface="Segoe UI"/>
              </a:rPr>
              <a:t> </a:t>
            </a:r>
            <a:r>
              <a:rPr lang="en-SG" sz="2400" dirty="0" err="1">
                <a:latin typeface="Segoe UI"/>
                <a:cs typeface="Segoe UI"/>
              </a:rPr>
              <a:t>yojichu</a:t>
            </a:r>
            <a:r>
              <a:rPr lang="en-SG" sz="2400" dirty="0">
                <a:latin typeface="Segoe UI"/>
                <a:cs typeface="Segoe UI"/>
              </a:rPr>
              <a:t> 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F34E9-10AF-B471-68DE-7224C0FBCC8C}"/>
              </a:ext>
            </a:extLst>
          </p:cNvPr>
          <p:cNvSpPr txBox="1"/>
          <p:nvPr/>
        </p:nvSpPr>
        <p:spPr>
          <a:xfrm>
            <a:off x="19425" y="2795374"/>
            <a:ext cx="46040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nl-NL" sz="2400" i="1" dirty="0">
                <a:solidFill>
                  <a:srgbClr val="FF0000"/>
                </a:solidFill>
                <a:latin typeface="Segoe UI"/>
                <a:cs typeface="Segoe UI"/>
              </a:rPr>
              <a:t>Naam vaazhtheen, vaazhtheen, Vaazhtheen, Vaazhtheen, naam Vaazhtheen yeshuve! </a:t>
            </a:r>
            <a:endParaRPr lang="en-SG" sz="2400" i="1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27C48-8640-61D2-AD59-20E5A76CCD8C}"/>
              </a:ext>
            </a:extLst>
          </p:cNvPr>
          <p:cNvSpPr txBox="1"/>
          <p:nvPr/>
        </p:nvSpPr>
        <p:spPr>
          <a:xfrm>
            <a:off x="4759452" y="2908957"/>
            <a:ext cx="4245864" cy="143885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  <a:cs typeface="Segoe UI"/>
              </a:rPr>
              <a:t>നാം </a:t>
            </a:r>
            <a:r>
              <a:rPr lang="en-SG" sz="2000" i="1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Segoe UI"/>
              </a:rPr>
              <a:t>വാഴ്ത്തീൻ,വാഴ്ത്തീൻ </a:t>
            </a:r>
            <a:endParaRPr lang="en-US" sz="2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  <a:cs typeface="Segoe UI"/>
              </a:rPr>
              <a:t>വാഴ്ത്തീൻ,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വാഴ്ത്തീൻ </a:t>
            </a:r>
            <a:endParaRPr lang="en-SG" sz="2000" i="1" dirty="0">
              <a:solidFill>
                <a:srgbClr val="FF0000"/>
              </a:solidFill>
              <a:latin typeface="Segoe UI"/>
              <a:cs typeface="Kartika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നാം </a:t>
            </a:r>
            <a:r>
              <a:rPr lang="en-SG" sz="2000" i="1" dirty="0">
                <a:solidFill>
                  <a:srgbClr val="FF0000"/>
                </a:solidFill>
                <a:latin typeface="Segoe UI"/>
                <a:cs typeface="Kartika"/>
              </a:rPr>
              <a:t> </a:t>
            </a:r>
            <a:r>
              <a:rPr lang="ml-IN" sz="2000" i="1" dirty="0">
                <a:solidFill>
                  <a:srgbClr val="FF0000"/>
                </a:solidFill>
                <a:latin typeface="Segoe UI"/>
                <a:cs typeface="Kartika"/>
              </a:rPr>
              <a:t>വാഴ്ത്തീൻ യേശുവേ </a:t>
            </a:r>
            <a:endParaRPr lang="ml-IN" sz="2000" dirty="0">
              <a:ea typeface="Calibri"/>
              <a:cs typeface="Kartik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4FD35-89EA-1044-12E5-222E9506D333}"/>
              </a:ext>
            </a:extLst>
          </p:cNvPr>
          <p:cNvSpPr txBox="1"/>
          <p:nvPr/>
        </p:nvSpPr>
        <p:spPr>
          <a:xfrm>
            <a:off x="4339215" y="503615"/>
            <a:ext cx="4802124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സ്വർഗ്ഗ സൈന്യത്തോടൊന്നായ് നാം  </a:t>
            </a: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സാഷ്ടാംഗം വീണീടാം </a:t>
            </a:r>
            <a:endParaRPr lang="ml-IN" sz="2000" dirty="0">
              <a:latin typeface="Noto Sans Malayalam"/>
              <a:cs typeface="Kartika"/>
            </a:endParaRPr>
          </a:p>
          <a:p>
            <a:pPr algn="ctr">
              <a:spcAft>
                <a:spcPts val="1200"/>
              </a:spcAft>
            </a:pPr>
            <a:r>
              <a:rPr lang="ml-IN" sz="2000" dirty="0">
                <a:ea typeface="+mn-lt"/>
                <a:cs typeface="+mn-lt"/>
              </a:rPr>
              <a:t>സാഷ്ടാംഗം വീണീടാം 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 </a:t>
            </a:r>
            <a:endParaRPr lang="ml-IN" sz="2000" dirty="0">
              <a:latin typeface="Noto Sans Malayalam"/>
              <a:cs typeface="Kartika"/>
            </a:endParaRPr>
          </a:p>
          <a:p>
            <a:pPr algn="ctr">
              <a:spcAft>
                <a:spcPts val="1200"/>
              </a:spcAft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നിത്യ ഗീതത്തിൽ യോജിച്ചു </a:t>
            </a:r>
            <a:endParaRPr lang="en-US" sz="20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060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Ennhi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ennhi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sthuthikkuvaan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5D6-263B-3E11-7BEE-94815392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26AFE02-66EF-32EF-25F0-F8A032DB7770}"/>
              </a:ext>
            </a:extLst>
          </p:cNvPr>
          <p:cNvSpPr txBox="1"/>
          <p:nvPr/>
        </p:nvSpPr>
        <p:spPr>
          <a:xfrm>
            <a:off x="972807" y="558134"/>
            <a:ext cx="708408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 err="1">
                <a:latin typeface="Segoe UI"/>
                <a:ea typeface="+mn-lt"/>
                <a:cs typeface="Segoe UI"/>
              </a:rPr>
              <a:t>Ennhi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ennhi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sthuthikkuvaan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 err="1">
                <a:latin typeface="Segoe UI"/>
                <a:ea typeface="+mn-lt"/>
                <a:cs typeface="Segoe UI"/>
              </a:rPr>
              <a:t>ennhamillaattha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krupakalhinaal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 err="1">
                <a:latin typeface="Segoe UI"/>
                <a:ea typeface="+mn-lt"/>
                <a:cs typeface="Segoe UI"/>
              </a:rPr>
              <a:t>inneyolham</a:t>
            </a:r>
            <a:r>
              <a:rPr lang="en-US" sz="2800" dirty="0">
                <a:latin typeface="Segoe UI"/>
                <a:ea typeface="+mn-lt"/>
                <a:cs typeface="Segoe UI"/>
              </a:rPr>
              <a:t> than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bhujatthaal</a:t>
            </a:r>
            <a:br>
              <a:rPr lang="en-US" sz="2800" dirty="0">
                <a:latin typeface="Segoe UI"/>
                <a:ea typeface="+mn-lt"/>
                <a:cs typeface="Segoe UI"/>
              </a:rPr>
            </a:br>
            <a:r>
              <a:rPr lang="en-US" sz="2800" dirty="0" err="1">
                <a:latin typeface="Segoe UI"/>
                <a:ea typeface="+mn-lt"/>
                <a:cs typeface="Segoe UI"/>
              </a:rPr>
              <a:t>ninne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thaangiya</a:t>
            </a:r>
            <a:r>
              <a:rPr lang="en-US" sz="2800" dirty="0">
                <a:latin typeface="Segoe UI"/>
                <a:ea typeface="+mn-lt"/>
                <a:cs typeface="Segoe UI"/>
              </a:rPr>
              <a:t> </a:t>
            </a:r>
            <a:r>
              <a:rPr lang="en-US" sz="2800" dirty="0" err="1">
                <a:latin typeface="Segoe UI"/>
                <a:ea typeface="+mn-lt"/>
                <a:cs typeface="Segoe UI"/>
              </a:rPr>
              <a:t>naamame</a:t>
            </a:r>
            <a:endParaRPr lang="en-US" sz="2800" dirty="0">
              <a:latin typeface="Segoe UI"/>
              <a:ea typeface="Calibr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19393-2E07-9BA8-3601-874709A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– Hymn No 363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0C6967-EF0A-E504-0E46-4C1AF83739E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4F7B6-9E31-10FC-E2D5-95C9D46485E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ECDFEC-D219-F3A1-C2B4-7BE22C1047EE}"/>
              </a:ext>
            </a:extLst>
          </p:cNvPr>
          <p:cNvGrpSpPr/>
          <p:nvPr/>
        </p:nvGrpSpPr>
        <p:grpSpPr>
          <a:xfrm>
            <a:off x="6900782" y="1523095"/>
            <a:ext cx="656953" cy="758511"/>
            <a:chOff x="8142617" y="1289086"/>
            <a:chExt cx="453537" cy="700393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1D01B9A4-FEC6-F5F8-9AB2-405C61AED9A3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5E96DE-C29A-1709-9884-9128CB4214F5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D593D98-1A73-D535-7BC0-08AE5424274B}"/>
              </a:ext>
            </a:extLst>
          </p:cNvPr>
          <p:cNvSpPr txBox="1"/>
          <p:nvPr/>
        </p:nvSpPr>
        <p:spPr>
          <a:xfrm>
            <a:off x="202447" y="2687239"/>
            <a:ext cx="8648700" cy="19005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Segoe UI"/>
                <a:ea typeface="Roboto"/>
                <a:cs typeface="Kartika"/>
              </a:rPr>
              <a:t>എണ്ണി എണ്ണി സ്തുതിക്കുവാൻ</a:t>
            </a:r>
            <a:br>
              <a:rPr lang="ml-IN" sz="2000" dirty="0">
                <a:latin typeface="Segoe UI"/>
                <a:ea typeface="Roboto"/>
              </a:rPr>
            </a:br>
            <a:r>
              <a:rPr lang="ml-IN" sz="2000" dirty="0">
                <a:latin typeface="Segoe UI"/>
                <a:ea typeface="Roboto"/>
                <a:cs typeface="Kartika"/>
              </a:rPr>
              <a:t>എണ്ണമില്ലാത്ത കൃപകളിനാൽ</a:t>
            </a:r>
            <a:br>
              <a:rPr lang="ml-IN" sz="2000" dirty="0">
                <a:latin typeface="Segoe UI"/>
                <a:ea typeface="Roboto"/>
              </a:rPr>
            </a:br>
            <a:r>
              <a:rPr lang="ml-IN" sz="2000" dirty="0">
                <a:latin typeface="Segoe UI"/>
                <a:ea typeface="Roboto"/>
                <a:cs typeface="Kartika"/>
              </a:rPr>
              <a:t>ഇന്നയോളം തൻ ഭുജത്താൽ</a:t>
            </a:r>
            <a:br>
              <a:rPr lang="ml-IN" sz="2000" dirty="0">
                <a:latin typeface="Segoe UI"/>
                <a:ea typeface="Roboto"/>
              </a:rPr>
            </a:br>
            <a:r>
              <a:rPr lang="ml-IN" sz="2000" dirty="0">
                <a:latin typeface="Segoe UI"/>
                <a:ea typeface="Roboto"/>
              </a:rPr>
              <a:t>നിന്നെ </a:t>
            </a:r>
            <a:r>
              <a:rPr lang="ml-IN" sz="2000" dirty="0">
                <a:latin typeface="Segoe UI"/>
                <a:ea typeface="Roboto"/>
                <a:cs typeface="Kartika"/>
              </a:rPr>
              <a:t>താങ്ങിയ നാമമേ</a:t>
            </a:r>
            <a:endParaRPr lang="en-US" sz="2000" dirty="0">
              <a:latin typeface="Segoe UI"/>
              <a:cs typeface="Segoe U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09BBAF-FD09-2990-51DA-14FEA3EED2FE}"/>
              </a:ext>
            </a:extLst>
          </p:cNvPr>
          <p:cNvGrpSpPr/>
          <p:nvPr/>
        </p:nvGrpSpPr>
        <p:grpSpPr>
          <a:xfrm>
            <a:off x="6900782" y="3637499"/>
            <a:ext cx="656953" cy="836003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8525A1C3-9C6D-CB35-DE2E-AB149D75E7DB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9D3D06-DDD1-6971-E346-07DC0F45DAC2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77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SG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Hymn No 229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  <a:ea typeface="Calibri"/>
              <a:cs typeface="Calibri"/>
            </a:endParaRPr>
          </a:p>
          <a:p>
            <a:pPr marL="0" indent="0" algn="ctr">
              <a:buNone/>
              <a:tabLst>
                <a:tab pos="1423880" algn="l"/>
              </a:tabLst>
            </a:pP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-4187" y="485999"/>
            <a:ext cx="6166356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Segoe UI"/>
                <a:cs typeface="Segoe UI"/>
              </a:rPr>
              <a:t>swargeeya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pithaave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thiru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hitham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swargatthile</a:t>
            </a:r>
            <a:r>
              <a:rPr lang="en-US" sz="2400" dirty="0">
                <a:latin typeface="Segoe UI"/>
                <a:cs typeface="Segoe UI"/>
              </a:rPr>
              <a:t> pole </a:t>
            </a:r>
            <a:r>
              <a:rPr lang="en-US" sz="2400" dirty="0" err="1">
                <a:latin typeface="Segoe UI"/>
                <a:cs typeface="Segoe UI"/>
              </a:rPr>
              <a:t>bhoovil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aakkan</a:t>
            </a:r>
            <a:r>
              <a:rPr lang="ml-IN" sz="2400" dirty="0">
                <a:latin typeface="Segoe UI"/>
                <a:cs typeface="Segoe UI"/>
              </a:rPr>
              <a:t>h</a:t>
            </a:r>
            <a:r>
              <a:rPr lang="en-US" sz="2400" dirty="0">
                <a:latin typeface="Segoe UI"/>
                <a:cs typeface="Segoe UI"/>
              </a:rPr>
              <a:t>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hitham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cheythonaam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suthane</a:t>
            </a:r>
            <a:r>
              <a:rPr lang="en-US" sz="2400" dirty="0">
                <a:latin typeface="Segoe UI"/>
                <a:cs typeface="Segoe UI"/>
              </a:rPr>
              <a:t> pole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innu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njaan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varunne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hitham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cheyvaan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-12456" y="2539123"/>
            <a:ext cx="6306672" cy="2165033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kzÀ¤ob</a:t>
            </a:r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nXmsh</a:t>
            </a:r>
            <a:r>
              <a:rPr lang="en-US" sz="2800" dirty="0">
                <a:latin typeface="ML-TTKarthika" panose="04000000000000000000" pitchFamily="82" charset="0"/>
              </a:rPr>
              <a:t> \n³XncplnXw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kzÀ</a:t>
            </a:r>
            <a:r>
              <a:rPr lang="en-US" sz="2800" dirty="0">
                <a:latin typeface="ML-TTKarthika" panose="04000000000000000000" pitchFamily="82" charset="0"/>
              </a:rPr>
              <a:t>¤¯</a:t>
            </a:r>
            <a:r>
              <a:rPr lang="en-US" sz="2800" dirty="0" err="1">
                <a:latin typeface="ML-TTKarthika" panose="04000000000000000000" pitchFamily="82" charset="0"/>
              </a:rPr>
              <a:t>nset¸mse</a:t>
            </a:r>
            <a:r>
              <a:rPr lang="en-US" sz="2800" dirty="0"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latin typeface="ML-TTKarthika" panose="04000000000000000000" pitchFamily="82" charset="0"/>
              </a:rPr>
              <a:t>qhnÂ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B¡tW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\n³lnXw </a:t>
            </a:r>
            <a:r>
              <a:rPr lang="en-US" sz="2800" dirty="0" err="1">
                <a:latin typeface="ML-TTKarthika" panose="04000000000000000000" pitchFamily="82" charset="0"/>
              </a:rPr>
              <a:t>sNbvtXm</a:t>
            </a:r>
            <a:r>
              <a:rPr lang="en-US" sz="2800" dirty="0">
                <a:latin typeface="ML-TTKarthika" panose="04000000000000000000" pitchFamily="82" charset="0"/>
              </a:rPr>
              <a:t>\mw \n³ </a:t>
            </a:r>
            <a:r>
              <a:rPr lang="en-US" sz="2800" dirty="0" err="1">
                <a:latin typeface="ML-TTKarthika" panose="04000000000000000000" pitchFamily="82" charset="0"/>
              </a:rPr>
              <a:t>kpXs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t¸mse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C¶p</a:t>
            </a:r>
            <a:r>
              <a:rPr lang="en-US" sz="2800" dirty="0">
                <a:latin typeface="ML-TTKarthika" panose="04000000000000000000" pitchFamily="82" charset="0"/>
              </a:rPr>
              <a:t> Rm³ </a:t>
            </a:r>
            <a:r>
              <a:rPr lang="en-US" sz="2800" dirty="0" err="1">
                <a:latin typeface="ML-TTKarthika" panose="04000000000000000000" pitchFamily="82" charset="0"/>
              </a:rPr>
              <a:t>hcpt</a:t>
            </a:r>
            <a:r>
              <a:rPr lang="en-US" sz="2800" dirty="0">
                <a:latin typeface="ML-TTKarthika" panose="04000000000000000000" pitchFamily="82" charset="0"/>
              </a:rPr>
              <a:t>¶ \n³lnXw sNbvhm³ </a:t>
            </a:r>
            <a:endParaRPr lang="en-US" sz="27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E0C9-F2AD-EF81-D839-C276924C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F334-F5BF-E209-9E8F-AE271F1BB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7077B-807B-84D6-AC0C-43D8EC29EA47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B279311-666A-C149-450D-ED4A3409F981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4E607F12-D7F0-27AA-07D8-8171033E5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4187" y="686795"/>
            <a:ext cx="5714561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/>
                <a:cs typeface="Segoe UI"/>
              </a:rPr>
              <a:t>en </a:t>
            </a:r>
            <a:r>
              <a:rPr lang="en-US" sz="2400" dirty="0" err="1">
                <a:latin typeface="Segoe UI"/>
                <a:cs typeface="Segoe UI"/>
              </a:rPr>
              <a:t>daivame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cheyyuvaan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vanneedunne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njaaninnu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modamaay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ente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onnum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venhda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priyane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ninte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ennil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poornnhamaakkanhe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4187" y="2906289"/>
            <a:ext cx="6232817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/>
              </a:rPr>
              <a:t>F³ </a:t>
            </a:r>
            <a:r>
              <a:rPr lang="en-US" sz="2800" dirty="0" err="1">
                <a:latin typeface="ML-TTKarthika"/>
              </a:rPr>
              <a:t>ssZhta</a:t>
            </a:r>
            <a:r>
              <a:rPr lang="en-US" sz="2800" dirty="0">
                <a:latin typeface="ML-TTKarthika"/>
              </a:rPr>
              <a:t> \</a:t>
            </a:r>
            <a:r>
              <a:rPr lang="en-US" sz="2800" dirty="0" err="1">
                <a:latin typeface="ML-TTKarthika"/>
              </a:rPr>
              <a:t>n¶nãw</a:t>
            </a:r>
            <a:r>
              <a:rPr lang="en-US" sz="2800" dirty="0">
                <a:latin typeface="ML-TTKarthika"/>
              </a:rPr>
              <a:t> sN¿phm³ </a:t>
            </a:r>
          </a:p>
          <a:p>
            <a:r>
              <a:rPr lang="en-US" sz="2800" dirty="0" err="1">
                <a:latin typeface="ML-TTKarthika"/>
              </a:rPr>
              <a:t>h¶oSpt</a:t>
            </a:r>
            <a:r>
              <a:rPr lang="en-US" sz="2800" dirty="0">
                <a:latin typeface="ML-TTKarthika"/>
              </a:rPr>
              <a:t>¶ Rm\</a:t>
            </a:r>
            <a:r>
              <a:rPr lang="en-US" sz="2800" dirty="0" err="1">
                <a:latin typeface="ML-TTKarthika"/>
              </a:rPr>
              <a:t>n¶ptamZambv</a:t>
            </a:r>
            <a:r>
              <a:rPr lang="en-US" sz="2800" dirty="0">
                <a:latin typeface="ML-TTKarthika"/>
              </a:rPr>
              <a:t> </a:t>
            </a:r>
          </a:p>
          <a:p>
            <a:r>
              <a:rPr lang="en-US" sz="2800" dirty="0" err="1">
                <a:latin typeface="ML-TTKarthika"/>
              </a:rPr>
              <a:t>Fsâ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H¶pw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th¬S</a:t>
            </a:r>
            <a:r>
              <a:rPr lang="en-US" sz="2800" dirty="0">
                <a:latin typeface="ML-TTKarthika"/>
              </a:rPr>
              <a:t> {]</a:t>
            </a:r>
            <a:r>
              <a:rPr lang="en-US" sz="2800" dirty="0" err="1">
                <a:latin typeface="ML-TTKarthika"/>
              </a:rPr>
              <a:t>nbs</a:t>
            </a:r>
            <a:r>
              <a:rPr lang="en-US" sz="2800" dirty="0">
                <a:latin typeface="ML-TTKarthika"/>
              </a:rPr>
              <a:t>\ </a:t>
            </a:r>
          </a:p>
          <a:p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F¶nÂ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qÀ®am¡tW</a:t>
            </a:r>
            <a:r>
              <a:rPr lang="en-US" sz="2800" dirty="0">
                <a:latin typeface="ML-TTKarthika"/>
              </a:rPr>
              <a:t> </a:t>
            </a:r>
            <a:endParaRPr lang="en-US" sz="2700" dirty="0">
              <a:latin typeface="ML-TTKarthik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88339-43AE-82FC-638C-5E36B75CAA9A}"/>
              </a:ext>
            </a:extLst>
          </p:cNvPr>
          <p:cNvGrpSpPr/>
          <p:nvPr/>
        </p:nvGrpSpPr>
        <p:grpSpPr>
          <a:xfrm>
            <a:off x="5583836" y="1573967"/>
            <a:ext cx="460370" cy="577122"/>
            <a:chOff x="5583836" y="1573967"/>
            <a:chExt cx="460370" cy="577122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0136A663-A901-DC59-161B-EFA19F416C91}"/>
                </a:ext>
              </a:extLst>
            </p:cNvPr>
            <p:cNvSpPr/>
            <p:nvPr/>
          </p:nvSpPr>
          <p:spPr>
            <a:xfrm>
              <a:off x="5583836" y="1573967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8DBB189-6DD8-958E-06F3-9AE5E59EF03C}"/>
                </a:ext>
              </a:extLst>
            </p:cNvPr>
            <p:cNvSpPr txBox="1"/>
            <p:nvPr/>
          </p:nvSpPr>
          <p:spPr>
            <a:xfrm>
              <a:off x="5730997" y="1677862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7F04F5-416E-937D-A34B-CE9206BD7E93}"/>
              </a:ext>
            </a:extLst>
          </p:cNvPr>
          <p:cNvGrpSpPr/>
          <p:nvPr/>
        </p:nvGrpSpPr>
        <p:grpSpPr>
          <a:xfrm>
            <a:off x="5583836" y="3993873"/>
            <a:ext cx="460370" cy="577122"/>
            <a:chOff x="5583836" y="3993873"/>
            <a:chExt cx="460370" cy="577122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6F444D1-A558-54E1-DC50-EC23574773BD}"/>
                </a:ext>
              </a:extLst>
            </p:cNvPr>
            <p:cNvSpPr/>
            <p:nvPr/>
          </p:nvSpPr>
          <p:spPr>
            <a:xfrm>
              <a:off x="5583836" y="3993873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D81829-8A96-FCBD-9848-4BA94BB11E6E}"/>
                </a:ext>
              </a:extLst>
            </p:cNvPr>
            <p:cNvSpPr txBox="1"/>
            <p:nvPr/>
          </p:nvSpPr>
          <p:spPr>
            <a:xfrm>
              <a:off x="5730997" y="4097768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74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8433-1FA1-B48E-AF2C-F6CA4ED9D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4AFF-16B5-2BFC-4A80-06A5CDDC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E01AC-E75B-DE85-EC0E-45E417EC63A2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4E77561-B2F2-3EBB-0F57-836B6051BF3B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CCED666-1143-8049-DAA2-11DB7C85B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4187" y="566411"/>
            <a:ext cx="6143012" cy="2244245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nanmayum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poornnha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prasaadavumullha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nin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hithamenthennu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arhiyuvaan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en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manam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puthukki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maarhidunne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nindyamaanhenikkee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laavanhyam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3993" y="3060177"/>
            <a:ext cx="6143011" cy="1929436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\·</a:t>
            </a:r>
            <a:r>
              <a:rPr lang="en-US" sz="2800" dirty="0" err="1">
                <a:latin typeface="ML-TTKarthika" panose="04000000000000000000" pitchFamily="82" charset="0"/>
              </a:rPr>
              <a:t>bpw</a:t>
            </a:r>
            <a:r>
              <a:rPr lang="en-US" sz="2800" dirty="0">
                <a:latin typeface="ML-TTKarthika" panose="04000000000000000000" pitchFamily="82" charset="0"/>
              </a:rPr>
              <a:t> ]</a:t>
            </a:r>
            <a:r>
              <a:rPr lang="en-US" sz="2800" dirty="0" err="1">
                <a:latin typeface="ML-TTKarthika" panose="04000000000000000000" pitchFamily="82" charset="0"/>
              </a:rPr>
              <a:t>qÀ</a:t>
            </a:r>
            <a:r>
              <a:rPr lang="en-US" sz="2800" dirty="0">
                <a:latin typeface="ML-TTKarthika" panose="04000000000000000000" pitchFamily="82" charset="0"/>
              </a:rPr>
              <a:t>® {]</a:t>
            </a:r>
            <a:r>
              <a:rPr lang="en-US" sz="2800" dirty="0" err="1">
                <a:latin typeface="ML-TTKarthika" panose="04000000000000000000" pitchFamily="82" charset="0"/>
              </a:rPr>
              <a:t>kmZhpapÅ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\n³ </a:t>
            </a:r>
            <a:r>
              <a:rPr lang="en-US" sz="2800" dirty="0" err="1">
                <a:latin typeface="ML-TTKarthika" panose="04000000000000000000" pitchFamily="82" charset="0"/>
              </a:rPr>
              <a:t>lnXsas</a:t>
            </a:r>
            <a:r>
              <a:rPr lang="en-US" sz="2800" dirty="0">
                <a:latin typeface="ML-TTKarthika" panose="04000000000000000000" pitchFamily="82" charset="0"/>
              </a:rPr>
              <a:t>´¶p Rm\dnbphm³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F³ a\w ]</a:t>
            </a:r>
            <a:r>
              <a:rPr lang="en-US" sz="2800" dirty="0" err="1">
                <a:latin typeface="ML-TTKarthika" panose="04000000000000000000" pitchFamily="82" charset="0"/>
              </a:rPr>
              <a:t>pXp¡n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amdnSpt</a:t>
            </a:r>
            <a:r>
              <a:rPr lang="en-US" sz="2800" dirty="0">
                <a:latin typeface="ML-TTKarthika" panose="04000000000000000000" pitchFamily="82" charset="0"/>
              </a:rPr>
              <a:t>¶ \</a:t>
            </a:r>
            <a:r>
              <a:rPr lang="en-US" sz="2800" dirty="0" err="1">
                <a:latin typeface="ML-TTKarthika" panose="04000000000000000000" pitchFamily="82" charset="0"/>
              </a:rPr>
              <a:t>nXyw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\n\</a:t>
            </a:r>
            <a:r>
              <a:rPr lang="en-US" sz="2800" dirty="0" err="1">
                <a:latin typeface="ML-TTKarthika" panose="04000000000000000000" pitchFamily="82" charset="0"/>
              </a:rPr>
              <a:t>vZyamsW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n¡o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temIemhWyw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endParaRPr lang="en-US" sz="27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012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B771-FADC-8CC8-B003-536201E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96E3-33B3-6BA1-70B0-B1D26B966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A50DA-C267-A539-D850-96D2C71AFAFE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</a:t>
            </a:r>
            <a:r>
              <a:rPr lang="ml-IN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</a:t>
            </a: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9FDB26-27E0-50F2-80BD-74BEC8D6246B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4C2B024-9E22-3F8B-20DF-8C7E7F879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8FEFC93-DFBB-5C37-EDF6-8640B9314C2F}"/>
              </a:ext>
            </a:extLst>
          </p:cNvPr>
          <p:cNvSpPr/>
          <p:nvPr/>
        </p:nvSpPr>
        <p:spPr>
          <a:xfrm>
            <a:off x="4187" y="686795"/>
            <a:ext cx="5714561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/>
                <a:cs typeface="Segoe UI"/>
              </a:rPr>
              <a:t>en </a:t>
            </a:r>
            <a:r>
              <a:rPr lang="en-US" sz="2400" dirty="0" err="1">
                <a:latin typeface="Segoe UI"/>
                <a:cs typeface="Segoe UI"/>
              </a:rPr>
              <a:t>daivame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cheyyuvaan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vanneedunne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njaaninnu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modamaay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ente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onnum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venhda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priyane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ninte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ennil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poornnhamaakkanhe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378DD41-3CF1-1B03-326A-85A807811DC4}"/>
              </a:ext>
            </a:extLst>
          </p:cNvPr>
          <p:cNvSpPr txBox="1"/>
          <p:nvPr/>
        </p:nvSpPr>
        <p:spPr>
          <a:xfrm>
            <a:off x="4187" y="2906289"/>
            <a:ext cx="6232817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/>
              </a:rPr>
              <a:t>F³ </a:t>
            </a:r>
            <a:r>
              <a:rPr lang="en-US" sz="2800" dirty="0" err="1">
                <a:latin typeface="ML-TTKarthika"/>
              </a:rPr>
              <a:t>ssZhta</a:t>
            </a:r>
            <a:r>
              <a:rPr lang="en-US" sz="2800" dirty="0">
                <a:latin typeface="ML-TTKarthika"/>
              </a:rPr>
              <a:t> \</a:t>
            </a:r>
            <a:r>
              <a:rPr lang="en-US" sz="2800" dirty="0" err="1">
                <a:latin typeface="ML-TTKarthika"/>
              </a:rPr>
              <a:t>n¶nãw</a:t>
            </a:r>
            <a:r>
              <a:rPr lang="en-US" sz="2800" dirty="0">
                <a:latin typeface="ML-TTKarthika"/>
              </a:rPr>
              <a:t> sN¿phm³ </a:t>
            </a:r>
          </a:p>
          <a:p>
            <a:r>
              <a:rPr lang="en-US" sz="2800" dirty="0" err="1">
                <a:latin typeface="ML-TTKarthika"/>
              </a:rPr>
              <a:t>h¶oSpt</a:t>
            </a:r>
            <a:r>
              <a:rPr lang="en-US" sz="2800" dirty="0">
                <a:latin typeface="ML-TTKarthika"/>
              </a:rPr>
              <a:t>¶ Rm\</a:t>
            </a:r>
            <a:r>
              <a:rPr lang="en-US" sz="2800" dirty="0" err="1">
                <a:latin typeface="ML-TTKarthika"/>
              </a:rPr>
              <a:t>n¶ptamZambv</a:t>
            </a:r>
            <a:r>
              <a:rPr lang="en-US" sz="2800" dirty="0">
                <a:latin typeface="ML-TTKarthika"/>
              </a:rPr>
              <a:t> </a:t>
            </a:r>
          </a:p>
          <a:p>
            <a:r>
              <a:rPr lang="en-US" sz="2800" dirty="0" err="1">
                <a:latin typeface="ML-TTKarthika"/>
              </a:rPr>
              <a:t>Fsâ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H¶pw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th¬S</a:t>
            </a:r>
            <a:r>
              <a:rPr lang="en-US" sz="2800" dirty="0">
                <a:latin typeface="ML-TTKarthika"/>
              </a:rPr>
              <a:t> {]</a:t>
            </a:r>
            <a:r>
              <a:rPr lang="en-US" sz="2800" dirty="0" err="1">
                <a:latin typeface="ML-TTKarthika"/>
              </a:rPr>
              <a:t>nbs</a:t>
            </a:r>
            <a:r>
              <a:rPr lang="en-US" sz="2800" dirty="0">
                <a:latin typeface="ML-TTKarthika"/>
              </a:rPr>
              <a:t>\ </a:t>
            </a:r>
          </a:p>
          <a:p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F¶nÂ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qÀ®am¡tW</a:t>
            </a:r>
            <a:r>
              <a:rPr lang="en-US" sz="2800" dirty="0">
                <a:latin typeface="ML-TTKarthika"/>
              </a:rPr>
              <a:t> </a:t>
            </a:r>
            <a:endParaRPr lang="en-US" sz="2700" dirty="0">
              <a:latin typeface="ML-TTKarthik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41F3B2-C871-5A65-290A-B524ABABB02A}"/>
              </a:ext>
            </a:extLst>
          </p:cNvPr>
          <p:cNvGrpSpPr/>
          <p:nvPr/>
        </p:nvGrpSpPr>
        <p:grpSpPr>
          <a:xfrm>
            <a:off x="5583836" y="1573967"/>
            <a:ext cx="460370" cy="577122"/>
            <a:chOff x="5583836" y="1573967"/>
            <a:chExt cx="460370" cy="577122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642839A5-C77A-C6E9-3FBE-F0B8C117E7C9}"/>
                </a:ext>
              </a:extLst>
            </p:cNvPr>
            <p:cNvSpPr/>
            <p:nvPr/>
          </p:nvSpPr>
          <p:spPr>
            <a:xfrm>
              <a:off x="5583836" y="1573967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BC47B-C9F3-7532-A4E4-FD99F44A1C6C}"/>
                </a:ext>
              </a:extLst>
            </p:cNvPr>
            <p:cNvSpPr txBox="1"/>
            <p:nvPr/>
          </p:nvSpPr>
          <p:spPr>
            <a:xfrm>
              <a:off x="5730997" y="1677862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137587-BF46-CA12-8F9C-565D12DBCA62}"/>
              </a:ext>
            </a:extLst>
          </p:cNvPr>
          <p:cNvGrpSpPr/>
          <p:nvPr/>
        </p:nvGrpSpPr>
        <p:grpSpPr>
          <a:xfrm>
            <a:off x="5583836" y="3993873"/>
            <a:ext cx="460370" cy="577122"/>
            <a:chOff x="5583836" y="3993873"/>
            <a:chExt cx="460370" cy="577122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5396602-F894-9DA7-7121-37C438954200}"/>
                </a:ext>
              </a:extLst>
            </p:cNvPr>
            <p:cNvSpPr/>
            <p:nvPr/>
          </p:nvSpPr>
          <p:spPr>
            <a:xfrm>
              <a:off x="5583836" y="3993873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85A101D-7348-F000-2EDC-EC3D1D099089}"/>
                </a:ext>
              </a:extLst>
            </p:cNvPr>
            <p:cNvSpPr txBox="1"/>
            <p:nvPr/>
          </p:nvSpPr>
          <p:spPr>
            <a:xfrm>
              <a:off x="5730997" y="4097768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117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05C34-16D2-BE80-49F1-3842AB4F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6E2-2358-CCFC-F3A9-55948A81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7679D-B3E5-B2B4-8808-A0A1F244637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9A78927-00BC-44BD-9288-D3BCA2D60B51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46A9CA46-5F3C-C592-0F2E-E9E138822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93993" y="703094"/>
            <a:ext cx="6261837" cy="1884955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njaanavanullham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kayyilirikkayaal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aarumillenikku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dosham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cheyyuvaan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innenikku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neridunnathellam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aanhennu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njaanarhiyunnu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138011" y="2842336"/>
            <a:ext cx="6217819" cy="1929436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Rm\h\</a:t>
            </a:r>
            <a:r>
              <a:rPr lang="en-US" sz="2800" dirty="0" err="1">
                <a:latin typeface="ML-TTKarthika" panose="04000000000000000000" pitchFamily="82" charset="0"/>
              </a:rPr>
              <a:t>pÅw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ssI¿nencn¡bmÂ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BcpansÃ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tZmjw</a:t>
            </a:r>
            <a:r>
              <a:rPr lang="en-US" sz="2800" dirty="0">
                <a:latin typeface="ML-TTKarthika" panose="04000000000000000000" pitchFamily="82" charset="0"/>
              </a:rPr>
              <a:t> sN¿phm³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Cs¶\</a:t>
            </a:r>
            <a:r>
              <a:rPr lang="en-US" sz="2800" dirty="0" err="1">
                <a:latin typeface="ML-TTKarthika" panose="04000000000000000000" pitchFamily="82" charset="0"/>
              </a:rPr>
              <a:t>n¡ph¶p</a:t>
            </a:r>
            <a:r>
              <a:rPr lang="en-US" sz="2800" dirty="0">
                <a:latin typeface="ML-TTKarthika" panose="04000000000000000000" pitchFamily="82" charset="0"/>
              </a:rPr>
              <a:t> t\</a:t>
            </a:r>
            <a:r>
              <a:rPr lang="en-US" sz="2800" dirty="0" err="1">
                <a:latin typeface="ML-TTKarthika" panose="04000000000000000000" pitchFamily="82" charset="0"/>
              </a:rPr>
              <a:t>cnSp¶sXÃmw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X³ </a:t>
            </a:r>
            <a:r>
              <a:rPr lang="en-US" sz="2800" dirty="0" err="1">
                <a:latin typeface="ML-TTKarthika" panose="04000000000000000000" pitchFamily="82" charset="0"/>
              </a:rPr>
              <a:t>lnXamsW¶p</a:t>
            </a:r>
            <a:r>
              <a:rPr lang="en-US" sz="2800" dirty="0">
                <a:latin typeface="ML-TTKarthika" panose="04000000000000000000" pitchFamily="82" charset="0"/>
              </a:rPr>
              <a:t> Rm\</a:t>
            </a:r>
            <a:r>
              <a:rPr lang="en-US" sz="2800" dirty="0" err="1">
                <a:latin typeface="ML-TTKarthika" panose="04000000000000000000" pitchFamily="82" charset="0"/>
              </a:rPr>
              <a:t>dnbp¶p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endParaRPr lang="en-US" sz="27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46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4BDB4-A1CE-36FC-E47E-8963CF8D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54DE-99FF-21F5-4DC9-FFF1CC2D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BCBC3-5A7A-9148-8E99-EF7F2EC95DC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</a:t>
            </a:r>
            <a:r>
              <a:rPr lang="ml-IN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07440B-B5A8-7BBF-E87E-0D41EBA4A24E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B8EC3DF4-23FE-950B-5862-07706A2B5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F6FC4A-6AF2-B06E-6CB1-8ADD30B8439D}"/>
              </a:ext>
            </a:extLst>
          </p:cNvPr>
          <p:cNvSpPr/>
          <p:nvPr/>
        </p:nvSpPr>
        <p:spPr>
          <a:xfrm>
            <a:off x="4187" y="686795"/>
            <a:ext cx="5714561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/>
                <a:cs typeface="Segoe UI"/>
              </a:rPr>
              <a:t>en </a:t>
            </a:r>
            <a:r>
              <a:rPr lang="en-US" sz="2400" dirty="0" err="1">
                <a:latin typeface="Segoe UI"/>
                <a:cs typeface="Segoe UI"/>
              </a:rPr>
              <a:t>daivame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cheyyuvaan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vanneedunne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njaaninnu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modamaay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ente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onnum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venhda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priyane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ninte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ennil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poornnhamaakkanhe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B6EC20D-7C08-34E4-E08F-6EB943114524}"/>
              </a:ext>
            </a:extLst>
          </p:cNvPr>
          <p:cNvSpPr txBox="1"/>
          <p:nvPr/>
        </p:nvSpPr>
        <p:spPr>
          <a:xfrm>
            <a:off x="4187" y="2906289"/>
            <a:ext cx="6232817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/>
              </a:rPr>
              <a:t>F³ </a:t>
            </a:r>
            <a:r>
              <a:rPr lang="en-US" sz="2800" dirty="0" err="1">
                <a:latin typeface="ML-TTKarthika"/>
              </a:rPr>
              <a:t>ssZhta</a:t>
            </a:r>
            <a:r>
              <a:rPr lang="en-US" sz="2800" dirty="0">
                <a:latin typeface="ML-TTKarthika"/>
              </a:rPr>
              <a:t> \</a:t>
            </a:r>
            <a:r>
              <a:rPr lang="en-US" sz="2800" dirty="0" err="1">
                <a:latin typeface="ML-TTKarthika"/>
              </a:rPr>
              <a:t>n¶nãw</a:t>
            </a:r>
            <a:r>
              <a:rPr lang="en-US" sz="2800" dirty="0">
                <a:latin typeface="ML-TTKarthika"/>
              </a:rPr>
              <a:t> sN¿phm³ </a:t>
            </a:r>
          </a:p>
          <a:p>
            <a:r>
              <a:rPr lang="en-US" sz="2800" dirty="0" err="1">
                <a:latin typeface="ML-TTKarthika"/>
              </a:rPr>
              <a:t>h¶oSpt</a:t>
            </a:r>
            <a:r>
              <a:rPr lang="en-US" sz="2800" dirty="0">
                <a:latin typeface="ML-TTKarthika"/>
              </a:rPr>
              <a:t>¶ Rm\</a:t>
            </a:r>
            <a:r>
              <a:rPr lang="en-US" sz="2800" dirty="0" err="1">
                <a:latin typeface="ML-TTKarthika"/>
              </a:rPr>
              <a:t>n¶ptamZambv</a:t>
            </a:r>
            <a:r>
              <a:rPr lang="en-US" sz="2800" dirty="0">
                <a:latin typeface="ML-TTKarthika"/>
              </a:rPr>
              <a:t> </a:t>
            </a:r>
          </a:p>
          <a:p>
            <a:r>
              <a:rPr lang="en-US" sz="2800" dirty="0" err="1">
                <a:latin typeface="ML-TTKarthika"/>
              </a:rPr>
              <a:t>Fsâ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H¶pw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th¬S</a:t>
            </a:r>
            <a:r>
              <a:rPr lang="en-US" sz="2800" dirty="0">
                <a:latin typeface="ML-TTKarthika"/>
              </a:rPr>
              <a:t> {]</a:t>
            </a:r>
            <a:r>
              <a:rPr lang="en-US" sz="2800" dirty="0" err="1">
                <a:latin typeface="ML-TTKarthika"/>
              </a:rPr>
              <a:t>nbs</a:t>
            </a:r>
            <a:r>
              <a:rPr lang="en-US" sz="2800" dirty="0">
                <a:latin typeface="ML-TTKarthika"/>
              </a:rPr>
              <a:t>\ </a:t>
            </a:r>
          </a:p>
          <a:p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F¶nÂ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qÀ®am¡tW</a:t>
            </a:r>
            <a:r>
              <a:rPr lang="en-US" sz="2800" dirty="0">
                <a:latin typeface="ML-TTKarthika"/>
              </a:rPr>
              <a:t> </a:t>
            </a:r>
            <a:endParaRPr lang="en-US" sz="2700" dirty="0">
              <a:latin typeface="ML-TTKarthik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A066006-AB58-FF62-3A2C-D933DA6DC0B2}"/>
              </a:ext>
            </a:extLst>
          </p:cNvPr>
          <p:cNvGrpSpPr/>
          <p:nvPr/>
        </p:nvGrpSpPr>
        <p:grpSpPr>
          <a:xfrm>
            <a:off x="5583836" y="1573967"/>
            <a:ext cx="460370" cy="577122"/>
            <a:chOff x="5583836" y="1573967"/>
            <a:chExt cx="460370" cy="577122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87DF7677-6CD0-0762-518B-D329FD686BDE}"/>
                </a:ext>
              </a:extLst>
            </p:cNvPr>
            <p:cNvSpPr/>
            <p:nvPr/>
          </p:nvSpPr>
          <p:spPr>
            <a:xfrm>
              <a:off x="5583836" y="1573967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23DA97-4861-2A71-2A1F-6C1F7F03A079}"/>
                </a:ext>
              </a:extLst>
            </p:cNvPr>
            <p:cNvSpPr txBox="1"/>
            <p:nvPr/>
          </p:nvSpPr>
          <p:spPr>
            <a:xfrm>
              <a:off x="5730997" y="1677862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3AFDE9-F93D-A8E7-3A4E-082962BD7B5D}"/>
              </a:ext>
            </a:extLst>
          </p:cNvPr>
          <p:cNvGrpSpPr/>
          <p:nvPr/>
        </p:nvGrpSpPr>
        <p:grpSpPr>
          <a:xfrm>
            <a:off x="5583836" y="3993873"/>
            <a:ext cx="460370" cy="577122"/>
            <a:chOff x="5583836" y="3993873"/>
            <a:chExt cx="460370" cy="577122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2B1B5F78-542D-C211-CE64-A514BC6368EA}"/>
                </a:ext>
              </a:extLst>
            </p:cNvPr>
            <p:cNvSpPr/>
            <p:nvPr/>
          </p:nvSpPr>
          <p:spPr>
            <a:xfrm>
              <a:off x="5583836" y="3993873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B7AD35-7FB2-9C62-4944-B6EA4013AD2C}"/>
                </a:ext>
              </a:extLst>
            </p:cNvPr>
            <p:cNvSpPr txBox="1"/>
            <p:nvPr/>
          </p:nvSpPr>
          <p:spPr>
            <a:xfrm>
              <a:off x="5730997" y="4097768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0592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2C53-BC42-3426-BD64-6D504D0C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EF7FA-94E7-F74B-9B15-4F36A84A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  <a:endParaRPr lang="en-GB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658B5-EC27-6963-4784-E66541E42A34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7 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7F857F-539C-1214-17DC-82F4CBF5F047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40A1A2C7-4E24-E5BE-3F67-232B0450B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-4187" y="580069"/>
            <a:ext cx="6300056" cy="1884955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yeshu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kristhuvin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shareera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yaagatthaal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ullha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ishtathil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shuddhanaay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theernnu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ishtam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cheythu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vaagdatham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praapippaan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poornnha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sahishnhutha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ekanhe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priya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3784" y="3214064"/>
            <a:ext cx="7315200" cy="1929436"/>
          </a:xfrm>
          <a:prstGeom prst="rect">
            <a:avLst/>
          </a:prstGeom>
          <a:noFill/>
        </p:spPr>
        <p:txBody>
          <a:bodyPr wrap="square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tbip</a:t>
            </a:r>
            <a:r>
              <a:rPr lang="en-US" sz="2800" dirty="0">
                <a:latin typeface="ML-TTKarthika" panose="04000000000000000000" pitchFamily="82" charset="0"/>
              </a:rPr>
              <a:t> {InkvXphn³ </a:t>
            </a:r>
            <a:r>
              <a:rPr lang="en-US" sz="2800" dirty="0" err="1">
                <a:latin typeface="ML-TTKarthika" panose="04000000000000000000" pitchFamily="82" charset="0"/>
              </a:rPr>
              <a:t>icocbmK¯mÂ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DÅ </a:t>
            </a:r>
            <a:r>
              <a:rPr lang="en-US" sz="2800" dirty="0" err="1">
                <a:latin typeface="ML-TTKarthika" panose="04000000000000000000" pitchFamily="82" charset="0"/>
              </a:rPr>
              <a:t>Cã¯nÂ</a:t>
            </a:r>
            <a:r>
              <a:rPr lang="en-US" sz="2800" dirty="0">
                <a:latin typeface="ML-TTKarthika" panose="04000000000000000000" pitchFamily="82" charset="0"/>
              </a:rPr>
              <a:t> Rm³ ip²\</a:t>
            </a:r>
            <a:r>
              <a:rPr lang="en-US" sz="2800" dirty="0" err="1">
                <a:latin typeface="ML-TTKarthika" panose="04000000000000000000" pitchFamily="82" charset="0"/>
              </a:rPr>
              <a:t>mbv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XoÀ¶p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ssZh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Cãw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sNbvXp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hmKvZ¯w</a:t>
            </a:r>
            <a:r>
              <a:rPr lang="en-US" sz="2800" dirty="0">
                <a:latin typeface="ML-TTKarthika" panose="04000000000000000000" pitchFamily="82" charset="0"/>
              </a:rPr>
              <a:t> {]m]n¸m³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]</a:t>
            </a:r>
            <a:r>
              <a:rPr lang="en-US" sz="2800" dirty="0" err="1">
                <a:latin typeface="ML-TTKarthika" panose="04000000000000000000" pitchFamily="82" charset="0"/>
              </a:rPr>
              <a:t>qÀ</a:t>
            </a:r>
            <a:r>
              <a:rPr lang="en-US" sz="2800" dirty="0">
                <a:latin typeface="ML-TTKarthika" panose="04000000000000000000" pitchFamily="82" charset="0"/>
              </a:rPr>
              <a:t>® </a:t>
            </a:r>
            <a:r>
              <a:rPr lang="en-US" sz="2800" dirty="0" err="1">
                <a:latin typeface="ML-TTKarthika" panose="04000000000000000000" pitchFamily="82" charset="0"/>
              </a:rPr>
              <a:t>klnjvWpX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GItW</a:t>
            </a:r>
            <a:r>
              <a:rPr lang="en-US" sz="2800" dirty="0">
                <a:latin typeface="ML-TTKarthika" panose="04000000000000000000" pitchFamily="82" charset="0"/>
              </a:rPr>
              <a:t> {]</a:t>
            </a:r>
            <a:r>
              <a:rPr lang="en-US" sz="2800" dirty="0" err="1">
                <a:latin typeface="ML-TTKarthika" panose="04000000000000000000" pitchFamily="82" charset="0"/>
              </a:rPr>
              <a:t>nb</a:t>
            </a:r>
            <a:endParaRPr lang="en-US" sz="27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874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1754-0C86-3127-E2CD-280420DC1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71D1-5972-8C4C-903C-61F5AC73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Offertory Hymn- Hymn No. 229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D61FD-6CE6-6F31-8B3F-648AC48FA65D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8</a:t>
            </a:r>
            <a:r>
              <a:rPr lang="ml-IN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8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1508BE-9653-A7F9-F6EA-3D2DEFE5456E}"/>
              </a:ext>
            </a:extLst>
          </p:cNvPr>
          <p:cNvSpPr txBox="1">
            <a:spLocks/>
          </p:cNvSpPr>
          <p:nvPr/>
        </p:nvSpPr>
        <p:spPr>
          <a:xfrm>
            <a:off x="6237004" y="36216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BDAA4E6-6C80-7340-BB96-19EB6FA29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566411"/>
            <a:ext cx="2902809" cy="29748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A3E926-1DA2-F633-44E8-A88A0BF370F0}"/>
              </a:ext>
            </a:extLst>
          </p:cNvPr>
          <p:cNvSpPr/>
          <p:nvPr/>
        </p:nvSpPr>
        <p:spPr>
          <a:xfrm>
            <a:off x="4187" y="686795"/>
            <a:ext cx="5714561" cy="188495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/>
                <a:cs typeface="Segoe UI"/>
              </a:rPr>
              <a:t>en </a:t>
            </a:r>
            <a:r>
              <a:rPr lang="en-US" sz="2400" dirty="0" err="1">
                <a:latin typeface="Segoe UI"/>
                <a:cs typeface="Segoe UI"/>
              </a:rPr>
              <a:t>daivame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cheyyuvaan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vanneedunne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njaaninnu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modamaay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ente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onnum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venhda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priyane</a:t>
            </a:r>
            <a:b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 err="1">
                <a:latin typeface="Segoe UI"/>
                <a:cs typeface="Segoe UI"/>
              </a:rPr>
              <a:t>ninte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ishtam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ennil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poornnhamaakkanhe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B0C679CA-F59F-1572-BCAE-EB76D99E4D48}"/>
              </a:ext>
            </a:extLst>
          </p:cNvPr>
          <p:cNvSpPr txBox="1"/>
          <p:nvPr/>
        </p:nvSpPr>
        <p:spPr>
          <a:xfrm>
            <a:off x="4187" y="2906289"/>
            <a:ext cx="6232817" cy="192943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/>
              </a:rPr>
              <a:t>F³ </a:t>
            </a:r>
            <a:r>
              <a:rPr lang="en-US" sz="2800" dirty="0" err="1">
                <a:latin typeface="ML-TTKarthika"/>
              </a:rPr>
              <a:t>ssZhta</a:t>
            </a:r>
            <a:r>
              <a:rPr lang="en-US" sz="2800" dirty="0">
                <a:latin typeface="ML-TTKarthika"/>
              </a:rPr>
              <a:t> \</a:t>
            </a:r>
            <a:r>
              <a:rPr lang="en-US" sz="2800" dirty="0" err="1">
                <a:latin typeface="ML-TTKarthika"/>
              </a:rPr>
              <a:t>n¶nãw</a:t>
            </a:r>
            <a:r>
              <a:rPr lang="en-US" sz="2800" dirty="0">
                <a:latin typeface="ML-TTKarthika"/>
              </a:rPr>
              <a:t> sN¿phm³ </a:t>
            </a:r>
          </a:p>
          <a:p>
            <a:r>
              <a:rPr lang="en-US" sz="2800" dirty="0" err="1">
                <a:latin typeface="ML-TTKarthika"/>
              </a:rPr>
              <a:t>h¶oSpt</a:t>
            </a:r>
            <a:r>
              <a:rPr lang="en-US" sz="2800" dirty="0">
                <a:latin typeface="ML-TTKarthika"/>
              </a:rPr>
              <a:t>¶ Rm\</a:t>
            </a:r>
            <a:r>
              <a:rPr lang="en-US" sz="2800" dirty="0" err="1">
                <a:latin typeface="ML-TTKarthika"/>
              </a:rPr>
              <a:t>n¶ptamZambv</a:t>
            </a:r>
            <a:r>
              <a:rPr lang="en-US" sz="2800" dirty="0">
                <a:latin typeface="ML-TTKarthika"/>
              </a:rPr>
              <a:t> </a:t>
            </a:r>
          </a:p>
          <a:p>
            <a:r>
              <a:rPr lang="en-US" sz="2800" dirty="0" err="1">
                <a:latin typeface="ML-TTKarthika"/>
              </a:rPr>
              <a:t>Fsâ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H¶pw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th¬S</a:t>
            </a:r>
            <a:r>
              <a:rPr lang="en-US" sz="2800" dirty="0">
                <a:latin typeface="ML-TTKarthika"/>
              </a:rPr>
              <a:t> {]</a:t>
            </a:r>
            <a:r>
              <a:rPr lang="en-US" sz="2800" dirty="0" err="1">
                <a:latin typeface="ML-TTKarthika"/>
              </a:rPr>
              <a:t>nbs</a:t>
            </a:r>
            <a:r>
              <a:rPr lang="en-US" sz="2800" dirty="0">
                <a:latin typeface="ML-TTKarthika"/>
              </a:rPr>
              <a:t>\ </a:t>
            </a:r>
          </a:p>
          <a:p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nsâ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Cãw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F¶nÂ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qÀ®am¡tW</a:t>
            </a:r>
            <a:r>
              <a:rPr lang="en-US" sz="2800" dirty="0">
                <a:latin typeface="ML-TTKarthika"/>
              </a:rPr>
              <a:t> </a:t>
            </a:r>
            <a:endParaRPr lang="en-US" sz="2700" dirty="0">
              <a:latin typeface="ML-TTKarthik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AEDD55-BA22-68C2-2535-F24FC381C8DD}"/>
              </a:ext>
            </a:extLst>
          </p:cNvPr>
          <p:cNvGrpSpPr/>
          <p:nvPr/>
        </p:nvGrpSpPr>
        <p:grpSpPr>
          <a:xfrm>
            <a:off x="5583836" y="1573967"/>
            <a:ext cx="460370" cy="577122"/>
            <a:chOff x="5583836" y="1573967"/>
            <a:chExt cx="460370" cy="577122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CFB545BB-1C69-9D68-34CD-434BEBB2B264}"/>
                </a:ext>
              </a:extLst>
            </p:cNvPr>
            <p:cNvSpPr/>
            <p:nvPr/>
          </p:nvSpPr>
          <p:spPr>
            <a:xfrm>
              <a:off x="5583836" y="1573967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D7D432-8285-4C9B-A39E-7B35015EB910}"/>
                </a:ext>
              </a:extLst>
            </p:cNvPr>
            <p:cNvSpPr txBox="1"/>
            <p:nvPr/>
          </p:nvSpPr>
          <p:spPr>
            <a:xfrm>
              <a:off x="5730997" y="1677862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964766-0F13-A49F-B57E-2939D80EB690}"/>
              </a:ext>
            </a:extLst>
          </p:cNvPr>
          <p:cNvGrpSpPr/>
          <p:nvPr/>
        </p:nvGrpSpPr>
        <p:grpSpPr>
          <a:xfrm>
            <a:off x="5583836" y="3993873"/>
            <a:ext cx="460370" cy="577122"/>
            <a:chOff x="5583836" y="3993873"/>
            <a:chExt cx="460370" cy="577122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87F2882-61A8-589A-FFBB-9F1A8746987D}"/>
                </a:ext>
              </a:extLst>
            </p:cNvPr>
            <p:cNvSpPr/>
            <p:nvPr/>
          </p:nvSpPr>
          <p:spPr>
            <a:xfrm>
              <a:off x="5583836" y="3993873"/>
              <a:ext cx="188962" cy="577122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DA568A-3ED4-0837-3AB7-2A017749139C}"/>
                </a:ext>
              </a:extLst>
            </p:cNvPr>
            <p:cNvSpPr txBox="1"/>
            <p:nvPr/>
          </p:nvSpPr>
          <p:spPr>
            <a:xfrm>
              <a:off x="5730997" y="4097768"/>
              <a:ext cx="313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4524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1162878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</a:t>
            </a:r>
          </a:p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kumimoji="0" lang="en-US" sz="6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  <a:ea typeface="+mn-ea"/>
                <a:cs typeface="+mn-cs"/>
              </a:rPr>
              <a:t>Hymn No 171</a:t>
            </a:r>
            <a:endParaRPr kumimoji="0" lang="en-US" sz="6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Confession – Hymn No 171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53BC5-988A-A798-8447-A905728C8D21}"/>
              </a:ext>
            </a:extLst>
          </p:cNvPr>
          <p:cNvSpPr txBox="1"/>
          <p:nvPr/>
        </p:nvSpPr>
        <p:spPr>
          <a:xfrm>
            <a:off x="-4187" y="535052"/>
            <a:ext cx="4576187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Melveettil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en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yeshu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ha!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snehamaay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dirty="0" err="1">
                <a:latin typeface="Segoe UI"/>
                <a:ea typeface="open sans"/>
                <a:cs typeface="open sans"/>
              </a:rPr>
              <a:t>v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ilhikkunnu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vilhikkunnu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  <a:p>
            <a:pPr algn="ctr"/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Sneha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prakaasham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vittakannonaay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doore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pokunnathenthu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FD079-C764-7498-7691-FC2386C10D56}"/>
              </a:ext>
            </a:extLst>
          </p:cNvPr>
          <p:cNvSpPr txBox="1"/>
          <p:nvPr/>
        </p:nvSpPr>
        <p:spPr>
          <a:xfrm>
            <a:off x="4563626" y="485999"/>
            <a:ext cx="4576187" cy="2823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മേൽവീട്ടിൽ എൻ യേശു </a:t>
            </a:r>
            <a:r>
              <a:rPr lang="ml-IN" sz="2000" dirty="0">
                <a:ea typeface="+mn-lt"/>
                <a:cs typeface="+mn-lt"/>
              </a:rPr>
              <a:t>ഹാ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 </a:t>
            </a:r>
            <a:endParaRPr lang="ml-IN" sz="20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സ്നേഹമായ്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വിളിക്കുന്നു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സ്നേഹ പ്രകാശം വീട്ടകന്നോനായ്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ദൂരെ പോകുന്നതെന്ത്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18817-A247-88B7-DB2C-D2B3102CA374}"/>
              </a:ext>
            </a:extLst>
          </p:cNvPr>
          <p:cNvSpPr txBox="1"/>
          <p:nvPr/>
        </p:nvSpPr>
        <p:spPr>
          <a:xfrm>
            <a:off x="12561" y="3622073"/>
            <a:ext cx="4563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 vaa nee innu vaa</a:t>
            </a:r>
          </a:p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Kri-sthu haa snehamaai vilhikunnu innuvaa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BCC7A-C922-2F18-DF03-AEBB6A5BD912}"/>
              </a:ext>
            </a:extLst>
          </p:cNvPr>
          <p:cNvSpPr txBox="1"/>
          <p:nvPr/>
        </p:nvSpPr>
        <p:spPr>
          <a:xfrm>
            <a:off x="4563626" y="3502811"/>
            <a:ext cx="4567813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നീ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ക്രിസ്‌തുഹാ സ്നേഹമായി 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466D9-7833-DDA1-D1BC-EBA82DC637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/>
                <a:cs typeface="Segoe UI"/>
              </a:rPr>
              <a:t>nfess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ion: 1 of 1</a:t>
            </a: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</a:t>
            </a:r>
            <a:r>
              <a:rPr lang="en-GB" dirty="0">
                <a:latin typeface="Segoe UI" panose="020B0502040204020203" pitchFamily="34" charset="0"/>
              </a:rPr>
              <a:t>Hymn No 171</a:t>
            </a:r>
            <a:endParaRPr lang="en-US" dirty="0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A72D-54AD-8DDF-CD4F-0D809E85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452F6-25BD-97BB-B4C8-1C7B15025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No. 171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2C44C-D93A-480E-86A5-52ACA48B0297}"/>
              </a:ext>
            </a:extLst>
          </p:cNvPr>
          <p:cNvSpPr txBox="1"/>
          <p:nvPr/>
        </p:nvSpPr>
        <p:spPr>
          <a:xfrm>
            <a:off x="-4187" y="535052"/>
            <a:ext cx="4576187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Melveettil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en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yeshu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ha!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snehamaay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dirty="0" err="1">
                <a:latin typeface="Segoe UI"/>
                <a:ea typeface="open sans"/>
                <a:cs typeface="open sans"/>
              </a:rPr>
              <a:t>v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ilhikkunnu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vilhikkunnu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  <a:p>
            <a:pPr algn="ctr"/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Sneha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prakaasham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vittakannonaay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doore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pokunnathenthu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1134D-9698-C35D-697D-2D54F2822B55}"/>
              </a:ext>
            </a:extLst>
          </p:cNvPr>
          <p:cNvSpPr txBox="1"/>
          <p:nvPr/>
        </p:nvSpPr>
        <p:spPr>
          <a:xfrm>
            <a:off x="4563626" y="485999"/>
            <a:ext cx="4576187" cy="2823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മേൽവീട്ടിൽ എൻ യേശു </a:t>
            </a:r>
            <a:r>
              <a:rPr lang="ml-IN" sz="2000" dirty="0">
                <a:ea typeface="+mn-lt"/>
                <a:cs typeface="+mn-lt"/>
              </a:rPr>
              <a:t>ഹാ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 </a:t>
            </a:r>
            <a:endParaRPr lang="ml-IN" sz="20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സ്നേഹമായ്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വിളിക്കുന്നു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സ്നേഹ പ്രകാശം വീട്ടകന്നോനായ്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ദൂരെ പോകുന്നതെന്ത്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7DE58-CF87-1C4F-AE0D-7713B18F5BAF}"/>
              </a:ext>
            </a:extLst>
          </p:cNvPr>
          <p:cNvSpPr txBox="1"/>
          <p:nvPr/>
        </p:nvSpPr>
        <p:spPr>
          <a:xfrm>
            <a:off x="12561" y="3622073"/>
            <a:ext cx="4563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 vaa nee innu vaa</a:t>
            </a:r>
          </a:p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Kri-sthu haa snehamaai vilhikunnu innuvaa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3D023F-E500-49CE-B8E3-169421D9DE37}"/>
              </a:ext>
            </a:extLst>
          </p:cNvPr>
          <p:cNvSpPr txBox="1"/>
          <p:nvPr/>
        </p:nvSpPr>
        <p:spPr>
          <a:xfrm>
            <a:off x="4563626" y="3502811"/>
            <a:ext cx="4567813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നീ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ക്രിസ്‌തുഹാ സ്നേഹമായി 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FDFA01-80AD-3452-633D-3F894ACF9A9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ion: 1 of 4</a:t>
            </a:r>
          </a:p>
        </p:txBody>
      </p:sp>
    </p:spTree>
    <p:extLst>
      <p:ext uri="{BB962C8B-B14F-4D97-AF65-F5344CB8AC3E}">
        <p14:creationId xmlns:p14="http://schemas.microsoft.com/office/powerpoint/2010/main" val="1259612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9536-D4D5-33F5-39AC-3D017E26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1197-1EBE-524D-C6F2-7D6E543F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No. 171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70C78-D10E-B6E2-575D-33393EBFDEC4}"/>
              </a:ext>
            </a:extLst>
          </p:cNvPr>
          <p:cNvSpPr txBox="1"/>
          <p:nvPr/>
        </p:nvSpPr>
        <p:spPr>
          <a:xfrm>
            <a:off x="-4187" y="535052"/>
            <a:ext cx="4576187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Ksheenichone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yeshu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swasthhamaakkum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vilhikkunnu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-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vilhikkunnu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  <a:p>
            <a:pPr algn="ctr"/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Paapa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bhaaram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konhdu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chelluka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nee 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aattukayilla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ninne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D4AC2-4980-9A6E-6EC2-AD301E2C6519}"/>
              </a:ext>
            </a:extLst>
          </p:cNvPr>
          <p:cNvSpPr txBox="1"/>
          <p:nvPr/>
        </p:nvSpPr>
        <p:spPr>
          <a:xfrm>
            <a:off x="4563626" y="485999"/>
            <a:ext cx="4576187" cy="2823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ക്ഷീണിച്ചോനേ യേശു സ്വസ്ഥമാക്കും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വിളിക്കുന്നു-വിളിക്കുന്നു</a:t>
            </a:r>
            <a:br>
              <a:rPr lang="ml-IN" sz="2000" dirty="0">
                <a:latin typeface="Noto Sans Malayalam"/>
                <a:cs typeface="Noto Sans Malayalam" panose="020B0502040504020204" pitchFamily="34" charset="0"/>
              </a:rPr>
            </a:b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പാപഭാരം കൊണ്‍ടു</a:t>
            </a:r>
            <a:endParaRPr lang="en-SG" sz="2000" dirty="0">
              <a:latin typeface="Noto Sans Malayalam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ചെല്ലുക</a:t>
            </a:r>
            <a:r>
              <a:rPr lang="en-SG" sz="2000" dirty="0">
                <a:latin typeface="Noto Sans Malayalam"/>
                <a:cs typeface="Noto Sans Malayalam" panose="020B0502040504020204" pitchFamily="34" charset="0"/>
              </a:rPr>
              <a:t> 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നീ </a:t>
            </a:r>
            <a:endParaRPr lang="en-SG" sz="2000" dirty="0">
              <a:latin typeface="Noto Sans Malayalam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ആട്ടുകയില്ല നിന്നെ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7386C-969B-DF5A-6EDC-1BDB4EFF64D2}"/>
              </a:ext>
            </a:extLst>
          </p:cNvPr>
          <p:cNvSpPr txBox="1"/>
          <p:nvPr/>
        </p:nvSpPr>
        <p:spPr>
          <a:xfrm>
            <a:off x="12561" y="3622073"/>
            <a:ext cx="4563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 vaa nee innu vaa</a:t>
            </a:r>
          </a:p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Kri-sthu haa snehamaai vilhikunnu innuvaa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DFF53-3B97-74AD-52C6-3075271F084B}"/>
              </a:ext>
            </a:extLst>
          </p:cNvPr>
          <p:cNvSpPr txBox="1"/>
          <p:nvPr/>
        </p:nvSpPr>
        <p:spPr>
          <a:xfrm>
            <a:off x="4563626" y="3502811"/>
            <a:ext cx="4567813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നീ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ക്രിസ്‌തുഹാ സ്നേഹമായി 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06456-D7B0-D5C4-1248-51CE30834A8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ion: </a:t>
            </a:r>
            <a:r>
              <a:rPr lang="ml-IN" sz="1400" dirty="0">
                <a:solidFill>
                  <a:prstClr val="black"/>
                </a:solidFill>
                <a:latin typeface="Segoe UI"/>
                <a:cs typeface="Segoe UI"/>
              </a:rPr>
              <a:t>2 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of 4</a:t>
            </a:r>
          </a:p>
        </p:txBody>
      </p:sp>
    </p:spTree>
    <p:extLst>
      <p:ext uri="{BB962C8B-B14F-4D97-AF65-F5344CB8AC3E}">
        <p14:creationId xmlns:p14="http://schemas.microsoft.com/office/powerpoint/2010/main" val="4043138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59D6-1C2F-E9C4-E1B8-0FA61582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DEA3-ACD8-2604-5F7C-2E62FAD8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No. 171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51BFD-1EA2-7E32-0FD5-24EF6C01E24A}"/>
              </a:ext>
            </a:extLst>
          </p:cNvPr>
          <p:cNvSpPr txBox="1"/>
          <p:nvPr/>
        </p:nvSpPr>
        <p:spPr>
          <a:xfrm>
            <a:off x="-4187" y="535052"/>
            <a:ext cx="4576187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Kaathu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nilkkunneshu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nee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innuva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!</a:t>
            </a:r>
          </a:p>
          <a:p>
            <a:pPr algn="ctr"/>
            <a:r>
              <a:rPr lang="en-SG" sz="2800" dirty="0">
                <a:latin typeface="Segoe UI"/>
                <a:ea typeface="open sans"/>
                <a:cs typeface="open sans"/>
              </a:rPr>
              <a:t>Ninne </a:t>
            </a:r>
            <a:r>
              <a:rPr lang="en-SG" sz="2800" dirty="0" err="1">
                <a:latin typeface="Segoe UI"/>
                <a:ea typeface="open sans"/>
                <a:cs typeface="open sans"/>
              </a:rPr>
              <a:t>kaathu</a:t>
            </a:r>
            <a:r>
              <a:rPr lang="en-SG" sz="2800" dirty="0">
                <a:latin typeface="Segoe UI"/>
                <a:ea typeface="open sans"/>
                <a:cs typeface="open sans"/>
              </a:rPr>
              <a:t> </a:t>
            </a:r>
            <a:r>
              <a:rPr lang="en-SG" sz="2800" dirty="0" err="1">
                <a:latin typeface="Segoe UI"/>
                <a:ea typeface="open sans"/>
                <a:cs typeface="open sans"/>
              </a:rPr>
              <a:t>nilkkunnu</a:t>
            </a:r>
            <a:r>
              <a:rPr lang="en-SG" sz="2800" dirty="0">
                <a:latin typeface="Segoe UI"/>
                <a:ea typeface="open sans"/>
                <a:cs typeface="open sans"/>
              </a:rPr>
              <a:t> he!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Paapavum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konhdu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thirumunpil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vaa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!</a:t>
            </a: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Thaamasikkaathe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nee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vaa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3798F-6306-3067-BB34-C0E74BB15E83}"/>
              </a:ext>
            </a:extLst>
          </p:cNvPr>
          <p:cNvSpPr txBox="1"/>
          <p:nvPr/>
        </p:nvSpPr>
        <p:spPr>
          <a:xfrm>
            <a:off x="4563626" y="485999"/>
            <a:ext cx="4576187" cy="2823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കാത്തുനിൽക്കുന്നേശു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നീ ഇന്നുവാ!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നിന്നെ കാത്തു നിലക്കുന്നു ഹേ!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പാപവും കൊണ്ടു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തിരുമുമ്പിൽ വാ!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താമസിക്കാതെ നീ വാ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76421A-C298-E894-B26C-8E2B14131BB0}"/>
              </a:ext>
            </a:extLst>
          </p:cNvPr>
          <p:cNvSpPr txBox="1"/>
          <p:nvPr/>
        </p:nvSpPr>
        <p:spPr>
          <a:xfrm>
            <a:off x="12561" y="3622073"/>
            <a:ext cx="4563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 vaa nee innu vaa</a:t>
            </a:r>
          </a:p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Kri-sthu haa snehamaai vilhikunnu innuvaa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C61E6-F089-B5CF-B1E0-5CE0AB48F3B4}"/>
              </a:ext>
            </a:extLst>
          </p:cNvPr>
          <p:cNvSpPr txBox="1"/>
          <p:nvPr/>
        </p:nvSpPr>
        <p:spPr>
          <a:xfrm>
            <a:off x="4563626" y="3502811"/>
            <a:ext cx="4567813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നീ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ക്രിസ്‌തുഹാ സ്നേഹമായി 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E7A90-4ABC-6305-7324-79F0D7839A5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ion: 3 of 4</a:t>
            </a:r>
          </a:p>
        </p:txBody>
      </p:sp>
    </p:spTree>
    <p:extLst>
      <p:ext uri="{BB962C8B-B14F-4D97-AF65-F5344CB8AC3E}">
        <p14:creationId xmlns:p14="http://schemas.microsoft.com/office/powerpoint/2010/main" val="2223698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41D11-EDD7-F869-3596-7081D9A2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94DA-AF9F-F31D-71B0-1C6C8B2A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egoe UI"/>
                <a:cs typeface="Segoe UI"/>
              </a:rPr>
              <a:t>Holy Communion</a:t>
            </a:r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 – Hymn No. 171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192A57-2F13-5E69-97C7-07486232C3FF}"/>
              </a:ext>
            </a:extLst>
          </p:cNvPr>
          <p:cNvSpPr txBox="1"/>
          <p:nvPr/>
        </p:nvSpPr>
        <p:spPr>
          <a:xfrm>
            <a:off x="-4187" y="535052"/>
            <a:ext cx="4666128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Shraddhikkeshuvin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maddhyasthha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shabdam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</a:p>
          <a:p>
            <a:pPr algn="ctr"/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nee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shraddhikka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nee</a:t>
            </a:r>
            <a:r>
              <a:rPr lang="ml-IN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shraddhikka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Vishwastharhkkeshuvin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aanandavum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endParaRPr lang="ml-IN" sz="2800" b="0" i="0" dirty="0">
              <a:effectLst/>
              <a:latin typeface="Segoe UI"/>
              <a:ea typeface="open sans"/>
              <a:cs typeface="open sans"/>
            </a:endParaRPr>
          </a:p>
          <a:p>
            <a:pPr algn="ctr"/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kittume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innu</a:t>
            </a:r>
            <a:r>
              <a:rPr lang="en-SG" sz="2800" b="0" i="0" dirty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dirty="0" err="1">
                <a:effectLst/>
                <a:latin typeface="Segoe UI"/>
                <a:ea typeface="open sans"/>
                <a:cs typeface="open sans"/>
              </a:rPr>
              <a:t>kelhkka</a:t>
            </a:r>
            <a:endParaRPr lang="en-SG" sz="2800" b="0" i="0" dirty="0">
              <a:effectLst/>
              <a:latin typeface="Segoe UI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DDFC4-8905-AF2D-A383-01C34B377AC3}"/>
              </a:ext>
            </a:extLst>
          </p:cNvPr>
          <p:cNvSpPr txBox="1"/>
          <p:nvPr/>
        </p:nvSpPr>
        <p:spPr>
          <a:xfrm>
            <a:off x="4563626" y="485999"/>
            <a:ext cx="4576187" cy="2362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ശ്രദ്ധിക്കേശുവിന്‍ മദ്ധ്യസ്ഥ ശബ്ദം നീശ്രദ്ധിക്ക</a:t>
            </a:r>
            <a:r>
              <a:rPr lang="en-SG" sz="2000" dirty="0">
                <a:latin typeface="Noto Sans Malayalam"/>
                <a:cs typeface="Noto Sans Malayalam" panose="020B0502040504020204" pitchFamily="34" charset="0"/>
              </a:rPr>
              <a:t> </a:t>
            </a: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നീ ശ്രദ്ധിക്ക</a:t>
            </a:r>
            <a:br>
              <a:rPr lang="ml-IN" sz="2000" dirty="0">
                <a:latin typeface="Noto Sans Malayalam"/>
                <a:cs typeface="Noto Sans Malayalam" panose="020B0502040504020204" pitchFamily="34" charset="0"/>
              </a:rPr>
            </a:b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വിശ്വസ്തര്‍ക്കേശുവിന്‍</a:t>
            </a:r>
            <a:endParaRPr lang="en-SG" sz="2000" dirty="0">
              <a:latin typeface="Noto Sans Malayalam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ആനന്ദവും </a:t>
            </a:r>
          </a:p>
          <a:p>
            <a:pPr algn="ctr">
              <a:lnSpc>
                <a:spcPct val="150000"/>
              </a:lnSpc>
            </a:pPr>
            <a:r>
              <a:rPr lang="ml-IN" sz="2000" dirty="0">
                <a:latin typeface="Noto Sans Malayalam"/>
                <a:cs typeface="Noto Sans Malayalam" panose="020B0502040504020204" pitchFamily="34" charset="0"/>
              </a:rPr>
              <a:t>കിട്ടുമേ ഇന്നു കേള്‍ക്ക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DD702-A5A9-AE88-865B-7D0026869CC9}"/>
              </a:ext>
            </a:extLst>
          </p:cNvPr>
          <p:cNvSpPr txBox="1"/>
          <p:nvPr/>
        </p:nvSpPr>
        <p:spPr>
          <a:xfrm>
            <a:off x="12561" y="3622073"/>
            <a:ext cx="4563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Nee-innu vaa nee innu vaa</a:t>
            </a:r>
          </a:p>
          <a:p>
            <a:pPr algn="ctr"/>
            <a:r>
              <a:rPr lang="fi-FI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Kri-sthu haa snehamaai vilhikunnu innuvaa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45CD9-5103-D0BE-CD6A-66523175CB3C}"/>
              </a:ext>
            </a:extLst>
          </p:cNvPr>
          <p:cNvSpPr txBox="1"/>
          <p:nvPr/>
        </p:nvSpPr>
        <p:spPr>
          <a:xfrm>
            <a:off x="4563626" y="3502811"/>
            <a:ext cx="4567813" cy="1438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നീ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 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ക്രിസ്‌തുഹാ സ്നേഹമായി </a:t>
            </a:r>
          </a:p>
          <a:p>
            <a:pPr algn="ctr">
              <a:lnSpc>
                <a:spcPct val="150000"/>
              </a:lnSpc>
            </a:pPr>
            <a:r>
              <a:rPr lang="ml-IN" sz="2000" i="1" dirty="0">
                <a:solidFill>
                  <a:srgbClr val="FF0000"/>
                </a:solidFill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വിളിക്കുന്നു </a:t>
            </a:r>
            <a:r>
              <a:rPr lang="ml-IN" sz="2000" i="1" dirty="0">
                <a:solidFill>
                  <a:srgbClr val="FF0000"/>
                </a:solidFill>
                <a:latin typeface="Noto Sans Malayalam"/>
                <a:cs typeface="Noto Sans Malayalam" panose="020B0502040504020204" pitchFamily="34" charset="0"/>
              </a:rPr>
              <a:t>ഇന്നു</a:t>
            </a:r>
            <a:r>
              <a:rPr lang="ml-IN" sz="2000" i="1" dirty="0">
                <a:solidFill>
                  <a:srgbClr val="FF0000"/>
                </a:solidFill>
                <a:latin typeface="Roboto"/>
                <a:ea typeface="Roboto"/>
                <a:cs typeface="Noto Sans Malayalam" panose="020B0502040504020204" pitchFamily="34" charset="0"/>
              </a:rPr>
              <a:t>വാ</a:t>
            </a:r>
            <a:endParaRPr lang="ml-IN" sz="2000" i="1" dirty="0">
              <a:solidFill>
                <a:srgbClr val="FF0000"/>
              </a:solidFill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AE4B97-A2E7-55D5-EB79-5FD0ECC1584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</a:t>
            </a:r>
            <a:r>
              <a:rPr lang="en-SG" sz="1400" dirty="0" err="1">
                <a:solidFill>
                  <a:prstClr val="black"/>
                </a:solidFill>
                <a:latin typeface="Segoe UI"/>
                <a:cs typeface="Segoe UI"/>
              </a:rPr>
              <a:t>mmun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ion: 4 of 4</a:t>
            </a:r>
          </a:p>
        </p:txBody>
      </p:sp>
    </p:spTree>
    <p:extLst>
      <p:ext uri="{BB962C8B-B14F-4D97-AF65-F5344CB8AC3E}">
        <p14:creationId xmlns:p14="http://schemas.microsoft.com/office/powerpoint/2010/main" val="47297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4B35-2E7A-BC2D-163D-4EF460E7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3966-F8B5-C09A-2EF3-823484D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 Hymn No 464</a:t>
            </a:r>
            <a:endParaRPr lang="en-US" dirty="0">
              <a:solidFill>
                <a:prstClr val="black"/>
              </a:solidFill>
              <a:highlight>
                <a:srgbClr val="FAF5F0"/>
              </a:highlight>
              <a:latin typeface="Calibri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9204394-BE58-CF3D-E7ED-B269DC044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4071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D257-8B86-802C-6684-58A964BE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ED61-CB94-DA4B-DF7E-DEF7FF7F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464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81F2082-2847-5CD4-9F39-598713804A7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15F71-9C4A-2FE0-F1FC-5C815C704BA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2: 1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1EE6D-2ADC-CF8E-E6BE-3B19C641DA26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E5645-13C1-63A8-719E-BD8465319016}"/>
              </a:ext>
            </a:extLst>
          </p:cNvPr>
          <p:cNvSpPr txBox="1"/>
          <p:nvPr/>
        </p:nvSpPr>
        <p:spPr>
          <a:xfrm>
            <a:off x="1394089" y="564988"/>
            <a:ext cx="6355823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Nallidayanaam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Yeshu r</a:t>
            </a:r>
            <a:r>
              <a:rPr lang="ml-IN" sz="2800" dirty="0">
                <a:solidFill>
                  <a:srgbClr val="000000"/>
                </a:solidFill>
                <a:ea typeface="+mn-lt"/>
                <a:cs typeface="+mn-lt"/>
              </a:rPr>
              <a:t>a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kshakan</a:t>
            </a:r>
            <a:endParaRPr lang="en-US" sz="2000" dirty="0"/>
          </a:p>
          <a:p>
            <a:pPr algn="ctr"/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Than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jeevan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nalki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veendeduthenne</a:t>
            </a:r>
            <a:endParaRPr lang="en-US" sz="2000" dirty="0"/>
          </a:p>
          <a:p>
            <a:pPr algn="ctr"/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Muttukalh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sarva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-vum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naalhthorhume</a:t>
            </a:r>
            <a:endParaRPr lang="en-US" sz="2000" dirty="0"/>
          </a:p>
          <a:p>
            <a:pPr algn="ctr"/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Theerhthupaalanam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cheythidunnu</a:t>
            </a:r>
            <a:r>
              <a:rPr lang="en-GB" sz="28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ea typeface="+mn-lt"/>
                <a:cs typeface="+mn-lt"/>
              </a:rPr>
              <a:t>thaan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27FF7-96EB-85FB-3185-73A5C5B3BBA2}"/>
              </a:ext>
            </a:extLst>
          </p:cNvPr>
          <p:cNvSpPr txBox="1"/>
          <p:nvPr/>
        </p:nvSpPr>
        <p:spPr>
          <a:xfrm>
            <a:off x="1936511" y="2436341"/>
            <a:ext cx="5570335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 err="1">
                <a:ea typeface="+mn-lt"/>
                <a:cs typeface="+mn-lt"/>
              </a:rPr>
              <a:t>നല്ലിടയ</a:t>
            </a:r>
            <a:r>
              <a:rPr lang="ml-IN" sz="2200" dirty="0">
                <a:ea typeface="+mn-lt"/>
                <a:cs typeface="+mn-lt"/>
              </a:rPr>
              <a:t>നാം </a:t>
            </a:r>
            <a:r>
              <a:rPr lang="en-US" sz="2200" dirty="0" err="1">
                <a:ea typeface="+mn-lt"/>
                <a:cs typeface="+mn-lt"/>
              </a:rPr>
              <a:t>യേശു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രക്ഷകന്</a:t>
            </a:r>
            <a:r>
              <a:rPr lang="en-US" sz="2200" dirty="0">
                <a:ea typeface="+mn-lt"/>
                <a:cs typeface="+mn-lt"/>
              </a:rPr>
              <a:t>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തന്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ജീവന്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നല്‍കി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വീണ്ടെടുത്തെന്നെ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മുട്ടുകള്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സര്‍വ്വവും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നാള്‍തോറു</a:t>
            </a:r>
            <a:r>
              <a:rPr lang="ml-IN" sz="2000" dirty="0">
                <a:solidFill>
                  <a:srgbClr val="4A4A4A"/>
                </a:solidFill>
                <a:latin typeface="Segoe UI"/>
                <a:ea typeface="+mn-lt"/>
                <a:cs typeface="+mn-lt"/>
              </a:rPr>
              <a:t>മേ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തീര്‍ത്തുപാലനം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ml-IN" sz="2200" dirty="0">
                <a:ea typeface="+mn-lt"/>
                <a:cs typeface="+mn-lt"/>
              </a:rPr>
              <a:t>ചെയ്തിടുന്നു താൻ </a:t>
            </a:r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5091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913D-F17E-BF42-6751-B3D450A3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CB738-6134-9352-822C-8479E725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464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006C8C-1E98-96D0-6055-C30E18AD00B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9D478-6F3F-8321-7201-B62E3F1ED56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2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493B1-0320-A8D3-4AA1-5A58CC48BD7B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EF341-3B19-E9A1-64E4-ED287A8EA222}"/>
              </a:ext>
            </a:extLst>
          </p:cNvPr>
          <p:cNvSpPr txBox="1"/>
          <p:nvPr/>
        </p:nvSpPr>
        <p:spPr>
          <a:xfrm>
            <a:off x="1895816" y="597523"/>
            <a:ext cx="565172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Yeshu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nallida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-yan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enne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nalla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Maechil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sthhale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kidathunnu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sada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Shaantha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vellhangalh-kkarikil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enne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Santhatham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kondu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pokunn-avan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CAB21-B40E-B009-D490-157B870019A9}"/>
              </a:ext>
            </a:extLst>
          </p:cNvPr>
          <p:cNvSpPr txBox="1"/>
          <p:nvPr/>
        </p:nvSpPr>
        <p:spPr>
          <a:xfrm>
            <a:off x="1705534" y="2501411"/>
            <a:ext cx="5732932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ea typeface="+mn-lt"/>
                <a:cs typeface="+mn-lt"/>
              </a:rPr>
              <a:t>യേശു നല്ലിടയന്‍ എന്നെ നല്ല</a:t>
            </a:r>
            <a:br>
              <a:rPr lang="en-US" sz="2200" dirty="0">
                <a:ea typeface="+mn-lt"/>
                <a:cs typeface="+mn-lt"/>
              </a:rPr>
            </a:br>
            <a:r>
              <a:rPr lang="ml-IN" sz="2200" dirty="0">
                <a:ea typeface="+mn-lt"/>
                <a:cs typeface="+mn-lt"/>
              </a:rPr>
              <a:t>മേച്ചിൽ സ്ഥലെ </a:t>
            </a:r>
            <a:r>
              <a:rPr lang="en-US" sz="2200" dirty="0" err="1">
                <a:ea typeface="+mn-lt"/>
                <a:cs typeface="+mn-lt"/>
              </a:rPr>
              <a:t>കിടത്തുന്നു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സദാ</a:t>
            </a:r>
            <a:br>
              <a:rPr lang="en-US" sz="2200" dirty="0">
                <a:ea typeface="+mn-lt"/>
                <a:cs typeface="+mn-lt"/>
              </a:rPr>
            </a:br>
            <a:r>
              <a:rPr lang="ml-IN" sz="2200" dirty="0">
                <a:ea typeface="+mn-lt"/>
                <a:cs typeface="+mn-lt"/>
              </a:rPr>
              <a:t>ശാന്ത വെള്ളങ്ങൾക്കരികിൽ </a:t>
            </a:r>
            <a:r>
              <a:rPr lang="en-US" sz="2200" dirty="0" err="1">
                <a:ea typeface="+mn-lt"/>
                <a:cs typeface="+mn-lt"/>
              </a:rPr>
              <a:t>എന്നെ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സന്തതം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കൊണ്ടുപോകുന്ന-വന്</a:t>
            </a:r>
            <a:r>
              <a:rPr lang="en-US" sz="2200" dirty="0">
                <a:ea typeface="+mn-lt"/>
                <a:cs typeface="+mn-lt"/>
              </a:rPr>
              <a:t>‍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64558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068C-7891-B9BE-4EC1-E0932D143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AD43-7C23-D42F-D789-793D6442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 464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6C99A8-3B3F-C1C4-E683-D6156FC1207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1391B-9809-B31E-3EFE-61CE1C244A5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3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C80077-D0CA-5EDC-E8C1-206285B25FC3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4F73D2-3982-36BC-40B2-C320595C3167}"/>
              </a:ext>
            </a:extLst>
          </p:cNvPr>
          <p:cNvSpPr txBox="1"/>
          <p:nvPr/>
        </p:nvSpPr>
        <p:spPr>
          <a:xfrm>
            <a:off x="1746138" y="645883"/>
            <a:ext cx="565172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Neethi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vazhikalhil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nadathunnu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Saadaram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enne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nallidayan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endParaRPr lang="en-US" sz="2000" dirty="0">
              <a:latin typeface="Segoe UI"/>
              <a:ea typeface="+mn-lt"/>
              <a:cs typeface="+mn-lt"/>
            </a:endParaRPr>
          </a:p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Mun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nadakkunnu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thaan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anudinam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Enne per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cholli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vilhichidunnu</a:t>
            </a:r>
            <a:endParaRPr lang="en-GB" sz="2800" dirty="0">
              <a:latin typeface="Segoe U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74A5B-5A2F-6554-88A1-6192371F71FF}"/>
              </a:ext>
            </a:extLst>
          </p:cNvPr>
          <p:cNvSpPr txBox="1"/>
          <p:nvPr/>
        </p:nvSpPr>
        <p:spPr>
          <a:xfrm>
            <a:off x="1685158" y="2600307"/>
            <a:ext cx="5773685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 err="1">
                <a:ea typeface="+mn-lt"/>
                <a:cs typeface="+mn-lt"/>
              </a:rPr>
              <a:t>നീതി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വഴികളില്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നടത്തുന്നു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ml-IN" sz="2200" dirty="0">
                <a:ea typeface="+mn-lt"/>
                <a:cs typeface="+mn-lt"/>
              </a:rPr>
              <a:t>സാദരം </a:t>
            </a:r>
            <a:r>
              <a:rPr lang="en-US" sz="2200" dirty="0" err="1">
                <a:ea typeface="+mn-lt"/>
                <a:cs typeface="+mn-lt"/>
              </a:rPr>
              <a:t>എന്നെ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എന്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നല്ലിടയന്</a:t>
            </a:r>
            <a:r>
              <a:rPr lang="en-US" sz="2200" dirty="0">
                <a:ea typeface="+mn-lt"/>
                <a:cs typeface="+mn-lt"/>
              </a:rPr>
              <a:t>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 err="1">
                <a:ea typeface="+mn-lt"/>
                <a:cs typeface="+mn-lt"/>
              </a:rPr>
              <a:t>മു</a:t>
            </a:r>
            <a:r>
              <a:rPr lang="en-US" sz="2200" dirty="0">
                <a:ea typeface="+mn-lt"/>
                <a:cs typeface="+mn-lt"/>
              </a:rPr>
              <a:t>ൻ </a:t>
            </a:r>
            <a:r>
              <a:rPr lang="en-US" sz="2200" dirty="0" err="1">
                <a:ea typeface="+mn-lt"/>
                <a:cs typeface="+mn-lt"/>
              </a:rPr>
              <a:t>നടക്കുന്നു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താന്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അനുദിനം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 </a:t>
            </a:r>
            <a:r>
              <a:rPr lang="en-US" sz="2200" dirty="0" err="1">
                <a:ea typeface="+mn-lt"/>
                <a:cs typeface="+mn-lt"/>
              </a:rPr>
              <a:t>എന്നെ</a:t>
            </a:r>
            <a:r>
              <a:rPr lang="en-US" sz="2200" dirty="0">
                <a:ea typeface="+mn-lt"/>
                <a:cs typeface="+mn-lt"/>
              </a:rPr>
              <a:t> </a:t>
            </a:r>
            <a:r>
              <a:rPr lang="en-US" sz="2200" dirty="0" err="1">
                <a:ea typeface="+mn-lt"/>
                <a:cs typeface="+mn-lt"/>
              </a:rPr>
              <a:t>പേര്</a:t>
            </a:r>
            <a:r>
              <a:rPr lang="en-US" sz="2200" dirty="0">
                <a:ea typeface="+mn-lt"/>
                <a:cs typeface="+mn-lt"/>
              </a:rPr>
              <a:t>‍ </a:t>
            </a:r>
            <a:r>
              <a:rPr lang="en-US" sz="2200" dirty="0" err="1">
                <a:ea typeface="+mn-lt"/>
                <a:cs typeface="+mn-lt"/>
              </a:rPr>
              <a:t>ചൊല്ലി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വിളിച്ചിടുന്നു</a:t>
            </a:r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16510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4CD5-94AE-E1BD-E0CB-381D894C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9B33-222D-87B4-656B-DDE11453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</a:t>
            </a:r>
            <a:r>
              <a:rPr lang="en-GB">
                <a:latin typeface="Segoe UI"/>
                <a:cs typeface="Segoe UI"/>
              </a:rPr>
              <a:t>Hymn No. 464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5973EF6-5B3C-C622-BB67-1862193F397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99555-EE23-DED5-66EE-FA1D491A8E6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4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BF7CE-54E9-0C82-BFE4-18C0833C83E3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25CFC-C0D0-2E01-2C92-A7674B799BF5}"/>
              </a:ext>
            </a:extLst>
          </p:cNvPr>
          <p:cNvSpPr txBox="1"/>
          <p:nvPr/>
        </p:nvSpPr>
        <p:spPr>
          <a:xfrm>
            <a:off x="1558978" y="626543"/>
            <a:ext cx="598856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Than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aadukal</a:t>
            </a:r>
            <a:r>
              <a:rPr lang="en-SG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arhiyunnavan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Nannaay-arhiyum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than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shabdam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ava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Sarvashakthiyullha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than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kaikalhil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Kshemamaayirikkum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ava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ennum</a:t>
            </a:r>
            <a:endParaRPr lang="en-GB" sz="2800" dirty="0">
              <a:latin typeface="Segoe U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99A04-163E-39E3-3F64-B7B2EE23A6FA}"/>
              </a:ext>
            </a:extLst>
          </p:cNvPr>
          <p:cNvSpPr txBox="1"/>
          <p:nvPr/>
        </p:nvSpPr>
        <p:spPr>
          <a:xfrm>
            <a:off x="1465699" y="2701076"/>
            <a:ext cx="6212601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ea typeface="+mn-lt"/>
                <a:cs typeface="+mn-lt"/>
              </a:rPr>
              <a:t>തന്‍ ആടുകളെ അറിയുന്നവന്‍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നന്നായറിയും</a:t>
            </a:r>
            <a:r>
              <a:rPr lang="en-US" sz="2200" dirty="0">
                <a:ea typeface="+mn-lt"/>
                <a:cs typeface="+mn-lt"/>
              </a:rPr>
              <a:t> തന്‍ ശബ്ദം അവ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സര്‍വ്വശക്തിയുള്ള തന്‍ കൈകളില്‍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ക്ഷേമമായിരിക്കും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അവ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എന്നും</a:t>
            </a:r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06324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9DF4-963C-EE10-EAC2-0B804912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0D4A-DA2C-0F3B-1167-006E7840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</a:t>
            </a:r>
            <a:r>
              <a:rPr lang="en-GB">
                <a:latin typeface="Segoe UI"/>
                <a:cs typeface="Segoe UI"/>
              </a:rPr>
              <a:t>Hymn No. 464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FF5CA2C-9C47-9AA2-0FEF-1F785A4B581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4E4C8-9852-4A28-0848-8ED75A1685F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5 of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798E8-BFA1-1C72-2489-8E755B8A54C0}"/>
              </a:ext>
            </a:extLst>
          </p:cNvPr>
          <p:cNvSpPr txBox="1"/>
          <p:nvPr/>
        </p:nvSpPr>
        <p:spPr>
          <a:xfrm>
            <a:off x="1892519" y="544749"/>
            <a:ext cx="565172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Kettunnu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murivu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rogikale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Muttum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sukhappeduthunnu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thaan</a:t>
            </a:r>
            <a:endParaRPr lang="en-US" sz="2000" dirty="0">
              <a:latin typeface="Segoe UI"/>
              <a:ea typeface="+mn-lt"/>
              <a:cs typeface="+mn-lt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Maarvil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kunjadu</a:t>
            </a:r>
            <a:r>
              <a:rPr lang="ml-IN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-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kal</a:t>
            </a:r>
            <a:r>
              <a:rPr lang="ml-IN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chumannu</a:t>
            </a:r>
            <a:endParaRPr lang="en-GB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Sarvaneravum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paalichidunnu</a:t>
            </a:r>
            <a:endParaRPr lang="en-GB" sz="2800" dirty="0">
              <a:latin typeface="Segoe U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61EAE-210A-5B63-0CDA-C3151CC57579}"/>
              </a:ext>
            </a:extLst>
          </p:cNvPr>
          <p:cNvSpPr txBox="1"/>
          <p:nvPr/>
        </p:nvSpPr>
        <p:spPr>
          <a:xfrm>
            <a:off x="1680861" y="2544397"/>
            <a:ext cx="6075042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200" dirty="0">
                <a:ea typeface="+mn-lt"/>
                <a:cs typeface="+mn-lt"/>
              </a:rPr>
              <a:t>കെട്ടുന്നു </a:t>
            </a:r>
            <a:r>
              <a:rPr lang="en-US" sz="2200" dirty="0" err="1">
                <a:ea typeface="+mn-lt"/>
                <a:cs typeface="+mn-lt"/>
              </a:rPr>
              <a:t>മുറിവ്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രോഗികളെ</a:t>
            </a:r>
            <a:br>
              <a:rPr lang="en-US" sz="2200" dirty="0">
                <a:ea typeface="+mn-lt"/>
                <a:cs typeface="+mn-lt"/>
              </a:rPr>
            </a:br>
            <a:r>
              <a:rPr lang="ml-IN" sz="2200" dirty="0">
                <a:ea typeface="+mn-lt"/>
                <a:cs typeface="+mn-lt"/>
              </a:rPr>
              <a:t>മുറ്റും </a:t>
            </a:r>
            <a:r>
              <a:rPr lang="en-US" sz="2200" dirty="0" err="1">
                <a:ea typeface="+mn-lt"/>
                <a:cs typeface="+mn-lt"/>
              </a:rPr>
              <a:t>സുഖപ്പെടുത്തുന്നു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താന്</a:t>
            </a:r>
            <a:r>
              <a:rPr lang="en-US" sz="2200" dirty="0">
                <a:ea typeface="+mn-lt"/>
                <a:cs typeface="+mn-lt"/>
              </a:rPr>
              <a:t>‍‍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മാര്‍വ്വില്‍ കുഞ്ഞാടുകളെ ചുമന്നു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സര്‍വ്വനേരവും പാലിച്ചിടുന്നു</a:t>
            </a:r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4880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327F-2367-A27F-D11F-B601FDB35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03ED-0996-48D3-8C4F-7BE2703D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464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62D76C2-D70F-F9AD-E4B9-8B87D52688C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D99D4-2E2A-10B3-E4CA-585A0690B43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6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B3391-CDCC-02B8-2C90-CD8D7C91F351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215E2-C1F6-50F5-F111-96CD45397888}"/>
              </a:ext>
            </a:extLst>
          </p:cNvPr>
          <p:cNvSpPr txBox="1"/>
          <p:nvPr/>
        </p:nvSpPr>
        <p:spPr>
          <a:xfrm>
            <a:off x="1420775" y="585917"/>
            <a:ext cx="6302449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Ee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nallidaya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samrakshanhayil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Njaan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ente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loka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vaasam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kazhichu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Mrithyuvin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sheshe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swarge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paarthidum</a:t>
            </a:r>
            <a:endParaRPr lang="en-US" sz="2000" dirty="0">
              <a:latin typeface="Segoe UI"/>
              <a:cs typeface="Segoe UI"/>
            </a:endParaRPr>
          </a:p>
          <a:p>
            <a:pPr algn="ctr"/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Nithyakaalavum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thante</a:t>
            </a:r>
            <a:r>
              <a:rPr lang="en-GB" sz="2800" dirty="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GB" sz="2800" dirty="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madiyil</a:t>
            </a:r>
            <a:endParaRPr lang="en-GB" sz="2800" dirty="0">
              <a:latin typeface="Segoe U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B601F-0CDF-1DC9-0062-6CF30CEF1104}"/>
              </a:ext>
            </a:extLst>
          </p:cNvPr>
          <p:cNvSpPr txBox="1"/>
          <p:nvPr/>
        </p:nvSpPr>
        <p:spPr>
          <a:xfrm>
            <a:off x="1387504" y="2544397"/>
            <a:ext cx="6368992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ea typeface="+mn-lt"/>
                <a:cs typeface="+mn-lt"/>
              </a:rPr>
              <a:t>ഈ നല്ലിടയ സംരക്ഷണത്തില്‍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 ഞാന്‍ എന്‍റെ ലോക വാസം കഴിച്ചു</a:t>
            </a:r>
            <a:br>
              <a:rPr lang="en-US" sz="2200" dirty="0">
                <a:ea typeface="+mn-lt"/>
                <a:cs typeface="+mn-lt"/>
              </a:rPr>
            </a:br>
            <a:r>
              <a:rPr lang="en-US" sz="2200" dirty="0">
                <a:ea typeface="+mn-lt"/>
                <a:cs typeface="+mn-lt"/>
              </a:rPr>
              <a:t> മൃത്യുവിൻ </a:t>
            </a:r>
            <a:r>
              <a:rPr lang="en-US" sz="2200" dirty="0" err="1">
                <a:ea typeface="+mn-lt"/>
                <a:cs typeface="+mn-lt"/>
              </a:rPr>
              <a:t>ശേഷേ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ml-IN" sz="2200" dirty="0">
                <a:ea typeface="+mn-lt"/>
                <a:cs typeface="+mn-lt"/>
              </a:rPr>
              <a:t>സ്വർഗ്ഗേ </a:t>
            </a:r>
            <a:r>
              <a:rPr lang="en-US" sz="2200" dirty="0" err="1">
                <a:ea typeface="+mn-lt"/>
                <a:cs typeface="+mn-lt"/>
              </a:rPr>
              <a:t>പാർത്തിടും</a:t>
            </a:r>
            <a:r>
              <a:rPr lang="en-US" sz="2200" dirty="0">
                <a:ea typeface="+mn-lt"/>
                <a:cs typeface="+mn-lt"/>
              </a:rPr>
              <a:t> </a:t>
            </a:r>
          </a:p>
          <a:p>
            <a:pPr algn="ctr">
              <a:lnSpc>
                <a:spcPct val="150000"/>
              </a:lnSpc>
            </a:pPr>
            <a:r>
              <a:rPr lang="en-US" sz="2200" dirty="0" err="1">
                <a:ea typeface="+mn-lt"/>
                <a:cs typeface="+mn-lt"/>
              </a:rPr>
              <a:t>നിത്യകാലവും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തന്‍റെ</a:t>
            </a:r>
            <a:r>
              <a:rPr lang="en-US" sz="2200" dirty="0">
                <a:ea typeface="+mn-lt"/>
                <a:cs typeface="+mn-lt"/>
              </a:rPr>
              <a:t> മടിയില്‍</a:t>
            </a:r>
            <a:endParaRPr lang="en-U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9908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70EC-909A-C8DC-1B2D-D52D9B68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BCD1-860D-2680-28F1-943B8EBF1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 Hymn No. 170</a:t>
            </a:r>
            <a:endParaRPr lang="en-US" dirty="0">
              <a:solidFill>
                <a:prstClr val="black"/>
              </a:solidFill>
              <a:highlight>
                <a:srgbClr val="FAF5F0"/>
              </a:highlight>
              <a:latin typeface="Calibri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704CA603-0482-0FB0-FE1E-C8C26B692D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5819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B1AC-7138-B54E-2EA3-AE76E951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2B97-A1B2-7FC6-53E5-09D6FCBF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A4CDDBD-039B-06D8-74CC-E8BC4E5AD95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93BAE-CA1F-B239-B950-1FBB6696417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3: 1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B3200-4A23-FA36-BDE7-BE320F919053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88EF5-A0EB-E7CF-1CF8-C932B981DD7D}"/>
              </a:ext>
            </a:extLst>
          </p:cNvPr>
          <p:cNvSpPr txBox="1"/>
          <p:nvPr/>
        </p:nvSpPr>
        <p:spPr>
          <a:xfrm>
            <a:off x="636136" y="2569683"/>
            <a:ext cx="7871728" cy="2262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>
                <a:latin typeface="Segoe UI"/>
                <a:ea typeface="Open Sans"/>
                <a:cs typeface="Open Sans"/>
              </a:rPr>
              <a:t>ഞാന്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‍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ചെയ്ത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പാതകം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എങ്ങനെപോം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പാപ-നാശകന്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‍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എവിടെയുണ്ട്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?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ശ്രീയേശു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രക്ഷകന്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‍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പാപികള്‍ക്കായ്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ക്രൂശില്</a:t>
            </a:r>
            <a:r>
              <a:rPr lang="en-US" sz="2400" dirty="0">
                <a:latin typeface="Segoe UI"/>
                <a:ea typeface="Open Sans"/>
                <a:cs typeface="Open Sans"/>
              </a:rPr>
              <a:t>‍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പ്രാണനെ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വിട്ടില്ലയോ</a:t>
            </a:r>
            <a:r>
              <a:rPr lang="en-US" sz="2400" dirty="0">
                <a:latin typeface="Segoe UI"/>
                <a:ea typeface="Open Sans"/>
                <a:cs typeface="Open Sans"/>
              </a:rPr>
              <a:t>!</a:t>
            </a: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00013-62DA-DAA0-6B52-EDF88EE07509}"/>
              </a:ext>
            </a:extLst>
          </p:cNvPr>
          <p:cNvSpPr txBox="1"/>
          <p:nvPr/>
        </p:nvSpPr>
        <p:spPr>
          <a:xfrm>
            <a:off x="746229" y="631659"/>
            <a:ext cx="7651542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Njaan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cheytha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paathakam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enganepom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paapa</a:t>
            </a:r>
            <a:r>
              <a:rPr lang="en-US" sz="2800" dirty="0">
                <a:latin typeface="Segoe UI"/>
                <a:ea typeface="+mn-lt"/>
                <a:cs typeface="+mn-lt"/>
              </a:rPr>
              <a:t>-</a:t>
            </a:r>
          </a:p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naashakan</a:t>
            </a:r>
            <a:r>
              <a:rPr lang="en-US" sz="2800" dirty="0">
                <a:latin typeface="Segoe UI"/>
                <a:ea typeface="+mn-lt"/>
                <a:cs typeface="+mn-lt"/>
              </a:rPr>
              <a:t> evideyundu?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Sree-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yeshu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rakshakan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paapikalkkaay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krooshil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praanhane</a:t>
            </a:r>
            <a:r>
              <a:rPr lang="en-US" sz="2800" dirty="0">
                <a:latin typeface="Segoe UI"/>
                <a:ea typeface="+mn-lt"/>
                <a:cs typeface="+mn-lt"/>
              </a:rPr>
              <a:t> vittillayo!</a:t>
            </a:r>
            <a:endParaRPr lang="en-US" sz="2800" dirty="0">
              <a:latin typeface="Segoe UI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63162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D7DF1-5329-6E06-B87F-283A05B9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20B0C-0605-5652-AD0F-C9674026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2602F7-F9A3-6B14-C41C-B06CFC659E8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0B2D9-1CDE-2972-6631-3764CA222A3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3: 2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5ECF1-DC08-1DC5-35DD-A29F5208511A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9F87B-DC4D-5297-4ECE-20A3E24505FF}"/>
              </a:ext>
            </a:extLst>
          </p:cNvPr>
          <p:cNvSpPr txBox="1"/>
          <p:nvPr/>
        </p:nvSpPr>
        <p:spPr>
          <a:xfrm>
            <a:off x="739477" y="2559451"/>
            <a:ext cx="76650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 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endParaRPr lang="en-US" sz="2000" i="1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latin typeface="Segoe UI"/>
                <a:ea typeface="Open Sans"/>
                <a:cs typeface="Open Sans"/>
              </a:rPr>
              <a:t>തിരു തലയിലവൻ മുൾമുടി ധരിച്ചാൻ 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endParaRPr lang="en-US" sz="2000" i="1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123EA-2F96-031F-FA5C-907F92C604B9}"/>
              </a:ext>
            </a:extLst>
          </p:cNvPr>
          <p:cNvSpPr txBox="1"/>
          <p:nvPr/>
        </p:nvSpPr>
        <p:spPr>
          <a:xfrm>
            <a:off x="689548" y="626543"/>
            <a:ext cx="776490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ml-IN" sz="2800" i="1" dirty="0">
                <a:latin typeface="Segoe UI"/>
                <a:ea typeface="+mn-lt"/>
                <a:cs typeface="+mn-lt"/>
              </a:rPr>
              <a:t>r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enne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Thiru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thalayil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mulhmudi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dharichaan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75833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D95B-FCD8-37B7-31EE-B94281FF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259C2-2AC2-F97F-964A-3CBBE7C8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C8E7D53-15F1-50B1-D788-89DE03FF8B3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BF5D5-BE08-2C60-53CD-3F2131E770A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3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F9AC8-0EA0-BA17-E19F-210C670FC84C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AEF0C-692B-305A-E21A-18100FB1F4D8}"/>
              </a:ext>
            </a:extLst>
          </p:cNvPr>
          <p:cNvSpPr txBox="1"/>
          <p:nvPr/>
        </p:nvSpPr>
        <p:spPr>
          <a:xfrm>
            <a:off x="247338" y="2569683"/>
            <a:ext cx="8287062" cy="2262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ലോകത്തിന്‍ പാപികള്‍ മോക്ഷം ചേരാന്‍</a:t>
            </a:r>
            <a:r>
              <a:rPr lang="en-SG" sz="2400" dirty="0">
                <a:latin typeface="Segoe UI"/>
                <a:ea typeface="Open Sans"/>
                <a:cs typeface="Open Sans"/>
              </a:rPr>
              <a:t> </a:t>
            </a:r>
            <a:r>
              <a:rPr lang="ml-IN" sz="2400" dirty="0">
                <a:latin typeface="Segoe UI"/>
                <a:ea typeface="Open Sans"/>
                <a:cs typeface="Open Sans"/>
              </a:rPr>
              <a:t>അവന്‍ കണ്ണുനീരൊഴുക്കിയല്ലോ</a:t>
            </a:r>
            <a:r>
              <a:rPr lang="en-SG" sz="2400" dirty="0">
                <a:latin typeface="Segoe UI"/>
                <a:ea typeface="Open Sans"/>
                <a:cs typeface="Open Sans"/>
              </a:rPr>
              <a:t>!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ദാഹിക്കുന്ന നരര്‍ ജീവ ആറ്റില്‍</a:t>
            </a:r>
            <a:r>
              <a:rPr lang="en-SG" sz="2400" dirty="0">
                <a:latin typeface="Segoe UI"/>
                <a:ea typeface="Open Sans"/>
                <a:cs typeface="Open Sans"/>
              </a:rPr>
              <a:t> </a:t>
            </a:r>
            <a:r>
              <a:rPr lang="ml-IN" sz="2400" dirty="0">
                <a:latin typeface="Segoe UI"/>
                <a:ea typeface="Open Sans"/>
                <a:cs typeface="Open Sans"/>
              </a:rPr>
              <a:t>ദാഹം തീര്‍പ്പതിനായ്‌ വരട്ടെ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6FBAC-9B16-3606-4A29-39B53116084B}"/>
              </a:ext>
            </a:extLst>
          </p:cNvPr>
          <p:cNvSpPr txBox="1"/>
          <p:nvPr/>
        </p:nvSpPr>
        <p:spPr>
          <a:xfrm>
            <a:off x="959370" y="631659"/>
            <a:ext cx="710285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Lokathin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paapikal</a:t>
            </a:r>
            <a:r>
              <a:rPr lang="en-SG" sz="2800" dirty="0">
                <a:latin typeface="Segoe UI"/>
                <a:ea typeface="+mn-lt"/>
                <a:cs typeface="+mn-lt"/>
              </a:rPr>
              <a:t>h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moksham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cheraan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Kannhuneer-ozhukiyallo</a:t>
            </a:r>
            <a:r>
              <a:rPr lang="en-US" sz="2800" dirty="0">
                <a:latin typeface="Segoe UI"/>
                <a:ea typeface="+mn-lt"/>
                <a:cs typeface="+mn-lt"/>
              </a:rPr>
              <a:t>!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Daahikkunna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nararh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jeeva-yaattil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daaham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Theerhppathinaay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varatte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06108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DD28-013A-3123-4C8D-566853AC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28D8-083E-9025-5273-DD3BFD71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DE0E16-EAC5-1E38-8FD2-A56CAD3727B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CC391-96D7-1C21-BEA2-1990BBE2B4A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4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F982DE-22C0-010E-C057-C28D8219252E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AB6EA-2EB6-CEDD-0EED-4D6FB0F7CF81}"/>
              </a:ext>
            </a:extLst>
          </p:cNvPr>
          <p:cNvSpPr txBox="1"/>
          <p:nvPr/>
        </p:nvSpPr>
        <p:spPr>
          <a:xfrm>
            <a:off x="739477" y="2559451"/>
            <a:ext cx="76650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 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endParaRPr lang="en-US" sz="2000" i="1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latin typeface="Segoe UI"/>
                <a:ea typeface="Open Sans"/>
                <a:cs typeface="Open Sans"/>
              </a:rPr>
              <a:t>തിരു തലയിലവൻ മുൾമുടി ധരിച്ചാൻ 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endParaRPr lang="en-US" sz="2000" i="1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B661E-C34E-BBF3-0B35-06FCFBC98DCD}"/>
              </a:ext>
            </a:extLst>
          </p:cNvPr>
          <p:cNvSpPr txBox="1"/>
          <p:nvPr/>
        </p:nvSpPr>
        <p:spPr>
          <a:xfrm>
            <a:off x="689548" y="626543"/>
            <a:ext cx="776490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ml-IN" sz="2800" i="1" dirty="0">
                <a:latin typeface="Segoe UI"/>
                <a:ea typeface="+mn-lt"/>
                <a:cs typeface="+mn-lt"/>
              </a:rPr>
              <a:t>r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enne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Thiru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thalayil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mulhmudi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dharichaan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85466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44C5-FF41-2D38-06B7-DEF4D11B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9FD6-C086-0B02-0FCC-F2562848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81C23D1-BC31-AC17-38F1-ABDFB84BCDC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2DDD9-95A4-F3E2-13C8-B28BBE7F42B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5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65841-2EA1-C42E-B868-053BE8F455C9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BF37C-9F85-2AD4-6AF4-DE3A4D8C71E3}"/>
              </a:ext>
            </a:extLst>
          </p:cNvPr>
          <p:cNvSpPr txBox="1"/>
          <p:nvPr/>
        </p:nvSpPr>
        <p:spPr>
          <a:xfrm>
            <a:off x="247338" y="2569683"/>
            <a:ext cx="8287062" cy="2249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പാപിയാം എന്നുടെ പാപം ഓര്‍ത്തുമന-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സ്താപത്തോടെ വന്നപ്പോള്‍ -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കല്ലുള്ളം നീക്കിത്തന്‍ ആത്മാവിനാല്‍</a:t>
            </a:r>
            <a:r>
              <a:rPr lang="en-SG" sz="2400" dirty="0">
                <a:latin typeface="Segoe UI"/>
                <a:ea typeface="Open Sans"/>
                <a:cs typeface="Open Sans"/>
              </a:rPr>
              <a:t> </a:t>
            </a:r>
            <a:r>
              <a:rPr lang="ml-IN" sz="2400" dirty="0">
                <a:latin typeface="Segoe UI"/>
                <a:ea typeface="Open Sans"/>
                <a:cs typeface="Open Sans"/>
              </a:rPr>
              <a:t>എൻ </a:t>
            </a:r>
          </a:p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ഉള്ളം തൃപ്പാദേ ചേർത്താൻ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AC5499-B4E0-0B08-1F89-95D5B2BDBB6D}"/>
              </a:ext>
            </a:extLst>
          </p:cNvPr>
          <p:cNvSpPr txBox="1"/>
          <p:nvPr/>
        </p:nvSpPr>
        <p:spPr>
          <a:xfrm>
            <a:off x="959370" y="631659"/>
            <a:ext cx="710285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Paapiyaam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ennude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orhthu</a:t>
            </a:r>
            <a:r>
              <a:rPr lang="en-US" sz="2800" dirty="0">
                <a:latin typeface="Segoe UI"/>
                <a:ea typeface="+mn-lt"/>
                <a:cs typeface="+mn-lt"/>
              </a:rPr>
              <a:t> mana-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sthaapathode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vannappolh</a:t>
            </a:r>
            <a:r>
              <a:rPr lang="en-US" sz="2800" dirty="0">
                <a:latin typeface="Segoe UI"/>
                <a:ea typeface="+mn-lt"/>
                <a:cs typeface="+mn-lt"/>
              </a:rPr>
              <a:t> -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Kallullham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neekki</a:t>
            </a:r>
            <a:r>
              <a:rPr lang="en-US" sz="2800" dirty="0">
                <a:latin typeface="Segoe UI"/>
                <a:ea typeface="+mn-lt"/>
                <a:cs typeface="+mn-lt"/>
              </a:rPr>
              <a:t> than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aathmaavinaal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en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ullham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thrippaade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cherthaan</a:t>
            </a:r>
            <a:endParaRPr lang="en-US" sz="2800" dirty="0">
              <a:latin typeface="Segoe UI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8274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167A8-DDC3-B10B-03FA-6333C83E5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A436-3030-B0DF-203F-C37191AD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5DF636E-CB50-CDDC-F0AD-DBB7381AB55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F53168-E2B1-952C-A025-0BD182445A6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6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25A0E-E280-08D3-802E-31C6F25A8800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B55C4-83BF-C88D-8CF9-94AC4A4E867F}"/>
              </a:ext>
            </a:extLst>
          </p:cNvPr>
          <p:cNvSpPr txBox="1"/>
          <p:nvPr/>
        </p:nvSpPr>
        <p:spPr>
          <a:xfrm>
            <a:off x="739477" y="2559451"/>
            <a:ext cx="76650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 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endParaRPr lang="en-US" sz="2000" i="1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latin typeface="Segoe UI"/>
                <a:ea typeface="Open Sans"/>
                <a:cs typeface="Open Sans"/>
              </a:rPr>
              <a:t>തിരു തലയിലവൻ മുൾമുടി ധരിച്ചാൻ 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endParaRPr lang="en-US" sz="2000" i="1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36B10-85D0-AA72-0CED-6B6050675392}"/>
              </a:ext>
            </a:extLst>
          </p:cNvPr>
          <p:cNvSpPr txBox="1"/>
          <p:nvPr/>
        </p:nvSpPr>
        <p:spPr>
          <a:xfrm>
            <a:off x="689548" y="626543"/>
            <a:ext cx="776490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ml-IN" sz="2800" i="1" dirty="0">
                <a:latin typeface="Segoe UI"/>
                <a:ea typeface="+mn-lt"/>
                <a:cs typeface="+mn-lt"/>
              </a:rPr>
              <a:t>r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enne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Thiru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thalayil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mulhmudi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dharichaan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4235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A171-B2E3-04CC-6DF9-27E214B8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99C3-99B4-9137-A3C9-33F6B21F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2DA5FD4-0717-78B1-5744-30729B00925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EFDD2-21C3-4879-0165-3782704D05F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7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76CAD-0B7C-D7A6-4890-5337B0995A2C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728B3-7994-AF52-5E0B-9494923EDBDE}"/>
              </a:ext>
            </a:extLst>
          </p:cNvPr>
          <p:cNvSpPr txBox="1"/>
          <p:nvPr/>
        </p:nvSpPr>
        <p:spPr>
          <a:xfrm>
            <a:off x="247338" y="2569683"/>
            <a:ext cx="8287062" cy="2249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ഏതു പാപികള്‍ക്കും രക്ഷ നല്‍കാന്‍</a:t>
            </a:r>
            <a:r>
              <a:rPr lang="en-SG" sz="2400" dirty="0">
                <a:latin typeface="Segoe UI"/>
                <a:ea typeface="Open Sans"/>
                <a:cs typeface="Open Sans"/>
              </a:rPr>
              <a:t> </a:t>
            </a:r>
            <a:r>
              <a:rPr lang="ml-IN" sz="2400" dirty="0">
                <a:latin typeface="Segoe UI"/>
                <a:ea typeface="Open Sans"/>
                <a:cs typeface="Open Sans"/>
              </a:rPr>
              <a:t>അവന്‍ പ്രാപ്തനാം കര്‍ത്തനല്ലോ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പാപത്തെ വെറുത്തു കര്‍ത്തനിൽ നീ നമ്പു!</a:t>
            </a:r>
            <a:endParaRPr lang="en-SG" sz="2400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മോക്ഷം ചേരാം നിനക്കു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A49D3E-8E27-D372-E74B-1BD1F218AEEC}"/>
              </a:ext>
            </a:extLst>
          </p:cNvPr>
          <p:cNvSpPr txBox="1"/>
          <p:nvPr/>
        </p:nvSpPr>
        <p:spPr>
          <a:xfrm>
            <a:off x="1037516" y="631659"/>
            <a:ext cx="706896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Ethu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paapikalhkkum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raksha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nalkaan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praapthanaam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karhthanaallo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Paapathe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verhuthu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karhthanil</a:t>
            </a:r>
            <a:r>
              <a:rPr lang="en-US" sz="2800" dirty="0">
                <a:latin typeface="Segoe UI"/>
                <a:ea typeface="+mn-lt"/>
                <a:cs typeface="+mn-lt"/>
              </a:rPr>
              <a:t> nee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nambu</a:t>
            </a:r>
            <a:endParaRPr lang="en-US" sz="2800" dirty="0">
              <a:latin typeface="Segoe UI"/>
              <a:ea typeface="+mn-lt"/>
              <a:cs typeface="+mn-lt"/>
            </a:endParaRPr>
          </a:p>
          <a:p>
            <a:pPr algn="ctr"/>
            <a:r>
              <a:rPr lang="en-US" sz="2800" dirty="0" err="1">
                <a:latin typeface="Segoe UI"/>
                <a:ea typeface="+mn-lt"/>
                <a:cs typeface="+mn-lt"/>
              </a:rPr>
              <a:t>Moksham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cheraam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ninakku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15332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A10D6-2D9D-FB77-A675-8D02DB107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5EDF-A561-ADBC-BA65-C0C560E3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706DE1A-FB5A-7BF1-3442-4F7BD0E2B3E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1AEAD-135F-B3BF-5C01-485A6AFF159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8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F5BC5-8463-88FE-1672-ABF3EF6A1B77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25351-529B-8C1B-A26F-082C1D5EC93B}"/>
              </a:ext>
            </a:extLst>
          </p:cNvPr>
          <p:cNvSpPr txBox="1"/>
          <p:nvPr/>
        </p:nvSpPr>
        <p:spPr>
          <a:xfrm>
            <a:off x="739477" y="2559451"/>
            <a:ext cx="76650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 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endParaRPr lang="en-US" sz="2000" i="1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latin typeface="Segoe UI"/>
                <a:ea typeface="Open Sans"/>
                <a:cs typeface="Open Sans"/>
              </a:rPr>
              <a:t>തിരു തലയിലവൻ മുൾമുടി ധരിച്ചാൻ 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endParaRPr lang="en-US" sz="2000" i="1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88200-0FA8-9671-004A-AF1CE81955C6}"/>
              </a:ext>
            </a:extLst>
          </p:cNvPr>
          <p:cNvSpPr txBox="1"/>
          <p:nvPr/>
        </p:nvSpPr>
        <p:spPr>
          <a:xfrm>
            <a:off x="689548" y="626543"/>
            <a:ext cx="776490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ml-IN" sz="2800" i="1" dirty="0">
                <a:latin typeface="Segoe UI"/>
                <a:ea typeface="+mn-lt"/>
                <a:cs typeface="+mn-lt"/>
              </a:rPr>
              <a:t>r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enne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Thiru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thalayil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mulhmudi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dharichaan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895863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EC69-A8D8-EFB4-A816-F3957825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3EA0E-E8E3-B832-61BA-CA8264A1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EFB3C5-A457-15DF-3A0F-9B1FB60C928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9EBAE-1984-3D0C-730B-94CEA89887D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</a:t>
            </a:r>
            <a:r>
              <a:rPr lang="ml-IN" sz="1400" dirty="0">
                <a:solidFill>
                  <a:prstClr val="black"/>
                </a:solidFill>
                <a:latin typeface="Segoe UI"/>
                <a:cs typeface="Segoe UI"/>
              </a:rPr>
              <a:t>9 </a:t>
            </a: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39B03-5D41-9541-34B2-73BB8F3E1C2E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3A775-0001-74BE-654F-1C064ACA8874}"/>
              </a:ext>
            </a:extLst>
          </p:cNvPr>
          <p:cNvSpPr txBox="1"/>
          <p:nvPr/>
        </p:nvSpPr>
        <p:spPr>
          <a:xfrm>
            <a:off x="247338" y="2569683"/>
            <a:ext cx="8287062" cy="22492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ഇത്ര ഭാഗ്യം തന്ന യേശുവിനു പ്രതി </a:t>
            </a:r>
          </a:p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ഞാനെന്തു കൊടുക്കേണ്ടു-എന്റെ 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പൂര്‍ണ്ണ ശക്തിയോടു തന്‍ നാമത്തെ എന്നും വാഴ്ത്തിപ്പുകഴ്ത്തീടുമേ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FBF46-C760-3C83-41F1-C689638B2EFA}"/>
              </a:ext>
            </a:extLst>
          </p:cNvPr>
          <p:cNvSpPr txBox="1"/>
          <p:nvPr/>
        </p:nvSpPr>
        <p:spPr>
          <a:xfrm>
            <a:off x="599607" y="631659"/>
            <a:ext cx="750687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Segoe UI"/>
                <a:ea typeface="+mn-lt"/>
                <a:cs typeface="+mn-lt"/>
              </a:rPr>
              <a:t>Ithra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bhaagyam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thanna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Yeshuvinu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prathi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Njaan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enthu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kodukkaendu-ente</a:t>
            </a:r>
            <a:br>
              <a:rPr lang="en-US" sz="2800" dirty="0">
                <a:latin typeface="Segoe UI"/>
                <a:ea typeface="+mn-lt"/>
                <a:cs typeface="+mn-lt"/>
              </a:rPr>
            </a:b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Poornna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shakthiyodu</a:t>
            </a:r>
            <a:r>
              <a:rPr lang="en-US" sz="2800" dirty="0">
                <a:latin typeface="Segoe UI"/>
                <a:ea typeface="+mn-lt"/>
                <a:cs typeface="+mn-lt"/>
              </a:rPr>
              <a:t> than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naamathe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ennum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vaazhthi</a:t>
            </a:r>
            <a:r>
              <a:rPr lang="en-US" sz="2800" dirty="0">
                <a:latin typeface="Segoe UI"/>
                <a:ea typeface="+mn-lt"/>
                <a:cs typeface="+mn-lt"/>
              </a:rPr>
              <a:t> </a:t>
            </a:r>
            <a:r>
              <a:rPr lang="en-US" sz="2800" dirty="0" err="1">
                <a:latin typeface="Segoe UI"/>
                <a:ea typeface="+mn-lt"/>
                <a:cs typeface="+mn-lt"/>
              </a:rPr>
              <a:t>pukazhthidumee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121785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047A-BEBD-FE9A-60FE-EA913FC8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C809-BA79-D205-8E47-49815BE7C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/>
                <a:cs typeface="Segoe UI"/>
              </a:rPr>
              <a:t>Holy Communion – Hymn No. </a:t>
            </a:r>
            <a:r>
              <a:rPr lang="en-US" dirty="0">
                <a:latin typeface="Segoe UI"/>
                <a:cs typeface="Segoe UI"/>
              </a:rPr>
              <a:t>170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9C533C1-E259-13BD-68C6-55D76289FD8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0524E-179E-FA90-2522-9F5710FCE64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3: 10 of 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131743-F1C4-0876-166F-57233AAD57D1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 indent="1828800"/>
            <a:endParaRPr lang="en-US" sz="25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410CA-B065-EDC2-F18E-0D3FDF76F8AE}"/>
              </a:ext>
            </a:extLst>
          </p:cNvPr>
          <p:cNvSpPr txBox="1"/>
          <p:nvPr/>
        </p:nvSpPr>
        <p:spPr>
          <a:xfrm>
            <a:off x="739477" y="2559451"/>
            <a:ext cx="7665045" cy="19005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 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(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r>
              <a:rPr lang="en-SG" sz="2000" i="1" dirty="0">
                <a:latin typeface="Segoe UI"/>
                <a:ea typeface="Open Sans"/>
                <a:cs typeface="Open Sans"/>
              </a:rPr>
              <a:t>)</a:t>
            </a:r>
            <a:endParaRPr lang="en-US" sz="2000" i="1" dirty="0">
              <a:latin typeface="Segoe UI"/>
              <a:ea typeface="Open Sans"/>
              <a:cs typeface="Open Sans"/>
            </a:endParaRPr>
          </a:p>
          <a:p>
            <a:pPr algn="ctr">
              <a:lnSpc>
                <a:spcPct val="150000"/>
              </a:lnSpc>
            </a:pPr>
            <a:r>
              <a:rPr lang="ml-IN" sz="2000" i="1" dirty="0">
                <a:latin typeface="Segoe UI"/>
                <a:ea typeface="Open Sans"/>
                <a:cs typeface="Open Sans"/>
              </a:rPr>
              <a:t>തിരു തലയിലവൻ മുൾമുടി ധരിച്ചാൻ </a:t>
            </a:r>
            <a:br>
              <a:rPr lang="en-US" sz="2000" i="1" dirty="0">
                <a:latin typeface="Segoe UI"/>
                <a:ea typeface="Open Sans"/>
                <a:cs typeface="Open Sans"/>
              </a:rPr>
            </a:br>
            <a:r>
              <a:rPr lang="en-US" sz="2000" i="1" dirty="0" err="1">
                <a:latin typeface="Segoe UI"/>
                <a:ea typeface="Open Sans"/>
                <a:cs typeface="Open Sans"/>
              </a:rPr>
              <a:t>കൊടും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പാപി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en-US" sz="2000" i="1" dirty="0" err="1">
                <a:latin typeface="Segoe UI"/>
                <a:ea typeface="Open Sans"/>
                <a:cs typeface="Open Sans"/>
              </a:rPr>
              <a:t>എന്നെ</a:t>
            </a:r>
            <a:r>
              <a:rPr lang="en-US" sz="2000" i="1" dirty="0">
                <a:latin typeface="Segoe UI"/>
                <a:ea typeface="Open Sans"/>
                <a:cs typeface="Open Sans"/>
              </a:rPr>
              <a:t> </a:t>
            </a:r>
            <a:r>
              <a:rPr lang="ml-IN" sz="2000" i="1" dirty="0">
                <a:latin typeface="Segoe UI"/>
                <a:ea typeface="Open Sans"/>
                <a:cs typeface="Open Sans"/>
              </a:rPr>
              <a:t>രക്ഷിപ്പാൻ </a:t>
            </a:r>
            <a:endParaRPr lang="en-US" sz="2000" i="1" dirty="0">
              <a:latin typeface="Segoe UI"/>
              <a:ea typeface="Calibri"/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B836F-D6AF-1189-DF70-C292EF1CA7B6}"/>
              </a:ext>
            </a:extLst>
          </p:cNvPr>
          <p:cNvSpPr txBox="1"/>
          <p:nvPr/>
        </p:nvSpPr>
        <p:spPr>
          <a:xfrm>
            <a:off x="689548" y="626543"/>
            <a:ext cx="776490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ml-IN" sz="2800" i="1" dirty="0">
                <a:latin typeface="Segoe UI"/>
                <a:ea typeface="+mn-lt"/>
                <a:cs typeface="+mn-lt"/>
              </a:rPr>
              <a:t>r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enne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(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)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Thiru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thalayil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avan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mulhmudi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dharichaan</a:t>
            </a:r>
            <a:br>
              <a:rPr lang="en-US" sz="2800" i="1" dirty="0">
                <a:latin typeface="Segoe UI"/>
                <a:ea typeface="+mn-lt"/>
                <a:cs typeface="+mn-lt"/>
              </a:rPr>
            </a:b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Kodum</a:t>
            </a:r>
            <a:r>
              <a:rPr lang="en-US" sz="2800" i="1" dirty="0">
                <a:latin typeface="Segoe UI"/>
                <a:ea typeface="+mn-lt"/>
                <a:cs typeface="+mn-lt"/>
              </a:rPr>
              <a:t>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paapi</a:t>
            </a:r>
            <a:r>
              <a:rPr lang="en-US" sz="2800" i="1" dirty="0">
                <a:latin typeface="Segoe UI"/>
                <a:ea typeface="+mn-lt"/>
                <a:cs typeface="+mn-lt"/>
              </a:rPr>
              <a:t> enne </a:t>
            </a:r>
            <a:r>
              <a:rPr lang="en-US" sz="2800" i="1" dirty="0" err="1">
                <a:latin typeface="Segoe UI"/>
                <a:ea typeface="+mn-lt"/>
                <a:cs typeface="+mn-lt"/>
              </a:rPr>
              <a:t>rakshippaan</a:t>
            </a:r>
            <a:endParaRPr lang="en-US" sz="2800" i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215585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6BD6-A964-7E09-DF79-E2417E3A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E52-F541-4533-7506-0CFFAF7E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</a:rPr>
              <a:t>Holy Communion - </a:t>
            </a:r>
            <a:r>
              <a:rPr lang="en-US" dirty="0" err="1">
                <a:latin typeface="Segoe UI" panose="020B0502040204020203" pitchFamily="34" charset="0"/>
              </a:rPr>
              <a:t>Ennhi</a:t>
            </a:r>
            <a:r>
              <a:rPr lang="en-US" dirty="0">
                <a:latin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</a:rPr>
              <a:t>ennhi</a:t>
            </a:r>
            <a:r>
              <a:rPr lang="en-US" dirty="0">
                <a:latin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</a:rPr>
              <a:t>sthuthikkuvaan</a:t>
            </a:r>
            <a:endParaRPr lang="en-US" dirty="0">
              <a:solidFill>
                <a:prstClr val="black"/>
              </a:solidFill>
              <a:latin typeface="Segoe UI" panose="020B0502040204020203" pitchFamily="34" charset="0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9F469B4-CDB0-A3C9-5139-097513450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5593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77F2-60CF-F5A7-FE0B-134A390D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70E0-3970-9495-2071-FB1A5030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35E50FF-3250-F0A8-60A3-F180BCE3B8B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41EC2-1548-90B4-ED31-562A75E5D9B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394727-0B11-7450-036A-0010FAAC4ECA}"/>
              </a:ext>
            </a:extLst>
          </p:cNvPr>
          <p:cNvSpPr/>
          <p:nvPr/>
        </p:nvSpPr>
        <p:spPr>
          <a:xfrm>
            <a:off x="1947099" y="632758"/>
            <a:ext cx="52498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sthuthikkuvaan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Ennhamillaatha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krupakalhinaal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Inneyolham</a:t>
            </a:r>
            <a:r>
              <a:rPr lang="en-US" sz="2800" dirty="0">
                <a:latin typeface="Segoe UI"/>
                <a:cs typeface="Arial"/>
              </a:rPr>
              <a:t> than </a:t>
            </a:r>
            <a:r>
              <a:rPr lang="en-US" sz="2800" dirty="0" err="1">
                <a:latin typeface="Segoe UI"/>
                <a:cs typeface="Arial"/>
              </a:rPr>
              <a:t>bhujathaal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Ninne </a:t>
            </a:r>
            <a:r>
              <a:rPr lang="en-US" sz="2800" dirty="0" err="1">
                <a:latin typeface="Segoe UI"/>
                <a:cs typeface="Arial"/>
              </a:rPr>
              <a:t>thangiya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naamame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866C93-CAE2-E40E-CCD6-88AB4857E3BC}"/>
              </a:ext>
            </a:extLst>
          </p:cNvPr>
          <p:cNvSpPr/>
          <p:nvPr/>
        </p:nvSpPr>
        <p:spPr>
          <a:xfrm>
            <a:off x="1947098" y="2571750"/>
            <a:ext cx="5249804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സ്തുതിക്കുവാ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ൻ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എണ്ണമില്ലാത്ത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കൃപകളിനാ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ഇന്നയോളം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തൻ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ഭുജത്താ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നിന്നെ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താങ്ങിയ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നാമമേ</a:t>
            </a:r>
            <a:endParaRPr lang="en-US" sz="2400" dirty="0">
              <a:latin typeface="Segoe UI"/>
              <a:cs typeface="Segoe U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2798ED-5E9E-4232-DF2B-6A6FDE27780A}"/>
              </a:ext>
            </a:extLst>
          </p:cNvPr>
          <p:cNvGrpSpPr/>
          <p:nvPr/>
        </p:nvGrpSpPr>
        <p:grpSpPr>
          <a:xfrm>
            <a:off x="7068968" y="390653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90885410-FEA3-09D6-06D8-4D5768A73702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D1B4D6-6FD5-C65D-FCBC-417E562FEAF5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26AA6C2-AA27-E515-8D62-5EBD26B843BA}"/>
              </a:ext>
            </a:extLst>
          </p:cNvPr>
          <p:cNvGrpSpPr/>
          <p:nvPr/>
        </p:nvGrpSpPr>
        <p:grpSpPr>
          <a:xfrm>
            <a:off x="7068968" y="1632716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3A8588D0-EB8B-072C-EC8C-6D954D0CDDF6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39DADE-12B2-4F8B-2AE5-571D7BC496CB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4454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1959-6EA7-7415-2907-6E925152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A39D-7996-2FDD-D232-67464FA7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068F2C0-B890-D7E3-9E32-B147ECF7347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32794-2B55-E21A-4C34-CBDD0E556EB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2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8D2706-6F52-70FB-0308-81A1D3146C36}"/>
              </a:ext>
            </a:extLst>
          </p:cNvPr>
          <p:cNvSpPr/>
          <p:nvPr/>
        </p:nvSpPr>
        <p:spPr>
          <a:xfrm>
            <a:off x="1501844" y="632758"/>
            <a:ext cx="614031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Unnam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vecha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vairiyin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Kannin </a:t>
            </a:r>
            <a:r>
              <a:rPr lang="en-US" sz="2800" dirty="0" err="1">
                <a:latin typeface="Segoe UI"/>
                <a:cs typeface="Arial"/>
              </a:rPr>
              <a:t>mumpil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patharathe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Kanhmanhi</a:t>
            </a:r>
            <a:r>
              <a:rPr lang="en-US" sz="2800" dirty="0">
                <a:latin typeface="Segoe UI"/>
                <a:cs typeface="Arial"/>
              </a:rPr>
              <a:t> pol </a:t>
            </a:r>
            <a:r>
              <a:rPr lang="en-US" sz="2800" dirty="0" err="1">
                <a:latin typeface="Segoe UI"/>
                <a:cs typeface="Arial"/>
              </a:rPr>
              <a:t>kaakkum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karangalhil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Ninne </a:t>
            </a:r>
            <a:r>
              <a:rPr lang="en-US" sz="2800" dirty="0" err="1">
                <a:latin typeface="Segoe UI"/>
                <a:cs typeface="Arial"/>
              </a:rPr>
              <a:t>moodi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marhachille</a:t>
            </a:r>
            <a:endParaRPr lang="en-US" sz="2800" dirty="0">
              <a:latin typeface="Segoe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73E3D6-D6E5-3E8A-7D5C-A7189D7EFAAC}"/>
              </a:ext>
            </a:extLst>
          </p:cNvPr>
          <p:cNvSpPr/>
          <p:nvPr/>
        </p:nvSpPr>
        <p:spPr>
          <a:xfrm>
            <a:off x="1466745" y="2448640"/>
            <a:ext cx="6210510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ഉന്നം വെച്ച വൈരിയിൻ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കണ്ണിൻ മുമ്പിൽ പതറാതെ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കണ്മണിപോൽ കാക്കും കരങ്ങളിൽ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നിന്നെ മൂടി മറച്ചില്ലേ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3DD64B4-ED22-524A-8F51-A163A4FBB569}"/>
              </a:ext>
            </a:extLst>
          </p:cNvPr>
          <p:cNvGrpSpPr/>
          <p:nvPr/>
        </p:nvGrpSpPr>
        <p:grpSpPr>
          <a:xfrm>
            <a:off x="7677255" y="3791538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369D196B-5C13-33C3-AC78-5996B42673A1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5F2748-1446-1FF4-3D76-32794657CF03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634042-500B-3CAB-8DB4-2AAF617E71E7}"/>
              </a:ext>
            </a:extLst>
          </p:cNvPr>
          <p:cNvGrpSpPr/>
          <p:nvPr/>
        </p:nvGrpSpPr>
        <p:grpSpPr>
          <a:xfrm>
            <a:off x="7677255" y="1595720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E3A68EC9-B652-10B5-A763-8542AA4F0E81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ADD82D-2659-318B-66A8-F302FC920CC2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C84193D-866D-E0F0-DFAF-C3DFCCC396D5}"/>
              </a:ext>
            </a:extLst>
          </p:cNvPr>
          <p:cNvGrpSpPr/>
          <p:nvPr/>
        </p:nvGrpSpPr>
        <p:grpSpPr>
          <a:xfrm>
            <a:off x="7677255" y="714099"/>
            <a:ext cx="656953" cy="758511"/>
            <a:chOff x="8142617" y="1289086"/>
            <a:chExt cx="453537" cy="70039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B7EAF2B1-3005-2A91-347F-BD51676F76A6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FF2B06-92FC-F814-A253-BA1057F63F1B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2EA7D8-ED8F-6028-A7AA-F25A95194432}"/>
              </a:ext>
            </a:extLst>
          </p:cNvPr>
          <p:cNvGrpSpPr/>
          <p:nvPr/>
        </p:nvGrpSpPr>
        <p:grpSpPr>
          <a:xfrm>
            <a:off x="7677255" y="2636257"/>
            <a:ext cx="656953" cy="758511"/>
            <a:chOff x="8142617" y="1289086"/>
            <a:chExt cx="453537" cy="700393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D3B204DC-5C11-DD83-56DE-733A732AC10F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E83E82-BCE2-B8FF-64DA-90B320D68875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5040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B00E7-9169-FD6A-9CA3-73AB2D85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6E18-DB86-8B4C-DB43-6A3704B2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DAC275B-453B-7422-1430-BAE64A416CF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1EA85-0868-51AF-A01D-A81BCC3F7FA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3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A0F19-7CDD-0999-333C-F90C3D1A50D8}"/>
              </a:ext>
            </a:extLst>
          </p:cNvPr>
          <p:cNvSpPr/>
          <p:nvPr/>
        </p:nvSpPr>
        <p:spPr>
          <a:xfrm>
            <a:off x="1947099" y="632758"/>
            <a:ext cx="52498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sthuthikkuvaan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Ennhamillaatha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krupakalhinaal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Inneyolham</a:t>
            </a:r>
            <a:r>
              <a:rPr lang="en-US" sz="2800" dirty="0">
                <a:latin typeface="Segoe UI"/>
                <a:cs typeface="Arial"/>
              </a:rPr>
              <a:t> than </a:t>
            </a:r>
            <a:r>
              <a:rPr lang="en-US" sz="2800" dirty="0" err="1">
                <a:latin typeface="Segoe UI"/>
                <a:cs typeface="Arial"/>
              </a:rPr>
              <a:t>bhujathaal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Ninne </a:t>
            </a:r>
            <a:r>
              <a:rPr lang="en-US" sz="2800" dirty="0" err="1">
                <a:latin typeface="Segoe UI"/>
                <a:cs typeface="Arial"/>
              </a:rPr>
              <a:t>thangiya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naamame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214B2-B5C7-A49F-6F49-E95955CF8255}"/>
              </a:ext>
            </a:extLst>
          </p:cNvPr>
          <p:cNvSpPr/>
          <p:nvPr/>
        </p:nvSpPr>
        <p:spPr>
          <a:xfrm>
            <a:off x="1947098" y="2571750"/>
            <a:ext cx="5249804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സ്തുതിക്കുവാ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ൻ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എണ്ണമില്ലാത്ത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കൃപകളിനാ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ഇന്നയോളം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തൻ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ഭുജത്താ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നിന്നെ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താങ്ങിയ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നാമമേ</a:t>
            </a:r>
            <a:endParaRPr lang="en-US" sz="2400" dirty="0">
              <a:latin typeface="Segoe UI"/>
              <a:cs typeface="Segoe U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D06B85-A94E-4A24-CC62-946AFD8403DB}"/>
              </a:ext>
            </a:extLst>
          </p:cNvPr>
          <p:cNvGrpSpPr/>
          <p:nvPr/>
        </p:nvGrpSpPr>
        <p:grpSpPr>
          <a:xfrm>
            <a:off x="7068968" y="390653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94E7DF2-8B44-3B32-D017-83D8D30B6A26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6B56CE-3521-2BF0-05AF-02EE24498189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A60449-DA89-D6B1-5A96-A06333279415}"/>
              </a:ext>
            </a:extLst>
          </p:cNvPr>
          <p:cNvGrpSpPr/>
          <p:nvPr/>
        </p:nvGrpSpPr>
        <p:grpSpPr>
          <a:xfrm>
            <a:off x="7068968" y="1632716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60B0D73-80DC-E24E-D904-D4FF77C6E7B3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FD655F-A029-E671-1661-C41CBE87A2A2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089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C7105-A9DB-526D-2961-470B2A89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295E-279E-D926-1790-9FAD92901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BD889C3-F1D6-56D8-E0EA-188B90493BB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7A143-136B-F147-305C-66904B5ED8E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4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775BF1-B0A9-A282-4189-B13308267C1F}"/>
              </a:ext>
            </a:extLst>
          </p:cNvPr>
          <p:cNvSpPr/>
          <p:nvPr/>
        </p:nvSpPr>
        <p:spPr>
          <a:xfrm>
            <a:off x="1501844" y="632758"/>
            <a:ext cx="614031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Yordaan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kalangi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marhiyum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Jeevitha </a:t>
            </a:r>
            <a:r>
              <a:rPr lang="en-US" sz="2800" dirty="0" err="1">
                <a:latin typeface="Segoe UI"/>
                <a:cs typeface="Arial"/>
              </a:rPr>
              <a:t>bharangal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Eliyaavin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puthappevide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Ninte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vishwaasa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shodhanayil</a:t>
            </a:r>
            <a:endParaRPr lang="en-US" sz="2800" dirty="0">
              <a:latin typeface="Segoe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EA6A0-A768-5D20-71A5-2AF7E51EDC18}"/>
              </a:ext>
            </a:extLst>
          </p:cNvPr>
          <p:cNvSpPr/>
          <p:nvPr/>
        </p:nvSpPr>
        <p:spPr>
          <a:xfrm>
            <a:off x="1466745" y="2449952"/>
            <a:ext cx="6210510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യോർദ്ദാൻ കലങ്ങി മറിയും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ജീവിത ഭാരങ്ങൾ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ഏലിയാവിൻ പുതപ്പെവിടെ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നിന്റെ വിശ്വാസ ശോധനയിൽ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655231-BA8B-8575-B924-4AEC27B6AB54}"/>
              </a:ext>
            </a:extLst>
          </p:cNvPr>
          <p:cNvGrpSpPr/>
          <p:nvPr/>
        </p:nvGrpSpPr>
        <p:grpSpPr>
          <a:xfrm>
            <a:off x="7677255" y="381702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E7A91545-AB0F-57CB-2EAA-6ECD0B826C89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7F6B88-F114-946A-71B5-999A43BADED2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64865E6-6B59-C37D-5BE9-518834CAC50A}"/>
              </a:ext>
            </a:extLst>
          </p:cNvPr>
          <p:cNvGrpSpPr/>
          <p:nvPr/>
        </p:nvGrpSpPr>
        <p:grpSpPr>
          <a:xfrm>
            <a:off x="7677255" y="1595720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EB54AFD0-CF44-B552-72ED-932AC71554DE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B49668-14C5-DD46-1DB6-736F17301D53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38E2FA-51EE-A559-2306-D881C4747A99}"/>
              </a:ext>
            </a:extLst>
          </p:cNvPr>
          <p:cNvGrpSpPr/>
          <p:nvPr/>
        </p:nvGrpSpPr>
        <p:grpSpPr>
          <a:xfrm>
            <a:off x="7677255" y="714099"/>
            <a:ext cx="656953" cy="758511"/>
            <a:chOff x="8142617" y="1289086"/>
            <a:chExt cx="453537" cy="70039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04C36879-DE15-A93A-6ADE-AB504B79CE17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1662E3-1D79-3D04-9BE8-602740D037D5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BDB806-7DBF-8012-F6AF-E2AEADA9B4F8}"/>
              </a:ext>
            </a:extLst>
          </p:cNvPr>
          <p:cNvGrpSpPr/>
          <p:nvPr/>
        </p:nvGrpSpPr>
        <p:grpSpPr>
          <a:xfrm>
            <a:off x="7677255" y="2661740"/>
            <a:ext cx="656953" cy="758511"/>
            <a:chOff x="8142617" y="1289086"/>
            <a:chExt cx="453537" cy="700393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BB503248-BD8C-CD01-2CF4-0A49F623F025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831152-A0EF-329B-A8F2-3A8DB24DAB64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5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1E75-FD69-CA90-C5CE-6FC18B09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17FE-6C43-E126-00B1-D275FE49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8B5F41-AA50-62DC-767C-1F43C14AFC9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E7BFE-8E51-3F0C-B4FE-D3E88C6B373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5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787022-F4A5-303C-D1C0-D2F8BA326CBB}"/>
              </a:ext>
            </a:extLst>
          </p:cNvPr>
          <p:cNvSpPr/>
          <p:nvPr/>
        </p:nvSpPr>
        <p:spPr>
          <a:xfrm>
            <a:off x="1947099" y="632758"/>
            <a:ext cx="52498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sthuthikkuvaan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Ennhamillaatha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krupakalhinaal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Inneyolham</a:t>
            </a:r>
            <a:r>
              <a:rPr lang="en-US" sz="2800" dirty="0">
                <a:latin typeface="Segoe UI"/>
                <a:cs typeface="Arial"/>
              </a:rPr>
              <a:t> than </a:t>
            </a:r>
            <a:r>
              <a:rPr lang="en-US" sz="2800" dirty="0" err="1">
                <a:latin typeface="Segoe UI"/>
                <a:cs typeface="Arial"/>
              </a:rPr>
              <a:t>bhujathaal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Ninne </a:t>
            </a:r>
            <a:r>
              <a:rPr lang="en-US" sz="2800" dirty="0" err="1">
                <a:latin typeface="Segoe UI"/>
                <a:cs typeface="Arial"/>
              </a:rPr>
              <a:t>thangiya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naamame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05835E-AEF9-7C18-A35F-93735511E535}"/>
              </a:ext>
            </a:extLst>
          </p:cNvPr>
          <p:cNvSpPr/>
          <p:nvPr/>
        </p:nvSpPr>
        <p:spPr>
          <a:xfrm>
            <a:off x="1947098" y="2571750"/>
            <a:ext cx="5249804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സ്തുതിക്കുവാ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ൻ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എണ്ണമില്ലാത്ത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കൃപകളിനാ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ഇന്നയോളം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തൻ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ഭുജത്താ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നിന്നെ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താങ്ങിയ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നാമമേ</a:t>
            </a:r>
            <a:endParaRPr lang="en-US" sz="2400" dirty="0">
              <a:latin typeface="Segoe UI"/>
              <a:cs typeface="Segoe U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392E27-ECC2-C2B4-D48A-FF3C368CDC02}"/>
              </a:ext>
            </a:extLst>
          </p:cNvPr>
          <p:cNvGrpSpPr/>
          <p:nvPr/>
        </p:nvGrpSpPr>
        <p:grpSpPr>
          <a:xfrm>
            <a:off x="7068968" y="390653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737CD8BD-812C-DB50-D33B-F8C18CE44123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74CA0-8330-53AD-920E-E561BFA3FD13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E5E38A6-B6A8-C4D3-3432-5370C80BB956}"/>
              </a:ext>
            </a:extLst>
          </p:cNvPr>
          <p:cNvGrpSpPr/>
          <p:nvPr/>
        </p:nvGrpSpPr>
        <p:grpSpPr>
          <a:xfrm>
            <a:off x="7068968" y="1632716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67991D26-1286-26B3-0B81-B3726D1EB137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9F3E9A-A468-BD6E-3B65-6D8F9E98BC4D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6300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D0527-9D8E-7F5C-ECBC-3D523C1A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875-393B-FFD3-C4AD-4136813F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146A064-23AE-6B06-55D3-1EE05CDC88B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54C53-B2CA-8BF1-794A-4B4EFE944FD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6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F4D15-B914-E850-A24D-BD08665BDB3A}"/>
              </a:ext>
            </a:extLst>
          </p:cNvPr>
          <p:cNvSpPr/>
          <p:nvPr/>
        </p:nvSpPr>
        <p:spPr>
          <a:xfrm>
            <a:off x="1501844" y="632758"/>
            <a:ext cx="614031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Ninnekethiraay</a:t>
            </a:r>
            <a:r>
              <a:rPr lang="en-US" sz="2800" dirty="0">
                <a:latin typeface="Segoe UI"/>
                <a:cs typeface="Arial"/>
              </a:rPr>
              <a:t> varum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Aayudham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phalikkayilla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Ninte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udayavan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nin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avakasham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Thante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dasaril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neethiyaven</a:t>
            </a:r>
            <a:endParaRPr lang="en-US" sz="2800" dirty="0">
              <a:latin typeface="Segoe U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9A09E-53CD-DDB3-4F88-E4C6C50485B3}"/>
              </a:ext>
            </a:extLst>
          </p:cNvPr>
          <p:cNvSpPr/>
          <p:nvPr/>
        </p:nvSpPr>
        <p:spPr>
          <a:xfrm>
            <a:off x="1466745" y="2449952"/>
            <a:ext cx="6210510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ml-IN" sz="2400" dirty="0">
                <a:latin typeface="Segoe UI"/>
                <a:ea typeface="Open Sans"/>
                <a:cs typeface="Open Sans"/>
              </a:rPr>
              <a:t>നിനകെതിരായി വരും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ആയുധം ഫലികയില്ല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നിന്റെ ഉടയവൻ നിൻ അവകാശം</a:t>
            </a:r>
            <a:br>
              <a:rPr lang="ml-IN" sz="2400" dirty="0">
                <a:latin typeface="Segoe UI"/>
                <a:ea typeface="Open Sans"/>
                <a:cs typeface="Open Sans"/>
              </a:rPr>
            </a:br>
            <a:r>
              <a:rPr lang="ml-IN" sz="2400" dirty="0">
                <a:latin typeface="Segoe UI"/>
                <a:ea typeface="Open Sans"/>
                <a:cs typeface="Open Sans"/>
              </a:rPr>
              <a:t>തന്റെ ദാസരിൽ നീതിയവൻ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459CE-BEFB-83CD-737C-F8F06F0A5114}"/>
              </a:ext>
            </a:extLst>
          </p:cNvPr>
          <p:cNvGrpSpPr/>
          <p:nvPr/>
        </p:nvGrpSpPr>
        <p:grpSpPr>
          <a:xfrm>
            <a:off x="7677255" y="381702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8A328A55-817D-6F00-539D-3B9E49237F32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02D73E-E405-DB5C-B919-37E56EAD3446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D3B589-98E2-623B-16F0-A68C37720C5B}"/>
              </a:ext>
            </a:extLst>
          </p:cNvPr>
          <p:cNvGrpSpPr/>
          <p:nvPr/>
        </p:nvGrpSpPr>
        <p:grpSpPr>
          <a:xfrm>
            <a:off x="7677255" y="1595720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4990D642-B297-0BFC-C58A-B454D3EBE3D1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A340A7-74A9-67E6-E19D-C2E95E61D8B1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401E16-2412-82F5-EF62-8E15589B92AF}"/>
              </a:ext>
            </a:extLst>
          </p:cNvPr>
          <p:cNvGrpSpPr/>
          <p:nvPr/>
        </p:nvGrpSpPr>
        <p:grpSpPr>
          <a:xfrm>
            <a:off x="7677255" y="714099"/>
            <a:ext cx="656953" cy="758511"/>
            <a:chOff x="8142617" y="1289086"/>
            <a:chExt cx="453537" cy="70039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F00E2B4F-13C9-4244-12AA-804391838BE0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D7E33C-3E28-AB32-D977-8F76BA0EE0B0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6421FC-A46B-6E50-F256-DD85CE33B39F}"/>
              </a:ext>
            </a:extLst>
          </p:cNvPr>
          <p:cNvGrpSpPr/>
          <p:nvPr/>
        </p:nvGrpSpPr>
        <p:grpSpPr>
          <a:xfrm>
            <a:off x="7677255" y="2661740"/>
            <a:ext cx="656953" cy="758511"/>
            <a:chOff x="8142617" y="1289086"/>
            <a:chExt cx="453537" cy="700393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ADF3760E-0F81-88BC-3E0A-B667CE1ED81B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194C5A-17A9-9CBE-971A-38C3E01A64CA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6448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FC732-B3A9-AF70-26D4-DEB1910B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1D9E-04E2-D12B-8B74-DF1076F9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/>
                <a:cs typeface="Segoe UI"/>
              </a:rPr>
              <a:t>Holy Communion-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ennhi</a:t>
            </a:r>
            <a:r>
              <a:rPr lang="en-US" dirty="0">
                <a:latin typeface="Segoe UI"/>
                <a:cs typeface="Segoe UI"/>
              </a:rPr>
              <a:t> </a:t>
            </a:r>
            <a:r>
              <a:rPr lang="en-US" dirty="0" err="1">
                <a:latin typeface="Segoe UI"/>
                <a:cs typeface="Segoe UI"/>
              </a:rPr>
              <a:t>sthuthikkuvaan</a:t>
            </a:r>
            <a:endParaRPr lang="en-US" dirty="0">
              <a:latin typeface="Segoe UI"/>
              <a:cs typeface="Segoe UI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E75CDF7-ACD4-6EDA-2F51-29AA5682BAD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0E050-4772-688B-9A07-339300900DD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4: 7 of 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E4E88A-201D-CA1A-CCA5-38CEF6776D56}"/>
              </a:ext>
            </a:extLst>
          </p:cNvPr>
          <p:cNvSpPr/>
          <p:nvPr/>
        </p:nvSpPr>
        <p:spPr>
          <a:xfrm>
            <a:off x="1947099" y="632758"/>
            <a:ext cx="52498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ennhi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sthuthikkuvaan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Ennhamillaatha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krupakalhinaal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 err="1">
                <a:latin typeface="Segoe UI"/>
                <a:cs typeface="Arial"/>
              </a:rPr>
              <a:t>Inneyolham</a:t>
            </a:r>
            <a:r>
              <a:rPr lang="en-US" sz="2800" dirty="0">
                <a:latin typeface="Segoe UI"/>
                <a:cs typeface="Arial"/>
              </a:rPr>
              <a:t> than </a:t>
            </a:r>
            <a:r>
              <a:rPr lang="en-US" sz="2800" dirty="0" err="1">
                <a:latin typeface="Segoe UI"/>
                <a:cs typeface="Arial"/>
              </a:rPr>
              <a:t>bhujathaal</a:t>
            </a:r>
            <a:br>
              <a:rPr lang="en-US" sz="2800" dirty="0">
                <a:latin typeface="Segoe UI"/>
                <a:cs typeface="Arial"/>
              </a:rPr>
            </a:br>
            <a:r>
              <a:rPr lang="en-US" sz="2800" dirty="0">
                <a:latin typeface="Segoe UI"/>
                <a:cs typeface="Arial"/>
              </a:rPr>
              <a:t>Ninne </a:t>
            </a:r>
            <a:r>
              <a:rPr lang="en-US" sz="2800" dirty="0" err="1">
                <a:latin typeface="Segoe UI"/>
                <a:cs typeface="Arial"/>
              </a:rPr>
              <a:t>thangiya</a:t>
            </a:r>
            <a:r>
              <a:rPr lang="en-US" sz="2800" dirty="0">
                <a:latin typeface="Segoe UI"/>
                <a:cs typeface="Arial"/>
              </a:rPr>
              <a:t> </a:t>
            </a:r>
            <a:r>
              <a:rPr lang="en-US" sz="2800" dirty="0" err="1">
                <a:latin typeface="Segoe UI"/>
                <a:cs typeface="Arial"/>
              </a:rPr>
              <a:t>naamame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B596D4-8386-395A-0FEA-2D0C471EF6E9}"/>
              </a:ext>
            </a:extLst>
          </p:cNvPr>
          <p:cNvSpPr/>
          <p:nvPr/>
        </p:nvSpPr>
        <p:spPr>
          <a:xfrm>
            <a:off x="1947098" y="2571750"/>
            <a:ext cx="5249804" cy="226215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എണ്ണി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സ്തുതിക്കുവാ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ൻ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എണ്ണമില്ലാത്ത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കൃപകളിനാ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ഇന്നയോളം</a:t>
            </a:r>
            <a:r>
              <a:rPr lang="en-US" sz="2400" dirty="0">
                <a:latin typeface="Segoe UI"/>
                <a:ea typeface="Open Sans"/>
                <a:cs typeface="Open Sans"/>
              </a:rPr>
              <a:t> തൻ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ഭുജത്താ</a:t>
            </a:r>
            <a:r>
              <a:rPr lang="en-US" sz="2400" dirty="0">
                <a:latin typeface="Segoe UI"/>
                <a:ea typeface="Open Sans"/>
                <a:cs typeface="Open Sans"/>
              </a:rPr>
              <a:t>ൽ</a:t>
            </a:r>
            <a:br>
              <a:rPr lang="en-US" sz="2400" dirty="0">
                <a:latin typeface="Segoe UI"/>
                <a:ea typeface="Open Sans"/>
                <a:cs typeface="Open Sans"/>
              </a:rPr>
            </a:br>
            <a:r>
              <a:rPr lang="en-US" sz="2400" dirty="0" err="1">
                <a:latin typeface="Segoe UI"/>
                <a:ea typeface="Open Sans"/>
                <a:cs typeface="Open Sans"/>
              </a:rPr>
              <a:t>നിന്നെ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താങ്ങിയ</a:t>
            </a:r>
            <a:r>
              <a:rPr lang="en-US" sz="2400" dirty="0">
                <a:latin typeface="Segoe UI"/>
                <a:ea typeface="Open Sans"/>
                <a:cs typeface="Open Sans"/>
              </a:rPr>
              <a:t> </a:t>
            </a:r>
            <a:r>
              <a:rPr lang="en-US" sz="2400" dirty="0" err="1">
                <a:latin typeface="Segoe UI"/>
                <a:ea typeface="Open Sans"/>
                <a:cs typeface="Open Sans"/>
              </a:rPr>
              <a:t>നാമമേ</a:t>
            </a:r>
            <a:endParaRPr lang="en-US" sz="2400" dirty="0">
              <a:latin typeface="Segoe UI"/>
              <a:cs typeface="Segoe U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7565C9-B24E-34D9-06A7-35368658D0DD}"/>
              </a:ext>
            </a:extLst>
          </p:cNvPr>
          <p:cNvGrpSpPr/>
          <p:nvPr/>
        </p:nvGrpSpPr>
        <p:grpSpPr>
          <a:xfrm>
            <a:off x="7068968" y="3906531"/>
            <a:ext cx="656953" cy="758511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F3ABCB72-22F7-B0C9-DC44-025A5DF1CFEA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7CF5DB1-6503-4FB9-F49F-32091982DCD1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E7A68F-DE38-C32D-C044-8DB9FD9149D5}"/>
              </a:ext>
            </a:extLst>
          </p:cNvPr>
          <p:cNvGrpSpPr/>
          <p:nvPr/>
        </p:nvGrpSpPr>
        <p:grpSpPr>
          <a:xfrm>
            <a:off x="7068968" y="1632716"/>
            <a:ext cx="656953" cy="758511"/>
            <a:chOff x="8142617" y="1289086"/>
            <a:chExt cx="453537" cy="700393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ED691089-37DE-927F-269F-5DA3286A6D81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671E10-A3C2-8A96-F126-3D66BF54F78E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46878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84BF6-A4BC-6E0B-2D8E-246673DF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54EB-FF23-D535-0808-74E04515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</a:t>
            </a:r>
            <a:r>
              <a:rPr lang="en-US" dirty="0">
                <a:solidFill>
                  <a:prstClr val="black"/>
                </a:solidFill>
                <a:latin typeface="+mn-lt"/>
                <a:cs typeface="Segoe UI"/>
              </a:rPr>
              <a:t>Hymn No. 373</a:t>
            </a:r>
            <a:endParaRPr lang="en-US" dirty="0">
              <a:solidFill>
                <a:prstClr val="black"/>
              </a:solidFill>
              <a:latin typeface="Segoe UI"/>
              <a:ea typeface="Calibr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2022D84F-2B80-F091-B62A-65C3F513D5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2778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4717-AAD0-5AD8-592B-181597CD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2C2A-FD10-1636-1F20-AA4FE3AD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373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FA8F6A-55BD-6229-507F-500D11C1E09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D3218-338A-BDD1-2B56-E8E61AFDDE3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1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533651" y="632758"/>
            <a:ext cx="8152898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Segoe UI"/>
                <a:cs typeface="Segoe UI"/>
              </a:rPr>
              <a:t>Parane </a:t>
            </a: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thirumunpil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varunnoree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samaye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dirty="0">
                <a:latin typeface="Segoe UI"/>
                <a:cs typeface="Segoe UI"/>
              </a:rPr>
              <a:t>Shariyaay </a:t>
            </a:r>
            <a:r>
              <a:rPr lang="en-US" sz="2400" dirty="0" err="1">
                <a:latin typeface="Segoe UI"/>
                <a:cs typeface="Segoe UI"/>
              </a:rPr>
              <a:t>praarhthhana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cheyvaan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kripaye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thannarulhka</a:t>
            </a:r>
            <a:r>
              <a:rPr lang="en-US" sz="2400" dirty="0">
                <a:latin typeface="Segoe UI"/>
                <a:cs typeface="Segoe UI"/>
              </a:rPr>
              <a:t> (2)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/>
                <a:cs typeface="Segoe UI"/>
              </a:rPr>
              <a:t>Urukiyinnadiyaarh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ninnodu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yojichcheeduvaan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dirty="0">
                <a:latin typeface="Segoe UI"/>
                <a:cs typeface="Segoe UI"/>
              </a:rPr>
              <a:t>Tharika </a:t>
            </a:r>
            <a:r>
              <a:rPr lang="en-US" sz="2400" dirty="0" err="1">
                <a:latin typeface="Segoe UI"/>
                <a:cs typeface="Segoe UI"/>
              </a:rPr>
              <a:t>ninnaathmaave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puthumaari</a:t>
            </a:r>
            <a:r>
              <a:rPr lang="en-US" sz="2400" dirty="0">
                <a:latin typeface="Segoe UI"/>
                <a:cs typeface="Segoe UI"/>
              </a:rPr>
              <a:t> pole 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533651" y="2720414"/>
            <a:ext cx="8007040" cy="226200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ct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n´ncp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ap¼nÂ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hcpt¶mco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katb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icnbmbv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{]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°\ sNbvhm³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Ir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]sb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X¶</a:t>
            </a:r>
            <a:r>
              <a:rPr lang="en-US" sz="2800" dirty="0" err="1">
                <a:solidFill>
                  <a:srgbClr val="000000"/>
                </a:solidFill>
                <a:latin typeface="ML-TTKarthika"/>
              </a:rPr>
              <a:t>cpÄI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 (2)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DcpInbn¶SnbmÀ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nt¶mSp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tbmPn¨oSphm³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XcnI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n¶mßmth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pXpamcnt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mse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 </a:t>
            </a:r>
            <a:r>
              <a:rPr lang="en-US" sz="2800" dirty="0">
                <a:solidFill>
                  <a:srgbClr val="000000"/>
                </a:solidFill>
                <a:latin typeface="ML-TTKarthika"/>
              </a:rPr>
              <a:t>(2)</a:t>
            </a:r>
            <a:endParaRPr lang="pt-BR" sz="4000" i="1" dirty="0">
              <a:latin typeface="ML-TTKarthik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8345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7CDA-09A9-F478-2935-E815E1BB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9BC5-C7D1-2DA9-8BE7-D79EF2FC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373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D6B9415-7F9D-E5E4-F42C-423A0686630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AA056-C61D-42CB-4B12-5847EE01B61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2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701291" y="605104"/>
            <a:ext cx="7741418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Segoe UI"/>
                <a:cs typeface="Segoe UI"/>
              </a:rPr>
              <a:t>Njarangi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njangalhin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perhkkaay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iranneedunnavane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dirty="0" err="1">
                <a:latin typeface="Segoe UI"/>
                <a:cs typeface="Segoe UI"/>
              </a:rPr>
              <a:t>Varikinnee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adiyaaril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chorika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varangalh</a:t>
            </a:r>
            <a:r>
              <a:rPr lang="en-US" sz="2400" dirty="0">
                <a:latin typeface="Segoe UI"/>
                <a:cs typeface="Segoe UI"/>
              </a:rPr>
              <a:t> (2)</a:t>
            </a: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>
                <a:latin typeface="Segoe UI"/>
                <a:cs typeface="Segoe UI"/>
              </a:rPr>
              <a:t>Anugraha </a:t>
            </a:r>
            <a:r>
              <a:rPr lang="en-US" sz="2400" dirty="0" err="1">
                <a:latin typeface="Segoe UI"/>
                <a:cs typeface="Segoe UI"/>
              </a:rPr>
              <a:t>murhiyin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poottukalh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thaane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thurhappaan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dirty="0" err="1">
                <a:latin typeface="Segoe UI"/>
                <a:cs typeface="Segoe UI"/>
              </a:rPr>
              <a:t>Manass</a:t>
            </a:r>
            <a:r>
              <a:rPr lang="en-US" sz="2400" dirty="0">
                <a:latin typeface="Segoe UI"/>
                <a:cs typeface="Segoe UI"/>
              </a:rPr>
              <a:t>-inn-</a:t>
            </a:r>
            <a:r>
              <a:rPr lang="en-US" sz="2400" dirty="0" err="1">
                <a:latin typeface="Segoe UI"/>
                <a:cs typeface="Segoe UI"/>
              </a:rPr>
              <a:t>eshuvinodu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layippaanaay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arulhka</a:t>
            </a:r>
            <a:r>
              <a:rPr lang="en-US" sz="2400" dirty="0">
                <a:latin typeface="Segoe UI"/>
                <a:cs typeface="Segoe UI"/>
              </a:rPr>
              <a:t> (2)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701291" y="2599405"/>
            <a:ext cx="7534600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Rc§n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R§fn³ t]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À¡mbnc¶oSp¶ht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</a:t>
            </a:r>
            <a:endParaRPr lang="en-US"/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hcnIn¶obSnbmcnÂ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/>
              </a:rPr>
              <a:t>sNmcnI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\n³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hc§Ä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(2)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A\p{Kl þ apdnbn³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q«pIÄ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Xmt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 Xpd¸m³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a\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Ênt¶iphnt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ebn¸m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mbcpÄI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(2)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775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6290-D9AC-5A7E-4261-4EAC3B9B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573C-35A1-F5D7-F44F-76AA2BF1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373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6924AD1-4BEE-BC59-B001-5B7AC7C7E38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3C214-D3DC-CAB1-51E6-35827805026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5: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440167" y="605103"/>
            <a:ext cx="8263666" cy="193899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>
                <a:latin typeface="Segoe UI"/>
                <a:cs typeface="Segoe UI"/>
              </a:rPr>
              <a:t>Unharhththikkum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varamellaam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kshanham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thanneedenhame</a:t>
            </a:r>
            <a:endParaRPr lang="en-US" sz="2400" dirty="0">
              <a:latin typeface="Segoe UI"/>
              <a:cs typeface="Segoe UI"/>
            </a:endParaRPr>
          </a:p>
          <a:p>
            <a:r>
              <a:rPr lang="en-US" sz="2400" dirty="0" err="1">
                <a:latin typeface="Segoe UI"/>
                <a:cs typeface="Segoe UI"/>
              </a:rPr>
              <a:t>thunha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neeyenniye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verhillarhinju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nalkanhame</a:t>
            </a:r>
            <a:r>
              <a:rPr lang="en-US" sz="2400" dirty="0">
                <a:latin typeface="Segoe UI"/>
                <a:cs typeface="Segoe UI"/>
              </a:rPr>
              <a:t> (2)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/>
                <a:cs typeface="Segoe UI"/>
              </a:rPr>
              <a:t>Paramaananda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modam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vann-akame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thinganhame</a:t>
            </a:r>
            <a:r>
              <a:rPr lang="en-US" sz="2400" dirty="0">
                <a:latin typeface="Segoe UI"/>
                <a:cs typeface="Segoe UI"/>
              </a:rPr>
              <a:t> 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/>
                <a:cs typeface="Segoe UI"/>
              </a:rPr>
              <a:t>paranaam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ninnod-aanandi-chiduvaan</a:t>
            </a:r>
            <a:r>
              <a:rPr lang="en-US" sz="2400" dirty="0">
                <a:latin typeface="Segoe UI"/>
                <a:cs typeface="Segoe UI"/>
              </a:rPr>
              <a:t> </a:t>
            </a:r>
            <a:r>
              <a:rPr lang="en-US" sz="2400" dirty="0" err="1">
                <a:latin typeface="Segoe UI"/>
                <a:cs typeface="Segoe UI"/>
              </a:rPr>
              <a:t>nalkanhame</a:t>
            </a:r>
            <a:r>
              <a:rPr lang="en-US" sz="2400" dirty="0">
                <a:latin typeface="Segoe UI"/>
                <a:cs typeface="Segoe UI"/>
              </a:rPr>
              <a:t> (2)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685828" y="2741277"/>
            <a:ext cx="7534600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DWÀ¯n¡pw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hcsaÃmw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£Ww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X¶osSWta</a:t>
            </a:r>
            <a:endParaRPr lang="en-US" sz="2800" b="0" i="0" u="none" strike="noStrike" baseline="0">
              <a:solidFill>
                <a:srgbClr val="000000"/>
              </a:solidFill>
              <a:latin typeface="ML-TTKarthika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XpW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osb¶nsb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thdnþÃdnªp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evIWta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(2)</a:t>
            </a:r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]cam\</a:t>
            </a:r>
            <a:r>
              <a:rPr lang="en-US" sz="2800" i="0" u="none" strike="noStrike" baseline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v</a:t>
            </a:r>
            <a:r>
              <a:rPr lang="en-US" sz="2800" i="0" u="none" strike="noStrike" baseline="0">
                <a:solidFill>
                  <a:srgbClr val="000000"/>
                </a:solidFill>
                <a:latin typeface="ML-TTKarthika"/>
              </a:rPr>
              <a:t>Z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tamZw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hþ¶Isa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Xn§Wta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]c\mw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nt¶mSm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v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/>
              </a:rPr>
              <a:t>Z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/>
              </a:rPr>
              <a:t>nþ¨oSphm³ \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evIWta</a:t>
            </a:r>
            <a:r>
              <a:rPr lang="en-US" sz="2800">
                <a:solidFill>
                  <a:srgbClr val="000000"/>
                </a:solidFill>
                <a:latin typeface="ML-TTKarthika"/>
              </a:rPr>
              <a:t> (2)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4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5245-C62E-5F93-96EB-6A201FBF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FCDF-FD09-C62E-0815-9961D210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Hymn No.  </a:t>
            </a:r>
            <a:r>
              <a:rPr lang="en-US" dirty="0">
                <a:solidFill>
                  <a:prstClr val="black"/>
                </a:solidFill>
                <a:latin typeface="Calibri"/>
                <a:cs typeface="Segoe UI"/>
              </a:rPr>
              <a:t>237</a:t>
            </a:r>
            <a:endParaRPr lang="en-US" dirty="0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15C9F7-53E4-01AC-32DA-BD5A60EC6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4563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5E7-C60B-B201-7872-5A0723E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70-3C10-0018-E599-7530B671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237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5321DBC-B21B-63A0-CC1E-41DC6D8F0DB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F326A-FE36-3468-2B6A-FCBA20761AE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C18226-E030-B418-FB53-2686F2EAD0E1}"/>
              </a:ext>
            </a:extLst>
          </p:cNvPr>
          <p:cNvSpPr/>
          <p:nvPr/>
        </p:nvSpPr>
        <p:spPr>
          <a:xfrm>
            <a:off x="258002" y="484094"/>
            <a:ext cx="8627995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/>
                <a:cs typeface="Segoe UI"/>
              </a:rPr>
              <a:t>yeshu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en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adisthhaanam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aasha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avanilathre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/>
                <a:cs typeface="Segoe UI"/>
              </a:rPr>
              <a:t>aashwaasathin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poornatha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yeshuvil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kande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njaanum</a:t>
            </a:r>
            <a:r>
              <a:rPr lang="en-US" sz="2800" dirty="0">
                <a:latin typeface="Segoe UI"/>
                <a:cs typeface="Segoe UI"/>
              </a:rPr>
              <a:t> (2)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/>
                <a:cs typeface="Segoe UI"/>
              </a:rPr>
              <a:t>ethra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madhuramavan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naamam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enikku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paarthaal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/>
                <a:cs typeface="Segoe UI"/>
              </a:rPr>
              <a:t>orhthu</a:t>
            </a:r>
            <a:r>
              <a:rPr lang="en-US" sz="2800" dirty="0">
                <a:latin typeface="Segoe UI"/>
                <a:cs typeface="Segoe UI"/>
              </a:rPr>
              <a:t> varum </a:t>
            </a:r>
            <a:r>
              <a:rPr lang="en-US" sz="2800" dirty="0" err="1">
                <a:latin typeface="Segoe UI"/>
                <a:cs typeface="Segoe UI"/>
              </a:rPr>
              <a:t>thorhumen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aarhthi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maanju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pokunnu</a:t>
            </a:r>
            <a:r>
              <a:rPr lang="en-US" sz="2600" dirty="0">
                <a:latin typeface="Segoe UI"/>
                <a:cs typeface="Segoe UI"/>
              </a:rPr>
              <a:t> (2)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FEFD43-368B-450F-1C8C-A79A9C7CB389}"/>
              </a:ext>
            </a:extLst>
          </p:cNvPr>
          <p:cNvSpPr/>
          <p:nvPr/>
        </p:nvSpPr>
        <p:spPr>
          <a:xfrm>
            <a:off x="322011" y="2571750"/>
            <a:ext cx="8627995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/>
              </a:rPr>
              <a:t>tbipsb¶SnØm</a:t>
            </a:r>
            <a:r>
              <a:rPr lang="en-US" sz="2800" dirty="0">
                <a:latin typeface="ML-TTKarthika"/>
              </a:rPr>
              <a:t>\w </a:t>
            </a:r>
            <a:r>
              <a:rPr lang="en-US" sz="2800" dirty="0" err="1">
                <a:latin typeface="ML-TTKarthika"/>
              </a:rPr>
              <a:t>Bibh</a:t>
            </a:r>
            <a:r>
              <a:rPr lang="en-US" sz="2800" dirty="0">
                <a:latin typeface="ML-TTKarthika"/>
              </a:rPr>
              <a:t>\</a:t>
            </a:r>
            <a:r>
              <a:rPr lang="en-US" sz="2800" dirty="0" err="1">
                <a:latin typeface="ML-TTKarthika"/>
              </a:rPr>
              <a:t>nes</a:t>
            </a:r>
            <a:r>
              <a:rPr lang="en-US" sz="2800" dirty="0">
                <a:latin typeface="ML-TTKarthika"/>
              </a:rPr>
              <a:t>{X </a:t>
            </a:r>
          </a:p>
          <a:p>
            <a:r>
              <a:rPr lang="en-US" sz="2800" dirty="0">
                <a:latin typeface="ML-TTKarthika"/>
              </a:rPr>
              <a:t>Bizmk¯n³ ]</a:t>
            </a:r>
            <a:r>
              <a:rPr lang="en-US" sz="2800" dirty="0" err="1">
                <a:latin typeface="ML-TTKarthika"/>
              </a:rPr>
              <a:t>qÀ®X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tbiphnÂ</a:t>
            </a:r>
            <a:r>
              <a:rPr lang="en-US" sz="2800" dirty="0">
                <a:latin typeface="ML-TTKarthika"/>
              </a:rPr>
              <a:t> I</a:t>
            </a:r>
            <a:r>
              <a:rPr lang="ml-IN" sz="1800" dirty="0">
                <a:latin typeface="ML-TTKarthika"/>
                <a:cs typeface="Kartika"/>
              </a:rPr>
              <a:t>ണ്ടേ</a:t>
            </a:r>
            <a:r>
              <a:rPr lang="en-US" sz="2800" dirty="0">
                <a:latin typeface="ML-TTKarthika"/>
              </a:rPr>
              <a:t> Rm\pw (2)</a:t>
            </a:r>
            <a:endParaRPr lang="pt-BR" sz="2700" dirty="0">
              <a:latin typeface="ML-TTKarthika" panose="04000000000000000000" pitchFamily="82" charset="0"/>
            </a:endParaRPr>
          </a:p>
          <a:p>
            <a:endParaRPr lang="pt-BR" sz="10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/>
              </a:rPr>
              <a:t>F{X a[pcah³ \masa\</a:t>
            </a:r>
            <a:r>
              <a:rPr lang="en-US" sz="2800" dirty="0" err="1">
                <a:latin typeface="ML-TTKarthika"/>
              </a:rPr>
              <a:t>n¡p</a:t>
            </a:r>
            <a:r>
              <a:rPr lang="en-US" sz="2800" dirty="0">
                <a:latin typeface="ML-TTKarthika"/>
              </a:rPr>
              <a:t> ]</a:t>
            </a:r>
            <a:r>
              <a:rPr lang="en-US" sz="2800" dirty="0" err="1">
                <a:latin typeface="ML-TTKarthika"/>
              </a:rPr>
              <a:t>mÀ¯mÂ</a:t>
            </a:r>
            <a:r>
              <a:rPr lang="en-US" sz="2800" dirty="0">
                <a:latin typeface="ML-TTKarthika"/>
              </a:rPr>
              <a:t> </a:t>
            </a:r>
          </a:p>
          <a:p>
            <a:r>
              <a:rPr lang="en-US" sz="2800" dirty="0" err="1">
                <a:latin typeface="ML-TTKarthika"/>
              </a:rPr>
              <a:t>HmÀ¯p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hcpt´mdpsa</a:t>
            </a:r>
            <a:r>
              <a:rPr lang="ml-IN" sz="1800" dirty="0">
                <a:latin typeface="ML-TTKarthika"/>
                <a:cs typeface="Kartika"/>
              </a:rPr>
              <a:t>ൻ ആ</a:t>
            </a:r>
            <a:r>
              <a:rPr lang="en-US" sz="2800" dirty="0" err="1">
                <a:latin typeface="ML-TTKarthika"/>
              </a:rPr>
              <a:t>À¯n</a:t>
            </a:r>
            <a:r>
              <a:rPr lang="en-US" sz="2800" dirty="0">
                <a:latin typeface="ML-TTKarthika"/>
              </a:rPr>
              <a:t> </a:t>
            </a:r>
            <a:r>
              <a:rPr lang="en-US" sz="2800" dirty="0" err="1">
                <a:latin typeface="ML-TTKarthika"/>
              </a:rPr>
              <a:t>amªp</a:t>
            </a:r>
            <a:r>
              <a:rPr lang="en-US" sz="2800" dirty="0">
                <a:latin typeface="ML-TTKarthika"/>
              </a:rPr>
              <a:t> t]</a:t>
            </a:r>
            <a:r>
              <a:rPr lang="en-US" sz="2800" dirty="0" err="1">
                <a:latin typeface="ML-TTKarthika"/>
              </a:rPr>
              <a:t>mIp¶p</a:t>
            </a:r>
            <a:r>
              <a:rPr lang="en-US" sz="2800" dirty="0">
                <a:latin typeface="ML-TTKarthika"/>
              </a:rPr>
              <a:t> (2)</a:t>
            </a:r>
            <a:endParaRPr lang="pt-BR" sz="1000" dirty="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10646941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4F65-22D6-56E4-6A7C-349976874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A5AD-D18A-3990-E9A8-D6C9E393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237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98BDA1D-3B8F-5BFA-1F4A-9510142CE3F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B0107-F782-C8D1-077D-2E21DDC1CE9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2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716D3-C5A7-D5F2-AC16-9CB4A624E418}"/>
              </a:ext>
            </a:extLst>
          </p:cNvPr>
          <p:cNvSpPr/>
          <p:nvPr/>
        </p:nvSpPr>
        <p:spPr>
          <a:xfrm>
            <a:off x="29981" y="558426"/>
            <a:ext cx="9084038" cy="193899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dukkham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daaridryam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enni-vaykkunhdo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600" dirty="0" err="1">
                <a:latin typeface="Segoe UI" panose="020B0502040204020203" pitchFamily="34" charset="0"/>
                <a:cs typeface="Segoe UI" panose="020B0502040204020203" pitchFamily="34" charset="0"/>
              </a:rPr>
              <a:t>shakthiyenmel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pidichu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thikkondu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pokunnavan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rogamenne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pidichen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deham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kshayichaalume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varumen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naathhan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dheham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puthuthaakkidaan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DF5F1-9F47-EE66-42E4-1C464BA2D038}"/>
              </a:ext>
            </a:extLst>
          </p:cNvPr>
          <p:cNvSpPr/>
          <p:nvPr/>
        </p:nvSpPr>
        <p:spPr>
          <a:xfrm>
            <a:off x="211204" y="2865954"/>
            <a:ext cx="8627995" cy="19697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ZpxJw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Zmcn</a:t>
            </a:r>
            <a:r>
              <a:rPr lang="ml-IN" sz="1800" dirty="0">
                <a:latin typeface="ML-TTKarthika" panose="04000000000000000000" pitchFamily="82" charset="0"/>
              </a:rPr>
              <a:t>ദ്ര്യ</a:t>
            </a:r>
            <a:r>
              <a:rPr lang="en-US" sz="2800" dirty="0" err="1">
                <a:latin typeface="ML-TTKarthika" panose="04000000000000000000" pitchFamily="82" charset="0"/>
              </a:rPr>
              <a:t>sa¶nhbv¡p</a:t>
            </a:r>
            <a:r>
              <a:rPr lang="ml-IN" sz="1800" dirty="0">
                <a:latin typeface="ML-TTKarthika" panose="04000000000000000000" pitchFamily="82" charset="0"/>
              </a:rPr>
              <a:t>ണ്ടോ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iànsbtaÂ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ssI¡p</a:t>
            </a:r>
            <a:r>
              <a:rPr lang="en-US" sz="2800" dirty="0">
                <a:latin typeface="ML-TTKarthika" panose="04000000000000000000" pitchFamily="82" charset="0"/>
              </a:rPr>
              <a:t> ]</a:t>
            </a:r>
            <a:r>
              <a:rPr lang="en-US" sz="2800" dirty="0" err="1">
                <a:latin typeface="ML-TTKarthika" panose="04000000000000000000" pitchFamily="82" charset="0"/>
              </a:rPr>
              <a:t>nSn¨p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S¯ns¡m</a:t>
            </a:r>
            <a:r>
              <a:rPr lang="ml-IN" sz="1800" dirty="0">
                <a:latin typeface="ML-TTKarthika" panose="04000000000000000000" pitchFamily="82" charset="0"/>
              </a:rPr>
              <a:t>ണ്ട</a:t>
            </a:r>
            <a:r>
              <a:rPr lang="en-US" sz="2800" dirty="0">
                <a:latin typeface="ML-TTKarthika" panose="04000000000000000000" pitchFamily="82" charset="0"/>
              </a:rPr>
              <a:t>p</a:t>
            </a:r>
            <a:r>
              <a:rPr lang="en-US" sz="1800" dirty="0">
                <a:latin typeface="ML-TTKarthika" panose="04000000000000000000" pitchFamily="82" charset="0"/>
              </a:rPr>
              <a:t> </a:t>
            </a:r>
            <a:r>
              <a:rPr lang="en-US" sz="2800" dirty="0">
                <a:latin typeface="ML-TTKarthika" panose="04000000000000000000" pitchFamily="82" charset="0"/>
              </a:rPr>
              <a:t>t]mIp¶h³ (2)</a:t>
            </a:r>
          </a:p>
          <a:p>
            <a:endParaRPr lang="pt-BR" sz="1000" dirty="0">
              <a:latin typeface="ML-TTKarthika" panose="04000000000000000000" pitchFamily="82" charset="0"/>
            </a:endParaRPr>
          </a:p>
          <a:p>
            <a:r>
              <a:rPr lang="en-US" sz="2800" dirty="0" err="1">
                <a:latin typeface="ML-TTKarthika" panose="04000000000000000000" pitchFamily="82" charset="0"/>
              </a:rPr>
              <a:t>tcmKsas</a:t>
            </a:r>
            <a:r>
              <a:rPr lang="en-US" sz="2800" dirty="0">
                <a:latin typeface="ML-TTKarthika" panose="04000000000000000000" pitchFamily="82" charset="0"/>
              </a:rPr>
              <a:t>¶ ]nSns¨³ </a:t>
            </a:r>
            <a:r>
              <a:rPr lang="en-US" sz="2800" dirty="0" err="1">
                <a:latin typeface="ML-TTKarthika" panose="04000000000000000000" pitchFamily="82" charset="0"/>
              </a:rPr>
              <a:t>tZlw</a:t>
            </a:r>
            <a:r>
              <a:rPr lang="en-US" sz="2800" dirty="0">
                <a:latin typeface="ML-TTKarthika" panose="04000000000000000000" pitchFamily="82" charset="0"/>
              </a:rPr>
              <a:t> £</a:t>
            </a:r>
            <a:r>
              <a:rPr lang="en-US" sz="2800" dirty="0" err="1">
                <a:latin typeface="ML-TTKarthika" panose="04000000000000000000" pitchFamily="82" charset="0"/>
              </a:rPr>
              <a:t>bn¨mepta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thKw</a:t>
            </a:r>
            <a:r>
              <a:rPr lang="en-US" sz="2800" dirty="0">
                <a:latin typeface="ML-TTKarthika" panose="04000000000000000000" pitchFamily="82" charset="0"/>
              </a:rPr>
              <a:t> hcpsa³ \mY³ </a:t>
            </a:r>
            <a:r>
              <a:rPr lang="en-US" sz="2800" dirty="0" err="1">
                <a:latin typeface="ML-TTKarthika" panose="04000000000000000000" pitchFamily="82" charset="0"/>
              </a:rPr>
              <a:t>tZlw</a:t>
            </a:r>
            <a:r>
              <a:rPr lang="en-US" sz="2800" dirty="0">
                <a:latin typeface="ML-TTKarthika" panose="04000000000000000000" pitchFamily="82" charset="0"/>
              </a:rPr>
              <a:t> ]pXpXm¡oSm³ (2)</a:t>
            </a:r>
            <a:endParaRPr lang="pt-BR" sz="10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990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820A-FB35-501D-D74F-264D4DEFA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1891-E75E-B0C8-EFBB-2575EEA6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237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798A5CC-B94E-6195-B93A-1FD32CD796F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C7EA25-486F-A937-C524-BE17DF336EA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3 of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0CC780-F74A-70C6-9F43-22C282541F61}"/>
              </a:ext>
            </a:extLst>
          </p:cNvPr>
          <p:cNvSpPr/>
          <p:nvPr/>
        </p:nvSpPr>
        <p:spPr>
          <a:xfrm>
            <a:off x="129002" y="601980"/>
            <a:ext cx="8885997" cy="19697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paapathaal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shaapakkarhakalh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maatti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shobhitha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neethi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vasthram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aabharanhamaay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nalkum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vanpicha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lokathira-kkambam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theeruvolhavum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munpum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pinpumaayavan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anpodenne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nadathum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2FD233-78C6-398D-F86E-697831B9D561}"/>
              </a:ext>
            </a:extLst>
          </p:cNvPr>
          <p:cNvSpPr/>
          <p:nvPr/>
        </p:nvSpPr>
        <p:spPr>
          <a:xfrm>
            <a:off x="258002" y="2625926"/>
            <a:ext cx="8627995" cy="19697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ML-TTKarthika" panose="04000000000000000000" pitchFamily="82" charset="0"/>
              </a:rPr>
              <a:t>]m]¯</a:t>
            </a:r>
            <a:r>
              <a:rPr lang="en-US" sz="2800" dirty="0" err="1">
                <a:latin typeface="ML-TTKarthika" panose="04000000000000000000" pitchFamily="82" charset="0"/>
              </a:rPr>
              <a:t>mse¶nÂ</a:t>
            </a:r>
            <a:r>
              <a:rPr lang="en-US" sz="2800" dirty="0">
                <a:latin typeface="ML-TTKarthika" panose="04000000000000000000" pitchFamily="82" charset="0"/>
              </a:rPr>
              <a:t> h¶ </a:t>
            </a:r>
            <a:r>
              <a:rPr lang="en-US" sz="2800" dirty="0" err="1">
                <a:latin typeface="ML-TTKarthika" panose="04000000000000000000" pitchFamily="82" charset="0"/>
              </a:rPr>
              <a:t>im</a:t>
            </a:r>
            <a:r>
              <a:rPr lang="en-US" sz="2800" dirty="0">
                <a:latin typeface="ML-TTKarthika" panose="04000000000000000000" pitchFamily="82" charset="0"/>
              </a:rPr>
              <a:t>]¡</a:t>
            </a:r>
            <a:r>
              <a:rPr lang="en-US" sz="2800" dirty="0" err="1">
                <a:latin typeface="ML-TTKarthika" panose="04000000000000000000" pitchFamily="82" charset="0"/>
              </a:rPr>
              <a:t>dIÄ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amän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tim`nX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oXn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hkv</a:t>
            </a:r>
            <a:r>
              <a:rPr lang="en-US" sz="2800" dirty="0">
                <a:latin typeface="ML-TTKarthika" panose="04000000000000000000" pitchFamily="82" charset="0"/>
              </a:rPr>
              <a:t>{</a:t>
            </a:r>
            <a:r>
              <a:rPr lang="en-US" sz="2800" dirty="0" err="1">
                <a:latin typeface="ML-TTKarthika" panose="04000000000000000000" pitchFamily="82" charset="0"/>
              </a:rPr>
              <a:t>Xw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B`cWambv</a:t>
            </a:r>
            <a:r>
              <a:rPr lang="en-US" sz="2800" dirty="0">
                <a:latin typeface="ML-TTKarthika" panose="04000000000000000000" pitchFamily="82" charset="0"/>
              </a:rPr>
              <a:t> \</a:t>
            </a:r>
            <a:r>
              <a:rPr lang="en-US" sz="2800" dirty="0" err="1">
                <a:latin typeface="ML-TTKarthika" panose="04000000000000000000" pitchFamily="82" charset="0"/>
              </a:rPr>
              <a:t>evIpw</a:t>
            </a:r>
            <a:r>
              <a:rPr lang="en-US" sz="2800" dirty="0">
                <a:latin typeface="ML-TTKarthika" panose="04000000000000000000" pitchFamily="82" charset="0"/>
              </a:rPr>
              <a:t> (2) </a:t>
            </a:r>
          </a:p>
          <a:p>
            <a:endParaRPr lang="pt-BR" sz="1000" dirty="0">
              <a:latin typeface="ML-TTKarthika" panose="04000000000000000000" pitchFamily="82" charset="0"/>
            </a:endParaRPr>
          </a:p>
          <a:p>
            <a:r>
              <a:rPr lang="en-US" sz="2800" dirty="0">
                <a:latin typeface="ML-TTKarthika" panose="04000000000000000000" pitchFamily="82" charset="0"/>
              </a:rPr>
              <a:t>h¼n¨ temI¯ncþ¡¼w </a:t>
            </a:r>
            <a:r>
              <a:rPr lang="en-US" sz="2800" dirty="0" err="1">
                <a:latin typeface="ML-TTKarthika" panose="04000000000000000000" pitchFamily="82" charset="0"/>
              </a:rPr>
              <a:t>Xocpthmfhpw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>
                <a:latin typeface="ML-TTKarthika" panose="04000000000000000000" pitchFamily="82" charset="0"/>
              </a:rPr>
              <a:t>ap¼pw ]n¼pambh³ A³t]</a:t>
            </a:r>
            <a:r>
              <a:rPr lang="en-US" sz="2800" dirty="0" err="1">
                <a:latin typeface="ML-TTKarthika" panose="04000000000000000000" pitchFamily="82" charset="0"/>
              </a:rPr>
              <a:t>msSs</a:t>
            </a:r>
            <a:r>
              <a:rPr lang="en-US" sz="2800" dirty="0">
                <a:latin typeface="ML-TTKarthika" panose="04000000000000000000" pitchFamily="82" charset="0"/>
              </a:rPr>
              <a:t>¶ \</a:t>
            </a:r>
            <a:r>
              <a:rPr lang="en-US" sz="2800" dirty="0" err="1">
                <a:latin typeface="ML-TTKarthika" panose="04000000000000000000" pitchFamily="82" charset="0"/>
              </a:rPr>
              <a:t>S¯pw</a:t>
            </a:r>
            <a:r>
              <a:rPr lang="en-US" sz="2800" dirty="0">
                <a:latin typeface="ML-TTKarthika" panose="04000000000000000000" pitchFamily="82" charset="0"/>
              </a:rPr>
              <a:t> (2)</a:t>
            </a:r>
            <a:endParaRPr lang="pt-BR" sz="10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9203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40C4-9B8B-6F84-4DD9-4BFA5F5C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5031-4601-5705-56F6-9D9FD314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Segoe UI" panose="020B0502040204020203" pitchFamily="34" charset="0"/>
              </a:rPr>
              <a:t>Holy Communion – Hymn No. 237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2812B44-EB3E-4AE1-8A25-F2B1A0CEADA2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DCDB4-06FE-BFE1-98C2-A715C5491E46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Communion 6: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75A63C-01F5-76ED-A0E9-E325FED224C0}"/>
              </a:ext>
            </a:extLst>
          </p:cNvPr>
          <p:cNvSpPr/>
          <p:nvPr/>
        </p:nvSpPr>
        <p:spPr>
          <a:xfrm>
            <a:off x="211205" y="601980"/>
            <a:ext cx="8627995" cy="196977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lokamenikku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vairi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lokamenne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thyajichaal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shokam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enthenikkathil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ethum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bhayappeda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vekkam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manhavatti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aakkeedum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enna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vaakkunhdenikku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neekkamill-athinottum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EA9ECE-DE11-E2BE-5827-5031E0075E83}"/>
              </a:ext>
            </a:extLst>
          </p:cNvPr>
          <p:cNvSpPr/>
          <p:nvPr/>
        </p:nvSpPr>
        <p:spPr>
          <a:xfrm>
            <a:off x="376875" y="2734241"/>
            <a:ext cx="8627995" cy="20313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ML-TTKarthika" panose="04000000000000000000" pitchFamily="82" charset="0"/>
              </a:rPr>
              <a:t>temIsa</a:t>
            </a:r>
            <a:r>
              <a:rPr lang="en-US" sz="2800" dirty="0">
                <a:latin typeface="ML-TTKarthika" panose="04000000000000000000" pitchFamily="82" charset="0"/>
              </a:rPr>
              <a:t>\</a:t>
            </a:r>
            <a:r>
              <a:rPr lang="en-US" sz="2800" dirty="0" err="1">
                <a:latin typeface="ML-TTKarthika" panose="04000000000000000000" pitchFamily="82" charset="0"/>
              </a:rPr>
              <a:t>n¡p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sshcn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temIsas</a:t>
            </a:r>
            <a:r>
              <a:rPr lang="en-US" sz="2800" dirty="0">
                <a:latin typeface="ML-TTKarthika" panose="04000000000000000000" pitchFamily="82" charset="0"/>
              </a:rPr>
              <a:t>¶ </a:t>
            </a:r>
            <a:r>
              <a:rPr lang="en-US" sz="2800" dirty="0" err="1">
                <a:latin typeface="ML-TTKarthika" panose="04000000000000000000" pitchFamily="82" charset="0"/>
              </a:rPr>
              <a:t>XyPn¨mÂ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800" dirty="0" err="1">
                <a:latin typeface="ML-TTKarthika" panose="04000000000000000000" pitchFamily="82" charset="0"/>
              </a:rPr>
              <a:t>timIsas</a:t>
            </a:r>
            <a:r>
              <a:rPr lang="en-US" sz="2800" dirty="0">
                <a:latin typeface="ML-TTKarthika" panose="04000000000000000000" pitchFamily="82" charset="0"/>
              </a:rPr>
              <a:t>´\</a:t>
            </a:r>
            <a:r>
              <a:rPr lang="en-US" sz="2800" dirty="0" err="1">
                <a:latin typeface="ML-TTKarthika" panose="04000000000000000000" pitchFamily="82" charset="0"/>
              </a:rPr>
              <a:t>n¡XnÂ</a:t>
            </a:r>
            <a:r>
              <a:rPr lang="en-US" sz="2800" dirty="0">
                <a:latin typeface="ML-TTKarthika" panose="04000000000000000000" pitchFamily="82" charset="0"/>
              </a:rPr>
              <a:t> </a:t>
            </a:r>
            <a:r>
              <a:rPr lang="en-US" sz="2800" dirty="0" err="1">
                <a:latin typeface="ML-TTKarthika" panose="04000000000000000000" pitchFamily="82" charset="0"/>
              </a:rPr>
              <a:t>GXpw</a:t>
            </a:r>
            <a:r>
              <a:rPr lang="en-US" sz="2800" dirty="0">
                <a:latin typeface="ML-TTKarthika" panose="04000000000000000000" pitchFamily="82" charset="0"/>
              </a:rPr>
              <a:t> `</a:t>
            </a:r>
            <a:r>
              <a:rPr lang="en-US" sz="2800" dirty="0" err="1">
                <a:latin typeface="ML-TTKarthika" panose="04000000000000000000" pitchFamily="82" charset="0"/>
              </a:rPr>
              <a:t>bs¸Sm</a:t>
            </a:r>
            <a:r>
              <a:rPr lang="en-US" sz="2800" dirty="0">
                <a:latin typeface="ML-TTKarthika" panose="04000000000000000000" pitchFamily="82" charset="0"/>
              </a:rPr>
              <a:t> Rm³ (2)</a:t>
            </a:r>
          </a:p>
          <a:p>
            <a:endParaRPr lang="en-US" sz="1800" dirty="0">
              <a:latin typeface="ML-TTKarthika" panose="04000000000000000000" pitchFamily="82" charset="0"/>
            </a:endParaRPr>
          </a:p>
          <a:p>
            <a:pPr>
              <a:spcAft>
                <a:spcPts val="1200"/>
              </a:spcAft>
            </a:pPr>
            <a:r>
              <a:rPr lang="ml-IN" sz="1800" dirty="0">
                <a:latin typeface="ML-TTKarthika" panose="04000000000000000000" pitchFamily="82" charset="0"/>
              </a:rPr>
              <a:t>വെക്കം തൻ മണവാട്ടി ആക്കീടും എന്നെ എന്ന</a:t>
            </a:r>
          </a:p>
          <a:p>
            <a:pPr>
              <a:spcAft>
                <a:spcPts val="1200"/>
              </a:spcAft>
            </a:pPr>
            <a:r>
              <a:rPr lang="ml-IN" sz="1800" dirty="0">
                <a:latin typeface="ML-TTKarthika" panose="04000000000000000000" pitchFamily="82" charset="0"/>
              </a:rPr>
              <a:t>വാക്കുണ്ടെനിക്കു തൻറെ നീക്കമില്ലതിനൊട്ടും</a:t>
            </a:r>
            <a:r>
              <a:rPr lang="en-US" sz="2400" dirty="0">
                <a:latin typeface="ML-TTKarthika" panose="04000000000000000000" pitchFamily="82" charset="0"/>
              </a:rPr>
              <a:t> (2)</a:t>
            </a:r>
            <a:endParaRPr lang="en-US" sz="18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7816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Closing Hymn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Doxology V</a:t>
            </a:r>
            <a:endParaRPr kumimoji="0" lang="en-US" sz="6000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DBA-98A6-F1DC-2FBA-2FAFF74C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6BEB-C3C6-C44E-CCA6-FA4251F6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Closing Hymn – Doxology V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6BFFFC-A89D-E303-EA68-94E0C1D998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C7B14-A3FF-EB74-3B0F-E6394D2682B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04E8964-BE44-B21F-225D-206A8990089C}"/>
              </a:ext>
            </a:extLst>
          </p:cNvPr>
          <p:cNvSpPr/>
          <p:nvPr/>
        </p:nvSpPr>
        <p:spPr>
          <a:xfrm>
            <a:off x="9965852" y="3418877"/>
            <a:ext cx="124397" cy="4288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1E8-6355-2222-2FE7-C348635BA2B8}"/>
              </a:ext>
            </a:extLst>
          </p:cNvPr>
          <p:cNvSpPr txBox="1"/>
          <p:nvPr/>
        </p:nvSpPr>
        <p:spPr>
          <a:xfrm flipH="1">
            <a:off x="10145543" y="3448631"/>
            <a:ext cx="25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D7E497-16E3-4D0B-D67F-B0783CD0DB3A}"/>
              </a:ext>
            </a:extLst>
          </p:cNvPr>
          <p:cNvSpPr/>
          <p:nvPr/>
        </p:nvSpPr>
        <p:spPr>
          <a:xfrm>
            <a:off x="0" y="764350"/>
            <a:ext cx="9119108" cy="156966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latin typeface="Segoe UI"/>
                <a:cs typeface="Segoe UI"/>
              </a:rPr>
              <a:t>Daivame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nin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snehathode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njangalhe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vittayaykka</a:t>
            </a:r>
            <a:endParaRPr lang="en-US" sz="3200" dirty="0">
              <a:latin typeface="Segoe UI"/>
              <a:cs typeface="Segoe UI"/>
            </a:endParaRPr>
          </a:p>
          <a:p>
            <a:r>
              <a:rPr lang="en-US" sz="3200" dirty="0">
                <a:latin typeface="Segoe UI"/>
                <a:cs typeface="Segoe UI"/>
              </a:rPr>
              <a:t>Ninte </a:t>
            </a:r>
            <a:r>
              <a:rPr lang="en-US" sz="3200" dirty="0" err="1">
                <a:latin typeface="Segoe UI"/>
                <a:cs typeface="Segoe UI"/>
              </a:rPr>
              <a:t>samaadhaanam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thannu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ippolh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anugrahikka</a:t>
            </a:r>
            <a:endParaRPr lang="en-US" sz="3200" dirty="0">
              <a:latin typeface="Segoe UI"/>
              <a:cs typeface="Segoe UI"/>
            </a:endParaRPr>
          </a:p>
          <a:p>
            <a:r>
              <a:rPr lang="en-US" sz="3200" dirty="0" err="1">
                <a:latin typeface="Segoe UI"/>
                <a:cs typeface="Segoe UI"/>
              </a:rPr>
              <a:t>Yaathrhakkaaraam</a:t>
            </a:r>
            <a:r>
              <a:rPr lang="en-US" sz="3200" dirty="0">
                <a:latin typeface="Segoe UI"/>
                <a:cs typeface="Segoe UI"/>
              </a:rPr>
              <a:t> (2) </a:t>
            </a:r>
            <a:r>
              <a:rPr lang="en-US" sz="3200" dirty="0" err="1">
                <a:latin typeface="Segoe UI"/>
                <a:cs typeface="Segoe UI"/>
              </a:rPr>
              <a:t>njangalhe</a:t>
            </a:r>
            <a:r>
              <a:rPr lang="en-US" sz="3200" dirty="0">
                <a:latin typeface="Segoe UI"/>
                <a:cs typeface="Segoe UI"/>
              </a:rPr>
              <a:t> </a:t>
            </a:r>
            <a:r>
              <a:rPr lang="en-US" sz="3200" dirty="0" err="1">
                <a:latin typeface="Segoe UI"/>
                <a:cs typeface="Segoe UI"/>
              </a:rPr>
              <a:t>thanhuppikka</a:t>
            </a:r>
            <a:endParaRPr lang="en-US" sz="3200" dirty="0">
              <a:latin typeface="Segoe UI"/>
              <a:cs typeface="Segoe U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12E09B5-E893-4800-2C09-D538794564EC}"/>
              </a:ext>
            </a:extLst>
          </p:cNvPr>
          <p:cNvSpPr txBox="1"/>
          <p:nvPr/>
        </p:nvSpPr>
        <p:spPr>
          <a:xfrm>
            <a:off x="0" y="2719990"/>
            <a:ext cx="9119107" cy="2100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400" dirty="0">
                <a:latin typeface="ML-TTKarthika" panose="04000000000000000000" pitchFamily="82" charset="0"/>
              </a:rPr>
              <a:t>ദൈവമേ നിൻ സ്നേഹത്തോടെ ഞങ്ങളെ വിട്ടയയ്ക്ക </a:t>
            </a:r>
          </a:p>
          <a:p>
            <a:pPr>
              <a:lnSpc>
                <a:spcPct val="150000"/>
              </a:lnSpc>
            </a:pPr>
            <a:r>
              <a:rPr lang="ml-IN" sz="2400" dirty="0">
                <a:latin typeface="ML-TTKarthika" panose="04000000000000000000" pitchFamily="82" charset="0"/>
              </a:rPr>
              <a:t>നിന്റെ സമാധാനം തന്നു ഇപ്പോൾ അനുഗ്രഹിക്ക </a:t>
            </a:r>
          </a:p>
          <a:p>
            <a:pPr>
              <a:lnSpc>
                <a:spcPct val="150000"/>
              </a:lnSpc>
            </a:pPr>
            <a:r>
              <a:rPr lang="ml-IN" sz="2400" dirty="0">
                <a:latin typeface="ML-TTKarthika" panose="04000000000000000000" pitchFamily="82" charset="0"/>
              </a:rPr>
              <a:t>യാത്രക്കാരാം (2) ഞങ്ങളെ തണുപ്പിക്ക</a:t>
            </a:r>
            <a:endParaRPr lang="en-US" sz="700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979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A86B-2838-4BE8-E384-6C2D962B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E2CE-0689-1E2B-AD4B-B7044C13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Welcome Song – Be Thou My Vision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6652C3-9D3F-02DD-9603-F5135FCA9FA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2AF51-B449-7DAB-8A5B-C499B05A6C1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Welcome Song: 1 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0442AD-0942-783D-AEBF-999EE284425C}"/>
              </a:ext>
            </a:extLst>
          </p:cNvPr>
          <p:cNvSpPr/>
          <p:nvPr/>
        </p:nvSpPr>
        <p:spPr>
          <a:xfrm>
            <a:off x="154983" y="774036"/>
            <a:ext cx="9119108" cy="397031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/>
                <a:ea typeface="+mn-lt"/>
                <a:cs typeface="+mn-lt"/>
              </a:rPr>
              <a:t>Be Thou my vision, O Lord of my heart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Naught be all else to me, save that Thou art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Thou my best thought, by day or by night</a:t>
            </a:r>
            <a:endParaRPr lang="en-US" sz="280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Waking or sleeping, Thy presence my light</a:t>
            </a:r>
            <a:endParaRPr lang="en-US" sz="2800">
              <a:latin typeface="Segoe UI"/>
              <a:cs typeface="Segoe UI"/>
            </a:endParaRPr>
          </a:p>
          <a:p>
            <a:endParaRPr lang="en-US" sz="2800" dirty="0">
              <a:latin typeface="Segoe UI"/>
              <a:ea typeface="Calibri"/>
              <a:cs typeface="Calibr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Be Thou my wisdom, and Thou my true word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I ever with Thee and Thou with me, Lord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Thou my great Father, and I Thy true son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Thou in me dwelling and I with Thee one</a:t>
            </a:r>
            <a:endParaRPr lang="en-US" dirty="0"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243359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752D-DAB8-FE25-830F-6C240186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CA6E-67CE-D799-4557-9B54ECFA6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/>
                <a:cs typeface="Segoe UI"/>
              </a:rPr>
              <a:t>Welcome Song – Be Thou My Vision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3CD0B7A-5231-D9FF-A497-6D8FFA16101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D751A-5661-C757-FEAA-B0090F8266C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/>
                <a:cs typeface="Segoe UI"/>
              </a:rPr>
              <a:t>Welcome Song: 2 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EBB529-4D76-7379-52D0-C57031E55FF3}"/>
              </a:ext>
            </a:extLst>
          </p:cNvPr>
          <p:cNvSpPr/>
          <p:nvPr/>
        </p:nvSpPr>
        <p:spPr>
          <a:xfrm>
            <a:off x="154983" y="774036"/>
            <a:ext cx="9119108" cy="43858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/>
                <a:ea typeface="+mn-lt"/>
                <a:cs typeface="+mn-lt"/>
              </a:rPr>
              <a:t>Riches I heed not, nor vain, empty praise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Thou mine inheritance, now and always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Thou and Thou only first in my heart</a:t>
            </a:r>
            <a:endParaRPr lang="en-US" dirty="0">
              <a:latin typeface="Segoe UI"/>
              <a:ea typeface="+mn-lt"/>
              <a:cs typeface="+mn-lt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High King of heaven, my treasure Thou art</a:t>
            </a:r>
            <a:endParaRPr lang="en-US" dirty="0">
              <a:latin typeface="Segoe UI"/>
              <a:ea typeface="+mn-lt"/>
              <a:cs typeface="+mn-lt"/>
            </a:endParaRPr>
          </a:p>
          <a:p>
            <a:endParaRPr lang="en-US" dirty="0">
              <a:latin typeface="Segoe UI"/>
              <a:cs typeface="Segoe UI"/>
            </a:endParaRPr>
          </a:p>
          <a:p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High King of heaven, my victory won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May I reach heaven's joys, O bright heaven's sun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Heart of my own heart, whatever befall</a:t>
            </a:r>
            <a:endParaRPr lang="en-US" dirty="0">
              <a:latin typeface="Segoe UI"/>
              <a:cs typeface="Segoe UI"/>
            </a:endParaRPr>
          </a:p>
          <a:p>
            <a:r>
              <a:rPr lang="en-US" sz="2800" dirty="0">
                <a:latin typeface="Segoe UI"/>
                <a:ea typeface="+mn-lt"/>
                <a:cs typeface="+mn-lt"/>
              </a:rPr>
              <a:t>Still be my vision, O ruler of all</a:t>
            </a:r>
            <a:endParaRPr lang="en-US" dirty="0">
              <a:latin typeface="Segoe UI"/>
              <a:cs typeface="Segoe UI"/>
            </a:endParaRPr>
          </a:p>
          <a:p>
            <a:endParaRPr lang="en-US" sz="2800" dirty="0">
              <a:latin typeface="Segoe U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8065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2808</TotalTime>
  <Words>3258</Words>
  <Application>Microsoft Office PowerPoint</Application>
  <PresentationFormat>On-screen Show (16:9)</PresentationFormat>
  <Paragraphs>559</Paragraphs>
  <Slides>65</Slides>
  <Notes>39</Notes>
  <HiddenSlides>1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1_Office Theme</vt:lpstr>
      <vt:lpstr>6_Office Theme</vt:lpstr>
      <vt:lpstr>Office 2013 - 2022 Theme</vt:lpstr>
      <vt:lpstr>Hymns List</vt:lpstr>
      <vt:lpstr>PowerPoint Presentation</vt:lpstr>
      <vt:lpstr>Opening Song – Hymn No.  90</vt:lpstr>
      <vt:lpstr>Opening Song – Hymn No. 90</vt:lpstr>
      <vt:lpstr>Opening Song – Hymn No. 90</vt:lpstr>
      <vt:lpstr>Opening Song – Hymn No. 90</vt:lpstr>
      <vt:lpstr>Opening Song – Hymn No. 90</vt:lpstr>
      <vt:lpstr>PowerPoint Presentation</vt:lpstr>
      <vt:lpstr>Thanksgiving Prayers – Hymn No 363</vt:lpstr>
      <vt:lpstr>PowerPoint Presentation</vt:lpstr>
      <vt:lpstr>Offertory Hymn- Hymn No. 229</vt:lpstr>
      <vt:lpstr>Offertory Hymn- Hymn No. 229</vt:lpstr>
      <vt:lpstr>Offertory Hymn- Hymn No. 229</vt:lpstr>
      <vt:lpstr>Offertory Hymn- Hymn No. 229</vt:lpstr>
      <vt:lpstr>Offertory Hymn- Hymn No. 229</vt:lpstr>
      <vt:lpstr>Offertory Hymn- Hymn No. 229</vt:lpstr>
      <vt:lpstr>Offertory Hymn- Hymn No. 229</vt:lpstr>
      <vt:lpstr>Offertory Hymn- Hymn No. 229</vt:lpstr>
      <vt:lpstr>PowerPoint Presentation</vt:lpstr>
      <vt:lpstr>Confession – Hymn No 171</vt:lpstr>
      <vt:lpstr>PowerPoint Presentation</vt:lpstr>
      <vt:lpstr>Holy Communion – Hymn No 171</vt:lpstr>
      <vt:lpstr>Holy Communion – Hymn No. 171</vt:lpstr>
      <vt:lpstr>Holy Communion – Hymn No. 171</vt:lpstr>
      <vt:lpstr>Holy Communion – Hymn No. 171</vt:lpstr>
      <vt:lpstr>Holy Communion – Hymn No. 171</vt:lpstr>
      <vt:lpstr>Holy Communion –  Hymn No 464</vt:lpstr>
      <vt:lpstr>Holy Communion – Hymn No. 464</vt:lpstr>
      <vt:lpstr>Holy Communion – Hymn No. 464</vt:lpstr>
      <vt:lpstr>Holy Communion – Hymn No 464</vt:lpstr>
      <vt:lpstr>Holy Communion – Hymn No. 464</vt:lpstr>
      <vt:lpstr>Holy Communion – Hymn No. 464</vt:lpstr>
      <vt:lpstr>Holy Communion – Hymn No. 464</vt:lpstr>
      <vt:lpstr>Holy Communion – 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– Hymn No. 170</vt:lpstr>
      <vt:lpstr>Holy Communion - Ennhi ennhi sthuthikkuvaan</vt:lpstr>
      <vt:lpstr>Holy Communion- Ennhi ennhi sthuthikkuvaan</vt:lpstr>
      <vt:lpstr>Holy Communion- Ennhi ennhi sthuthikkuvaan</vt:lpstr>
      <vt:lpstr>Holy Communion- Ennhi ennhi sthuthikkuvaan</vt:lpstr>
      <vt:lpstr>Holy Communion- Ennhi ennhi sthuthikkuvaan</vt:lpstr>
      <vt:lpstr>Holy Communion- Ennhi ennhi sthuthikkuvaan</vt:lpstr>
      <vt:lpstr>Holy Communion- Ennhi ennhi sthuthikkuvaan</vt:lpstr>
      <vt:lpstr>Holy Communion- Ennhi ennhi sthuthikkuvaan</vt:lpstr>
      <vt:lpstr>Holy Communion – Hymn No. 373</vt:lpstr>
      <vt:lpstr>Holy Communion – Hymn No. 373</vt:lpstr>
      <vt:lpstr>Holy Communion – Hymn No. 373</vt:lpstr>
      <vt:lpstr>Holy Communion – Hymn No. 373</vt:lpstr>
      <vt:lpstr>Holy Communion – Hymn No.  237</vt:lpstr>
      <vt:lpstr>Holy Communion – Hymn No. 237</vt:lpstr>
      <vt:lpstr>Holy Communion – Hymn No. 237</vt:lpstr>
      <vt:lpstr>Holy Communion – Hymn No. 237</vt:lpstr>
      <vt:lpstr>Holy Communion – Hymn No. 237</vt:lpstr>
      <vt:lpstr>PowerPoint Presentation</vt:lpstr>
      <vt:lpstr>Closing Hymn – Doxology V</vt:lpstr>
      <vt:lpstr>Welcome Song – Be Thou My Vision</vt:lpstr>
      <vt:lpstr>Welcome Song – Be Thou My Vision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42</cp:revision>
  <dcterms:created xsi:type="dcterms:W3CDTF">2020-09-02T02:55:07Z</dcterms:created>
  <dcterms:modified xsi:type="dcterms:W3CDTF">2025-05-01T11:46:28Z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