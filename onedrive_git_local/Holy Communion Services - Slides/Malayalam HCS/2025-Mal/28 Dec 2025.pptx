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theme/theme2.xml" ContentType="application/vnd.openxmlformats-officedocument.theme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3" r:id="rId2"/>
    <p:sldMasterId id="2147483683" r:id="rId3"/>
  </p:sldMasterIdLst>
  <p:notesMasterIdLst>
    <p:notesMasterId r:id="rId55"/>
  </p:notesMasterIdLst>
  <p:sldIdLst>
    <p:sldId id="511" r:id="rId4"/>
    <p:sldId id="2569" r:id="rId5"/>
    <p:sldId id="2529" r:id="rId6"/>
    <p:sldId id="2708" r:id="rId7"/>
    <p:sldId id="2709" r:id="rId8"/>
    <p:sldId id="2710" r:id="rId9"/>
    <p:sldId id="952" r:id="rId10"/>
    <p:sldId id="2228" r:id="rId11"/>
    <p:sldId id="2531" r:id="rId12"/>
    <p:sldId id="1545" r:id="rId13"/>
    <p:sldId id="2711" r:id="rId14"/>
    <p:sldId id="2712" r:id="rId15"/>
    <p:sldId id="2713" r:id="rId16"/>
    <p:sldId id="2450" r:id="rId17"/>
    <p:sldId id="2530" r:id="rId18"/>
    <p:sldId id="1888" r:id="rId19"/>
    <p:sldId id="1539" r:id="rId20"/>
    <p:sldId id="2628" r:id="rId21"/>
    <p:sldId id="2621" r:id="rId22"/>
    <p:sldId id="2729" r:id="rId23"/>
    <p:sldId id="2730" r:id="rId24"/>
    <p:sldId id="2731" r:id="rId25"/>
    <p:sldId id="2732" r:id="rId26"/>
    <p:sldId id="2576" r:id="rId27"/>
    <p:sldId id="2606" r:id="rId28"/>
    <p:sldId id="2714" r:id="rId29"/>
    <p:sldId id="2715" r:id="rId30"/>
    <p:sldId id="2716" r:id="rId31"/>
    <p:sldId id="2717" r:id="rId32"/>
    <p:sldId id="2718" r:id="rId33"/>
    <p:sldId id="2597" r:id="rId34"/>
    <p:sldId id="2577" r:id="rId35"/>
    <p:sldId id="2719" r:id="rId36"/>
    <p:sldId id="2720" r:id="rId37"/>
    <p:sldId id="2721" r:id="rId38"/>
    <p:sldId id="2722" r:id="rId39"/>
    <p:sldId id="2723" r:id="rId40"/>
    <p:sldId id="2724" r:id="rId41"/>
    <p:sldId id="2725" r:id="rId42"/>
    <p:sldId id="2726" r:id="rId43"/>
    <p:sldId id="2728" r:id="rId44"/>
    <p:sldId id="2727" r:id="rId45"/>
    <p:sldId id="2733" r:id="rId46"/>
    <p:sldId id="2737" r:id="rId47"/>
    <p:sldId id="2735" r:id="rId48"/>
    <p:sldId id="2738" r:id="rId49"/>
    <p:sldId id="2736" r:id="rId50"/>
    <p:sldId id="2739" r:id="rId51"/>
    <p:sldId id="2734" r:id="rId52"/>
    <p:sldId id="1444" r:id="rId53"/>
    <p:sldId id="2231" r:id="rId54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diti samuel" initials="as" lastIdx="1" clrIdx="0">
    <p:extLst>
      <p:ext uri="{19B8F6BF-5375-455C-9EA6-DF929625EA0E}">
        <p15:presenceInfo xmlns:p15="http://schemas.microsoft.com/office/powerpoint/2012/main" userId="810fea6f6deeb52a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00000"/>
    <a:srgbClr val="FAF5F0"/>
    <a:srgbClr val="E8D3D3"/>
    <a:srgbClr val="D1CDC4"/>
    <a:srgbClr val="A78B86"/>
    <a:srgbClr val="FFD9C8"/>
    <a:srgbClr val="C09C6F"/>
    <a:srgbClr val="AACDE2"/>
    <a:srgbClr val="7E5F73"/>
    <a:srgbClr val="B3818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69CFDAF-1FD1-0613-8AE1-4DA01D6125F6}" v="63" dt="2025-12-27T23:53:10.146"/>
    <p1510:client id="{FAAC0FCE-68DB-9A60-9A39-D361B12BBA80}" v="3" dt="2025-12-28T00:23:29.26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>
        <p:guide orient="horz" pos="1620"/>
        <p:guide pos="2880"/>
      </p:guideLst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26" Type="http://schemas.openxmlformats.org/officeDocument/2006/relationships/slide" Target="slides/slide23.xml"/><Relationship Id="rId39" Type="http://schemas.openxmlformats.org/officeDocument/2006/relationships/slide" Target="slides/slide36.xml"/><Relationship Id="rId21" Type="http://schemas.openxmlformats.org/officeDocument/2006/relationships/slide" Target="slides/slide18.xml"/><Relationship Id="rId34" Type="http://schemas.openxmlformats.org/officeDocument/2006/relationships/slide" Target="slides/slide31.xml"/><Relationship Id="rId42" Type="http://schemas.openxmlformats.org/officeDocument/2006/relationships/slide" Target="slides/slide39.xml"/><Relationship Id="rId47" Type="http://schemas.openxmlformats.org/officeDocument/2006/relationships/slide" Target="slides/slide44.xml"/><Relationship Id="rId50" Type="http://schemas.openxmlformats.org/officeDocument/2006/relationships/slide" Target="slides/slide47.xml"/><Relationship Id="rId55" Type="http://schemas.openxmlformats.org/officeDocument/2006/relationships/notesMaster" Target="notesMasters/notesMaster1.xml"/><Relationship Id="rId7" Type="http://schemas.openxmlformats.org/officeDocument/2006/relationships/slide" Target="slides/slide4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9" Type="http://schemas.openxmlformats.org/officeDocument/2006/relationships/slide" Target="slides/slide26.xml"/><Relationship Id="rId11" Type="http://schemas.openxmlformats.org/officeDocument/2006/relationships/slide" Target="slides/slide8.xml"/><Relationship Id="rId24" Type="http://schemas.openxmlformats.org/officeDocument/2006/relationships/slide" Target="slides/slide21.xml"/><Relationship Id="rId32" Type="http://schemas.openxmlformats.org/officeDocument/2006/relationships/slide" Target="slides/slide29.xml"/><Relationship Id="rId37" Type="http://schemas.openxmlformats.org/officeDocument/2006/relationships/slide" Target="slides/slide34.xml"/><Relationship Id="rId40" Type="http://schemas.openxmlformats.org/officeDocument/2006/relationships/slide" Target="slides/slide37.xml"/><Relationship Id="rId45" Type="http://schemas.openxmlformats.org/officeDocument/2006/relationships/slide" Target="slides/slide42.xml"/><Relationship Id="rId53" Type="http://schemas.openxmlformats.org/officeDocument/2006/relationships/slide" Target="slides/slide50.xml"/><Relationship Id="rId58" Type="http://schemas.openxmlformats.org/officeDocument/2006/relationships/viewProps" Target="viewProps.xml"/><Relationship Id="rId5" Type="http://schemas.openxmlformats.org/officeDocument/2006/relationships/slide" Target="slides/slide2.xml"/><Relationship Id="rId61" Type="http://schemas.microsoft.com/office/2016/11/relationships/changesInfo" Target="changesInfos/changesInfo1.xml"/><Relationship Id="rId19" Type="http://schemas.openxmlformats.org/officeDocument/2006/relationships/slide" Target="slides/slide16.xml"/><Relationship Id="rId14" Type="http://schemas.openxmlformats.org/officeDocument/2006/relationships/slide" Target="slides/slide11.xml"/><Relationship Id="rId22" Type="http://schemas.openxmlformats.org/officeDocument/2006/relationships/slide" Target="slides/slide19.xml"/><Relationship Id="rId27" Type="http://schemas.openxmlformats.org/officeDocument/2006/relationships/slide" Target="slides/slide24.xml"/><Relationship Id="rId30" Type="http://schemas.openxmlformats.org/officeDocument/2006/relationships/slide" Target="slides/slide27.xml"/><Relationship Id="rId35" Type="http://schemas.openxmlformats.org/officeDocument/2006/relationships/slide" Target="slides/slide32.xml"/><Relationship Id="rId43" Type="http://schemas.openxmlformats.org/officeDocument/2006/relationships/slide" Target="slides/slide40.xml"/><Relationship Id="rId48" Type="http://schemas.openxmlformats.org/officeDocument/2006/relationships/slide" Target="slides/slide45.xml"/><Relationship Id="rId56" Type="http://schemas.openxmlformats.org/officeDocument/2006/relationships/commentAuthors" Target="commentAuthors.xml"/><Relationship Id="rId8" Type="http://schemas.openxmlformats.org/officeDocument/2006/relationships/slide" Target="slides/slide5.xml"/><Relationship Id="rId51" Type="http://schemas.openxmlformats.org/officeDocument/2006/relationships/slide" Target="slides/slide48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slide" Target="slides/slide22.xml"/><Relationship Id="rId33" Type="http://schemas.openxmlformats.org/officeDocument/2006/relationships/slide" Target="slides/slide30.xml"/><Relationship Id="rId38" Type="http://schemas.openxmlformats.org/officeDocument/2006/relationships/slide" Target="slides/slide35.xml"/><Relationship Id="rId46" Type="http://schemas.openxmlformats.org/officeDocument/2006/relationships/slide" Target="slides/slide43.xml"/><Relationship Id="rId59" Type="http://schemas.openxmlformats.org/officeDocument/2006/relationships/theme" Target="theme/theme1.xml"/><Relationship Id="rId20" Type="http://schemas.openxmlformats.org/officeDocument/2006/relationships/slide" Target="slides/slide17.xml"/><Relationship Id="rId41" Type="http://schemas.openxmlformats.org/officeDocument/2006/relationships/slide" Target="slides/slide38.xml"/><Relationship Id="rId54" Type="http://schemas.openxmlformats.org/officeDocument/2006/relationships/slide" Target="slides/slide51.xml"/><Relationship Id="rId62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5" Type="http://schemas.openxmlformats.org/officeDocument/2006/relationships/slide" Target="slides/slide12.xml"/><Relationship Id="rId23" Type="http://schemas.openxmlformats.org/officeDocument/2006/relationships/slide" Target="slides/slide20.xml"/><Relationship Id="rId28" Type="http://schemas.openxmlformats.org/officeDocument/2006/relationships/slide" Target="slides/slide25.xml"/><Relationship Id="rId36" Type="http://schemas.openxmlformats.org/officeDocument/2006/relationships/slide" Target="slides/slide33.xml"/><Relationship Id="rId49" Type="http://schemas.openxmlformats.org/officeDocument/2006/relationships/slide" Target="slides/slide46.xml"/><Relationship Id="rId57" Type="http://schemas.openxmlformats.org/officeDocument/2006/relationships/presProps" Target="presProps.xml"/><Relationship Id="rId10" Type="http://schemas.openxmlformats.org/officeDocument/2006/relationships/slide" Target="slides/slide7.xml"/><Relationship Id="rId31" Type="http://schemas.openxmlformats.org/officeDocument/2006/relationships/slide" Target="slides/slide28.xml"/><Relationship Id="rId44" Type="http://schemas.openxmlformats.org/officeDocument/2006/relationships/slide" Target="slides/slide41.xml"/><Relationship Id="rId52" Type="http://schemas.openxmlformats.org/officeDocument/2006/relationships/slide" Target="slides/slide49.xml"/><Relationship Id="rId60" Type="http://schemas.openxmlformats.org/officeDocument/2006/relationships/tableStyles" Target="tableStyles.xml"/><Relationship Id="rId4" Type="http://schemas.openxmlformats.org/officeDocument/2006/relationships/slide" Target="slides/slide1.xml"/><Relationship Id="rId9" Type="http://schemas.openxmlformats.org/officeDocument/2006/relationships/slide" Target="slides/slide6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uest User" providerId="Windows Live" clId="Web-{369CFDAF-1FD1-0613-8AE1-4DA01D6125F6}"/>
    <pc:docChg chg="modSld">
      <pc:chgData name="Guest User" userId="" providerId="Windows Live" clId="Web-{369CFDAF-1FD1-0613-8AE1-4DA01D6125F6}" dt="2025-12-27T23:52:49.318" v="51" actId="20577"/>
      <pc:docMkLst>
        <pc:docMk/>
      </pc:docMkLst>
      <pc:sldChg chg="modSp">
        <pc:chgData name="Guest User" userId="" providerId="Windows Live" clId="Web-{369CFDAF-1FD1-0613-8AE1-4DA01D6125F6}" dt="2025-12-27T23:48:25.921" v="3" actId="20577"/>
        <pc:sldMkLst>
          <pc:docMk/>
          <pc:sldMk cId="0" sldId="952"/>
        </pc:sldMkLst>
        <pc:spChg chg="mod">
          <ac:chgData name="Guest User" userId="" providerId="Windows Live" clId="Web-{369CFDAF-1FD1-0613-8AE1-4DA01D6125F6}" dt="2025-12-27T23:48:25.921" v="3" actId="20577"/>
          <ac:spMkLst>
            <pc:docMk/>
            <pc:sldMk cId="0" sldId="952"/>
            <ac:spMk id="3" creationId="{00000000-0000-0000-0000-000000000000}"/>
          </ac:spMkLst>
        </pc:spChg>
      </pc:sldChg>
      <pc:sldChg chg="modSp">
        <pc:chgData name="Guest User" userId="" providerId="Windows Live" clId="Web-{369CFDAF-1FD1-0613-8AE1-4DA01D6125F6}" dt="2025-12-27T23:48:53.781" v="6" actId="20577"/>
        <pc:sldMkLst>
          <pc:docMk/>
          <pc:sldMk cId="0" sldId="2228"/>
        </pc:sldMkLst>
        <pc:spChg chg="mod">
          <ac:chgData name="Guest User" userId="" providerId="Windows Live" clId="Web-{369CFDAF-1FD1-0613-8AE1-4DA01D6125F6}" dt="2025-12-27T23:48:53.781" v="6" actId="20577"/>
          <ac:spMkLst>
            <pc:docMk/>
            <pc:sldMk cId="0" sldId="2228"/>
            <ac:spMk id="2" creationId="{00000000-0000-0000-0000-000000000000}"/>
          </ac:spMkLst>
        </pc:spChg>
      </pc:sldChg>
      <pc:sldChg chg="modSp">
        <pc:chgData name="Guest User" userId="" providerId="Windows Live" clId="Web-{369CFDAF-1FD1-0613-8AE1-4DA01D6125F6}" dt="2025-12-27T23:51:41.831" v="16" actId="20577"/>
        <pc:sldMkLst>
          <pc:docMk/>
          <pc:sldMk cId="2332035596" sldId="2714"/>
        </pc:sldMkLst>
        <pc:spChg chg="mod">
          <ac:chgData name="Guest User" userId="" providerId="Windows Live" clId="Web-{369CFDAF-1FD1-0613-8AE1-4DA01D6125F6}" dt="2025-12-27T23:51:31.706" v="11" actId="20577"/>
          <ac:spMkLst>
            <pc:docMk/>
            <pc:sldMk cId="2332035596" sldId="2714"/>
            <ac:spMk id="5" creationId="{0AF3F45F-CD6B-385E-3796-F3137A804DE2}"/>
          </ac:spMkLst>
        </pc:spChg>
        <pc:spChg chg="mod">
          <ac:chgData name="Guest User" userId="" providerId="Windows Live" clId="Web-{369CFDAF-1FD1-0613-8AE1-4DA01D6125F6}" dt="2025-12-27T23:51:41.831" v="16" actId="20577"/>
          <ac:spMkLst>
            <pc:docMk/>
            <pc:sldMk cId="2332035596" sldId="2714"/>
            <ac:spMk id="6" creationId="{847EDCE9-A22D-0661-F678-BB466AA2CE06}"/>
          </ac:spMkLst>
        </pc:spChg>
      </pc:sldChg>
      <pc:sldChg chg="modSp">
        <pc:chgData name="Guest User" userId="" providerId="Windows Live" clId="Web-{369CFDAF-1FD1-0613-8AE1-4DA01D6125F6}" dt="2025-12-27T23:51:56.613" v="26" actId="20577"/>
        <pc:sldMkLst>
          <pc:docMk/>
          <pc:sldMk cId="36705862" sldId="2715"/>
        </pc:sldMkLst>
        <pc:spChg chg="mod">
          <ac:chgData name="Guest User" userId="" providerId="Windows Live" clId="Web-{369CFDAF-1FD1-0613-8AE1-4DA01D6125F6}" dt="2025-12-27T23:51:50.550" v="21" actId="20577"/>
          <ac:spMkLst>
            <pc:docMk/>
            <pc:sldMk cId="36705862" sldId="2715"/>
            <ac:spMk id="3" creationId="{329A4D20-7724-5143-8BF4-1DCA78077495}"/>
          </ac:spMkLst>
        </pc:spChg>
        <pc:spChg chg="mod">
          <ac:chgData name="Guest User" userId="" providerId="Windows Live" clId="Web-{369CFDAF-1FD1-0613-8AE1-4DA01D6125F6}" dt="2025-12-27T23:51:56.613" v="26" actId="20577"/>
          <ac:spMkLst>
            <pc:docMk/>
            <pc:sldMk cId="36705862" sldId="2715"/>
            <ac:spMk id="4" creationId="{D6BFC669-E5DE-F442-DAC4-3EBB6765D430}"/>
          </ac:spMkLst>
        </pc:spChg>
      </pc:sldChg>
      <pc:sldChg chg="modSp">
        <pc:chgData name="Guest User" userId="" providerId="Windows Live" clId="Web-{369CFDAF-1FD1-0613-8AE1-4DA01D6125F6}" dt="2025-12-27T23:52:12.691" v="31" actId="20577"/>
        <pc:sldMkLst>
          <pc:docMk/>
          <pc:sldMk cId="2644447177" sldId="2716"/>
        </pc:sldMkLst>
        <pc:spChg chg="mod">
          <ac:chgData name="Guest User" userId="" providerId="Windows Live" clId="Web-{369CFDAF-1FD1-0613-8AE1-4DA01D6125F6}" dt="2025-12-27T23:52:12.691" v="31" actId="20577"/>
          <ac:spMkLst>
            <pc:docMk/>
            <pc:sldMk cId="2644447177" sldId="2716"/>
            <ac:spMk id="5" creationId="{D5ED55E9-F6A0-7299-C68E-A76D4B189FB6}"/>
          </ac:spMkLst>
        </pc:spChg>
      </pc:sldChg>
      <pc:sldChg chg="modSp">
        <pc:chgData name="Guest User" userId="" providerId="Windows Live" clId="Web-{369CFDAF-1FD1-0613-8AE1-4DA01D6125F6}" dt="2025-12-27T23:52:32.848" v="41" actId="20577"/>
        <pc:sldMkLst>
          <pc:docMk/>
          <pc:sldMk cId="1395681833" sldId="2717"/>
        </pc:sldMkLst>
        <pc:spChg chg="mod">
          <ac:chgData name="Guest User" userId="" providerId="Windows Live" clId="Web-{369CFDAF-1FD1-0613-8AE1-4DA01D6125F6}" dt="2025-12-27T23:52:32.848" v="41" actId="20577"/>
          <ac:spMkLst>
            <pc:docMk/>
            <pc:sldMk cId="1395681833" sldId="2717"/>
            <ac:spMk id="3" creationId="{E9D02246-8BD7-BEA2-0123-9795A7955116}"/>
          </ac:spMkLst>
        </pc:spChg>
        <pc:spChg chg="mod">
          <ac:chgData name="Guest User" userId="" providerId="Windows Live" clId="Web-{369CFDAF-1FD1-0613-8AE1-4DA01D6125F6}" dt="2025-12-27T23:52:28.801" v="36" actId="20577"/>
          <ac:spMkLst>
            <pc:docMk/>
            <pc:sldMk cId="1395681833" sldId="2717"/>
            <ac:spMk id="4" creationId="{3398E165-74B8-9AB2-4736-D6812F016723}"/>
          </ac:spMkLst>
        </pc:spChg>
      </pc:sldChg>
      <pc:sldChg chg="modSp">
        <pc:chgData name="Guest User" userId="" providerId="Windows Live" clId="Web-{369CFDAF-1FD1-0613-8AE1-4DA01D6125F6}" dt="2025-12-27T23:52:49.318" v="51" actId="20577"/>
        <pc:sldMkLst>
          <pc:docMk/>
          <pc:sldMk cId="2713063186" sldId="2718"/>
        </pc:sldMkLst>
        <pc:spChg chg="mod">
          <ac:chgData name="Guest User" userId="" providerId="Windows Live" clId="Web-{369CFDAF-1FD1-0613-8AE1-4DA01D6125F6}" dt="2025-12-27T23:52:41.255" v="46" actId="20577"/>
          <ac:spMkLst>
            <pc:docMk/>
            <pc:sldMk cId="2713063186" sldId="2718"/>
            <ac:spMk id="5" creationId="{985F0FF9-EEC9-B6C1-69DB-A71E578199F5}"/>
          </ac:spMkLst>
        </pc:spChg>
        <pc:spChg chg="mod">
          <ac:chgData name="Guest User" userId="" providerId="Windows Live" clId="Web-{369CFDAF-1FD1-0613-8AE1-4DA01D6125F6}" dt="2025-12-27T23:52:49.318" v="51" actId="20577"/>
          <ac:spMkLst>
            <pc:docMk/>
            <pc:sldMk cId="2713063186" sldId="2718"/>
            <ac:spMk id="6" creationId="{06B496BD-5DC7-B827-8CFF-95D4FC39C9FF}"/>
          </ac:spMkLst>
        </pc:spChg>
      </pc:sldChg>
    </pc:docChg>
  </pc:docChgLst>
  <pc:docChgLst>
    <pc:chgData name="Sini Mathew" userId="3875fe58a975fc01" providerId="LiveId" clId="{01228244-6B25-4D01-85AC-4B8EA41E8750}"/>
    <pc:docChg chg="undo custSel addSld delSld modSld sldOrd">
      <pc:chgData name="Sini Mathew" userId="3875fe58a975fc01" providerId="LiveId" clId="{01228244-6B25-4D01-85AC-4B8EA41E8750}" dt="2025-12-18T14:30:44.606" v="706" actId="20577"/>
      <pc:docMkLst>
        <pc:docMk/>
      </pc:docMkLst>
      <pc:sldChg chg="modSp mod">
        <pc:chgData name="Sini Mathew" userId="3875fe58a975fc01" providerId="LiveId" clId="{01228244-6B25-4D01-85AC-4B8EA41E8750}" dt="2025-12-18T04:37:49.739" v="64" actId="20577"/>
        <pc:sldMkLst>
          <pc:docMk/>
          <pc:sldMk cId="0" sldId="952"/>
        </pc:sldMkLst>
        <pc:spChg chg="mod">
          <ac:chgData name="Sini Mathew" userId="3875fe58a975fc01" providerId="LiveId" clId="{01228244-6B25-4D01-85AC-4B8EA41E8750}" dt="2025-12-18T04:37:49.739" v="64" actId="20577"/>
          <ac:spMkLst>
            <pc:docMk/>
            <pc:sldMk cId="0" sldId="952"/>
            <ac:spMk id="3" creationId="{00000000-0000-0000-0000-000000000000}"/>
          </ac:spMkLst>
        </pc:spChg>
      </pc:sldChg>
      <pc:sldChg chg="addSp delSp modSp mod modNotesTx">
        <pc:chgData name="Sini Mathew" userId="3875fe58a975fc01" providerId="LiveId" clId="{01228244-6B25-4D01-85AC-4B8EA41E8750}" dt="2025-12-18T04:42:55.082" v="321" actId="20577"/>
        <pc:sldMkLst>
          <pc:docMk/>
          <pc:sldMk cId="0" sldId="1545"/>
        </pc:sldMkLst>
        <pc:spChg chg="mod">
          <ac:chgData name="Sini Mathew" userId="3875fe58a975fc01" providerId="LiveId" clId="{01228244-6B25-4D01-85AC-4B8EA41E8750}" dt="2025-12-18T04:38:36.671" v="279" actId="20577"/>
          <ac:spMkLst>
            <pc:docMk/>
            <pc:sldMk cId="0" sldId="1545"/>
            <ac:spMk id="2" creationId="{00000000-0000-0000-0000-000000000000}"/>
          </ac:spMkLst>
        </pc:spChg>
        <pc:spChg chg="add mod">
          <ac:chgData name="Sini Mathew" userId="3875fe58a975fc01" providerId="LiveId" clId="{01228244-6B25-4D01-85AC-4B8EA41E8750}" dt="2025-12-18T04:41:30.438" v="311" actId="14100"/>
          <ac:spMkLst>
            <pc:docMk/>
            <pc:sldMk cId="0" sldId="1545"/>
            <ac:spMk id="3" creationId="{FC6BA86C-C279-ABB6-AA6D-CC4B3F43EB8C}"/>
          </ac:spMkLst>
        </pc:spChg>
        <pc:spChg chg="mod">
          <ac:chgData name="Sini Mathew" userId="3875fe58a975fc01" providerId="LiveId" clId="{01228244-6B25-4D01-85AC-4B8EA41E8750}" dt="2025-12-18T04:42:55.082" v="321" actId="20577"/>
          <ac:spMkLst>
            <pc:docMk/>
            <pc:sldMk cId="0" sldId="1545"/>
            <ac:spMk id="5" creationId="{00000000-0000-0000-0000-000000000000}"/>
          </ac:spMkLst>
        </pc:spChg>
        <pc:spChg chg="mod">
          <ac:chgData name="Sini Mathew" userId="3875fe58a975fc01" providerId="LiveId" clId="{01228244-6B25-4D01-85AC-4B8EA41E8750}" dt="2025-12-18T04:42:15.674" v="317" actId="1076"/>
          <ac:spMkLst>
            <pc:docMk/>
            <pc:sldMk cId="0" sldId="1545"/>
            <ac:spMk id="6" creationId="{5799F3AE-D01E-4197-0BAB-7444E983DDAD}"/>
          </ac:spMkLst>
        </pc:spChg>
        <pc:spChg chg="add mod">
          <ac:chgData name="Sini Mathew" userId="3875fe58a975fc01" providerId="LiveId" clId="{01228244-6B25-4D01-85AC-4B8EA41E8750}" dt="2025-12-18T04:41:57.029" v="314" actId="1076"/>
          <ac:spMkLst>
            <pc:docMk/>
            <pc:sldMk cId="0" sldId="1545"/>
            <ac:spMk id="9" creationId="{BA0A8B37-B8BF-5778-6490-61C583A75BA9}"/>
          </ac:spMkLst>
        </pc:spChg>
        <pc:picChg chg="mod">
          <ac:chgData name="Sini Mathew" userId="3875fe58a975fc01" providerId="LiveId" clId="{01228244-6B25-4D01-85AC-4B8EA41E8750}" dt="2025-12-18T04:41:38.283" v="312" actId="14100"/>
          <ac:picMkLst>
            <pc:docMk/>
            <pc:sldMk cId="0" sldId="1545"/>
            <ac:picMk id="7" creationId="{5BDE969A-31AC-BE4F-7946-5FF90F572E66}"/>
          </ac:picMkLst>
        </pc:picChg>
      </pc:sldChg>
      <pc:sldChg chg="modSp mod">
        <pc:chgData name="Sini Mathew" userId="3875fe58a975fc01" providerId="LiveId" clId="{01228244-6B25-4D01-85AC-4B8EA41E8750}" dt="2025-12-18T04:54:04.223" v="382" actId="20577"/>
        <pc:sldMkLst>
          <pc:docMk/>
          <pc:sldMk cId="0" sldId="1888"/>
        </pc:sldMkLst>
        <pc:spChg chg="mod">
          <ac:chgData name="Sini Mathew" userId="3875fe58a975fc01" providerId="LiveId" clId="{01228244-6B25-4D01-85AC-4B8EA41E8750}" dt="2025-12-18T04:54:04.223" v="382" actId="20577"/>
          <ac:spMkLst>
            <pc:docMk/>
            <pc:sldMk cId="0" sldId="1888"/>
            <ac:spMk id="2" creationId="{00000000-0000-0000-0000-000000000000}"/>
          </ac:spMkLst>
        </pc:spChg>
      </pc:sldChg>
      <pc:sldChg chg="modSp mod">
        <pc:chgData name="Sini Mathew" userId="3875fe58a975fc01" providerId="LiveId" clId="{01228244-6B25-4D01-85AC-4B8EA41E8750}" dt="2025-12-18T04:38:16.215" v="269" actId="20577"/>
        <pc:sldMkLst>
          <pc:docMk/>
          <pc:sldMk cId="0" sldId="2228"/>
        </pc:sldMkLst>
        <pc:spChg chg="mod">
          <ac:chgData name="Sini Mathew" userId="3875fe58a975fc01" providerId="LiveId" clId="{01228244-6B25-4D01-85AC-4B8EA41E8750}" dt="2025-12-18T04:37:56.454" v="66" actId="20577"/>
          <ac:spMkLst>
            <pc:docMk/>
            <pc:sldMk cId="0" sldId="2228"/>
            <ac:spMk id="2" creationId="{00000000-0000-0000-0000-000000000000}"/>
          </ac:spMkLst>
        </pc:spChg>
        <pc:spChg chg="mod">
          <ac:chgData name="Sini Mathew" userId="3875fe58a975fc01" providerId="LiveId" clId="{01228244-6B25-4D01-85AC-4B8EA41E8750}" dt="2025-12-18T04:38:16.215" v="269" actId="20577"/>
          <ac:spMkLst>
            <pc:docMk/>
            <pc:sldMk cId="0" sldId="2228"/>
            <ac:spMk id="3" creationId="{65EB36AB-EAE5-7577-F4C2-016F98C99581}"/>
          </ac:spMkLst>
        </pc:spChg>
      </pc:sldChg>
      <pc:sldChg chg="modSp mod">
        <pc:chgData name="Sini Mathew" userId="3875fe58a975fc01" providerId="LiveId" clId="{01228244-6B25-4D01-85AC-4B8EA41E8750}" dt="2025-12-18T14:29:17.209" v="605" actId="20577"/>
        <pc:sldMkLst>
          <pc:docMk/>
          <pc:sldMk cId="0" sldId="2231"/>
        </pc:sldMkLst>
        <pc:spChg chg="mod">
          <ac:chgData name="Sini Mathew" userId="3875fe58a975fc01" providerId="LiveId" clId="{01228244-6B25-4D01-85AC-4B8EA41E8750}" dt="2025-12-18T14:29:17.209" v="605" actId="20577"/>
          <ac:spMkLst>
            <pc:docMk/>
            <pc:sldMk cId="0" sldId="2231"/>
            <ac:spMk id="5" creationId="{00000000-0000-0000-0000-000000000000}"/>
          </ac:spMkLst>
        </pc:spChg>
      </pc:sldChg>
      <pc:sldChg chg="addSp delSp modSp mod">
        <pc:chgData name="Sini Mathew" userId="3875fe58a975fc01" providerId="LiveId" clId="{01228244-6B25-4D01-85AC-4B8EA41E8750}" dt="2025-12-18T04:33:50.916" v="21" actId="20577"/>
        <pc:sldMkLst>
          <pc:docMk/>
          <pc:sldMk cId="0" sldId="2529"/>
        </pc:sldMkLst>
        <pc:spChg chg="mod">
          <ac:chgData name="Sini Mathew" userId="3875fe58a975fc01" providerId="LiveId" clId="{01228244-6B25-4D01-85AC-4B8EA41E8750}" dt="2025-12-18T04:33:04.409" v="8" actId="20577"/>
          <ac:spMkLst>
            <pc:docMk/>
            <pc:sldMk cId="0" sldId="2529"/>
            <ac:spMk id="2" creationId="{00000000-0000-0000-0000-000000000000}"/>
          </ac:spMkLst>
        </pc:spChg>
        <pc:spChg chg="mod">
          <ac:chgData name="Sini Mathew" userId="3875fe58a975fc01" providerId="LiveId" clId="{01228244-6B25-4D01-85AC-4B8EA41E8750}" dt="2025-12-18T04:33:50.916" v="21" actId="20577"/>
          <ac:spMkLst>
            <pc:docMk/>
            <pc:sldMk cId="0" sldId="2529"/>
            <ac:spMk id="4" creationId="{00000000-0000-0000-0000-000000000000}"/>
          </ac:spMkLst>
        </pc:spChg>
        <pc:spChg chg="add mod">
          <ac:chgData name="Sini Mathew" userId="3875fe58a975fc01" providerId="LiveId" clId="{01228244-6B25-4D01-85AC-4B8EA41E8750}" dt="2025-12-18T04:33:25.251" v="15" actId="1076"/>
          <ac:spMkLst>
            <pc:docMk/>
            <pc:sldMk cId="0" sldId="2529"/>
            <ac:spMk id="5" creationId="{A996E5CD-707F-196A-A17A-90F0B6469B06}"/>
          </ac:spMkLst>
        </pc:spChg>
        <pc:spChg chg="add mod">
          <ac:chgData name="Sini Mathew" userId="3875fe58a975fc01" providerId="LiveId" clId="{01228244-6B25-4D01-85AC-4B8EA41E8750}" dt="2025-12-18T04:33:27.733" v="16" actId="1076"/>
          <ac:spMkLst>
            <pc:docMk/>
            <pc:sldMk cId="0" sldId="2529"/>
            <ac:spMk id="7" creationId="{59B1EC4C-6F0D-083D-F987-D70F1C081211}"/>
          </ac:spMkLst>
        </pc:spChg>
      </pc:sldChg>
      <pc:sldChg chg="modSp mod">
        <pc:chgData name="Sini Mathew" userId="3875fe58a975fc01" providerId="LiveId" clId="{01228244-6B25-4D01-85AC-4B8EA41E8750}" dt="2025-12-18T04:38:22.936" v="273" actId="20577"/>
        <pc:sldMkLst>
          <pc:docMk/>
          <pc:sldMk cId="0" sldId="2531"/>
        </pc:sldMkLst>
        <pc:spChg chg="mod">
          <ac:chgData name="Sini Mathew" userId="3875fe58a975fc01" providerId="LiveId" clId="{01228244-6B25-4D01-85AC-4B8EA41E8750}" dt="2025-12-18T04:38:22.936" v="273" actId="20577"/>
          <ac:spMkLst>
            <pc:docMk/>
            <pc:sldMk cId="0" sldId="2531"/>
            <ac:spMk id="3" creationId="{00000000-0000-0000-0000-000000000000}"/>
          </ac:spMkLst>
        </pc:spChg>
      </pc:sldChg>
      <pc:sldChg chg="modSp mod">
        <pc:chgData name="Sini Mathew" userId="3875fe58a975fc01" providerId="LiveId" clId="{01228244-6B25-4D01-85AC-4B8EA41E8750}" dt="2025-12-18T04:32:50.542" v="2" actId="20577"/>
        <pc:sldMkLst>
          <pc:docMk/>
          <pc:sldMk cId="0" sldId="2569"/>
        </pc:sldMkLst>
        <pc:spChg chg="mod">
          <ac:chgData name="Sini Mathew" userId="3875fe58a975fc01" providerId="LiveId" clId="{01228244-6B25-4D01-85AC-4B8EA41E8750}" dt="2025-12-18T04:32:50.542" v="2" actId="20577"/>
          <ac:spMkLst>
            <pc:docMk/>
            <pc:sldMk cId="0" sldId="2569"/>
            <ac:spMk id="2" creationId="{00000000-0000-0000-0000-000000000000}"/>
          </ac:spMkLst>
        </pc:spChg>
      </pc:sldChg>
      <pc:sldChg chg="modSp mod">
        <pc:chgData name="Sini Mathew" userId="3875fe58a975fc01" providerId="LiveId" clId="{01228244-6B25-4D01-85AC-4B8EA41E8750}" dt="2025-12-18T04:55:06.008" v="397" actId="20577"/>
        <pc:sldMkLst>
          <pc:docMk/>
          <pc:sldMk cId="0" sldId="2576"/>
        </pc:sldMkLst>
        <pc:spChg chg="mod">
          <ac:chgData name="Sini Mathew" userId="3875fe58a975fc01" providerId="LiveId" clId="{01228244-6B25-4D01-85AC-4B8EA41E8750}" dt="2025-12-18T04:55:06.008" v="397" actId="20577"/>
          <ac:spMkLst>
            <pc:docMk/>
            <pc:sldMk cId="0" sldId="2576"/>
            <ac:spMk id="6" creationId="{00000000-0000-0000-0000-000000000000}"/>
          </ac:spMkLst>
        </pc:spChg>
      </pc:sldChg>
      <pc:sldChg chg="addSp delSp modSp mod">
        <pc:chgData name="Sini Mathew" userId="3875fe58a975fc01" providerId="LiveId" clId="{01228244-6B25-4D01-85AC-4B8EA41E8750}" dt="2025-12-18T05:03:58.031" v="474" actId="1076"/>
        <pc:sldMkLst>
          <pc:docMk/>
          <pc:sldMk cId="0" sldId="2577"/>
        </pc:sldMkLst>
        <pc:spChg chg="add mod">
          <ac:chgData name="Sini Mathew" userId="3875fe58a975fc01" providerId="LiveId" clId="{01228244-6B25-4D01-85AC-4B8EA41E8750}" dt="2025-12-18T05:03:33.203" v="469"/>
          <ac:spMkLst>
            <pc:docMk/>
            <pc:sldMk cId="0" sldId="2577"/>
            <ac:spMk id="2" creationId="{F11B44CA-3D56-0722-F48C-7AA6BFB9BB70}"/>
          </ac:spMkLst>
        </pc:spChg>
        <pc:spChg chg="add mod">
          <ac:chgData name="Sini Mathew" userId="3875fe58a975fc01" providerId="LiveId" clId="{01228244-6B25-4D01-85AC-4B8EA41E8750}" dt="2025-12-18T05:03:58.031" v="474" actId="1076"/>
          <ac:spMkLst>
            <pc:docMk/>
            <pc:sldMk cId="0" sldId="2577"/>
            <ac:spMk id="3" creationId="{F55EA9E3-F01C-AE92-7DFF-579B763270ED}"/>
          </ac:spMkLst>
        </pc:spChg>
        <pc:spChg chg="mod">
          <ac:chgData name="Sini Mathew" userId="3875fe58a975fc01" providerId="LiveId" clId="{01228244-6B25-4D01-85AC-4B8EA41E8750}" dt="2025-12-18T05:03:28.171" v="467" actId="20577"/>
          <ac:spMkLst>
            <pc:docMk/>
            <pc:sldMk cId="0" sldId="2577"/>
            <ac:spMk id="6" creationId="{00000000-0000-0000-0000-000000000000}"/>
          </ac:spMkLst>
        </pc:spChg>
        <pc:spChg chg="mod">
          <ac:chgData name="Sini Mathew" userId="3875fe58a975fc01" providerId="LiveId" clId="{01228244-6B25-4D01-85AC-4B8EA41E8750}" dt="2025-12-18T05:03:39.119" v="471" actId="20577"/>
          <ac:spMkLst>
            <pc:docMk/>
            <pc:sldMk cId="0" sldId="2577"/>
            <ac:spMk id="11" creationId="{00000000-0000-0000-0000-000000000000}"/>
          </ac:spMkLst>
        </pc:spChg>
      </pc:sldChg>
      <pc:sldChg chg="modSp mod">
        <pc:chgData name="Sini Mathew" userId="3875fe58a975fc01" providerId="LiveId" clId="{01228244-6B25-4D01-85AC-4B8EA41E8750}" dt="2025-12-18T05:03:20.872" v="461" actId="20577"/>
        <pc:sldMkLst>
          <pc:docMk/>
          <pc:sldMk cId="0" sldId="2597"/>
        </pc:sldMkLst>
        <pc:spChg chg="mod">
          <ac:chgData name="Sini Mathew" userId="3875fe58a975fc01" providerId="LiveId" clId="{01228244-6B25-4D01-85AC-4B8EA41E8750}" dt="2025-12-18T05:03:20.872" v="461" actId="20577"/>
          <ac:spMkLst>
            <pc:docMk/>
            <pc:sldMk cId="0" sldId="2597"/>
            <ac:spMk id="6" creationId="{00000000-0000-0000-0000-000000000000}"/>
          </ac:spMkLst>
        </pc:spChg>
      </pc:sldChg>
      <pc:sldChg chg="addSp modSp mod">
        <pc:chgData name="Sini Mathew" userId="3875fe58a975fc01" providerId="LiveId" clId="{01228244-6B25-4D01-85AC-4B8EA41E8750}" dt="2025-12-18T04:56:21.739" v="410" actId="20577"/>
        <pc:sldMkLst>
          <pc:docMk/>
          <pc:sldMk cId="0" sldId="2606"/>
        </pc:sldMkLst>
        <pc:spChg chg="mod">
          <ac:chgData name="Sini Mathew" userId="3875fe58a975fc01" providerId="LiveId" clId="{01228244-6B25-4D01-85AC-4B8EA41E8750}" dt="2025-12-18T04:55:12.900" v="403" actId="20577"/>
          <ac:spMkLst>
            <pc:docMk/>
            <pc:sldMk cId="0" sldId="2606"/>
            <ac:spMk id="2" creationId="{00000000-0000-0000-0000-000000000000}"/>
          </ac:spMkLst>
        </pc:spChg>
        <pc:spChg chg="add mod">
          <ac:chgData name="Sini Mathew" userId="3875fe58a975fc01" providerId="LiveId" clId="{01228244-6B25-4D01-85AC-4B8EA41E8750}" dt="2025-12-18T04:55:26.736" v="405" actId="1076"/>
          <ac:spMkLst>
            <pc:docMk/>
            <pc:sldMk cId="0" sldId="2606"/>
            <ac:spMk id="3" creationId="{171DF1BA-BD34-DB0F-B2E7-439EC019906F}"/>
          </ac:spMkLst>
        </pc:spChg>
        <pc:spChg chg="add mod">
          <ac:chgData name="Sini Mathew" userId="3875fe58a975fc01" providerId="LiveId" clId="{01228244-6B25-4D01-85AC-4B8EA41E8750}" dt="2025-12-18T04:55:52.597" v="407" actId="1076"/>
          <ac:spMkLst>
            <pc:docMk/>
            <pc:sldMk cId="0" sldId="2606"/>
            <ac:spMk id="4" creationId="{10FECEF5-750C-0018-4394-2F69653E7AEF}"/>
          </ac:spMkLst>
        </pc:spChg>
        <pc:spChg chg="mod">
          <ac:chgData name="Sini Mathew" userId="3875fe58a975fc01" providerId="LiveId" clId="{01228244-6B25-4D01-85AC-4B8EA41E8750}" dt="2025-12-18T04:56:21.739" v="410" actId="20577"/>
          <ac:spMkLst>
            <pc:docMk/>
            <pc:sldMk cId="0" sldId="2606"/>
            <ac:spMk id="11" creationId="{00000000-0000-0000-0000-000000000000}"/>
          </ac:spMkLst>
        </pc:spChg>
      </pc:sldChg>
      <pc:sldChg chg="modSp mod">
        <pc:chgData name="Sini Mathew" userId="3875fe58a975fc01" providerId="LiveId" clId="{01228244-6B25-4D01-85AC-4B8EA41E8750}" dt="2025-12-18T04:54:13.389" v="385" actId="20577"/>
        <pc:sldMkLst>
          <pc:docMk/>
          <pc:sldMk cId="0" sldId="2621"/>
        </pc:sldMkLst>
        <pc:spChg chg="mod">
          <ac:chgData name="Sini Mathew" userId="3875fe58a975fc01" providerId="LiveId" clId="{01228244-6B25-4D01-85AC-4B8EA41E8750}" dt="2025-12-18T04:54:13.389" v="385" actId="20577"/>
          <ac:spMkLst>
            <pc:docMk/>
            <pc:sldMk cId="0" sldId="2621"/>
            <ac:spMk id="2" creationId="{00000000-0000-0000-0000-000000000000}"/>
          </ac:spMkLst>
        </pc:spChg>
      </pc:sldChg>
      <pc:sldChg chg="addSp delSp modSp add mod">
        <pc:chgData name="Sini Mathew" userId="3875fe58a975fc01" providerId="LiveId" clId="{01228244-6B25-4D01-85AC-4B8EA41E8750}" dt="2025-12-18T04:34:37.751" v="30" actId="20577"/>
        <pc:sldMkLst>
          <pc:docMk/>
          <pc:sldMk cId="4076515837" sldId="2708"/>
        </pc:sldMkLst>
        <pc:spChg chg="add mod">
          <ac:chgData name="Sini Mathew" userId="3875fe58a975fc01" providerId="LiveId" clId="{01228244-6B25-4D01-85AC-4B8EA41E8750}" dt="2025-12-18T04:34:19.956" v="25" actId="1076"/>
          <ac:spMkLst>
            <pc:docMk/>
            <pc:sldMk cId="4076515837" sldId="2708"/>
            <ac:spMk id="3" creationId="{CD604E98-C4D5-E8F5-EFA3-382BFCFAA778}"/>
          </ac:spMkLst>
        </pc:spChg>
        <pc:spChg chg="mod">
          <ac:chgData name="Sini Mathew" userId="3875fe58a975fc01" providerId="LiveId" clId="{01228244-6B25-4D01-85AC-4B8EA41E8750}" dt="2025-12-18T04:34:37.751" v="30" actId="20577"/>
          <ac:spMkLst>
            <pc:docMk/>
            <pc:sldMk cId="4076515837" sldId="2708"/>
            <ac:spMk id="4" creationId="{9C4AB6C9-F5AC-A699-BBEF-60B1EE088255}"/>
          </ac:spMkLst>
        </pc:spChg>
        <pc:spChg chg="add mod">
          <ac:chgData name="Sini Mathew" userId="3875fe58a975fc01" providerId="LiveId" clId="{01228244-6B25-4D01-85AC-4B8EA41E8750}" dt="2025-12-18T04:34:34.767" v="28" actId="1076"/>
          <ac:spMkLst>
            <pc:docMk/>
            <pc:sldMk cId="4076515837" sldId="2708"/>
            <ac:spMk id="8" creationId="{F1708138-41DC-3CBF-0FB9-B4E1E19C2C43}"/>
          </ac:spMkLst>
        </pc:spChg>
      </pc:sldChg>
      <pc:sldChg chg="addSp delSp modSp add mod">
        <pc:chgData name="Sini Mathew" userId="3875fe58a975fc01" providerId="LiveId" clId="{01228244-6B25-4D01-85AC-4B8EA41E8750}" dt="2025-12-18T04:35:30.304" v="44" actId="20577"/>
        <pc:sldMkLst>
          <pc:docMk/>
          <pc:sldMk cId="2645363571" sldId="2709"/>
        </pc:sldMkLst>
        <pc:spChg chg="mod">
          <ac:chgData name="Sini Mathew" userId="3875fe58a975fc01" providerId="LiveId" clId="{01228244-6B25-4D01-85AC-4B8EA41E8750}" dt="2025-12-18T04:35:30.304" v="44" actId="20577"/>
          <ac:spMkLst>
            <pc:docMk/>
            <pc:sldMk cId="2645363571" sldId="2709"/>
            <ac:spMk id="4" creationId="{2C40C6C0-5B09-4F3A-1623-5574A0FC6D43}"/>
          </ac:spMkLst>
        </pc:spChg>
        <pc:spChg chg="add mod">
          <ac:chgData name="Sini Mathew" userId="3875fe58a975fc01" providerId="LiveId" clId="{01228244-6B25-4D01-85AC-4B8EA41E8750}" dt="2025-12-18T04:35:01.828" v="34" actId="1076"/>
          <ac:spMkLst>
            <pc:docMk/>
            <pc:sldMk cId="2645363571" sldId="2709"/>
            <ac:spMk id="5" creationId="{2A87DD42-88D6-3549-FBE2-F62B0BAA98FB}"/>
          </ac:spMkLst>
        </pc:spChg>
        <pc:spChg chg="add mod">
          <ac:chgData name="Sini Mathew" userId="3875fe58a975fc01" providerId="LiveId" clId="{01228244-6B25-4D01-85AC-4B8EA41E8750}" dt="2025-12-18T04:35:18.123" v="37" actId="1076"/>
          <ac:spMkLst>
            <pc:docMk/>
            <pc:sldMk cId="2645363571" sldId="2709"/>
            <ac:spMk id="7" creationId="{B73B4CB7-4EE1-4DB8-3F3B-D1D02598F072}"/>
          </ac:spMkLst>
        </pc:spChg>
      </pc:sldChg>
      <pc:sldChg chg="addSp delSp modSp add mod">
        <pc:chgData name="Sini Mathew" userId="3875fe58a975fc01" providerId="LiveId" clId="{01228244-6B25-4D01-85AC-4B8EA41E8750}" dt="2025-12-18T04:36:10.445" v="54" actId="20577"/>
        <pc:sldMkLst>
          <pc:docMk/>
          <pc:sldMk cId="1319238325" sldId="2710"/>
        </pc:sldMkLst>
        <pc:spChg chg="add mod">
          <ac:chgData name="Sini Mathew" userId="3875fe58a975fc01" providerId="LiveId" clId="{01228244-6B25-4D01-85AC-4B8EA41E8750}" dt="2025-12-18T04:35:56.381" v="49" actId="1076"/>
          <ac:spMkLst>
            <pc:docMk/>
            <pc:sldMk cId="1319238325" sldId="2710"/>
            <ac:spMk id="3" creationId="{B0E0934F-183F-179C-6C71-DE5341667DCB}"/>
          </ac:spMkLst>
        </pc:spChg>
        <pc:spChg chg="mod">
          <ac:chgData name="Sini Mathew" userId="3875fe58a975fc01" providerId="LiveId" clId="{01228244-6B25-4D01-85AC-4B8EA41E8750}" dt="2025-12-18T04:36:10.445" v="54" actId="20577"/>
          <ac:spMkLst>
            <pc:docMk/>
            <pc:sldMk cId="1319238325" sldId="2710"/>
            <ac:spMk id="4" creationId="{0ACF571E-6F43-6806-CDC5-CDA2321D82F1}"/>
          </ac:spMkLst>
        </pc:spChg>
        <pc:spChg chg="add mod">
          <ac:chgData name="Sini Mathew" userId="3875fe58a975fc01" providerId="LiveId" clId="{01228244-6B25-4D01-85AC-4B8EA41E8750}" dt="2025-12-18T04:36:06.862" v="51" actId="1076"/>
          <ac:spMkLst>
            <pc:docMk/>
            <pc:sldMk cId="1319238325" sldId="2710"/>
            <ac:spMk id="8" creationId="{015037AE-15CA-8B25-0672-2015FD025A03}"/>
          </ac:spMkLst>
        </pc:spChg>
      </pc:sldChg>
      <pc:sldChg chg="addSp delSp modSp add mod">
        <pc:chgData name="Sini Mathew" userId="3875fe58a975fc01" providerId="LiveId" clId="{01228244-6B25-4D01-85AC-4B8EA41E8750}" dt="2025-12-18T04:44:49.672" v="345" actId="114"/>
        <pc:sldMkLst>
          <pc:docMk/>
          <pc:sldMk cId="512282544" sldId="2711"/>
        </pc:sldMkLst>
        <pc:spChg chg="add mod">
          <ac:chgData name="Sini Mathew" userId="3875fe58a975fc01" providerId="LiveId" clId="{01228244-6B25-4D01-85AC-4B8EA41E8750}" dt="2025-12-18T04:43:55.084" v="334" actId="1076"/>
          <ac:spMkLst>
            <pc:docMk/>
            <pc:sldMk cId="512282544" sldId="2711"/>
            <ac:spMk id="4" creationId="{9A2AD401-EA87-187D-137A-03E7CA4A47F5}"/>
          </ac:spMkLst>
        </pc:spChg>
        <pc:spChg chg="mod">
          <ac:chgData name="Sini Mathew" userId="3875fe58a975fc01" providerId="LiveId" clId="{01228244-6B25-4D01-85AC-4B8EA41E8750}" dt="2025-12-18T04:43:04.264" v="324" actId="20577"/>
          <ac:spMkLst>
            <pc:docMk/>
            <pc:sldMk cId="512282544" sldId="2711"/>
            <ac:spMk id="5" creationId="{31E4EC9C-CE1F-3B24-F9DF-32D1DF052536}"/>
          </ac:spMkLst>
        </pc:spChg>
        <pc:spChg chg="add mod">
          <ac:chgData name="Sini Mathew" userId="3875fe58a975fc01" providerId="LiveId" clId="{01228244-6B25-4D01-85AC-4B8EA41E8750}" dt="2025-12-18T04:44:49.672" v="345" actId="114"/>
          <ac:spMkLst>
            <pc:docMk/>
            <pc:sldMk cId="512282544" sldId="2711"/>
            <ac:spMk id="8" creationId="{1EDE9DF8-000C-7F8E-86E6-B82FC073932B}"/>
          </ac:spMkLst>
        </pc:spChg>
      </pc:sldChg>
      <pc:sldChg chg="modSp add mod">
        <pc:chgData name="Sini Mathew" userId="3875fe58a975fc01" providerId="LiveId" clId="{01228244-6B25-4D01-85AC-4B8EA41E8750}" dt="2025-12-18T04:47:07.005" v="361" actId="1076"/>
        <pc:sldMkLst>
          <pc:docMk/>
          <pc:sldMk cId="2186799641" sldId="2712"/>
        </pc:sldMkLst>
        <pc:spChg chg="mod">
          <ac:chgData name="Sini Mathew" userId="3875fe58a975fc01" providerId="LiveId" clId="{01228244-6B25-4D01-85AC-4B8EA41E8750}" dt="2025-12-18T04:47:07.005" v="361" actId="1076"/>
          <ac:spMkLst>
            <pc:docMk/>
            <pc:sldMk cId="2186799641" sldId="2712"/>
            <ac:spMk id="4" creationId="{C9574ED7-F2BE-D134-9CA4-A028DF6CA5EA}"/>
          </ac:spMkLst>
        </pc:spChg>
        <pc:spChg chg="mod">
          <ac:chgData name="Sini Mathew" userId="3875fe58a975fc01" providerId="LiveId" clId="{01228244-6B25-4D01-85AC-4B8EA41E8750}" dt="2025-12-18T04:45:00.125" v="348" actId="20577"/>
          <ac:spMkLst>
            <pc:docMk/>
            <pc:sldMk cId="2186799641" sldId="2712"/>
            <ac:spMk id="5" creationId="{6EBA8C58-3283-0275-630C-9FAC50D765D2}"/>
          </ac:spMkLst>
        </pc:spChg>
        <pc:spChg chg="mod">
          <ac:chgData name="Sini Mathew" userId="3875fe58a975fc01" providerId="LiveId" clId="{01228244-6B25-4D01-85AC-4B8EA41E8750}" dt="2025-12-18T04:47:03.225" v="360" actId="1076"/>
          <ac:spMkLst>
            <pc:docMk/>
            <pc:sldMk cId="2186799641" sldId="2712"/>
            <ac:spMk id="8" creationId="{BA1690E9-4BB2-6CC6-EC75-0E0A5F9A1469}"/>
          </ac:spMkLst>
        </pc:spChg>
      </pc:sldChg>
      <pc:sldChg chg="addSp delSp modSp add mod">
        <pc:chgData name="Sini Mathew" userId="3875fe58a975fc01" providerId="LiveId" clId="{01228244-6B25-4D01-85AC-4B8EA41E8750}" dt="2025-12-18T04:50:20.493" v="379" actId="207"/>
        <pc:sldMkLst>
          <pc:docMk/>
          <pc:sldMk cId="7325752" sldId="2713"/>
        </pc:sldMkLst>
        <pc:spChg chg="add mod">
          <ac:chgData name="Sini Mathew" userId="3875fe58a975fc01" providerId="LiveId" clId="{01228244-6B25-4D01-85AC-4B8EA41E8750}" dt="2025-12-18T04:49:47.634" v="373" actId="27636"/>
          <ac:spMkLst>
            <pc:docMk/>
            <pc:sldMk cId="7325752" sldId="2713"/>
            <ac:spMk id="3" creationId="{34E61FB0-5173-5736-56EB-29EA23006D03}"/>
          </ac:spMkLst>
        </pc:spChg>
        <pc:spChg chg="add mod">
          <ac:chgData name="Sini Mathew" userId="3875fe58a975fc01" providerId="LiveId" clId="{01228244-6B25-4D01-85AC-4B8EA41E8750}" dt="2025-12-18T04:50:20.493" v="379" actId="207"/>
          <ac:spMkLst>
            <pc:docMk/>
            <pc:sldMk cId="7325752" sldId="2713"/>
            <ac:spMk id="9" creationId="{C5783199-EC28-4875-F57C-7B1925DB4E7C}"/>
          </ac:spMkLst>
        </pc:spChg>
      </pc:sldChg>
      <pc:sldChg chg="addSp delSp modSp add mod">
        <pc:chgData name="Sini Mathew" userId="3875fe58a975fc01" providerId="LiveId" clId="{01228244-6B25-4D01-85AC-4B8EA41E8750}" dt="2025-12-18T04:58:10.280" v="419" actId="20577"/>
        <pc:sldMkLst>
          <pc:docMk/>
          <pc:sldMk cId="2332035596" sldId="2714"/>
        </pc:sldMkLst>
        <pc:spChg chg="add mod">
          <ac:chgData name="Sini Mathew" userId="3875fe58a975fc01" providerId="LiveId" clId="{01228244-6B25-4D01-85AC-4B8EA41E8750}" dt="2025-12-18T04:57:49.286" v="414" actId="1076"/>
          <ac:spMkLst>
            <pc:docMk/>
            <pc:sldMk cId="2332035596" sldId="2714"/>
            <ac:spMk id="5" creationId="{0AF3F45F-CD6B-385E-3796-F3137A804DE2}"/>
          </ac:spMkLst>
        </pc:spChg>
        <pc:spChg chg="add mod">
          <ac:chgData name="Sini Mathew" userId="3875fe58a975fc01" providerId="LiveId" clId="{01228244-6B25-4D01-85AC-4B8EA41E8750}" dt="2025-12-18T04:58:07.514" v="417" actId="1076"/>
          <ac:spMkLst>
            <pc:docMk/>
            <pc:sldMk cId="2332035596" sldId="2714"/>
            <ac:spMk id="6" creationId="{847EDCE9-A22D-0661-F678-BB466AA2CE06}"/>
          </ac:spMkLst>
        </pc:spChg>
        <pc:spChg chg="mod">
          <ac:chgData name="Sini Mathew" userId="3875fe58a975fc01" providerId="LiveId" clId="{01228244-6B25-4D01-85AC-4B8EA41E8750}" dt="2025-12-18T04:58:10.280" v="419" actId="20577"/>
          <ac:spMkLst>
            <pc:docMk/>
            <pc:sldMk cId="2332035596" sldId="2714"/>
            <ac:spMk id="11" creationId="{744F78EA-97B7-B4B1-B295-3CDCEE8B0A9B}"/>
          </ac:spMkLst>
        </pc:spChg>
      </pc:sldChg>
      <pc:sldChg chg="addSp delSp modSp add mod">
        <pc:chgData name="Sini Mathew" userId="3875fe58a975fc01" providerId="LiveId" clId="{01228244-6B25-4D01-85AC-4B8EA41E8750}" dt="2025-12-18T04:59:13.932" v="428" actId="1076"/>
        <pc:sldMkLst>
          <pc:docMk/>
          <pc:sldMk cId="36705862" sldId="2715"/>
        </pc:sldMkLst>
        <pc:spChg chg="add mod">
          <ac:chgData name="Sini Mathew" userId="3875fe58a975fc01" providerId="LiveId" clId="{01228244-6B25-4D01-85AC-4B8EA41E8750}" dt="2025-12-18T04:58:58.935" v="425" actId="1076"/>
          <ac:spMkLst>
            <pc:docMk/>
            <pc:sldMk cId="36705862" sldId="2715"/>
            <ac:spMk id="3" creationId="{329A4D20-7724-5143-8BF4-1DCA78077495}"/>
          </ac:spMkLst>
        </pc:spChg>
        <pc:spChg chg="add mod">
          <ac:chgData name="Sini Mathew" userId="3875fe58a975fc01" providerId="LiveId" clId="{01228244-6B25-4D01-85AC-4B8EA41E8750}" dt="2025-12-18T04:59:13.932" v="428" actId="1076"/>
          <ac:spMkLst>
            <pc:docMk/>
            <pc:sldMk cId="36705862" sldId="2715"/>
            <ac:spMk id="4" creationId="{D6BFC669-E5DE-F442-DAC4-3EBB6765D430}"/>
          </ac:spMkLst>
        </pc:spChg>
        <pc:spChg chg="mod">
          <ac:chgData name="Sini Mathew" userId="3875fe58a975fc01" providerId="LiveId" clId="{01228244-6B25-4D01-85AC-4B8EA41E8750}" dt="2025-12-18T04:58:46.155" v="422" actId="20577"/>
          <ac:spMkLst>
            <pc:docMk/>
            <pc:sldMk cId="36705862" sldId="2715"/>
            <ac:spMk id="11" creationId="{E4C38FAD-8D0C-01C0-808D-D7E57872291E}"/>
          </ac:spMkLst>
        </pc:spChg>
      </pc:sldChg>
      <pc:sldChg chg="addSp delSp modSp add mod">
        <pc:chgData name="Sini Mathew" userId="3875fe58a975fc01" providerId="LiveId" clId="{01228244-6B25-4D01-85AC-4B8EA41E8750}" dt="2025-12-18T05:00:00.942" v="439" actId="1076"/>
        <pc:sldMkLst>
          <pc:docMk/>
          <pc:sldMk cId="2644447177" sldId="2716"/>
        </pc:sldMkLst>
        <pc:spChg chg="add mod">
          <ac:chgData name="Sini Mathew" userId="3875fe58a975fc01" providerId="LiveId" clId="{01228244-6B25-4D01-85AC-4B8EA41E8750}" dt="2025-12-18T04:59:46.591" v="436" actId="1076"/>
          <ac:spMkLst>
            <pc:docMk/>
            <pc:sldMk cId="2644447177" sldId="2716"/>
            <ac:spMk id="5" creationId="{D5ED55E9-F6A0-7299-C68E-A76D4B189FB6}"/>
          </ac:spMkLst>
        </pc:spChg>
        <pc:spChg chg="add mod">
          <ac:chgData name="Sini Mathew" userId="3875fe58a975fc01" providerId="LiveId" clId="{01228244-6B25-4D01-85AC-4B8EA41E8750}" dt="2025-12-18T05:00:00.942" v="439" actId="1076"/>
          <ac:spMkLst>
            <pc:docMk/>
            <pc:sldMk cId="2644447177" sldId="2716"/>
            <ac:spMk id="6" creationId="{F486C119-4094-9769-0434-623A420AD03E}"/>
          </ac:spMkLst>
        </pc:spChg>
        <pc:spChg chg="mod">
          <ac:chgData name="Sini Mathew" userId="3875fe58a975fc01" providerId="LiveId" clId="{01228244-6B25-4D01-85AC-4B8EA41E8750}" dt="2025-12-18T04:59:25.196" v="433" actId="20577"/>
          <ac:spMkLst>
            <pc:docMk/>
            <pc:sldMk cId="2644447177" sldId="2716"/>
            <ac:spMk id="11" creationId="{C0E780D9-828C-E924-94B6-6AF2DD1ED1AA}"/>
          </ac:spMkLst>
        </pc:spChg>
      </pc:sldChg>
      <pc:sldChg chg="addSp delSp modSp add mod">
        <pc:chgData name="Sini Mathew" userId="3875fe58a975fc01" providerId="LiveId" clId="{01228244-6B25-4D01-85AC-4B8EA41E8750}" dt="2025-12-18T05:00:45.526" v="448" actId="1076"/>
        <pc:sldMkLst>
          <pc:docMk/>
          <pc:sldMk cId="1395681833" sldId="2717"/>
        </pc:sldMkLst>
        <pc:spChg chg="add mod">
          <ac:chgData name="Sini Mathew" userId="3875fe58a975fc01" providerId="LiveId" clId="{01228244-6B25-4D01-85AC-4B8EA41E8750}" dt="2025-12-18T05:00:30.613" v="445" actId="1076"/>
          <ac:spMkLst>
            <pc:docMk/>
            <pc:sldMk cId="1395681833" sldId="2717"/>
            <ac:spMk id="3" creationId="{E9D02246-8BD7-BEA2-0123-9795A7955116}"/>
          </ac:spMkLst>
        </pc:spChg>
        <pc:spChg chg="add mod">
          <ac:chgData name="Sini Mathew" userId="3875fe58a975fc01" providerId="LiveId" clId="{01228244-6B25-4D01-85AC-4B8EA41E8750}" dt="2025-12-18T05:00:45.526" v="448" actId="1076"/>
          <ac:spMkLst>
            <pc:docMk/>
            <pc:sldMk cId="1395681833" sldId="2717"/>
            <ac:spMk id="4" creationId="{3398E165-74B8-9AB2-4736-D6812F016723}"/>
          </ac:spMkLst>
        </pc:spChg>
        <pc:spChg chg="mod">
          <ac:chgData name="Sini Mathew" userId="3875fe58a975fc01" providerId="LiveId" clId="{01228244-6B25-4D01-85AC-4B8EA41E8750}" dt="2025-12-18T05:00:14.305" v="442" actId="20577"/>
          <ac:spMkLst>
            <pc:docMk/>
            <pc:sldMk cId="1395681833" sldId="2717"/>
            <ac:spMk id="11" creationId="{D5516EA5-DCB5-824A-2F04-9A17DA0B073E}"/>
          </ac:spMkLst>
        </pc:spChg>
      </pc:sldChg>
      <pc:sldChg chg="addSp delSp modSp add mod">
        <pc:chgData name="Sini Mathew" userId="3875fe58a975fc01" providerId="LiveId" clId="{01228244-6B25-4D01-85AC-4B8EA41E8750}" dt="2025-12-18T05:01:58.144" v="458" actId="1076"/>
        <pc:sldMkLst>
          <pc:docMk/>
          <pc:sldMk cId="2713063186" sldId="2718"/>
        </pc:sldMkLst>
        <pc:spChg chg="add mod">
          <ac:chgData name="Sini Mathew" userId="3875fe58a975fc01" providerId="LiveId" clId="{01228244-6B25-4D01-85AC-4B8EA41E8750}" dt="2025-12-18T05:01:44.363" v="455" actId="1076"/>
          <ac:spMkLst>
            <pc:docMk/>
            <pc:sldMk cId="2713063186" sldId="2718"/>
            <ac:spMk id="5" creationId="{985F0FF9-EEC9-B6C1-69DB-A71E578199F5}"/>
          </ac:spMkLst>
        </pc:spChg>
        <pc:spChg chg="add mod">
          <ac:chgData name="Sini Mathew" userId="3875fe58a975fc01" providerId="LiveId" clId="{01228244-6B25-4D01-85AC-4B8EA41E8750}" dt="2025-12-18T05:01:58.144" v="458" actId="1076"/>
          <ac:spMkLst>
            <pc:docMk/>
            <pc:sldMk cId="2713063186" sldId="2718"/>
            <ac:spMk id="6" creationId="{06B496BD-5DC7-B827-8CFF-95D4FC39C9FF}"/>
          </ac:spMkLst>
        </pc:spChg>
        <pc:spChg chg="mod">
          <ac:chgData name="Sini Mathew" userId="3875fe58a975fc01" providerId="LiveId" clId="{01228244-6B25-4D01-85AC-4B8EA41E8750}" dt="2025-12-18T05:01:04.139" v="452" actId="20577"/>
          <ac:spMkLst>
            <pc:docMk/>
            <pc:sldMk cId="2713063186" sldId="2718"/>
            <ac:spMk id="11" creationId="{5F2B4BBB-2FE2-3845-0D61-C43E135E00C0}"/>
          </ac:spMkLst>
        </pc:spChg>
      </pc:sldChg>
      <pc:sldChg chg="addSp delSp modSp add mod">
        <pc:chgData name="Sini Mathew" userId="3875fe58a975fc01" providerId="LiveId" clId="{01228244-6B25-4D01-85AC-4B8EA41E8750}" dt="2025-12-18T05:04:46.870" v="488" actId="20577"/>
        <pc:sldMkLst>
          <pc:docMk/>
          <pc:sldMk cId="4082017070" sldId="2719"/>
        </pc:sldMkLst>
        <pc:spChg chg="add mod">
          <ac:chgData name="Sini Mathew" userId="3875fe58a975fc01" providerId="LiveId" clId="{01228244-6B25-4D01-85AC-4B8EA41E8750}" dt="2025-12-18T05:04:25.708" v="482"/>
          <ac:spMkLst>
            <pc:docMk/>
            <pc:sldMk cId="4082017070" sldId="2719"/>
            <ac:spMk id="4" creationId="{0B134686-293A-7EC5-F051-1DCE8965DD2A}"/>
          </ac:spMkLst>
        </pc:spChg>
        <pc:spChg chg="add mod">
          <ac:chgData name="Sini Mathew" userId="3875fe58a975fc01" providerId="LiveId" clId="{01228244-6B25-4D01-85AC-4B8EA41E8750}" dt="2025-12-18T05:04:43.786" v="486" actId="1076"/>
          <ac:spMkLst>
            <pc:docMk/>
            <pc:sldMk cId="4082017070" sldId="2719"/>
            <ac:spMk id="5" creationId="{A317A07F-26D7-D2BC-3B4F-1072FD3D1143}"/>
          </ac:spMkLst>
        </pc:spChg>
        <pc:spChg chg="mod">
          <ac:chgData name="Sini Mathew" userId="3875fe58a975fc01" providerId="LiveId" clId="{01228244-6B25-4D01-85AC-4B8EA41E8750}" dt="2025-12-18T05:04:46.870" v="488" actId="20577"/>
          <ac:spMkLst>
            <pc:docMk/>
            <pc:sldMk cId="4082017070" sldId="2719"/>
            <ac:spMk id="11" creationId="{39FB4678-08C8-C51D-2C24-4AF941854128}"/>
          </ac:spMkLst>
        </pc:spChg>
      </pc:sldChg>
      <pc:sldChg chg="addSp delSp modSp add mod">
        <pc:chgData name="Sini Mathew" userId="3875fe58a975fc01" providerId="LiveId" clId="{01228244-6B25-4D01-85AC-4B8EA41E8750}" dt="2025-12-18T05:06:01.951" v="497" actId="1076"/>
        <pc:sldMkLst>
          <pc:docMk/>
          <pc:sldMk cId="863313435" sldId="2720"/>
        </pc:sldMkLst>
        <pc:spChg chg="add mod">
          <ac:chgData name="Sini Mathew" userId="3875fe58a975fc01" providerId="LiveId" clId="{01228244-6B25-4D01-85AC-4B8EA41E8750}" dt="2025-12-18T05:05:23.644" v="495" actId="1076"/>
          <ac:spMkLst>
            <pc:docMk/>
            <pc:sldMk cId="863313435" sldId="2720"/>
            <ac:spMk id="2" creationId="{41D4E601-50C8-238B-2F8D-60F9843C6552}"/>
          </ac:spMkLst>
        </pc:spChg>
        <pc:spChg chg="add mod">
          <ac:chgData name="Sini Mathew" userId="3875fe58a975fc01" providerId="LiveId" clId="{01228244-6B25-4D01-85AC-4B8EA41E8750}" dt="2025-12-18T05:06:01.951" v="497" actId="1076"/>
          <ac:spMkLst>
            <pc:docMk/>
            <pc:sldMk cId="863313435" sldId="2720"/>
            <ac:spMk id="3" creationId="{9999CA33-AAE7-AA82-0232-B936F698D5B9}"/>
          </ac:spMkLst>
        </pc:spChg>
        <pc:spChg chg="mod">
          <ac:chgData name="Sini Mathew" userId="3875fe58a975fc01" providerId="LiveId" clId="{01228244-6B25-4D01-85AC-4B8EA41E8750}" dt="2025-12-18T05:05:04.932" v="491" actId="20577"/>
          <ac:spMkLst>
            <pc:docMk/>
            <pc:sldMk cId="863313435" sldId="2720"/>
            <ac:spMk id="11" creationId="{5CEFAB53-38C1-371C-ACAE-FBD79BAEB510}"/>
          </ac:spMkLst>
        </pc:spChg>
      </pc:sldChg>
      <pc:sldChg chg="addSp delSp modSp add mod">
        <pc:chgData name="Sini Mathew" userId="3875fe58a975fc01" providerId="LiveId" clId="{01228244-6B25-4D01-85AC-4B8EA41E8750}" dt="2025-12-18T05:07:05.687" v="514" actId="1076"/>
        <pc:sldMkLst>
          <pc:docMk/>
          <pc:sldMk cId="1668414262" sldId="2721"/>
        </pc:sldMkLst>
        <pc:spChg chg="add mod">
          <ac:chgData name="Sini Mathew" userId="3875fe58a975fc01" providerId="LiveId" clId="{01228244-6B25-4D01-85AC-4B8EA41E8750}" dt="2025-12-18T05:06:28.569" v="505" actId="14100"/>
          <ac:spMkLst>
            <pc:docMk/>
            <pc:sldMk cId="1668414262" sldId="2721"/>
            <ac:spMk id="4" creationId="{AC38A149-2422-F417-AE32-942CCF7D19DD}"/>
          </ac:spMkLst>
        </pc:spChg>
        <pc:spChg chg="add mod">
          <ac:chgData name="Sini Mathew" userId="3875fe58a975fc01" providerId="LiveId" clId="{01228244-6B25-4D01-85AC-4B8EA41E8750}" dt="2025-12-18T05:07:05.687" v="514" actId="1076"/>
          <ac:spMkLst>
            <pc:docMk/>
            <pc:sldMk cId="1668414262" sldId="2721"/>
            <ac:spMk id="9" creationId="{04D272DD-8DFF-1668-F3EA-BD90B10DC929}"/>
          </ac:spMkLst>
        </pc:spChg>
        <pc:spChg chg="mod">
          <ac:chgData name="Sini Mathew" userId="3875fe58a975fc01" providerId="LiveId" clId="{01228244-6B25-4D01-85AC-4B8EA41E8750}" dt="2025-12-18T05:06:09.316" v="500" actId="20577"/>
          <ac:spMkLst>
            <pc:docMk/>
            <pc:sldMk cId="1668414262" sldId="2721"/>
            <ac:spMk id="11" creationId="{D3B4E11C-8D5C-A1CC-B820-27DCA3F70528}"/>
          </ac:spMkLst>
        </pc:spChg>
      </pc:sldChg>
      <pc:sldChg chg="addSp delSp modSp add mod">
        <pc:chgData name="Sini Mathew" userId="3875fe58a975fc01" providerId="LiveId" clId="{01228244-6B25-4D01-85AC-4B8EA41E8750}" dt="2025-12-18T05:08:03.874" v="524" actId="1076"/>
        <pc:sldMkLst>
          <pc:docMk/>
          <pc:sldMk cId="3615304989" sldId="2722"/>
        </pc:sldMkLst>
        <pc:spChg chg="add mod">
          <ac:chgData name="Sini Mathew" userId="3875fe58a975fc01" providerId="LiveId" clId="{01228244-6B25-4D01-85AC-4B8EA41E8750}" dt="2025-12-18T05:07:42.459" v="520"/>
          <ac:spMkLst>
            <pc:docMk/>
            <pc:sldMk cId="3615304989" sldId="2722"/>
            <ac:spMk id="2" creationId="{23A34DF9-4CE7-F741-87C1-32AB1EB1679B}"/>
          </ac:spMkLst>
        </pc:spChg>
        <pc:spChg chg="add mod">
          <ac:chgData name="Sini Mathew" userId="3875fe58a975fc01" providerId="LiveId" clId="{01228244-6B25-4D01-85AC-4B8EA41E8750}" dt="2025-12-18T05:08:03.874" v="524" actId="1076"/>
          <ac:spMkLst>
            <pc:docMk/>
            <pc:sldMk cId="3615304989" sldId="2722"/>
            <ac:spMk id="3" creationId="{78D2955C-CCAA-4ACC-7B91-113B571A3017}"/>
          </ac:spMkLst>
        </pc:spChg>
        <pc:spChg chg="mod">
          <ac:chgData name="Sini Mathew" userId="3875fe58a975fc01" providerId="LiveId" clId="{01228244-6B25-4D01-85AC-4B8EA41E8750}" dt="2025-12-18T05:07:12.651" v="517" actId="20577"/>
          <ac:spMkLst>
            <pc:docMk/>
            <pc:sldMk cId="3615304989" sldId="2722"/>
            <ac:spMk id="11" creationId="{35E4D0B2-2B42-520F-ED6B-C62CD695B739}"/>
          </ac:spMkLst>
        </pc:spChg>
      </pc:sldChg>
      <pc:sldChg chg="addSp delSp modSp add mod">
        <pc:chgData name="Sini Mathew" userId="3875fe58a975fc01" providerId="LiveId" clId="{01228244-6B25-4D01-85AC-4B8EA41E8750}" dt="2025-12-18T05:08:39.998" v="532" actId="1076"/>
        <pc:sldMkLst>
          <pc:docMk/>
          <pc:sldMk cId="380895762" sldId="2723"/>
        </pc:sldMkLst>
        <pc:spChg chg="add mod">
          <ac:chgData name="Sini Mathew" userId="3875fe58a975fc01" providerId="LiveId" clId="{01228244-6B25-4D01-85AC-4B8EA41E8750}" dt="2025-12-18T05:08:30.050" v="530"/>
          <ac:spMkLst>
            <pc:docMk/>
            <pc:sldMk cId="380895762" sldId="2723"/>
            <ac:spMk id="4" creationId="{F02203A4-DE32-D725-167A-DEEDA16A4181}"/>
          </ac:spMkLst>
        </pc:spChg>
        <pc:spChg chg="add mod">
          <ac:chgData name="Sini Mathew" userId="3875fe58a975fc01" providerId="LiveId" clId="{01228244-6B25-4D01-85AC-4B8EA41E8750}" dt="2025-12-18T05:08:39.998" v="532" actId="1076"/>
          <ac:spMkLst>
            <pc:docMk/>
            <pc:sldMk cId="380895762" sldId="2723"/>
            <ac:spMk id="5" creationId="{D4143C0E-F678-6320-F175-6CC20BC41C9A}"/>
          </ac:spMkLst>
        </pc:spChg>
        <pc:spChg chg="mod">
          <ac:chgData name="Sini Mathew" userId="3875fe58a975fc01" providerId="LiveId" clId="{01228244-6B25-4D01-85AC-4B8EA41E8750}" dt="2025-12-18T05:08:12.255" v="527" actId="20577"/>
          <ac:spMkLst>
            <pc:docMk/>
            <pc:sldMk cId="380895762" sldId="2723"/>
            <ac:spMk id="11" creationId="{AAF96284-B489-C687-CB96-D01335BB4A7E}"/>
          </ac:spMkLst>
        </pc:spChg>
      </pc:sldChg>
      <pc:sldChg chg="addSp delSp modSp add mod">
        <pc:chgData name="Sini Mathew" userId="3875fe58a975fc01" providerId="LiveId" clId="{01228244-6B25-4D01-85AC-4B8EA41E8750}" dt="2025-12-18T05:09:26.854" v="545" actId="1076"/>
        <pc:sldMkLst>
          <pc:docMk/>
          <pc:sldMk cId="3193382545" sldId="2724"/>
        </pc:sldMkLst>
        <pc:spChg chg="add mod">
          <ac:chgData name="Sini Mathew" userId="3875fe58a975fc01" providerId="LiveId" clId="{01228244-6B25-4D01-85AC-4B8EA41E8750}" dt="2025-12-18T05:09:16.088" v="543" actId="1076"/>
          <ac:spMkLst>
            <pc:docMk/>
            <pc:sldMk cId="3193382545" sldId="2724"/>
            <ac:spMk id="2" creationId="{E5834011-F80B-BA49-67C6-5AE97B6BBC80}"/>
          </ac:spMkLst>
        </pc:spChg>
        <pc:spChg chg="add mod">
          <ac:chgData name="Sini Mathew" userId="3875fe58a975fc01" providerId="LiveId" clId="{01228244-6B25-4D01-85AC-4B8EA41E8750}" dt="2025-12-18T05:09:26.854" v="545" actId="1076"/>
          <ac:spMkLst>
            <pc:docMk/>
            <pc:sldMk cId="3193382545" sldId="2724"/>
            <ac:spMk id="3" creationId="{47326871-4E77-53E2-8A09-CD4B1B6C05C6}"/>
          </ac:spMkLst>
        </pc:spChg>
        <pc:spChg chg="mod">
          <ac:chgData name="Sini Mathew" userId="3875fe58a975fc01" providerId="LiveId" clId="{01228244-6B25-4D01-85AC-4B8EA41E8750}" dt="2025-12-18T05:08:56.927" v="539" actId="20577"/>
          <ac:spMkLst>
            <pc:docMk/>
            <pc:sldMk cId="3193382545" sldId="2724"/>
            <ac:spMk id="11" creationId="{9971B061-D801-A7C0-63B8-C59BA933B75E}"/>
          </ac:spMkLst>
        </pc:spChg>
      </pc:sldChg>
      <pc:sldChg chg="addSp delSp modSp add mod">
        <pc:chgData name="Sini Mathew" userId="3875fe58a975fc01" providerId="LiveId" clId="{01228244-6B25-4D01-85AC-4B8EA41E8750}" dt="2025-12-18T05:10:30.654" v="561" actId="1076"/>
        <pc:sldMkLst>
          <pc:docMk/>
          <pc:sldMk cId="1279103128" sldId="2725"/>
        </pc:sldMkLst>
        <pc:spChg chg="add mod">
          <ac:chgData name="Sini Mathew" userId="3875fe58a975fc01" providerId="LiveId" clId="{01228244-6B25-4D01-85AC-4B8EA41E8750}" dt="2025-12-18T05:10:09.777" v="559"/>
          <ac:spMkLst>
            <pc:docMk/>
            <pc:sldMk cId="1279103128" sldId="2725"/>
            <ac:spMk id="4" creationId="{1136799D-9E09-6654-CDA1-E6EDBD097111}"/>
          </ac:spMkLst>
        </pc:spChg>
        <pc:spChg chg="add mod">
          <ac:chgData name="Sini Mathew" userId="3875fe58a975fc01" providerId="LiveId" clId="{01228244-6B25-4D01-85AC-4B8EA41E8750}" dt="2025-12-18T05:10:30.654" v="561" actId="1076"/>
          <ac:spMkLst>
            <pc:docMk/>
            <pc:sldMk cId="1279103128" sldId="2725"/>
            <ac:spMk id="5" creationId="{2F856179-70B2-39C7-861B-8C95C7DCB6B8}"/>
          </ac:spMkLst>
        </pc:spChg>
        <pc:spChg chg="mod">
          <ac:chgData name="Sini Mathew" userId="3875fe58a975fc01" providerId="LiveId" clId="{01228244-6B25-4D01-85AC-4B8EA41E8750}" dt="2025-12-18T05:09:53.059" v="556" actId="20577"/>
          <ac:spMkLst>
            <pc:docMk/>
            <pc:sldMk cId="1279103128" sldId="2725"/>
            <ac:spMk id="11" creationId="{D2EAF76F-916D-A727-780A-7B39C7398F91}"/>
          </ac:spMkLst>
        </pc:spChg>
      </pc:sldChg>
      <pc:sldChg chg="addSp delSp modSp add mod">
        <pc:chgData name="Sini Mathew" userId="3875fe58a975fc01" providerId="LiveId" clId="{01228244-6B25-4D01-85AC-4B8EA41E8750}" dt="2025-12-18T05:11:11.494" v="572" actId="1076"/>
        <pc:sldMkLst>
          <pc:docMk/>
          <pc:sldMk cId="1760054310" sldId="2726"/>
        </pc:sldMkLst>
        <pc:spChg chg="add mod">
          <ac:chgData name="Sini Mathew" userId="3875fe58a975fc01" providerId="LiveId" clId="{01228244-6B25-4D01-85AC-4B8EA41E8750}" dt="2025-12-18T05:10:58.280" v="570"/>
          <ac:spMkLst>
            <pc:docMk/>
            <pc:sldMk cId="1760054310" sldId="2726"/>
            <ac:spMk id="2" creationId="{716361D5-DB8A-1BC7-E758-813652F5BD34}"/>
          </ac:spMkLst>
        </pc:spChg>
        <pc:spChg chg="add mod">
          <ac:chgData name="Sini Mathew" userId="3875fe58a975fc01" providerId="LiveId" clId="{01228244-6B25-4D01-85AC-4B8EA41E8750}" dt="2025-12-18T05:11:11.494" v="572" actId="1076"/>
          <ac:spMkLst>
            <pc:docMk/>
            <pc:sldMk cId="1760054310" sldId="2726"/>
            <ac:spMk id="3" creationId="{C5C6B656-AE58-71C2-9522-B3B6FF00C62A}"/>
          </ac:spMkLst>
        </pc:spChg>
        <pc:spChg chg="mod">
          <ac:chgData name="Sini Mathew" userId="3875fe58a975fc01" providerId="LiveId" clId="{01228244-6B25-4D01-85AC-4B8EA41E8750}" dt="2025-12-18T05:10:40.152" v="567" actId="20577"/>
          <ac:spMkLst>
            <pc:docMk/>
            <pc:sldMk cId="1760054310" sldId="2726"/>
            <ac:spMk id="11" creationId="{3AA0D8FB-ECC6-7B60-D954-1A299DD9DC49}"/>
          </ac:spMkLst>
        </pc:spChg>
      </pc:sldChg>
      <pc:sldChg chg="modSp add mod">
        <pc:chgData name="Sini Mathew" userId="3875fe58a975fc01" providerId="LiveId" clId="{01228244-6B25-4D01-85AC-4B8EA41E8750}" dt="2025-12-18T14:30:44.606" v="706" actId="20577"/>
        <pc:sldMkLst>
          <pc:docMk/>
          <pc:sldMk cId="2062148165" sldId="2727"/>
        </pc:sldMkLst>
        <pc:spChg chg="mod">
          <ac:chgData name="Sini Mathew" userId="3875fe58a975fc01" providerId="LiveId" clId="{01228244-6B25-4D01-85AC-4B8EA41E8750}" dt="2025-12-18T14:29:54.878" v="671" actId="20577"/>
          <ac:spMkLst>
            <pc:docMk/>
            <pc:sldMk cId="2062148165" sldId="2727"/>
            <ac:spMk id="2" creationId="{B1704DAC-C7E8-BA00-8B95-1C45DBE9CE6C}"/>
          </ac:spMkLst>
        </pc:spChg>
        <pc:spChg chg="mod">
          <ac:chgData name="Sini Mathew" userId="3875fe58a975fc01" providerId="LiveId" clId="{01228244-6B25-4D01-85AC-4B8EA41E8750}" dt="2025-12-18T14:29:37.421" v="628" actId="20577"/>
          <ac:spMkLst>
            <pc:docMk/>
            <pc:sldMk cId="2062148165" sldId="2727"/>
            <ac:spMk id="6" creationId="{83DC8E50-6505-F67E-23D2-B7D08505F9EF}"/>
          </ac:spMkLst>
        </pc:spChg>
        <pc:spChg chg="mod">
          <ac:chgData name="Sini Mathew" userId="3875fe58a975fc01" providerId="LiveId" clId="{01228244-6B25-4D01-85AC-4B8EA41E8750}" dt="2025-12-18T14:30:44.606" v="706" actId="20577"/>
          <ac:spMkLst>
            <pc:docMk/>
            <pc:sldMk cId="2062148165" sldId="2727"/>
            <ac:spMk id="11" creationId="{13798A64-FC21-DF4F-1D27-C77BF8914B8E}"/>
          </ac:spMkLst>
        </pc:spChg>
      </pc:sldChg>
      <pc:sldChg chg="modSp add mod ord">
        <pc:chgData name="Sini Mathew" userId="3875fe58a975fc01" providerId="LiveId" clId="{01228244-6B25-4D01-85AC-4B8EA41E8750}" dt="2025-12-18T14:30:30.227" v="704" actId="20577"/>
        <pc:sldMkLst>
          <pc:docMk/>
          <pc:sldMk cId="2319816164" sldId="2728"/>
        </pc:sldMkLst>
        <pc:spChg chg="mod">
          <ac:chgData name="Sini Mathew" userId="3875fe58a975fc01" providerId="LiveId" clId="{01228244-6B25-4D01-85AC-4B8EA41E8750}" dt="2025-12-18T14:30:30.227" v="704" actId="20577"/>
          <ac:spMkLst>
            <pc:docMk/>
            <pc:sldMk cId="2319816164" sldId="2728"/>
            <ac:spMk id="6" creationId="{DDDB8C6E-D70F-72D4-403A-176BACD82209}"/>
          </ac:spMkLst>
        </pc:spChg>
      </pc:sldChg>
      <pc:sldMasterChg chg="delSldLayout">
        <pc:chgData name="Sini Mathew" userId="3875fe58a975fc01" providerId="LiveId" clId="{01228244-6B25-4D01-85AC-4B8EA41E8750}" dt="2025-12-18T05:12:36.224" v="579" actId="47"/>
        <pc:sldMasterMkLst>
          <pc:docMk/>
          <pc:sldMasterMk cId="0" sldId="2147483663"/>
        </pc:sldMasterMkLst>
      </pc:sldMasterChg>
    </pc:docChg>
  </pc:docChgLst>
  <pc:docChgLst>
    <pc:chgData name="Guest User" providerId="Windows Live" clId="Web-{07042F42-871E-4755-822C-6397794A5657}"/>
    <pc:docChg chg="modSld">
      <pc:chgData name="Guest User" userId="" providerId="Windows Live" clId="Web-{07042F42-871E-4755-822C-6397794A5657}" dt="2025-12-20T03:26:16.222" v="49" actId="1076"/>
      <pc:docMkLst>
        <pc:docMk/>
      </pc:docMkLst>
      <pc:sldChg chg="modSp">
        <pc:chgData name="Guest User" userId="" providerId="Windows Live" clId="Web-{07042F42-871E-4755-822C-6397794A5657}" dt="2025-12-20T03:23:06.088" v="13" actId="20577"/>
        <pc:sldMkLst>
          <pc:docMk/>
          <pc:sldMk cId="0" sldId="1545"/>
        </pc:sldMkLst>
        <pc:spChg chg="mod">
          <ac:chgData name="Guest User" userId="" providerId="Windows Live" clId="Web-{07042F42-871E-4755-822C-6397794A5657}" dt="2025-12-20T03:22:57.479" v="11" actId="20577"/>
          <ac:spMkLst>
            <pc:docMk/>
            <pc:sldMk cId="0" sldId="1545"/>
            <ac:spMk id="3" creationId="{FC6BA86C-C279-ABB6-AA6D-CC4B3F43EB8C}"/>
          </ac:spMkLst>
        </pc:spChg>
        <pc:spChg chg="mod">
          <ac:chgData name="Guest User" userId="" providerId="Windows Live" clId="Web-{07042F42-871E-4755-822C-6397794A5657}" dt="2025-12-20T03:23:06.088" v="13" actId="20577"/>
          <ac:spMkLst>
            <pc:docMk/>
            <pc:sldMk cId="0" sldId="1545"/>
            <ac:spMk id="9" creationId="{BA0A8B37-B8BF-5778-6490-61C583A75BA9}"/>
          </ac:spMkLst>
        </pc:spChg>
      </pc:sldChg>
      <pc:sldChg chg="modSp">
        <pc:chgData name="Guest User" userId="" providerId="Windows Live" clId="Web-{07042F42-871E-4755-822C-6397794A5657}" dt="2025-12-20T03:22:44.760" v="9" actId="20577"/>
        <pc:sldMkLst>
          <pc:docMk/>
          <pc:sldMk cId="0" sldId="2228"/>
        </pc:sldMkLst>
        <pc:spChg chg="mod">
          <ac:chgData name="Guest User" userId="" providerId="Windows Live" clId="Web-{07042F42-871E-4755-822C-6397794A5657}" dt="2025-12-20T03:22:30.447" v="7" actId="20577"/>
          <ac:spMkLst>
            <pc:docMk/>
            <pc:sldMk cId="0" sldId="2228"/>
            <ac:spMk id="3" creationId="{65EB36AB-EAE5-7577-F4C2-016F98C99581}"/>
          </ac:spMkLst>
        </pc:spChg>
        <pc:spChg chg="mod">
          <ac:chgData name="Guest User" userId="" providerId="Windows Live" clId="Web-{07042F42-871E-4755-822C-6397794A5657}" dt="2025-12-20T03:22:44.760" v="9" actId="20577"/>
          <ac:spMkLst>
            <pc:docMk/>
            <pc:sldMk cId="0" sldId="2228"/>
            <ac:spMk id="5" creationId="{3F19CD83-13E4-F1DC-EAC6-F0CC1852015F}"/>
          </ac:spMkLst>
        </pc:spChg>
      </pc:sldChg>
      <pc:sldChg chg="modSp">
        <pc:chgData name="Guest User" userId="" providerId="Windows Live" clId="Web-{07042F42-871E-4755-822C-6397794A5657}" dt="2025-12-20T03:21:37.820" v="0" actId="14100"/>
        <pc:sldMkLst>
          <pc:docMk/>
          <pc:sldMk cId="0" sldId="2529"/>
        </pc:sldMkLst>
        <pc:spChg chg="mod">
          <ac:chgData name="Guest User" userId="" providerId="Windows Live" clId="Web-{07042F42-871E-4755-822C-6397794A5657}" dt="2025-12-20T03:21:37.820" v="0" actId="14100"/>
          <ac:spMkLst>
            <pc:docMk/>
            <pc:sldMk cId="0" sldId="2529"/>
            <ac:spMk id="7" creationId="{59B1EC4C-6F0D-083D-F987-D70F1C081211}"/>
          </ac:spMkLst>
        </pc:spChg>
      </pc:sldChg>
      <pc:sldChg chg="modSp">
        <pc:chgData name="Guest User" userId="" providerId="Windows Live" clId="Web-{07042F42-871E-4755-822C-6397794A5657}" dt="2025-12-20T03:21:44.227" v="1" actId="14100"/>
        <pc:sldMkLst>
          <pc:docMk/>
          <pc:sldMk cId="4076515837" sldId="2708"/>
        </pc:sldMkLst>
        <pc:spChg chg="mod">
          <ac:chgData name="Guest User" userId="" providerId="Windows Live" clId="Web-{07042F42-871E-4755-822C-6397794A5657}" dt="2025-12-20T03:21:44.227" v="1" actId="14100"/>
          <ac:spMkLst>
            <pc:docMk/>
            <pc:sldMk cId="4076515837" sldId="2708"/>
            <ac:spMk id="8" creationId="{F1708138-41DC-3CBF-0FB9-B4E1E19C2C43}"/>
          </ac:spMkLst>
        </pc:spChg>
      </pc:sldChg>
      <pc:sldChg chg="modSp">
        <pc:chgData name="Guest User" userId="" providerId="Windows Live" clId="Web-{07042F42-871E-4755-822C-6397794A5657}" dt="2025-12-20T03:21:49.227" v="2" actId="14100"/>
        <pc:sldMkLst>
          <pc:docMk/>
          <pc:sldMk cId="2645363571" sldId="2709"/>
        </pc:sldMkLst>
        <pc:spChg chg="mod">
          <ac:chgData name="Guest User" userId="" providerId="Windows Live" clId="Web-{07042F42-871E-4755-822C-6397794A5657}" dt="2025-12-20T03:21:49.227" v="2" actId="14100"/>
          <ac:spMkLst>
            <pc:docMk/>
            <pc:sldMk cId="2645363571" sldId="2709"/>
            <ac:spMk id="7" creationId="{B73B4CB7-4EE1-4DB8-3F3B-D1D02598F072}"/>
          </ac:spMkLst>
        </pc:spChg>
      </pc:sldChg>
      <pc:sldChg chg="modSp">
        <pc:chgData name="Guest User" userId="" providerId="Windows Live" clId="Web-{07042F42-871E-4755-822C-6397794A5657}" dt="2025-12-20T03:22:05.821" v="4" actId="14100"/>
        <pc:sldMkLst>
          <pc:docMk/>
          <pc:sldMk cId="1319238325" sldId="2710"/>
        </pc:sldMkLst>
        <pc:spChg chg="mod">
          <ac:chgData name="Guest User" userId="" providerId="Windows Live" clId="Web-{07042F42-871E-4755-822C-6397794A5657}" dt="2025-12-20T03:22:05.821" v="4" actId="14100"/>
          <ac:spMkLst>
            <pc:docMk/>
            <pc:sldMk cId="1319238325" sldId="2710"/>
            <ac:spMk id="8" creationId="{015037AE-15CA-8B25-0672-2015FD025A03}"/>
          </ac:spMkLst>
        </pc:spChg>
      </pc:sldChg>
      <pc:sldChg chg="modSp">
        <pc:chgData name="Guest User" userId="" providerId="Windows Live" clId="Web-{07042F42-871E-4755-822C-6397794A5657}" dt="2025-12-20T03:23:15.932" v="16" actId="20577"/>
        <pc:sldMkLst>
          <pc:docMk/>
          <pc:sldMk cId="512282544" sldId="2711"/>
        </pc:sldMkLst>
        <pc:spChg chg="mod">
          <ac:chgData name="Guest User" userId="" providerId="Windows Live" clId="Web-{07042F42-871E-4755-822C-6397794A5657}" dt="2025-12-20T03:23:11.995" v="15" actId="20577"/>
          <ac:spMkLst>
            <pc:docMk/>
            <pc:sldMk cId="512282544" sldId="2711"/>
            <ac:spMk id="4" creationId="{9A2AD401-EA87-187D-137A-03E7CA4A47F5}"/>
          </ac:spMkLst>
        </pc:spChg>
        <pc:spChg chg="mod">
          <ac:chgData name="Guest User" userId="" providerId="Windows Live" clId="Web-{07042F42-871E-4755-822C-6397794A5657}" dt="2025-12-20T03:23:15.932" v="16" actId="20577"/>
          <ac:spMkLst>
            <pc:docMk/>
            <pc:sldMk cId="512282544" sldId="2711"/>
            <ac:spMk id="8" creationId="{1EDE9DF8-000C-7F8E-86E6-B82FC073932B}"/>
          </ac:spMkLst>
        </pc:spChg>
      </pc:sldChg>
      <pc:sldChg chg="modSp">
        <pc:chgData name="Guest User" userId="" providerId="Windows Live" clId="Web-{07042F42-871E-4755-822C-6397794A5657}" dt="2025-12-20T03:23:25.589" v="20" actId="20577"/>
        <pc:sldMkLst>
          <pc:docMk/>
          <pc:sldMk cId="2186799641" sldId="2712"/>
        </pc:sldMkLst>
        <pc:spChg chg="mod">
          <ac:chgData name="Guest User" userId="" providerId="Windows Live" clId="Web-{07042F42-871E-4755-822C-6397794A5657}" dt="2025-12-20T03:23:20.948" v="18" actId="20577"/>
          <ac:spMkLst>
            <pc:docMk/>
            <pc:sldMk cId="2186799641" sldId="2712"/>
            <ac:spMk id="4" creationId="{C9574ED7-F2BE-D134-9CA4-A028DF6CA5EA}"/>
          </ac:spMkLst>
        </pc:spChg>
        <pc:spChg chg="mod">
          <ac:chgData name="Guest User" userId="" providerId="Windows Live" clId="Web-{07042F42-871E-4755-822C-6397794A5657}" dt="2025-12-20T03:23:25.589" v="20" actId="20577"/>
          <ac:spMkLst>
            <pc:docMk/>
            <pc:sldMk cId="2186799641" sldId="2712"/>
            <ac:spMk id="8" creationId="{BA1690E9-4BB2-6CC6-EC75-0E0A5F9A1469}"/>
          </ac:spMkLst>
        </pc:spChg>
      </pc:sldChg>
      <pc:sldChg chg="modSp">
        <pc:chgData name="Guest User" userId="" providerId="Windows Live" clId="Web-{07042F42-871E-4755-822C-6397794A5657}" dt="2025-12-20T03:23:37.183" v="24" actId="20577"/>
        <pc:sldMkLst>
          <pc:docMk/>
          <pc:sldMk cId="7325752" sldId="2713"/>
        </pc:sldMkLst>
        <pc:spChg chg="mod">
          <ac:chgData name="Guest User" userId="" providerId="Windows Live" clId="Web-{07042F42-871E-4755-822C-6397794A5657}" dt="2025-12-20T03:23:31.558" v="22" actId="20577"/>
          <ac:spMkLst>
            <pc:docMk/>
            <pc:sldMk cId="7325752" sldId="2713"/>
            <ac:spMk id="3" creationId="{34E61FB0-5173-5736-56EB-29EA23006D03}"/>
          </ac:spMkLst>
        </pc:spChg>
        <pc:spChg chg="mod">
          <ac:chgData name="Guest User" userId="" providerId="Windows Live" clId="Web-{07042F42-871E-4755-822C-6397794A5657}" dt="2025-12-20T03:23:37.183" v="24" actId="20577"/>
          <ac:spMkLst>
            <pc:docMk/>
            <pc:sldMk cId="7325752" sldId="2713"/>
            <ac:spMk id="9" creationId="{C5783199-EC28-4875-F57C-7B1925DB4E7C}"/>
          </ac:spMkLst>
        </pc:spChg>
      </pc:sldChg>
      <pc:sldChg chg="modSp">
        <pc:chgData name="Guest User" userId="" providerId="Windows Live" clId="Web-{07042F42-871E-4755-822C-6397794A5657}" dt="2025-12-20T03:24:16.089" v="26" actId="1076"/>
        <pc:sldMkLst>
          <pc:docMk/>
          <pc:sldMk cId="2332035596" sldId="2714"/>
        </pc:sldMkLst>
        <pc:spChg chg="mod">
          <ac:chgData name="Guest User" userId="" providerId="Windows Live" clId="Web-{07042F42-871E-4755-822C-6397794A5657}" dt="2025-12-20T03:24:16.058" v="25" actId="1076"/>
          <ac:spMkLst>
            <pc:docMk/>
            <pc:sldMk cId="2332035596" sldId="2714"/>
            <ac:spMk id="5" creationId="{0AF3F45F-CD6B-385E-3796-F3137A804DE2}"/>
          </ac:spMkLst>
        </pc:spChg>
        <pc:spChg chg="mod">
          <ac:chgData name="Guest User" userId="" providerId="Windows Live" clId="Web-{07042F42-871E-4755-822C-6397794A5657}" dt="2025-12-20T03:24:16.089" v="26" actId="1076"/>
          <ac:spMkLst>
            <pc:docMk/>
            <pc:sldMk cId="2332035596" sldId="2714"/>
            <ac:spMk id="6" creationId="{847EDCE9-A22D-0661-F678-BB466AA2CE06}"/>
          </ac:spMkLst>
        </pc:spChg>
      </pc:sldChg>
      <pc:sldChg chg="modSp">
        <pc:chgData name="Guest User" userId="" providerId="Windows Live" clId="Web-{07042F42-871E-4755-822C-6397794A5657}" dt="2025-12-20T03:24:31.012" v="30" actId="1076"/>
        <pc:sldMkLst>
          <pc:docMk/>
          <pc:sldMk cId="36705862" sldId="2715"/>
        </pc:sldMkLst>
        <pc:spChg chg="mod">
          <ac:chgData name="Guest User" userId="" providerId="Windows Live" clId="Web-{07042F42-871E-4755-822C-6397794A5657}" dt="2025-12-20T03:24:30.980" v="29" actId="1076"/>
          <ac:spMkLst>
            <pc:docMk/>
            <pc:sldMk cId="36705862" sldId="2715"/>
            <ac:spMk id="3" creationId="{329A4D20-7724-5143-8BF4-1DCA78077495}"/>
          </ac:spMkLst>
        </pc:spChg>
        <pc:spChg chg="mod">
          <ac:chgData name="Guest User" userId="" providerId="Windows Live" clId="Web-{07042F42-871E-4755-822C-6397794A5657}" dt="2025-12-20T03:24:31.012" v="30" actId="1076"/>
          <ac:spMkLst>
            <pc:docMk/>
            <pc:sldMk cId="36705862" sldId="2715"/>
            <ac:spMk id="4" creationId="{D6BFC669-E5DE-F442-DAC4-3EBB6765D430}"/>
          </ac:spMkLst>
        </pc:spChg>
      </pc:sldChg>
      <pc:sldChg chg="modSp">
        <pc:chgData name="Guest User" userId="" providerId="Windows Live" clId="Web-{07042F42-871E-4755-822C-6397794A5657}" dt="2025-12-20T03:24:40.887" v="32" actId="1076"/>
        <pc:sldMkLst>
          <pc:docMk/>
          <pc:sldMk cId="2644447177" sldId="2716"/>
        </pc:sldMkLst>
        <pc:spChg chg="mod">
          <ac:chgData name="Guest User" userId="" providerId="Windows Live" clId="Web-{07042F42-871E-4755-822C-6397794A5657}" dt="2025-12-20T03:24:40.855" v="31" actId="1076"/>
          <ac:spMkLst>
            <pc:docMk/>
            <pc:sldMk cId="2644447177" sldId="2716"/>
            <ac:spMk id="5" creationId="{D5ED55E9-F6A0-7299-C68E-A76D4B189FB6}"/>
          </ac:spMkLst>
        </pc:spChg>
        <pc:spChg chg="mod">
          <ac:chgData name="Guest User" userId="" providerId="Windows Live" clId="Web-{07042F42-871E-4755-822C-6397794A5657}" dt="2025-12-20T03:24:40.887" v="32" actId="1076"/>
          <ac:spMkLst>
            <pc:docMk/>
            <pc:sldMk cId="2644447177" sldId="2716"/>
            <ac:spMk id="6" creationId="{F486C119-4094-9769-0434-623A420AD03E}"/>
          </ac:spMkLst>
        </pc:spChg>
      </pc:sldChg>
      <pc:sldChg chg="modSp">
        <pc:chgData name="Guest User" userId="" providerId="Windows Live" clId="Web-{07042F42-871E-4755-822C-6397794A5657}" dt="2025-12-20T03:24:53.074" v="34" actId="1076"/>
        <pc:sldMkLst>
          <pc:docMk/>
          <pc:sldMk cId="1395681833" sldId="2717"/>
        </pc:sldMkLst>
        <pc:spChg chg="mod">
          <ac:chgData name="Guest User" userId="" providerId="Windows Live" clId="Web-{07042F42-871E-4755-822C-6397794A5657}" dt="2025-12-20T03:24:53.043" v="33" actId="1076"/>
          <ac:spMkLst>
            <pc:docMk/>
            <pc:sldMk cId="1395681833" sldId="2717"/>
            <ac:spMk id="3" creationId="{E9D02246-8BD7-BEA2-0123-9795A7955116}"/>
          </ac:spMkLst>
        </pc:spChg>
        <pc:spChg chg="mod">
          <ac:chgData name="Guest User" userId="" providerId="Windows Live" clId="Web-{07042F42-871E-4755-822C-6397794A5657}" dt="2025-12-20T03:24:53.074" v="34" actId="1076"/>
          <ac:spMkLst>
            <pc:docMk/>
            <pc:sldMk cId="1395681833" sldId="2717"/>
            <ac:spMk id="4" creationId="{3398E165-74B8-9AB2-4736-D6812F016723}"/>
          </ac:spMkLst>
        </pc:spChg>
      </pc:sldChg>
      <pc:sldChg chg="modSp">
        <pc:chgData name="Guest User" userId="" providerId="Windows Live" clId="Web-{07042F42-871E-4755-822C-6397794A5657}" dt="2025-12-20T03:25:03.450" v="37" actId="20577"/>
        <pc:sldMkLst>
          <pc:docMk/>
          <pc:sldMk cId="2713063186" sldId="2718"/>
        </pc:sldMkLst>
        <pc:spChg chg="mod">
          <ac:chgData name="Guest User" userId="" providerId="Windows Live" clId="Web-{07042F42-871E-4755-822C-6397794A5657}" dt="2025-12-20T03:24:59.293" v="35" actId="1076"/>
          <ac:spMkLst>
            <pc:docMk/>
            <pc:sldMk cId="2713063186" sldId="2718"/>
            <ac:spMk id="5" creationId="{985F0FF9-EEC9-B6C1-69DB-A71E578199F5}"/>
          </ac:spMkLst>
        </pc:spChg>
        <pc:spChg chg="mod">
          <ac:chgData name="Guest User" userId="" providerId="Windows Live" clId="Web-{07042F42-871E-4755-822C-6397794A5657}" dt="2025-12-20T03:24:59.324" v="36" actId="1076"/>
          <ac:spMkLst>
            <pc:docMk/>
            <pc:sldMk cId="2713063186" sldId="2718"/>
            <ac:spMk id="6" creationId="{06B496BD-5DC7-B827-8CFF-95D4FC39C9FF}"/>
          </ac:spMkLst>
        </pc:spChg>
        <pc:spChg chg="mod">
          <ac:chgData name="Guest User" userId="" providerId="Windows Live" clId="Web-{07042F42-871E-4755-822C-6397794A5657}" dt="2025-12-20T03:25:03.450" v="37" actId="20577"/>
          <ac:spMkLst>
            <pc:docMk/>
            <pc:sldMk cId="2713063186" sldId="2718"/>
            <ac:spMk id="11" creationId="{5F2B4BBB-2FE2-3845-0D61-C43E135E00C0}"/>
          </ac:spMkLst>
        </pc:spChg>
      </pc:sldChg>
      <pc:sldChg chg="modSp">
        <pc:chgData name="Guest User" userId="" providerId="Windows Live" clId="Web-{07042F42-871E-4755-822C-6397794A5657}" dt="2025-12-20T03:25:30.905" v="38" actId="1076"/>
        <pc:sldMkLst>
          <pc:docMk/>
          <pc:sldMk cId="1668414262" sldId="2721"/>
        </pc:sldMkLst>
        <pc:spChg chg="mod">
          <ac:chgData name="Guest User" userId="" providerId="Windows Live" clId="Web-{07042F42-871E-4755-822C-6397794A5657}" dt="2025-12-20T03:25:30.905" v="38" actId="1076"/>
          <ac:spMkLst>
            <pc:docMk/>
            <pc:sldMk cId="1668414262" sldId="2721"/>
            <ac:spMk id="4" creationId="{AC38A149-2422-F417-AE32-942CCF7D19DD}"/>
          </ac:spMkLst>
        </pc:spChg>
      </pc:sldChg>
      <pc:sldChg chg="modSp">
        <pc:chgData name="Guest User" userId="" providerId="Windows Live" clId="Web-{07042F42-871E-4755-822C-6397794A5657}" dt="2025-12-20T03:25:35.733" v="39" actId="1076"/>
        <pc:sldMkLst>
          <pc:docMk/>
          <pc:sldMk cId="3615304989" sldId="2722"/>
        </pc:sldMkLst>
        <pc:spChg chg="mod">
          <ac:chgData name="Guest User" userId="" providerId="Windows Live" clId="Web-{07042F42-871E-4755-822C-6397794A5657}" dt="2025-12-20T03:25:35.733" v="39" actId="1076"/>
          <ac:spMkLst>
            <pc:docMk/>
            <pc:sldMk cId="3615304989" sldId="2722"/>
            <ac:spMk id="2" creationId="{23A34DF9-4CE7-F741-87C1-32AB1EB1679B}"/>
          </ac:spMkLst>
        </pc:spChg>
      </pc:sldChg>
      <pc:sldChg chg="modSp">
        <pc:chgData name="Guest User" userId="" providerId="Windows Live" clId="Web-{07042F42-871E-4755-822C-6397794A5657}" dt="2025-12-20T03:25:43.969" v="41" actId="1076"/>
        <pc:sldMkLst>
          <pc:docMk/>
          <pc:sldMk cId="380895762" sldId="2723"/>
        </pc:sldMkLst>
        <pc:spChg chg="mod">
          <ac:chgData name="Guest User" userId="" providerId="Windows Live" clId="Web-{07042F42-871E-4755-822C-6397794A5657}" dt="2025-12-20T03:25:41.250" v="40" actId="1076"/>
          <ac:spMkLst>
            <pc:docMk/>
            <pc:sldMk cId="380895762" sldId="2723"/>
            <ac:spMk id="4" creationId="{F02203A4-DE32-D725-167A-DEEDA16A4181}"/>
          </ac:spMkLst>
        </pc:spChg>
        <pc:spChg chg="mod">
          <ac:chgData name="Guest User" userId="" providerId="Windows Live" clId="Web-{07042F42-871E-4755-822C-6397794A5657}" dt="2025-12-20T03:25:43.969" v="41" actId="1076"/>
          <ac:spMkLst>
            <pc:docMk/>
            <pc:sldMk cId="380895762" sldId="2723"/>
            <ac:spMk id="5" creationId="{D4143C0E-F678-6320-F175-6CC20BC41C9A}"/>
          </ac:spMkLst>
        </pc:spChg>
      </pc:sldChg>
      <pc:sldChg chg="modSp">
        <pc:chgData name="Guest User" userId="" providerId="Windows Live" clId="Web-{07042F42-871E-4755-822C-6397794A5657}" dt="2025-12-20T03:25:58.939" v="45" actId="14100"/>
        <pc:sldMkLst>
          <pc:docMk/>
          <pc:sldMk cId="3193382545" sldId="2724"/>
        </pc:sldMkLst>
        <pc:spChg chg="mod">
          <ac:chgData name="Guest User" userId="" providerId="Windows Live" clId="Web-{07042F42-871E-4755-822C-6397794A5657}" dt="2025-12-20T03:25:53.220" v="43" actId="14100"/>
          <ac:spMkLst>
            <pc:docMk/>
            <pc:sldMk cId="3193382545" sldId="2724"/>
            <ac:spMk id="2" creationId="{E5834011-F80B-BA49-67C6-5AE97B6BBC80}"/>
          </ac:spMkLst>
        </pc:spChg>
        <pc:spChg chg="mod">
          <ac:chgData name="Guest User" userId="" providerId="Windows Live" clId="Web-{07042F42-871E-4755-822C-6397794A5657}" dt="2025-12-20T03:25:58.939" v="45" actId="14100"/>
          <ac:spMkLst>
            <pc:docMk/>
            <pc:sldMk cId="3193382545" sldId="2724"/>
            <ac:spMk id="3" creationId="{47326871-4E77-53E2-8A09-CD4B1B6C05C6}"/>
          </ac:spMkLst>
        </pc:spChg>
      </pc:sldChg>
      <pc:sldChg chg="modSp">
        <pc:chgData name="Guest User" userId="" providerId="Windows Live" clId="Web-{07042F42-871E-4755-822C-6397794A5657}" dt="2025-12-20T03:26:08.815" v="47" actId="1076"/>
        <pc:sldMkLst>
          <pc:docMk/>
          <pc:sldMk cId="1279103128" sldId="2725"/>
        </pc:sldMkLst>
        <pc:spChg chg="mod">
          <ac:chgData name="Guest User" userId="" providerId="Windows Live" clId="Web-{07042F42-871E-4755-822C-6397794A5657}" dt="2025-12-20T03:26:05.190" v="46" actId="1076"/>
          <ac:spMkLst>
            <pc:docMk/>
            <pc:sldMk cId="1279103128" sldId="2725"/>
            <ac:spMk id="4" creationId="{1136799D-9E09-6654-CDA1-E6EDBD097111}"/>
          </ac:spMkLst>
        </pc:spChg>
        <pc:spChg chg="mod">
          <ac:chgData name="Guest User" userId="" providerId="Windows Live" clId="Web-{07042F42-871E-4755-822C-6397794A5657}" dt="2025-12-20T03:26:08.815" v="47" actId="1076"/>
          <ac:spMkLst>
            <pc:docMk/>
            <pc:sldMk cId="1279103128" sldId="2725"/>
            <ac:spMk id="5" creationId="{2F856179-70B2-39C7-861B-8C95C7DCB6B8}"/>
          </ac:spMkLst>
        </pc:spChg>
      </pc:sldChg>
      <pc:sldChg chg="modSp">
        <pc:chgData name="Guest User" userId="" providerId="Windows Live" clId="Web-{07042F42-871E-4755-822C-6397794A5657}" dt="2025-12-20T03:26:16.222" v="49" actId="1076"/>
        <pc:sldMkLst>
          <pc:docMk/>
          <pc:sldMk cId="1760054310" sldId="2726"/>
        </pc:sldMkLst>
        <pc:spChg chg="mod">
          <ac:chgData name="Guest User" userId="" providerId="Windows Live" clId="Web-{07042F42-871E-4755-822C-6397794A5657}" dt="2025-12-20T03:26:12.753" v="48" actId="1076"/>
          <ac:spMkLst>
            <pc:docMk/>
            <pc:sldMk cId="1760054310" sldId="2726"/>
            <ac:spMk id="2" creationId="{716361D5-DB8A-1BC7-E758-813652F5BD34}"/>
          </ac:spMkLst>
        </pc:spChg>
        <pc:spChg chg="mod">
          <ac:chgData name="Guest User" userId="" providerId="Windows Live" clId="Web-{07042F42-871E-4755-822C-6397794A5657}" dt="2025-12-20T03:26:16.222" v="49" actId="1076"/>
          <ac:spMkLst>
            <pc:docMk/>
            <pc:sldMk cId="1760054310" sldId="2726"/>
            <ac:spMk id="3" creationId="{C5C6B656-AE58-71C2-9522-B3B6FF00C62A}"/>
          </ac:spMkLst>
        </pc:spChg>
      </pc:sldChg>
    </pc:docChg>
  </pc:docChgLst>
  <pc:docChgLst>
    <pc:chgData name="Guest User" providerId="Windows Live" clId="Web-{2435E720-7426-4675-B0CC-69731B434E19}"/>
    <pc:docChg chg="addSld delSld modSld">
      <pc:chgData name="Guest User" userId="" providerId="Windows Live" clId="Web-{2435E720-7426-4675-B0CC-69731B434E19}" dt="2025-12-19T11:03:59.261" v="292" actId="1076"/>
      <pc:docMkLst>
        <pc:docMk/>
      </pc:docMkLst>
      <pc:sldChg chg="modSp">
        <pc:chgData name="Guest User" userId="" providerId="Windows Live" clId="Web-{2435E720-7426-4675-B0CC-69731B434E19}" dt="2025-12-19T10:32:06.535" v="87" actId="20577"/>
        <pc:sldMkLst>
          <pc:docMk/>
          <pc:sldMk cId="0" sldId="1545"/>
        </pc:sldMkLst>
        <pc:spChg chg="mod">
          <ac:chgData name="Guest User" userId="" providerId="Windows Live" clId="Web-{2435E720-7426-4675-B0CC-69731B434E19}" dt="2025-12-19T10:31:57.690" v="84" actId="20577"/>
          <ac:spMkLst>
            <pc:docMk/>
            <pc:sldMk cId="0" sldId="1545"/>
            <ac:spMk id="3" creationId="{FC6BA86C-C279-ABB6-AA6D-CC4B3F43EB8C}"/>
          </ac:spMkLst>
        </pc:spChg>
        <pc:spChg chg="mod">
          <ac:chgData name="Guest User" userId="" providerId="Windows Live" clId="Web-{2435E720-7426-4675-B0CC-69731B434E19}" dt="2025-12-19T10:29:21.741" v="53" actId="1076"/>
          <ac:spMkLst>
            <pc:docMk/>
            <pc:sldMk cId="0" sldId="1545"/>
            <ac:spMk id="6" creationId="{5799F3AE-D01E-4197-0BAB-7444E983DDAD}"/>
          </ac:spMkLst>
        </pc:spChg>
        <pc:spChg chg="mod">
          <ac:chgData name="Guest User" userId="" providerId="Windows Live" clId="Web-{2435E720-7426-4675-B0CC-69731B434E19}" dt="2025-12-19T10:32:06.535" v="87" actId="20577"/>
          <ac:spMkLst>
            <pc:docMk/>
            <pc:sldMk cId="0" sldId="1545"/>
            <ac:spMk id="9" creationId="{BA0A8B37-B8BF-5778-6490-61C583A75BA9}"/>
          </ac:spMkLst>
        </pc:spChg>
        <pc:picChg chg="mod">
          <ac:chgData name="Guest User" userId="" providerId="Windows Live" clId="Web-{2435E720-7426-4675-B0CC-69731B434E19}" dt="2025-12-19T10:29:21.772" v="54" actId="1076"/>
          <ac:picMkLst>
            <pc:docMk/>
            <pc:sldMk cId="0" sldId="1545"/>
            <ac:picMk id="7" creationId="{5BDE969A-31AC-BE4F-7946-5FF90F572E66}"/>
          </ac:picMkLst>
        </pc:picChg>
      </pc:sldChg>
      <pc:sldChg chg="addSp modSp">
        <pc:chgData name="Guest User" userId="" providerId="Windows Live" clId="Web-{2435E720-7426-4675-B0CC-69731B434E19}" dt="2025-12-19T10:47:52.179" v="207" actId="1076"/>
        <pc:sldMkLst>
          <pc:docMk/>
          <pc:sldMk cId="0" sldId="1888"/>
        </pc:sldMkLst>
        <pc:spChg chg="add mod">
          <ac:chgData name="Guest User" userId="" providerId="Windows Live" clId="Web-{2435E720-7426-4675-B0CC-69731B434E19}" dt="2025-12-19T10:47:47.101" v="206" actId="1076"/>
          <ac:spMkLst>
            <pc:docMk/>
            <pc:sldMk cId="0" sldId="1888"/>
            <ac:spMk id="5" creationId="{71CA03FB-636E-129E-0EE8-8C29F9C16E75}"/>
          </ac:spMkLst>
        </pc:spChg>
        <pc:spChg chg="add mod">
          <ac:chgData name="Guest User" userId="" providerId="Windows Live" clId="Web-{2435E720-7426-4675-B0CC-69731B434E19}" dt="2025-12-19T10:47:52.179" v="207" actId="1076"/>
          <ac:spMkLst>
            <pc:docMk/>
            <pc:sldMk cId="0" sldId="1888"/>
            <ac:spMk id="7" creationId="{926B82A6-9222-230C-3789-72A7BA379783}"/>
          </ac:spMkLst>
        </pc:spChg>
      </pc:sldChg>
      <pc:sldChg chg="modSp">
        <pc:chgData name="Guest User" userId="" providerId="Windows Live" clId="Web-{2435E720-7426-4675-B0CC-69731B434E19}" dt="2025-12-19T10:27:20.483" v="36" actId="20577"/>
        <pc:sldMkLst>
          <pc:docMk/>
          <pc:sldMk cId="0" sldId="2228"/>
        </pc:sldMkLst>
        <pc:spChg chg="mod">
          <ac:chgData name="Guest User" userId="" providerId="Windows Live" clId="Web-{2435E720-7426-4675-B0CC-69731B434E19}" dt="2025-12-19T10:27:20.483" v="36" actId="20577"/>
          <ac:spMkLst>
            <pc:docMk/>
            <pc:sldMk cId="0" sldId="2228"/>
            <ac:spMk id="3" creationId="{65EB36AB-EAE5-7577-F4C2-016F98C99581}"/>
          </ac:spMkLst>
        </pc:spChg>
        <pc:spChg chg="mod">
          <ac:chgData name="Guest User" userId="" providerId="Windows Live" clId="Web-{2435E720-7426-4675-B0CC-69731B434E19}" dt="2025-12-19T10:25:24.010" v="9"/>
          <ac:spMkLst>
            <pc:docMk/>
            <pc:sldMk cId="0" sldId="2228"/>
            <ac:spMk id="5" creationId="{3F19CD83-13E4-F1DC-EAC6-F0CC1852015F}"/>
          </ac:spMkLst>
        </pc:spChg>
      </pc:sldChg>
      <pc:sldChg chg="modSp">
        <pc:chgData name="Guest User" userId="" providerId="Windows Live" clId="Web-{2435E720-7426-4675-B0CC-69731B434E19}" dt="2025-12-19T11:03:46.760" v="290" actId="1076"/>
        <pc:sldMkLst>
          <pc:docMk/>
          <pc:sldMk cId="0" sldId="2577"/>
        </pc:sldMkLst>
        <pc:spChg chg="mod">
          <ac:chgData name="Guest User" userId="" providerId="Windows Live" clId="Web-{2435E720-7426-4675-B0CC-69731B434E19}" dt="2025-12-19T11:03:46.760" v="290" actId="1076"/>
          <ac:spMkLst>
            <pc:docMk/>
            <pc:sldMk cId="0" sldId="2577"/>
            <ac:spMk id="2" creationId="{F11B44CA-3D56-0722-F48C-7AA6BFB9BB70}"/>
          </ac:spMkLst>
        </pc:spChg>
      </pc:sldChg>
      <pc:sldChg chg="modSp">
        <pc:chgData name="Guest User" userId="" providerId="Windows Live" clId="Web-{2435E720-7426-4675-B0CC-69731B434E19}" dt="2025-12-19T11:02:53.301" v="282"/>
        <pc:sldMkLst>
          <pc:docMk/>
          <pc:sldMk cId="0" sldId="2606"/>
        </pc:sldMkLst>
        <pc:spChg chg="mod">
          <ac:chgData name="Guest User" userId="" providerId="Windows Live" clId="Web-{2435E720-7426-4675-B0CC-69731B434E19}" dt="2025-12-19T11:02:53.301" v="282"/>
          <ac:spMkLst>
            <pc:docMk/>
            <pc:sldMk cId="0" sldId="2606"/>
            <ac:spMk id="3" creationId="{171DF1BA-BD34-DB0F-B2E7-439EC019906F}"/>
          </ac:spMkLst>
        </pc:spChg>
      </pc:sldChg>
      <pc:sldChg chg="addSp delSp modSp">
        <pc:chgData name="Guest User" userId="" providerId="Windows Live" clId="Web-{2435E720-7426-4675-B0CC-69731B434E19}" dt="2025-12-19T10:50:53.330" v="221" actId="20577"/>
        <pc:sldMkLst>
          <pc:docMk/>
          <pc:sldMk cId="0" sldId="2621"/>
        </pc:sldMkLst>
        <pc:spChg chg="add">
          <ac:chgData name="Guest User" userId="" providerId="Windows Live" clId="Web-{2435E720-7426-4675-B0CC-69731B434E19}" dt="2025-12-19T10:46:45.627" v="187"/>
          <ac:spMkLst>
            <pc:docMk/>
            <pc:sldMk cId="0" sldId="2621"/>
            <ac:spMk id="5" creationId="{B8D4CC99-09E8-10D0-C33B-AE1C8FC37AE6}"/>
          </ac:spMkLst>
        </pc:spChg>
        <pc:spChg chg="add mod">
          <ac:chgData name="Guest User" userId="" providerId="Windows Live" clId="Web-{2435E720-7426-4675-B0CC-69731B434E19}" dt="2025-12-19T10:47:11.254" v="195" actId="20577"/>
          <ac:spMkLst>
            <pc:docMk/>
            <pc:sldMk cId="0" sldId="2621"/>
            <ac:spMk id="7" creationId="{AE477164-6219-AC2E-6852-04FD2E565092}"/>
          </ac:spMkLst>
        </pc:spChg>
        <pc:spChg chg="add mod">
          <ac:chgData name="Guest User" userId="" providerId="Windows Live" clId="Web-{2435E720-7426-4675-B0CC-69731B434E19}" dt="2025-12-19T10:50:53.330" v="221" actId="20577"/>
          <ac:spMkLst>
            <pc:docMk/>
            <pc:sldMk cId="0" sldId="2621"/>
            <ac:spMk id="9" creationId="{82267EBE-D33F-E340-F673-8666ED8C2D7A}"/>
          </ac:spMkLst>
        </pc:spChg>
      </pc:sldChg>
      <pc:sldChg chg="addSp delSp modSp">
        <pc:chgData name="Guest User" userId="" providerId="Windows Live" clId="Web-{2435E720-7426-4675-B0CC-69731B434E19}" dt="2025-12-19T10:32:46.099" v="95" actId="1076"/>
        <pc:sldMkLst>
          <pc:docMk/>
          <pc:sldMk cId="512282544" sldId="2711"/>
        </pc:sldMkLst>
        <pc:spChg chg="mod">
          <ac:chgData name="Guest User" userId="" providerId="Windows Live" clId="Web-{2435E720-7426-4675-B0CC-69731B434E19}" dt="2025-12-19T10:32:27.755" v="91" actId="20577"/>
          <ac:spMkLst>
            <pc:docMk/>
            <pc:sldMk cId="512282544" sldId="2711"/>
            <ac:spMk id="4" creationId="{9A2AD401-EA87-187D-137A-03E7CA4A47F5}"/>
          </ac:spMkLst>
        </pc:spChg>
        <pc:spChg chg="mod">
          <ac:chgData name="Guest User" userId="" providerId="Windows Live" clId="Web-{2435E720-7426-4675-B0CC-69731B434E19}" dt="2025-12-19T10:32:46.099" v="95" actId="1076"/>
          <ac:spMkLst>
            <pc:docMk/>
            <pc:sldMk cId="512282544" sldId="2711"/>
            <ac:spMk id="8" creationId="{1EDE9DF8-000C-7F8E-86E6-B82FC073932B}"/>
          </ac:spMkLst>
        </pc:spChg>
        <pc:spChg chg="add">
          <ac:chgData name="Guest User" userId="" providerId="Windows Live" clId="Web-{2435E720-7426-4675-B0CC-69731B434E19}" dt="2025-12-19T10:31:11.234" v="75"/>
          <ac:spMkLst>
            <pc:docMk/>
            <pc:sldMk cId="512282544" sldId="2711"/>
            <ac:spMk id="9" creationId="{9174296D-0680-E224-AF24-169B6B3D8DAE}"/>
          </ac:spMkLst>
        </pc:spChg>
        <pc:picChg chg="add">
          <ac:chgData name="Guest User" userId="" providerId="Windows Live" clId="Web-{2435E720-7426-4675-B0CC-69731B434E19}" dt="2025-12-19T10:31:11.297" v="76"/>
          <ac:picMkLst>
            <pc:docMk/>
            <pc:sldMk cId="512282544" sldId="2711"/>
            <ac:picMk id="11" creationId="{A8473A19-6E3D-9996-C53A-62F043FCCD11}"/>
          </ac:picMkLst>
        </pc:picChg>
      </pc:sldChg>
      <pc:sldChg chg="addSp delSp modSp">
        <pc:chgData name="Guest User" userId="" providerId="Windows Live" clId="Web-{2435E720-7426-4675-B0CC-69731B434E19}" dt="2025-12-19T10:34:05.073" v="111" actId="20577"/>
        <pc:sldMkLst>
          <pc:docMk/>
          <pc:sldMk cId="2186799641" sldId="2712"/>
        </pc:sldMkLst>
        <pc:spChg chg="mod">
          <ac:chgData name="Guest User" userId="" providerId="Windows Live" clId="Web-{2435E720-7426-4675-B0CC-69731B434E19}" dt="2025-12-19T10:33:42.181" v="105" actId="20577"/>
          <ac:spMkLst>
            <pc:docMk/>
            <pc:sldMk cId="2186799641" sldId="2712"/>
            <ac:spMk id="4" creationId="{C9574ED7-F2BE-D134-9CA4-A028DF6CA5EA}"/>
          </ac:spMkLst>
        </pc:spChg>
        <pc:spChg chg="mod">
          <ac:chgData name="Guest User" userId="" providerId="Windows Live" clId="Web-{2435E720-7426-4675-B0CC-69731B434E19}" dt="2025-12-19T10:34:05.073" v="111" actId="20577"/>
          <ac:spMkLst>
            <pc:docMk/>
            <pc:sldMk cId="2186799641" sldId="2712"/>
            <ac:spMk id="8" creationId="{BA1690E9-4BB2-6CC6-EC75-0E0A5F9A1469}"/>
          </ac:spMkLst>
        </pc:spChg>
        <pc:spChg chg="add">
          <ac:chgData name="Guest User" userId="" providerId="Windows Live" clId="Web-{2435E720-7426-4675-B0CC-69731B434E19}" dt="2025-12-19T10:31:15.032" v="77"/>
          <ac:spMkLst>
            <pc:docMk/>
            <pc:sldMk cId="2186799641" sldId="2712"/>
            <ac:spMk id="9" creationId="{A831C368-BBF4-90C6-585A-0A969C15870E}"/>
          </ac:spMkLst>
        </pc:spChg>
        <pc:picChg chg="add">
          <ac:chgData name="Guest User" userId="" providerId="Windows Live" clId="Web-{2435E720-7426-4675-B0CC-69731B434E19}" dt="2025-12-19T10:31:15.094" v="78"/>
          <ac:picMkLst>
            <pc:docMk/>
            <pc:sldMk cId="2186799641" sldId="2712"/>
            <ac:picMk id="11" creationId="{85C4FA2D-030C-18F9-1164-C9571A8443E5}"/>
          </ac:picMkLst>
        </pc:picChg>
      </pc:sldChg>
      <pc:sldChg chg="addSp delSp modSp">
        <pc:chgData name="Guest User" userId="" providerId="Windows Live" clId="Web-{2435E720-7426-4675-B0CC-69731B434E19}" dt="2025-12-19T10:36:34.703" v="133" actId="20577"/>
        <pc:sldMkLst>
          <pc:docMk/>
          <pc:sldMk cId="7325752" sldId="2713"/>
        </pc:sldMkLst>
        <pc:spChg chg="mod">
          <ac:chgData name="Guest User" userId="" providerId="Windows Live" clId="Web-{2435E720-7426-4675-B0CC-69731B434E19}" dt="2025-12-19T10:35:56.873" v="125" actId="1076"/>
          <ac:spMkLst>
            <pc:docMk/>
            <pc:sldMk cId="7325752" sldId="2713"/>
            <ac:spMk id="3" creationId="{34E61FB0-5173-5736-56EB-29EA23006D03}"/>
          </ac:spMkLst>
        </pc:spChg>
        <pc:spChg chg="add">
          <ac:chgData name="Guest User" userId="" providerId="Windows Live" clId="Web-{2435E720-7426-4675-B0CC-69731B434E19}" dt="2025-12-19T10:31:35.002" v="81"/>
          <ac:spMkLst>
            <pc:docMk/>
            <pc:sldMk cId="7325752" sldId="2713"/>
            <ac:spMk id="8" creationId="{861BD1B1-BAB0-DB2F-A821-D5C2CD50DDA3}"/>
          </ac:spMkLst>
        </pc:spChg>
        <pc:spChg chg="mod">
          <ac:chgData name="Guest User" userId="" providerId="Windows Live" clId="Web-{2435E720-7426-4675-B0CC-69731B434E19}" dt="2025-12-19T10:36:34.703" v="133" actId="20577"/>
          <ac:spMkLst>
            <pc:docMk/>
            <pc:sldMk cId="7325752" sldId="2713"/>
            <ac:spMk id="9" creationId="{C5783199-EC28-4875-F57C-7B1925DB4E7C}"/>
          </ac:spMkLst>
        </pc:spChg>
        <pc:picChg chg="add">
          <ac:chgData name="Guest User" userId="" providerId="Windows Live" clId="Web-{2435E720-7426-4675-B0CC-69731B434E19}" dt="2025-12-19T10:31:35.064" v="82"/>
          <ac:picMkLst>
            <pc:docMk/>
            <pc:sldMk cId="7325752" sldId="2713"/>
            <ac:picMk id="11" creationId="{957BCDC0-D560-9ACA-E19F-94CC1BA205A7}"/>
          </ac:picMkLst>
        </pc:picChg>
      </pc:sldChg>
      <pc:sldChg chg="modSp">
        <pc:chgData name="Guest User" userId="" providerId="Windows Live" clId="Web-{2435E720-7426-4675-B0CC-69731B434E19}" dt="2025-12-19T11:02:48.238" v="281"/>
        <pc:sldMkLst>
          <pc:docMk/>
          <pc:sldMk cId="2332035596" sldId="2714"/>
        </pc:sldMkLst>
        <pc:spChg chg="mod">
          <ac:chgData name="Guest User" userId="" providerId="Windows Live" clId="Web-{2435E720-7426-4675-B0CC-69731B434E19}" dt="2025-12-19T11:02:48.238" v="281"/>
          <ac:spMkLst>
            <pc:docMk/>
            <pc:sldMk cId="2332035596" sldId="2714"/>
            <ac:spMk id="5" creationId="{0AF3F45F-CD6B-385E-3796-F3137A804DE2}"/>
          </ac:spMkLst>
        </pc:spChg>
      </pc:sldChg>
      <pc:sldChg chg="modSp">
        <pc:chgData name="Guest User" userId="" providerId="Windows Live" clId="Web-{2435E720-7426-4675-B0CC-69731B434E19}" dt="2025-12-19T11:03:13.475" v="286" actId="20577"/>
        <pc:sldMkLst>
          <pc:docMk/>
          <pc:sldMk cId="36705862" sldId="2715"/>
        </pc:sldMkLst>
        <pc:spChg chg="mod">
          <ac:chgData name="Guest User" userId="" providerId="Windows Live" clId="Web-{2435E720-7426-4675-B0CC-69731B434E19}" dt="2025-12-19T11:03:13.475" v="286" actId="20577"/>
          <ac:spMkLst>
            <pc:docMk/>
            <pc:sldMk cId="36705862" sldId="2715"/>
            <ac:spMk id="3" creationId="{329A4D20-7724-5143-8BF4-1DCA78077495}"/>
          </ac:spMkLst>
        </pc:spChg>
      </pc:sldChg>
      <pc:sldChg chg="modSp">
        <pc:chgData name="Guest User" userId="" providerId="Windows Live" clId="Web-{2435E720-7426-4675-B0CC-69731B434E19}" dt="2025-12-19T11:03:20.711" v="287"/>
        <pc:sldMkLst>
          <pc:docMk/>
          <pc:sldMk cId="2644447177" sldId="2716"/>
        </pc:sldMkLst>
        <pc:spChg chg="mod">
          <ac:chgData name="Guest User" userId="" providerId="Windows Live" clId="Web-{2435E720-7426-4675-B0CC-69731B434E19}" dt="2025-12-19T11:03:20.711" v="287"/>
          <ac:spMkLst>
            <pc:docMk/>
            <pc:sldMk cId="2644447177" sldId="2716"/>
            <ac:spMk id="5" creationId="{D5ED55E9-F6A0-7299-C68E-A76D4B189FB6}"/>
          </ac:spMkLst>
        </pc:spChg>
      </pc:sldChg>
      <pc:sldChg chg="modSp">
        <pc:chgData name="Guest User" userId="" providerId="Windows Live" clId="Web-{2435E720-7426-4675-B0CC-69731B434E19}" dt="2025-12-19T11:03:30.243" v="288"/>
        <pc:sldMkLst>
          <pc:docMk/>
          <pc:sldMk cId="1395681833" sldId="2717"/>
        </pc:sldMkLst>
        <pc:spChg chg="mod">
          <ac:chgData name="Guest User" userId="" providerId="Windows Live" clId="Web-{2435E720-7426-4675-B0CC-69731B434E19}" dt="2025-12-19T11:03:30.243" v="288"/>
          <ac:spMkLst>
            <pc:docMk/>
            <pc:sldMk cId="1395681833" sldId="2717"/>
            <ac:spMk id="3" creationId="{E9D02246-8BD7-BEA2-0123-9795A7955116}"/>
          </ac:spMkLst>
        </pc:spChg>
      </pc:sldChg>
      <pc:sldChg chg="modSp">
        <pc:chgData name="Guest User" userId="" providerId="Windows Live" clId="Web-{2435E720-7426-4675-B0CC-69731B434E19}" dt="2025-12-19T11:03:37.900" v="289"/>
        <pc:sldMkLst>
          <pc:docMk/>
          <pc:sldMk cId="2713063186" sldId="2718"/>
        </pc:sldMkLst>
        <pc:spChg chg="mod">
          <ac:chgData name="Guest User" userId="" providerId="Windows Live" clId="Web-{2435E720-7426-4675-B0CC-69731B434E19}" dt="2025-12-19T11:03:37.900" v="289"/>
          <ac:spMkLst>
            <pc:docMk/>
            <pc:sldMk cId="2713063186" sldId="2718"/>
            <ac:spMk id="5" creationId="{985F0FF9-EEC9-B6C1-69DB-A71E578199F5}"/>
          </ac:spMkLst>
        </pc:spChg>
      </pc:sldChg>
      <pc:sldChg chg="modSp">
        <pc:chgData name="Guest User" userId="" providerId="Windows Live" clId="Web-{2435E720-7426-4675-B0CC-69731B434E19}" dt="2025-12-19T11:03:54.198" v="291" actId="1076"/>
        <pc:sldMkLst>
          <pc:docMk/>
          <pc:sldMk cId="4082017070" sldId="2719"/>
        </pc:sldMkLst>
        <pc:spChg chg="mod">
          <ac:chgData name="Guest User" userId="" providerId="Windows Live" clId="Web-{2435E720-7426-4675-B0CC-69731B434E19}" dt="2025-12-19T11:03:54.198" v="291" actId="1076"/>
          <ac:spMkLst>
            <pc:docMk/>
            <pc:sldMk cId="4082017070" sldId="2719"/>
            <ac:spMk id="4" creationId="{0B134686-293A-7EC5-F051-1DCE8965DD2A}"/>
          </ac:spMkLst>
        </pc:spChg>
      </pc:sldChg>
      <pc:sldChg chg="modSp">
        <pc:chgData name="Guest User" userId="" providerId="Windows Live" clId="Web-{2435E720-7426-4675-B0CC-69731B434E19}" dt="2025-12-19T11:03:59.261" v="292" actId="1076"/>
        <pc:sldMkLst>
          <pc:docMk/>
          <pc:sldMk cId="863313435" sldId="2720"/>
        </pc:sldMkLst>
        <pc:spChg chg="mod">
          <ac:chgData name="Guest User" userId="" providerId="Windows Live" clId="Web-{2435E720-7426-4675-B0CC-69731B434E19}" dt="2025-12-19T11:03:59.261" v="292" actId="1076"/>
          <ac:spMkLst>
            <pc:docMk/>
            <pc:sldMk cId="863313435" sldId="2720"/>
            <ac:spMk id="2" creationId="{41D4E601-50C8-238B-2F8D-60F9843C6552}"/>
          </ac:spMkLst>
        </pc:spChg>
      </pc:sldChg>
      <pc:sldChg chg="modSp">
        <pc:chgData name="Guest User" userId="" providerId="Windows Live" clId="Web-{2435E720-7426-4675-B0CC-69731B434E19}" dt="2025-12-19T10:46:27.047" v="186" actId="1076"/>
        <pc:sldMkLst>
          <pc:docMk/>
          <pc:sldMk cId="2062148165" sldId="2727"/>
        </pc:sldMkLst>
        <pc:spChg chg="mod">
          <ac:chgData name="Guest User" userId="" providerId="Windows Live" clId="Web-{2435E720-7426-4675-B0CC-69731B434E19}" dt="2025-12-19T10:46:27.047" v="186" actId="1076"/>
          <ac:spMkLst>
            <pc:docMk/>
            <pc:sldMk cId="2062148165" sldId="2727"/>
            <ac:spMk id="2" creationId="{B1704DAC-C7E8-BA00-8B95-1C45DBE9CE6C}"/>
          </ac:spMkLst>
        </pc:spChg>
        <pc:spChg chg="mod">
          <ac:chgData name="Guest User" userId="" providerId="Windows Live" clId="Web-{2435E720-7426-4675-B0CC-69731B434E19}" dt="2025-12-19T10:46:23.297" v="185" actId="14100"/>
          <ac:spMkLst>
            <pc:docMk/>
            <pc:sldMk cId="2062148165" sldId="2727"/>
            <ac:spMk id="3" creationId="{F05F2983-58AF-ADFD-CB53-E718AEAB264D}"/>
          </ac:spMkLst>
        </pc:spChg>
        <pc:spChg chg="mod">
          <ac:chgData name="Guest User" userId="" providerId="Windows Live" clId="Web-{2435E720-7426-4675-B0CC-69731B434E19}" dt="2025-12-19T10:45:29.166" v="172" actId="20577"/>
          <ac:spMkLst>
            <pc:docMk/>
            <pc:sldMk cId="2062148165" sldId="2727"/>
            <ac:spMk id="11" creationId="{13798A64-FC21-DF4F-1D27-C77BF8914B8E}"/>
          </ac:spMkLst>
        </pc:spChg>
      </pc:sldChg>
      <pc:sldChg chg="modSp add replId">
        <pc:chgData name="Guest User" userId="" providerId="Windows Live" clId="Web-{2435E720-7426-4675-B0CC-69731B434E19}" dt="2025-12-19T10:50:59.268" v="222" actId="20577"/>
        <pc:sldMkLst>
          <pc:docMk/>
          <pc:sldMk cId="389979543" sldId="2729"/>
        </pc:sldMkLst>
        <pc:spChg chg="mod">
          <ac:chgData name="Guest User" userId="" providerId="Windows Live" clId="Web-{2435E720-7426-4675-B0CC-69731B434E19}" dt="2025-12-19T10:50:59.268" v="222" actId="20577"/>
          <ac:spMkLst>
            <pc:docMk/>
            <pc:sldMk cId="389979543" sldId="2729"/>
            <ac:spMk id="5" creationId="{11649924-A5B9-3B48-C315-6421748CCD13}"/>
          </ac:spMkLst>
        </pc:spChg>
        <pc:spChg chg="mod">
          <ac:chgData name="Guest User" userId="" providerId="Windows Live" clId="Web-{2435E720-7426-4675-B0CC-69731B434E19}" dt="2025-12-19T10:48:38.870" v="215" actId="20577"/>
          <ac:spMkLst>
            <pc:docMk/>
            <pc:sldMk cId="389979543" sldId="2729"/>
            <ac:spMk id="7" creationId="{F09EF202-0993-0ABF-87F0-0A284419CDBE}"/>
          </ac:spMkLst>
        </pc:spChg>
        <pc:spChg chg="mod">
          <ac:chgData name="Guest User" userId="" providerId="Windows Live" clId="Web-{2435E720-7426-4675-B0CC-69731B434E19}" dt="2025-12-19T10:50:42.830" v="219" actId="20577"/>
          <ac:spMkLst>
            <pc:docMk/>
            <pc:sldMk cId="389979543" sldId="2729"/>
            <ac:spMk id="9" creationId="{ADCC94F4-3521-2518-3908-34DEAD19E5B8}"/>
          </ac:spMkLst>
        </pc:spChg>
      </pc:sldChg>
      <pc:sldChg chg="modSp add replId">
        <pc:chgData name="Guest User" userId="" providerId="Windows Live" clId="Web-{2435E720-7426-4675-B0CC-69731B434E19}" dt="2025-12-19T10:56:47.090" v="236" actId="20577"/>
        <pc:sldMkLst>
          <pc:docMk/>
          <pc:sldMk cId="1867942436" sldId="2730"/>
        </pc:sldMkLst>
        <pc:spChg chg="mod">
          <ac:chgData name="Guest User" userId="" providerId="Windows Live" clId="Web-{2435E720-7426-4675-B0CC-69731B434E19}" dt="2025-12-19T10:56:47.090" v="236" actId="20577"/>
          <ac:spMkLst>
            <pc:docMk/>
            <pc:sldMk cId="1867942436" sldId="2730"/>
            <ac:spMk id="5" creationId="{8D6255E0-B419-BD4B-8463-30CB20B8CA5D}"/>
          </ac:spMkLst>
        </pc:spChg>
        <pc:spChg chg="mod">
          <ac:chgData name="Guest User" userId="" providerId="Windows Live" clId="Web-{2435E720-7426-4675-B0CC-69731B434E19}" dt="2025-12-19T10:56:44.434" v="235" actId="20577"/>
          <ac:spMkLst>
            <pc:docMk/>
            <pc:sldMk cId="1867942436" sldId="2730"/>
            <ac:spMk id="7" creationId="{29666BA1-58EA-1A67-4B93-3E92409C5DAB}"/>
          </ac:spMkLst>
        </pc:spChg>
        <pc:spChg chg="mod">
          <ac:chgData name="Guest User" userId="" providerId="Windows Live" clId="Web-{2435E720-7426-4675-B0CC-69731B434E19}" dt="2025-12-19T10:56:36.168" v="234" actId="20577"/>
          <ac:spMkLst>
            <pc:docMk/>
            <pc:sldMk cId="1867942436" sldId="2730"/>
            <ac:spMk id="9" creationId="{5F70809F-702B-89E1-5AEE-5DCD27D3B391}"/>
          </ac:spMkLst>
        </pc:spChg>
      </pc:sldChg>
      <pc:sldChg chg="modSp add del replId">
        <pc:chgData name="Guest User" userId="" providerId="Windows Live" clId="Web-{2435E720-7426-4675-B0CC-69731B434E19}" dt="2025-12-19T10:58:48.592" v="252"/>
        <pc:sldMkLst>
          <pc:docMk/>
          <pc:sldMk cId="3538056762" sldId="2731"/>
        </pc:sldMkLst>
        <pc:spChg chg="mod">
          <ac:chgData name="Guest User" userId="" providerId="Windows Live" clId="Web-{2435E720-7426-4675-B0CC-69731B434E19}" dt="2025-12-19T10:57:30.716" v="239" actId="20577"/>
          <ac:spMkLst>
            <pc:docMk/>
            <pc:sldMk cId="3538056762" sldId="2731"/>
            <ac:spMk id="5" creationId="{E210D0D5-E3EA-445A-F293-49CF3F396F7F}"/>
          </ac:spMkLst>
        </pc:spChg>
        <pc:spChg chg="mod">
          <ac:chgData name="Guest User" userId="" providerId="Windows Live" clId="Web-{2435E720-7426-4675-B0CC-69731B434E19}" dt="2025-12-19T10:58:30.076" v="250"/>
          <ac:spMkLst>
            <pc:docMk/>
            <pc:sldMk cId="3538056762" sldId="2731"/>
            <ac:spMk id="7" creationId="{C0879577-6147-E16D-0CC6-9ACD7E6BC96F}"/>
          </ac:spMkLst>
        </pc:spChg>
        <pc:spChg chg="mod">
          <ac:chgData name="Guest User" userId="" providerId="Windows Live" clId="Web-{2435E720-7426-4675-B0CC-69731B434E19}" dt="2025-12-19T10:58:05.904" v="245" actId="20577"/>
          <ac:spMkLst>
            <pc:docMk/>
            <pc:sldMk cId="3538056762" sldId="2731"/>
            <ac:spMk id="9" creationId="{E658F840-5EE4-5829-3933-47A841A4B74E}"/>
          </ac:spMkLst>
        </pc:spChg>
      </pc:sldChg>
      <pc:sldChg chg="modSp add replId">
        <pc:chgData name="Guest User" userId="" providerId="Windows Live" clId="Web-{2435E720-7426-4675-B0CC-69731B434E19}" dt="2025-12-19T11:01:38.188" v="280" actId="20577"/>
        <pc:sldMkLst>
          <pc:docMk/>
          <pc:sldMk cId="824586917" sldId="2732"/>
        </pc:sldMkLst>
        <pc:spChg chg="mod">
          <ac:chgData name="Guest User" userId="" providerId="Windows Live" clId="Web-{2435E720-7426-4675-B0CC-69731B434E19}" dt="2025-12-19T11:01:38.188" v="280" actId="20577"/>
          <ac:spMkLst>
            <pc:docMk/>
            <pc:sldMk cId="824586917" sldId="2732"/>
            <ac:spMk id="5" creationId="{E470616A-287A-AD4E-02A3-B7FC29559E0E}"/>
          </ac:spMkLst>
        </pc:spChg>
        <pc:spChg chg="mod">
          <ac:chgData name="Guest User" userId="" providerId="Windows Live" clId="Web-{2435E720-7426-4675-B0CC-69731B434E19}" dt="2025-12-19T10:59:26.327" v="258" actId="20577"/>
          <ac:spMkLst>
            <pc:docMk/>
            <pc:sldMk cId="824586917" sldId="2732"/>
            <ac:spMk id="7" creationId="{A3790BD5-CB21-4F1F-218E-27361E8C6E12}"/>
          </ac:spMkLst>
        </pc:spChg>
        <pc:spChg chg="mod">
          <ac:chgData name="Guest User" userId="" providerId="Windows Live" clId="Web-{2435E720-7426-4675-B0CC-69731B434E19}" dt="2025-12-19T11:01:31.407" v="279" actId="20577"/>
          <ac:spMkLst>
            <pc:docMk/>
            <pc:sldMk cId="824586917" sldId="2732"/>
            <ac:spMk id="9" creationId="{26ACAC34-841A-D8C1-59DC-CF8D65B7DF49}"/>
          </ac:spMkLst>
        </pc:spChg>
      </pc:sldChg>
    </pc:docChg>
  </pc:docChgLst>
  <pc:docChgLst>
    <pc:chgData name="Guest User" providerId="Windows Live" clId="Web-{700119BA-4880-46A7-A316-25A9916D0FC9}"/>
    <pc:docChg chg="addSld modSld sldOrd">
      <pc:chgData name="Guest User" userId="" providerId="Windows Live" clId="Web-{700119BA-4880-46A7-A316-25A9916D0FC9}" dt="2025-12-20T03:19:16.248" v="275" actId="1076"/>
      <pc:docMkLst>
        <pc:docMk/>
      </pc:docMkLst>
      <pc:sldChg chg="modSp">
        <pc:chgData name="Guest User" userId="" providerId="Windows Live" clId="Web-{700119BA-4880-46A7-A316-25A9916D0FC9}" dt="2025-12-20T02:57:32.584" v="57" actId="20577"/>
        <pc:sldMkLst>
          <pc:docMk/>
          <pc:sldMk cId="0" sldId="511"/>
        </pc:sldMkLst>
        <pc:spChg chg="mod">
          <ac:chgData name="Guest User" userId="" providerId="Windows Live" clId="Web-{700119BA-4880-46A7-A316-25A9916D0FC9}" dt="2025-12-20T02:57:32.584" v="57" actId="20577"/>
          <ac:spMkLst>
            <pc:docMk/>
            <pc:sldMk cId="0" sldId="511"/>
            <ac:spMk id="2" creationId="{00000000-0000-0000-0000-000000000000}"/>
          </ac:spMkLst>
        </pc:spChg>
      </pc:sldChg>
      <pc:sldChg chg="modSp">
        <pc:chgData name="Guest User" userId="" providerId="Windows Live" clId="Web-{700119BA-4880-46A7-A316-25A9916D0FC9}" dt="2025-12-20T03:19:16.248" v="275" actId="1076"/>
        <pc:sldMkLst>
          <pc:docMk/>
          <pc:sldMk cId="0" sldId="2231"/>
        </pc:sldMkLst>
        <pc:spChg chg="mod">
          <ac:chgData name="Guest User" userId="" providerId="Windows Live" clId="Web-{700119BA-4880-46A7-A316-25A9916D0FC9}" dt="2025-12-20T03:14:02.988" v="223" actId="20577"/>
          <ac:spMkLst>
            <pc:docMk/>
            <pc:sldMk cId="0" sldId="2231"/>
            <ac:spMk id="2" creationId="{00000000-0000-0000-0000-000000000000}"/>
          </ac:spMkLst>
        </pc:spChg>
        <pc:spChg chg="mod">
          <ac:chgData name="Guest User" userId="" providerId="Windows Live" clId="Web-{700119BA-4880-46A7-A316-25A9916D0FC9}" dt="2025-12-20T03:19:16.248" v="275" actId="1076"/>
          <ac:spMkLst>
            <pc:docMk/>
            <pc:sldMk cId="0" sldId="2231"/>
            <ac:spMk id="5" creationId="{00000000-0000-0000-0000-000000000000}"/>
          </ac:spMkLst>
        </pc:spChg>
        <pc:spChg chg="mod">
          <ac:chgData name="Guest User" userId="" providerId="Windows Live" clId="Web-{700119BA-4880-46A7-A316-25A9916D0FC9}" dt="2025-12-20T03:19:09.779" v="273" actId="20577"/>
          <ac:spMkLst>
            <pc:docMk/>
            <pc:sldMk cId="0" sldId="2231"/>
            <ac:spMk id="8" creationId="{00000000-0000-0000-0000-000000000000}"/>
          </ac:spMkLst>
        </pc:spChg>
      </pc:sldChg>
      <pc:sldChg chg="modSp">
        <pc:chgData name="Guest User" userId="" providerId="Windows Live" clId="Web-{700119BA-4880-46A7-A316-25A9916D0FC9}" dt="2025-12-20T03:02:43.736" v="89" actId="20577"/>
        <pc:sldMkLst>
          <pc:docMk/>
          <pc:sldMk cId="1760054310" sldId="2726"/>
        </pc:sldMkLst>
        <pc:spChg chg="mod">
          <ac:chgData name="Guest User" userId="" providerId="Windows Live" clId="Web-{700119BA-4880-46A7-A316-25A9916D0FC9}" dt="2025-12-20T03:02:43.736" v="89" actId="20577"/>
          <ac:spMkLst>
            <pc:docMk/>
            <pc:sldMk cId="1760054310" sldId="2726"/>
            <ac:spMk id="11" creationId="{3AA0D8FB-ECC6-7B60-D954-1A299DD9DC49}"/>
          </ac:spMkLst>
        </pc:spChg>
      </pc:sldChg>
      <pc:sldChg chg="modSp">
        <pc:chgData name="Guest User" userId="" providerId="Windows Live" clId="Web-{700119BA-4880-46A7-A316-25A9916D0FC9}" dt="2025-12-20T03:06:04.058" v="134" actId="1076"/>
        <pc:sldMkLst>
          <pc:docMk/>
          <pc:sldMk cId="2062148165" sldId="2727"/>
        </pc:sldMkLst>
        <pc:spChg chg="mod">
          <ac:chgData name="Guest User" userId="" providerId="Windows Live" clId="Web-{700119BA-4880-46A7-A316-25A9916D0FC9}" dt="2025-12-20T03:06:04.026" v="133" actId="1076"/>
          <ac:spMkLst>
            <pc:docMk/>
            <pc:sldMk cId="2062148165" sldId="2727"/>
            <ac:spMk id="2" creationId="{B1704DAC-C7E8-BA00-8B95-1C45DBE9CE6C}"/>
          </ac:spMkLst>
        </pc:spChg>
        <pc:spChg chg="mod">
          <ac:chgData name="Guest User" userId="" providerId="Windows Live" clId="Web-{700119BA-4880-46A7-A316-25A9916D0FC9}" dt="2025-12-20T03:06:04.058" v="134" actId="1076"/>
          <ac:spMkLst>
            <pc:docMk/>
            <pc:sldMk cId="2062148165" sldId="2727"/>
            <ac:spMk id="3" creationId="{F05F2983-58AF-ADFD-CB53-E718AEAB264D}"/>
          </ac:spMkLst>
        </pc:spChg>
        <pc:spChg chg="mod">
          <ac:chgData name="Guest User" userId="" providerId="Windows Live" clId="Web-{700119BA-4880-46A7-A316-25A9916D0FC9}" dt="2025-12-20T03:03:14.299" v="94" actId="20577"/>
          <ac:spMkLst>
            <pc:docMk/>
            <pc:sldMk cId="2062148165" sldId="2727"/>
            <ac:spMk id="11" creationId="{13798A64-FC21-DF4F-1D27-C77BF8914B8E}"/>
          </ac:spMkLst>
        </pc:spChg>
      </pc:sldChg>
      <pc:sldChg chg="modSp add replId">
        <pc:chgData name="Guest User" userId="" providerId="Windows Live" clId="Web-{700119BA-4880-46A7-A316-25A9916D0FC9}" dt="2025-12-20T03:06:48.263" v="141" actId="20577"/>
        <pc:sldMkLst>
          <pc:docMk/>
          <pc:sldMk cId="4002502094" sldId="2733"/>
        </pc:sldMkLst>
        <pc:spChg chg="mod">
          <ac:chgData name="Guest User" userId="" providerId="Windows Live" clId="Web-{700119BA-4880-46A7-A316-25A9916D0FC9}" dt="2025-12-20T03:06:31.153" v="137" actId="20577"/>
          <ac:spMkLst>
            <pc:docMk/>
            <pc:sldMk cId="4002502094" sldId="2733"/>
            <ac:spMk id="2" creationId="{26083535-13A5-4262-255D-1BA6D795A96E}"/>
          </ac:spMkLst>
        </pc:spChg>
        <pc:spChg chg="mod">
          <ac:chgData name="Guest User" userId="" providerId="Windows Live" clId="Web-{700119BA-4880-46A7-A316-25A9916D0FC9}" dt="2025-12-20T03:05:01.351" v="122" actId="20577"/>
          <ac:spMkLst>
            <pc:docMk/>
            <pc:sldMk cId="4002502094" sldId="2733"/>
            <ac:spMk id="3" creationId="{CC4EE6D9-5391-4939-46F8-008080BF87EA}"/>
          </ac:spMkLst>
        </pc:spChg>
        <pc:spChg chg="mod">
          <ac:chgData name="Guest User" userId="" providerId="Windows Live" clId="Web-{700119BA-4880-46A7-A316-25A9916D0FC9}" dt="2025-12-20T03:06:48.263" v="141" actId="20577"/>
          <ac:spMkLst>
            <pc:docMk/>
            <pc:sldMk cId="4002502094" sldId="2733"/>
            <ac:spMk id="11" creationId="{B3258A7D-9A80-74E3-4EF5-9B0DBE9D58F5}"/>
          </ac:spMkLst>
        </pc:spChg>
      </pc:sldChg>
      <pc:sldChg chg="modSp add replId">
        <pc:chgData name="Guest User" userId="" providerId="Windows Live" clId="Web-{700119BA-4880-46A7-A316-25A9916D0FC9}" dt="2025-12-20T03:07:07.484" v="144" actId="20577"/>
        <pc:sldMkLst>
          <pc:docMk/>
          <pc:sldMk cId="2377904460" sldId="2734"/>
        </pc:sldMkLst>
        <pc:spChg chg="mod">
          <ac:chgData name="Guest User" userId="" providerId="Windows Live" clId="Web-{700119BA-4880-46A7-A316-25A9916D0FC9}" dt="2025-12-20T03:07:07.484" v="144" actId="20577"/>
          <ac:spMkLst>
            <pc:docMk/>
            <pc:sldMk cId="2377904460" sldId="2734"/>
            <ac:spMk id="11" creationId="{D08C4527-5977-A221-23DA-24F14A7A2574}"/>
          </ac:spMkLst>
        </pc:spChg>
      </pc:sldChg>
      <pc:sldChg chg="modSp add replId">
        <pc:chgData name="Guest User" userId="" providerId="Windows Live" clId="Web-{700119BA-4880-46A7-A316-25A9916D0FC9}" dt="2025-12-20T03:06:55.294" v="142" actId="20577"/>
        <pc:sldMkLst>
          <pc:docMk/>
          <pc:sldMk cId="894464627" sldId="2735"/>
        </pc:sldMkLst>
        <pc:spChg chg="mod">
          <ac:chgData name="Guest User" userId="" providerId="Windows Live" clId="Web-{700119BA-4880-46A7-A316-25A9916D0FC9}" dt="2025-12-20T03:06:55.294" v="142" actId="20577"/>
          <ac:spMkLst>
            <pc:docMk/>
            <pc:sldMk cId="894464627" sldId="2735"/>
            <ac:spMk id="11" creationId="{DF9B10AF-0861-81A3-E13E-2B6B588EF6E1}"/>
          </ac:spMkLst>
        </pc:spChg>
      </pc:sldChg>
      <pc:sldChg chg="modSp add replId">
        <pc:chgData name="Guest User" userId="" providerId="Windows Live" clId="Web-{700119BA-4880-46A7-A316-25A9916D0FC9}" dt="2025-12-20T03:07:00.216" v="143" actId="20577"/>
        <pc:sldMkLst>
          <pc:docMk/>
          <pc:sldMk cId="24765534" sldId="2736"/>
        </pc:sldMkLst>
        <pc:spChg chg="mod">
          <ac:chgData name="Guest User" userId="" providerId="Windows Live" clId="Web-{700119BA-4880-46A7-A316-25A9916D0FC9}" dt="2025-12-20T03:07:00.216" v="143" actId="20577"/>
          <ac:spMkLst>
            <pc:docMk/>
            <pc:sldMk cId="24765534" sldId="2736"/>
            <ac:spMk id="11" creationId="{9779347E-57BB-92C6-79C5-6D3F84CD857D}"/>
          </ac:spMkLst>
        </pc:spChg>
      </pc:sldChg>
      <pc:sldChg chg="modSp add ord replId">
        <pc:chgData name="Guest User" userId="" providerId="Windows Live" clId="Web-{700119BA-4880-46A7-A316-25A9916D0FC9}" dt="2025-12-20T03:08:26.768" v="166" actId="20577"/>
        <pc:sldMkLst>
          <pc:docMk/>
          <pc:sldMk cId="1212961471" sldId="2737"/>
        </pc:sldMkLst>
        <pc:spChg chg="mod">
          <ac:chgData name="Guest User" userId="" providerId="Windows Live" clId="Web-{700119BA-4880-46A7-A316-25A9916D0FC9}" dt="2025-12-20T03:07:46.329" v="155" actId="20577"/>
          <ac:spMkLst>
            <pc:docMk/>
            <pc:sldMk cId="1212961471" sldId="2737"/>
            <ac:spMk id="2" creationId="{53E558A6-E657-5B9B-91FF-B6E493FC66F1}"/>
          </ac:spMkLst>
        </pc:spChg>
        <pc:spChg chg="mod">
          <ac:chgData name="Guest User" userId="" providerId="Windows Live" clId="Web-{700119BA-4880-46A7-A316-25A9916D0FC9}" dt="2025-12-20T03:08:26.768" v="166" actId="20577"/>
          <ac:spMkLst>
            <pc:docMk/>
            <pc:sldMk cId="1212961471" sldId="2737"/>
            <ac:spMk id="3" creationId="{43B0587B-8C52-5E7F-75F7-83C3CC317284}"/>
          </ac:spMkLst>
        </pc:spChg>
        <pc:spChg chg="mod">
          <ac:chgData name="Guest User" userId="" providerId="Windows Live" clId="Web-{700119BA-4880-46A7-A316-25A9916D0FC9}" dt="2025-12-20T03:07:26.313" v="148" actId="20577"/>
          <ac:spMkLst>
            <pc:docMk/>
            <pc:sldMk cId="1212961471" sldId="2737"/>
            <ac:spMk id="11" creationId="{4D48C7F3-05A3-568B-3010-7EF9404B8475}"/>
          </ac:spMkLst>
        </pc:spChg>
      </pc:sldChg>
      <pc:sldChg chg="modSp add ord replId">
        <pc:chgData name="Guest User" userId="" providerId="Windows Live" clId="Web-{700119BA-4880-46A7-A316-25A9916D0FC9}" dt="2025-12-20T03:10:59.412" v="207" actId="20577"/>
        <pc:sldMkLst>
          <pc:docMk/>
          <pc:sldMk cId="945581630" sldId="2738"/>
        </pc:sldMkLst>
        <pc:spChg chg="mod">
          <ac:chgData name="Guest User" userId="" providerId="Windows Live" clId="Web-{700119BA-4880-46A7-A316-25A9916D0FC9}" dt="2025-12-20T03:10:59.412" v="207" actId="20577"/>
          <ac:spMkLst>
            <pc:docMk/>
            <pc:sldMk cId="945581630" sldId="2738"/>
            <ac:spMk id="2" creationId="{08970DB1-0135-D31D-65CB-E8200DC16072}"/>
          </ac:spMkLst>
        </pc:spChg>
        <pc:spChg chg="mod">
          <ac:chgData name="Guest User" userId="" providerId="Windows Live" clId="Web-{700119BA-4880-46A7-A316-25A9916D0FC9}" dt="2025-12-20T03:09:52.223" v="187" actId="20577"/>
          <ac:spMkLst>
            <pc:docMk/>
            <pc:sldMk cId="945581630" sldId="2738"/>
            <ac:spMk id="3" creationId="{8CACD23D-AF41-510E-5F22-1A312392A512}"/>
          </ac:spMkLst>
        </pc:spChg>
        <pc:spChg chg="mod">
          <ac:chgData name="Guest User" userId="" providerId="Windows Live" clId="Web-{700119BA-4880-46A7-A316-25A9916D0FC9}" dt="2025-12-20T03:08:50.597" v="170" actId="20577"/>
          <ac:spMkLst>
            <pc:docMk/>
            <pc:sldMk cId="945581630" sldId="2738"/>
            <ac:spMk id="11" creationId="{EEE99E7D-783A-887A-980A-D571737AC4B9}"/>
          </ac:spMkLst>
        </pc:spChg>
      </pc:sldChg>
      <pc:sldChg chg="modSp add ord replId">
        <pc:chgData name="Guest User" userId="" providerId="Windows Live" clId="Web-{700119BA-4880-46A7-A316-25A9916D0FC9}" dt="2025-12-20T03:12:10.507" v="217" actId="20577"/>
        <pc:sldMkLst>
          <pc:docMk/>
          <pc:sldMk cId="2271919081" sldId="2739"/>
        </pc:sldMkLst>
        <pc:spChg chg="mod">
          <ac:chgData name="Guest User" userId="" providerId="Windows Live" clId="Web-{700119BA-4880-46A7-A316-25A9916D0FC9}" dt="2025-12-20T03:12:10.507" v="217" actId="20577"/>
          <ac:spMkLst>
            <pc:docMk/>
            <pc:sldMk cId="2271919081" sldId="2739"/>
            <ac:spMk id="2" creationId="{323756BE-CCFB-B169-21A2-E51E8A04BD1B}"/>
          </ac:spMkLst>
        </pc:spChg>
        <pc:spChg chg="mod">
          <ac:chgData name="Guest User" userId="" providerId="Windows Live" clId="Web-{700119BA-4880-46A7-A316-25A9916D0FC9}" dt="2025-12-20T03:10:50.209" v="205"/>
          <ac:spMkLst>
            <pc:docMk/>
            <pc:sldMk cId="2271919081" sldId="2739"/>
            <ac:spMk id="3" creationId="{08220FFD-946A-B3B4-3D9A-A693DB05379D}"/>
          </ac:spMkLst>
        </pc:spChg>
        <pc:spChg chg="mod">
          <ac:chgData name="Guest User" userId="" providerId="Windows Live" clId="Web-{700119BA-4880-46A7-A316-25A9916D0FC9}" dt="2025-12-20T03:10:04.349" v="190" actId="20577"/>
          <ac:spMkLst>
            <pc:docMk/>
            <pc:sldMk cId="2271919081" sldId="2739"/>
            <ac:spMk id="11" creationId="{2FB694DE-32F7-F6B2-DC5E-230E16F71F55}"/>
          </ac:spMkLst>
        </pc:spChg>
      </pc:sldChg>
    </pc:docChg>
  </pc:docChgLst>
  <pc:docChgLst>
    <pc:chgData name="Guest User" providerId="Windows Live" clId="Web-{FAAC0FCE-68DB-9A60-9A39-D361B12BBA80}"/>
    <pc:docChg chg="modSld">
      <pc:chgData name="Guest User" userId="" providerId="Windows Live" clId="Web-{FAAC0FCE-68DB-9A60-9A39-D361B12BBA80}" dt="2025-12-28T00:23:27.511" v="1" actId="20577"/>
      <pc:docMkLst>
        <pc:docMk/>
      </pc:docMkLst>
      <pc:sldChg chg="modSp">
        <pc:chgData name="Guest User" userId="" providerId="Windows Live" clId="Web-{FAAC0FCE-68DB-9A60-9A39-D361B12BBA80}" dt="2025-12-28T00:23:27.511" v="1" actId="20577"/>
        <pc:sldMkLst>
          <pc:docMk/>
          <pc:sldMk cId="0" sldId="511"/>
        </pc:sldMkLst>
        <pc:spChg chg="mod">
          <ac:chgData name="Guest User" userId="" providerId="Windows Live" clId="Web-{FAAC0FCE-68DB-9A60-9A39-D361B12BBA80}" dt="2025-12-28T00:23:27.511" v="1" actId="20577"/>
          <ac:spMkLst>
            <pc:docMk/>
            <pc:sldMk cId="0" sldId="511"/>
            <ac:spMk id="2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 noEditPoints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 noEditPoints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0563A1F-755C-0546-8932-E860F2147B1A}" type="datetimeFigureOut">
              <a:rPr lang="en-GB" smtClean="0"/>
              <a:t>27/12/2025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 noEditPoints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 noEditPoints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6" name="Footer Placeholder 5"/>
          <p:cNvSpPr>
            <a:spLocks noGrp="1" noEditPoints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 noEditPoints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24E53EA-ED27-5247-B6F2-F07834052059}" type="slidenum">
              <a:rPr lang="en-GB" smtClean="0"/>
              <a:t>‹#›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EditPoints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Text Placeholder 2"/>
          <p:cNvSpPr>
            <a:spLocks noGrp="1" noEditPoints="1"/>
          </p:cNvSpPr>
          <p:nvPr>
            <p:ph type="body" idx="3"/>
          </p:nvPr>
        </p:nvSpPr>
        <p:spPr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 noEditPoints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fld id="{50013D67-56E2-4085-B4EC-AD3696C10DDD}" type="slidenum">
              <a:rPr lang="en-US" smtClean="0"/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EditPoints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Text Placeholder 2"/>
          <p:cNvSpPr>
            <a:spLocks noGrp="1" noEditPoints="1"/>
          </p:cNvSpPr>
          <p:nvPr>
            <p:ph type="body" idx="3"/>
          </p:nvPr>
        </p:nvSpPr>
        <p:spPr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 noEditPoints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fld id="{824471C7-0AD6-4437-9E33-B53C208AB7D8}" type="slidenum">
              <a:rPr lang="en-US" smtClean="0"/>
              <a:t>2</a:t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EditPoints="1"/>
          </p:cNvSpPr>
          <p:nvPr>
            <p:ph type="sldImg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Notes Placeholder 2"/>
          <p:cNvSpPr>
            <a:spLocks noGrp="1" noEditPoints="1"/>
          </p:cNvSpPr>
          <p:nvPr>
            <p:ph type="body" idx="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4" name="Slide Number Placeholder 3"/>
          <p:cNvSpPr>
            <a:spLocks noGrp="1" noEditPoints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Tx/>
              <a:buNone/>
            </a:pPr>
            <a:fld id="{70B8D068-427B-41D9-A73C-4B14D222A6EB}" type="slidenum">
              <a:rPr kumimoji="0" lang="en-SG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3</a:t>
            </a:fld>
            <a:endParaRPr kumimoji="0" lang="en-SG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2671AB-BB1B-51D1-E47C-8C2269AA79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8EB42ED-782F-786C-7190-F37A79A00397}"/>
              </a:ext>
            </a:extLst>
          </p:cNvPr>
          <p:cNvSpPr>
            <a:spLocks noGrp="1" noRot="1" noChangeAspect="1" noEditPoints="1"/>
          </p:cNvSpPr>
          <p:nvPr>
            <p:ph type="sldImg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BB88820-460C-CC2A-A972-3BAEC4E5B099}"/>
              </a:ext>
            </a:extLst>
          </p:cNvPr>
          <p:cNvSpPr>
            <a:spLocks noGrp="1" noEditPoints="1"/>
          </p:cNvSpPr>
          <p:nvPr>
            <p:ph type="body" idx="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94E0874-713D-2AE0-E7E0-C058C7646B8F}"/>
              </a:ext>
            </a:extLst>
          </p:cNvPr>
          <p:cNvSpPr>
            <a:spLocks noGrp="1" noEditPoints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Tx/>
              <a:buNone/>
            </a:pPr>
            <a:fld id="{70B8D068-427B-41D9-A73C-4B14D222A6EB}" type="slidenum">
              <a:rPr kumimoji="0" lang="en-SG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4</a:t>
            </a:fld>
            <a:endParaRPr kumimoji="0" lang="en-SG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3692325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126195-CE66-BB61-9223-655482C0DB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49AC869-634F-A3B0-F698-B9E1B7865FD0}"/>
              </a:ext>
            </a:extLst>
          </p:cNvPr>
          <p:cNvSpPr>
            <a:spLocks noGrp="1" noRot="1" noChangeAspect="1" noEditPoints="1"/>
          </p:cNvSpPr>
          <p:nvPr>
            <p:ph type="sldImg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BEB5F78-C8FC-046A-EBEB-206929BE7BB9}"/>
              </a:ext>
            </a:extLst>
          </p:cNvPr>
          <p:cNvSpPr>
            <a:spLocks noGrp="1" noEditPoints="1"/>
          </p:cNvSpPr>
          <p:nvPr>
            <p:ph type="body" idx="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49DE894-0E0D-83CF-9BEE-D03C0E2ED3FE}"/>
              </a:ext>
            </a:extLst>
          </p:cNvPr>
          <p:cNvSpPr>
            <a:spLocks noGrp="1" noEditPoints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Tx/>
              <a:buNone/>
            </a:pPr>
            <a:fld id="{70B8D068-427B-41D9-A73C-4B14D222A6EB}" type="slidenum">
              <a:rPr kumimoji="0" lang="en-SG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5</a:t>
            </a:fld>
            <a:endParaRPr kumimoji="0" lang="en-SG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613926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9FBA79-7061-F065-2342-631408E709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CE10043-80BC-FD3F-1001-04B6CBF38EF3}"/>
              </a:ext>
            </a:extLst>
          </p:cNvPr>
          <p:cNvSpPr>
            <a:spLocks noGrp="1" noRot="1" noChangeAspect="1" noEditPoints="1"/>
          </p:cNvSpPr>
          <p:nvPr>
            <p:ph type="sldImg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C7B0CB0-91B8-A0C9-2605-FCC7E8D41D20}"/>
              </a:ext>
            </a:extLst>
          </p:cNvPr>
          <p:cNvSpPr>
            <a:spLocks noGrp="1" noEditPoints="1"/>
          </p:cNvSpPr>
          <p:nvPr>
            <p:ph type="body" idx="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426DB5E-2165-2AFA-284E-DA6866E2D07A}"/>
              </a:ext>
            </a:extLst>
          </p:cNvPr>
          <p:cNvSpPr>
            <a:spLocks noGrp="1" noEditPoints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Tx/>
              <a:buNone/>
            </a:pPr>
            <a:fld id="{70B8D068-427B-41D9-A73C-4B14D222A6EB}" type="slidenum">
              <a:rPr kumimoji="0" lang="en-SG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6</a:t>
            </a:fld>
            <a:endParaRPr kumimoji="0" lang="en-SG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8138845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EditPoints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Text Placeholder 2"/>
          <p:cNvSpPr>
            <a:spLocks noGrp="1" noEditPoints="1"/>
          </p:cNvSpPr>
          <p:nvPr>
            <p:ph type="body" idx="3"/>
          </p:nvPr>
        </p:nvSpPr>
        <p:spPr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 noEditPoints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fld id="{382CF6F6-4A85-442A-979D-5D8DC82D81BF}" type="slidenum">
              <a:rPr lang="en-US" smtClean="0"/>
              <a:t>7</a:t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EditPoints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Text Placeholder 2"/>
          <p:cNvSpPr>
            <a:spLocks noGrp="1" noEditPoints="1"/>
          </p:cNvSpPr>
          <p:nvPr>
            <p:ph type="body" idx="3"/>
          </p:nvPr>
        </p:nvSpPr>
        <p:spPr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 noEditPoints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fld id="{ED55D278-8EFF-4C2B-B52A-98D6EADF6A7D}" type="slidenum">
              <a:rPr lang="en-US" smtClean="0"/>
              <a:t>8</a:t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EditPoints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Text Placeholder 2"/>
          <p:cNvSpPr>
            <a:spLocks noGrp="1" noEditPoints="1"/>
          </p:cNvSpPr>
          <p:nvPr>
            <p:ph type="body" idx="3"/>
          </p:nvPr>
        </p:nvSpPr>
        <p:spPr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 noEditPoints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fld id="{C0B3AAC3-4243-41E7-9F2E-707505CD19B2}" type="slidenum">
              <a:rPr lang="en-US" smtClean="0"/>
              <a:t>9</a:t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EditPoints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Text Placeholder 2"/>
          <p:cNvSpPr>
            <a:spLocks noGrp="1" noEditPoints="1"/>
          </p:cNvSpPr>
          <p:nvPr>
            <p:ph type="body" idx="3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US"/>
              <a:t>30</a:t>
            </a:r>
          </a:p>
        </p:txBody>
      </p:sp>
      <p:sp>
        <p:nvSpPr>
          <p:cNvPr id="4" name="Slide Number Placeholder 3"/>
          <p:cNvSpPr>
            <a:spLocks noGrp="1" noEditPoints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fld id="{5C1A9980-9127-456F-A8DB-8800D6C2EAE9}" type="slidenum">
              <a:rPr lang="en-US" smtClean="0"/>
              <a:t>10</a:t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315D1A-CB3D-9E5D-D933-50B1152F52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929B625-3BF7-8AF1-02F8-5BCBE3BF81BC}"/>
              </a:ext>
            </a:extLst>
          </p:cNvPr>
          <p:cNvSpPr>
            <a:spLocks noGrp="1" noRot="1" noChangeAspect="1" noEditPoints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2220DCF-3437-A923-7506-7D3586676896}"/>
              </a:ext>
            </a:extLst>
          </p:cNvPr>
          <p:cNvSpPr>
            <a:spLocks noGrp="1" noEditPoints="1"/>
          </p:cNvSpPr>
          <p:nvPr>
            <p:ph type="body" idx="3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US"/>
              <a:t>30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E53D8D1-14BB-B4D2-84FB-0A4698E5ECAE}"/>
              </a:ext>
            </a:extLst>
          </p:cNvPr>
          <p:cNvSpPr>
            <a:spLocks noGrp="1" noEditPoints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fld id="{5C1A9980-9127-456F-A8DB-8800D6C2EAE9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267062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0E1C85-E88A-A635-85DF-6AFE8903BC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7C49394-1F61-8999-428A-0CCAE6FEC7BA}"/>
              </a:ext>
            </a:extLst>
          </p:cNvPr>
          <p:cNvSpPr>
            <a:spLocks noGrp="1" noRot="1" noChangeAspect="1" noEditPoints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E45760E-C826-BD55-7470-1637984C2CDA}"/>
              </a:ext>
            </a:extLst>
          </p:cNvPr>
          <p:cNvSpPr>
            <a:spLocks noGrp="1" noEditPoints="1"/>
          </p:cNvSpPr>
          <p:nvPr>
            <p:ph type="body" idx="3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US"/>
              <a:t>30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4EDBA86-EE96-B5A9-BB35-D49FBAA24346}"/>
              </a:ext>
            </a:extLst>
          </p:cNvPr>
          <p:cNvSpPr>
            <a:spLocks noGrp="1" noEditPoints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fld id="{5C1A9980-9127-456F-A8DB-8800D6C2EAE9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538663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727536-695C-E7DC-CBBD-60B178104B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A571987-DBCF-B009-966B-F572EECB8BD2}"/>
              </a:ext>
            </a:extLst>
          </p:cNvPr>
          <p:cNvSpPr>
            <a:spLocks noGrp="1" noRot="1" noChangeAspect="1" noEditPoints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F30B047-03DA-FB2C-3965-E0B3EDF63156}"/>
              </a:ext>
            </a:extLst>
          </p:cNvPr>
          <p:cNvSpPr>
            <a:spLocks noGrp="1" noEditPoints="1"/>
          </p:cNvSpPr>
          <p:nvPr>
            <p:ph type="body" idx="3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US"/>
              <a:t>30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605A8ED-A0E3-6373-6D9C-542A95C9AA63}"/>
              </a:ext>
            </a:extLst>
          </p:cNvPr>
          <p:cNvSpPr>
            <a:spLocks noGrp="1" noEditPoints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fld id="{5C1A9980-9127-456F-A8DB-8800D6C2EAE9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107955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EditPoints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Text Placeholder 2"/>
          <p:cNvSpPr>
            <a:spLocks noGrp="1" noEditPoints="1"/>
          </p:cNvSpPr>
          <p:nvPr>
            <p:ph type="body" idx="3"/>
          </p:nvPr>
        </p:nvSpPr>
        <p:spPr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 noEditPoints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fld id="{7B438090-425B-42D4-BE97-7CA881E7B95F}" type="slidenum">
              <a:rPr lang="en-US" smtClean="0"/>
              <a:t>14</a:t>
            </a:fld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EditPoints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Text Placeholder 2"/>
          <p:cNvSpPr>
            <a:spLocks noGrp="1" noEditPoints="1"/>
          </p:cNvSpPr>
          <p:nvPr>
            <p:ph type="body" idx="3"/>
          </p:nvPr>
        </p:nvSpPr>
        <p:spPr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 noEditPoints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fld id="{34342F3B-6B00-4D42-82E5-CC5A43D39A7C}" type="slidenum">
              <a:rPr lang="en-US" smtClean="0"/>
              <a:t>15</a:t>
            </a:fld>
            <a:endParaRPr 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EditPoints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Text Placeholder 2"/>
          <p:cNvSpPr>
            <a:spLocks noGrp="1" noEditPoints="1"/>
          </p:cNvSpPr>
          <p:nvPr>
            <p:ph type="body" idx="3"/>
          </p:nvPr>
        </p:nvSpPr>
        <p:spPr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 noEditPoints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fld id="{4DFD173B-42BE-4944-9324-0B57F01EFF40}" type="slidenum">
              <a:rPr lang="en-US" smtClean="0"/>
              <a:t>16</a:t>
            </a:fld>
            <a:endParaRPr 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EditPoints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Text Placeholder 2"/>
          <p:cNvSpPr>
            <a:spLocks noGrp="1" noEditPoints="1"/>
          </p:cNvSpPr>
          <p:nvPr>
            <p:ph type="body" idx="3"/>
          </p:nvPr>
        </p:nvSpPr>
        <p:spPr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 noEditPoints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fld id="{2218184A-CD13-495D-8572-FDCD25D6F078}" type="slidenum">
              <a:rPr lang="en-US" smtClean="0"/>
              <a:t>17</a:t>
            </a:fld>
            <a:endParaRPr 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EditPoints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Text Placeholder 2"/>
          <p:cNvSpPr>
            <a:spLocks noGrp="1" noEditPoints="1"/>
          </p:cNvSpPr>
          <p:nvPr>
            <p:ph type="body" idx="3"/>
          </p:nvPr>
        </p:nvSpPr>
        <p:spPr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 noEditPoints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fld id="{EF0105ED-2A69-4003-BD9F-7E379D7FB947}" type="slidenum">
              <a:rPr lang="en-US" smtClean="0"/>
              <a:t>18</a:t>
            </a:fld>
            <a:endParaRPr 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EditPoints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Text Placeholder 2"/>
          <p:cNvSpPr>
            <a:spLocks noGrp="1" noEditPoints="1"/>
          </p:cNvSpPr>
          <p:nvPr>
            <p:ph type="body" idx="3"/>
          </p:nvPr>
        </p:nvSpPr>
        <p:spPr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 noEditPoints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fld id="{4DFD173B-42BE-4944-9324-0B57F01EFF40}" type="slidenum">
              <a:rPr lang="en-US" smtClean="0"/>
              <a:t>19</a:t>
            </a:fld>
            <a:endParaRPr 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C3B320-3EF2-EED6-CCA5-C1168C6B17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AE52DB2-5079-DDF4-2610-C9631279FC1A}"/>
              </a:ext>
            </a:extLst>
          </p:cNvPr>
          <p:cNvSpPr>
            <a:spLocks noGrp="1" noRot="1" noChangeAspect="1" noEditPoints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8846F5A-8642-FB39-C76B-ED2284BACD4E}"/>
              </a:ext>
            </a:extLst>
          </p:cNvPr>
          <p:cNvSpPr>
            <a:spLocks noGrp="1" noEditPoints="1"/>
          </p:cNvSpPr>
          <p:nvPr>
            <p:ph type="body" idx="3"/>
          </p:nvPr>
        </p:nvSpPr>
        <p:spPr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B7E96DF-8B49-B657-DC5D-7AD374EC741C}"/>
              </a:ext>
            </a:extLst>
          </p:cNvPr>
          <p:cNvSpPr>
            <a:spLocks noGrp="1" noEditPoints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fld id="{4DFD173B-42BE-4944-9324-0B57F01EFF40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791445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A71645-161A-B1B1-F577-59D11D9630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AE32978-545D-2C0B-48C0-F1EC83A42177}"/>
              </a:ext>
            </a:extLst>
          </p:cNvPr>
          <p:cNvSpPr>
            <a:spLocks noGrp="1" noRot="1" noChangeAspect="1" noEditPoints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4EFF166-E937-5C21-D1BD-E9808485E36A}"/>
              </a:ext>
            </a:extLst>
          </p:cNvPr>
          <p:cNvSpPr>
            <a:spLocks noGrp="1" noEditPoints="1"/>
          </p:cNvSpPr>
          <p:nvPr>
            <p:ph type="body" idx="3"/>
          </p:nvPr>
        </p:nvSpPr>
        <p:spPr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47DC9A3-A6AF-0838-21C1-826EF3E7A94C}"/>
              </a:ext>
            </a:extLst>
          </p:cNvPr>
          <p:cNvSpPr>
            <a:spLocks noGrp="1" noEditPoints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fld id="{4DFD173B-42BE-4944-9324-0B57F01EFF40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8760620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2F1968-FB08-1877-6945-95B8C73AEA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A66F649-2801-5D41-0BF4-FC17947E91E3}"/>
              </a:ext>
            </a:extLst>
          </p:cNvPr>
          <p:cNvSpPr>
            <a:spLocks noGrp="1" noRot="1" noChangeAspect="1" noEditPoints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9F59B7E-123A-A224-9900-ADB9EF394565}"/>
              </a:ext>
            </a:extLst>
          </p:cNvPr>
          <p:cNvSpPr>
            <a:spLocks noGrp="1" noEditPoints="1"/>
          </p:cNvSpPr>
          <p:nvPr>
            <p:ph type="body" idx="3"/>
          </p:nvPr>
        </p:nvSpPr>
        <p:spPr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D884B6B-C9F9-DCF9-9812-08A4B607F207}"/>
              </a:ext>
            </a:extLst>
          </p:cNvPr>
          <p:cNvSpPr>
            <a:spLocks noGrp="1" noEditPoints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fld id="{4DFD173B-42BE-4944-9324-0B57F01EFF40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873689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80ED22-F22A-11ED-9A1E-955F297A48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96482A4-68D4-E5B4-57A6-8088FF9E1836}"/>
              </a:ext>
            </a:extLst>
          </p:cNvPr>
          <p:cNvSpPr>
            <a:spLocks noGrp="1" noRot="1" noChangeAspect="1" noEditPoints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6ADAF28-1A5E-B6AE-1B91-ED7E0263D04B}"/>
              </a:ext>
            </a:extLst>
          </p:cNvPr>
          <p:cNvSpPr>
            <a:spLocks noGrp="1" noEditPoints="1"/>
          </p:cNvSpPr>
          <p:nvPr>
            <p:ph type="body" idx="3"/>
          </p:nvPr>
        </p:nvSpPr>
        <p:spPr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B8112F0-D908-589C-329D-C97BB37D5C95}"/>
              </a:ext>
            </a:extLst>
          </p:cNvPr>
          <p:cNvSpPr>
            <a:spLocks noGrp="1" noEditPoints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fld id="{4DFD173B-42BE-4944-9324-0B57F01EFF40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8284322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EditPoints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Text Placeholder 2"/>
          <p:cNvSpPr>
            <a:spLocks noGrp="1" noEditPoints="1"/>
          </p:cNvSpPr>
          <p:nvPr>
            <p:ph type="body" idx="3"/>
          </p:nvPr>
        </p:nvSpPr>
        <p:spPr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 noEditPoints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fld id="{EF0105ED-2A69-4003-BD9F-7E379D7FB947}" type="slidenum">
              <a:rPr lang="en-US" smtClean="0"/>
              <a:t>24</a:t>
            </a:fld>
            <a:endParaRPr lang="en-US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EditPoints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Text Placeholder 2"/>
          <p:cNvSpPr>
            <a:spLocks noGrp="1" noEditPoints="1"/>
          </p:cNvSpPr>
          <p:nvPr>
            <p:ph type="body" idx="3"/>
          </p:nvPr>
        </p:nvSpPr>
        <p:spPr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 noEditPoints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fld id="{79090293-A0E3-4055-858E-D5DF7719B71F}" type="slidenum">
              <a:rPr lang="en-US" smtClean="0"/>
              <a:t>25</a:t>
            </a:fld>
            <a:endParaRPr lang="en-US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2F8B04-D61D-DCBE-08FE-116AB31E4E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A4FC056-7CC9-416B-6806-4A6AD6DA65C8}"/>
              </a:ext>
            </a:extLst>
          </p:cNvPr>
          <p:cNvSpPr>
            <a:spLocks noGrp="1" noRot="1" noChangeAspect="1" noEditPoints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9EBB380-3D96-86F5-DC97-579687564EC9}"/>
              </a:ext>
            </a:extLst>
          </p:cNvPr>
          <p:cNvSpPr>
            <a:spLocks noGrp="1" noEditPoints="1"/>
          </p:cNvSpPr>
          <p:nvPr>
            <p:ph type="body" idx="3"/>
          </p:nvPr>
        </p:nvSpPr>
        <p:spPr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AE1C00C-2955-8014-E427-77508EC23559}"/>
              </a:ext>
            </a:extLst>
          </p:cNvPr>
          <p:cNvSpPr>
            <a:spLocks noGrp="1" noEditPoints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fld id="{79090293-A0E3-4055-858E-D5DF7719B71F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299062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092531-4FC2-2550-0A66-A884705C1E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A32FB7F-7A0C-380E-ED80-0E17D1088759}"/>
              </a:ext>
            </a:extLst>
          </p:cNvPr>
          <p:cNvSpPr>
            <a:spLocks noGrp="1" noRot="1" noChangeAspect="1" noEditPoints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144BC54-DD4A-CEFD-8C05-B32E3DE0959B}"/>
              </a:ext>
            </a:extLst>
          </p:cNvPr>
          <p:cNvSpPr>
            <a:spLocks noGrp="1" noEditPoints="1"/>
          </p:cNvSpPr>
          <p:nvPr>
            <p:ph type="body" idx="3"/>
          </p:nvPr>
        </p:nvSpPr>
        <p:spPr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8A0F2ED-0FD9-A899-8608-753846AD1E1D}"/>
              </a:ext>
            </a:extLst>
          </p:cNvPr>
          <p:cNvSpPr>
            <a:spLocks noGrp="1" noEditPoints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fld id="{79090293-A0E3-4055-858E-D5DF7719B71F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162868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7B4BB1-892E-66EB-6C97-799FE31673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A152C0F-7FB5-949B-A960-F72022892B28}"/>
              </a:ext>
            </a:extLst>
          </p:cNvPr>
          <p:cNvSpPr>
            <a:spLocks noGrp="1" noRot="1" noChangeAspect="1" noEditPoints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A276009-8DF0-F41B-206A-9381D6851C12}"/>
              </a:ext>
            </a:extLst>
          </p:cNvPr>
          <p:cNvSpPr>
            <a:spLocks noGrp="1" noEditPoints="1"/>
          </p:cNvSpPr>
          <p:nvPr>
            <p:ph type="body" idx="3"/>
          </p:nvPr>
        </p:nvSpPr>
        <p:spPr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F1D710A-DEC9-272F-7455-94FA325BC67D}"/>
              </a:ext>
            </a:extLst>
          </p:cNvPr>
          <p:cNvSpPr>
            <a:spLocks noGrp="1" noEditPoints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fld id="{79090293-A0E3-4055-858E-D5DF7719B71F}" type="slidenum">
              <a:rPr lang="en-US" smtClean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7672048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719BD7-D80E-8AB0-C14F-0DC271FC5B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73C4FC9-C8AE-B95E-5931-F66225F0ABCC}"/>
              </a:ext>
            </a:extLst>
          </p:cNvPr>
          <p:cNvSpPr>
            <a:spLocks noGrp="1" noRot="1" noChangeAspect="1" noEditPoints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29BE2F2-E9A9-F661-C579-92B2112C0C25}"/>
              </a:ext>
            </a:extLst>
          </p:cNvPr>
          <p:cNvSpPr>
            <a:spLocks noGrp="1" noEditPoints="1"/>
          </p:cNvSpPr>
          <p:nvPr>
            <p:ph type="body" idx="3"/>
          </p:nvPr>
        </p:nvSpPr>
        <p:spPr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E3C09C-3555-E403-58BC-030AEF9764BC}"/>
              </a:ext>
            </a:extLst>
          </p:cNvPr>
          <p:cNvSpPr>
            <a:spLocks noGrp="1" noEditPoints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fld id="{79090293-A0E3-4055-858E-D5DF7719B71F}" type="slidenum">
              <a:rPr lang="en-US" smtClean="0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9400998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4CDD5B-26F1-F616-C22F-3CD06E9F3E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860DA1C-4CDF-0B7A-8B94-847B003F41AC}"/>
              </a:ext>
            </a:extLst>
          </p:cNvPr>
          <p:cNvSpPr>
            <a:spLocks noGrp="1" noRot="1" noChangeAspect="1" noEditPoints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B0041D6-FCA9-BF84-B499-C0BB4EE0D5C0}"/>
              </a:ext>
            </a:extLst>
          </p:cNvPr>
          <p:cNvSpPr>
            <a:spLocks noGrp="1" noEditPoints="1"/>
          </p:cNvSpPr>
          <p:nvPr>
            <p:ph type="body" idx="3"/>
          </p:nvPr>
        </p:nvSpPr>
        <p:spPr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03C2A73-50AB-48EA-ADD6-B3D0C07AAAD3}"/>
              </a:ext>
            </a:extLst>
          </p:cNvPr>
          <p:cNvSpPr>
            <a:spLocks noGrp="1" noEditPoints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fld id="{79090293-A0E3-4055-858E-D5DF7719B71F}" type="slidenum">
              <a:rPr lang="en-US" smtClean="0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0673849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EditPoints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Text Placeholder 2"/>
          <p:cNvSpPr>
            <a:spLocks noGrp="1" noEditPoints="1"/>
          </p:cNvSpPr>
          <p:nvPr>
            <p:ph type="body" idx="3"/>
          </p:nvPr>
        </p:nvSpPr>
        <p:spPr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 noEditPoints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fld id="{845BFC81-27E5-4A5E-8B65-8A293145EBDF}" type="slidenum">
              <a:rPr lang="en-US" smtClean="0"/>
              <a:t>31</a:t>
            </a:fld>
            <a:endParaRPr lang="en-US"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EditPoints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Text Placeholder 2"/>
          <p:cNvSpPr>
            <a:spLocks noGrp="1" noEditPoints="1"/>
          </p:cNvSpPr>
          <p:nvPr>
            <p:ph type="body" idx="3"/>
          </p:nvPr>
        </p:nvSpPr>
        <p:spPr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 noEditPoints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fld id="{0C9EA96C-8EF3-4836-80F4-2987D48843CA}" type="slidenum">
              <a:rPr lang="en-US" smtClean="0"/>
              <a:t>32</a:t>
            </a:fld>
            <a:endParaRPr lang="en-US"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1D7ED5-F9A3-7A07-48F4-3FBD720841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BE4C193-11BB-CB84-B534-C0168FDE6D00}"/>
              </a:ext>
            </a:extLst>
          </p:cNvPr>
          <p:cNvSpPr>
            <a:spLocks noGrp="1" noRot="1" noChangeAspect="1" noEditPoints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D7AF9D9-8EB8-4003-483B-E38FE79C5852}"/>
              </a:ext>
            </a:extLst>
          </p:cNvPr>
          <p:cNvSpPr>
            <a:spLocks noGrp="1" noEditPoints="1"/>
          </p:cNvSpPr>
          <p:nvPr>
            <p:ph type="body" idx="3"/>
          </p:nvPr>
        </p:nvSpPr>
        <p:spPr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4F664D8-D7C3-3C0F-2749-014ACD5B33F5}"/>
              </a:ext>
            </a:extLst>
          </p:cNvPr>
          <p:cNvSpPr>
            <a:spLocks noGrp="1" noEditPoints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fld id="{0C9EA96C-8EF3-4836-80F4-2987D48843CA}" type="slidenum">
              <a:rPr lang="en-US" smtClean="0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1286000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D2F791-FE53-6D7D-A29D-EF9A6DF561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73F9659-BC36-A9DB-4CD5-E1798535E555}"/>
              </a:ext>
            </a:extLst>
          </p:cNvPr>
          <p:cNvSpPr>
            <a:spLocks noGrp="1" noRot="1" noChangeAspect="1" noEditPoints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AC688ED-D8A5-2202-57FA-2D3FE4B3C033}"/>
              </a:ext>
            </a:extLst>
          </p:cNvPr>
          <p:cNvSpPr>
            <a:spLocks noGrp="1" noEditPoints="1"/>
          </p:cNvSpPr>
          <p:nvPr>
            <p:ph type="body" idx="3"/>
          </p:nvPr>
        </p:nvSpPr>
        <p:spPr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FA04EAE-CE09-9407-BB92-C4F96984EAEA}"/>
              </a:ext>
            </a:extLst>
          </p:cNvPr>
          <p:cNvSpPr>
            <a:spLocks noGrp="1" noEditPoints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fld id="{0C9EA96C-8EF3-4836-80F4-2987D48843CA}" type="slidenum">
              <a:rPr lang="en-US" smtClean="0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957522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8E6FA7-8267-39AA-FBB5-C053680775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C24A0F4-4805-7DDE-5D26-61FCE4726DFE}"/>
              </a:ext>
            </a:extLst>
          </p:cNvPr>
          <p:cNvSpPr>
            <a:spLocks noGrp="1" noRot="1" noChangeAspect="1" noEditPoints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A3B31D7-3A89-3572-B7B1-F81FAB74894C}"/>
              </a:ext>
            </a:extLst>
          </p:cNvPr>
          <p:cNvSpPr>
            <a:spLocks noGrp="1" noEditPoints="1"/>
          </p:cNvSpPr>
          <p:nvPr>
            <p:ph type="body" idx="3"/>
          </p:nvPr>
        </p:nvSpPr>
        <p:spPr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3E09AF9-60A2-1E6E-2DBE-4585A3F272FA}"/>
              </a:ext>
            </a:extLst>
          </p:cNvPr>
          <p:cNvSpPr>
            <a:spLocks noGrp="1" noEditPoints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fld id="{0C9EA96C-8EF3-4836-80F4-2987D48843CA}" type="slidenum">
              <a:rPr lang="en-US" smtClean="0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1877240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3075AA-7DC4-780B-E02A-B3FA215943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EF633A4-A9AF-5083-42A1-07E5A48FB2C3}"/>
              </a:ext>
            </a:extLst>
          </p:cNvPr>
          <p:cNvSpPr>
            <a:spLocks noGrp="1" noRot="1" noChangeAspect="1" noEditPoints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3D0EA4E-9D08-1A63-B309-400CAB3703C0}"/>
              </a:ext>
            </a:extLst>
          </p:cNvPr>
          <p:cNvSpPr>
            <a:spLocks noGrp="1" noEditPoints="1"/>
          </p:cNvSpPr>
          <p:nvPr>
            <p:ph type="body" idx="3"/>
          </p:nvPr>
        </p:nvSpPr>
        <p:spPr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987D4DB-95B5-9AD9-9E4B-52A84C1CA27E}"/>
              </a:ext>
            </a:extLst>
          </p:cNvPr>
          <p:cNvSpPr>
            <a:spLocks noGrp="1" noEditPoints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fld id="{0C9EA96C-8EF3-4836-80F4-2987D48843CA}" type="slidenum">
              <a:rPr lang="en-US" smtClean="0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1303066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3C5CDD-8D34-F773-AE01-5400CC60D3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3491A08-5CF5-F0A3-96EE-A70DEA1C4D44}"/>
              </a:ext>
            </a:extLst>
          </p:cNvPr>
          <p:cNvSpPr>
            <a:spLocks noGrp="1" noRot="1" noChangeAspect="1" noEditPoints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5369983-63E7-406C-E5D4-490A80E9B5E8}"/>
              </a:ext>
            </a:extLst>
          </p:cNvPr>
          <p:cNvSpPr>
            <a:spLocks noGrp="1" noEditPoints="1"/>
          </p:cNvSpPr>
          <p:nvPr>
            <p:ph type="body" idx="3"/>
          </p:nvPr>
        </p:nvSpPr>
        <p:spPr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A99B1BA-866D-1F7F-8F6F-C6BEE08707D8}"/>
              </a:ext>
            </a:extLst>
          </p:cNvPr>
          <p:cNvSpPr>
            <a:spLocks noGrp="1" noEditPoints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fld id="{0C9EA96C-8EF3-4836-80F4-2987D48843CA}" type="slidenum">
              <a:rPr lang="en-US" smtClean="0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2189560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604ABF-F0EE-9900-BDEE-2C7B91ECDD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8617A60-6277-371D-C5AA-E5B2AF2E5880}"/>
              </a:ext>
            </a:extLst>
          </p:cNvPr>
          <p:cNvSpPr>
            <a:spLocks noGrp="1" noRot="1" noChangeAspect="1" noEditPoints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544CECA-4958-9022-F694-3968CD24B189}"/>
              </a:ext>
            </a:extLst>
          </p:cNvPr>
          <p:cNvSpPr>
            <a:spLocks noGrp="1" noEditPoints="1"/>
          </p:cNvSpPr>
          <p:nvPr>
            <p:ph type="body" idx="3"/>
          </p:nvPr>
        </p:nvSpPr>
        <p:spPr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76BEFB0-7E04-1F95-46AD-840BE9AD8263}"/>
              </a:ext>
            </a:extLst>
          </p:cNvPr>
          <p:cNvSpPr>
            <a:spLocks noGrp="1" noEditPoints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fld id="{0C9EA96C-8EF3-4836-80F4-2987D48843CA}" type="slidenum">
              <a:rPr lang="en-US" smtClean="0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7228052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D052EE-ED46-804F-109E-E09AAC39DC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3E8B420-5DF0-5410-1ED8-149AEADF1AC1}"/>
              </a:ext>
            </a:extLst>
          </p:cNvPr>
          <p:cNvSpPr>
            <a:spLocks noGrp="1" noRot="1" noChangeAspect="1" noEditPoints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E84C5C6-B8C0-C374-9CE5-7EB54C396D75}"/>
              </a:ext>
            </a:extLst>
          </p:cNvPr>
          <p:cNvSpPr>
            <a:spLocks noGrp="1" noEditPoints="1"/>
          </p:cNvSpPr>
          <p:nvPr>
            <p:ph type="body" idx="3"/>
          </p:nvPr>
        </p:nvSpPr>
        <p:spPr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100EDDF-5541-C77B-8BFA-9B7C7925A0B6}"/>
              </a:ext>
            </a:extLst>
          </p:cNvPr>
          <p:cNvSpPr>
            <a:spLocks noGrp="1" noEditPoints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fld id="{0C9EA96C-8EF3-4836-80F4-2987D48843CA}" type="slidenum">
              <a:rPr lang="en-US" smtClean="0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7378132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ED5093-F948-454E-2484-82AB04203A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EE9AB5A-5E28-7617-F663-8EAC11957ECF}"/>
              </a:ext>
            </a:extLst>
          </p:cNvPr>
          <p:cNvSpPr>
            <a:spLocks noGrp="1" noRot="1" noChangeAspect="1" noEditPoints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FF34E9-CF53-3CE9-F56F-4D0D1C9AC39B}"/>
              </a:ext>
            </a:extLst>
          </p:cNvPr>
          <p:cNvSpPr>
            <a:spLocks noGrp="1" noEditPoints="1"/>
          </p:cNvSpPr>
          <p:nvPr>
            <p:ph type="body" idx="3"/>
          </p:nvPr>
        </p:nvSpPr>
        <p:spPr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49E0273-E392-5038-D636-A93B3FCBC24F}"/>
              </a:ext>
            </a:extLst>
          </p:cNvPr>
          <p:cNvSpPr>
            <a:spLocks noGrp="1" noEditPoints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fld id="{0C9EA96C-8EF3-4836-80F4-2987D48843CA}" type="slidenum">
              <a:rPr lang="en-US" smtClean="0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794566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4139E3-E52E-4A1C-AC58-602F2089CF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AF78909-B869-2B33-0104-186C8F3CA762}"/>
              </a:ext>
            </a:extLst>
          </p:cNvPr>
          <p:cNvSpPr>
            <a:spLocks noGrp="1" noRot="1" noChangeAspect="1" noEditPoints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6C5E1C5-9CA5-102C-B723-AE16AD6E9F6A}"/>
              </a:ext>
            </a:extLst>
          </p:cNvPr>
          <p:cNvSpPr>
            <a:spLocks noGrp="1" noEditPoints="1"/>
          </p:cNvSpPr>
          <p:nvPr>
            <p:ph type="body" idx="3"/>
          </p:nvPr>
        </p:nvSpPr>
        <p:spPr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2E7B259-7EA0-CC0E-B337-3E769CB67AA9}"/>
              </a:ext>
            </a:extLst>
          </p:cNvPr>
          <p:cNvSpPr>
            <a:spLocks noGrp="1" noEditPoints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fld id="{845BFC81-27E5-4A5E-8B65-8A293145EBDF}" type="slidenum">
              <a:rPr lang="en-US" smtClean="0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3989695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406168-168A-D30D-6D72-F5F8FB996B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7797FD5-BECF-8226-A9B8-8650055D575F}"/>
              </a:ext>
            </a:extLst>
          </p:cNvPr>
          <p:cNvSpPr>
            <a:spLocks noGrp="1" noRot="1" noChangeAspect="1" noEditPoints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41537E8-486C-D50F-18F3-691223E4561A}"/>
              </a:ext>
            </a:extLst>
          </p:cNvPr>
          <p:cNvSpPr>
            <a:spLocks noGrp="1" noEditPoints="1"/>
          </p:cNvSpPr>
          <p:nvPr>
            <p:ph type="body" idx="3"/>
          </p:nvPr>
        </p:nvSpPr>
        <p:spPr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D805CF7-9558-AF4F-4F9C-068A0BFBEEDF}"/>
              </a:ext>
            </a:extLst>
          </p:cNvPr>
          <p:cNvSpPr>
            <a:spLocks noGrp="1" noEditPoints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fld id="{0C9EA96C-8EF3-4836-80F4-2987D48843CA}" type="slidenum">
              <a:rPr lang="en-US" smtClean="0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77607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2E5C52-0476-6AB9-E026-36B016638E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4C6110D-574E-573B-3336-70B51F2B1A30}"/>
              </a:ext>
            </a:extLst>
          </p:cNvPr>
          <p:cNvSpPr>
            <a:spLocks noGrp="1" noRot="1" noChangeAspect="1" noEditPoints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830420-66BF-8738-26F4-AE43ACD344FC}"/>
              </a:ext>
            </a:extLst>
          </p:cNvPr>
          <p:cNvSpPr>
            <a:spLocks noGrp="1" noEditPoints="1"/>
          </p:cNvSpPr>
          <p:nvPr>
            <p:ph type="body" idx="3"/>
          </p:nvPr>
        </p:nvSpPr>
        <p:spPr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43F98B0-509D-ADFA-A090-DB8B0D65D95B}"/>
              </a:ext>
            </a:extLst>
          </p:cNvPr>
          <p:cNvSpPr>
            <a:spLocks noGrp="1" noEditPoints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fld id="{0C9EA96C-8EF3-4836-80F4-2987D48843CA}" type="slidenum">
              <a:rPr lang="en-US" smtClean="0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8110982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440261-017A-CEA4-DFEB-CF2C4E5DC8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E7C7265-2423-D326-7DD0-CF64DD05E401}"/>
              </a:ext>
            </a:extLst>
          </p:cNvPr>
          <p:cNvSpPr>
            <a:spLocks noGrp="1" noRot="1" noChangeAspect="1" noEditPoints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89888C7-182C-9C6A-2F21-1E394B03BDC9}"/>
              </a:ext>
            </a:extLst>
          </p:cNvPr>
          <p:cNvSpPr>
            <a:spLocks noGrp="1" noEditPoints="1"/>
          </p:cNvSpPr>
          <p:nvPr>
            <p:ph type="body" idx="3"/>
          </p:nvPr>
        </p:nvSpPr>
        <p:spPr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2AF772A-CC8D-A2E6-193B-626FD567DC88}"/>
              </a:ext>
            </a:extLst>
          </p:cNvPr>
          <p:cNvSpPr>
            <a:spLocks noGrp="1" noEditPoints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fld id="{0C9EA96C-8EF3-4836-80F4-2987D48843CA}" type="slidenum">
              <a:rPr lang="en-US" smtClean="0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0512810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070D0A-C783-C271-9256-AE473EFCD6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009458E-AC92-C504-807A-CCD868BE75EF}"/>
              </a:ext>
            </a:extLst>
          </p:cNvPr>
          <p:cNvSpPr>
            <a:spLocks noGrp="1" noRot="1" noChangeAspect="1" noEditPoints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B1312CF-AF20-EDFE-F576-E167103C4F77}"/>
              </a:ext>
            </a:extLst>
          </p:cNvPr>
          <p:cNvSpPr>
            <a:spLocks noGrp="1" noEditPoints="1"/>
          </p:cNvSpPr>
          <p:nvPr>
            <p:ph type="body" idx="3"/>
          </p:nvPr>
        </p:nvSpPr>
        <p:spPr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0836F39-F30F-75C7-B5FD-4B2534DB69BA}"/>
              </a:ext>
            </a:extLst>
          </p:cNvPr>
          <p:cNvSpPr>
            <a:spLocks noGrp="1" noEditPoints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fld id="{0C9EA96C-8EF3-4836-80F4-2987D48843CA}" type="slidenum">
              <a:rPr lang="en-US" smtClean="0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4292380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0A619D-F6A4-1361-F698-09839B2423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A8E9FBB-EF3C-7279-8324-49063A4FA04A}"/>
              </a:ext>
            </a:extLst>
          </p:cNvPr>
          <p:cNvSpPr>
            <a:spLocks noGrp="1" noRot="1" noChangeAspect="1" noEditPoints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C22A27E-080F-14FE-5146-64484D3C72F6}"/>
              </a:ext>
            </a:extLst>
          </p:cNvPr>
          <p:cNvSpPr>
            <a:spLocks noGrp="1" noEditPoints="1"/>
          </p:cNvSpPr>
          <p:nvPr>
            <p:ph type="body" idx="3"/>
          </p:nvPr>
        </p:nvSpPr>
        <p:spPr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7B74382-5B2E-B49C-8990-77DF71784EC5}"/>
              </a:ext>
            </a:extLst>
          </p:cNvPr>
          <p:cNvSpPr>
            <a:spLocks noGrp="1" noEditPoints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fld id="{0C9EA96C-8EF3-4836-80F4-2987D48843CA}" type="slidenum">
              <a:rPr lang="en-US" smtClean="0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3573067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B8DBFA-3506-AEC1-4892-31201618E0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154745D-DBA5-92E6-99B2-BDE24665C948}"/>
              </a:ext>
            </a:extLst>
          </p:cNvPr>
          <p:cNvSpPr>
            <a:spLocks noGrp="1" noRot="1" noChangeAspect="1" noEditPoints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3CF6E7B-4A17-B91C-3B87-757E7BA1DF3B}"/>
              </a:ext>
            </a:extLst>
          </p:cNvPr>
          <p:cNvSpPr>
            <a:spLocks noGrp="1" noEditPoints="1"/>
          </p:cNvSpPr>
          <p:nvPr>
            <p:ph type="body" idx="3"/>
          </p:nvPr>
        </p:nvSpPr>
        <p:spPr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975183F-B543-C8EA-C8FD-732CF113A15B}"/>
              </a:ext>
            </a:extLst>
          </p:cNvPr>
          <p:cNvSpPr>
            <a:spLocks noGrp="1" noEditPoints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fld id="{0C9EA96C-8EF3-4836-80F4-2987D48843CA}" type="slidenum">
              <a:rPr lang="en-US" smtClean="0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8519866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130714-C71C-0E06-C543-351D40A23A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BD76CF1-6E79-CE6C-A397-13D87E2BB1F6}"/>
              </a:ext>
            </a:extLst>
          </p:cNvPr>
          <p:cNvSpPr>
            <a:spLocks noGrp="1" noRot="1" noChangeAspect="1" noEditPoints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B019061-C70A-0B5F-6709-320AA5DE19EC}"/>
              </a:ext>
            </a:extLst>
          </p:cNvPr>
          <p:cNvSpPr>
            <a:spLocks noGrp="1" noEditPoints="1"/>
          </p:cNvSpPr>
          <p:nvPr>
            <p:ph type="body" idx="3"/>
          </p:nvPr>
        </p:nvSpPr>
        <p:spPr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66A2A10-E303-2EA9-93E7-4BCF39C8C579}"/>
              </a:ext>
            </a:extLst>
          </p:cNvPr>
          <p:cNvSpPr>
            <a:spLocks noGrp="1" noEditPoints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fld id="{0C9EA96C-8EF3-4836-80F4-2987D48843CA}" type="slidenum">
              <a:rPr lang="en-US" smtClean="0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7056298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A407A6-BF94-0E92-153D-085AE8FE00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207EFA4-338D-FEEF-8877-7B72E6C86474}"/>
              </a:ext>
            </a:extLst>
          </p:cNvPr>
          <p:cNvSpPr>
            <a:spLocks noGrp="1" noRot="1" noChangeAspect="1" noEditPoints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A6BC555-C74A-D7B5-7F9F-EE6E9ADF55A0}"/>
              </a:ext>
            </a:extLst>
          </p:cNvPr>
          <p:cNvSpPr>
            <a:spLocks noGrp="1" noEditPoints="1"/>
          </p:cNvSpPr>
          <p:nvPr>
            <p:ph type="body" idx="3"/>
          </p:nvPr>
        </p:nvSpPr>
        <p:spPr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870AEF2-1299-F1EA-0C80-38E29A11A12E}"/>
              </a:ext>
            </a:extLst>
          </p:cNvPr>
          <p:cNvSpPr>
            <a:spLocks noGrp="1" noEditPoints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fld id="{0C9EA96C-8EF3-4836-80F4-2987D48843CA}" type="slidenum">
              <a:rPr lang="en-US" smtClean="0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6214596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EditPoints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Text Placeholder 2"/>
          <p:cNvSpPr>
            <a:spLocks noGrp="1" noEditPoints="1"/>
          </p:cNvSpPr>
          <p:nvPr>
            <p:ph type="body" idx="3"/>
          </p:nvPr>
        </p:nvSpPr>
        <p:spPr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 noEditPoints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fld id="{A1036F77-56B7-4AA9-95A1-78FBC96E87AF}" type="slidenum">
              <a:rPr lang="en-US" smtClean="0"/>
              <a:t>50</a:t>
            </a:fld>
            <a:endParaRPr lang="en-US"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EditPoints="1"/>
          </p:cNvSpPr>
          <p:nvPr>
            <p:ph type="sldImg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Notes Placeholder 2"/>
          <p:cNvSpPr>
            <a:spLocks noGrp="1" noEditPoints="1"/>
          </p:cNvSpPr>
          <p:nvPr>
            <p:ph type="body" idx="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4" name="Slide Number Placeholder 3"/>
          <p:cNvSpPr>
            <a:spLocks noGrp="1" noEditPoints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Tx/>
              <a:buNone/>
            </a:pPr>
            <a:fld id="{70B8D068-427B-41D9-A73C-4B14D222A6EB}" type="slidenum">
              <a:rPr kumimoji="0" lang="en-SG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51</a:t>
            </a:fld>
            <a:endParaRPr kumimoji="0" lang="en-SG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 noEditPoints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 noEditPoints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pPr lvl="0"/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 noEditPoints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t>12/27/2025</a:t>
            </a:fld>
            <a:endParaRPr lang="en-US"/>
          </a:p>
        </p:txBody>
      </p:sp>
      <p:sp>
        <p:nvSpPr>
          <p:cNvPr id="5" name="Footer Placeholder 4"/>
          <p:cNvSpPr>
            <a:spLocks noGrp="1" noEditPoints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 noEditPoints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 noEditPoint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 noEditPoints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 noEditPoints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t>12/27/2025</a:t>
            </a:fld>
            <a:endParaRPr lang="en-US"/>
          </a:p>
        </p:txBody>
      </p:sp>
      <p:sp>
        <p:nvSpPr>
          <p:cNvPr id="5" name="Footer Placeholder 4"/>
          <p:cNvSpPr>
            <a:spLocks noGrp="1" noEditPoints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 noEditPoints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 noEditPoints="1"/>
          </p:cNvSpPr>
          <p:nvPr>
            <p:ph type="title"/>
          </p:nvPr>
        </p:nvSpPr>
        <p:spPr>
          <a:xfrm>
            <a:off x="623888" y="1282304"/>
            <a:ext cx="7886700" cy="2139553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 noEditPoints="1"/>
          </p:cNvSpPr>
          <p:nvPr>
            <p:ph type="body" idx="1"/>
          </p:nvPr>
        </p:nvSpPr>
        <p:spPr>
          <a:xfrm>
            <a:off x="623888" y="3442098"/>
            <a:ext cx="7886700" cy="112514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 noEditPoints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t>12/27/2025</a:t>
            </a:fld>
            <a:endParaRPr lang="en-US"/>
          </a:p>
        </p:txBody>
      </p:sp>
      <p:sp>
        <p:nvSpPr>
          <p:cNvPr id="5" name="Footer Placeholder 4"/>
          <p:cNvSpPr>
            <a:spLocks noGrp="1" noEditPoints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 noEditPoints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 noEditPoint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 noEditPoints="1"/>
          </p:cNvSpPr>
          <p:nvPr>
            <p:ph sz="half" idx="1"/>
          </p:nvPr>
        </p:nvSpPr>
        <p:spPr>
          <a:xfrm>
            <a:off x="6286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 noEditPoints="1"/>
          </p:cNvSpPr>
          <p:nvPr>
            <p:ph sz="half" idx="2"/>
          </p:nvPr>
        </p:nvSpPr>
        <p:spPr>
          <a:xfrm>
            <a:off x="46291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 noEditPoints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t>12/27/2025</a:t>
            </a:fld>
            <a:endParaRPr lang="en-US"/>
          </a:p>
        </p:txBody>
      </p:sp>
      <p:sp>
        <p:nvSpPr>
          <p:cNvPr id="6" name="Footer Placeholder 5"/>
          <p:cNvSpPr>
            <a:spLocks noGrp="1" noEditPoints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 noEditPoints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 noEditPoints="1"/>
          </p:cNvSpPr>
          <p:nvPr>
            <p:ph type="title"/>
          </p:nvPr>
        </p:nvSpPr>
        <p:spPr>
          <a:xfrm>
            <a:off x="629841" y="273844"/>
            <a:ext cx="7886700" cy="99417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 noEditPoints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 noEditPoints="1"/>
          </p:cNvSpPr>
          <p:nvPr>
            <p:ph sz="half" idx="2"/>
          </p:nvPr>
        </p:nvSpPr>
        <p:spPr>
          <a:xfrm>
            <a:off x="629842" y="1878806"/>
            <a:ext cx="3868340" cy="2763441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 noEditPoints="1"/>
          </p:cNvSpPr>
          <p:nvPr>
            <p:ph type="body" sz="quarter" idx="3"/>
          </p:nvPr>
        </p:nvSpPr>
        <p:spPr>
          <a:xfrm>
            <a:off x="4629150" y="1260872"/>
            <a:ext cx="3887391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 noEditPoints="1"/>
          </p:cNvSpPr>
          <p:nvPr>
            <p:ph sz="quarter" idx="4"/>
          </p:nvPr>
        </p:nvSpPr>
        <p:spPr>
          <a:xfrm>
            <a:off x="4629150" y="1878806"/>
            <a:ext cx="3887391" cy="2763441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 noEditPoints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t>12/27/2025</a:t>
            </a:fld>
            <a:endParaRPr lang="en-US"/>
          </a:p>
        </p:txBody>
      </p:sp>
      <p:sp>
        <p:nvSpPr>
          <p:cNvPr id="8" name="Footer Placeholder 7"/>
          <p:cNvSpPr>
            <a:spLocks noGrp="1" noEditPoints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 noEditPoints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 noEditPoint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 noEditPoints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t>12/27/2025</a:t>
            </a:fld>
            <a:endParaRPr lang="en-US"/>
          </a:p>
        </p:txBody>
      </p:sp>
      <p:sp>
        <p:nvSpPr>
          <p:cNvPr id="4" name="Footer Placeholder 3"/>
          <p:cNvSpPr>
            <a:spLocks noGrp="1" noEditPoints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 noEditPoints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 noEditPoints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t>12/27/2025</a:t>
            </a:fld>
            <a:endParaRPr lang="en-US"/>
          </a:p>
        </p:txBody>
      </p:sp>
      <p:sp>
        <p:nvSpPr>
          <p:cNvPr id="3" name="Footer Placeholder 2"/>
          <p:cNvSpPr>
            <a:spLocks noGrp="1" noEditPoints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 noEditPoints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 noEditPoints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 noEditPoints="1"/>
          </p:cNvSpPr>
          <p:nvPr>
            <p:ph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 noEditPoints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 noEditPoints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t>12/27/2025</a:t>
            </a:fld>
            <a:endParaRPr lang="en-US"/>
          </a:p>
        </p:txBody>
      </p:sp>
      <p:sp>
        <p:nvSpPr>
          <p:cNvPr id="6" name="Footer Placeholder 5"/>
          <p:cNvSpPr>
            <a:spLocks noGrp="1" noEditPoints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 noEditPoints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 noEditPoints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 noEditPoints="1"/>
          </p:cNvSpPr>
          <p:nvPr>
            <p:ph type="pic" idx="1"/>
          </p:nvPr>
        </p:nvSpPr>
        <p:spPr>
          <a:xfrm>
            <a:off x="3887391" y="740569"/>
            <a:ext cx="4629150" cy="3655219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lvl="0"/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 noEditPoints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 noEditPoints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t>12/27/2025</a:t>
            </a:fld>
            <a:endParaRPr lang="en-US"/>
          </a:p>
        </p:txBody>
      </p:sp>
      <p:sp>
        <p:nvSpPr>
          <p:cNvPr id="6" name="Footer Placeholder 5"/>
          <p:cNvSpPr>
            <a:spLocks noGrp="1" noEditPoints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 noEditPoints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 noEditPoint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 noEditPoints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 noEditPoints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t>12/27/2025</a:t>
            </a:fld>
            <a:endParaRPr lang="en-US"/>
          </a:p>
        </p:txBody>
      </p:sp>
      <p:sp>
        <p:nvSpPr>
          <p:cNvPr id="5" name="Footer Placeholder 4"/>
          <p:cNvSpPr>
            <a:spLocks noGrp="1" noEditPoints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 noEditPoints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 noEditPoints="1"/>
          </p:cNvSpPr>
          <p:nvPr>
            <p:ph type="title" orient="vert"/>
          </p:nvPr>
        </p:nvSpPr>
        <p:spPr>
          <a:xfrm>
            <a:off x="6543675" y="273844"/>
            <a:ext cx="1971675" cy="4358879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 noEditPoints="1"/>
          </p:cNvSpPr>
          <p:nvPr>
            <p:ph type="body" orient="vert" idx="1"/>
          </p:nvPr>
        </p:nvSpPr>
        <p:spPr>
          <a:xfrm>
            <a:off x="628650" y="273844"/>
            <a:ext cx="5800725" cy="4358879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 noEditPoints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t>12/27/2025</a:t>
            </a:fld>
            <a:endParaRPr lang="en-US"/>
          </a:p>
        </p:txBody>
      </p:sp>
      <p:sp>
        <p:nvSpPr>
          <p:cNvPr id="5" name="Footer Placeholder 4"/>
          <p:cNvSpPr>
            <a:spLocks noGrp="1" noEditPoints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 noEditPoints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Malayalam HC - 03 Jan 2021, 9:00AM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 userDrawn="1"/>
        </p:nvSpPr>
        <p:spPr>
          <a:xfrm>
            <a:off x="0" y="4841404"/>
            <a:ext cx="9144000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marL="0" marR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Tx/>
              <a:buNone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ill Sans MT" panose="020B0502020104020203" pitchFamily="34" charset="0"/>
                <a:ea typeface="+mn-ea"/>
                <a:cs typeface="Segoe UI Light" panose="020B0502040204020203" pitchFamily="34" charset="0"/>
              </a:rPr>
              <a:t>Malayalam Holy Communion Service – 01 September 2024</a:t>
            </a:r>
          </a:p>
        </p:txBody>
      </p:sp>
      <p:sp>
        <p:nvSpPr>
          <p:cNvPr id="9" name="TextBox 8"/>
          <p:cNvSpPr txBox="1"/>
          <p:nvPr userDrawn="1"/>
        </p:nvSpPr>
        <p:spPr>
          <a:xfrm>
            <a:off x="0" y="0"/>
            <a:ext cx="9144000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Tx/>
              <a:buNone/>
            </a:pPr>
            <a:r>
              <a:rPr kumimoji="0" lang="en-GB" sz="1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ill Sans MT" panose="020B0502020104020203" pitchFamily="34" charset="0"/>
                <a:ea typeface="+mn-ea"/>
                <a:cs typeface="+mn-cs"/>
              </a:rPr>
              <a:t>Mar Thoma Syrian Church, Singapore</a:t>
            </a:r>
          </a:p>
        </p:txBody>
      </p:sp>
      <p:sp>
        <p:nvSpPr>
          <p:cNvPr id="3" name="TextBox 2"/>
          <p:cNvSpPr txBox="1"/>
          <p:nvPr userDrawn="1"/>
        </p:nvSpPr>
        <p:spPr>
          <a:xfrm>
            <a:off x="0" y="1761795"/>
            <a:ext cx="9144000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SG" sz="3200">
                <a:latin typeface="Algerian" panose="04020705040A02060702" pitchFamily="82" charset="0"/>
              </a:rPr>
              <a:t>Senior Citizens Day</a:t>
            </a:r>
            <a:endParaRPr lang="en-US" sz="3200">
              <a:latin typeface="Algerian" panose="04020705040A02060702" pitchFamily="82" charset="0"/>
            </a:endParaRPr>
          </a:p>
          <a:p>
            <a:pPr algn="ctr"/>
            <a:endParaRPr lang="en-US" sz="2800"/>
          </a:p>
          <a:p>
            <a:pPr algn="ctr"/>
            <a:r>
              <a:rPr lang="en-US" sz="2800">
                <a:latin typeface="Amasis MT Pro Medium" panose="02040604050005020304" pitchFamily="18" charset="0"/>
              </a:rPr>
              <a:t>Senior Citizens – Model for the generations</a:t>
            </a:r>
            <a:endParaRPr lang="en-SG" sz="2800">
              <a:latin typeface="Amasis MT Pro Medium" panose="02040604050005020304" pitchFamily="18" charset="0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hf sldNum="0" hdr="0" ftr="0" dt="0"/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 noEditPoints="1"/>
          </p:cNvSpPr>
          <p:nvPr>
            <p:ph type="title"/>
          </p:nvPr>
        </p:nvSpPr>
        <p:spPr>
          <a:xfrm>
            <a:off x="-4187" y="-1"/>
            <a:ext cx="9144000" cy="486000"/>
          </a:xfrm>
          <a:solidFill>
            <a:srgbClr val="E8D3D3"/>
          </a:solidFill>
          <a:ln>
            <a:noFill/>
          </a:ln>
        </p:spPr>
        <p:txBody>
          <a:bodyPr>
            <a:noAutofit/>
          </a:bodyPr>
          <a:lstStyle>
            <a:lvl1pPr algn="ctr">
              <a:defRPr sz="2400" b="0">
                <a:solidFill>
                  <a:schemeClr val="tx1"/>
                </a:solidFill>
              </a:defRPr>
            </a:lvl1pPr>
          </a:lstStyle>
          <a:p>
            <a:pPr algn="ctr"/>
            <a:endParaRPr lang="en-US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" name="Slide Number Placeholder 3"/>
          <p:cNvSpPr txBox="1"/>
          <p:nvPr userDrawn="1"/>
        </p:nvSpPr>
        <p:spPr>
          <a:xfrm>
            <a:off x="8473063" y="37866"/>
            <a:ext cx="666750" cy="273844"/>
          </a:xfrm>
          <a:prstGeom prst="rect">
            <a:avLst/>
          </a:prstGeom>
        </p:spPr>
        <p:txBody>
          <a:bodyPr/>
          <a:lstStyle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‹#›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2" name="Rectangle 1"/>
          <p:cNvSpPr/>
          <p:nvPr userDrawn="1"/>
        </p:nvSpPr>
        <p:spPr>
          <a:xfrm>
            <a:off x="4346917" y="4986996"/>
            <a:ext cx="436098" cy="13540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</p:spTree>
  </p:cSld>
  <p:clrMapOvr>
    <a:masterClrMapping/>
  </p:clrMapOvr>
  <p:hf sldNum="0" hdr="0" ftr="0" dt="0"/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Malayalam HC - 03 Jan 2021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white and brown world map&#10;&#10;Description automatically generated"/>
          <p:cNvPicPr>
            <a:picLocks noChangeAspect="1"/>
          </p:cNvPicPr>
          <p:nvPr userDrawn="1"/>
        </p:nvPicPr>
        <p:blipFill>
          <a:blip r:embed="rId2"/>
          <a:srcRect/>
          <a:stretch>
            <a:fillRect/>
          </a:stretch>
        </p:blipFill>
        <p:spPr>
          <a:xfrm>
            <a:off x="-1" y="0"/>
            <a:ext cx="9143999" cy="5143499"/>
          </a:xfrm>
          <a:prstGeom prst="rect">
            <a:avLst/>
          </a:prstGeom>
        </p:spPr>
      </p:pic>
      <p:sp>
        <p:nvSpPr>
          <p:cNvPr id="8" name="TextBox 7"/>
          <p:cNvSpPr txBox="1"/>
          <p:nvPr userDrawn="1"/>
        </p:nvSpPr>
        <p:spPr>
          <a:xfrm>
            <a:off x="0" y="0"/>
            <a:ext cx="9144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Tx/>
              <a:buNone/>
            </a:pPr>
            <a:r>
              <a:rPr kumimoji="0" lang="en-GB" sz="1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ill Sans MT" panose="020B0502020104020203" pitchFamily="34" charset="0"/>
                <a:ea typeface="+mn-ea"/>
                <a:cs typeface="+mn-cs"/>
              </a:rPr>
              <a:t>Mar Thoma Syrian Church, Singapore</a:t>
            </a:r>
          </a:p>
        </p:txBody>
      </p:sp>
      <p:sp>
        <p:nvSpPr>
          <p:cNvPr id="10" name="TextBox 9"/>
          <p:cNvSpPr txBox="1"/>
          <p:nvPr userDrawn="1"/>
        </p:nvSpPr>
        <p:spPr>
          <a:xfrm>
            <a:off x="0" y="4781663"/>
            <a:ext cx="9144000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marL="0" marR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Tx/>
              <a:buNone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ill Sans MT" panose="020B0502020104020203" pitchFamily="34" charset="0"/>
                <a:ea typeface="+mn-ea"/>
                <a:cs typeface="Segoe UI Light" panose="020B0502040204020203" pitchFamily="34" charset="0"/>
              </a:rPr>
              <a:t>Malayalam Holy Communion Service – 02 November 2025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hf sldNum="0" hdr="0" ftr="0" dt="0"/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 noEditPoints="1"/>
          </p:cNvSpPr>
          <p:nvPr>
            <p:ph type="title"/>
          </p:nvPr>
        </p:nvSpPr>
        <p:spPr>
          <a:xfrm>
            <a:off x="-4187" y="-1"/>
            <a:ext cx="9144000" cy="486000"/>
          </a:xfrm>
          <a:solidFill>
            <a:srgbClr val="E8D3D3"/>
          </a:solidFill>
          <a:ln>
            <a:noFill/>
          </a:ln>
        </p:spPr>
        <p:txBody>
          <a:bodyPr>
            <a:noAutofit/>
          </a:bodyPr>
          <a:lstStyle>
            <a:lvl1pPr algn="ctr">
              <a:defRPr sz="2400" b="0">
                <a:solidFill>
                  <a:schemeClr val="tx1"/>
                </a:solidFill>
              </a:defRPr>
            </a:lvl1pPr>
          </a:lstStyle>
          <a:p>
            <a:pPr algn="ctr"/>
            <a:endParaRPr lang="en-US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" name="Slide Number Placeholder 3"/>
          <p:cNvSpPr txBox="1"/>
          <p:nvPr userDrawn="1"/>
        </p:nvSpPr>
        <p:spPr>
          <a:xfrm>
            <a:off x="8473063" y="37866"/>
            <a:ext cx="666750" cy="273844"/>
          </a:xfrm>
          <a:prstGeom prst="rect">
            <a:avLst/>
          </a:prstGeom>
        </p:spPr>
        <p:txBody>
          <a:bodyPr/>
          <a:lstStyle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‹#›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</p:cSld>
  <p:clrMapOvr>
    <a:masterClrMapping/>
  </p:clrMapOvr>
  <p:hf sldNum="0"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 noEditPoints="1"/>
          </p:cNvSpPr>
          <p:nvPr>
            <p:ph type="title"/>
          </p:nvPr>
        </p:nvSpPr>
        <p:spPr>
          <a:xfrm>
            <a:off x="0" y="0"/>
            <a:ext cx="9144000" cy="484094"/>
          </a:xfrm>
          <a:solidFill>
            <a:srgbClr val="E8D3D3"/>
          </a:solidFill>
        </p:spPr>
        <p:txBody>
          <a:bodyPr vert="horz" lIns="91440" tIns="45720" rIns="91440" bIns="45720" rtlCol="0" anchor="ctr">
            <a:noAutofit/>
          </a:bodyPr>
          <a:lstStyle>
            <a:lvl1pPr algn="ctr">
              <a:defRPr lang="en-US" sz="2400" b="0" i="0" dirty="0">
                <a:solidFill>
                  <a:schemeClr val="tx1"/>
                </a:solidFill>
                <a:latin typeface="Gill Sans MT" panose="020B0502020104020203" pitchFamily="34" charset="0"/>
                <a:cs typeface="Segoe UI" panose="020B0502040204020203" pitchFamily="34" charset="0"/>
              </a:defRPr>
            </a:lvl1pPr>
          </a:lstStyle>
          <a:p>
            <a:pPr algn="ctr"/>
            <a:endParaRPr lang="en-US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" name="Slide Number Placeholder 3"/>
          <p:cNvSpPr txBox="1"/>
          <p:nvPr userDrawn="1"/>
        </p:nvSpPr>
        <p:spPr>
          <a:xfrm>
            <a:off x="8473063" y="37866"/>
            <a:ext cx="666750" cy="273844"/>
          </a:xfrm>
          <a:prstGeom prst="rect">
            <a:avLst/>
          </a:prstGeom>
        </p:spPr>
        <p:txBody>
          <a:bodyPr/>
          <a:lstStyle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‹#›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</p:cSld>
  <p:clrMapOvr>
    <a:masterClrMapping/>
  </p:clrMapOvr>
  <p:hf sldNum="0"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 noEditPoints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 noEditPoints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pPr lvl="0"/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 noEditPoints="1"/>
          </p:cNvSpPr>
          <p:nvPr>
            <p:ph type="dt" sz="half" idx="10"/>
          </p:nvPr>
        </p:nvSpPr>
        <p:spPr/>
        <p:txBody>
          <a:bodyPr/>
          <a:lstStyle/>
          <a:p>
            <a:fld id="{2C8EFD2F-98B3-4E20-9488-48E9EABF7AD7}" type="datetimeFigureOut">
              <a:rPr lang="en-SG" smtClean="0"/>
              <a:t>27/12/2025</a:t>
            </a:fld>
            <a:endParaRPr lang="en-SG"/>
          </a:p>
        </p:txBody>
      </p:sp>
      <p:sp>
        <p:nvSpPr>
          <p:cNvPr id="5" name="Footer Placeholder 4"/>
          <p:cNvSpPr>
            <a:spLocks noGrp="1" noEditPoints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/>
          <p:cNvSpPr>
            <a:spLocks noGrp="1" noEditPoints="1"/>
          </p:cNvSpPr>
          <p:nvPr>
            <p:ph type="sldNum" sz="quarter" idx="12"/>
          </p:nvPr>
        </p:nvSpPr>
        <p:spPr/>
        <p:txBody>
          <a:bodyPr/>
          <a:lstStyle/>
          <a:p>
            <a:fld id="{CB12950E-40CD-4C18-A361-D6020200669A}" type="slidenum">
              <a:rPr lang="en-SG" smtClean="0"/>
              <a:t>‹#›</a:t>
            </a:fld>
            <a:endParaRPr lang="en-SG"/>
          </a:p>
        </p:txBody>
      </p:sp>
    </p:spTree>
  </p:cSld>
  <p:clrMapOvr>
    <a:masterClrMapping/>
  </p:clrMapOvr>
  <p:hf sldNum="0" hdr="0" ftr="0" dt="0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 noEditPoint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 noEditPoints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 noEditPoints="1"/>
          </p:cNvSpPr>
          <p:nvPr>
            <p:ph type="dt" sz="half" idx="10"/>
          </p:nvPr>
        </p:nvSpPr>
        <p:spPr/>
        <p:txBody>
          <a:bodyPr/>
          <a:lstStyle/>
          <a:p>
            <a:fld id="{2C8EFD2F-98B3-4E20-9488-48E9EABF7AD7}" type="datetimeFigureOut">
              <a:rPr lang="en-SG" smtClean="0"/>
              <a:t>27/12/2025</a:t>
            </a:fld>
            <a:endParaRPr lang="en-SG"/>
          </a:p>
        </p:txBody>
      </p:sp>
      <p:sp>
        <p:nvSpPr>
          <p:cNvPr id="5" name="Footer Placeholder 4"/>
          <p:cNvSpPr>
            <a:spLocks noGrp="1" noEditPoints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/>
          <p:cNvSpPr>
            <a:spLocks noGrp="1" noEditPoints="1"/>
          </p:cNvSpPr>
          <p:nvPr>
            <p:ph type="sldNum" sz="quarter" idx="12"/>
          </p:nvPr>
        </p:nvSpPr>
        <p:spPr/>
        <p:txBody>
          <a:bodyPr/>
          <a:lstStyle/>
          <a:p>
            <a:fld id="{CB12950E-40CD-4C18-A361-D6020200669A}" type="slidenum">
              <a:rPr lang="en-SG" smtClean="0"/>
              <a:t>‹#›</a:t>
            </a:fld>
            <a:endParaRPr lang="en-SG"/>
          </a:p>
        </p:txBody>
      </p:sp>
    </p:spTree>
  </p:cSld>
  <p:clrMapOvr>
    <a:masterClrMapping/>
  </p:clrMapOvr>
  <p:hf sldNum="0" hdr="0" ftr="0" dt="0"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 noEditPoints="1"/>
          </p:cNvSpPr>
          <p:nvPr>
            <p:ph type="title"/>
          </p:nvPr>
        </p:nvSpPr>
        <p:spPr>
          <a:xfrm>
            <a:off x="623888" y="1282304"/>
            <a:ext cx="7886700" cy="2139553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 noEditPoints="1"/>
          </p:cNvSpPr>
          <p:nvPr>
            <p:ph type="body" idx="1"/>
          </p:nvPr>
        </p:nvSpPr>
        <p:spPr>
          <a:xfrm>
            <a:off x="623888" y="3442098"/>
            <a:ext cx="7886700" cy="112514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 noEditPoints="1"/>
          </p:cNvSpPr>
          <p:nvPr>
            <p:ph type="dt" sz="half" idx="10"/>
          </p:nvPr>
        </p:nvSpPr>
        <p:spPr/>
        <p:txBody>
          <a:bodyPr/>
          <a:lstStyle/>
          <a:p>
            <a:fld id="{2C8EFD2F-98B3-4E20-9488-48E9EABF7AD7}" type="datetimeFigureOut">
              <a:rPr lang="en-SG" smtClean="0"/>
              <a:t>27/12/2025</a:t>
            </a:fld>
            <a:endParaRPr lang="en-SG"/>
          </a:p>
        </p:txBody>
      </p:sp>
      <p:sp>
        <p:nvSpPr>
          <p:cNvPr id="5" name="Footer Placeholder 4"/>
          <p:cNvSpPr>
            <a:spLocks noGrp="1" noEditPoints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/>
          <p:cNvSpPr>
            <a:spLocks noGrp="1" noEditPoints="1"/>
          </p:cNvSpPr>
          <p:nvPr>
            <p:ph type="sldNum" sz="quarter" idx="12"/>
          </p:nvPr>
        </p:nvSpPr>
        <p:spPr/>
        <p:txBody>
          <a:bodyPr/>
          <a:lstStyle/>
          <a:p>
            <a:fld id="{CB12950E-40CD-4C18-A361-D6020200669A}" type="slidenum">
              <a:rPr lang="en-SG" smtClean="0"/>
              <a:t>‹#›</a:t>
            </a:fld>
            <a:endParaRPr lang="en-SG"/>
          </a:p>
        </p:txBody>
      </p:sp>
    </p:spTree>
  </p:cSld>
  <p:clrMapOvr>
    <a:masterClrMapping/>
  </p:clrMapOvr>
  <p:hf sldNum="0" hdr="0" ftr="0" dt="0"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 noEditPoint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 noEditPoints="1"/>
          </p:cNvSpPr>
          <p:nvPr>
            <p:ph sz="half" idx="1"/>
          </p:nvPr>
        </p:nvSpPr>
        <p:spPr>
          <a:xfrm>
            <a:off x="6286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 noEditPoints="1"/>
          </p:cNvSpPr>
          <p:nvPr>
            <p:ph sz="half" idx="2"/>
          </p:nvPr>
        </p:nvSpPr>
        <p:spPr>
          <a:xfrm>
            <a:off x="46291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 noEditPoints="1"/>
          </p:cNvSpPr>
          <p:nvPr>
            <p:ph type="dt" sz="half" idx="10"/>
          </p:nvPr>
        </p:nvSpPr>
        <p:spPr/>
        <p:txBody>
          <a:bodyPr/>
          <a:lstStyle/>
          <a:p>
            <a:fld id="{2C8EFD2F-98B3-4E20-9488-48E9EABF7AD7}" type="datetimeFigureOut">
              <a:rPr lang="en-SG" smtClean="0"/>
              <a:t>27/12/2025</a:t>
            </a:fld>
            <a:endParaRPr lang="en-SG"/>
          </a:p>
        </p:txBody>
      </p:sp>
      <p:sp>
        <p:nvSpPr>
          <p:cNvPr id="6" name="Footer Placeholder 5"/>
          <p:cNvSpPr>
            <a:spLocks noGrp="1" noEditPoints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7" name="Slide Number Placeholder 6"/>
          <p:cNvSpPr>
            <a:spLocks noGrp="1" noEditPoints="1"/>
          </p:cNvSpPr>
          <p:nvPr>
            <p:ph type="sldNum" sz="quarter" idx="12"/>
          </p:nvPr>
        </p:nvSpPr>
        <p:spPr/>
        <p:txBody>
          <a:bodyPr/>
          <a:lstStyle/>
          <a:p>
            <a:fld id="{CB12950E-40CD-4C18-A361-D6020200669A}" type="slidenum">
              <a:rPr lang="en-SG" smtClean="0"/>
              <a:t>‹#›</a:t>
            </a:fld>
            <a:endParaRPr lang="en-SG"/>
          </a:p>
        </p:txBody>
      </p:sp>
    </p:spTree>
  </p:cSld>
  <p:clrMapOvr>
    <a:masterClrMapping/>
  </p:clrMapOvr>
  <p:hf sldNum="0" hdr="0" ftr="0" dt="0"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 noEditPoints="1"/>
          </p:cNvSpPr>
          <p:nvPr>
            <p:ph type="title"/>
          </p:nvPr>
        </p:nvSpPr>
        <p:spPr>
          <a:xfrm>
            <a:off x="629841" y="273844"/>
            <a:ext cx="7886700" cy="99417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 noEditPoints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 noEditPoints="1"/>
          </p:cNvSpPr>
          <p:nvPr>
            <p:ph sz="half" idx="2"/>
          </p:nvPr>
        </p:nvSpPr>
        <p:spPr>
          <a:xfrm>
            <a:off x="629842" y="1878806"/>
            <a:ext cx="3868340" cy="27634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 noEditPoints="1"/>
          </p:cNvSpPr>
          <p:nvPr>
            <p:ph type="body" sz="quarter" idx="3"/>
          </p:nvPr>
        </p:nvSpPr>
        <p:spPr>
          <a:xfrm>
            <a:off x="4629150" y="1260872"/>
            <a:ext cx="3887391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 noEditPoints="1"/>
          </p:cNvSpPr>
          <p:nvPr>
            <p:ph sz="quarter" idx="4"/>
          </p:nvPr>
        </p:nvSpPr>
        <p:spPr>
          <a:xfrm>
            <a:off x="4629150" y="1878806"/>
            <a:ext cx="3887391" cy="27634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 noEditPoints="1"/>
          </p:cNvSpPr>
          <p:nvPr>
            <p:ph type="dt" sz="half" idx="10"/>
          </p:nvPr>
        </p:nvSpPr>
        <p:spPr/>
        <p:txBody>
          <a:bodyPr/>
          <a:lstStyle/>
          <a:p>
            <a:fld id="{2C8EFD2F-98B3-4E20-9488-48E9EABF7AD7}" type="datetimeFigureOut">
              <a:rPr lang="en-SG" smtClean="0"/>
              <a:t>27/12/2025</a:t>
            </a:fld>
            <a:endParaRPr lang="en-SG"/>
          </a:p>
        </p:txBody>
      </p:sp>
      <p:sp>
        <p:nvSpPr>
          <p:cNvPr id="8" name="Footer Placeholder 7"/>
          <p:cNvSpPr>
            <a:spLocks noGrp="1" noEditPoints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9" name="Slide Number Placeholder 8"/>
          <p:cNvSpPr>
            <a:spLocks noGrp="1" noEditPoints="1"/>
          </p:cNvSpPr>
          <p:nvPr>
            <p:ph type="sldNum" sz="quarter" idx="12"/>
          </p:nvPr>
        </p:nvSpPr>
        <p:spPr/>
        <p:txBody>
          <a:bodyPr/>
          <a:lstStyle/>
          <a:p>
            <a:fld id="{CB12950E-40CD-4C18-A361-D6020200669A}" type="slidenum">
              <a:rPr lang="en-SG" smtClean="0"/>
              <a:t>‹#›</a:t>
            </a:fld>
            <a:endParaRPr lang="en-SG"/>
          </a:p>
        </p:txBody>
      </p:sp>
    </p:spTree>
  </p:cSld>
  <p:clrMapOvr>
    <a:masterClrMapping/>
  </p:clrMapOvr>
  <p:hf sldNum="0" hdr="0" ftr="0" dt="0"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 noEditPoint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 noEditPoints="1"/>
          </p:cNvSpPr>
          <p:nvPr>
            <p:ph type="dt" sz="half" idx="10"/>
          </p:nvPr>
        </p:nvSpPr>
        <p:spPr/>
        <p:txBody>
          <a:bodyPr/>
          <a:lstStyle/>
          <a:p>
            <a:fld id="{2C8EFD2F-98B3-4E20-9488-48E9EABF7AD7}" type="datetimeFigureOut">
              <a:rPr lang="en-SG" smtClean="0"/>
              <a:t>27/12/2025</a:t>
            </a:fld>
            <a:endParaRPr lang="en-SG"/>
          </a:p>
        </p:txBody>
      </p:sp>
      <p:sp>
        <p:nvSpPr>
          <p:cNvPr id="4" name="Footer Placeholder 3"/>
          <p:cNvSpPr>
            <a:spLocks noGrp="1" noEditPoints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5" name="Slide Number Placeholder 4"/>
          <p:cNvSpPr>
            <a:spLocks noGrp="1" noEditPoints="1"/>
          </p:cNvSpPr>
          <p:nvPr>
            <p:ph type="sldNum" sz="quarter" idx="12"/>
          </p:nvPr>
        </p:nvSpPr>
        <p:spPr/>
        <p:txBody>
          <a:bodyPr/>
          <a:lstStyle/>
          <a:p>
            <a:fld id="{CB12950E-40CD-4C18-A361-D6020200669A}" type="slidenum">
              <a:rPr lang="en-SG" smtClean="0"/>
              <a:t>‹#›</a:t>
            </a:fld>
            <a:endParaRPr lang="en-SG"/>
          </a:p>
        </p:txBody>
      </p:sp>
    </p:spTree>
  </p:cSld>
  <p:clrMapOvr>
    <a:masterClrMapping/>
  </p:clrMapOvr>
  <p:hf sldNum="0" hdr="0" ftr="0" dt="0"/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 noEditPoints="1"/>
          </p:cNvSpPr>
          <p:nvPr>
            <p:ph type="dt" sz="half" idx="10"/>
          </p:nvPr>
        </p:nvSpPr>
        <p:spPr/>
        <p:txBody>
          <a:bodyPr/>
          <a:lstStyle/>
          <a:p>
            <a:fld id="{2C8EFD2F-98B3-4E20-9488-48E9EABF7AD7}" type="datetimeFigureOut">
              <a:rPr lang="en-SG" smtClean="0"/>
              <a:t>27/12/2025</a:t>
            </a:fld>
            <a:endParaRPr lang="en-SG"/>
          </a:p>
        </p:txBody>
      </p:sp>
      <p:sp>
        <p:nvSpPr>
          <p:cNvPr id="3" name="Footer Placeholder 2"/>
          <p:cNvSpPr>
            <a:spLocks noGrp="1" noEditPoints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4" name="Slide Number Placeholder 3"/>
          <p:cNvSpPr>
            <a:spLocks noGrp="1" noEditPoints="1"/>
          </p:cNvSpPr>
          <p:nvPr>
            <p:ph type="sldNum" sz="quarter" idx="12"/>
          </p:nvPr>
        </p:nvSpPr>
        <p:spPr/>
        <p:txBody>
          <a:bodyPr/>
          <a:lstStyle/>
          <a:p>
            <a:fld id="{CB12950E-40CD-4C18-A361-D6020200669A}" type="slidenum">
              <a:rPr lang="en-SG" smtClean="0"/>
              <a:t>‹#›</a:t>
            </a:fld>
            <a:endParaRPr lang="en-SG"/>
          </a:p>
        </p:txBody>
      </p:sp>
    </p:spTree>
  </p:cSld>
  <p:clrMapOvr>
    <a:masterClrMapping/>
  </p:clrMapOvr>
  <p:hf sldNum="0" hdr="0" ftr="0" dt="0"/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 noEditPoints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 noEditPoints="1"/>
          </p:cNvSpPr>
          <p:nvPr>
            <p:ph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 noEditPoints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 noEditPoints="1"/>
          </p:cNvSpPr>
          <p:nvPr>
            <p:ph type="dt" sz="half" idx="10"/>
          </p:nvPr>
        </p:nvSpPr>
        <p:spPr/>
        <p:txBody>
          <a:bodyPr/>
          <a:lstStyle/>
          <a:p>
            <a:fld id="{2C8EFD2F-98B3-4E20-9488-48E9EABF7AD7}" type="datetimeFigureOut">
              <a:rPr lang="en-SG" smtClean="0"/>
              <a:t>27/12/2025</a:t>
            </a:fld>
            <a:endParaRPr lang="en-SG"/>
          </a:p>
        </p:txBody>
      </p:sp>
      <p:sp>
        <p:nvSpPr>
          <p:cNvPr id="6" name="Footer Placeholder 5"/>
          <p:cNvSpPr>
            <a:spLocks noGrp="1" noEditPoints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7" name="Slide Number Placeholder 6"/>
          <p:cNvSpPr>
            <a:spLocks noGrp="1" noEditPoints="1"/>
          </p:cNvSpPr>
          <p:nvPr>
            <p:ph type="sldNum" sz="quarter" idx="12"/>
          </p:nvPr>
        </p:nvSpPr>
        <p:spPr/>
        <p:txBody>
          <a:bodyPr/>
          <a:lstStyle/>
          <a:p>
            <a:fld id="{CB12950E-40CD-4C18-A361-D6020200669A}" type="slidenum">
              <a:rPr lang="en-SG" smtClean="0"/>
              <a:t>‹#›</a:t>
            </a:fld>
            <a:endParaRPr lang="en-SG"/>
          </a:p>
        </p:txBody>
      </p:sp>
    </p:spTree>
  </p:cSld>
  <p:clrMapOvr>
    <a:masterClrMapping/>
  </p:clrMapOvr>
  <p:hf sldNum="0" hdr="0" ftr="0" dt="0"/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 noEditPoints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 noEditPoints="1"/>
          </p:cNvSpPr>
          <p:nvPr>
            <p:ph type="pic" idx="1"/>
          </p:nvPr>
        </p:nvSpPr>
        <p:spPr>
          <a:xfrm>
            <a:off x="3887391" y="740569"/>
            <a:ext cx="4629150" cy="3655219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lvl="0"/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 noEditPoints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 noEditPoints="1"/>
          </p:cNvSpPr>
          <p:nvPr>
            <p:ph type="dt" sz="half" idx="10"/>
          </p:nvPr>
        </p:nvSpPr>
        <p:spPr/>
        <p:txBody>
          <a:bodyPr/>
          <a:lstStyle/>
          <a:p>
            <a:fld id="{2C8EFD2F-98B3-4E20-9488-48E9EABF7AD7}" type="datetimeFigureOut">
              <a:rPr lang="en-SG" smtClean="0"/>
              <a:t>27/12/2025</a:t>
            </a:fld>
            <a:endParaRPr lang="en-SG"/>
          </a:p>
        </p:txBody>
      </p:sp>
      <p:sp>
        <p:nvSpPr>
          <p:cNvPr id="6" name="Footer Placeholder 5"/>
          <p:cNvSpPr>
            <a:spLocks noGrp="1" noEditPoints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7" name="Slide Number Placeholder 6"/>
          <p:cNvSpPr>
            <a:spLocks noGrp="1" noEditPoints="1"/>
          </p:cNvSpPr>
          <p:nvPr>
            <p:ph type="sldNum" sz="quarter" idx="12"/>
          </p:nvPr>
        </p:nvSpPr>
        <p:spPr/>
        <p:txBody>
          <a:bodyPr/>
          <a:lstStyle/>
          <a:p>
            <a:fld id="{CB12950E-40CD-4C18-A361-D6020200669A}" type="slidenum">
              <a:rPr lang="en-SG" smtClean="0"/>
              <a:t>‹#›</a:t>
            </a:fld>
            <a:endParaRPr lang="en-SG"/>
          </a:p>
        </p:txBody>
      </p:sp>
    </p:spTree>
  </p:cSld>
  <p:clrMapOvr>
    <a:masterClrMapping/>
  </p:clrMapOvr>
  <p:hf sldNum="0" hdr="0" ftr="0" dt="0"/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 noEditPoint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 noEditPoints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 noEditPoints="1"/>
          </p:cNvSpPr>
          <p:nvPr>
            <p:ph type="dt" sz="half" idx="10"/>
          </p:nvPr>
        </p:nvSpPr>
        <p:spPr/>
        <p:txBody>
          <a:bodyPr/>
          <a:lstStyle/>
          <a:p>
            <a:fld id="{2C8EFD2F-98B3-4E20-9488-48E9EABF7AD7}" type="datetimeFigureOut">
              <a:rPr lang="en-SG" smtClean="0"/>
              <a:t>27/12/2025</a:t>
            </a:fld>
            <a:endParaRPr lang="en-SG"/>
          </a:p>
        </p:txBody>
      </p:sp>
      <p:sp>
        <p:nvSpPr>
          <p:cNvPr id="5" name="Footer Placeholder 4"/>
          <p:cNvSpPr>
            <a:spLocks noGrp="1" noEditPoints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/>
          <p:cNvSpPr>
            <a:spLocks noGrp="1" noEditPoints="1"/>
          </p:cNvSpPr>
          <p:nvPr>
            <p:ph type="sldNum" sz="quarter" idx="12"/>
          </p:nvPr>
        </p:nvSpPr>
        <p:spPr/>
        <p:txBody>
          <a:bodyPr/>
          <a:lstStyle/>
          <a:p>
            <a:fld id="{CB12950E-40CD-4C18-A361-D6020200669A}" type="slidenum">
              <a:rPr lang="en-SG" smtClean="0"/>
              <a:t>‹#›</a:t>
            </a:fld>
            <a:endParaRPr lang="en-SG"/>
          </a:p>
        </p:txBody>
      </p:sp>
    </p:spTree>
  </p:cSld>
  <p:clrMapOvr>
    <a:masterClrMapping/>
  </p:clrMapOvr>
  <p:hf sldNum="0" hdr="0" ftr="0" dt="0"/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 noEditPoints="1"/>
          </p:cNvSpPr>
          <p:nvPr>
            <p:ph type="title" orient="vert"/>
          </p:nvPr>
        </p:nvSpPr>
        <p:spPr>
          <a:xfrm>
            <a:off x="6543675" y="273844"/>
            <a:ext cx="1971675" cy="4358879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 noEditPoints="1"/>
          </p:cNvSpPr>
          <p:nvPr>
            <p:ph type="body" orient="vert" idx="1"/>
          </p:nvPr>
        </p:nvSpPr>
        <p:spPr>
          <a:xfrm>
            <a:off x="628650" y="273844"/>
            <a:ext cx="5800725" cy="435887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 noEditPoints="1"/>
          </p:cNvSpPr>
          <p:nvPr>
            <p:ph type="dt" sz="half" idx="10"/>
          </p:nvPr>
        </p:nvSpPr>
        <p:spPr/>
        <p:txBody>
          <a:bodyPr/>
          <a:lstStyle/>
          <a:p>
            <a:fld id="{2C8EFD2F-98B3-4E20-9488-48E9EABF7AD7}" type="datetimeFigureOut">
              <a:rPr lang="en-SG" smtClean="0"/>
              <a:t>27/12/2025</a:t>
            </a:fld>
            <a:endParaRPr lang="en-SG"/>
          </a:p>
        </p:txBody>
      </p:sp>
      <p:sp>
        <p:nvSpPr>
          <p:cNvPr id="5" name="Footer Placeholder 4"/>
          <p:cNvSpPr>
            <a:spLocks noGrp="1" noEditPoints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/>
          <p:cNvSpPr>
            <a:spLocks noGrp="1" noEditPoints="1"/>
          </p:cNvSpPr>
          <p:nvPr>
            <p:ph type="sldNum" sz="quarter" idx="12"/>
          </p:nvPr>
        </p:nvSpPr>
        <p:spPr/>
        <p:txBody>
          <a:bodyPr/>
          <a:lstStyle/>
          <a:p>
            <a:fld id="{CB12950E-40CD-4C18-A361-D6020200669A}" type="slidenum">
              <a:rPr lang="en-SG" smtClean="0"/>
              <a:t>‹#›</a:t>
            </a:fld>
            <a:endParaRPr lang="en-SG"/>
          </a:p>
        </p:txBody>
      </p:sp>
    </p:spTree>
  </p:cSld>
  <p:clrMapOvr>
    <a:masterClrMapping/>
  </p:clrMapOvr>
  <p:hf sldNum="0" hdr="0" ftr="0" dt="0"/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 noEditPoints="1"/>
          </p:cNvSpPr>
          <p:nvPr>
            <p:ph type="title"/>
          </p:nvPr>
        </p:nvSpPr>
        <p:spPr>
          <a:xfrm>
            <a:off x="0" y="0"/>
            <a:ext cx="9144000" cy="484094"/>
          </a:xfrm>
          <a:solidFill>
            <a:srgbClr val="E8D3D3"/>
          </a:solidFill>
        </p:spPr>
        <p:txBody>
          <a:bodyPr vert="horz" lIns="91440" tIns="45720" rIns="91440" bIns="45720" rtlCol="0" anchor="ctr">
            <a:noAutofit/>
          </a:bodyPr>
          <a:lstStyle>
            <a:lvl1pPr algn="ctr">
              <a:defRPr lang="en-US" sz="2400" b="0" i="0" dirty="0">
                <a:solidFill>
                  <a:schemeClr val="tx1"/>
                </a:solidFill>
                <a:latin typeface="Gill Sans MT" panose="020B0502020104020203" pitchFamily="34" charset="0"/>
                <a:cs typeface="Segoe UI" panose="020B0502040204020203" pitchFamily="34" charset="0"/>
              </a:defRPr>
            </a:lvl1pPr>
          </a:lstStyle>
          <a:p>
            <a:pPr algn="ctr"/>
            <a:endParaRPr lang="en-US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" name="Slide Number Placeholder 3"/>
          <p:cNvSpPr txBox="1"/>
          <p:nvPr userDrawn="1"/>
        </p:nvSpPr>
        <p:spPr>
          <a:xfrm>
            <a:off x="8473063" y="37866"/>
            <a:ext cx="666750" cy="273844"/>
          </a:xfrm>
          <a:prstGeom prst="rect">
            <a:avLst/>
          </a:prstGeom>
        </p:spPr>
        <p:txBody>
          <a:bodyPr/>
          <a:lstStyle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‹#›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</p:cSld>
  <p:clrMapOvr>
    <a:masterClrMapping/>
  </p:clrMapOvr>
  <p:hf sldNum="0" hdr="0" ftr="0" dt="0"/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72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 noEditPoints="1"/>
          </p:cNvSpPr>
          <p:nvPr>
            <p:ph type="title"/>
          </p:nvPr>
        </p:nvSpPr>
        <p:spPr>
          <a:xfrm>
            <a:off x="0" y="0"/>
            <a:ext cx="9144000" cy="674914"/>
          </a:xfrm>
          <a:solidFill>
            <a:srgbClr val="838D85"/>
          </a:solidFill>
        </p:spPr>
        <p:txBody>
          <a:bodyPr>
            <a:normAutofit/>
          </a:bodyPr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pPr algn="ctr"/>
            <a:endParaRPr lang="en-US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</p:cSld>
  <p:clrMapOvr>
    <a:masterClrMapping/>
  </p:clrMapOvr>
  <p:hf sldNum="0" hdr="0" ftr="0" dt="0"/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 noEditPoints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 noEditPoints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pPr lvl="0"/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 noEditPoints="1"/>
          </p:cNvSpPr>
          <p:nvPr>
            <p:ph type="dt" sz="half" idx="10"/>
          </p:nvPr>
        </p:nvSpPr>
        <p:spPr/>
        <p:txBody>
          <a:bodyPr/>
          <a:lstStyle/>
          <a:p>
            <a:fld id="{D05CCC00-496A-47A6-84BD-F8B47B0F7754}" type="datetimeFigureOut">
              <a:rPr lang="en-SG" smtClean="0"/>
              <a:t>27/12/2025</a:t>
            </a:fld>
            <a:endParaRPr lang="en-SG"/>
          </a:p>
        </p:txBody>
      </p:sp>
      <p:sp>
        <p:nvSpPr>
          <p:cNvPr id="5" name="Footer Placeholder 4"/>
          <p:cNvSpPr>
            <a:spLocks noGrp="1" noEditPoints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/>
          <p:cNvSpPr>
            <a:spLocks noGrp="1" noEditPoints="1"/>
          </p:cNvSpPr>
          <p:nvPr>
            <p:ph type="sldNum" sz="quarter" idx="12"/>
          </p:nvPr>
        </p:nvSpPr>
        <p:spPr/>
        <p:txBody>
          <a:bodyPr/>
          <a:lstStyle/>
          <a:p>
            <a:fld id="{775FED37-3964-4DEF-BAB7-4CBF249CC563}" type="slidenum">
              <a:rPr lang="en-SG" smtClean="0"/>
              <a:t>‹#›</a:t>
            </a:fld>
            <a:endParaRPr lang="en-SG"/>
          </a:p>
        </p:txBody>
      </p:sp>
    </p:spTree>
  </p:cSld>
  <p:clrMapOvr>
    <a:masterClrMapping/>
  </p:clrMapOvr>
  <p:hf sldNum="0" hdr="0" ftr="0" dt="0"/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 noEditPoint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 noEditPoints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 noEditPoints="1"/>
          </p:cNvSpPr>
          <p:nvPr>
            <p:ph type="dt" sz="half" idx="10"/>
          </p:nvPr>
        </p:nvSpPr>
        <p:spPr/>
        <p:txBody>
          <a:bodyPr/>
          <a:lstStyle/>
          <a:p>
            <a:fld id="{D05CCC00-496A-47A6-84BD-F8B47B0F7754}" type="datetimeFigureOut">
              <a:rPr lang="en-SG" smtClean="0"/>
              <a:t>27/12/2025</a:t>
            </a:fld>
            <a:endParaRPr lang="en-SG"/>
          </a:p>
        </p:txBody>
      </p:sp>
      <p:sp>
        <p:nvSpPr>
          <p:cNvPr id="5" name="Footer Placeholder 4"/>
          <p:cNvSpPr>
            <a:spLocks noGrp="1" noEditPoints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/>
          <p:cNvSpPr>
            <a:spLocks noGrp="1" noEditPoints="1"/>
          </p:cNvSpPr>
          <p:nvPr>
            <p:ph type="sldNum" sz="quarter" idx="12"/>
          </p:nvPr>
        </p:nvSpPr>
        <p:spPr/>
        <p:txBody>
          <a:bodyPr/>
          <a:lstStyle/>
          <a:p>
            <a:fld id="{775FED37-3964-4DEF-BAB7-4CBF249CC563}" type="slidenum">
              <a:rPr lang="en-SG" smtClean="0"/>
              <a:t>‹#›</a:t>
            </a:fld>
            <a:endParaRPr lang="en-SG"/>
          </a:p>
        </p:txBody>
      </p:sp>
    </p:spTree>
  </p:cSld>
  <p:clrMapOvr>
    <a:masterClrMapping/>
  </p:clrMapOvr>
  <p:hf sldNum="0" hdr="0" ftr="0" dt="0"/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 noEditPoints="1"/>
          </p:cNvSpPr>
          <p:nvPr>
            <p:ph type="title"/>
          </p:nvPr>
        </p:nvSpPr>
        <p:spPr>
          <a:xfrm>
            <a:off x="623887" y="1282304"/>
            <a:ext cx="7886700" cy="2139553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 noEditPoints="1"/>
          </p:cNvSpPr>
          <p:nvPr>
            <p:ph type="body" idx="1"/>
          </p:nvPr>
        </p:nvSpPr>
        <p:spPr>
          <a:xfrm>
            <a:off x="623887" y="3442098"/>
            <a:ext cx="7886700" cy="112514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 noEditPoints="1"/>
          </p:cNvSpPr>
          <p:nvPr>
            <p:ph type="dt" sz="half" idx="10"/>
          </p:nvPr>
        </p:nvSpPr>
        <p:spPr/>
        <p:txBody>
          <a:bodyPr/>
          <a:lstStyle/>
          <a:p>
            <a:fld id="{D05CCC00-496A-47A6-84BD-F8B47B0F7754}" type="datetimeFigureOut">
              <a:rPr lang="en-SG" smtClean="0"/>
              <a:t>27/12/2025</a:t>
            </a:fld>
            <a:endParaRPr lang="en-SG"/>
          </a:p>
        </p:txBody>
      </p:sp>
      <p:sp>
        <p:nvSpPr>
          <p:cNvPr id="5" name="Footer Placeholder 4"/>
          <p:cNvSpPr>
            <a:spLocks noGrp="1" noEditPoints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/>
          <p:cNvSpPr>
            <a:spLocks noGrp="1" noEditPoints="1"/>
          </p:cNvSpPr>
          <p:nvPr>
            <p:ph type="sldNum" sz="quarter" idx="12"/>
          </p:nvPr>
        </p:nvSpPr>
        <p:spPr/>
        <p:txBody>
          <a:bodyPr/>
          <a:lstStyle/>
          <a:p>
            <a:fld id="{775FED37-3964-4DEF-BAB7-4CBF249CC563}" type="slidenum">
              <a:rPr lang="en-SG" smtClean="0"/>
              <a:t>‹#›</a:t>
            </a:fld>
            <a:endParaRPr lang="en-SG"/>
          </a:p>
        </p:txBody>
      </p:sp>
    </p:spTree>
  </p:cSld>
  <p:clrMapOvr>
    <a:masterClrMapping/>
  </p:clrMapOvr>
  <p:hf sldNum="0" hdr="0" ftr="0" dt="0"/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 noEditPoint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 noEditPoints="1"/>
          </p:cNvSpPr>
          <p:nvPr>
            <p:ph sz="half" idx="1"/>
          </p:nvPr>
        </p:nvSpPr>
        <p:spPr>
          <a:xfrm>
            <a:off x="628650" y="1369218"/>
            <a:ext cx="3886200" cy="326350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 noEditPoints="1"/>
          </p:cNvSpPr>
          <p:nvPr>
            <p:ph sz="half" idx="2"/>
          </p:nvPr>
        </p:nvSpPr>
        <p:spPr>
          <a:xfrm>
            <a:off x="4629150" y="1369218"/>
            <a:ext cx="3886200" cy="326350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 noEditPoints="1"/>
          </p:cNvSpPr>
          <p:nvPr>
            <p:ph type="dt" sz="half" idx="10"/>
          </p:nvPr>
        </p:nvSpPr>
        <p:spPr/>
        <p:txBody>
          <a:bodyPr/>
          <a:lstStyle/>
          <a:p>
            <a:fld id="{D05CCC00-496A-47A6-84BD-F8B47B0F7754}" type="datetimeFigureOut">
              <a:rPr lang="en-SG" smtClean="0"/>
              <a:t>27/12/2025</a:t>
            </a:fld>
            <a:endParaRPr lang="en-SG"/>
          </a:p>
        </p:txBody>
      </p:sp>
      <p:sp>
        <p:nvSpPr>
          <p:cNvPr id="6" name="Footer Placeholder 5"/>
          <p:cNvSpPr>
            <a:spLocks noGrp="1" noEditPoints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7" name="Slide Number Placeholder 6"/>
          <p:cNvSpPr>
            <a:spLocks noGrp="1" noEditPoints="1"/>
          </p:cNvSpPr>
          <p:nvPr>
            <p:ph type="sldNum" sz="quarter" idx="12"/>
          </p:nvPr>
        </p:nvSpPr>
        <p:spPr/>
        <p:txBody>
          <a:bodyPr/>
          <a:lstStyle/>
          <a:p>
            <a:fld id="{775FED37-3964-4DEF-BAB7-4CBF249CC563}" type="slidenum">
              <a:rPr lang="en-SG" smtClean="0"/>
              <a:t>‹#›</a:t>
            </a:fld>
            <a:endParaRPr lang="en-SG"/>
          </a:p>
        </p:txBody>
      </p:sp>
    </p:spTree>
  </p:cSld>
  <p:clrMapOvr>
    <a:masterClrMapping/>
  </p:clrMapOvr>
  <p:hf sldNum="0" hdr="0" ftr="0" dt="0"/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 noEditPoints="1"/>
          </p:cNvSpPr>
          <p:nvPr>
            <p:ph type="title"/>
          </p:nvPr>
        </p:nvSpPr>
        <p:spPr>
          <a:xfrm>
            <a:off x="629841" y="273844"/>
            <a:ext cx="7886700" cy="99417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 noEditPoints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 noEditPoints="1"/>
          </p:cNvSpPr>
          <p:nvPr>
            <p:ph sz="half" idx="2"/>
          </p:nvPr>
        </p:nvSpPr>
        <p:spPr>
          <a:xfrm>
            <a:off x="629842" y="1878806"/>
            <a:ext cx="3868340" cy="27634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 noEditPoints="1"/>
          </p:cNvSpPr>
          <p:nvPr>
            <p:ph type="body" sz="quarter" idx="3"/>
          </p:nvPr>
        </p:nvSpPr>
        <p:spPr>
          <a:xfrm>
            <a:off x="4629150" y="1260872"/>
            <a:ext cx="3887391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 noEditPoints="1"/>
          </p:cNvSpPr>
          <p:nvPr>
            <p:ph sz="quarter" idx="4"/>
          </p:nvPr>
        </p:nvSpPr>
        <p:spPr>
          <a:xfrm>
            <a:off x="4629150" y="1878806"/>
            <a:ext cx="3887391" cy="27634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 noEditPoints="1"/>
          </p:cNvSpPr>
          <p:nvPr>
            <p:ph type="dt" sz="half" idx="10"/>
          </p:nvPr>
        </p:nvSpPr>
        <p:spPr/>
        <p:txBody>
          <a:bodyPr/>
          <a:lstStyle/>
          <a:p>
            <a:fld id="{D05CCC00-496A-47A6-84BD-F8B47B0F7754}" type="datetimeFigureOut">
              <a:rPr lang="en-SG" smtClean="0"/>
              <a:t>27/12/2025</a:t>
            </a:fld>
            <a:endParaRPr lang="en-SG"/>
          </a:p>
        </p:txBody>
      </p:sp>
      <p:sp>
        <p:nvSpPr>
          <p:cNvPr id="8" name="Footer Placeholder 7"/>
          <p:cNvSpPr>
            <a:spLocks noGrp="1" noEditPoints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9" name="Slide Number Placeholder 8"/>
          <p:cNvSpPr>
            <a:spLocks noGrp="1" noEditPoints="1"/>
          </p:cNvSpPr>
          <p:nvPr>
            <p:ph type="sldNum" sz="quarter" idx="12"/>
          </p:nvPr>
        </p:nvSpPr>
        <p:spPr/>
        <p:txBody>
          <a:bodyPr/>
          <a:lstStyle/>
          <a:p>
            <a:fld id="{775FED37-3964-4DEF-BAB7-4CBF249CC563}" type="slidenum">
              <a:rPr lang="en-SG" smtClean="0"/>
              <a:t>‹#›</a:t>
            </a:fld>
            <a:endParaRPr lang="en-SG"/>
          </a:p>
        </p:txBody>
      </p:sp>
    </p:spTree>
  </p:cSld>
  <p:clrMapOvr>
    <a:masterClrMapping/>
  </p:clrMapOvr>
  <p:hf sldNum="0" hdr="0" ftr="0" dt="0"/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 noEditPoint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 noEditPoints="1"/>
          </p:cNvSpPr>
          <p:nvPr>
            <p:ph type="dt" sz="half" idx="10"/>
          </p:nvPr>
        </p:nvSpPr>
        <p:spPr/>
        <p:txBody>
          <a:bodyPr/>
          <a:lstStyle/>
          <a:p>
            <a:fld id="{D05CCC00-496A-47A6-84BD-F8B47B0F7754}" type="datetimeFigureOut">
              <a:rPr lang="en-SG" smtClean="0"/>
              <a:t>27/12/2025</a:t>
            </a:fld>
            <a:endParaRPr lang="en-SG"/>
          </a:p>
        </p:txBody>
      </p:sp>
      <p:sp>
        <p:nvSpPr>
          <p:cNvPr id="4" name="Footer Placeholder 3"/>
          <p:cNvSpPr>
            <a:spLocks noGrp="1" noEditPoints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5" name="Slide Number Placeholder 4"/>
          <p:cNvSpPr>
            <a:spLocks noGrp="1" noEditPoints="1"/>
          </p:cNvSpPr>
          <p:nvPr>
            <p:ph type="sldNum" sz="quarter" idx="12"/>
          </p:nvPr>
        </p:nvSpPr>
        <p:spPr/>
        <p:txBody>
          <a:bodyPr/>
          <a:lstStyle/>
          <a:p>
            <a:fld id="{775FED37-3964-4DEF-BAB7-4CBF249CC563}" type="slidenum">
              <a:rPr lang="en-SG" smtClean="0"/>
              <a:t>‹#›</a:t>
            </a:fld>
            <a:endParaRPr lang="en-SG"/>
          </a:p>
        </p:txBody>
      </p:sp>
    </p:spTree>
  </p:cSld>
  <p:clrMapOvr>
    <a:masterClrMapping/>
  </p:clrMapOvr>
  <p:hf sldNum="0" hdr="0" ftr="0" dt="0"/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 noEditPoints="1"/>
          </p:cNvSpPr>
          <p:nvPr>
            <p:ph type="dt" sz="half" idx="10"/>
          </p:nvPr>
        </p:nvSpPr>
        <p:spPr/>
        <p:txBody>
          <a:bodyPr/>
          <a:lstStyle/>
          <a:p>
            <a:fld id="{D05CCC00-496A-47A6-84BD-F8B47B0F7754}" type="datetimeFigureOut">
              <a:rPr lang="en-SG" smtClean="0"/>
              <a:t>27/12/2025</a:t>
            </a:fld>
            <a:endParaRPr lang="en-SG"/>
          </a:p>
        </p:txBody>
      </p:sp>
      <p:sp>
        <p:nvSpPr>
          <p:cNvPr id="3" name="Footer Placeholder 2"/>
          <p:cNvSpPr>
            <a:spLocks noGrp="1" noEditPoints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4" name="Slide Number Placeholder 3"/>
          <p:cNvSpPr>
            <a:spLocks noGrp="1" noEditPoints="1"/>
          </p:cNvSpPr>
          <p:nvPr>
            <p:ph type="sldNum" sz="quarter" idx="12"/>
          </p:nvPr>
        </p:nvSpPr>
        <p:spPr/>
        <p:txBody>
          <a:bodyPr/>
          <a:lstStyle/>
          <a:p>
            <a:fld id="{775FED37-3964-4DEF-BAB7-4CBF249CC563}" type="slidenum">
              <a:rPr lang="en-SG" smtClean="0"/>
              <a:t>‹#›</a:t>
            </a:fld>
            <a:endParaRPr lang="en-SG"/>
          </a:p>
        </p:txBody>
      </p:sp>
    </p:spTree>
  </p:cSld>
  <p:clrMapOvr>
    <a:masterClrMapping/>
  </p:clrMapOvr>
  <p:hf sldNum="0" hdr="0" ftr="0" dt="0"/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 noEditPoints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 noEditPoints="1"/>
          </p:cNvSpPr>
          <p:nvPr>
            <p:ph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 noEditPoints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 noEditPoints="1"/>
          </p:cNvSpPr>
          <p:nvPr>
            <p:ph type="dt" sz="half" idx="10"/>
          </p:nvPr>
        </p:nvSpPr>
        <p:spPr/>
        <p:txBody>
          <a:bodyPr/>
          <a:lstStyle/>
          <a:p>
            <a:fld id="{D05CCC00-496A-47A6-84BD-F8B47B0F7754}" type="datetimeFigureOut">
              <a:rPr lang="en-SG" smtClean="0"/>
              <a:t>27/12/2025</a:t>
            </a:fld>
            <a:endParaRPr lang="en-SG"/>
          </a:p>
        </p:txBody>
      </p:sp>
      <p:sp>
        <p:nvSpPr>
          <p:cNvPr id="6" name="Footer Placeholder 5"/>
          <p:cNvSpPr>
            <a:spLocks noGrp="1" noEditPoints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7" name="Slide Number Placeholder 6"/>
          <p:cNvSpPr>
            <a:spLocks noGrp="1" noEditPoints="1"/>
          </p:cNvSpPr>
          <p:nvPr>
            <p:ph type="sldNum" sz="quarter" idx="12"/>
          </p:nvPr>
        </p:nvSpPr>
        <p:spPr/>
        <p:txBody>
          <a:bodyPr/>
          <a:lstStyle/>
          <a:p>
            <a:fld id="{775FED37-3964-4DEF-BAB7-4CBF249CC563}" type="slidenum">
              <a:rPr lang="en-SG" smtClean="0"/>
              <a:t>‹#›</a:t>
            </a:fld>
            <a:endParaRPr lang="en-SG"/>
          </a:p>
        </p:txBody>
      </p:sp>
    </p:spTree>
  </p:cSld>
  <p:clrMapOvr>
    <a:masterClrMapping/>
  </p:clrMapOvr>
  <p:hf sldNum="0" hdr="0" ftr="0" dt="0"/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 noEditPoints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 noEditPoints="1"/>
          </p:cNvSpPr>
          <p:nvPr>
            <p:ph type="pic" idx="1"/>
          </p:nvPr>
        </p:nvSpPr>
        <p:spPr>
          <a:xfrm>
            <a:off x="3887391" y="740569"/>
            <a:ext cx="4629150" cy="3655219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lvl="0"/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 noEditPoints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 noEditPoints="1"/>
          </p:cNvSpPr>
          <p:nvPr>
            <p:ph type="dt" sz="half" idx="10"/>
          </p:nvPr>
        </p:nvSpPr>
        <p:spPr/>
        <p:txBody>
          <a:bodyPr/>
          <a:lstStyle/>
          <a:p>
            <a:fld id="{D05CCC00-496A-47A6-84BD-F8B47B0F7754}" type="datetimeFigureOut">
              <a:rPr lang="en-SG" smtClean="0"/>
              <a:t>27/12/2025</a:t>
            </a:fld>
            <a:endParaRPr lang="en-SG"/>
          </a:p>
        </p:txBody>
      </p:sp>
      <p:sp>
        <p:nvSpPr>
          <p:cNvPr id="6" name="Footer Placeholder 5"/>
          <p:cNvSpPr>
            <a:spLocks noGrp="1" noEditPoints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7" name="Slide Number Placeholder 6"/>
          <p:cNvSpPr>
            <a:spLocks noGrp="1" noEditPoints="1"/>
          </p:cNvSpPr>
          <p:nvPr>
            <p:ph type="sldNum" sz="quarter" idx="12"/>
          </p:nvPr>
        </p:nvSpPr>
        <p:spPr/>
        <p:txBody>
          <a:bodyPr/>
          <a:lstStyle/>
          <a:p>
            <a:fld id="{775FED37-3964-4DEF-BAB7-4CBF249CC563}" type="slidenum">
              <a:rPr lang="en-SG" smtClean="0"/>
              <a:t>‹#›</a:t>
            </a:fld>
            <a:endParaRPr lang="en-SG"/>
          </a:p>
        </p:txBody>
      </p:sp>
    </p:spTree>
  </p:cSld>
  <p:clrMapOvr>
    <a:masterClrMapping/>
  </p:clrMapOvr>
  <p:hf sldNum="0" hdr="0" ftr="0" dt="0"/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 noEditPoint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 noEditPoints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 noEditPoints="1"/>
          </p:cNvSpPr>
          <p:nvPr>
            <p:ph type="dt" sz="half" idx="10"/>
          </p:nvPr>
        </p:nvSpPr>
        <p:spPr/>
        <p:txBody>
          <a:bodyPr/>
          <a:lstStyle/>
          <a:p>
            <a:fld id="{D05CCC00-496A-47A6-84BD-F8B47B0F7754}" type="datetimeFigureOut">
              <a:rPr lang="en-SG" smtClean="0"/>
              <a:t>27/12/2025</a:t>
            </a:fld>
            <a:endParaRPr lang="en-SG"/>
          </a:p>
        </p:txBody>
      </p:sp>
      <p:sp>
        <p:nvSpPr>
          <p:cNvPr id="5" name="Footer Placeholder 4"/>
          <p:cNvSpPr>
            <a:spLocks noGrp="1" noEditPoints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/>
          <p:cNvSpPr>
            <a:spLocks noGrp="1" noEditPoints="1"/>
          </p:cNvSpPr>
          <p:nvPr>
            <p:ph type="sldNum" sz="quarter" idx="12"/>
          </p:nvPr>
        </p:nvSpPr>
        <p:spPr/>
        <p:txBody>
          <a:bodyPr/>
          <a:lstStyle/>
          <a:p>
            <a:fld id="{775FED37-3964-4DEF-BAB7-4CBF249CC563}" type="slidenum">
              <a:rPr lang="en-SG" smtClean="0"/>
              <a:t>‹#›</a:t>
            </a:fld>
            <a:endParaRPr lang="en-SG"/>
          </a:p>
        </p:txBody>
      </p:sp>
    </p:spTree>
  </p:cSld>
  <p:clrMapOvr>
    <a:masterClrMapping/>
  </p:clrMapOvr>
  <p:hf sldNum="0" hdr="0" ftr="0" dt="0"/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 noEditPoints="1"/>
          </p:cNvSpPr>
          <p:nvPr>
            <p:ph type="title" orient="vert"/>
          </p:nvPr>
        </p:nvSpPr>
        <p:spPr>
          <a:xfrm>
            <a:off x="6543675" y="273843"/>
            <a:ext cx="1971675" cy="4358879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 noEditPoints="1"/>
          </p:cNvSpPr>
          <p:nvPr>
            <p:ph type="body" orient="vert" idx="1"/>
          </p:nvPr>
        </p:nvSpPr>
        <p:spPr>
          <a:xfrm>
            <a:off x="628650" y="273843"/>
            <a:ext cx="5800725" cy="435887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 noEditPoints="1"/>
          </p:cNvSpPr>
          <p:nvPr>
            <p:ph type="dt" sz="half" idx="10"/>
          </p:nvPr>
        </p:nvSpPr>
        <p:spPr/>
        <p:txBody>
          <a:bodyPr/>
          <a:lstStyle/>
          <a:p>
            <a:fld id="{D05CCC00-496A-47A6-84BD-F8B47B0F7754}" type="datetimeFigureOut">
              <a:rPr lang="en-SG" smtClean="0"/>
              <a:t>27/12/2025</a:t>
            </a:fld>
            <a:endParaRPr lang="en-SG"/>
          </a:p>
        </p:txBody>
      </p:sp>
      <p:sp>
        <p:nvSpPr>
          <p:cNvPr id="5" name="Footer Placeholder 4"/>
          <p:cNvSpPr>
            <a:spLocks noGrp="1" noEditPoints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/>
          <p:cNvSpPr>
            <a:spLocks noGrp="1" noEditPoints="1"/>
          </p:cNvSpPr>
          <p:nvPr>
            <p:ph type="sldNum" sz="quarter" idx="12"/>
          </p:nvPr>
        </p:nvSpPr>
        <p:spPr/>
        <p:txBody>
          <a:bodyPr/>
          <a:lstStyle/>
          <a:p>
            <a:fld id="{775FED37-3964-4DEF-BAB7-4CBF249CC563}" type="slidenum">
              <a:rPr lang="en-SG" smtClean="0"/>
              <a:t>‹#›</a:t>
            </a:fld>
            <a:endParaRPr lang="en-SG"/>
          </a:p>
        </p:txBody>
      </p:sp>
    </p:spTree>
  </p:cSld>
  <p:clrMapOvr>
    <a:masterClrMapping/>
  </p:clrMapOvr>
  <p:hf sldNum="0" hdr="0" ftr="0" dt="0"/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 noEditPoints="1"/>
          </p:cNvSpPr>
          <p:nvPr>
            <p:ph type="title"/>
          </p:nvPr>
        </p:nvSpPr>
        <p:spPr>
          <a:xfrm>
            <a:off x="-4187" y="-1"/>
            <a:ext cx="9144000" cy="486000"/>
          </a:xfrm>
          <a:solidFill>
            <a:srgbClr val="E8D3D3"/>
          </a:solidFill>
          <a:ln>
            <a:noFill/>
          </a:ln>
        </p:spPr>
        <p:txBody>
          <a:bodyPr>
            <a:noAutofit/>
          </a:bodyPr>
          <a:lstStyle>
            <a:lvl1pPr algn="ctr">
              <a:defRPr sz="2400" b="0">
                <a:solidFill>
                  <a:schemeClr val="tx1"/>
                </a:solidFill>
              </a:defRPr>
            </a:lvl1pPr>
          </a:lstStyle>
          <a:p>
            <a:pPr algn="ctr"/>
            <a:endParaRPr lang="en-US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" name="Slide Number Placeholder 3"/>
          <p:cNvSpPr txBox="1"/>
          <p:nvPr userDrawn="1"/>
        </p:nvSpPr>
        <p:spPr>
          <a:xfrm>
            <a:off x="8473063" y="37866"/>
            <a:ext cx="666750" cy="273844"/>
          </a:xfrm>
          <a:prstGeom prst="rect">
            <a:avLst/>
          </a:prstGeom>
        </p:spPr>
        <p:txBody>
          <a:bodyPr/>
          <a:lstStyle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‹#›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</p:cSld>
  <p:clrMapOvr>
    <a:masterClrMapping/>
  </p:clrMapOvr>
  <p:hf sldNum="0" hdr="0" ftr="0" dt="0"/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Malayalam HC - 03 Jan 2021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white and brown world map&#10;&#10;Description automatically generated"/>
          <p:cNvPicPr>
            <a:picLocks noChangeAspect="1"/>
          </p:cNvPicPr>
          <p:nvPr userDrawn="1"/>
        </p:nvPicPr>
        <p:blipFill>
          <a:blip r:embed="rId2"/>
          <a:srcRect/>
          <a:stretch>
            <a:fillRect/>
          </a:stretch>
        </p:blipFill>
        <p:spPr>
          <a:xfrm>
            <a:off x="-1" y="0"/>
            <a:ext cx="9143999" cy="5143499"/>
          </a:xfrm>
          <a:prstGeom prst="rect">
            <a:avLst/>
          </a:prstGeom>
        </p:spPr>
      </p:pic>
      <p:sp>
        <p:nvSpPr>
          <p:cNvPr id="8" name="TextBox 7"/>
          <p:cNvSpPr txBox="1"/>
          <p:nvPr userDrawn="1"/>
        </p:nvSpPr>
        <p:spPr>
          <a:xfrm>
            <a:off x="0" y="0"/>
            <a:ext cx="9144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Tx/>
              <a:buNone/>
            </a:pPr>
            <a:r>
              <a:rPr kumimoji="0" lang="en-GB" sz="1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ill Sans MT" panose="020B0502020104020203" pitchFamily="34" charset="0"/>
                <a:ea typeface="+mn-ea"/>
                <a:cs typeface="+mn-cs"/>
              </a:rPr>
              <a:t>Mar Thoma Syrian Church, Singapore</a:t>
            </a:r>
          </a:p>
        </p:txBody>
      </p:sp>
      <p:sp>
        <p:nvSpPr>
          <p:cNvPr id="10" name="TextBox 9"/>
          <p:cNvSpPr txBox="1"/>
          <p:nvPr userDrawn="1"/>
        </p:nvSpPr>
        <p:spPr>
          <a:xfrm>
            <a:off x="0" y="4781663"/>
            <a:ext cx="9144000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marL="0" marR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Tx/>
              <a:buNone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ill Sans MT" panose="020B0502020104020203" pitchFamily="34" charset="0"/>
                <a:ea typeface="+mn-ea"/>
                <a:cs typeface="Segoe UI Light" panose="020B0502040204020203" pitchFamily="34" charset="0"/>
              </a:rPr>
              <a:t>Malayalam Holy Communion Service – 01 June 2025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hf sldNum="0" hdr="0" ftr="0" dt="0"/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4.xml"/><Relationship Id="rId13" Type="http://schemas.openxmlformats.org/officeDocument/2006/relationships/slideLayout" Target="../slideLayouts/slideLayout29.xml"/><Relationship Id="rId3" Type="http://schemas.openxmlformats.org/officeDocument/2006/relationships/slideLayout" Target="../slideLayouts/slideLayout19.xml"/><Relationship Id="rId7" Type="http://schemas.openxmlformats.org/officeDocument/2006/relationships/slideLayout" Target="../slideLayouts/slideLayout23.xml"/><Relationship Id="rId12" Type="http://schemas.openxmlformats.org/officeDocument/2006/relationships/slideLayout" Target="../slideLayouts/slideLayout28.xml"/><Relationship Id="rId2" Type="http://schemas.openxmlformats.org/officeDocument/2006/relationships/slideLayout" Target="../slideLayouts/slideLayout18.xml"/><Relationship Id="rId1" Type="http://schemas.openxmlformats.org/officeDocument/2006/relationships/slideLayout" Target="../slideLayouts/slideLayout17.xml"/><Relationship Id="rId6" Type="http://schemas.openxmlformats.org/officeDocument/2006/relationships/slideLayout" Target="../slideLayouts/slideLayout22.xml"/><Relationship Id="rId11" Type="http://schemas.openxmlformats.org/officeDocument/2006/relationships/slideLayout" Target="../slideLayouts/slideLayout27.xml"/><Relationship Id="rId5" Type="http://schemas.openxmlformats.org/officeDocument/2006/relationships/slideLayout" Target="../slideLayouts/slideLayout21.xml"/><Relationship Id="rId10" Type="http://schemas.openxmlformats.org/officeDocument/2006/relationships/slideLayout" Target="../slideLayouts/slideLayout26.xml"/><Relationship Id="rId4" Type="http://schemas.openxmlformats.org/officeDocument/2006/relationships/slideLayout" Target="../slideLayouts/slideLayout20.xml"/><Relationship Id="rId9" Type="http://schemas.openxmlformats.org/officeDocument/2006/relationships/slideLayout" Target="../slideLayouts/slideLayout25.xml"/><Relationship Id="rId14" Type="http://schemas.openxmlformats.org/officeDocument/2006/relationships/theme" Target="../theme/theme2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7.xml"/><Relationship Id="rId13" Type="http://schemas.openxmlformats.org/officeDocument/2006/relationships/slideLayout" Target="../slideLayouts/slideLayout42.xml"/><Relationship Id="rId3" Type="http://schemas.openxmlformats.org/officeDocument/2006/relationships/slideLayout" Target="../slideLayouts/slideLayout32.xml"/><Relationship Id="rId7" Type="http://schemas.openxmlformats.org/officeDocument/2006/relationships/slideLayout" Target="../slideLayouts/slideLayout36.xml"/><Relationship Id="rId12" Type="http://schemas.openxmlformats.org/officeDocument/2006/relationships/slideLayout" Target="../slideLayouts/slideLayout41.xml"/><Relationship Id="rId2" Type="http://schemas.openxmlformats.org/officeDocument/2006/relationships/slideLayout" Target="../slideLayouts/slideLayout31.xml"/><Relationship Id="rId1" Type="http://schemas.openxmlformats.org/officeDocument/2006/relationships/slideLayout" Target="../slideLayouts/slideLayout30.xml"/><Relationship Id="rId6" Type="http://schemas.openxmlformats.org/officeDocument/2006/relationships/slideLayout" Target="../slideLayouts/slideLayout35.xml"/><Relationship Id="rId11" Type="http://schemas.openxmlformats.org/officeDocument/2006/relationships/slideLayout" Target="../slideLayouts/slideLayout40.xml"/><Relationship Id="rId5" Type="http://schemas.openxmlformats.org/officeDocument/2006/relationships/slideLayout" Target="../slideLayouts/slideLayout34.xml"/><Relationship Id="rId10" Type="http://schemas.openxmlformats.org/officeDocument/2006/relationships/slideLayout" Target="../slideLayouts/slideLayout39.xml"/><Relationship Id="rId4" Type="http://schemas.openxmlformats.org/officeDocument/2006/relationships/slideLayout" Target="../slideLayouts/slideLayout33.xml"/><Relationship Id="rId9" Type="http://schemas.openxmlformats.org/officeDocument/2006/relationships/slideLayout" Target="../slideLayouts/slideLayout38.xml"/><Relationship Id="rId14" Type="http://schemas.openxmlformats.org/officeDocument/2006/relationships/theme" Target="../theme/theme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 noEditPoints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 noEditPoints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 noEditPoints="1"/>
          </p:cNvSpPr>
          <p:nvPr>
            <p:ph type="dt" sz="half" idx="2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D32DBC2-F449-49EF-AD7E-964553E48533}" type="datetimeFigureOut">
              <a:rPr lang="en-US" smtClean="0"/>
              <a:t>12/27/2025</a:t>
            </a:fld>
            <a:endParaRPr lang="en-US"/>
          </a:p>
        </p:txBody>
      </p:sp>
      <p:sp>
        <p:nvSpPr>
          <p:cNvPr id="5" name="Footer Placeholder 4"/>
          <p:cNvSpPr>
            <a:spLocks noGrp="1" noEditPoints="1"/>
          </p:cNvSpPr>
          <p:nvPr>
            <p:ph type="ftr" sz="quarter" idx="3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 noEditPoints="1"/>
          </p:cNvSpPr>
          <p:nvPr>
            <p:ph type="sldNum" sz="quarter" idx="4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E890C3-63A1-4FEC-B0E0-7B9334D7547C}" type="slidenum">
              <a:rPr lang="en-US" smtClean="0"/>
              <a:t>‹#›</a:t>
            </a:fld>
            <a:endParaRPr lang="en-US"/>
          </a:p>
        </p:txBody>
      </p:sp>
      <p:sp>
        <p:nvSpPr>
          <p:cNvPr id="8" name="TextBox 7"/>
          <p:cNvSpPr txBox="1"/>
          <p:nvPr userDrawn="1"/>
        </p:nvSpPr>
        <p:spPr>
          <a:xfrm>
            <a:off x="4401312" y="5021580"/>
            <a:ext cx="369888" cy="12192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US" sz="8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Internal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97" r:id="rId15"/>
    <p:sldLayoutId id="2147483699" r:id="rId16"/>
  </p:sldLayoutIdLst>
  <p:hf sldNum="0"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 noEditPoints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 noEditPoints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 noEditPoints="1"/>
          </p:cNvSpPr>
          <p:nvPr>
            <p:ph type="dt" sz="half" idx="2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C8EFD2F-98B3-4E20-9488-48E9EABF7AD7}" type="datetimeFigureOut">
              <a:rPr lang="en-SG" smtClean="0"/>
              <a:t>27/12/2025</a:t>
            </a:fld>
            <a:endParaRPr lang="en-SG"/>
          </a:p>
        </p:txBody>
      </p:sp>
      <p:sp>
        <p:nvSpPr>
          <p:cNvPr id="5" name="Footer Placeholder 4"/>
          <p:cNvSpPr>
            <a:spLocks noGrp="1" noEditPoints="1"/>
          </p:cNvSpPr>
          <p:nvPr>
            <p:ph type="ftr" sz="quarter" idx="3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SG"/>
          </a:p>
        </p:txBody>
      </p:sp>
      <p:sp>
        <p:nvSpPr>
          <p:cNvPr id="6" name="Slide Number Placeholder 5"/>
          <p:cNvSpPr>
            <a:spLocks noGrp="1" noEditPoints="1"/>
          </p:cNvSpPr>
          <p:nvPr>
            <p:ph type="sldNum" sz="quarter" idx="4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B12950E-40CD-4C18-A361-D6020200669A}" type="slidenum">
              <a:rPr lang="en-SG" smtClean="0"/>
              <a:t>‹#›</a:t>
            </a:fld>
            <a:endParaRPr lang="en-SG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4" r:id="rId1"/>
    <p:sldLayoutId id="2147483665" r:id="rId2"/>
    <p:sldLayoutId id="2147483666" r:id="rId3"/>
    <p:sldLayoutId id="2147483667" r:id="rId4"/>
    <p:sldLayoutId id="2147483668" r:id="rId5"/>
    <p:sldLayoutId id="2147483669" r:id="rId6"/>
    <p:sldLayoutId id="2147483670" r:id="rId7"/>
    <p:sldLayoutId id="2147483671" r:id="rId8"/>
    <p:sldLayoutId id="2147483672" r:id="rId9"/>
    <p:sldLayoutId id="2147483673" r:id="rId10"/>
    <p:sldLayoutId id="2147483674" r:id="rId11"/>
    <p:sldLayoutId id="2147483675" r:id="rId12"/>
    <p:sldLayoutId id="2147483676" r:id="rId13"/>
  </p:sldLayoutIdLst>
  <p:hf sldNum="0"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 noEditPoints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 noEditPoints="1"/>
          </p:cNvSpPr>
          <p:nvPr>
            <p:ph type="body" idx="1"/>
          </p:nvPr>
        </p:nvSpPr>
        <p:spPr>
          <a:xfrm>
            <a:off x="628650" y="1369218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 noEditPoints="1"/>
          </p:cNvSpPr>
          <p:nvPr>
            <p:ph type="dt" sz="half" idx="2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05CCC00-496A-47A6-84BD-F8B47B0F7754}" type="datetimeFigureOut">
              <a:rPr lang="en-SG" smtClean="0"/>
              <a:t>27/12/2025</a:t>
            </a:fld>
            <a:endParaRPr lang="en-SG"/>
          </a:p>
        </p:txBody>
      </p:sp>
      <p:sp>
        <p:nvSpPr>
          <p:cNvPr id="5" name="Footer Placeholder 4"/>
          <p:cNvSpPr>
            <a:spLocks noGrp="1" noEditPoints="1"/>
          </p:cNvSpPr>
          <p:nvPr>
            <p:ph type="ftr" sz="quarter" idx="3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SG"/>
          </a:p>
        </p:txBody>
      </p:sp>
      <p:sp>
        <p:nvSpPr>
          <p:cNvPr id="6" name="Slide Number Placeholder 5"/>
          <p:cNvSpPr>
            <a:spLocks noGrp="1" noEditPoints="1"/>
          </p:cNvSpPr>
          <p:nvPr>
            <p:ph type="sldNum" sz="quarter" idx="4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75FED37-3964-4DEF-BAB7-4CBF249CC563}" type="slidenum">
              <a:rPr lang="en-SG" smtClean="0"/>
              <a:t>‹#›</a:t>
            </a:fld>
            <a:endParaRPr lang="en-SG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4" r:id="rId1"/>
    <p:sldLayoutId id="2147483685" r:id="rId2"/>
    <p:sldLayoutId id="2147483686" r:id="rId3"/>
    <p:sldLayoutId id="2147483687" r:id="rId4"/>
    <p:sldLayoutId id="2147483688" r:id="rId5"/>
    <p:sldLayoutId id="2147483689" r:id="rId6"/>
    <p:sldLayoutId id="2147483690" r:id="rId7"/>
    <p:sldLayoutId id="2147483691" r:id="rId8"/>
    <p:sldLayoutId id="2147483692" r:id="rId9"/>
    <p:sldLayoutId id="2147483693" r:id="rId10"/>
    <p:sldLayoutId id="2147483694" r:id="rId11"/>
    <p:sldLayoutId id="2147483695" r:id="rId12"/>
    <p:sldLayoutId id="2147483696" r:id="rId13"/>
  </p:sldLayoutIdLst>
  <p:hf sldNum="0"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4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4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4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4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4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4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6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5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5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5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5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5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8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7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8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7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7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7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7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7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7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7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7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7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8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7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17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17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17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17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17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17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17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14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4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2"/>
          <p:cNvSpPr txBox="1"/>
          <p:nvPr/>
        </p:nvSpPr>
        <p:spPr>
          <a:xfrm>
            <a:off x="-146038" y="395617"/>
            <a:ext cx="9156031" cy="3952665"/>
          </a:xfrm>
          <a:prstGeom prst="rect">
            <a:avLst/>
          </a:prstGeom>
          <a:noFill/>
        </p:spPr>
        <p:txBody>
          <a:bodyPr lIns="91440" tIns="45720" rIns="91440" bIns="45720" anchor="t"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  <a:tabLst>
                <a:tab pos="1423952" algn="l"/>
              </a:tabLst>
            </a:pPr>
            <a:r>
              <a:rPr lang="en-US" sz="16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/>
                <a:ea typeface="Calibri"/>
                <a:cs typeface="Arial"/>
              </a:rPr>
              <a:t>Opening</a:t>
            </a:r>
          </a:p>
          <a:p>
            <a:pPr algn="ctr">
              <a:buNone/>
              <a:tabLst>
                <a:tab pos="1423952" algn="l"/>
              </a:tabLst>
            </a:pPr>
            <a:r>
              <a:rPr lang="en-US" sz="16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+mn-lt"/>
                <a:cs typeface="+mn-lt"/>
              </a:rPr>
              <a:t>129 </a:t>
            </a:r>
            <a:r>
              <a:rPr lang="en-US" sz="160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+mn-lt"/>
                <a:cs typeface="+mn-lt"/>
              </a:rPr>
              <a:t>Kelka</a:t>
            </a:r>
            <a:r>
              <a:rPr lang="en-US" sz="16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+mn-lt"/>
                <a:cs typeface="+mn-lt"/>
              </a:rPr>
              <a:t> </a:t>
            </a:r>
            <a:r>
              <a:rPr lang="en-US" sz="160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+mn-lt"/>
                <a:cs typeface="+mn-lt"/>
              </a:rPr>
              <a:t>dootha</a:t>
            </a:r>
            <a:r>
              <a:rPr lang="en-US" sz="16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+mn-lt"/>
                <a:cs typeface="+mn-lt"/>
              </a:rPr>
              <a:t> </a:t>
            </a:r>
            <a:r>
              <a:rPr lang="en-US" sz="160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+mn-lt"/>
                <a:cs typeface="+mn-lt"/>
              </a:rPr>
              <a:t>salswsram</a:t>
            </a:r>
            <a:endParaRPr lang="en-US" sz="1600">
              <a:ea typeface="Calibri"/>
              <a:cs typeface="Calibri"/>
            </a:endParaRPr>
          </a:p>
          <a:p>
            <a:pPr marL="0" indent="0" algn="ctr">
              <a:buNone/>
              <a:tabLst>
                <a:tab pos="1423952" algn="l"/>
              </a:tabLst>
            </a:pPr>
            <a:r>
              <a:rPr lang="en-US" sz="16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/>
                <a:ea typeface="Calibri"/>
                <a:cs typeface="Arial"/>
              </a:rPr>
              <a:t>B/A </a:t>
            </a:r>
            <a:r>
              <a:rPr lang="en-US" sz="16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+mn-lt"/>
                <a:cs typeface="+mn-lt"/>
              </a:rPr>
              <a:t>105 </a:t>
            </a:r>
            <a:r>
              <a:rPr lang="en-US" sz="160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+mn-lt"/>
                <a:cs typeface="+mn-lt"/>
              </a:rPr>
              <a:t>Paramapithaavinu</a:t>
            </a:r>
            <a:r>
              <a:rPr lang="en-US" sz="16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+mn-lt"/>
                <a:cs typeface="+mn-lt"/>
              </a:rPr>
              <a:t> </a:t>
            </a:r>
            <a:r>
              <a:rPr lang="en-US" sz="160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+mn-lt"/>
                <a:cs typeface="+mn-lt"/>
              </a:rPr>
              <a:t>Sthuthipaadaam</a:t>
            </a:r>
          </a:p>
          <a:p>
            <a:pPr marL="0" indent="0" algn="ctr">
              <a:buNone/>
              <a:tabLst>
                <a:tab pos="1423952" algn="l"/>
              </a:tabLst>
            </a:pPr>
            <a:r>
              <a:rPr lang="en-US" sz="16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/>
                <a:ea typeface="Calibri"/>
                <a:cs typeface="Arial"/>
              </a:rPr>
              <a:t>Offertory</a:t>
            </a:r>
          </a:p>
          <a:p>
            <a:pPr algn="ctr">
              <a:buNone/>
              <a:tabLst>
                <a:tab pos="1423952" algn="l"/>
              </a:tabLst>
            </a:pPr>
            <a:r>
              <a:rPr lang="en-US" sz="16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+mn-lt"/>
                <a:cs typeface="+mn-lt"/>
              </a:rPr>
              <a:t>130 </a:t>
            </a:r>
            <a:r>
              <a:rPr lang="en-US" sz="160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+mn-lt"/>
                <a:cs typeface="+mn-lt"/>
              </a:rPr>
              <a:t>Yeshuvin</a:t>
            </a:r>
            <a:r>
              <a:rPr lang="en-US" sz="16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+mn-lt"/>
                <a:cs typeface="+mn-lt"/>
              </a:rPr>
              <a:t> </a:t>
            </a:r>
            <a:r>
              <a:rPr lang="en-US" sz="160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+mn-lt"/>
                <a:cs typeface="+mn-lt"/>
              </a:rPr>
              <a:t>Jananathe</a:t>
            </a:r>
            <a:r>
              <a:rPr lang="en-US" sz="16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+mn-lt"/>
                <a:cs typeface="+mn-lt"/>
              </a:rPr>
              <a:t> naam</a:t>
            </a:r>
            <a:endParaRPr lang="en-US" sz="1600">
              <a:ea typeface="Calibri"/>
              <a:cs typeface="Calibri"/>
            </a:endParaRPr>
          </a:p>
          <a:p>
            <a:pPr marL="0" indent="0" algn="ctr">
              <a:buNone/>
              <a:tabLst>
                <a:tab pos="1423952" algn="l"/>
              </a:tabLst>
            </a:pPr>
            <a:r>
              <a:rPr lang="en-US" sz="16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/>
                <a:ea typeface="Calibri"/>
                <a:cs typeface="Arial"/>
              </a:rPr>
              <a:t>Confession</a:t>
            </a:r>
          </a:p>
          <a:p>
            <a:pPr algn="ctr">
              <a:buNone/>
              <a:tabLst>
                <a:tab pos="1423952" algn="l"/>
              </a:tabLst>
            </a:pPr>
            <a:r>
              <a:rPr lang="en-US" sz="16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+mn-lt"/>
                <a:cs typeface="+mn-lt"/>
              </a:rPr>
              <a:t>147 Immanuel than </a:t>
            </a:r>
            <a:r>
              <a:rPr lang="en-US" sz="160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+mn-lt"/>
                <a:cs typeface="+mn-lt"/>
              </a:rPr>
              <a:t>chankathil</a:t>
            </a:r>
            <a:endParaRPr lang="en-US" sz="1600">
              <a:ea typeface="Calibri"/>
              <a:cs typeface="Calibri"/>
            </a:endParaRPr>
          </a:p>
          <a:p>
            <a:pPr marL="0" indent="0" algn="ctr">
              <a:buNone/>
              <a:tabLst>
                <a:tab pos="1423952" algn="l"/>
              </a:tabLst>
            </a:pPr>
            <a:r>
              <a:rPr lang="en-US" sz="16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/>
                <a:ea typeface="Calibri"/>
                <a:cs typeface="Arial"/>
              </a:rPr>
              <a:t> Communion</a:t>
            </a:r>
          </a:p>
          <a:p>
            <a:pPr algn="ctr">
              <a:buNone/>
              <a:tabLst>
                <a:tab pos="1423952" algn="l"/>
              </a:tabLst>
            </a:pPr>
            <a:r>
              <a:rPr lang="en-US" sz="16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+mn-lt"/>
                <a:cs typeface="+mn-lt"/>
              </a:rPr>
              <a:t>147 Immanuel than </a:t>
            </a:r>
            <a:r>
              <a:rPr lang="en-US" sz="160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+mn-lt"/>
                <a:cs typeface="+mn-lt"/>
              </a:rPr>
              <a:t>chankathil</a:t>
            </a:r>
            <a:endParaRPr lang="en-US" sz="1600">
              <a:ea typeface="Calibri"/>
              <a:cs typeface="Calibri"/>
            </a:endParaRPr>
          </a:p>
          <a:p>
            <a:pPr algn="ctr">
              <a:buNone/>
              <a:tabLst>
                <a:tab pos="1423952" algn="l"/>
              </a:tabLst>
            </a:pPr>
            <a:r>
              <a:rPr lang="en-US" sz="16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+mn-lt"/>
                <a:cs typeface="+mn-lt"/>
              </a:rPr>
              <a:t>411 Ente </a:t>
            </a:r>
            <a:r>
              <a:rPr lang="en-US" sz="160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+mn-lt"/>
                <a:cs typeface="+mn-lt"/>
              </a:rPr>
              <a:t>Jeevanam</a:t>
            </a:r>
            <a:r>
              <a:rPr lang="en-US" sz="16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+mn-lt"/>
                <a:cs typeface="+mn-lt"/>
              </a:rPr>
              <a:t> </a:t>
            </a:r>
            <a:r>
              <a:rPr lang="en-US" sz="160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+mn-lt"/>
                <a:cs typeface="+mn-lt"/>
              </a:rPr>
              <a:t>Yeshuve</a:t>
            </a:r>
            <a:endParaRPr lang="en-US" sz="1600">
              <a:ea typeface="Calibri"/>
              <a:cs typeface="Calibri"/>
            </a:endParaRPr>
          </a:p>
          <a:p>
            <a:pPr algn="ctr">
              <a:buNone/>
              <a:tabLst>
                <a:tab pos="1423952" algn="l"/>
              </a:tabLst>
            </a:pPr>
            <a:r>
              <a:rPr lang="en-US" sz="16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+mn-lt"/>
                <a:cs typeface="+mn-lt"/>
              </a:rPr>
              <a:t>248 Ente </a:t>
            </a:r>
            <a:r>
              <a:rPr lang="en-US" sz="160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+mn-lt"/>
                <a:cs typeface="+mn-lt"/>
              </a:rPr>
              <a:t>daivam</a:t>
            </a:r>
            <a:r>
              <a:rPr lang="en-US" sz="16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+mn-lt"/>
                <a:cs typeface="+mn-lt"/>
              </a:rPr>
              <a:t> </a:t>
            </a:r>
            <a:r>
              <a:rPr lang="en-US" sz="160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+mn-lt"/>
                <a:cs typeface="+mn-lt"/>
              </a:rPr>
              <a:t>mahathwathil</a:t>
            </a:r>
            <a:endParaRPr lang="en-US" sz="1600">
              <a:ea typeface="Calibri"/>
              <a:cs typeface="Calibri"/>
            </a:endParaRPr>
          </a:p>
          <a:p>
            <a:pPr algn="ctr">
              <a:buNone/>
              <a:tabLst>
                <a:tab pos="1423952" algn="l"/>
              </a:tabLst>
            </a:pPr>
            <a:r>
              <a:rPr lang="en-US" sz="160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+mn-lt"/>
                <a:cs typeface="+mn-lt"/>
              </a:rPr>
              <a:t>Kripayerum</a:t>
            </a:r>
            <a:r>
              <a:rPr lang="en-US" sz="16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+mn-lt"/>
                <a:cs typeface="+mn-lt"/>
              </a:rPr>
              <a:t> </a:t>
            </a:r>
            <a:r>
              <a:rPr lang="en-US" sz="160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+mn-lt"/>
                <a:cs typeface="+mn-lt"/>
              </a:rPr>
              <a:t>Karthavil</a:t>
            </a:r>
            <a:r>
              <a:rPr lang="en-US" sz="16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+mn-lt"/>
                <a:cs typeface="+mn-lt"/>
              </a:rPr>
              <a:t> </a:t>
            </a:r>
            <a:r>
              <a:rPr lang="en-US" sz="160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+mn-lt"/>
                <a:cs typeface="+mn-lt"/>
              </a:rPr>
              <a:t>en</a:t>
            </a:r>
            <a:r>
              <a:rPr lang="en-US" sz="16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+mn-lt"/>
                <a:cs typeface="+mn-lt"/>
              </a:rPr>
              <a:t> </a:t>
            </a:r>
            <a:r>
              <a:rPr lang="en-US" sz="160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+mn-lt"/>
                <a:cs typeface="+mn-lt"/>
              </a:rPr>
              <a:t>vishwasam</a:t>
            </a:r>
            <a:endParaRPr lang="en-US" sz="1600">
              <a:ea typeface="Calibri"/>
              <a:cs typeface="Calibri"/>
            </a:endParaRPr>
          </a:p>
          <a:p>
            <a:pPr algn="ctr">
              <a:buNone/>
              <a:tabLst>
                <a:tab pos="1423952" algn="l"/>
              </a:tabLst>
            </a:pPr>
            <a:r>
              <a:rPr lang="en-US" sz="16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/>
                <a:ea typeface="Calibri"/>
                <a:cs typeface="Arial"/>
              </a:rPr>
              <a:t>Closing</a:t>
            </a:r>
            <a:endParaRPr lang="en-US" sz="160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libri"/>
              <a:ea typeface="Calibri"/>
              <a:cs typeface="Arial" panose="020B0604020202020204" pitchFamily="34" charset="0"/>
            </a:endParaRPr>
          </a:p>
          <a:p>
            <a:pPr algn="ctr">
              <a:buNone/>
              <a:tabLst>
                <a:tab pos="1423952" algn="l"/>
              </a:tabLst>
            </a:pPr>
            <a:r>
              <a:rPr lang="en-US" sz="160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+mn-lt"/>
                <a:cs typeface="+mn-lt"/>
              </a:rPr>
              <a:t>Daivame</a:t>
            </a:r>
            <a:r>
              <a:rPr lang="en-US" sz="16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+mn-lt"/>
                <a:cs typeface="+mn-lt"/>
              </a:rPr>
              <a:t> </a:t>
            </a:r>
            <a:r>
              <a:rPr lang="en-US" sz="160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+mn-lt"/>
                <a:cs typeface="+mn-lt"/>
              </a:rPr>
              <a:t>anugrahika</a:t>
            </a:r>
            <a:endParaRPr lang="en-US" err="1">
              <a:ea typeface="+mn-lt"/>
              <a:cs typeface="+mn-lt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2"/>
          <p:cNvSpPr txBox="1"/>
          <p:nvPr/>
        </p:nvSpPr>
        <p:spPr>
          <a:xfrm>
            <a:off x="-12031" y="1679968"/>
            <a:ext cx="9156031" cy="1783563"/>
          </a:xfrm>
          <a:prstGeom prst="rect">
            <a:avLst/>
          </a:prstGeom>
          <a:noFill/>
        </p:spPr>
        <p:txBody>
          <a:bodyPr lIns="91440" tIns="45720" rIns="91440" bIns="45720" anchor="t"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  <a:tabLst>
                <a:tab pos="1423952" algn="l"/>
              </a:tabLst>
            </a:pPr>
            <a:r>
              <a:rPr lang="en-US" sz="60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abriola" pitchFamily="82" charset="0"/>
              </a:rPr>
              <a:t>Opening Hymn</a:t>
            </a:r>
          </a:p>
          <a:p>
            <a:pPr marL="0" indent="0" algn="ctr">
              <a:buNone/>
              <a:tabLst>
                <a:tab pos="1423952" algn="l"/>
              </a:tabLst>
            </a:pPr>
            <a:r>
              <a:rPr lang="en-US" sz="60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abriola" pitchFamily="82" charset="0"/>
              </a:rPr>
              <a:t>Hymn No</a:t>
            </a:r>
            <a:r>
              <a:rPr lang="en-US" sz="60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abriola" pitchFamily="82" charset="0"/>
                <a:ea typeface="Gabriola" pitchFamily="82" charset="0"/>
                <a:cs typeface="Gabriola" pitchFamily="82" charset="0"/>
              </a:rPr>
              <a:t>. </a:t>
            </a:r>
            <a:r>
              <a:rPr lang="en-GB" sz="44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129</a:t>
            </a:r>
            <a:endParaRPr lang="en-US" sz="6000" b="1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panose="020B0604020202020204" pitchFamily="34" charset="0"/>
              <a:ea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 noEditPoints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SG">
                <a:latin typeface="Segoe UI" panose="020B0502040204020203" pitchFamily="34" charset="0"/>
                <a:cs typeface="Segoe UI" panose="020B0502040204020203" pitchFamily="34" charset="0"/>
              </a:rPr>
              <a:t>Opening Song – Hymn </a:t>
            </a:r>
            <a:r>
              <a:rPr lang="en-GB">
                <a:latin typeface="Segoe UI" panose="020B0502040204020203" pitchFamily="34" charset="0"/>
                <a:cs typeface="Segoe UI" panose="020B0502040204020203" pitchFamily="34" charset="0"/>
              </a:rPr>
              <a:t>No 129</a:t>
            </a:r>
            <a:endParaRPr lang="en-US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6" name="Slide Number Placeholder 3"/>
          <p:cNvSpPr txBox="1"/>
          <p:nvPr/>
        </p:nvSpPr>
        <p:spPr>
          <a:xfrm>
            <a:off x="8534400" y="13609"/>
            <a:ext cx="609600" cy="348343"/>
          </a:xfrm>
          <a:prstGeom prst="rect">
            <a:avLst/>
          </a:prstGeom>
        </p:spPr>
        <p:txBody>
          <a:bodyPr/>
          <a:lstStyle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 defTabSz="457178"/>
            <a:fld id="{61572416-2890-4130-B3A5-BF0B00B97382}" type="slidenum">
              <a:rPr lang="en-US" sz="140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3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7068968" y="4835724"/>
            <a:ext cx="2070847" cy="307777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r" defTabSz="457178"/>
            <a:r>
              <a:rPr lang="en-US" sz="140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Opening: 1 of 4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996E5CD-707F-196A-A17A-90F0B6469B06}"/>
              </a:ext>
            </a:extLst>
          </p:cNvPr>
          <p:cNvSpPr/>
          <p:nvPr/>
        </p:nvSpPr>
        <p:spPr>
          <a:xfrm>
            <a:off x="152400" y="427485"/>
            <a:ext cx="8686800" cy="2144265"/>
          </a:xfrm>
          <a:prstGeom prst="rect">
            <a:avLst/>
          </a:prstGeom>
          <a:noFill/>
        </p:spPr>
        <p:txBody>
          <a:bodyPr wrap="square"/>
          <a:lstStyle>
            <a:lvl1pPr lvl="0">
              <a:defRPr/>
            </a:lvl1pPr>
          </a:lstStyle>
          <a:p>
            <a:r>
              <a:rPr lang="en-US" sz="2800" err="1"/>
              <a:t>kelkka</a:t>
            </a:r>
            <a:r>
              <a:rPr lang="en-US" sz="2800"/>
              <a:t> </a:t>
            </a:r>
            <a:r>
              <a:rPr lang="en-US" sz="2800" err="1"/>
              <a:t>dootha</a:t>
            </a:r>
            <a:r>
              <a:rPr lang="en-US" sz="2800"/>
              <a:t> </a:t>
            </a:r>
            <a:r>
              <a:rPr lang="en-US" sz="2800" err="1"/>
              <a:t>salswaram</a:t>
            </a:r>
            <a:r>
              <a:rPr lang="en-US" sz="2800"/>
              <a:t> -  </a:t>
            </a:r>
            <a:r>
              <a:rPr lang="en-US" sz="2800" err="1"/>
              <a:t>kristhu</a:t>
            </a:r>
            <a:r>
              <a:rPr lang="en-US" sz="2800"/>
              <a:t> </a:t>
            </a:r>
            <a:r>
              <a:rPr lang="en-US" sz="2800" err="1"/>
              <a:t>jatha</a:t>
            </a:r>
            <a:r>
              <a:rPr lang="en-US" sz="2800"/>
              <a:t> </a:t>
            </a:r>
            <a:r>
              <a:rPr lang="en-US" sz="2800" err="1"/>
              <a:t>ghoshanam</a:t>
            </a:r>
            <a:r>
              <a:rPr lang="en-US" sz="2800"/>
              <a:t> </a:t>
            </a:r>
            <a:r>
              <a:rPr lang="en-US" sz="2800" err="1"/>
              <a:t>bhoomou</a:t>
            </a:r>
            <a:r>
              <a:rPr lang="en-US" sz="2800"/>
              <a:t> </a:t>
            </a:r>
            <a:r>
              <a:rPr lang="en-US" sz="2800" err="1"/>
              <a:t>shaanthi</a:t>
            </a:r>
            <a:r>
              <a:rPr lang="en-US" sz="2800"/>
              <a:t> </a:t>
            </a:r>
            <a:r>
              <a:rPr lang="en-US" sz="2800" err="1"/>
              <a:t>santhosham</a:t>
            </a:r>
            <a:r>
              <a:rPr lang="en-US" sz="2800"/>
              <a:t> - </a:t>
            </a:r>
            <a:r>
              <a:rPr lang="en-US" sz="2800" err="1"/>
              <a:t>aameen</a:t>
            </a:r>
            <a:r>
              <a:rPr lang="en-US" sz="2800"/>
              <a:t> </a:t>
            </a:r>
            <a:r>
              <a:rPr lang="en-US" sz="2800" err="1"/>
              <a:t>paadin</a:t>
            </a:r>
            <a:r>
              <a:rPr lang="en-US" sz="2800"/>
              <a:t> </a:t>
            </a:r>
            <a:r>
              <a:rPr lang="en-US" sz="2800" err="1"/>
              <a:t>undaayi</a:t>
            </a:r>
            <a:r>
              <a:rPr lang="en-US" sz="2800"/>
              <a:t> </a:t>
            </a:r>
            <a:r>
              <a:rPr lang="en-US" sz="2800" err="1"/>
              <a:t>aanandhippin</a:t>
            </a:r>
            <a:r>
              <a:rPr lang="en-US" sz="2800"/>
              <a:t> </a:t>
            </a:r>
            <a:r>
              <a:rPr lang="en-US" sz="2800" err="1"/>
              <a:t>marthyare</a:t>
            </a:r>
            <a:r>
              <a:rPr lang="en-US" sz="2800"/>
              <a:t> - </a:t>
            </a:r>
            <a:r>
              <a:rPr lang="en-US" sz="2800" err="1"/>
              <a:t>yaagamaai</a:t>
            </a:r>
            <a:r>
              <a:rPr lang="en-US" sz="2800"/>
              <a:t> </a:t>
            </a:r>
            <a:r>
              <a:rPr lang="en-US" sz="2800" err="1"/>
              <a:t>vaanadhoothar</a:t>
            </a:r>
            <a:r>
              <a:rPr lang="en-US" sz="2800"/>
              <a:t> </a:t>
            </a:r>
          </a:p>
          <a:p>
            <a:r>
              <a:rPr lang="en-US" sz="2800" err="1"/>
              <a:t>yeshu</a:t>
            </a:r>
            <a:r>
              <a:rPr lang="en-US" sz="2800"/>
              <a:t> </a:t>
            </a:r>
            <a:r>
              <a:rPr lang="en-US" sz="2800" err="1"/>
              <a:t>innu</a:t>
            </a:r>
            <a:r>
              <a:rPr lang="en-US" sz="2800"/>
              <a:t> </a:t>
            </a:r>
            <a:r>
              <a:rPr lang="en-US" sz="2800" err="1"/>
              <a:t>bhoo</a:t>
            </a:r>
            <a:r>
              <a:rPr lang="en-US" sz="2800"/>
              <a:t> </a:t>
            </a:r>
            <a:r>
              <a:rPr lang="en-US" sz="2800" err="1"/>
              <a:t>jaathan</a:t>
            </a:r>
            <a:r>
              <a:rPr lang="en-US" sz="2800"/>
              <a:t> </a:t>
            </a:r>
            <a:r>
              <a:rPr lang="en-US" sz="2800" err="1"/>
              <a:t>ennu</a:t>
            </a:r>
            <a:r>
              <a:rPr lang="en-US" sz="2800"/>
              <a:t> </a:t>
            </a:r>
            <a:r>
              <a:rPr lang="en-US" sz="2800" err="1"/>
              <a:t>lokam</a:t>
            </a:r>
            <a:r>
              <a:rPr lang="en-US" sz="2800"/>
              <a:t> </a:t>
            </a:r>
            <a:r>
              <a:rPr lang="en-US" sz="2800" err="1"/>
              <a:t>aarkkunnu</a:t>
            </a:r>
            <a:endParaRPr lang="en-US" sz="2800"/>
          </a:p>
          <a:p>
            <a:pPr marL="457189"/>
            <a:r>
              <a:rPr lang="en-US" sz="2800" err="1">
                <a:solidFill>
                  <a:srgbClr val="800000"/>
                </a:solidFill>
              </a:rPr>
              <a:t>kelka</a:t>
            </a:r>
            <a:r>
              <a:rPr lang="en-US" sz="2800">
                <a:solidFill>
                  <a:srgbClr val="800000"/>
                </a:solidFill>
              </a:rPr>
              <a:t> </a:t>
            </a:r>
            <a:r>
              <a:rPr lang="en-US" sz="2800" err="1">
                <a:solidFill>
                  <a:srgbClr val="800000"/>
                </a:solidFill>
              </a:rPr>
              <a:t>dhootha</a:t>
            </a:r>
            <a:r>
              <a:rPr lang="en-US" sz="2800">
                <a:solidFill>
                  <a:srgbClr val="800000"/>
                </a:solidFill>
              </a:rPr>
              <a:t> </a:t>
            </a:r>
            <a:r>
              <a:rPr lang="en-US" sz="2800" err="1">
                <a:solidFill>
                  <a:srgbClr val="800000"/>
                </a:solidFill>
              </a:rPr>
              <a:t>salswaram</a:t>
            </a:r>
            <a:r>
              <a:rPr lang="en-US" sz="2800">
                <a:solidFill>
                  <a:srgbClr val="800000"/>
                </a:solidFill>
              </a:rPr>
              <a:t> - </a:t>
            </a:r>
            <a:r>
              <a:rPr lang="en-US" sz="2800" err="1">
                <a:solidFill>
                  <a:srgbClr val="800000"/>
                </a:solidFill>
              </a:rPr>
              <a:t>kristhu</a:t>
            </a:r>
            <a:r>
              <a:rPr lang="en-US" sz="2800">
                <a:solidFill>
                  <a:srgbClr val="800000"/>
                </a:solidFill>
              </a:rPr>
              <a:t> </a:t>
            </a:r>
            <a:r>
              <a:rPr lang="en-US" sz="2800" err="1">
                <a:solidFill>
                  <a:srgbClr val="800000"/>
                </a:solidFill>
              </a:rPr>
              <a:t>jaatha</a:t>
            </a:r>
            <a:r>
              <a:rPr lang="en-US" sz="2800">
                <a:solidFill>
                  <a:srgbClr val="800000"/>
                </a:solidFill>
              </a:rPr>
              <a:t> </a:t>
            </a:r>
            <a:r>
              <a:rPr lang="en-US" sz="2800" err="1">
                <a:solidFill>
                  <a:srgbClr val="800000"/>
                </a:solidFill>
              </a:rPr>
              <a:t>ghoshanam</a:t>
            </a:r>
            <a:endParaRPr lang="en-US" sz="2800">
              <a:solidFill>
                <a:srgbClr val="8000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9B1EC4C-6F0D-083D-F987-D70F1C081211}"/>
              </a:ext>
            </a:extLst>
          </p:cNvPr>
          <p:cNvSpPr txBox="1"/>
          <p:nvPr/>
        </p:nvSpPr>
        <p:spPr>
          <a:xfrm>
            <a:off x="157244" y="2749973"/>
            <a:ext cx="8574353" cy="1747854"/>
          </a:xfrm>
          <a:prstGeom prst="rect">
            <a:avLst/>
          </a:prstGeom>
          <a:noFill/>
        </p:spPr>
        <p:txBody>
          <a:bodyPr wrap="square"/>
          <a:lstStyle>
            <a:lvl1pPr lvl="0">
              <a:defRPr/>
            </a:lvl1pPr>
          </a:lstStyle>
          <a:p>
            <a:r>
              <a:rPr lang="en-US" sz="2800" err="1">
                <a:latin typeface="ML-TTKarthika" panose="04000000000000000000" pitchFamily="82" charset="0"/>
              </a:rPr>
              <a:t>tIÄ</a:t>
            </a:r>
            <a:r>
              <a:rPr lang="en-US" sz="2800">
                <a:latin typeface="ML-TTKarthika" panose="04000000000000000000" pitchFamily="82" charset="0"/>
              </a:rPr>
              <a:t>¡ </a:t>
            </a:r>
            <a:r>
              <a:rPr lang="en-US" sz="2800" err="1">
                <a:latin typeface="ML-TTKarthika" panose="04000000000000000000" pitchFamily="82" charset="0"/>
              </a:rPr>
              <a:t>ZqX</a:t>
            </a:r>
            <a:r>
              <a:rPr lang="en-US" sz="2800">
                <a:latin typeface="ML-TTKarthika" panose="04000000000000000000" pitchFamily="82" charset="0"/>
              </a:rPr>
              <a:t> </a:t>
            </a:r>
            <a:r>
              <a:rPr lang="en-US" sz="2800" err="1">
                <a:latin typeface="ML-TTKarthika" panose="04000000000000000000" pitchFamily="82" charset="0"/>
              </a:rPr>
              <a:t>kÂkzcw</a:t>
            </a:r>
            <a:r>
              <a:rPr lang="en-US" sz="2800">
                <a:latin typeface="ML-TTKarthika" panose="04000000000000000000" pitchFamily="82" charset="0"/>
              </a:rPr>
              <a:t> þ {</a:t>
            </a:r>
            <a:r>
              <a:rPr lang="en-US" sz="2800" err="1">
                <a:latin typeface="ML-TTKarthika" panose="04000000000000000000" pitchFamily="82" charset="0"/>
              </a:rPr>
              <a:t>InkvXp</a:t>
            </a:r>
            <a:r>
              <a:rPr lang="en-US" sz="2800">
                <a:latin typeface="ML-TTKarthika" panose="04000000000000000000" pitchFamily="82" charset="0"/>
              </a:rPr>
              <a:t> </a:t>
            </a:r>
            <a:r>
              <a:rPr lang="en-US" sz="2800" err="1">
                <a:latin typeface="ML-TTKarthika" panose="04000000000000000000" pitchFamily="82" charset="0"/>
              </a:rPr>
              <a:t>PmXtLmjWw</a:t>
            </a:r>
            <a:r>
              <a:rPr lang="en-US" sz="2800">
                <a:latin typeface="ML-TTKarthika" panose="04000000000000000000" pitchFamily="82" charset="0"/>
              </a:rPr>
              <a:t> </a:t>
            </a:r>
          </a:p>
          <a:p>
            <a:r>
              <a:rPr lang="de-DE" sz="2800">
                <a:latin typeface="ML-TTKarthika" panose="04000000000000000000" pitchFamily="82" charset="0"/>
              </a:rPr>
              <a:t>`qau im´n kt´mjw þ Bao³ ]m-þSo³ D¬Smbn </a:t>
            </a:r>
          </a:p>
          <a:p>
            <a:r>
              <a:rPr lang="en-US" sz="2800">
                <a:latin typeface="ML-TTKarthika" panose="04000000000000000000" pitchFamily="82" charset="0"/>
              </a:rPr>
              <a:t>B\\vZn¸n³ </a:t>
            </a:r>
            <a:r>
              <a:rPr lang="en-US" sz="2800" err="1">
                <a:latin typeface="ML-TTKarthika" panose="04000000000000000000" pitchFamily="82" charset="0"/>
              </a:rPr>
              <a:t>aÀXytc</a:t>
            </a:r>
            <a:r>
              <a:rPr lang="en-US" sz="2800">
                <a:latin typeface="ML-TTKarthika" panose="04000000000000000000" pitchFamily="82" charset="0"/>
              </a:rPr>
              <a:t> þ </a:t>
            </a:r>
            <a:r>
              <a:rPr lang="en-US" sz="2800" err="1">
                <a:latin typeface="ML-TTKarthika" panose="04000000000000000000" pitchFamily="82" charset="0"/>
              </a:rPr>
              <a:t>bmKambv</a:t>
            </a:r>
            <a:r>
              <a:rPr lang="en-US" sz="2800">
                <a:latin typeface="ML-TTKarthika" panose="04000000000000000000" pitchFamily="82" charset="0"/>
              </a:rPr>
              <a:t> </a:t>
            </a:r>
            <a:r>
              <a:rPr lang="en-US" sz="2800" err="1">
                <a:latin typeface="ML-TTKarthika" panose="04000000000000000000" pitchFamily="82" charset="0"/>
              </a:rPr>
              <a:t>hm</a:t>
            </a:r>
            <a:r>
              <a:rPr lang="en-US" sz="2800">
                <a:latin typeface="ML-TTKarthika" panose="04000000000000000000" pitchFamily="82" charset="0"/>
              </a:rPr>
              <a:t>\</a:t>
            </a:r>
            <a:r>
              <a:rPr lang="en-US" sz="2800" err="1">
                <a:latin typeface="ML-TTKarthika" panose="04000000000000000000" pitchFamily="82" charset="0"/>
              </a:rPr>
              <a:t>ZqXÀþ</a:t>
            </a:r>
            <a:endParaRPr lang="en-US" sz="2800">
              <a:latin typeface="ML-TTKarthika" panose="04000000000000000000" pitchFamily="82" charset="0"/>
            </a:endParaRPr>
          </a:p>
          <a:p>
            <a:r>
              <a:rPr lang="en-US" sz="2800" err="1">
                <a:latin typeface="ML-TTKarthika" panose="04000000000000000000" pitchFamily="82" charset="0"/>
              </a:rPr>
              <a:t>tbip</a:t>
            </a:r>
            <a:r>
              <a:rPr lang="en-US" sz="2800">
                <a:latin typeface="ML-TTKarthika" panose="04000000000000000000" pitchFamily="82" charset="0"/>
              </a:rPr>
              <a:t> </a:t>
            </a:r>
            <a:r>
              <a:rPr lang="en-US" sz="2800" err="1">
                <a:latin typeface="ML-TTKarthika" panose="04000000000000000000" pitchFamily="82" charset="0"/>
              </a:rPr>
              <a:t>C¶p</a:t>
            </a:r>
            <a:r>
              <a:rPr lang="en-US" sz="2800">
                <a:latin typeface="ML-TTKarthika" panose="04000000000000000000" pitchFamily="82" charset="0"/>
              </a:rPr>
              <a:t> `qPmX³ þ </a:t>
            </a:r>
            <a:r>
              <a:rPr lang="en-US" sz="2800" err="1">
                <a:latin typeface="ML-TTKarthika" panose="04000000000000000000" pitchFamily="82" charset="0"/>
              </a:rPr>
              <a:t>F¶p</a:t>
            </a:r>
            <a:r>
              <a:rPr lang="en-US" sz="2800">
                <a:latin typeface="ML-TTKarthika" panose="04000000000000000000" pitchFamily="82" charset="0"/>
              </a:rPr>
              <a:t> </a:t>
            </a:r>
            <a:r>
              <a:rPr lang="en-US" sz="2800" err="1">
                <a:latin typeface="ML-TTKarthika" panose="04000000000000000000" pitchFamily="82" charset="0"/>
              </a:rPr>
              <a:t>temIw</a:t>
            </a:r>
            <a:r>
              <a:rPr lang="en-US" sz="2800">
                <a:latin typeface="ML-TTKarthika" panose="04000000000000000000" pitchFamily="82" charset="0"/>
              </a:rPr>
              <a:t> </a:t>
            </a:r>
            <a:r>
              <a:rPr lang="en-US" sz="2800" err="1">
                <a:latin typeface="ML-TTKarthika" panose="04000000000000000000" pitchFamily="82" charset="0"/>
              </a:rPr>
              <a:t>BÀ¡p¶p</a:t>
            </a:r>
            <a:r>
              <a:rPr lang="en-US" sz="2800">
                <a:latin typeface="ML-TTKarthika" panose="04000000000000000000" pitchFamily="82" charset="0"/>
              </a:rPr>
              <a:t> </a:t>
            </a:r>
          </a:p>
          <a:p>
            <a:pPr indent="457189"/>
            <a:r>
              <a:rPr lang="en-US" sz="2800" err="1">
                <a:solidFill>
                  <a:srgbClr val="800000"/>
                </a:solidFill>
                <a:latin typeface="ML-TTKarthika" panose="04000000000000000000" pitchFamily="82" charset="0"/>
              </a:rPr>
              <a:t>tIÄ</a:t>
            </a:r>
            <a:r>
              <a:rPr lang="en-US" sz="2800">
                <a:solidFill>
                  <a:srgbClr val="800000"/>
                </a:solidFill>
                <a:latin typeface="ML-TTKarthika" panose="04000000000000000000" pitchFamily="82" charset="0"/>
              </a:rPr>
              <a:t>¡ </a:t>
            </a:r>
            <a:r>
              <a:rPr lang="en-US" sz="2800" err="1">
                <a:solidFill>
                  <a:srgbClr val="800000"/>
                </a:solidFill>
                <a:latin typeface="ML-TTKarthika" panose="04000000000000000000" pitchFamily="82" charset="0"/>
              </a:rPr>
              <a:t>ZqX</a:t>
            </a:r>
            <a:r>
              <a:rPr lang="en-US" sz="2800">
                <a:solidFill>
                  <a:srgbClr val="800000"/>
                </a:solidFill>
                <a:latin typeface="ML-TTKarthika" panose="04000000000000000000" pitchFamily="82" charset="0"/>
              </a:rPr>
              <a:t> </a:t>
            </a:r>
            <a:r>
              <a:rPr lang="en-US" sz="2800" err="1">
                <a:solidFill>
                  <a:srgbClr val="800000"/>
                </a:solidFill>
                <a:latin typeface="ML-TTKarthika" panose="04000000000000000000" pitchFamily="82" charset="0"/>
              </a:rPr>
              <a:t>kÂkzcw</a:t>
            </a:r>
            <a:r>
              <a:rPr lang="en-US" sz="2800">
                <a:solidFill>
                  <a:srgbClr val="800000"/>
                </a:solidFill>
                <a:latin typeface="ML-TTKarthika" panose="04000000000000000000" pitchFamily="82" charset="0"/>
              </a:rPr>
              <a:t> þ {I</a:t>
            </a:r>
            <a:r>
              <a:rPr lang="de-DE" sz="2800">
                <a:solidFill>
                  <a:srgbClr val="800000"/>
                </a:solidFill>
                <a:latin typeface="ML-TTKarthika" panose="04000000000000000000" pitchFamily="82" charset="0"/>
              </a:rPr>
              <a:t>n</a:t>
            </a:r>
            <a:r>
              <a:rPr lang="en-US" sz="2800" err="1">
                <a:solidFill>
                  <a:srgbClr val="800000"/>
                </a:solidFill>
                <a:latin typeface="ML-TTKarthika" panose="04000000000000000000" pitchFamily="82" charset="0"/>
              </a:rPr>
              <a:t>kvXp</a:t>
            </a:r>
            <a:r>
              <a:rPr lang="en-US" sz="2800">
                <a:solidFill>
                  <a:srgbClr val="800000"/>
                </a:solidFill>
                <a:latin typeface="ML-TTKarthika" panose="04000000000000000000" pitchFamily="82" charset="0"/>
              </a:rPr>
              <a:t> </a:t>
            </a:r>
            <a:r>
              <a:rPr lang="en-US" sz="2800" err="1">
                <a:solidFill>
                  <a:srgbClr val="800000"/>
                </a:solidFill>
                <a:latin typeface="ML-TTKarthika" panose="04000000000000000000" pitchFamily="82" charset="0"/>
              </a:rPr>
              <a:t>PmX</a:t>
            </a:r>
            <a:r>
              <a:rPr lang="en-US" sz="2800">
                <a:solidFill>
                  <a:srgbClr val="800000"/>
                </a:solidFill>
                <a:latin typeface="ML-TTKarthika" panose="04000000000000000000" pitchFamily="82" charset="0"/>
              </a:rPr>
              <a:t> </a:t>
            </a:r>
            <a:r>
              <a:rPr lang="en-US" sz="2800" err="1">
                <a:solidFill>
                  <a:srgbClr val="800000"/>
                </a:solidFill>
                <a:latin typeface="ML-TTKarthika" panose="04000000000000000000" pitchFamily="82" charset="0"/>
              </a:rPr>
              <a:t>tLmjWw</a:t>
            </a:r>
            <a:r>
              <a:rPr lang="en-US" sz="2800">
                <a:solidFill>
                  <a:srgbClr val="800000"/>
                </a:solidFill>
                <a:latin typeface="ML-TTKarthika" panose="04000000000000000000" pitchFamily="82" charset="0"/>
              </a:rPr>
              <a:t> </a:t>
            </a:r>
            <a:endParaRPr lang="en-US" sz="800">
              <a:solidFill>
                <a:srgbClr val="800000"/>
              </a:solidFill>
              <a:latin typeface="ML-TTKarthika" panose="04000000000000000000" pitchFamily="82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81D62C-9016-D314-C8C5-E5DA0E0952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D8D51A-08AD-354C-34D3-399ABED5FEDA}"/>
              </a:ext>
            </a:extLst>
          </p:cNvPr>
          <p:cNvSpPr>
            <a:spLocks noGrp="1" noEditPoints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SG">
                <a:latin typeface="Segoe UI" panose="020B0502040204020203" pitchFamily="34" charset="0"/>
                <a:cs typeface="Segoe UI" panose="020B0502040204020203" pitchFamily="34" charset="0"/>
              </a:rPr>
              <a:t>Opening Song – Hymn </a:t>
            </a:r>
            <a:r>
              <a:rPr lang="en-GB">
                <a:latin typeface="Segoe UI" panose="020B0502040204020203" pitchFamily="34" charset="0"/>
                <a:cs typeface="Segoe UI" panose="020B0502040204020203" pitchFamily="34" charset="0"/>
              </a:rPr>
              <a:t>No 129</a:t>
            </a:r>
            <a:endParaRPr lang="en-US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6" name="Slide Number Placeholder 3">
            <a:extLst>
              <a:ext uri="{FF2B5EF4-FFF2-40B4-BE49-F238E27FC236}">
                <a16:creationId xmlns:a16="http://schemas.microsoft.com/office/drawing/2014/main" id="{793EF0DE-7181-EEFE-1F37-5CE07A0BF311}"/>
              </a:ext>
            </a:extLst>
          </p:cNvPr>
          <p:cNvSpPr txBox="1"/>
          <p:nvPr/>
        </p:nvSpPr>
        <p:spPr>
          <a:xfrm>
            <a:off x="8534400" y="13609"/>
            <a:ext cx="609600" cy="348343"/>
          </a:xfrm>
          <a:prstGeom prst="rect">
            <a:avLst/>
          </a:prstGeom>
        </p:spPr>
        <p:txBody>
          <a:bodyPr/>
          <a:lstStyle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 defTabSz="457178"/>
            <a:fld id="{61572416-2890-4130-B3A5-BF0B00B97382}" type="slidenum">
              <a:rPr lang="en-US" sz="140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4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C4AB6C9-F5AC-A699-BBEF-60B1EE088255}"/>
              </a:ext>
            </a:extLst>
          </p:cNvPr>
          <p:cNvSpPr txBox="1"/>
          <p:nvPr/>
        </p:nvSpPr>
        <p:spPr>
          <a:xfrm>
            <a:off x="7068968" y="4835724"/>
            <a:ext cx="2070847" cy="307777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r" defTabSz="457178"/>
            <a:r>
              <a:rPr lang="en-US" sz="140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Opening: 2 of 4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D604E98-C4D5-E8F5-EFA3-382BFCFAA778}"/>
              </a:ext>
            </a:extLst>
          </p:cNvPr>
          <p:cNvSpPr/>
          <p:nvPr/>
        </p:nvSpPr>
        <p:spPr>
          <a:xfrm>
            <a:off x="152400" y="436759"/>
            <a:ext cx="8686800" cy="2144265"/>
          </a:xfrm>
          <a:prstGeom prst="rect">
            <a:avLst/>
          </a:prstGeom>
          <a:noFill/>
        </p:spPr>
        <p:txBody>
          <a:bodyPr wrap="square"/>
          <a:lstStyle>
            <a:lvl1pPr lvl="0">
              <a:defRPr/>
            </a:lvl1pPr>
          </a:lstStyle>
          <a:p>
            <a:r>
              <a:rPr lang="en-US" sz="2800"/>
              <a:t>vane </a:t>
            </a:r>
            <a:r>
              <a:rPr lang="en-US" sz="2800" err="1"/>
              <a:t>dootharaal</a:t>
            </a:r>
            <a:r>
              <a:rPr lang="en-US" sz="2800"/>
              <a:t> </a:t>
            </a:r>
            <a:r>
              <a:rPr lang="en-US" sz="2800" err="1"/>
              <a:t>ennum</a:t>
            </a:r>
            <a:r>
              <a:rPr lang="en-US" sz="2800"/>
              <a:t> - </a:t>
            </a:r>
            <a:r>
              <a:rPr lang="en-US" sz="2800" err="1"/>
              <a:t>maanyanaam</a:t>
            </a:r>
            <a:r>
              <a:rPr lang="en-US" sz="2800"/>
              <a:t> </a:t>
            </a:r>
            <a:r>
              <a:rPr lang="en-US" sz="2800" err="1"/>
              <a:t>ee</a:t>
            </a:r>
            <a:r>
              <a:rPr lang="en-US" sz="2800"/>
              <a:t> </a:t>
            </a:r>
            <a:r>
              <a:rPr lang="en-US" sz="2800" err="1"/>
              <a:t>kristheeshan</a:t>
            </a:r>
            <a:r>
              <a:rPr lang="en-US" sz="2800"/>
              <a:t> </a:t>
            </a:r>
            <a:r>
              <a:rPr lang="en-US" sz="2800" err="1"/>
              <a:t>paarthale</a:t>
            </a:r>
            <a:r>
              <a:rPr lang="en-US" sz="2800"/>
              <a:t> </a:t>
            </a:r>
            <a:r>
              <a:rPr lang="en-US" sz="2800" err="1"/>
              <a:t>kanyakayil</a:t>
            </a:r>
            <a:r>
              <a:rPr lang="en-US" sz="2800"/>
              <a:t> - </a:t>
            </a:r>
            <a:r>
              <a:rPr lang="en-US" sz="2800" err="1"/>
              <a:t>moorthiyaayi</a:t>
            </a:r>
            <a:r>
              <a:rPr lang="en-US" sz="2800"/>
              <a:t> </a:t>
            </a:r>
            <a:r>
              <a:rPr lang="en-US" sz="2800" err="1"/>
              <a:t>janichu</a:t>
            </a:r>
            <a:r>
              <a:rPr lang="en-US" sz="2800"/>
              <a:t> </a:t>
            </a:r>
          </a:p>
          <a:p>
            <a:r>
              <a:rPr lang="en-US" sz="2800" err="1"/>
              <a:t>maanamaayi</a:t>
            </a:r>
            <a:r>
              <a:rPr lang="en-US" sz="2800"/>
              <a:t> </a:t>
            </a:r>
            <a:r>
              <a:rPr lang="en-US" sz="2800" err="1"/>
              <a:t>paaduveen</a:t>
            </a:r>
            <a:r>
              <a:rPr lang="en-US" sz="2800"/>
              <a:t> - </a:t>
            </a:r>
            <a:r>
              <a:rPr lang="en-US" sz="2800" err="1"/>
              <a:t>maanavaavathaarathe</a:t>
            </a:r>
            <a:r>
              <a:rPr lang="en-US" sz="2800"/>
              <a:t> </a:t>
            </a:r>
          </a:p>
          <a:p>
            <a:r>
              <a:rPr lang="en-US" sz="2800" err="1"/>
              <a:t>klesham</a:t>
            </a:r>
            <a:r>
              <a:rPr lang="en-US" sz="2800"/>
              <a:t> </a:t>
            </a:r>
            <a:r>
              <a:rPr lang="en-US" sz="2800" err="1"/>
              <a:t>theerthu</a:t>
            </a:r>
            <a:r>
              <a:rPr lang="en-US" sz="2800"/>
              <a:t> </a:t>
            </a:r>
            <a:r>
              <a:rPr lang="en-US" sz="2800" err="1"/>
              <a:t>rakshikkum</a:t>
            </a:r>
            <a:r>
              <a:rPr lang="en-US" sz="2800"/>
              <a:t> - </a:t>
            </a:r>
            <a:r>
              <a:rPr lang="en-US" sz="2800" err="1"/>
              <a:t>eeshanaam</a:t>
            </a:r>
            <a:r>
              <a:rPr lang="en-US" sz="2800"/>
              <a:t> </a:t>
            </a:r>
            <a:r>
              <a:rPr lang="en-US" sz="2800" err="1"/>
              <a:t>immanuvel</a:t>
            </a:r>
            <a:endParaRPr lang="en-US" sz="2800"/>
          </a:p>
          <a:p>
            <a:pPr marL="457189"/>
            <a:r>
              <a:rPr lang="en-US" sz="2800" err="1">
                <a:solidFill>
                  <a:srgbClr val="C00000"/>
                </a:solidFill>
              </a:rPr>
              <a:t>kelka</a:t>
            </a:r>
            <a:r>
              <a:rPr lang="en-US" sz="2800">
                <a:solidFill>
                  <a:srgbClr val="C00000"/>
                </a:solidFill>
              </a:rPr>
              <a:t> </a:t>
            </a:r>
            <a:r>
              <a:rPr lang="en-US" sz="2800" err="1">
                <a:solidFill>
                  <a:srgbClr val="C00000"/>
                </a:solidFill>
              </a:rPr>
              <a:t>dhootha</a:t>
            </a:r>
            <a:r>
              <a:rPr lang="en-US" sz="2800">
                <a:solidFill>
                  <a:srgbClr val="C00000"/>
                </a:solidFill>
              </a:rPr>
              <a:t> </a:t>
            </a:r>
            <a:r>
              <a:rPr lang="en-US" sz="2800" err="1">
                <a:solidFill>
                  <a:srgbClr val="C00000"/>
                </a:solidFill>
              </a:rPr>
              <a:t>salswaram</a:t>
            </a:r>
            <a:r>
              <a:rPr lang="en-US" sz="2800">
                <a:solidFill>
                  <a:srgbClr val="C00000"/>
                </a:solidFill>
              </a:rPr>
              <a:t> - </a:t>
            </a:r>
            <a:r>
              <a:rPr lang="en-US" sz="2800" err="1">
                <a:solidFill>
                  <a:srgbClr val="C00000"/>
                </a:solidFill>
              </a:rPr>
              <a:t>kristhu</a:t>
            </a:r>
            <a:r>
              <a:rPr lang="en-US" sz="2800">
                <a:solidFill>
                  <a:srgbClr val="C00000"/>
                </a:solidFill>
              </a:rPr>
              <a:t> </a:t>
            </a:r>
            <a:r>
              <a:rPr lang="en-US" sz="2800" err="1">
                <a:solidFill>
                  <a:srgbClr val="C00000"/>
                </a:solidFill>
              </a:rPr>
              <a:t>jaatha</a:t>
            </a:r>
            <a:r>
              <a:rPr lang="en-US" sz="2800">
                <a:solidFill>
                  <a:srgbClr val="C00000"/>
                </a:solidFill>
              </a:rPr>
              <a:t> </a:t>
            </a:r>
            <a:r>
              <a:rPr lang="en-US" sz="2800" err="1">
                <a:solidFill>
                  <a:srgbClr val="C00000"/>
                </a:solidFill>
              </a:rPr>
              <a:t>ghoshanam</a:t>
            </a:r>
            <a:endParaRPr lang="en-US" sz="2800">
              <a:solidFill>
                <a:srgbClr val="C000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1708138-41DC-3CBF-0FB9-B4E1E19C2C43}"/>
              </a:ext>
            </a:extLst>
          </p:cNvPr>
          <p:cNvSpPr txBox="1"/>
          <p:nvPr/>
        </p:nvSpPr>
        <p:spPr>
          <a:xfrm>
            <a:off x="150175" y="2740699"/>
            <a:ext cx="8509409" cy="1747854"/>
          </a:xfrm>
          <a:prstGeom prst="rect">
            <a:avLst/>
          </a:prstGeom>
          <a:noFill/>
        </p:spPr>
        <p:txBody>
          <a:bodyPr wrap="square"/>
          <a:lstStyle>
            <a:lvl1pPr lvl="0">
              <a:defRPr/>
            </a:lvl1pPr>
          </a:lstStyle>
          <a:p>
            <a:r>
              <a:rPr lang="en-US" sz="2800" err="1">
                <a:latin typeface="ML-TTKarthika" panose="04000000000000000000" pitchFamily="82" charset="0"/>
              </a:rPr>
              <a:t>hmt</a:t>
            </a:r>
            <a:r>
              <a:rPr lang="en-US" sz="2800">
                <a:latin typeface="ML-TTKarthika" panose="04000000000000000000" pitchFamily="82" charset="0"/>
              </a:rPr>
              <a:t>\ </a:t>
            </a:r>
            <a:r>
              <a:rPr lang="en-US" sz="2800" err="1">
                <a:latin typeface="ML-TTKarthika" panose="04000000000000000000" pitchFamily="82" charset="0"/>
              </a:rPr>
              <a:t>ZqXcmÂ</a:t>
            </a:r>
            <a:r>
              <a:rPr lang="en-US" sz="2800">
                <a:latin typeface="ML-TTKarthika" panose="04000000000000000000" pitchFamily="82" charset="0"/>
              </a:rPr>
              <a:t> </a:t>
            </a:r>
            <a:r>
              <a:rPr lang="en-US" sz="2800" err="1">
                <a:latin typeface="ML-TTKarthika" panose="04000000000000000000" pitchFamily="82" charset="0"/>
              </a:rPr>
              <a:t>F¶pw</a:t>
            </a:r>
            <a:r>
              <a:rPr lang="en-US" sz="2800">
                <a:latin typeface="ML-TTKarthika" panose="04000000000000000000" pitchFamily="82" charset="0"/>
              </a:rPr>
              <a:t> þ am\y\mw Cu {InkvtXi³ </a:t>
            </a:r>
          </a:p>
          <a:p>
            <a:r>
              <a:rPr lang="en-US" sz="2800">
                <a:latin typeface="ML-TTKarthika" panose="04000000000000000000" pitchFamily="82" charset="0"/>
              </a:rPr>
              <a:t>]</a:t>
            </a:r>
            <a:r>
              <a:rPr lang="en-US" sz="2800" err="1">
                <a:latin typeface="ML-TTKarthika" panose="04000000000000000000" pitchFamily="82" charset="0"/>
              </a:rPr>
              <a:t>mÀ¯te</a:t>
            </a:r>
            <a:r>
              <a:rPr lang="en-US" sz="2800">
                <a:latin typeface="ML-TTKarthika" panose="04000000000000000000" pitchFamily="82" charset="0"/>
              </a:rPr>
              <a:t> I\</a:t>
            </a:r>
            <a:r>
              <a:rPr lang="en-US" sz="2800" err="1">
                <a:latin typeface="ML-TTKarthika" panose="04000000000000000000" pitchFamily="82" charset="0"/>
              </a:rPr>
              <a:t>yIbnÂ</a:t>
            </a:r>
            <a:r>
              <a:rPr lang="en-US" sz="2800">
                <a:latin typeface="ML-TTKarthika" panose="04000000000000000000" pitchFamily="82" charset="0"/>
              </a:rPr>
              <a:t> þ </a:t>
            </a:r>
            <a:r>
              <a:rPr lang="en-US" sz="2800" err="1">
                <a:latin typeface="ML-TTKarthika" panose="04000000000000000000" pitchFamily="82" charset="0"/>
              </a:rPr>
              <a:t>aqÀ¯nbmbn</a:t>
            </a:r>
            <a:r>
              <a:rPr lang="en-US" sz="2800">
                <a:latin typeface="ML-TTKarthika" panose="04000000000000000000" pitchFamily="82" charset="0"/>
              </a:rPr>
              <a:t> P\</a:t>
            </a:r>
            <a:r>
              <a:rPr lang="en-US" sz="2800" err="1">
                <a:latin typeface="ML-TTKarthika" panose="04000000000000000000" pitchFamily="82" charset="0"/>
              </a:rPr>
              <a:t>n¨p</a:t>
            </a:r>
            <a:r>
              <a:rPr lang="en-US" sz="2800">
                <a:latin typeface="ML-TTKarthika" panose="04000000000000000000" pitchFamily="82" charset="0"/>
              </a:rPr>
              <a:t> </a:t>
            </a:r>
          </a:p>
          <a:p>
            <a:r>
              <a:rPr lang="en-US" sz="2800">
                <a:latin typeface="ML-TTKarthika" panose="04000000000000000000" pitchFamily="82" charset="0"/>
              </a:rPr>
              <a:t>am\ambn¸mSphn³ þ am\</a:t>
            </a:r>
            <a:r>
              <a:rPr lang="en-US" sz="2800" err="1">
                <a:latin typeface="ML-TTKarthika" panose="04000000000000000000" pitchFamily="82" charset="0"/>
              </a:rPr>
              <a:t>hmhXmcs</a:t>
            </a:r>
            <a:r>
              <a:rPr lang="en-US" sz="2800">
                <a:latin typeface="ML-TTKarthika" panose="04000000000000000000" pitchFamily="82" charset="0"/>
              </a:rPr>
              <a:t>¯ </a:t>
            </a:r>
          </a:p>
          <a:p>
            <a:r>
              <a:rPr lang="en-US" sz="2800" err="1">
                <a:latin typeface="ML-TTKarthika" panose="04000000000000000000" pitchFamily="82" charset="0"/>
              </a:rPr>
              <a:t>t¢iw</a:t>
            </a:r>
            <a:r>
              <a:rPr lang="en-US" sz="2800">
                <a:latin typeface="ML-TTKarthika" panose="04000000000000000000" pitchFamily="82" charset="0"/>
              </a:rPr>
              <a:t> </a:t>
            </a:r>
            <a:r>
              <a:rPr lang="en-US" sz="2800" err="1">
                <a:latin typeface="ML-TTKarthika" panose="04000000000000000000" pitchFamily="82" charset="0"/>
              </a:rPr>
              <a:t>XoÀ¯p</a:t>
            </a:r>
            <a:r>
              <a:rPr lang="en-US" sz="2800">
                <a:latin typeface="ML-TTKarthika" panose="04000000000000000000" pitchFamily="82" charset="0"/>
              </a:rPr>
              <a:t> </a:t>
            </a:r>
            <a:r>
              <a:rPr lang="en-US" sz="2800" err="1">
                <a:latin typeface="ML-TTKarthika" panose="04000000000000000000" pitchFamily="82" charset="0"/>
              </a:rPr>
              <a:t>c£n¡pw</a:t>
            </a:r>
            <a:r>
              <a:rPr lang="en-US" sz="2800">
                <a:latin typeface="ML-TTKarthika" panose="04000000000000000000" pitchFamily="82" charset="0"/>
              </a:rPr>
              <a:t> þ Cui\mw C½m\</a:t>
            </a:r>
            <a:r>
              <a:rPr lang="en-US" sz="2800" err="1">
                <a:latin typeface="ML-TTKarthika" panose="04000000000000000000" pitchFamily="82" charset="0"/>
              </a:rPr>
              <a:t>pthÂ</a:t>
            </a:r>
            <a:r>
              <a:rPr lang="en-US" sz="2800">
                <a:latin typeface="ML-TTKarthika" panose="04000000000000000000" pitchFamily="82" charset="0"/>
              </a:rPr>
              <a:t> </a:t>
            </a:r>
          </a:p>
          <a:p>
            <a:pPr marL="457189"/>
            <a:r>
              <a:rPr lang="en-US" sz="2800" err="1">
                <a:solidFill>
                  <a:srgbClr val="C00000"/>
                </a:solidFill>
                <a:latin typeface="ML-TTKarthika" panose="04000000000000000000" pitchFamily="82" charset="0"/>
              </a:rPr>
              <a:t>tIÄ</a:t>
            </a:r>
            <a:r>
              <a:rPr lang="en-US" sz="2800">
                <a:solidFill>
                  <a:srgbClr val="C00000"/>
                </a:solidFill>
                <a:latin typeface="ML-TTKarthika" panose="04000000000000000000" pitchFamily="82" charset="0"/>
              </a:rPr>
              <a:t>¡ </a:t>
            </a:r>
            <a:r>
              <a:rPr lang="en-US" sz="2800" err="1">
                <a:solidFill>
                  <a:srgbClr val="C00000"/>
                </a:solidFill>
                <a:latin typeface="ML-TTKarthika" panose="04000000000000000000" pitchFamily="82" charset="0"/>
              </a:rPr>
              <a:t>ZqX</a:t>
            </a:r>
            <a:r>
              <a:rPr lang="en-US" sz="2800">
                <a:solidFill>
                  <a:srgbClr val="C00000"/>
                </a:solidFill>
                <a:latin typeface="ML-TTKarthika" panose="04000000000000000000" pitchFamily="82" charset="0"/>
              </a:rPr>
              <a:t> </a:t>
            </a:r>
            <a:r>
              <a:rPr lang="en-US" sz="2800" err="1">
                <a:solidFill>
                  <a:srgbClr val="C00000"/>
                </a:solidFill>
                <a:latin typeface="ML-TTKarthika" panose="04000000000000000000" pitchFamily="82" charset="0"/>
              </a:rPr>
              <a:t>kÂkzcw</a:t>
            </a:r>
            <a:r>
              <a:rPr lang="en-US" sz="2800">
                <a:solidFill>
                  <a:srgbClr val="C00000"/>
                </a:solidFill>
                <a:latin typeface="ML-TTKarthika" panose="04000000000000000000" pitchFamily="82" charset="0"/>
              </a:rPr>
              <a:t> þ {I</a:t>
            </a:r>
            <a:r>
              <a:rPr lang="de-DE" sz="2800">
                <a:solidFill>
                  <a:srgbClr val="800000"/>
                </a:solidFill>
                <a:latin typeface="ML-TTKarthika" panose="04000000000000000000" pitchFamily="82" charset="0"/>
              </a:rPr>
              <a:t>n</a:t>
            </a:r>
            <a:r>
              <a:rPr lang="en-US" sz="2800" err="1">
                <a:solidFill>
                  <a:srgbClr val="C00000"/>
                </a:solidFill>
                <a:latin typeface="ML-TTKarthika" panose="04000000000000000000" pitchFamily="82" charset="0"/>
              </a:rPr>
              <a:t>kvXp</a:t>
            </a:r>
            <a:r>
              <a:rPr lang="en-US" sz="2800">
                <a:solidFill>
                  <a:srgbClr val="C00000"/>
                </a:solidFill>
                <a:latin typeface="ML-TTKarthika" panose="04000000000000000000" pitchFamily="82" charset="0"/>
              </a:rPr>
              <a:t> </a:t>
            </a:r>
            <a:r>
              <a:rPr lang="en-US" sz="2800" err="1">
                <a:solidFill>
                  <a:srgbClr val="C00000"/>
                </a:solidFill>
                <a:latin typeface="ML-TTKarthika" panose="04000000000000000000" pitchFamily="82" charset="0"/>
              </a:rPr>
              <a:t>PmX</a:t>
            </a:r>
            <a:r>
              <a:rPr lang="en-US" sz="2800">
                <a:solidFill>
                  <a:srgbClr val="C00000"/>
                </a:solidFill>
                <a:latin typeface="ML-TTKarthika" panose="04000000000000000000" pitchFamily="82" charset="0"/>
              </a:rPr>
              <a:t> </a:t>
            </a:r>
            <a:r>
              <a:rPr lang="en-US" sz="2800" err="1">
                <a:solidFill>
                  <a:srgbClr val="C00000"/>
                </a:solidFill>
                <a:latin typeface="ML-TTKarthika" panose="04000000000000000000" pitchFamily="82" charset="0"/>
              </a:rPr>
              <a:t>tLmjWw</a:t>
            </a:r>
            <a:r>
              <a:rPr lang="en-US" sz="2800">
                <a:solidFill>
                  <a:srgbClr val="C00000"/>
                </a:solidFill>
                <a:latin typeface="ML-TTKarthika" panose="04000000000000000000" pitchFamily="82" charset="0"/>
              </a:rPr>
              <a:t> </a:t>
            </a:r>
            <a:endParaRPr lang="en-US" sz="800">
              <a:solidFill>
                <a:srgbClr val="C00000"/>
              </a:solidFill>
              <a:latin typeface="ML-TTKarthika" panose="04000000000000000000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7651583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A3B39F-58B2-EB6A-B012-86E14B7C88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E7F575-6E18-51C1-461E-F0BF21439068}"/>
              </a:ext>
            </a:extLst>
          </p:cNvPr>
          <p:cNvSpPr>
            <a:spLocks noGrp="1" noEditPoints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SG">
                <a:latin typeface="Segoe UI" panose="020B0502040204020203" pitchFamily="34" charset="0"/>
                <a:cs typeface="Segoe UI" panose="020B0502040204020203" pitchFamily="34" charset="0"/>
              </a:rPr>
              <a:t>Opening Song – Hymn </a:t>
            </a:r>
            <a:r>
              <a:rPr lang="en-GB">
                <a:latin typeface="Segoe UI" panose="020B0502040204020203" pitchFamily="34" charset="0"/>
                <a:cs typeface="Segoe UI" panose="020B0502040204020203" pitchFamily="34" charset="0"/>
              </a:rPr>
              <a:t>No 129</a:t>
            </a:r>
            <a:endParaRPr lang="en-US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6" name="Slide Number Placeholder 3">
            <a:extLst>
              <a:ext uri="{FF2B5EF4-FFF2-40B4-BE49-F238E27FC236}">
                <a16:creationId xmlns:a16="http://schemas.microsoft.com/office/drawing/2014/main" id="{76FBB9F4-10B4-2370-B186-CCC75779FFBD}"/>
              </a:ext>
            </a:extLst>
          </p:cNvPr>
          <p:cNvSpPr txBox="1"/>
          <p:nvPr/>
        </p:nvSpPr>
        <p:spPr>
          <a:xfrm>
            <a:off x="8534400" y="13609"/>
            <a:ext cx="609600" cy="348343"/>
          </a:xfrm>
          <a:prstGeom prst="rect">
            <a:avLst/>
          </a:prstGeom>
        </p:spPr>
        <p:txBody>
          <a:bodyPr/>
          <a:lstStyle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 defTabSz="457178"/>
            <a:fld id="{61572416-2890-4130-B3A5-BF0B00B97382}" type="slidenum">
              <a:rPr lang="en-US" sz="140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5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C40C6C0-5B09-4F3A-1623-5574A0FC6D43}"/>
              </a:ext>
            </a:extLst>
          </p:cNvPr>
          <p:cNvSpPr txBox="1"/>
          <p:nvPr/>
        </p:nvSpPr>
        <p:spPr>
          <a:xfrm>
            <a:off x="7068968" y="4835724"/>
            <a:ext cx="2070847" cy="307777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r" defTabSz="457178"/>
            <a:r>
              <a:rPr lang="en-US" sz="140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Opening: 3of 4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A87DD42-88D6-3549-FBE2-F62B0BAA98FB}"/>
              </a:ext>
            </a:extLst>
          </p:cNvPr>
          <p:cNvSpPr/>
          <p:nvPr/>
        </p:nvSpPr>
        <p:spPr>
          <a:xfrm>
            <a:off x="152400" y="454572"/>
            <a:ext cx="8686800" cy="2144265"/>
          </a:xfrm>
          <a:prstGeom prst="rect">
            <a:avLst/>
          </a:prstGeom>
          <a:noFill/>
        </p:spPr>
        <p:txBody>
          <a:bodyPr wrap="square"/>
          <a:lstStyle>
            <a:lvl1pPr lvl="0">
              <a:defRPr/>
            </a:lvl1pPr>
          </a:lstStyle>
          <a:p>
            <a:r>
              <a:rPr lang="en-US" sz="2800" err="1"/>
              <a:t>shalemin</a:t>
            </a:r>
            <a:r>
              <a:rPr lang="en-US" sz="2800"/>
              <a:t> </a:t>
            </a:r>
            <a:r>
              <a:rPr lang="en-US" sz="2800" err="1"/>
              <a:t>prabho</a:t>
            </a:r>
            <a:r>
              <a:rPr lang="en-US" sz="2800"/>
              <a:t>! </a:t>
            </a:r>
            <a:r>
              <a:rPr lang="en-US" sz="2800" err="1"/>
              <a:t>vaazhka</a:t>
            </a:r>
            <a:r>
              <a:rPr lang="en-US" sz="2800"/>
              <a:t> </a:t>
            </a:r>
            <a:r>
              <a:rPr lang="en-US" sz="2800" err="1"/>
              <a:t>vaazhka</a:t>
            </a:r>
            <a:r>
              <a:rPr lang="en-US" sz="2800"/>
              <a:t> - </a:t>
            </a:r>
            <a:r>
              <a:rPr lang="en-US" sz="2800" err="1"/>
              <a:t>neethi</a:t>
            </a:r>
            <a:r>
              <a:rPr lang="en-US" sz="2800"/>
              <a:t> </a:t>
            </a:r>
            <a:r>
              <a:rPr lang="en-US" sz="2800" err="1"/>
              <a:t>soorya</a:t>
            </a:r>
            <a:r>
              <a:rPr lang="en-US" sz="2800"/>
              <a:t>! </a:t>
            </a:r>
            <a:r>
              <a:rPr lang="en-US" sz="2800" err="1"/>
              <a:t>nin</a:t>
            </a:r>
            <a:r>
              <a:rPr lang="en-US" sz="2800"/>
              <a:t> </a:t>
            </a:r>
            <a:r>
              <a:rPr lang="en-US" sz="2800" err="1"/>
              <a:t>shobha</a:t>
            </a:r>
            <a:r>
              <a:rPr lang="en-US" sz="2800"/>
              <a:t> </a:t>
            </a:r>
            <a:r>
              <a:rPr lang="en-US" sz="2800" err="1"/>
              <a:t>jeevan</a:t>
            </a:r>
            <a:r>
              <a:rPr lang="en-US" sz="2800"/>
              <a:t> </a:t>
            </a:r>
            <a:r>
              <a:rPr lang="en-US" sz="2800" err="1"/>
              <a:t>nalkume</a:t>
            </a:r>
            <a:r>
              <a:rPr lang="en-US" sz="2800"/>
              <a:t> - </a:t>
            </a:r>
            <a:r>
              <a:rPr lang="en-US" sz="2800" err="1"/>
              <a:t>roga</a:t>
            </a:r>
            <a:r>
              <a:rPr lang="en-US" sz="2800"/>
              <a:t> </a:t>
            </a:r>
            <a:r>
              <a:rPr lang="en-US" sz="2800" err="1"/>
              <a:t>shaanthi</a:t>
            </a:r>
            <a:r>
              <a:rPr lang="en-US" sz="2800"/>
              <a:t> </a:t>
            </a:r>
            <a:r>
              <a:rPr lang="en-US" sz="2800" err="1"/>
              <a:t>sarvarkkum</a:t>
            </a:r>
            <a:r>
              <a:rPr lang="en-US" sz="2800"/>
              <a:t> </a:t>
            </a:r>
            <a:r>
              <a:rPr lang="en-US" sz="2800" err="1"/>
              <a:t>maanamaake</a:t>
            </a:r>
            <a:r>
              <a:rPr lang="en-US" sz="2800"/>
              <a:t> </a:t>
            </a:r>
            <a:r>
              <a:rPr lang="en-US" sz="2800" err="1"/>
              <a:t>vittaho</a:t>
            </a:r>
            <a:r>
              <a:rPr lang="en-US" sz="2800"/>
              <a:t> </a:t>
            </a:r>
            <a:r>
              <a:rPr lang="en-US" sz="2800" err="1"/>
              <a:t>marthya</a:t>
            </a:r>
            <a:r>
              <a:rPr lang="en-US" sz="2800"/>
              <a:t> </a:t>
            </a:r>
            <a:r>
              <a:rPr lang="en-US" sz="2800" err="1"/>
              <a:t>bhaagyam</a:t>
            </a:r>
            <a:r>
              <a:rPr lang="en-US" sz="2800"/>
              <a:t> </a:t>
            </a:r>
            <a:r>
              <a:rPr lang="en-US" sz="2800" err="1"/>
              <a:t>theduvaan</a:t>
            </a:r>
            <a:r>
              <a:rPr lang="en-US" sz="2800"/>
              <a:t> </a:t>
            </a:r>
            <a:r>
              <a:rPr lang="en-US" sz="2800" err="1"/>
              <a:t>mruthyuhaaram</a:t>
            </a:r>
            <a:r>
              <a:rPr lang="en-US" sz="2800"/>
              <a:t> </a:t>
            </a:r>
            <a:r>
              <a:rPr lang="en-US" sz="2800" err="1"/>
              <a:t>cheyyuvan</a:t>
            </a:r>
            <a:r>
              <a:rPr lang="en-US" sz="2800"/>
              <a:t> </a:t>
            </a:r>
            <a:r>
              <a:rPr lang="en-US" sz="2800" err="1"/>
              <a:t>jaathan</a:t>
            </a:r>
            <a:r>
              <a:rPr lang="en-US" sz="2800"/>
              <a:t> </a:t>
            </a:r>
            <a:r>
              <a:rPr lang="en-US" sz="2800" err="1"/>
              <a:t>aayi</a:t>
            </a:r>
            <a:r>
              <a:rPr lang="en-US" sz="2800"/>
              <a:t> </a:t>
            </a:r>
            <a:r>
              <a:rPr lang="en-US" sz="2800" err="1"/>
              <a:t>paaride</a:t>
            </a:r>
            <a:r>
              <a:rPr lang="en-US" sz="2800"/>
              <a:t> </a:t>
            </a:r>
          </a:p>
          <a:p>
            <a:pPr marL="457189"/>
            <a:r>
              <a:rPr lang="en-US" sz="2800" err="1">
                <a:solidFill>
                  <a:srgbClr val="C00000"/>
                </a:solidFill>
              </a:rPr>
              <a:t>kelka</a:t>
            </a:r>
            <a:r>
              <a:rPr lang="en-US" sz="2800">
                <a:solidFill>
                  <a:srgbClr val="C00000"/>
                </a:solidFill>
              </a:rPr>
              <a:t> </a:t>
            </a:r>
            <a:r>
              <a:rPr lang="en-US" sz="2800" err="1">
                <a:solidFill>
                  <a:srgbClr val="C00000"/>
                </a:solidFill>
              </a:rPr>
              <a:t>dhootha</a:t>
            </a:r>
            <a:r>
              <a:rPr lang="en-US" sz="2800">
                <a:solidFill>
                  <a:srgbClr val="C00000"/>
                </a:solidFill>
              </a:rPr>
              <a:t> </a:t>
            </a:r>
            <a:r>
              <a:rPr lang="en-US" sz="2800" err="1">
                <a:solidFill>
                  <a:srgbClr val="C00000"/>
                </a:solidFill>
              </a:rPr>
              <a:t>salswaram</a:t>
            </a:r>
            <a:r>
              <a:rPr lang="en-US" sz="2800">
                <a:solidFill>
                  <a:srgbClr val="C00000"/>
                </a:solidFill>
              </a:rPr>
              <a:t> - </a:t>
            </a:r>
            <a:r>
              <a:rPr lang="en-US" sz="2800" err="1">
                <a:solidFill>
                  <a:srgbClr val="C00000"/>
                </a:solidFill>
              </a:rPr>
              <a:t>kristhu</a:t>
            </a:r>
            <a:r>
              <a:rPr lang="en-US" sz="2800">
                <a:solidFill>
                  <a:srgbClr val="C00000"/>
                </a:solidFill>
              </a:rPr>
              <a:t> </a:t>
            </a:r>
            <a:r>
              <a:rPr lang="en-US" sz="2800" err="1">
                <a:solidFill>
                  <a:srgbClr val="C00000"/>
                </a:solidFill>
              </a:rPr>
              <a:t>jaatha</a:t>
            </a:r>
            <a:r>
              <a:rPr lang="en-US" sz="2800">
                <a:solidFill>
                  <a:srgbClr val="C00000"/>
                </a:solidFill>
              </a:rPr>
              <a:t> </a:t>
            </a:r>
            <a:r>
              <a:rPr lang="en-US" sz="2800" err="1">
                <a:solidFill>
                  <a:srgbClr val="C00000"/>
                </a:solidFill>
              </a:rPr>
              <a:t>ghoshanam</a:t>
            </a:r>
            <a:endParaRPr lang="en-US" sz="2800">
              <a:solidFill>
                <a:srgbClr val="C000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73B4CB7-4EE1-4DB8-3F3B-D1D02598F072}"/>
              </a:ext>
            </a:extLst>
          </p:cNvPr>
          <p:cNvSpPr txBox="1"/>
          <p:nvPr/>
        </p:nvSpPr>
        <p:spPr>
          <a:xfrm>
            <a:off x="206399" y="2722886"/>
            <a:ext cx="8632801" cy="1747854"/>
          </a:xfrm>
          <a:prstGeom prst="rect">
            <a:avLst/>
          </a:prstGeom>
          <a:noFill/>
        </p:spPr>
        <p:txBody>
          <a:bodyPr wrap="square"/>
          <a:lstStyle>
            <a:lvl1pPr lvl="0">
              <a:defRPr/>
            </a:lvl1pPr>
          </a:lstStyle>
          <a:p>
            <a:r>
              <a:rPr lang="en-US" sz="2800">
                <a:latin typeface="ML-TTKarthika" panose="04000000000000000000" pitchFamily="82" charset="0"/>
              </a:rPr>
              <a:t>imtean³ {]</a:t>
            </a:r>
            <a:r>
              <a:rPr lang="en-US" sz="2800" err="1">
                <a:latin typeface="ML-TTKarthika" panose="04000000000000000000" pitchFamily="82" charset="0"/>
              </a:rPr>
              <a:t>t`m</a:t>
            </a:r>
            <a:r>
              <a:rPr lang="en-US" sz="2800">
                <a:latin typeface="ML-TTKarthika" panose="04000000000000000000" pitchFamily="82" charset="0"/>
              </a:rPr>
              <a:t>! </a:t>
            </a:r>
            <a:r>
              <a:rPr lang="en-US" sz="2800" err="1">
                <a:latin typeface="ML-TTKarthika" panose="04000000000000000000" pitchFamily="82" charset="0"/>
              </a:rPr>
              <a:t>hmgvI</a:t>
            </a:r>
            <a:r>
              <a:rPr lang="en-US" sz="2800">
                <a:latin typeface="ML-TTKarthika" panose="04000000000000000000" pitchFamily="82" charset="0"/>
              </a:rPr>
              <a:t> </a:t>
            </a:r>
            <a:r>
              <a:rPr lang="en-US" sz="2800" err="1">
                <a:latin typeface="ML-TTKarthika" panose="04000000000000000000" pitchFamily="82" charset="0"/>
              </a:rPr>
              <a:t>hmgvI</a:t>
            </a:r>
            <a:r>
              <a:rPr lang="en-US" sz="2800">
                <a:latin typeface="ML-TTKarthika" panose="04000000000000000000" pitchFamily="82" charset="0"/>
              </a:rPr>
              <a:t> þ \</a:t>
            </a:r>
            <a:r>
              <a:rPr lang="en-US" sz="2800" err="1">
                <a:latin typeface="ML-TTKarthika" panose="04000000000000000000" pitchFamily="82" charset="0"/>
              </a:rPr>
              <a:t>oXn</a:t>
            </a:r>
            <a:r>
              <a:rPr lang="en-US" sz="2800">
                <a:latin typeface="ML-TTKarthika" panose="04000000000000000000" pitchFamily="82" charset="0"/>
              </a:rPr>
              <a:t> </a:t>
            </a:r>
            <a:r>
              <a:rPr lang="en-US" sz="2800" err="1">
                <a:latin typeface="ML-TTKarthika" panose="04000000000000000000" pitchFamily="82" charset="0"/>
              </a:rPr>
              <a:t>kqcy</a:t>
            </a:r>
            <a:r>
              <a:rPr lang="en-US" sz="2800">
                <a:latin typeface="ML-TTKarthika" panose="04000000000000000000" pitchFamily="82" charset="0"/>
              </a:rPr>
              <a:t>! \n³ </a:t>
            </a:r>
          </a:p>
          <a:p>
            <a:r>
              <a:rPr lang="en-US" sz="2800" err="1">
                <a:latin typeface="ML-TTKarthika" panose="04000000000000000000" pitchFamily="82" charset="0"/>
              </a:rPr>
              <a:t>tim</a:t>
            </a:r>
            <a:r>
              <a:rPr lang="en-US" sz="2800">
                <a:latin typeface="ML-TTKarthika" panose="04000000000000000000" pitchFamily="82" charset="0"/>
              </a:rPr>
              <a:t>` Poh³ \</a:t>
            </a:r>
            <a:r>
              <a:rPr lang="en-US" sz="2800" err="1">
                <a:latin typeface="ML-TTKarthika" panose="04000000000000000000" pitchFamily="82" charset="0"/>
              </a:rPr>
              <a:t>ÂIpta</a:t>
            </a:r>
            <a:r>
              <a:rPr lang="en-US" sz="2800">
                <a:latin typeface="ML-TTKarthika" panose="04000000000000000000" pitchFamily="82" charset="0"/>
              </a:rPr>
              <a:t> þ </a:t>
            </a:r>
            <a:r>
              <a:rPr lang="en-US" sz="2800" err="1">
                <a:latin typeface="ML-TTKarthika" panose="04000000000000000000" pitchFamily="82" charset="0"/>
              </a:rPr>
              <a:t>tcmKim´n</a:t>
            </a:r>
            <a:r>
              <a:rPr lang="en-US" sz="2800">
                <a:latin typeface="ML-TTKarthika" panose="04000000000000000000" pitchFamily="82" charset="0"/>
              </a:rPr>
              <a:t> </a:t>
            </a:r>
            <a:r>
              <a:rPr lang="en-US" sz="2800" err="1">
                <a:latin typeface="ML-TTKarthika" panose="04000000000000000000" pitchFamily="82" charset="0"/>
              </a:rPr>
              <a:t>kÀhÀ¡pw</a:t>
            </a:r>
            <a:r>
              <a:rPr lang="en-US" sz="2800">
                <a:latin typeface="ML-TTKarthika" panose="04000000000000000000" pitchFamily="82" charset="0"/>
              </a:rPr>
              <a:t> </a:t>
            </a:r>
          </a:p>
          <a:p>
            <a:r>
              <a:rPr lang="en-US" sz="2800">
                <a:latin typeface="ML-TTKarthika" panose="04000000000000000000" pitchFamily="82" charset="0"/>
              </a:rPr>
              <a:t>am\</a:t>
            </a:r>
            <a:r>
              <a:rPr lang="en-US" sz="2800" err="1">
                <a:latin typeface="ML-TTKarthika" panose="04000000000000000000" pitchFamily="82" charset="0"/>
              </a:rPr>
              <a:t>amsI</a:t>
            </a:r>
            <a:r>
              <a:rPr lang="en-US" sz="2800">
                <a:latin typeface="ML-TTKarthika" panose="04000000000000000000" pitchFamily="82" charset="0"/>
              </a:rPr>
              <a:t> </a:t>
            </a:r>
            <a:r>
              <a:rPr lang="en-US" sz="2800" err="1">
                <a:latin typeface="ML-TTKarthika" panose="04000000000000000000" pitchFamily="82" charset="0"/>
              </a:rPr>
              <a:t>hn«tlm</a:t>
            </a:r>
            <a:r>
              <a:rPr lang="en-US" sz="2800">
                <a:latin typeface="ML-TTKarthika" panose="04000000000000000000" pitchFamily="82" charset="0"/>
              </a:rPr>
              <a:t> </a:t>
            </a:r>
            <a:r>
              <a:rPr lang="en-US" sz="2800" err="1">
                <a:latin typeface="ML-TTKarthika" panose="04000000000000000000" pitchFamily="82" charset="0"/>
              </a:rPr>
              <a:t>aÀXy</a:t>
            </a:r>
            <a:r>
              <a:rPr lang="en-US" sz="2800">
                <a:latin typeface="ML-TTKarthika" panose="04000000000000000000" pitchFamily="82" charset="0"/>
              </a:rPr>
              <a:t> `</a:t>
            </a:r>
            <a:r>
              <a:rPr lang="en-US" sz="2800" err="1">
                <a:latin typeface="ML-TTKarthika" panose="04000000000000000000" pitchFamily="82" charset="0"/>
              </a:rPr>
              <a:t>mKyw</a:t>
            </a:r>
            <a:r>
              <a:rPr lang="en-US" sz="2800">
                <a:latin typeface="ML-TTKarthika" panose="04000000000000000000" pitchFamily="82" charset="0"/>
              </a:rPr>
              <a:t> tXSphm³ </a:t>
            </a:r>
          </a:p>
          <a:p>
            <a:r>
              <a:rPr lang="en-US" sz="2800" err="1">
                <a:latin typeface="ML-TTKarthika" panose="04000000000000000000" pitchFamily="82" charset="0"/>
              </a:rPr>
              <a:t>arXyplmcw</a:t>
            </a:r>
            <a:r>
              <a:rPr lang="en-US" sz="2800">
                <a:latin typeface="ML-TTKarthika" panose="04000000000000000000" pitchFamily="82" charset="0"/>
              </a:rPr>
              <a:t> sN¿phm³ PmX³ </a:t>
            </a:r>
            <a:r>
              <a:rPr lang="en-US" sz="2800" err="1">
                <a:latin typeface="ML-TTKarthika" panose="04000000000000000000" pitchFamily="82" charset="0"/>
              </a:rPr>
              <a:t>Bbn</a:t>
            </a:r>
            <a:r>
              <a:rPr lang="en-US" sz="2800">
                <a:latin typeface="ML-TTKarthika" panose="04000000000000000000" pitchFamily="82" charset="0"/>
              </a:rPr>
              <a:t> ]</a:t>
            </a:r>
            <a:r>
              <a:rPr lang="en-US" sz="2800" err="1">
                <a:latin typeface="ML-TTKarthika" panose="04000000000000000000" pitchFamily="82" charset="0"/>
              </a:rPr>
              <a:t>mcntS</a:t>
            </a:r>
            <a:endParaRPr lang="en-US" sz="2800">
              <a:latin typeface="ML-TTKarthika" panose="04000000000000000000" pitchFamily="82" charset="0"/>
            </a:endParaRPr>
          </a:p>
          <a:p>
            <a:pPr indent="457189"/>
            <a:r>
              <a:rPr lang="en-US" sz="2800" err="1">
                <a:solidFill>
                  <a:srgbClr val="C00000"/>
                </a:solidFill>
                <a:latin typeface="ML-TTKarthika" panose="04000000000000000000" pitchFamily="82" charset="0"/>
              </a:rPr>
              <a:t>tIÄ</a:t>
            </a:r>
            <a:r>
              <a:rPr lang="en-US" sz="2800">
                <a:solidFill>
                  <a:srgbClr val="C00000"/>
                </a:solidFill>
                <a:latin typeface="ML-TTKarthika" panose="04000000000000000000" pitchFamily="82" charset="0"/>
              </a:rPr>
              <a:t>¡ </a:t>
            </a:r>
            <a:r>
              <a:rPr lang="en-US" sz="2800" err="1">
                <a:solidFill>
                  <a:srgbClr val="C00000"/>
                </a:solidFill>
                <a:latin typeface="ML-TTKarthika" panose="04000000000000000000" pitchFamily="82" charset="0"/>
              </a:rPr>
              <a:t>ZqX</a:t>
            </a:r>
            <a:r>
              <a:rPr lang="en-US" sz="2800">
                <a:solidFill>
                  <a:srgbClr val="C00000"/>
                </a:solidFill>
                <a:latin typeface="ML-TTKarthika" panose="04000000000000000000" pitchFamily="82" charset="0"/>
              </a:rPr>
              <a:t> </a:t>
            </a:r>
            <a:r>
              <a:rPr lang="en-US" sz="2800" err="1">
                <a:solidFill>
                  <a:srgbClr val="C00000"/>
                </a:solidFill>
                <a:latin typeface="ML-TTKarthika" panose="04000000000000000000" pitchFamily="82" charset="0"/>
              </a:rPr>
              <a:t>kÂkzcw</a:t>
            </a:r>
            <a:r>
              <a:rPr lang="en-US" sz="2800">
                <a:solidFill>
                  <a:srgbClr val="C00000"/>
                </a:solidFill>
                <a:latin typeface="ML-TTKarthika" panose="04000000000000000000" pitchFamily="82" charset="0"/>
              </a:rPr>
              <a:t> þ {I</a:t>
            </a:r>
            <a:r>
              <a:rPr lang="de-DE" sz="2800">
                <a:solidFill>
                  <a:srgbClr val="800000"/>
                </a:solidFill>
                <a:latin typeface="ML-TTKarthika" panose="04000000000000000000" pitchFamily="82" charset="0"/>
              </a:rPr>
              <a:t>n</a:t>
            </a:r>
            <a:r>
              <a:rPr lang="en-US" sz="2800" err="1">
                <a:solidFill>
                  <a:srgbClr val="C00000"/>
                </a:solidFill>
                <a:latin typeface="ML-TTKarthika" panose="04000000000000000000" pitchFamily="82" charset="0"/>
              </a:rPr>
              <a:t>kvXp</a:t>
            </a:r>
            <a:r>
              <a:rPr lang="en-US" sz="2800">
                <a:solidFill>
                  <a:srgbClr val="C00000"/>
                </a:solidFill>
                <a:latin typeface="ML-TTKarthika" panose="04000000000000000000" pitchFamily="82" charset="0"/>
              </a:rPr>
              <a:t> </a:t>
            </a:r>
            <a:r>
              <a:rPr lang="en-US" sz="2800" err="1">
                <a:solidFill>
                  <a:srgbClr val="C00000"/>
                </a:solidFill>
                <a:latin typeface="ML-TTKarthika" panose="04000000000000000000" pitchFamily="82" charset="0"/>
              </a:rPr>
              <a:t>PmX</a:t>
            </a:r>
            <a:r>
              <a:rPr lang="en-US" sz="2800">
                <a:solidFill>
                  <a:srgbClr val="C00000"/>
                </a:solidFill>
                <a:latin typeface="ML-TTKarthika" panose="04000000000000000000" pitchFamily="82" charset="0"/>
              </a:rPr>
              <a:t> </a:t>
            </a:r>
            <a:r>
              <a:rPr lang="en-US" sz="2800" err="1">
                <a:solidFill>
                  <a:srgbClr val="C00000"/>
                </a:solidFill>
                <a:latin typeface="ML-TTKarthika" panose="04000000000000000000" pitchFamily="82" charset="0"/>
              </a:rPr>
              <a:t>tLmjWw</a:t>
            </a:r>
            <a:r>
              <a:rPr lang="en-US" sz="2800">
                <a:solidFill>
                  <a:srgbClr val="C00000"/>
                </a:solidFill>
                <a:latin typeface="ML-TTKarthika" panose="04000000000000000000" pitchFamily="82" charset="0"/>
              </a:rPr>
              <a:t> </a:t>
            </a:r>
            <a:endParaRPr lang="en-US" sz="800">
              <a:solidFill>
                <a:srgbClr val="C00000"/>
              </a:solidFill>
              <a:latin typeface="ML-TTKarthika" panose="04000000000000000000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4536357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4850E8-73AB-C839-59DC-46C84F3F8E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5141C7-7B5D-ABD3-9DBA-0545305CE1AE}"/>
              </a:ext>
            </a:extLst>
          </p:cNvPr>
          <p:cNvSpPr>
            <a:spLocks noGrp="1" noEditPoints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SG">
                <a:latin typeface="Segoe UI" panose="020B0502040204020203" pitchFamily="34" charset="0"/>
                <a:cs typeface="Segoe UI" panose="020B0502040204020203" pitchFamily="34" charset="0"/>
              </a:rPr>
              <a:t>Opening Song – Hymn </a:t>
            </a:r>
            <a:r>
              <a:rPr lang="en-GB">
                <a:latin typeface="Segoe UI" panose="020B0502040204020203" pitchFamily="34" charset="0"/>
                <a:cs typeface="Segoe UI" panose="020B0502040204020203" pitchFamily="34" charset="0"/>
              </a:rPr>
              <a:t>No 129</a:t>
            </a:r>
            <a:endParaRPr lang="en-US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6" name="Slide Number Placeholder 3">
            <a:extLst>
              <a:ext uri="{FF2B5EF4-FFF2-40B4-BE49-F238E27FC236}">
                <a16:creationId xmlns:a16="http://schemas.microsoft.com/office/drawing/2014/main" id="{86E2BC83-C52D-F663-E6E4-94D8C4D815EF}"/>
              </a:ext>
            </a:extLst>
          </p:cNvPr>
          <p:cNvSpPr txBox="1"/>
          <p:nvPr/>
        </p:nvSpPr>
        <p:spPr>
          <a:xfrm>
            <a:off x="8534400" y="13609"/>
            <a:ext cx="609600" cy="348343"/>
          </a:xfrm>
          <a:prstGeom prst="rect">
            <a:avLst/>
          </a:prstGeom>
        </p:spPr>
        <p:txBody>
          <a:bodyPr/>
          <a:lstStyle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 defTabSz="457178"/>
            <a:fld id="{61572416-2890-4130-B3A5-BF0B00B97382}" type="slidenum">
              <a:rPr lang="en-US" sz="140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6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ACF571E-6F43-6806-CDC5-CDA2321D82F1}"/>
              </a:ext>
            </a:extLst>
          </p:cNvPr>
          <p:cNvSpPr txBox="1"/>
          <p:nvPr/>
        </p:nvSpPr>
        <p:spPr>
          <a:xfrm>
            <a:off x="7068968" y="4835724"/>
            <a:ext cx="2070847" cy="307777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r" defTabSz="457178"/>
            <a:r>
              <a:rPr lang="en-US" sz="140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Opening: 4 of 4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0E0934F-183F-179C-6C71-DE5341667DCB}"/>
              </a:ext>
            </a:extLst>
          </p:cNvPr>
          <p:cNvSpPr/>
          <p:nvPr/>
        </p:nvSpPr>
        <p:spPr>
          <a:xfrm>
            <a:off x="224413" y="578619"/>
            <a:ext cx="8686800" cy="2144265"/>
          </a:xfrm>
          <a:prstGeom prst="rect">
            <a:avLst/>
          </a:prstGeom>
          <a:noFill/>
        </p:spPr>
        <p:txBody>
          <a:bodyPr wrap="square"/>
          <a:lstStyle>
            <a:lvl1pPr lvl="0">
              <a:defRPr/>
            </a:lvl1pPr>
          </a:lstStyle>
          <a:p>
            <a:r>
              <a:rPr lang="en-US" sz="2800" err="1"/>
              <a:t>yeshu</a:t>
            </a:r>
            <a:r>
              <a:rPr lang="en-US" sz="2800"/>
              <a:t>! </a:t>
            </a:r>
            <a:r>
              <a:rPr lang="en-US" sz="2800" err="1"/>
              <a:t>loka</a:t>
            </a:r>
            <a:r>
              <a:rPr lang="en-US" sz="2800"/>
              <a:t> </a:t>
            </a:r>
            <a:r>
              <a:rPr lang="en-US" sz="2800" err="1"/>
              <a:t>mohitha</a:t>
            </a:r>
            <a:r>
              <a:rPr lang="en-US" sz="2800"/>
              <a:t>! </a:t>
            </a:r>
            <a:r>
              <a:rPr lang="en-US" sz="2800" err="1"/>
              <a:t>vaasamaaka</a:t>
            </a:r>
            <a:r>
              <a:rPr lang="en-US" sz="2800"/>
              <a:t> </a:t>
            </a:r>
            <a:r>
              <a:rPr lang="en-US" sz="2800" err="1"/>
              <a:t>chethassi</a:t>
            </a:r>
            <a:r>
              <a:rPr lang="en-US" sz="2800"/>
              <a:t> </a:t>
            </a:r>
          </a:p>
          <a:p>
            <a:r>
              <a:rPr lang="en-US" sz="2800" err="1"/>
              <a:t>vegam</a:t>
            </a:r>
            <a:r>
              <a:rPr lang="en-US" sz="2800"/>
              <a:t> </a:t>
            </a:r>
            <a:r>
              <a:rPr lang="en-US" sz="2800" err="1"/>
              <a:t>eka</a:t>
            </a:r>
            <a:r>
              <a:rPr lang="en-US" sz="2800"/>
              <a:t> </a:t>
            </a:r>
            <a:r>
              <a:rPr lang="en-US" sz="2800" err="1"/>
              <a:t>nalvaram</a:t>
            </a:r>
            <a:r>
              <a:rPr lang="en-US" sz="2800"/>
              <a:t> - </a:t>
            </a:r>
            <a:r>
              <a:rPr lang="en-US" sz="2800" err="1"/>
              <a:t>naaga</a:t>
            </a:r>
            <a:r>
              <a:rPr lang="en-US" sz="2800"/>
              <a:t> </a:t>
            </a:r>
            <a:r>
              <a:rPr lang="en-US" sz="2800" err="1"/>
              <a:t>shakthi</a:t>
            </a:r>
            <a:r>
              <a:rPr lang="en-US" sz="2800"/>
              <a:t> </a:t>
            </a:r>
            <a:r>
              <a:rPr lang="en-US" sz="2800" err="1"/>
              <a:t>pokkuvan</a:t>
            </a:r>
            <a:r>
              <a:rPr lang="en-US" sz="2800"/>
              <a:t> </a:t>
            </a:r>
            <a:r>
              <a:rPr lang="en-US" sz="2800" err="1"/>
              <a:t>shapadhosham</a:t>
            </a:r>
            <a:r>
              <a:rPr lang="en-US" sz="2800"/>
              <a:t> </a:t>
            </a:r>
            <a:r>
              <a:rPr lang="en-US" sz="2800" err="1"/>
              <a:t>theerthu</a:t>
            </a:r>
            <a:r>
              <a:rPr lang="en-US" sz="2800"/>
              <a:t> nee </a:t>
            </a:r>
            <a:r>
              <a:rPr lang="en-US" sz="2800" err="1"/>
              <a:t>vaazhka</a:t>
            </a:r>
            <a:r>
              <a:rPr lang="en-US" sz="2800"/>
              <a:t>! </a:t>
            </a:r>
            <a:r>
              <a:rPr lang="en-US" sz="2800" err="1"/>
              <a:t>vaazhka</a:t>
            </a:r>
            <a:r>
              <a:rPr lang="en-US" sz="2800"/>
              <a:t>! </a:t>
            </a:r>
            <a:r>
              <a:rPr lang="en-US" sz="2800" err="1"/>
              <a:t>maanase</a:t>
            </a:r>
            <a:r>
              <a:rPr lang="en-US" sz="2800"/>
              <a:t> </a:t>
            </a:r>
            <a:r>
              <a:rPr lang="en-US" sz="2800" err="1"/>
              <a:t>poornamaaya</a:t>
            </a:r>
            <a:r>
              <a:rPr lang="en-US" sz="2800"/>
              <a:t> </a:t>
            </a:r>
            <a:r>
              <a:rPr lang="en-US" sz="2800" err="1"/>
              <a:t>vishwaasam</a:t>
            </a:r>
            <a:r>
              <a:rPr lang="en-US" sz="2800"/>
              <a:t> - </a:t>
            </a:r>
            <a:r>
              <a:rPr lang="en-US" sz="2800" err="1"/>
              <a:t>dhaanam</a:t>
            </a:r>
            <a:r>
              <a:rPr lang="en-US" sz="2800"/>
              <a:t> </a:t>
            </a:r>
            <a:r>
              <a:rPr lang="en-US" sz="2800" err="1"/>
              <a:t>cheika</a:t>
            </a:r>
            <a:r>
              <a:rPr lang="en-US" sz="2800"/>
              <a:t> </a:t>
            </a:r>
            <a:r>
              <a:rPr lang="en-US" sz="2800" err="1"/>
              <a:t>sarvadha</a:t>
            </a:r>
            <a:r>
              <a:rPr lang="en-US" sz="2800"/>
              <a:t> </a:t>
            </a:r>
          </a:p>
          <a:p>
            <a:pPr marL="457189"/>
            <a:r>
              <a:rPr lang="en-US" sz="2800" err="1">
                <a:solidFill>
                  <a:srgbClr val="800000"/>
                </a:solidFill>
              </a:rPr>
              <a:t>kelka</a:t>
            </a:r>
            <a:r>
              <a:rPr lang="en-US" sz="2800">
                <a:solidFill>
                  <a:srgbClr val="800000"/>
                </a:solidFill>
              </a:rPr>
              <a:t> </a:t>
            </a:r>
            <a:r>
              <a:rPr lang="en-US" sz="2800" err="1">
                <a:solidFill>
                  <a:srgbClr val="800000"/>
                </a:solidFill>
              </a:rPr>
              <a:t>dhootha</a:t>
            </a:r>
            <a:r>
              <a:rPr lang="en-US" sz="2800">
                <a:solidFill>
                  <a:srgbClr val="800000"/>
                </a:solidFill>
              </a:rPr>
              <a:t> </a:t>
            </a:r>
            <a:r>
              <a:rPr lang="en-US" sz="2800" err="1">
                <a:solidFill>
                  <a:srgbClr val="800000"/>
                </a:solidFill>
              </a:rPr>
              <a:t>salswaram</a:t>
            </a:r>
            <a:r>
              <a:rPr lang="en-US" sz="2800">
                <a:solidFill>
                  <a:srgbClr val="800000"/>
                </a:solidFill>
              </a:rPr>
              <a:t> - </a:t>
            </a:r>
            <a:r>
              <a:rPr lang="en-US" sz="2800" err="1">
                <a:solidFill>
                  <a:srgbClr val="800000"/>
                </a:solidFill>
              </a:rPr>
              <a:t>kristhu</a:t>
            </a:r>
            <a:r>
              <a:rPr lang="en-US" sz="2800">
                <a:solidFill>
                  <a:srgbClr val="800000"/>
                </a:solidFill>
              </a:rPr>
              <a:t> </a:t>
            </a:r>
            <a:r>
              <a:rPr lang="en-US" sz="2800" err="1">
                <a:solidFill>
                  <a:srgbClr val="800000"/>
                </a:solidFill>
              </a:rPr>
              <a:t>jaatha</a:t>
            </a:r>
            <a:r>
              <a:rPr lang="en-US" sz="2800">
                <a:solidFill>
                  <a:srgbClr val="800000"/>
                </a:solidFill>
              </a:rPr>
              <a:t> </a:t>
            </a:r>
            <a:r>
              <a:rPr lang="en-US" sz="2800" err="1">
                <a:solidFill>
                  <a:srgbClr val="800000"/>
                </a:solidFill>
              </a:rPr>
              <a:t>ghoshanam</a:t>
            </a:r>
            <a:endParaRPr lang="en-US" sz="2800">
              <a:solidFill>
                <a:srgbClr val="8000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15037AE-15CA-8B25-0672-2015FD025A03}"/>
              </a:ext>
            </a:extLst>
          </p:cNvPr>
          <p:cNvSpPr txBox="1"/>
          <p:nvPr/>
        </p:nvSpPr>
        <p:spPr>
          <a:xfrm>
            <a:off x="222188" y="2817027"/>
            <a:ext cx="8509409" cy="1747854"/>
          </a:xfrm>
          <a:prstGeom prst="rect">
            <a:avLst/>
          </a:prstGeom>
          <a:noFill/>
        </p:spPr>
        <p:txBody>
          <a:bodyPr wrap="square"/>
          <a:lstStyle>
            <a:lvl1pPr lvl="0">
              <a:defRPr/>
            </a:lvl1pPr>
          </a:lstStyle>
          <a:p>
            <a:r>
              <a:rPr lang="en-US" sz="2800" err="1">
                <a:latin typeface="ML-TTKarthika" panose="04000000000000000000" pitchFamily="82" charset="0"/>
              </a:rPr>
              <a:t>tbip</a:t>
            </a:r>
            <a:r>
              <a:rPr lang="en-US" sz="2800">
                <a:latin typeface="ML-TTKarthika" panose="04000000000000000000" pitchFamily="82" charset="0"/>
              </a:rPr>
              <a:t>! </a:t>
            </a:r>
            <a:r>
              <a:rPr lang="en-US" sz="2800" err="1">
                <a:latin typeface="ML-TTKarthika" panose="04000000000000000000" pitchFamily="82" charset="0"/>
              </a:rPr>
              <a:t>temI</a:t>
            </a:r>
            <a:r>
              <a:rPr lang="en-US" sz="2800">
                <a:latin typeface="ML-TTKarthika" panose="04000000000000000000" pitchFamily="82" charset="0"/>
              </a:rPr>
              <a:t> </a:t>
            </a:r>
            <a:r>
              <a:rPr lang="en-US" sz="2800" err="1">
                <a:latin typeface="ML-TTKarthika" panose="04000000000000000000" pitchFamily="82" charset="0"/>
              </a:rPr>
              <a:t>tamlnX</a:t>
            </a:r>
            <a:r>
              <a:rPr lang="en-US" sz="2800">
                <a:latin typeface="ML-TTKarthika" panose="04000000000000000000" pitchFamily="82" charset="0"/>
              </a:rPr>
              <a:t>! </a:t>
            </a:r>
            <a:r>
              <a:rPr lang="en-US" sz="2800" err="1">
                <a:latin typeface="ML-TTKarthika" panose="04000000000000000000" pitchFamily="82" charset="0"/>
              </a:rPr>
              <a:t>hmkamI</a:t>
            </a:r>
            <a:r>
              <a:rPr lang="en-US" sz="2800">
                <a:latin typeface="ML-TTKarthika" panose="04000000000000000000" pitchFamily="82" charset="0"/>
              </a:rPr>
              <a:t> </a:t>
            </a:r>
            <a:r>
              <a:rPr lang="en-US" sz="2800" err="1">
                <a:latin typeface="ML-TTKarthika" panose="04000000000000000000" pitchFamily="82" charset="0"/>
              </a:rPr>
              <a:t>tNXkn</a:t>
            </a:r>
            <a:r>
              <a:rPr lang="en-US" sz="2800">
                <a:latin typeface="ML-TTKarthika" panose="04000000000000000000" pitchFamily="82" charset="0"/>
              </a:rPr>
              <a:t> </a:t>
            </a:r>
          </a:p>
          <a:p>
            <a:r>
              <a:rPr lang="en-US" sz="2800" err="1">
                <a:latin typeface="ML-TTKarthika" panose="04000000000000000000" pitchFamily="82" charset="0"/>
              </a:rPr>
              <a:t>thKw</a:t>
            </a:r>
            <a:r>
              <a:rPr lang="en-US" sz="2800">
                <a:latin typeface="ML-TTKarthika" panose="04000000000000000000" pitchFamily="82" charset="0"/>
              </a:rPr>
              <a:t> GI \</a:t>
            </a:r>
            <a:r>
              <a:rPr lang="en-US" sz="2800" err="1">
                <a:latin typeface="ML-TTKarthika" panose="04000000000000000000" pitchFamily="82" charset="0"/>
              </a:rPr>
              <a:t>Âhcw</a:t>
            </a:r>
            <a:r>
              <a:rPr lang="en-US" sz="2800">
                <a:latin typeface="ML-TTKarthika" panose="04000000000000000000" pitchFamily="82" charset="0"/>
              </a:rPr>
              <a:t> þ \</a:t>
            </a:r>
            <a:r>
              <a:rPr lang="en-US" sz="2800" err="1">
                <a:latin typeface="ML-TTKarthika" panose="04000000000000000000" pitchFamily="82" charset="0"/>
              </a:rPr>
              <a:t>mKiàn</a:t>
            </a:r>
            <a:r>
              <a:rPr lang="en-US" sz="2800">
                <a:latin typeface="ML-TTKarthika" panose="04000000000000000000" pitchFamily="82" charset="0"/>
              </a:rPr>
              <a:t> t]m¡phm³ </a:t>
            </a:r>
          </a:p>
          <a:p>
            <a:r>
              <a:rPr lang="en-US" sz="2800" err="1">
                <a:latin typeface="ML-TTKarthika" panose="04000000000000000000" pitchFamily="82" charset="0"/>
              </a:rPr>
              <a:t>im</a:t>
            </a:r>
            <a:r>
              <a:rPr lang="en-US" sz="2800">
                <a:latin typeface="ML-TTKarthika" panose="04000000000000000000" pitchFamily="82" charset="0"/>
              </a:rPr>
              <a:t>]</a:t>
            </a:r>
            <a:r>
              <a:rPr lang="en-US" sz="2800" err="1">
                <a:latin typeface="ML-TTKarthika" panose="04000000000000000000" pitchFamily="82" charset="0"/>
              </a:rPr>
              <a:t>tZmjw</a:t>
            </a:r>
            <a:r>
              <a:rPr lang="en-US" sz="2800">
                <a:latin typeface="ML-TTKarthika" panose="04000000000000000000" pitchFamily="82" charset="0"/>
              </a:rPr>
              <a:t> </a:t>
            </a:r>
            <a:r>
              <a:rPr lang="en-US" sz="2800" err="1">
                <a:latin typeface="ML-TTKarthika" panose="04000000000000000000" pitchFamily="82" charset="0"/>
              </a:rPr>
              <a:t>XoÀ¯p</a:t>
            </a:r>
            <a:r>
              <a:rPr lang="en-US" sz="2800">
                <a:latin typeface="ML-TTKarthika" panose="04000000000000000000" pitchFamily="82" charset="0"/>
              </a:rPr>
              <a:t> \o </a:t>
            </a:r>
            <a:r>
              <a:rPr lang="en-US" sz="2800" err="1">
                <a:latin typeface="ML-TTKarthika" panose="04000000000000000000" pitchFamily="82" charset="0"/>
              </a:rPr>
              <a:t>hmgvI</a:t>
            </a:r>
            <a:r>
              <a:rPr lang="en-US" sz="2800">
                <a:latin typeface="ML-TTKarthika" panose="04000000000000000000" pitchFamily="82" charset="0"/>
              </a:rPr>
              <a:t>! </a:t>
            </a:r>
            <a:r>
              <a:rPr lang="en-US" sz="2800" err="1">
                <a:latin typeface="ML-TTKarthika" panose="04000000000000000000" pitchFamily="82" charset="0"/>
              </a:rPr>
              <a:t>hmgvI</a:t>
            </a:r>
            <a:r>
              <a:rPr lang="en-US" sz="2800">
                <a:latin typeface="ML-TTKarthika" panose="04000000000000000000" pitchFamily="82" charset="0"/>
              </a:rPr>
              <a:t>! am\</a:t>
            </a:r>
            <a:r>
              <a:rPr lang="en-US" sz="2800" err="1">
                <a:latin typeface="ML-TTKarthika" panose="04000000000000000000" pitchFamily="82" charset="0"/>
              </a:rPr>
              <a:t>tk</a:t>
            </a:r>
            <a:r>
              <a:rPr lang="en-US" sz="2800">
                <a:latin typeface="ML-TTKarthika" panose="04000000000000000000" pitchFamily="82" charset="0"/>
              </a:rPr>
              <a:t> </a:t>
            </a:r>
          </a:p>
          <a:p>
            <a:r>
              <a:rPr lang="en-US" sz="2800">
                <a:latin typeface="ML-TTKarthika" panose="04000000000000000000" pitchFamily="82" charset="0"/>
              </a:rPr>
              <a:t>]</a:t>
            </a:r>
            <a:r>
              <a:rPr lang="en-US" sz="2800" err="1">
                <a:latin typeface="ML-TTKarthika" panose="04000000000000000000" pitchFamily="82" charset="0"/>
              </a:rPr>
              <a:t>qÀ®amb</a:t>
            </a:r>
            <a:r>
              <a:rPr lang="en-US" sz="2800">
                <a:latin typeface="ML-TTKarthika" panose="04000000000000000000" pitchFamily="82" charset="0"/>
              </a:rPr>
              <a:t> </a:t>
            </a:r>
            <a:r>
              <a:rPr lang="en-US" sz="2800" err="1">
                <a:latin typeface="ML-TTKarthika" panose="04000000000000000000" pitchFamily="82" charset="0"/>
              </a:rPr>
              <a:t>hnizmkw</a:t>
            </a:r>
            <a:r>
              <a:rPr lang="en-US" sz="2800">
                <a:latin typeface="ML-TTKarthika" panose="04000000000000000000" pitchFamily="82" charset="0"/>
              </a:rPr>
              <a:t> þ </a:t>
            </a:r>
            <a:r>
              <a:rPr lang="en-US" sz="2800" err="1">
                <a:latin typeface="ML-TTKarthika" panose="04000000000000000000" pitchFamily="82" charset="0"/>
              </a:rPr>
              <a:t>Zm</a:t>
            </a:r>
            <a:r>
              <a:rPr lang="en-US" sz="2800">
                <a:latin typeface="ML-TTKarthika" panose="04000000000000000000" pitchFamily="82" charset="0"/>
              </a:rPr>
              <a:t>\w </a:t>
            </a:r>
            <a:r>
              <a:rPr lang="en-US" sz="2800" err="1">
                <a:latin typeface="ML-TTKarthika" panose="04000000000000000000" pitchFamily="82" charset="0"/>
              </a:rPr>
              <a:t>sNbvI</a:t>
            </a:r>
            <a:r>
              <a:rPr lang="en-US" sz="2800">
                <a:latin typeface="ML-TTKarthika" panose="04000000000000000000" pitchFamily="82" charset="0"/>
              </a:rPr>
              <a:t> </a:t>
            </a:r>
            <a:r>
              <a:rPr lang="en-US" sz="2800" err="1">
                <a:latin typeface="ML-TTKarthika" panose="04000000000000000000" pitchFamily="82" charset="0"/>
              </a:rPr>
              <a:t>kÀhZm</a:t>
            </a:r>
            <a:r>
              <a:rPr lang="en-US" sz="2800">
                <a:latin typeface="ML-TTKarthika" panose="04000000000000000000" pitchFamily="82" charset="0"/>
              </a:rPr>
              <a:t> </a:t>
            </a:r>
          </a:p>
          <a:p>
            <a:pPr indent="457189"/>
            <a:r>
              <a:rPr lang="en-US" sz="2800" err="1">
                <a:solidFill>
                  <a:srgbClr val="800000"/>
                </a:solidFill>
                <a:latin typeface="ML-TTKarthika" panose="04000000000000000000" pitchFamily="82" charset="0"/>
              </a:rPr>
              <a:t>tIÄ</a:t>
            </a:r>
            <a:r>
              <a:rPr lang="en-US" sz="2800">
                <a:solidFill>
                  <a:srgbClr val="800000"/>
                </a:solidFill>
                <a:latin typeface="ML-TTKarthika" panose="04000000000000000000" pitchFamily="82" charset="0"/>
              </a:rPr>
              <a:t>¡ </a:t>
            </a:r>
            <a:r>
              <a:rPr lang="en-US" sz="2800" err="1">
                <a:solidFill>
                  <a:srgbClr val="800000"/>
                </a:solidFill>
                <a:latin typeface="ML-TTKarthika" panose="04000000000000000000" pitchFamily="82" charset="0"/>
              </a:rPr>
              <a:t>ZqX</a:t>
            </a:r>
            <a:r>
              <a:rPr lang="en-US" sz="2800">
                <a:solidFill>
                  <a:srgbClr val="800000"/>
                </a:solidFill>
                <a:latin typeface="ML-TTKarthika" panose="04000000000000000000" pitchFamily="82" charset="0"/>
              </a:rPr>
              <a:t> </a:t>
            </a:r>
            <a:r>
              <a:rPr lang="en-US" sz="2800" err="1">
                <a:solidFill>
                  <a:srgbClr val="800000"/>
                </a:solidFill>
                <a:latin typeface="ML-TTKarthika" panose="04000000000000000000" pitchFamily="82" charset="0"/>
              </a:rPr>
              <a:t>kÂkzcwþ</a:t>
            </a:r>
            <a:r>
              <a:rPr lang="en-US" sz="2800">
                <a:solidFill>
                  <a:srgbClr val="800000"/>
                </a:solidFill>
                <a:latin typeface="ML-TTKarthika" panose="04000000000000000000" pitchFamily="82" charset="0"/>
              </a:rPr>
              <a:t>{I</a:t>
            </a:r>
            <a:r>
              <a:rPr lang="de-DE" sz="2800">
                <a:solidFill>
                  <a:srgbClr val="800000"/>
                </a:solidFill>
                <a:latin typeface="ML-TTKarthika" panose="04000000000000000000" pitchFamily="82" charset="0"/>
              </a:rPr>
              <a:t>n</a:t>
            </a:r>
            <a:r>
              <a:rPr lang="en-US" sz="2800" err="1">
                <a:solidFill>
                  <a:srgbClr val="800000"/>
                </a:solidFill>
                <a:latin typeface="ML-TTKarthika" panose="04000000000000000000" pitchFamily="82" charset="0"/>
              </a:rPr>
              <a:t>kvXp</a:t>
            </a:r>
            <a:r>
              <a:rPr lang="en-US" sz="2800">
                <a:solidFill>
                  <a:srgbClr val="800000"/>
                </a:solidFill>
                <a:latin typeface="ML-TTKarthika" panose="04000000000000000000" pitchFamily="82" charset="0"/>
              </a:rPr>
              <a:t> </a:t>
            </a:r>
            <a:r>
              <a:rPr lang="en-US" sz="2800" err="1">
                <a:solidFill>
                  <a:srgbClr val="800000"/>
                </a:solidFill>
                <a:latin typeface="ML-TTKarthika" panose="04000000000000000000" pitchFamily="82" charset="0"/>
              </a:rPr>
              <a:t>PmX</a:t>
            </a:r>
            <a:r>
              <a:rPr lang="en-US" sz="2800">
                <a:solidFill>
                  <a:srgbClr val="800000"/>
                </a:solidFill>
                <a:latin typeface="ML-TTKarthika" panose="04000000000000000000" pitchFamily="82" charset="0"/>
              </a:rPr>
              <a:t> </a:t>
            </a:r>
            <a:r>
              <a:rPr lang="en-US" sz="2800" err="1">
                <a:solidFill>
                  <a:srgbClr val="800000"/>
                </a:solidFill>
                <a:latin typeface="ML-TTKarthika" panose="04000000000000000000" pitchFamily="82" charset="0"/>
              </a:rPr>
              <a:t>tLmjWw</a:t>
            </a:r>
            <a:r>
              <a:rPr lang="en-US" sz="2800">
                <a:solidFill>
                  <a:srgbClr val="800000"/>
                </a:solidFill>
                <a:latin typeface="ML-TTKarthika" panose="04000000000000000000" pitchFamily="82" charset="0"/>
              </a:rPr>
              <a:t> </a:t>
            </a:r>
            <a:endParaRPr lang="en-US" sz="800">
              <a:solidFill>
                <a:srgbClr val="800000"/>
              </a:solidFill>
              <a:latin typeface="ML-TTKarthika" panose="04000000000000000000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1923832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 txBox="1"/>
          <p:nvPr/>
        </p:nvSpPr>
        <p:spPr>
          <a:xfrm>
            <a:off x="0" y="1410159"/>
            <a:ext cx="9144000" cy="1777437"/>
          </a:xfrm>
          <a:prstGeom prst="rect">
            <a:avLst/>
          </a:prstGeom>
          <a:noFill/>
          <a:ln w="19050">
            <a:noFill/>
          </a:ln>
        </p:spPr>
        <p:txBody>
          <a:bodyPr lIns="91440" tIns="45720" rIns="91440" bIns="45720" anchor="ctr"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  <a:tabLst>
                <a:tab pos="1423880" algn="l"/>
              </a:tabLst>
            </a:pPr>
            <a:r>
              <a:rPr lang="en-GB" sz="48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abriola" pitchFamily="82" charset="0"/>
              </a:rPr>
              <a:t>Thanksgiving Prayers:</a:t>
            </a:r>
          </a:p>
          <a:p>
            <a:pPr marL="0" indent="0" algn="ctr">
              <a:buNone/>
              <a:tabLst>
                <a:tab pos="1423880" algn="l"/>
              </a:tabLst>
            </a:pPr>
            <a:r>
              <a:rPr lang="en-GB" sz="48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abriola"/>
              </a:rPr>
              <a:t>Hymn No 105</a:t>
            </a:r>
            <a:endParaRPr lang="en-GB" sz="6000" b="1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Gabriola" pitchFamily="82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 noEditPoints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SG" sz="2400">
                <a:latin typeface="Segoe UI"/>
                <a:cs typeface="Segoe UI"/>
              </a:rPr>
              <a:t>Thanksgiving Prayers – Hymn No </a:t>
            </a:r>
            <a:r>
              <a:rPr lang="en-SG">
                <a:latin typeface="Segoe UI"/>
                <a:cs typeface="Segoe UI"/>
              </a:rPr>
              <a:t>105</a:t>
            </a:r>
            <a:endParaRPr lang="en-SG" sz="2400" i="1">
              <a:latin typeface="Segoe UI"/>
              <a:cs typeface="Segoe UI"/>
            </a:endParaRPr>
          </a:p>
        </p:txBody>
      </p:sp>
      <p:sp>
        <p:nvSpPr>
          <p:cNvPr id="6" name="Slide Number Placeholder 3"/>
          <p:cNvSpPr txBox="1"/>
          <p:nvPr/>
        </p:nvSpPr>
        <p:spPr>
          <a:xfrm>
            <a:off x="8534400" y="13609"/>
            <a:ext cx="609600" cy="348343"/>
          </a:xfrm>
          <a:prstGeom prst="rect">
            <a:avLst/>
          </a:prstGeom>
        </p:spPr>
        <p:txBody>
          <a:bodyPr/>
          <a:lstStyle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 defTabSz="457178"/>
            <a:fld id="{61572416-2890-4130-B3A5-BF0B00B97382}" type="slidenum">
              <a:rPr lang="en-US" sz="140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8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7068968" y="4835725"/>
            <a:ext cx="2070847" cy="309164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r" defTabSz="457178"/>
            <a:r>
              <a:rPr lang="en-US" sz="1400">
                <a:solidFill>
                  <a:prstClr val="black"/>
                </a:solidFill>
                <a:latin typeface="Segoe UI"/>
                <a:cs typeface="Segoe UI"/>
              </a:rPr>
              <a:t>Thanksgiving: </a:t>
            </a:r>
            <a:r>
              <a:rPr lang="en-GB" sz="1400">
                <a:solidFill>
                  <a:prstClr val="black"/>
                </a:solidFill>
                <a:latin typeface="Segoe UI"/>
                <a:cs typeface="Segoe UI"/>
              </a:rPr>
              <a:t>1</a:t>
            </a:r>
            <a:r>
              <a:rPr lang="en-US" sz="1400">
                <a:solidFill>
                  <a:prstClr val="black"/>
                </a:solidFill>
                <a:latin typeface="Segoe UI"/>
                <a:cs typeface="Segoe UI"/>
              </a:rPr>
              <a:t> of 1 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30259FF-59B4-8D8B-2140-6FDBFE350CF7}"/>
              </a:ext>
            </a:extLst>
          </p:cNvPr>
          <p:cNvSpPr/>
          <p:nvPr/>
        </p:nvSpPr>
        <p:spPr>
          <a:xfrm>
            <a:off x="187572" y="2744026"/>
            <a:ext cx="8651628" cy="523220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pPr indent="1772920" defTabSz="685800">
              <a:defRPr/>
            </a:pPr>
            <a:endParaRPr lang="en-US" sz="2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L-TTKarthika" panose="04000000000000000000" pitchFamily="82" charset="0"/>
              <a:ea typeface="Calibri"/>
              <a:cs typeface="Calibri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AE17F14-7AB9-BB3C-32F1-9362842D4A15}"/>
              </a:ext>
            </a:extLst>
          </p:cNvPr>
          <p:cNvSpPr/>
          <p:nvPr/>
        </p:nvSpPr>
        <p:spPr>
          <a:xfrm>
            <a:off x="-58613" y="449023"/>
            <a:ext cx="9143998" cy="492443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pPr marL="1772920" defTabSz="685800">
              <a:defRPr/>
            </a:pPr>
            <a:endParaRPr lang="en-US" sz="2600">
              <a:solidFill>
                <a:prstClr val="black"/>
              </a:solidFill>
              <a:latin typeface="Segoe UI"/>
              <a:cs typeface="Segoe UI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5EB36AB-EAE5-7577-F4C2-016F98C99581}"/>
              </a:ext>
            </a:extLst>
          </p:cNvPr>
          <p:cNvSpPr txBox="1"/>
          <p:nvPr/>
        </p:nvSpPr>
        <p:spPr>
          <a:xfrm>
            <a:off x="-1" y="492317"/>
            <a:ext cx="9139813" cy="221599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800" err="1">
                <a:latin typeface="Calibri"/>
                <a:ea typeface="Open Sans"/>
                <a:cs typeface="Open Sans"/>
              </a:rPr>
              <a:t>parama</a:t>
            </a:r>
            <a:r>
              <a:rPr lang="en-US" sz="2800">
                <a:latin typeface="Calibri"/>
                <a:ea typeface="Open Sans"/>
                <a:cs typeface="Open Sans"/>
              </a:rPr>
              <a:t> </a:t>
            </a:r>
            <a:r>
              <a:rPr lang="en-US" sz="2800" err="1">
                <a:latin typeface="Calibri"/>
                <a:ea typeface="Open Sans"/>
                <a:cs typeface="Open Sans"/>
              </a:rPr>
              <a:t>pithavinu</a:t>
            </a:r>
            <a:r>
              <a:rPr lang="en-US" sz="2800">
                <a:latin typeface="Calibri"/>
                <a:ea typeface="Open Sans"/>
                <a:cs typeface="Open Sans"/>
              </a:rPr>
              <a:t> </a:t>
            </a:r>
            <a:r>
              <a:rPr lang="en-US" sz="2800" err="1">
                <a:latin typeface="Calibri"/>
                <a:ea typeface="Open Sans"/>
                <a:cs typeface="Open Sans"/>
              </a:rPr>
              <a:t>sthuthy</a:t>
            </a:r>
            <a:r>
              <a:rPr lang="en-US" sz="2800">
                <a:latin typeface="Calibri"/>
                <a:ea typeface="Open Sans"/>
                <a:cs typeface="Open Sans"/>
              </a:rPr>
              <a:t> </a:t>
            </a:r>
            <a:r>
              <a:rPr lang="en-US" sz="2800" err="1">
                <a:latin typeface="Calibri"/>
                <a:ea typeface="Open Sans"/>
                <a:cs typeface="Open Sans"/>
              </a:rPr>
              <a:t>paadam</a:t>
            </a:r>
            <a:br>
              <a:rPr lang="en-US" sz="2800">
                <a:latin typeface="Calibri"/>
                <a:ea typeface="Open Sans"/>
                <a:cs typeface="Open Sans"/>
              </a:rPr>
            </a:br>
            <a:r>
              <a:rPr lang="en-US" sz="2800" err="1">
                <a:latin typeface="Calibri"/>
                <a:ea typeface="Open Sans"/>
                <a:cs typeface="Open Sans"/>
              </a:rPr>
              <a:t>avanallo</a:t>
            </a:r>
            <a:r>
              <a:rPr lang="en-US" sz="2800">
                <a:latin typeface="Calibri"/>
                <a:ea typeface="Open Sans"/>
                <a:cs typeface="Open Sans"/>
              </a:rPr>
              <a:t> </a:t>
            </a:r>
            <a:r>
              <a:rPr lang="en-US" sz="2800" err="1">
                <a:latin typeface="Calibri"/>
                <a:ea typeface="Open Sans"/>
                <a:cs typeface="Open Sans"/>
              </a:rPr>
              <a:t>jeevane</a:t>
            </a:r>
            <a:r>
              <a:rPr lang="en-US" sz="2800">
                <a:latin typeface="Calibri"/>
                <a:ea typeface="Open Sans"/>
                <a:cs typeface="Open Sans"/>
              </a:rPr>
              <a:t> </a:t>
            </a:r>
            <a:r>
              <a:rPr lang="en-US" sz="2800" err="1">
                <a:latin typeface="Calibri"/>
                <a:ea typeface="Open Sans"/>
                <a:cs typeface="Open Sans"/>
              </a:rPr>
              <a:t>nalkidunnu</a:t>
            </a:r>
            <a:br>
              <a:rPr lang="en-US" sz="2800">
                <a:latin typeface="Calibri"/>
                <a:ea typeface="Open Sans"/>
                <a:cs typeface="Open Sans"/>
              </a:rPr>
            </a:br>
            <a:r>
              <a:rPr lang="en-US" sz="2800" err="1">
                <a:latin typeface="Calibri"/>
                <a:ea typeface="Open Sans"/>
                <a:cs typeface="Open Sans"/>
              </a:rPr>
              <a:t>paapangal</a:t>
            </a:r>
            <a:r>
              <a:rPr lang="en-US" sz="2800">
                <a:latin typeface="Calibri"/>
                <a:ea typeface="Open Sans"/>
                <a:cs typeface="Open Sans"/>
              </a:rPr>
              <a:t> </a:t>
            </a:r>
            <a:r>
              <a:rPr lang="en-US" sz="2800" err="1">
                <a:latin typeface="Calibri"/>
                <a:ea typeface="Open Sans"/>
                <a:cs typeface="Open Sans"/>
              </a:rPr>
              <a:t>aakave</a:t>
            </a:r>
            <a:r>
              <a:rPr lang="en-US" sz="2800">
                <a:latin typeface="Calibri"/>
                <a:ea typeface="Open Sans"/>
                <a:cs typeface="Open Sans"/>
              </a:rPr>
              <a:t> </a:t>
            </a:r>
            <a:r>
              <a:rPr lang="en-US" sz="2800" err="1">
                <a:latin typeface="Calibri"/>
                <a:ea typeface="Open Sans"/>
                <a:cs typeface="Open Sans"/>
              </a:rPr>
              <a:t>kshmichidunnu</a:t>
            </a:r>
            <a:br>
              <a:rPr lang="en-US" sz="2800">
                <a:latin typeface="Calibri"/>
                <a:ea typeface="Open Sans"/>
                <a:cs typeface="Open Sans"/>
              </a:rPr>
            </a:br>
            <a:r>
              <a:rPr lang="en-US" sz="2800" err="1">
                <a:latin typeface="Calibri"/>
                <a:ea typeface="Open Sans"/>
                <a:cs typeface="Open Sans"/>
              </a:rPr>
              <a:t>rogangal</a:t>
            </a:r>
            <a:r>
              <a:rPr lang="en-US" sz="2800">
                <a:latin typeface="Calibri"/>
                <a:ea typeface="Open Sans"/>
                <a:cs typeface="Open Sans"/>
              </a:rPr>
              <a:t> </a:t>
            </a:r>
            <a:r>
              <a:rPr lang="en-US" sz="2800" err="1">
                <a:latin typeface="Calibri"/>
                <a:ea typeface="Open Sans"/>
                <a:cs typeface="Open Sans"/>
              </a:rPr>
              <a:t>akhilavum</a:t>
            </a:r>
            <a:r>
              <a:rPr lang="en-US" sz="2800">
                <a:latin typeface="Calibri"/>
                <a:ea typeface="Open Sans"/>
                <a:cs typeface="Open Sans"/>
              </a:rPr>
              <a:t> </a:t>
            </a:r>
            <a:r>
              <a:rPr lang="en-US" sz="2800" err="1">
                <a:latin typeface="Calibri"/>
                <a:ea typeface="Open Sans"/>
                <a:cs typeface="Open Sans"/>
              </a:rPr>
              <a:t>neekkidunnu</a:t>
            </a:r>
            <a:endParaRPr lang="en-US" err="1">
              <a:latin typeface="Calibri"/>
              <a:ea typeface="Calibri"/>
              <a:cs typeface="Calibri"/>
            </a:endParaRPr>
          </a:p>
          <a:p>
            <a:pPr algn="ctr"/>
            <a:r>
              <a:rPr lang="en-US" sz="2700" err="1">
                <a:solidFill>
                  <a:srgbClr val="800000"/>
                </a:solidFill>
                <a:latin typeface="Calibri"/>
                <a:ea typeface="Calibri"/>
                <a:cs typeface="Calibri"/>
              </a:rPr>
              <a:t>parama</a:t>
            </a:r>
            <a:r>
              <a:rPr lang="en-US" sz="2700">
                <a:solidFill>
                  <a:srgbClr val="800000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700" err="1">
                <a:solidFill>
                  <a:srgbClr val="800000"/>
                </a:solidFill>
                <a:latin typeface="Calibri"/>
                <a:ea typeface="Calibri"/>
                <a:cs typeface="Calibri"/>
              </a:rPr>
              <a:t>pithavinu</a:t>
            </a:r>
            <a:r>
              <a:rPr lang="en-US" sz="2700">
                <a:solidFill>
                  <a:srgbClr val="800000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700" err="1">
                <a:solidFill>
                  <a:srgbClr val="800000"/>
                </a:solidFill>
                <a:latin typeface="Calibri"/>
                <a:ea typeface="Calibri"/>
                <a:cs typeface="Calibri"/>
              </a:rPr>
              <a:t>sthuthy</a:t>
            </a:r>
            <a:r>
              <a:rPr lang="en-US" sz="2700">
                <a:solidFill>
                  <a:srgbClr val="800000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700" err="1">
                <a:solidFill>
                  <a:srgbClr val="800000"/>
                </a:solidFill>
                <a:latin typeface="Calibri"/>
                <a:ea typeface="Calibri"/>
                <a:cs typeface="Calibri"/>
              </a:rPr>
              <a:t>paadam</a:t>
            </a:r>
            <a:r>
              <a:rPr lang="en-US" sz="2700">
                <a:solidFill>
                  <a:srgbClr val="800000"/>
                </a:solidFill>
                <a:latin typeface="Calibri"/>
                <a:ea typeface="Calibri"/>
                <a:cs typeface="Calibri"/>
              </a:rPr>
              <a:t> </a:t>
            </a:r>
            <a:r>
              <a:rPr lang="en-US" sz="2700" err="1">
                <a:solidFill>
                  <a:srgbClr val="800000"/>
                </a:solidFill>
                <a:latin typeface="Calibri"/>
                <a:ea typeface="Calibri"/>
                <a:cs typeface="Calibri"/>
              </a:rPr>
              <a:t>avanallo</a:t>
            </a:r>
            <a:r>
              <a:rPr lang="en-US" sz="2700">
                <a:solidFill>
                  <a:srgbClr val="800000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700" err="1">
                <a:solidFill>
                  <a:srgbClr val="800000"/>
                </a:solidFill>
                <a:latin typeface="Calibri"/>
                <a:ea typeface="Calibri"/>
                <a:cs typeface="Calibri"/>
              </a:rPr>
              <a:t>jeevane</a:t>
            </a:r>
            <a:r>
              <a:rPr lang="en-US" sz="2700">
                <a:solidFill>
                  <a:srgbClr val="800000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700" err="1">
                <a:solidFill>
                  <a:srgbClr val="800000"/>
                </a:solidFill>
                <a:latin typeface="Calibri"/>
                <a:ea typeface="Calibri"/>
                <a:cs typeface="Calibri"/>
              </a:rPr>
              <a:t>nalkidunnu</a:t>
            </a:r>
            <a:endParaRPr lang="en-US" sz="2700">
              <a:solidFill>
                <a:srgbClr val="800000"/>
              </a:solidFill>
              <a:ea typeface="Calibri"/>
              <a:cs typeface="Calibri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F19CD83-13E4-F1DC-EAC6-F0CC1852015F}"/>
              </a:ext>
            </a:extLst>
          </p:cNvPr>
          <p:cNvSpPr txBox="1"/>
          <p:nvPr/>
        </p:nvSpPr>
        <p:spPr>
          <a:xfrm>
            <a:off x="52758" y="2699974"/>
            <a:ext cx="9039554" cy="224676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lvl="0" indent="1772920" defTabSz="685800">
              <a:defRPr/>
            </a:pPr>
            <a:r>
              <a:rPr lang="en-US" sz="2800">
                <a:solidFill>
                  <a:srgbClr val="000000"/>
                </a:solidFill>
                <a:latin typeface="ML-TTKarthika"/>
              </a:rPr>
              <a:t>]ca]</a:t>
            </a:r>
            <a:r>
              <a:rPr lang="en-US" sz="2800" err="1">
                <a:solidFill>
                  <a:srgbClr val="000000"/>
                </a:solidFill>
                <a:latin typeface="ML-TTKarthika"/>
              </a:rPr>
              <a:t>nXmhn</a:t>
            </a:r>
            <a:r>
              <a:rPr lang="en-US" sz="2800">
                <a:solidFill>
                  <a:srgbClr val="000000"/>
                </a:solidFill>
                <a:latin typeface="ML-TTKarthika"/>
              </a:rPr>
              <a:t>\p </a:t>
            </a:r>
            <a:r>
              <a:rPr lang="en-US" sz="2800" err="1">
                <a:solidFill>
                  <a:srgbClr val="000000"/>
                </a:solidFill>
                <a:latin typeface="ML-TTKarthika"/>
              </a:rPr>
              <a:t>kvXpXn</a:t>
            </a:r>
            <a:r>
              <a:rPr lang="en-US" sz="2800">
                <a:solidFill>
                  <a:srgbClr val="000000"/>
                </a:solidFill>
                <a:latin typeface="ML-TTKarthika"/>
              </a:rPr>
              <a:t> ]</a:t>
            </a:r>
            <a:r>
              <a:rPr lang="en-US" sz="2800" err="1">
                <a:solidFill>
                  <a:srgbClr val="000000"/>
                </a:solidFill>
                <a:latin typeface="ML-TTKarthika"/>
              </a:rPr>
              <a:t>mSmw</a:t>
            </a:r>
            <a:r>
              <a:rPr lang="en-US" sz="2800">
                <a:solidFill>
                  <a:srgbClr val="000000"/>
                </a:solidFill>
                <a:latin typeface="ML-TTKarthika"/>
              </a:rPr>
              <a:t> </a:t>
            </a:r>
            <a:endParaRPr lang="en-US"/>
          </a:p>
          <a:p>
            <a:pPr lvl="0" indent="1772920" defTabSz="685800">
              <a:defRPr/>
            </a:pPr>
            <a:r>
              <a:rPr lang="en-US" sz="2800">
                <a:solidFill>
                  <a:srgbClr val="000000"/>
                </a:solidFill>
                <a:latin typeface="ML-TTKarthika"/>
              </a:rPr>
              <a:t>Ah\</a:t>
            </a:r>
            <a:r>
              <a:rPr lang="en-US" sz="2800" err="1">
                <a:solidFill>
                  <a:srgbClr val="000000"/>
                </a:solidFill>
                <a:latin typeface="ML-TTKarthika"/>
              </a:rPr>
              <a:t>tÃm</a:t>
            </a:r>
            <a:r>
              <a:rPr lang="en-US" sz="2800">
                <a:solidFill>
                  <a:srgbClr val="000000"/>
                </a:solidFill>
                <a:latin typeface="ML-TTKarthika"/>
              </a:rPr>
              <a:t> </a:t>
            </a:r>
            <a:r>
              <a:rPr lang="en-US" sz="2800" err="1">
                <a:solidFill>
                  <a:srgbClr val="000000"/>
                </a:solidFill>
                <a:latin typeface="ML-TTKarthika"/>
              </a:rPr>
              <a:t>Pohs</a:t>
            </a:r>
            <a:r>
              <a:rPr lang="en-US" sz="2800">
                <a:solidFill>
                  <a:srgbClr val="000000"/>
                </a:solidFill>
                <a:latin typeface="ML-TTKarthika"/>
              </a:rPr>
              <a:t>\ \</a:t>
            </a:r>
            <a:r>
              <a:rPr lang="en-US" sz="2800" err="1">
                <a:solidFill>
                  <a:srgbClr val="000000"/>
                </a:solidFill>
                <a:latin typeface="ML-TTKarthika"/>
              </a:rPr>
              <a:t>evIoSp¶p</a:t>
            </a:r>
            <a:r>
              <a:rPr lang="en-US" sz="2800">
                <a:solidFill>
                  <a:srgbClr val="000000"/>
                </a:solidFill>
                <a:latin typeface="ML-TTKarthika"/>
              </a:rPr>
              <a:t> </a:t>
            </a:r>
          </a:p>
          <a:p>
            <a:pPr lvl="0" indent="1772920" defTabSz="685800">
              <a:defRPr/>
            </a:pPr>
            <a:r>
              <a:rPr lang="en-US" sz="2800">
                <a:solidFill>
                  <a:srgbClr val="000000"/>
                </a:solidFill>
                <a:latin typeface="ML-TTKarthika"/>
              </a:rPr>
              <a:t>]m]§</a:t>
            </a:r>
            <a:r>
              <a:rPr lang="en-US" sz="2800" err="1">
                <a:solidFill>
                  <a:srgbClr val="000000"/>
                </a:solidFill>
                <a:latin typeface="ML-TTKarthika"/>
              </a:rPr>
              <a:t>sfms¡bpw</a:t>
            </a:r>
            <a:r>
              <a:rPr lang="en-US" sz="2800">
                <a:solidFill>
                  <a:srgbClr val="000000"/>
                </a:solidFill>
                <a:latin typeface="ML-TTKarthika"/>
              </a:rPr>
              <a:t> £</a:t>
            </a:r>
            <a:r>
              <a:rPr lang="en-US" sz="2800" err="1">
                <a:solidFill>
                  <a:srgbClr val="000000"/>
                </a:solidFill>
                <a:latin typeface="ML-TTKarthika"/>
              </a:rPr>
              <a:t>an¨oSp¶p</a:t>
            </a:r>
            <a:r>
              <a:rPr lang="en-US" sz="2800">
                <a:solidFill>
                  <a:srgbClr val="000000"/>
                </a:solidFill>
                <a:latin typeface="ML-TTKarthika"/>
              </a:rPr>
              <a:t> </a:t>
            </a:r>
          </a:p>
          <a:p>
            <a:pPr lvl="0" indent="1772920" defTabSz="685800">
              <a:defRPr/>
            </a:pPr>
            <a:r>
              <a:rPr lang="en-US" sz="2800" err="1">
                <a:solidFill>
                  <a:srgbClr val="000000"/>
                </a:solidFill>
                <a:latin typeface="ML-TTKarthika"/>
              </a:rPr>
              <a:t>tcmK§fmIth</a:t>
            </a:r>
            <a:r>
              <a:rPr lang="en-US" sz="2800">
                <a:solidFill>
                  <a:srgbClr val="000000"/>
                </a:solidFill>
                <a:latin typeface="ML-TTKarthika"/>
              </a:rPr>
              <a:t> \</a:t>
            </a:r>
            <a:r>
              <a:rPr lang="en-US" sz="2800" err="1">
                <a:solidFill>
                  <a:srgbClr val="000000"/>
                </a:solidFill>
                <a:latin typeface="ML-TTKarthika"/>
              </a:rPr>
              <a:t>o¡nSp¶p</a:t>
            </a:r>
            <a:r>
              <a:rPr lang="en-US" sz="2800">
                <a:solidFill>
                  <a:srgbClr val="000000"/>
                </a:solidFill>
                <a:latin typeface="ML-TTKarthika"/>
              </a:rPr>
              <a:t> </a:t>
            </a:r>
          </a:p>
          <a:p>
            <a:pPr lvl="0" defTabSz="685800">
              <a:defRPr/>
            </a:pPr>
            <a:r>
              <a:rPr lang="en-US" sz="2800">
                <a:solidFill>
                  <a:srgbClr val="800000"/>
                </a:solidFill>
                <a:latin typeface="ML-TTKarthika"/>
              </a:rPr>
              <a:t>]ca]</a:t>
            </a:r>
            <a:r>
              <a:rPr lang="en-US" sz="2800" err="1">
                <a:solidFill>
                  <a:srgbClr val="800000"/>
                </a:solidFill>
                <a:latin typeface="ML-TTKarthika"/>
              </a:rPr>
              <a:t>nXmhn</a:t>
            </a:r>
            <a:r>
              <a:rPr lang="en-US" sz="2800">
                <a:solidFill>
                  <a:srgbClr val="800000"/>
                </a:solidFill>
                <a:latin typeface="ML-TTKarthika"/>
              </a:rPr>
              <a:t>\p </a:t>
            </a:r>
            <a:r>
              <a:rPr lang="en-US" sz="2800" err="1">
                <a:solidFill>
                  <a:srgbClr val="800000"/>
                </a:solidFill>
                <a:latin typeface="ML-TTKarthika"/>
              </a:rPr>
              <a:t>kvXpXn</a:t>
            </a:r>
            <a:r>
              <a:rPr lang="en-US" sz="2800">
                <a:solidFill>
                  <a:srgbClr val="800000"/>
                </a:solidFill>
                <a:latin typeface="ML-TTKarthika"/>
              </a:rPr>
              <a:t> ]</a:t>
            </a:r>
            <a:r>
              <a:rPr lang="en-US" sz="2800" err="1">
                <a:solidFill>
                  <a:srgbClr val="800000"/>
                </a:solidFill>
                <a:latin typeface="ML-TTKarthika"/>
              </a:rPr>
              <a:t>mSmw</a:t>
            </a:r>
            <a:r>
              <a:rPr lang="en-US" sz="2800">
                <a:solidFill>
                  <a:srgbClr val="800000"/>
                </a:solidFill>
                <a:latin typeface="ML-TTKarthika"/>
              </a:rPr>
              <a:t> Ah\</a:t>
            </a:r>
            <a:r>
              <a:rPr lang="en-US" sz="2800" err="1">
                <a:solidFill>
                  <a:srgbClr val="800000"/>
                </a:solidFill>
                <a:latin typeface="ML-TTKarthika"/>
              </a:rPr>
              <a:t>tÃm</a:t>
            </a:r>
            <a:r>
              <a:rPr lang="en-US" sz="2800">
                <a:solidFill>
                  <a:srgbClr val="800000"/>
                </a:solidFill>
                <a:latin typeface="ML-TTKarthika"/>
              </a:rPr>
              <a:t> </a:t>
            </a:r>
            <a:r>
              <a:rPr lang="en-US" sz="2800" err="1">
                <a:solidFill>
                  <a:srgbClr val="800000"/>
                </a:solidFill>
                <a:latin typeface="ML-TTKarthika"/>
              </a:rPr>
              <a:t>Pohs</a:t>
            </a:r>
            <a:r>
              <a:rPr lang="en-US" sz="2800">
                <a:solidFill>
                  <a:srgbClr val="800000"/>
                </a:solidFill>
                <a:latin typeface="ML-TTKarthika"/>
              </a:rPr>
              <a:t>\ \</a:t>
            </a:r>
            <a:r>
              <a:rPr lang="en-US" sz="2800" err="1">
                <a:solidFill>
                  <a:srgbClr val="800000"/>
                </a:solidFill>
                <a:latin typeface="ML-TTKarthika"/>
              </a:rPr>
              <a:t>evIoSp¶p</a:t>
            </a:r>
            <a:endParaRPr lang="en-US" sz="2800">
              <a:solidFill>
                <a:srgbClr val="000000"/>
              </a:solidFill>
              <a:latin typeface="ML-TTKarthika" panose="04000000000000000000" pitchFamily="82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 txBox="1"/>
          <p:nvPr/>
        </p:nvSpPr>
        <p:spPr>
          <a:xfrm>
            <a:off x="0" y="1410159"/>
            <a:ext cx="9144000" cy="1777437"/>
          </a:xfrm>
          <a:prstGeom prst="rect">
            <a:avLst/>
          </a:prstGeom>
          <a:noFill/>
          <a:ln w="19050">
            <a:noFill/>
          </a:ln>
        </p:spPr>
        <p:txBody>
          <a:bodyPr lIns="91440" tIns="45720" rIns="91440" bIns="45720" anchor="ctr"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  <a:tabLst>
                <a:tab pos="1423880" algn="l"/>
              </a:tabLst>
            </a:pPr>
            <a:r>
              <a:rPr lang="en-GB" sz="48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abriola" pitchFamily="82" charset="0"/>
              </a:rPr>
              <a:t>Offertory:</a:t>
            </a:r>
            <a:endParaRPr lang="en-GB" sz="6000" b="1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Gabriola" pitchFamily="82" charset="0"/>
            </a:endParaRPr>
          </a:p>
          <a:p>
            <a:pPr marL="0" indent="0" algn="ctr">
              <a:buNone/>
              <a:tabLst>
                <a:tab pos="1423880" algn="l"/>
              </a:tabLst>
            </a:pPr>
            <a:r>
              <a:rPr lang="en-GB" sz="54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abriola" pitchFamily="82" charset="0"/>
              </a:rPr>
              <a:t>Hymn No 130</a:t>
            </a:r>
            <a:endParaRPr lang="en-GB" sz="4000" b="1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panose="020B0604020202020204" pitchFamily="34" charset="0"/>
              <a:ea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 noEditPoints="1"/>
          </p:cNvSpPr>
          <p:nvPr>
            <p:ph type="title"/>
          </p:nvPr>
        </p:nvSpPr>
        <p:spPr/>
        <p:txBody>
          <a:bodyPr/>
          <a:lstStyle/>
          <a:p>
            <a:r>
              <a:rPr lang="en-GB">
                <a:latin typeface="Segoe UI" panose="020B0502040204020203" pitchFamily="34" charset="0"/>
                <a:cs typeface="Segoe UI" panose="020B0502040204020203" pitchFamily="34" charset="0"/>
              </a:rPr>
              <a:t>Offertory – Hymn No 130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49022" y="4835723"/>
            <a:ext cx="169079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defTabSz="457178"/>
            <a:r>
              <a:rPr lang="en-SG" sz="140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Offertory: 1 of 4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5799F3AE-D01E-4197-0BAB-7444E983DDAD}"/>
              </a:ext>
            </a:extLst>
          </p:cNvPr>
          <p:cNvSpPr txBox="1"/>
          <p:nvPr/>
        </p:nvSpPr>
        <p:spPr>
          <a:xfrm>
            <a:off x="6414535" y="3576238"/>
            <a:ext cx="2888574" cy="536637"/>
          </a:xfrm>
          <a:prstGeom prst="rect">
            <a:avLst/>
          </a:prstGeom>
          <a:noFill/>
        </p:spPr>
        <p:txBody>
          <a:bodyPr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defTabSz="685766">
              <a:spcBef>
                <a:spcPts val="563"/>
              </a:spcBef>
              <a:buNone/>
              <a:tabLst>
                <a:tab pos="1423880" algn="l"/>
              </a:tabLst>
            </a:pPr>
            <a:r>
              <a:rPr lang="en-GB" sz="2200">
                <a:solidFill>
                  <a:prstClr val="black"/>
                </a:solidFill>
                <a:latin typeface="Bahnschrift" panose="020B0502040204020203" pitchFamily="34" charset="0"/>
                <a:cs typeface="Segoe UI" panose="020B0502040204020203" pitchFamily="34" charset="0"/>
              </a:rPr>
              <a:t>UEN - S86CC0315K</a:t>
            </a:r>
          </a:p>
        </p:txBody>
      </p:sp>
      <p:pic>
        <p:nvPicPr>
          <p:cNvPr id="7" name="Picture 6" descr="Qr code with a pay now text&#10;&#10;AI-generated content may be incorrect.">
            <a:extLst>
              <a:ext uri="{FF2B5EF4-FFF2-40B4-BE49-F238E27FC236}">
                <a16:creationId xmlns:a16="http://schemas.microsoft.com/office/drawing/2014/main" id="{5BDE969A-31AC-BE4F-7946-5FF90F572E6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6651967" y="1010687"/>
            <a:ext cx="2492034" cy="2568958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6BA86C-C279-ABB6-AA6D-CC4B3F43EB8C}"/>
              </a:ext>
            </a:extLst>
          </p:cNvPr>
          <p:cNvSpPr txBox="1">
            <a:spLocks/>
          </p:cNvSpPr>
          <p:nvPr/>
        </p:nvSpPr>
        <p:spPr>
          <a:xfrm>
            <a:off x="-1227" y="887705"/>
            <a:ext cx="6899942" cy="2085751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0" indent="0" algn="ctr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2400" err="1">
                <a:latin typeface="Calibri"/>
                <a:ea typeface="Calibri"/>
                <a:cs typeface="Segoe UI"/>
              </a:rPr>
              <a:t>yeshuvin</a:t>
            </a:r>
            <a:r>
              <a:rPr lang="en-US" sz="2400">
                <a:latin typeface="Calibri"/>
                <a:ea typeface="Calibri"/>
                <a:cs typeface="Segoe UI"/>
              </a:rPr>
              <a:t> </a:t>
            </a:r>
            <a:r>
              <a:rPr lang="en-US" sz="2400" err="1">
                <a:latin typeface="Calibri"/>
                <a:ea typeface="Calibri"/>
                <a:cs typeface="Segoe UI"/>
              </a:rPr>
              <a:t>jananathe</a:t>
            </a:r>
            <a:r>
              <a:rPr lang="en-US" sz="2400">
                <a:latin typeface="Calibri"/>
                <a:ea typeface="Calibri"/>
                <a:cs typeface="Segoe UI"/>
              </a:rPr>
              <a:t> naam – </a:t>
            </a:r>
            <a:r>
              <a:rPr lang="en-US" sz="2400" err="1">
                <a:latin typeface="Calibri"/>
                <a:ea typeface="Calibri"/>
                <a:cs typeface="Segoe UI"/>
              </a:rPr>
              <a:t>paadi</a:t>
            </a:r>
            <a:r>
              <a:rPr lang="en-US" sz="2400">
                <a:latin typeface="Calibri"/>
                <a:ea typeface="Calibri"/>
                <a:cs typeface="Segoe UI"/>
              </a:rPr>
              <a:t> </a:t>
            </a:r>
            <a:r>
              <a:rPr lang="en-US" sz="2400" err="1">
                <a:latin typeface="Calibri"/>
                <a:ea typeface="Calibri"/>
                <a:cs typeface="Segoe UI"/>
              </a:rPr>
              <a:t>santhoshikka</a:t>
            </a:r>
            <a:endParaRPr lang="en-US" sz="2400">
              <a:latin typeface="Calibri"/>
              <a:ea typeface="Calibri"/>
              <a:cs typeface="Segoe UI"/>
            </a:endParaRPr>
          </a:p>
          <a:p>
            <a:pPr algn="l"/>
            <a:r>
              <a:rPr lang="en-US" sz="2400" err="1">
                <a:latin typeface="Calibri"/>
                <a:ea typeface="Calibri"/>
                <a:cs typeface="Segoe UI"/>
              </a:rPr>
              <a:t>aashayodu</a:t>
            </a:r>
            <a:r>
              <a:rPr lang="en-US" sz="2400">
                <a:latin typeface="Calibri"/>
                <a:ea typeface="Calibri"/>
                <a:cs typeface="Segoe UI"/>
              </a:rPr>
              <a:t> than </a:t>
            </a:r>
            <a:r>
              <a:rPr lang="en-US" sz="2400" err="1">
                <a:latin typeface="Calibri"/>
                <a:ea typeface="Calibri"/>
                <a:cs typeface="Segoe UI"/>
              </a:rPr>
              <a:t>daasar</a:t>
            </a:r>
            <a:r>
              <a:rPr lang="en-US" sz="2400">
                <a:latin typeface="Calibri"/>
                <a:ea typeface="Calibri"/>
                <a:cs typeface="Segoe UI"/>
              </a:rPr>
              <a:t> naam – </a:t>
            </a:r>
            <a:r>
              <a:rPr lang="en-US" sz="2400" err="1">
                <a:latin typeface="Calibri"/>
                <a:ea typeface="Calibri"/>
                <a:cs typeface="Segoe UI"/>
              </a:rPr>
              <a:t>anandhicheeduka</a:t>
            </a:r>
            <a:endParaRPr lang="en-US" sz="2400">
              <a:latin typeface="Calibri"/>
              <a:ea typeface="Calibri"/>
              <a:cs typeface="Segoe UI"/>
            </a:endParaRPr>
          </a:p>
          <a:p>
            <a:pPr algn="l"/>
            <a:r>
              <a:rPr lang="en-US" sz="2400" err="1">
                <a:latin typeface="Calibri"/>
                <a:ea typeface="Calibri"/>
                <a:cs typeface="Segoe UI"/>
              </a:rPr>
              <a:t>yeshuvin</a:t>
            </a:r>
            <a:r>
              <a:rPr lang="en-US" sz="2400">
                <a:latin typeface="Calibri"/>
                <a:ea typeface="Calibri"/>
                <a:cs typeface="Segoe UI"/>
              </a:rPr>
              <a:t> </a:t>
            </a:r>
            <a:r>
              <a:rPr lang="en-US" sz="2400" err="1">
                <a:latin typeface="Calibri"/>
                <a:ea typeface="Calibri"/>
                <a:cs typeface="Segoe UI"/>
              </a:rPr>
              <a:t>avathaaram</a:t>
            </a:r>
            <a:r>
              <a:rPr lang="en-US" sz="2400">
                <a:latin typeface="Calibri"/>
                <a:ea typeface="Calibri"/>
                <a:cs typeface="Segoe UI"/>
              </a:rPr>
              <a:t> -</a:t>
            </a:r>
            <a:r>
              <a:rPr lang="en-US" sz="2400" err="1">
                <a:latin typeface="Calibri"/>
                <a:ea typeface="Calibri"/>
                <a:cs typeface="Segoe UI"/>
              </a:rPr>
              <a:t>theerthu</a:t>
            </a:r>
            <a:r>
              <a:rPr lang="en-US" sz="2400">
                <a:latin typeface="Calibri"/>
                <a:ea typeface="Calibri"/>
                <a:cs typeface="Segoe UI"/>
              </a:rPr>
              <a:t> </a:t>
            </a:r>
            <a:r>
              <a:rPr lang="en-US" sz="2400" err="1">
                <a:latin typeface="Calibri"/>
                <a:ea typeface="Calibri"/>
                <a:cs typeface="Segoe UI"/>
              </a:rPr>
              <a:t>peyadhikaaram</a:t>
            </a:r>
            <a:endParaRPr lang="en-US" sz="2400">
              <a:latin typeface="Calibri"/>
              <a:ea typeface="Calibri"/>
              <a:cs typeface="Segoe UI"/>
            </a:endParaRPr>
          </a:p>
          <a:p>
            <a:pPr algn="l"/>
            <a:r>
              <a:rPr lang="en-US" sz="2400" i="1" err="1">
                <a:solidFill>
                  <a:srgbClr val="800000"/>
                </a:solidFill>
                <a:latin typeface="Calibri"/>
                <a:ea typeface="Calibri"/>
                <a:cs typeface="Segoe UI"/>
              </a:rPr>
              <a:t>kooduka</a:t>
            </a:r>
            <a:r>
              <a:rPr lang="en-US" sz="2400" i="1">
                <a:solidFill>
                  <a:srgbClr val="800000"/>
                </a:solidFill>
                <a:latin typeface="Calibri"/>
                <a:ea typeface="Calibri"/>
                <a:cs typeface="Segoe UI"/>
              </a:rPr>
              <a:t> naam </a:t>
            </a:r>
            <a:r>
              <a:rPr lang="en-US" sz="2400" i="1" err="1">
                <a:solidFill>
                  <a:srgbClr val="800000"/>
                </a:solidFill>
                <a:latin typeface="Calibri"/>
                <a:ea typeface="Calibri"/>
                <a:cs typeface="Segoe UI"/>
              </a:rPr>
              <a:t>paaduka</a:t>
            </a:r>
            <a:r>
              <a:rPr lang="en-US" sz="2400" i="1">
                <a:solidFill>
                  <a:srgbClr val="800000"/>
                </a:solidFill>
                <a:latin typeface="Calibri"/>
                <a:ea typeface="Calibri"/>
                <a:cs typeface="Segoe UI"/>
              </a:rPr>
              <a:t> naam bahu </a:t>
            </a:r>
            <a:r>
              <a:rPr lang="en-US" sz="2400" i="1" err="1">
                <a:solidFill>
                  <a:srgbClr val="800000"/>
                </a:solidFill>
                <a:latin typeface="Calibri"/>
                <a:ea typeface="Calibri"/>
                <a:cs typeface="Segoe UI"/>
              </a:rPr>
              <a:t>santhoshame</a:t>
            </a:r>
            <a:r>
              <a:rPr lang="en-US" sz="2400" i="1">
                <a:solidFill>
                  <a:srgbClr val="800000"/>
                </a:solidFill>
                <a:latin typeface="Segoe UI"/>
                <a:cs typeface="Segoe UI"/>
              </a:rPr>
              <a:t> </a:t>
            </a:r>
            <a:r>
              <a:rPr lang="en-US" sz="2000" i="1">
                <a:solidFill>
                  <a:srgbClr val="800000"/>
                </a:solidFill>
                <a:latin typeface="Segoe UI"/>
                <a:cs typeface="Segoe UI"/>
              </a:rPr>
              <a:t>(2) 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A0A8B37-B8BF-5778-6490-61C583A75BA9}"/>
              </a:ext>
            </a:extLst>
          </p:cNvPr>
          <p:cNvSpPr/>
          <p:nvPr/>
        </p:nvSpPr>
        <p:spPr>
          <a:xfrm>
            <a:off x="-17516" y="2775649"/>
            <a:ext cx="8313328" cy="1785104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r>
              <a:rPr lang="en-US" sz="2600">
                <a:latin typeface="ML-TTKarthika"/>
              </a:rPr>
              <a:t>tbiphn³ P\\s¯ \mw þ ]</a:t>
            </a:r>
            <a:r>
              <a:rPr lang="en-US" sz="2600" err="1">
                <a:latin typeface="ML-TTKarthika"/>
              </a:rPr>
              <a:t>mSn</a:t>
            </a:r>
            <a:r>
              <a:rPr lang="en-US" sz="2600">
                <a:latin typeface="ML-TTKarthika"/>
              </a:rPr>
              <a:t> </a:t>
            </a:r>
            <a:r>
              <a:rPr lang="en-US" sz="2600" err="1">
                <a:latin typeface="ML-TTKarthika"/>
              </a:rPr>
              <a:t>kt´mjn</a:t>
            </a:r>
            <a:r>
              <a:rPr lang="en-US" sz="2600">
                <a:latin typeface="ML-TTKarthika"/>
              </a:rPr>
              <a:t>¡ </a:t>
            </a:r>
          </a:p>
          <a:p>
            <a:r>
              <a:rPr lang="en-US" sz="2600" err="1">
                <a:latin typeface="ML-TTKarthika"/>
              </a:rPr>
              <a:t>BitbmSp</a:t>
            </a:r>
            <a:r>
              <a:rPr lang="en-US" sz="2600">
                <a:latin typeface="ML-TTKarthika"/>
              </a:rPr>
              <a:t> X³ </a:t>
            </a:r>
            <a:r>
              <a:rPr lang="en-US" sz="2600" err="1">
                <a:latin typeface="ML-TTKarthika"/>
              </a:rPr>
              <a:t>ZmkÀ</a:t>
            </a:r>
            <a:r>
              <a:rPr lang="en-US" sz="2600">
                <a:latin typeface="ML-TTKarthika"/>
              </a:rPr>
              <a:t> \mw þ B\\</a:t>
            </a:r>
            <a:r>
              <a:rPr lang="en-US" sz="2600" err="1">
                <a:latin typeface="ML-TTKarthika"/>
              </a:rPr>
              <a:t>vZn¨oSpI</a:t>
            </a:r>
            <a:r>
              <a:rPr lang="en-US" sz="2600">
                <a:latin typeface="ML-TTKarthika"/>
              </a:rPr>
              <a:t> </a:t>
            </a:r>
            <a:r>
              <a:rPr lang="en-US" sz="2600" err="1">
                <a:latin typeface="ML-TTKarthika"/>
              </a:rPr>
              <a:t>tbiphn¶hXmcw</a:t>
            </a:r>
            <a:r>
              <a:rPr lang="en-US" sz="2600">
                <a:latin typeface="ML-TTKarthika"/>
              </a:rPr>
              <a:t>… </a:t>
            </a:r>
            <a:r>
              <a:rPr lang="en-US" sz="2600" err="1">
                <a:latin typeface="ML-TTKarthika"/>
              </a:rPr>
              <a:t>XoÀ¯pt</a:t>
            </a:r>
            <a:r>
              <a:rPr lang="en-US" sz="2600">
                <a:latin typeface="ML-TTKarthika"/>
              </a:rPr>
              <a:t>]b[</a:t>
            </a:r>
            <a:r>
              <a:rPr lang="en-US" sz="2600" err="1">
                <a:latin typeface="ML-TTKarthika"/>
              </a:rPr>
              <a:t>nImcw</a:t>
            </a:r>
            <a:r>
              <a:rPr lang="en-US" sz="2600">
                <a:latin typeface="ML-TTKarthika"/>
              </a:rPr>
              <a:t> </a:t>
            </a:r>
          </a:p>
          <a:p>
            <a:r>
              <a:rPr lang="en-US" sz="2600" err="1">
                <a:solidFill>
                  <a:srgbClr val="800000"/>
                </a:solidFill>
                <a:latin typeface="ML-TTKarthika"/>
              </a:rPr>
              <a:t>IqSpI</a:t>
            </a:r>
            <a:r>
              <a:rPr lang="en-US" sz="2600">
                <a:solidFill>
                  <a:srgbClr val="800000"/>
                </a:solidFill>
                <a:latin typeface="ML-TTKarthika"/>
              </a:rPr>
              <a:t>\mw ]</a:t>
            </a:r>
            <a:r>
              <a:rPr lang="en-US" sz="2600" err="1">
                <a:solidFill>
                  <a:srgbClr val="800000"/>
                </a:solidFill>
                <a:latin typeface="ML-TTKarthika"/>
              </a:rPr>
              <a:t>mSpI</a:t>
            </a:r>
            <a:r>
              <a:rPr lang="en-US" sz="2600">
                <a:solidFill>
                  <a:srgbClr val="800000"/>
                </a:solidFill>
                <a:latin typeface="ML-TTKarthika"/>
              </a:rPr>
              <a:t>\mw… _</a:t>
            </a:r>
            <a:r>
              <a:rPr lang="en-US" sz="2600" err="1">
                <a:solidFill>
                  <a:srgbClr val="800000"/>
                </a:solidFill>
                <a:latin typeface="ML-TTKarthika"/>
              </a:rPr>
              <a:t>lp</a:t>
            </a:r>
            <a:r>
              <a:rPr lang="en-US" sz="2600">
                <a:solidFill>
                  <a:srgbClr val="800000"/>
                </a:solidFill>
                <a:latin typeface="ML-TTKarthika"/>
              </a:rPr>
              <a:t> </a:t>
            </a:r>
            <a:r>
              <a:rPr lang="en-US" sz="2600" err="1">
                <a:solidFill>
                  <a:srgbClr val="800000"/>
                </a:solidFill>
                <a:latin typeface="ML-TTKarthika"/>
              </a:rPr>
              <a:t>kt´mjta</a:t>
            </a:r>
            <a:r>
              <a:rPr lang="en-US" sz="2600">
                <a:solidFill>
                  <a:srgbClr val="800000"/>
                </a:solidFill>
                <a:latin typeface="ML-TTKarthika"/>
              </a:rPr>
              <a:t> (</a:t>
            </a:r>
            <a:r>
              <a:rPr lang="en-US" sz="2600">
                <a:solidFill>
                  <a:srgbClr val="C00000"/>
                </a:solidFill>
                <a:latin typeface="ML-TTKarthika"/>
              </a:rPr>
              <a:t>2)</a:t>
            </a:r>
            <a:r>
              <a:rPr lang="en-US" sz="3200">
                <a:solidFill>
                  <a:srgbClr val="C00000"/>
                </a:solidFill>
                <a:latin typeface="ML-TTKarthika"/>
              </a:rPr>
              <a:t> </a:t>
            </a:r>
            <a:endParaRPr lang="en-US" sz="900">
              <a:solidFill>
                <a:srgbClr val="C00000"/>
              </a:solidFill>
              <a:latin typeface="ML-TTKarthika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7DF9CA-4656-C276-747E-270D536A9D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CD7DB5-240C-44B3-2079-9BB2A35A4738}"/>
              </a:ext>
            </a:extLst>
          </p:cNvPr>
          <p:cNvSpPr>
            <a:spLocks noGrp="1" noEditPoints="1"/>
          </p:cNvSpPr>
          <p:nvPr>
            <p:ph type="title"/>
          </p:nvPr>
        </p:nvSpPr>
        <p:spPr/>
        <p:txBody>
          <a:bodyPr/>
          <a:lstStyle/>
          <a:p>
            <a:r>
              <a:rPr lang="en-GB">
                <a:latin typeface="Segoe UI" panose="020B0502040204020203" pitchFamily="34" charset="0"/>
                <a:cs typeface="Segoe UI" panose="020B0502040204020203" pitchFamily="34" charset="0"/>
              </a:rPr>
              <a:t>Offertory – Hymn No 130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1E4EC9C-CE1F-3B24-F9DF-32D1DF052536}"/>
              </a:ext>
            </a:extLst>
          </p:cNvPr>
          <p:cNvSpPr txBox="1"/>
          <p:nvPr/>
        </p:nvSpPr>
        <p:spPr>
          <a:xfrm>
            <a:off x="7449022" y="4835723"/>
            <a:ext cx="169079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defTabSz="457178"/>
            <a:r>
              <a:rPr lang="en-SG" sz="140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Offertory: 2 of 4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9A2AD401-EA87-187D-137A-03E7CA4A47F5}"/>
              </a:ext>
            </a:extLst>
          </p:cNvPr>
          <p:cNvSpPr txBox="1">
            <a:spLocks/>
          </p:cNvSpPr>
          <p:nvPr/>
        </p:nvSpPr>
        <p:spPr>
          <a:xfrm>
            <a:off x="4187" y="1068851"/>
            <a:ext cx="7016698" cy="2085752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0" indent="0" algn="ctr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2400" err="1">
                <a:latin typeface="Calibri"/>
                <a:ea typeface="Calibri"/>
                <a:cs typeface="Segoe UI"/>
              </a:rPr>
              <a:t>vaana</a:t>
            </a:r>
            <a:r>
              <a:rPr lang="en-US" sz="2400">
                <a:latin typeface="Calibri"/>
                <a:ea typeface="Calibri"/>
                <a:cs typeface="Segoe UI"/>
              </a:rPr>
              <a:t> </a:t>
            </a:r>
            <a:r>
              <a:rPr lang="en-US" sz="2400" err="1">
                <a:latin typeface="Calibri"/>
                <a:ea typeface="Calibri"/>
                <a:cs typeface="Segoe UI"/>
              </a:rPr>
              <a:t>senakalkkeeshan</a:t>
            </a:r>
            <a:r>
              <a:rPr lang="en-US" sz="2400">
                <a:latin typeface="Calibri"/>
                <a:ea typeface="Calibri"/>
                <a:cs typeface="Segoe UI"/>
              </a:rPr>
              <a:t> </a:t>
            </a:r>
            <a:r>
              <a:rPr lang="en-US" sz="2400" err="1">
                <a:latin typeface="Calibri"/>
                <a:ea typeface="Calibri"/>
                <a:cs typeface="Segoe UI"/>
              </a:rPr>
              <a:t>thaan</a:t>
            </a:r>
            <a:r>
              <a:rPr lang="en-US" sz="2400">
                <a:latin typeface="Calibri"/>
                <a:ea typeface="Calibri"/>
                <a:cs typeface="Segoe UI"/>
              </a:rPr>
              <a:t> </a:t>
            </a:r>
            <a:r>
              <a:rPr lang="en-US" sz="2400" err="1">
                <a:latin typeface="Calibri"/>
                <a:ea typeface="Calibri"/>
                <a:cs typeface="Segoe UI"/>
              </a:rPr>
              <a:t>marhthyare</a:t>
            </a:r>
            <a:r>
              <a:rPr lang="en-US" sz="2400">
                <a:latin typeface="Calibri"/>
                <a:ea typeface="Calibri"/>
                <a:cs typeface="Segoe UI"/>
              </a:rPr>
              <a:t> </a:t>
            </a:r>
            <a:r>
              <a:rPr lang="en-US" sz="2400" err="1">
                <a:latin typeface="Calibri"/>
                <a:ea typeface="Calibri"/>
                <a:cs typeface="Segoe UI"/>
              </a:rPr>
              <a:t>snehichu</a:t>
            </a:r>
            <a:endParaRPr lang="en-US" sz="2400">
              <a:latin typeface="Calibri"/>
              <a:ea typeface="Calibri"/>
              <a:cs typeface="Segoe UI"/>
            </a:endParaRPr>
          </a:p>
          <a:p>
            <a:pPr algn="l"/>
            <a:r>
              <a:rPr lang="en-US" sz="2400" err="1">
                <a:latin typeface="Calibri"/>
                <a:ea typeface="Calibri"/>
                <a:cs typeface="Segoe UI"/>
              </a:rPr>
              <a:t>vaanavarh</a:t>
            </a:r>
            <a:r>
              <a:rPr lang="en-US" sz="2400">
                <a:latin typeface="Calibri"/>
                <a:ea typeface="Calibri"/>
                <a:cs typeface="Segoe UI"/>
              </a:rPr>
              <a:t> </a:t>
            </a:r>
            <a:r>
              <a:rPr lang="en-US" sz="2400" err="1">
                <a:latin typeface="Calibri"/>
                <a:ea typeface="Calibri"/>
                <a:cs typeface="Segoe UI"/>
              </a:rPr>
              <a:t>gaana</a:t>
            </a:r>
            <a:r>
              <a:rPr lang="en-US" sz="2400">
                <a:latin typeface="Calibri"/>
                <a:ea typeface="Calibri"/>
                <a:cs typeface="Segoe UI"/>
              </a:rPr>
              <a:t> </a:t>
            </a:r>
            <a:r>
              <a:rPr lang="en-US" sz="2400" err="1">
                <a:latin typeface="Calibri"/>
                <a:ea typeface="Calibri"/>
                <a:cs typeface="Segoe UI"/>
              </a:rPr>
              <a:t>modangal</a:t>
            </a:r>
            <a:r>
              <a:rPr lang="en-US" sz="2400">
                <a:latin typeface="Calibri"/>
                <a:ea typeface="Calibri"/>
                <a:cs typeface="Segoe UI"/>
              </a:rPr>
              <a:t> – </a:t>
            </a:r>
            <a:r>
              <a:rPr lang="en-US" sz="2400" err="1">
                <a:latin typeface="Calibri"/>
                <a:ea typeface="Calibri"/>
                <a:cs typeface="Segoe UI"/>
              </a:rPr>
              <a:t>aake</a:t>
            </a:r>
            <a:r>
              <a:rPr lang="en-US" sz="2400">
                <a:latin typeface="Calibri"/>
                <a:ea typeface="Calibri"/>
                <a:cs typeface="Segoe UI"/>
              </a:rPr>
              <a:t> </a:t>
            </a:r>
            <a:r>
              <a:rPr lang="en-US" sz="2400" err="1">
                <a:latin typeface="Calibri"/>
                <a:ea typeface="Calibri"/>
                <a:cs typeface="Segoe UI"/>
              </a:rPr>
              <a:t>upekshichu</a:t>
            </a:r>
            <a:endParaRPr lang="en-US" sz="2400">
              <a:latin typeface="Calibri"/>
              <a:ea typeface="Calibri"/>
              <a:cs typeface="Segoe UI"/>
            </a:endParaRPr>
          </a:p>
          <a:p>
            <a:pPr algn="l"/>
            <a:r>
              <a:rPr lang="en-US" sz="2400" err="1">
                <a:latin typeface="Calibri"/>
                <a:ea typeface="Calibri"/>
                <a:cs typeface="Segoe UI"/>
              </a:rPr>
              <a:t>heena</a:t>
            </a:r>
            <a:r>
              <a:rPr lang="en-US" sz="2400">
                <a:latin typeface="Calibri"/>
                <a:ea typeface="Calibri"/>
                <a:cs typeface="Segoe UI"/>
              </a:rPr>
              <a:t> </a:t>
            </a:r>
            <a:r>
              <a:rPr lang="en-US" sz="2400" err="1">
                <a:latin typeface="Calibri"/>
                <a:ea typeface="Calibri"/>
                <a:cs typeface="Segoe UI"/>
              </a:rPr>
              <a:t>maanusha</a:t>
            </a:r>
            <a:r>
              <a:rPr lang="en-US" sz="2400">
                <a:latin typeface="Calibri"/>
                <a:ea typeface="Calibri"/>
                <a:cs typeface="Segoe UI"/>
              </a:rPr>
              <a:t> </a:t>
            </a:r>
            <a:r>
              <a:rPr lang="en-US" sz="2400" err="1">
                <a:latin typeface="Calibri"/>
                <a:ea typeface="Calibri"/>
                <a:cs typeface="Segoe UI"/>
              </a:rPr>
              <a:t>vesham</a:t>
            </a:r>
            <a:r>
              <a:rPr lang="en-US" sz="2400">
                <a:latin typeface="Calibri"/>
                <a:ea typeface="Calibri"/>
                <a:cs typeface="Segoe UI"/>
              </a:rPr>
              <a:t>… </a:t>
            </a:r>
            <a:r>
              <a:rPr lang="en-US" sz="2400" err="1">
                <a:latin typeface="Calibri"/>
                <a:ea typeface="Calibri"/>
                <a:cs typeface="Segoe UI"/>
              </a:rPr>
              <a:t>poondu</a:t>
            </a:r>
            <a:r>
              <a:rPr lang="en-US" sz="2400">
                <a:latin typeface="Calibri"/>
                <a:ea typeface="Calibri"/>
                <a:cs typeface="Segoe UI"/>
              </a:rPr>
              <a:t> </a:t>
            </a:r>
            <a:r>
              <a:rPr lang="en-US" sz="2400" err="1">
                <a:latin typeface="Calibri"/>
                <a:ea typeface="Calibri"/>
                <a:cs typeface="Segoe UI"/>
              </a:rPr>
              <a:t>vannu</a:t>
            </a:r>
            <a:r>
              <a:rPr lang="en-US" sz="2400">
                <a:latin typeface="Calibri"/>
                <a:ea typeface="Calibri"/>
                <a:cs typeface="Segoe UI"/>
              </a:rPr>
              <a:t> </a:t>
            </a:r>
            <a:r>
              <a:rPr lang="en-US" sz="2400" err="1">
                <a:latin typeface="Calibri"/>
                <a:ea typeface="Calibri"/>
                <a:cs typeface="Segoe UI"/>
              </a:rPr>
              <a:t>santhosham</a:t>
            </a:r>
            <a:endParaRPr lang="en-US" sz="2400">
              <a:latin typeface="Calibri"/>
              <a:ea typeface="Calibri"/>
              <a:cs typeface="Segoe UI"/>
            </a:endParaRPr>
          </a:p>
          <a:p>
            <a:pPr algn="l"/>
            <a:r>
              <a:rPr lang="en-US" sz="2400" i="1" err="1">
                <a:solidFill>
                  <a:srgbClr val="800000"/>
                </a:solidFill>
                <a:latin typeface="Calibri"/>
                <a:ea typeface="Calibri"/>
                <a:cs typeface="Segoe UI"/>
              </a:rPr>
              <a:t>kooduka</a:t>
            </a:r>
            <a:r>
              <a:rPr lang="en-US" sz="2400" i="1">
                <a:solidFill>
                  <a:srgbClr val="800000"/>
                </a:solidFill>
                <a:latin typeface="Calibri"/>
                <a:ea typeface="Calibri"/>
                <a:cs typeface="Segoe UI"/>
              </a:rPr>
              <a:t> naam </a:t>
            </a:r>
            <a:r>
              <a:rPr lang="en-US" sz="2400" i="1" err="1">
                <a:solidFill>
                  <a:srgbClr val="800000"/>
                </a:solidFill>
                <a:latin typeface="Calibri"/>
                <a:ea typeface="Calibri"/>
                <a:cs typeface="Segoe UI"/>
              </a:rPr>
              <a:t>paaduka</a:t>
            </a:r>
            <a:r>
              <a:rPr lang="en-US" sz="2400" i="1">
                <a:solidFill>
                  <a:srgbClr val="800000"/>
                </a:solidFill>
                <a:latin typeface="Calibri"/>
                <a:ea typeface="Calibri"/>
                <a:cs typeface="Segoe UI"/>
              </a:rPr>
              <a:t> naam bahu </a:t>
            </a:r>
            <a:r>
              <a:rPr lang="en-US" sz="2400" i="1" err="1">
                <a:solidFill>
                  <a:srgbClr val="800000"/>
                </a:solidFill>
                <a:latin typeface="Calibri"/>
                <a:ea typeface="Calibri"/>
                <a:cs typeface="Segoe UI"/>
              </a:rPr>
              <a:t>santhoshame</a:t>
            </a:r>
            <a:r>
              <a:rPr lang="en-US" sz="2400" i="1">
                <a:solidFill>
                  <a:srgbClr val="800000"/>
                </a:solidFill>
                <a:latin typeface="Calibri"/>
                <a:ea typeface="Calibri"/>
                <a:cs typeface="Segoe UI"/>
              </a:rPr>
              <a:t> (2)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EDE9DF8-000C-7F8E-86E6-B82FC073932B}"/>
              </a:ext>
            </a:extLst>
          </p:cNvPr>
          <p:cNvSpPr/>
          <p:nvPr/>
        </p:nvSpPr>
        <p:spPr>
          <a:xfrm>
            <a:off x="4187" y="2958416"/>
            <a:ext cx="8625536" cy="1692771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r>
              <a:rPr lang="en-US" sz="2600">
                <a:latin typeface="ML-TTKarthika"/>
              </a:rPr>
              <a:t>hm\ </a:t>
            </a:r>
            <a:r>
              <a:rPr lang="en-US" sz="2600" err="1">
                <a:latin typeface="ML-TTKarthika"/>
              </a:rPr>
              <a:t>tk</a:t>
            </a:r>
            <a:r>
              <a:rPr lang="en-US" sz="2600">
                <a:latin typeface="ML-TTKarthika"/>
              </a:rPr>
              <a:t>\IÄ¡oi³ Xm³ </a:t>
            </a:r>
            <a:r>
              <a:rPr lang="en-US" sz="2600" err="1">
                <a:latin typeface="ML-TTKarthika"/>
              </a:rPr>
              <a:t>aÀXysc</a:t>
            </a:r>
            <a:r>
              <a:rPr lang="en-US" sz="2600">
                <a:latin typeface="ML-TTKarthika"/>
              </a:rPr>
              <a:t> </a:t>
            </a:r>
            <a:r>
              <a:rPr lang="en-US" sz="2600" err="1">
                <a:latin typeface="ML-TTKarthika"/>
              </a:rPr>
              <a:t>kvt</a:t>
            </a:r>
            <a:r>
              <a:rPr lang="en-US" sz="2600">
                <a:latin typeface="ML-TTKarthika"/>
              </a:rPr>
              <a:t>\</a:t>
            </a:r>
            <a:r>
              <a:rPr lang="en-US" sz="2600" err="1">
                <a:latin typeface="ML-TTKarthika"/>
              </a:rPr>
              <a:t>ln¨p</a:t>
            </a:r>
            <a:r>
              <a:rPr lang="en-US" sz="2600">
                <a:latin typeface="ML-TTKarthika"/>
              </a:rPr>
              <a:t> </a:t>
            </a:r>
          </a:p>
          <a:p>
            <a:r>
              <a:rPr lang="en-US" sz="2600">
                <a:latin typeface="ML-TTKarthika"/>
              </a:rPr>
              <a:t>hm\</a:t>
            </a:r>
            <a:r>
              <a:rPr lang="en-US" sz="2600" err="1">
                <a:latin typeface="ML-TTKarthika"/>
              </a:rPr>
              <a:t>hÀ</a:t>
            </a:r>
            <a:r>
              <a:rPr lang="en-US" sz="2600">
                <a:latin typeface="ML-TTKarthika"/>
              </a:rPr>
              <a:t> Km\ </a:t>
            </a:r>
            <a:r>
              <a:rPr lang="en-US" sz="2600" err="1">
                <a:latin typeface="ML-TTKarthika"/>
              </a:rPr>
              <a:t>tamZ§Ä</a:t>
            </a:r>
            <a:r>
              <a:rPr lang="en-US" sz="2600">
                <a:latin typeface="ML-TTKarthika"/>
              </a:rPr>
              <a:t> þ </a:t>
            </a:r>
            <a:r>
              <a:rPr lang="en-US" sz="2600" err="1">
                <a:latin typeface="ML-TTKarthika"/>
              </a:rPr>
              <a:t>BsIbpt</a:t>
            </a:r>
            <a:r>
              <a:rPr lang="en-US" sz="2600">
                <a:latin typeface="ML-TTKarthika"/>
              </a:rPr>
              <a:t>]£</a:t>
            </a:r>
            <a:r>
              <a:rPr lang="en-US" sz="2600" err="1">
                <a:latin typeface="ML-TTKarthika"/>
              </a:rPr>
              <a:t>n¨p</a:t>
            </a:r>
            <a:r>
              <a:rPr lang="en-US" sz="2600">
                <a:latin typeface="ML-TTKarthika"/>
              </a:rPr>
              <a:t> </a:t>
            </a:r>
          </a:p>
          <a:p>
            <a:r>
              <a:rPr lang="en-US" sz="2600">
                <a:latin typeface="ML-TTKarthika"/>
              </a:rPr>
              <a:t>lo\ am\</a:t>
            </a:r>
            <a:r>
              <a:rPr lang="en-US" sz="2600" err="1">
                <a:latin typeface="ML-TTKarthika"/>
              </a:rPr>
              <a:t>pj</a:t>
            </a:r>
            <a:r>
              <a:rPr lang="en-US" sz="2600">
                <a:latin typeface="ML-TTKarthika"/>
              </a:rPr>
              <a:t> </a:t>
            </a:r>
            <a:r>
              <a:rPr lang="en-US" sz="2600" err="1">
                <a:latin typeface="ML-TTKarthika"/>
              </a:rPr>
              <a:t>thjw</a:t>
            </a:r>
            <a:r>
              <a:rPr lang="en-US" sz="2600">
                <a:latin typeface="ML-TTKarthika"/>
              </a:rPr>
              <a:t>… ]</a:t>
            </a:r>
            <a:r>
              <a:rPr lang="en-US" sz="2600" err="1">
                <a:latin typeface="ML-TTKarthika"/>
              </a:rPr>
              <a:t>q¬Sp</a:t>
            </a:r>
            <a:r>
              <a:rPr lang="en-US" sz="2600">
                <a:latin typeface="ML-TTKarthika"/>
              </a:rPr>
              <a:t> </a:t>
            </a:r>
            <a:r>
              <a:rPr lang="en-US" sz="2600" err="1">
                <a:latin typeface="ML-TTKarthika"/>
              </a:rPr>
              <a:t>h¶p</a:t>
            </a:r>
            <a:r>
              <a:rPr lang="en-US" sz="2600">
                <a:latin typeface="ML-TTKarthika"/>
              </a:rPr>
              <a:t> </a:t>
            </a:r>
            <a:r>
              <a:rPr lang="en-US" sz="2600" err="1">
                <a:latin typeface="ML-TTKarthika"/>
              </a:rPr>
              <a:t>kt´mjw</a:t>
            </a:r>
            <a:r>
              <a:rPr lang="en-US" sz="2600">
                <a:latin typeface="ML-TTKarthika"/>
              </a:rPr>
              <a:t> </a:t>
            </a:r>
          </a:p>
          <a:p>
            <a:r>
              <a:rPr lang="en-US" sz="2600" i="1" err="1">
                <a:solidFill>
                  <a:srgbClr val="800000"/>
                </a:solidFill>
                <a:latin typeface="ML-TTKarthika"/>
              </a:rPr>
              <a:t>IqSpI</a:t>
            </a:r>
            <a:r>
              <a:rPr lang="en-US" sz="2600" i="1">
                <a:solidFill>
                  <a:srgbClr val="800000"/>
                </a:solidFill>
                <a:latin typeface="ML-TTKarthika"/>
              </a:rPr>
              <a:t>\mw ]</a:t>
            </a:r>
            <a:r>
              <a:rPr lang="en-US" sz="2600" i="1" err="1">
                <a:solidFill>
                  <a:srgbClr val="800000"/>
                </a:solidFill>
                <a:latin typeface="ML-TTKarthika"/>
              </a:rPr>
              <a:t>mSpI</a:t>
            </a:r>
            <a:r>
              <a:rPr lang="en-US" sz="2600" i="1">
                <a:solidFill>
                  <a:srgbClr val="800000"/>
                </a:solidFill>
                <a:latin typeface="ML-TTKarthika"/>
              </a:rPr>
              <a:t>\mw… _</a:t>
            </a:r>
            <a:r>
              <a:rPr lang="en-US" sz="2600" i="1" err="1">
                <a:solidFill>
                  <a:srgbClr val="800000"/>
                </a:solidFill>
                <a:latin typeface="ML-TTKarthika"/>
              </a:rPr>
              <a:t>lp</a:t>
            </a:r>
            <a:r>
              <a:rPr lang="en-US" sz="2600" i="1">
                <a:solidFill>
                  <a:srgbClr val="800000"/>
                </a:solidFill>
                <a:latin typeface="ML-TTKarthika"/>
              </a:rPr>
              <a:t> </a:t>
            </a:r>
            <a:r>
              <a:rPr lang="en-US" sz="2600" i="1" err="1">
                <a:solidFill>
                  <a:srgbClr val="800000"/>
                </a:solidFill>
                <a:latin typeface="ML-TTKarthika"/>
              </a:rPr>
              <a:t>kt´mjta</a:t>
            </a:r>
            <a:r>
              <a:rPr lang="en-US" sz="2600" i="1">
                <a:solidFill>
                  <a:srgbClr val="800000"/>
                </a:solidFill>
                <a:latin typeface="ML-TTKarthika"/>
              </a:rPr>
              <a:t> (2)</a:t>
            </a:r>
            <a:r>
              <a:rPr lang="en-US" sz="2600">
                <a:solidFill>
                  <a:srgbClr val="800000"/>
                </a:solidFill>
                <a:latin typeface="ML-TTKarthika"/>
              </a:rPr>
              <a:t> 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9174296D-0680-E224-AF24-169B6B3D8DAE}"/>
              </a:ext>
            </a:extLst>
          </p:cNvPr>
          <p:cNvSpPr txBox="1"/>
          <p:nvPr/>
        </p:nvSpPr>
        <p:spPr>
          <a:xfrm>
            <a:off x="6414535" y="3576238"/>
            <a:ext cx="2888574" cy="536637"/>
          </a:xfrm>
          <a:prstGeom prst="rect">
            <a:avLst/>
          </a:prstGeom>
          <a:noFill/>
        </p:spPr>
        <p:txBody>
          <a:bodyPr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defTabSz="685766">
              <a:spcBef>
                <a:spcPts val="563"/>
              </a:spcBef>
              <a:buNone/>
              <a:tabLst>
                <a:tab pos="1423880" algn="l"/>
              </a:tabLst>
            </a:pPr>
            <a:r>
              <a:rPr lang="en-GB" sz="2200">
                <a:solidFill>
                  <a:prstClr val="black"/>
                </a:solidFill>
                <a:latin typeface="Bahnschrift" panose="020B0502040204020203" pitchFamily="34" charset="0"/>
                <a:cs typeface="Segoe UI" panose="020B0502040204020203" pitchFamily="34" charset="0"/>
              </a:rPr>
              <a:t>UEN - S86CC0315K</a:t>
            </a:r>
          </a:p>
        </p:txBody>
      </p:sp>
      <p:pic>
        <p:nvPicPr>
          <p:cNvPr id="11" name="Picture 10" descr="Qr code with a pay now text&#10;&#10;AI-generated content may be incorrect.">
            <a:extLst>
              <a:ext uri="{FF2B5EF4-FFF2-40B4-BE49-F238E27FC236}">
                <a16:creationId xmlns:a16="http://schemas.microsoft.com/office/drawing/2014/main" id="{A8473A19-6E3D-9996-C53A-62F043FCCD1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6651967" y="1010687"/>
            <a:ext cx="2492034" cy="25689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228254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109A46-9A1E-5903-6592-A232C0BD00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1EEB49-607E-FD6B-6E65-7D93C24FD003}"/>
              </a:ext>
            </a:extLst>
          </p:cNvPr>
          <p:cNvSpPr>
            <a:spLocks noGrp="1" noEditPoints="1"/>
          </p:cNvSpPr>
          <p:nvPr>
            <p:ph type="title"/>
          </p:nvPr>
        </p:nvSpPr>
        <p:spPr/>
        <p:txBody>
          <a:bodyPr/>
          <a:lstStyle/>
          <a:p>
            <a:r>
              <a:rPr lang="en-GB">
                <a:latin typeface="Segoe UI" panose="020B0502040204020203" pitchFamily="34" charset="0"/>
                <a:cs typeface="Segoe UI" panose="020B0502040204020203" pitchFamily="34" charset="0"/>
              </a:rPr>
              <a:t>Offertory – Hymn No 130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EBA8C58-3283-0275-630C-9FAC50D765D2}"/>
              </a:ext>
            </a:extLst>
          </p:cNvPr>
          <p:cNvSpPr txBox="1"/>
          <p:nvPr/>
        </p:nvSpPr>
        <p:spPr>
          <a:xfrm>
            <a:off x="7449022" y="4835723"/>
            <a:ext cx="169079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defTabSz="457178"/>
            <a:r>
              <a:rPr lang="en-SG" sz="140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Offertory: 3 of 4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C9574ED7-F2BE-D134-9CA4-A028DF6CA5EA}"/>
              </a:ext>
            </a:extLst>
          </p:cNvPr>
          <p:cNvSpPr txBox="1">
            <a:spLocks/>
          </p:cNvSpPr>
          <p:nvPr/>
        </p:nvSpPr>
        <p:spPr>
          <a:xfrm>
            <a:off x="3047" y="1013091"/>
            <a:ext cx="7605132" cy="1918532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0" indent="0" algn="ctr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2400" err="1">
                <a:latin typeface="Calibri"/>
                <a:ea typeface="Calibri"/>
                <a:cs typeface="Segoe UI"/>
              </a:rPr>
              <a:t>poorna</a:t>
            </a:r>
            <a:r>
              <a:rPr lang="en-US" sz="2400">
                <a:latin typeface="Calibri"/>
                <a:ea typeface="Calibri"/>
                <a:cs typeface="Segoe UI"/>
              </a:rPr>
              <a:t> </a:t>
            </a:r>
            <a:r>
              <a:rPr lang="en-US" sz="2400" err="1">
                <a:latin typeface="Calibri"/>
                <a:ea typeface="Calibri"/>
                <a:cs typeface="Segoe UI"/>
              </a:rPr>
              <a:t>manushya</a:t>
            </a:r>
            <a:r>
              <a:rPr lang="en-US" sz="2400">
                <a:latin typeface="Calibri"/>
                <a:ea typeface="Calibri"/>
                <a:cs typeface="Segoe UI"/>
              </a:rPr>
              <a:t> </a:t>
            </a:r>
            <a:r>
              <a:rPr lang="en-US" sz="2400" err="1">
                <a:latin typeface="Calibri"/>
                <a:ea typeface="Calibri"/>
                <a:cs typeface="Segoe UI"/>
              </a:rPr>
              <a:t>soonuvaay</a:t>
            </a:r>
            <a:r>
              <a:rPr lang="en-US" sz="2400">
                <a:latin typeface="Calibri"/>
                <a:ea typeface="Calibri"/>
                <a:cs typeface="Segoe UI"/>
              </a:rPr>
              <a:t> – </a:t>
            </a:r>
            <a:r>
              <a:rPr lang="en-US" sz="2400" err="1">
                <a:latin typeface="Calibri"/>
                <a:ea typeface="Calibri"/>
                <a:cs typeface="Segoe UI"/>
              </a:rPr>
              <a:t>parhnnhaka</a:t>
            </a:r>
            <a:r>
              <a:rPr lang="en-US" sz="2400">
                <a:latin typeface="Calibri"/>
                <a:ea typeface="Calibri"/>
                <a:cs typeface="Segoe UI"/>
              </a:rPr>
              <a:t> </a:t>
            </a:r>
            <a:r>
              <a:rPr lang="en-US" sz="2400" err="1">
                <a:latin typeface="Calibri"/>
                <a:ea typeface="Calibri"/>
                <a:cs typeface="Segoe UI"/>
              </a:rPr>
              <a:t>shaalayil</a:t>
            </a:r>
            <a:endParaRPr lang="en-US" sz="2400">
              <a:latin typeface="Calibri"/>
              <a:ea typeface="Calibri"/>
              <a:cs typeface="Segoe UI"/>
            </a:endParaRPr>
          </a:p>
          <a:p>
            <a:pPr algn="l"/>
            <a:r>
              <a:rPr lang="en-US" sz="2400" err="1">
                <a:latin typeface="Calibri"/>
                <a:ea typeface="Calibri"/>
                <a:cs typeface="Segoe UI"/>
              </a:rPr>
              <a:t>jeerhnnha</a:t>
            </a:r>
            <a:r>
              <a:rPr lang="en-US" sz="2400">
                <a:latin typeface="Calibri"/>
                <a:ea typeface="Calibri"/>
                <a:cs typeface="Segoe UI"/>
              </a:rPr>
              <a:t> </a:t>
            </a:r>
            <a:r>
              <a:rPr lang="en-US" sz="2400" err="1">
                <a:latin typeface="Calibri"/>
                <a:ea typeface="Calibri"/>
                <a:cs typeface="Segoe UI"/>
              </a:rPr>
              <a:t>vasthram</a:t>
            </a:r>
            <a:r>
              <a:rPr lang="en-US" sz="2400">
                <a:latin typeface="Calibri"/>
                <a:ea typeface="Calibri"/>
                <a:cs typeface="Segoe UI"/>
              </a:rPr>
              <a:t> </a:t>
            </a:r>
            <a:r>
              <a:rPr lang="en-US" sz="2400" err="1">
                <a:latin typeface="Calibri"/>
                <a:ea typeface="Calibri"/>
                <a:cs typeface="Segoe UI"/>
              </a:rPr>
              <a:t>anhinjonaay</a:t>
            </a:r>
            <a:r>
              <a:rPr lang="en-US" sz="2400">
                <a:latin typeface="Calibri"/>
                <a:ea typeface="Calibri"/>
                <a:cs typeface="Segoe UI"/>
              </a:rPr>
              <a:t> – </a:t>
            </a:r>
            <a:r>
              <a:rPr lang="en-US" sz="2400" err="1">
                <a:latin typeface="Calibri"/>
                <a:ea typeface="Calibri"/>
                <a:cs typeface="Segoe UI"/>
              </a:rPr>
              <a:t>mathrumadiyathil</a:t>
            </a:r>
            <a:endParaRPr lang="en-US" sz="2400">
              <a:latin typeface="Calibri"/>
              <a:ea typeface="Calibri"/>
              <a:cs typeface="Segoe UI"/>
            </a:endParaRPr>
          </a:p>
          <a:p>
            <a:pPr algn="l"/>
            <a:r>
              <a:rPr lang="en-US" sz="2400" err="1">
                <a:latin typeface="Calibri"/>
                <a:ea typeface="Calibri"/>
                <a:cs typeface="Segoe UI"/>
              </a:rPr>
              <a:t>kaanhum</a:t>
            </a:r>
            <a:r>
              <a:rPr lang="en-US" sz="2400">
                <a:latin typeface="Calibri"/>
                <a:ea typeface="Calibri"/>
                <a:cs typeface="Segoe UI"/>
              </a:rPr>
              <a:t> </a:t>
            </a:r>
            <a:r>
              <a:rPr lang="en-US" sz="2400" err="1">
                <a:latin typeface="Calibri"/>
                <a:ea typeface="Calibri"/>
                <a:cs typeface="Segoe UI"/>
              </a:rPr>
              <a:t>shishuvine</a:t>
            </a:r>
            <a:r>
              <a:rPr lang="en-US" sz="2400">
                <a:latin typeface="Calibri"/>
                <a:ea typeface="Calibri"/>
                <a:cs typeface="Segoe UI"/>
              </a:rPr>
              <a:t> naam – </a:t>
            </a:r>
            <a:r>
              <a:rPr lang="en-US" sz="2400" err="1">
                <a:latin typeface="Calibri"/>
                <a:ea typeface="Calibri"/>
                <a:cs typeface="Segoe UI"/>
              </a:rPr>
              <a:t>thaanhu</a:t>
            </a:r>
            <a:r>
              <a:rPr lang="en-US" sz="2400">
                <a:latin typeface="Calibri"/>
                <a:ea typeface="Calibri"/>
                <a:cs typeface="Segoe UI"/>
              </a:rPr>
              <a:t> </a:t>
            </a:r>
            <a:r>
              <a:rPr lang="en-US" sz="2400" err="1">
                <a:latin typeface="Calibri"/>
                <a:ea typeface="Calibri"/>
                <a:cs typeface="Segoe UI"/>
              </a:rPr>
              <a:t>vanhangeedenham</a:t>
            </a:r>
          </a:p>
          <a:p>
            <a:pPr algn="l"/>
            <a:r>
              <a:rPr lang="en-US" sz="2400" i="1" err="1">
                <a:solidFill>
                  <a:srgbClr val="800000"/>
                </a:solidFill>
                <a:latin typeface="Calibri"/>
                <a:ea typeface="Calibri"/>
                <a:cs typeface="Segoe UI"/>
              </a:rPr>
              <a:t>kooduka</a:t>
            </a:r>
            <a:r>
              <a:rPr lang="en-US" sz="2400" i="1">
                <a:solidFill>
                  <a:srgbClr val="800000"/>
                </a:solidFill>
                <a:latin typeface="Calibri"/>
                <a:ea typeface="Calibri"/>
                <a:cs typeface="Segoe UI"/>
              </a:rPr>
              <a:t> naam </a:t>
            </a:r>
            <a:r>
              <a:rPr lang="en-US" sz="2400" i="1" err="1">
                <a:solidFill>
                  <a:srgbClr val="800000"/>
                </a:solidFill>
                <a:latin typeface="Calibri"/>
                <a:ea typeface="Calibri"/>
                <a:cs typeface="Segoe UI"/>
              </a:rPr>
              <a:t>paaduka</a:t>
            </a:r>
            <a:r>
              <a:rPr lang="en-US" sz="2400" i="1">
                <a:solidFill>
                  <a:srgbClr val="800000"/>
                </a:solidFill>
                <a:latin typeface="Calibri"/>
                <a:ea typeface="Calibri"/>
                <a:cs typeface="Segoe UI"/>
              </a:rPr>
              <a:t> naam bahu </a:t>
            </a:r>
            <a:r>
              <a:rPr lang="en-US" sz="2400" i="1" err="1">
                <a:solidFill>
                  <a:srgbClr val="800000"/>
                </a:solidFill>
                <a:latin typeface="Calibri"/>
                <a:ea typeface="Calibri"/>
                <a:cs typeface="Segoe UI"/>
              </a:rPr>
              <a:t>santhoshame</a:t>
            </a:r>
            <a:r>
              <a:rPr lang="en-US" sz="2400" i="1">
                <a:solidFill>
                  <a:srgbClr val="800000"/>
                </a:solidFill>
                <a:latin typeface="Calibri"/>
                <a:ea typeface="Calibri"/>
                <a:cs typeface="Segoe UI"/>
              </a:rPr>
              <a:t> (2)</a:t>
            </a:r>
            <a:endParaRPr lang="en-US" sz="2400">
              <a:solidFill>
                <a:srgbClr val="800000"/>
              </a:solidFill>
              <a:latin typeface="Calibri"/>
              <a:ea typeface="Calibri"/>
              <a:cs typeface="Segoe UI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A1690E9-4BB2-6CC6-EC75-0E0A5F9A1469}"/>
              </a:ext>
            </a:extLst>
          </p:cNvPr>
          <p:cNvSpPr/>
          <p:nvPr/>
        </p:nvSpPr>
        <p:spPr>
          <a:xfrm>
            <a:off x="647" y="2842669"/>
            <a:ext cx="8625536" cy="1692771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r>
              <a:rPr lang="en-US" sz="2600">
                <a:latin typeface="ML-TTKarthika" panose="04000000000000000000" pitchFamily="82" charset="0"/>
              </a:rPr>
              <a:t>]</a:t>
            </a:r>
            <a:r>
              <a:rPr lang="en-US" sz="2600" err="1">
                <a:latin typeface="ML-TTKarthika" panose="04000000000000000000" pitchFamily="82" charset="0"/>
              </a:rPr>
              <a:t>qÀ</a:t>
            </a:r>
            <a:r>
              <a:rPr lang="en-US" sz="2600">
                <a:latin typeface="ML-TTKarthika" panose="04000000000000000000" pitchFamily="82" charset="0"/>
              </a:rPr>
              <a:t>® a\</a:t>
            </a:r>
            <a:r>
              <a:rPr lang="en-US" sz="2600" err="1">
                <a:latin typeface="ML-TTKarthika" panose="04000000000000000000" pitchFamily="82" charset="0"/>
              </a:rPr>
              <a:t>pjy</a:t>
            </a:r>
            <a:r>
              <a:rPr lang="en-US" sz="2600">
                <a:latin typeface="ML-TTKarthika" panose="04000000000000000000" pitchFamily="82" charset="0"/>
              </a:rPr>
              <a:t> </a:t>
            </a:r>
            <a:r>
              <a:rPr lang="en-US" sz="2600" err="1">
                <a:latin typeface="ML-TTKarthika" panose="04000000000000000000" pitchFamily="82" charset="0"/>
              </a:rPr>
              <a:t>kq</a:t>
            </a:r>
            <a:r>
              <a:rPr lang="en-US" sz="2600">
                <a:latin typeface="ML-TTKarthika" panose="04000000000000000000" pitchFamily="82" charset="0"/>
              </a:rPr>
              <a:t>\</a:t>
            </a:r>
            <a:r>
              <a:rPr lang="en-US" sz="2600" err="1">
                <a:latin typeface="ML-TTKarthika" panose="04000000000000000000" pitchFamily="82" charset="0"/>
              </a:rPr>
              <a:t>phmbv</a:t>
            </a:r>
            <a:r>
              <a:rPr lang="en-US" sz="2600">
                <a:latin typeface="ML-TTKarthika" panose="04000000000000000000" pitchFamily="82" charset="0"/>
              </a:rPr>
              <a:t> þ ]</a:t>
            </a:r>
            <a:r>
              <a:rPr lang="en-US" sz="2600" err="1">
                <a:latin typeface="ML-TTKarthika" panose="04000000000000000000" pitchFamily="82" charset="0"/>
              </a:rPr>
              <a:t>À®IimebnÂ</a:t>
            </a:r>
            <a:r>
              <a:rPr lang="en-US" sz="2600">
                <a:latin typeface="ML-TTKarthika" panose="04000000000000000000" pitchFamily="82" charset="0"/>
              </a:rPr>
              <a:t> </a:t>
            </a:r>
          </a:p>
          <a:p>
            <a:r>
              <a:rPr lang="en-US" sz="2600" err="1">
                <a:latin typeface="ML-TTKarthika" panose="04000000000000000000" pitchFamily="82" charset="0"/>
              </a:rPr>
              <a:t>PoÀ</a:t>
            </a:r>
            <a:r>
              <a:rPr lang="en-US" sz="2600">
                <a:latin typeface="ML-TTKarthika" panose="04000000000000000000" pitchFamily="82" charset="0"/>
              </a:rPr>
              <a:t>® </a:t>
            </a:r>
            <a:r>
              <a:rPr lang="en-US" sz="2600" err="1">
                <a:latin typeface="ML-TTKarthika" panose="04000000000000000000" pitchFamily="82" charset="0"/>
              </a:rPr>
              <a:t>hkv</a:t>
            </a:r>
            <a:r>
              <a:rPr lang="en-US" sz="2600">
                <a:latin typeface="ML-TTKarthika" panose="04000000000000000000" pitchFamily="82" charset="0"/>
              </a:rPr>
              <a:t>{</a:t>
            </a:r>
            <a:r>
              <a:rPr lang="en-US" sz="2600" err="1">
                <a:latin typeface="ML-TTKarthika" panose="04000000000000000000" pitchFamily="82" charset="0"/>
              </a:rPr>
              <a:t>XaWntªm</a:t>
            </a:r>
            <a:r>
              <a:rPr lang="en-US" sz="2600">
                <a:latin typeface="ML-TTKarthika" panose="04000000000000000000" pitchFamily="82" charset="0"/>
              </a:rPr>
              <a:t>\</a:t>
            </a:r>
            <a:r>
              <a:rPr lang="en-US" sz="2600" err="1">
                <a:latin typeface="ML-TTKarthika" panose="04000000000000000000" pitchFamily="82" charset="0"/>
              </a:rPr>
              <a:t>mbv</a:t>
            </a:r>
            <a:r>
              <a:rPr lang="en-US" sz="2600">
                <a:latin typeface="ML-TTKarthika" panose="04000000000000000000" pitchFamily="82" charset="0"/>
              </a:rPr>
              <a:t> þ </a:t>
            </a:r>
            <a:r>
              <a:rPr lang="en-US" sz="2600" err="1">
                <a:latin typeface="ML-TTKarthika" panose="04000000000000000000" pitchFamily="82" charset="0"/>
              </a:rPr>
              <a:t>amX</a:t>
            </a:r>
            <a:r>
              <a:rPr lang="en-US" sz="2600" err="1">
                <a:latin typeface="ML-TTKarthika" panose="04000000000000000000" pitchFamily="82" charset="0"/>
                <a:cs typeface="Segoe UI" panose="020B0502040204020203" pitchFamily="34" charset="0"/>
              </a:rPr>
              <a:t>r</a:t>
            </a:r>
            <a:r>
              <a:rPr lang="en-US" sz="2600">
                <a:latin typeface="ML-TTKarthika" panose="04000000000000000000" pitchFamily="82" charset="0"/>
              </a:rPr>
              <a:t> </a:t>
            </a:r>
            <a:r>
              <a:rPr lang="en-US" sz="2600" err="1">
                <a:latin typeface="ML-TTKarthika" panose="04000000000000000000" pitchFamily="82" charset="0"/>
              </a:rPr>
              <a:t>aSnbXnÂ</a:t>
            </a:r>
            <a:r>
              <a:rPr lang="en-US" sz="2600">
                <a:latin typeface="ML-TTKarthika" panose="04000000000000000000" pitchFamily="82" charset="0"/>
              </a:rPr>
              <a:t> </a:t>
            </a:r>
          </a:p>
          <a:p>
            <a:r>
              <a:rPr lang="en-US" sz="2600" err="1">
                <a:latin typeface="ML-TTKarthika" panose="04000000000000000000" pitchFamily="82" charset="0"/>
              </a:rPr>
              <a:t>ImWpw</a:t>
            </a:r>
            <a:r>
              <a:rPr lang="en-US" sz="2600">
                <a:latin typeface="ML-TTKarthika" panose="04000000000000000000" pitchFamily="82" charset="0"/>
              </a:rPr>
              <a:t> </a:t>
            </a:r>
            <a:r>
              <a:rPr lang="en-US" sz="2600" err="1">
                <a:latin typeface="ML-TTKarthika" panose="04000000000000000000" pitchFamily="82" charset="0"/>
              </a:rPr>
              <a:t>iniphns</a:t>
            </a:r>
            <a:r>
              <a:rPr lang="en-US" sz="2600">
                <a:latin typeface="ML-TTKarthika" panose="04000000000000000000" pitchFamily="82" charset="0"/>
              </a:rPr>
              <a:t>\ \mw þ </a:t>
            </a:r>
            <a:r>
              <a:rPr lang="en-US" sz="2600" err="1">
                <a:latin typeface="ML-TTKarthika" panose="04000000000000000000" pitchFamily="82" charset="0"/>
              </a:rPr>
              <a:t>XmWphW§otSWw</a:t>
            </a:r>
            <a:r>
              <a:rPr lang="en-US" sz="2600">
                <a:latin typeface="ML-TTKarthika" panose="04000000000000000000" pitchFamily="82" charset="0"/>
              </a:rPr>
              <a:t> </a:t>
            </a:r>
          </a:p>
          <a:p>
            <a:r>
              <a:rPr lang="en-US" sz="2600" i="1" err="1">
                <a:solidFill>
                  <a:srgbClr val="800000"/>
                </a:solidFill>
                <a:latin typeface="ML-TTKarthika"/>
              </a:rPr>
              <a:t>IqSpI</a:t>
            </a:r>
            <a:r>
              <a:rPr lang="en-US" sz="2600" i="1">
                <a:solidFill>
                  <a:srgbClr val="800000"/>
                </a:solidFill>
                <a:latin typeface="ML-TTKarthika"/>
              </a:rPr>
              <a:t>\mw ]</a:t>
            </a:r>
            <a:r>
              <a:rPr lang="en-US" sz="2600" i="1" err="1">
                <a:solidFill>
                  <a:srgbClr val="800000"/>
                </a:solidFill>
                <a:latin typeface="ML-TTKarthika"/>
              </a:rPr>
              <a:t>mSpI</a:t>
            </a:r>
            <a:r>
              <a:rPr lang="en-US" sz="2600" i="1">
                <a:solidFill>
                  <a:srgbClr val="800000"/>
                </a:solidFill>
                <a:latin typeface="ML-TTKarthika"/>
              </a:rPr>
              <a:t>\mw… _</a:t>
            </a:r>
            <a:r>
              <a:rPr lang="en-US" sz="2600" i="1" err="1">
                <a:solidFill>
                  <a:srgbClr val="800000"/>
                </a:solidFill>
                <a:latin typeface="ML-TTKarthika"/>
              </a:rPr>
              <a:t>lp</a:t>
            </a:r>
            <a:r>
              <a:rPr lang="en-US" sz="2600" i="1">
                <a:solidFill>
                  <a:srgbClr val="800000"/>
                </a:solidFill>
                <a:latin typeface="ML-TTKarthika"/>
              </a:rPr>
              <a:t> </a:t>
            </a:r>
            <a:r>
              <a:rPr lang="en-US" sz="2600" i="1" err="1">
                <a:solidFill>
                  <a:srgbClr val="800000"/>
                </a:solidFill>
                <a:latin typeface="ML-TTKarthika"/>
              </a:rPr>
              <a:t>kt´mjta</a:t>
            </a:r>
            <a:r>
              <a:rPr lang="en-US" sz="2600" i="1">
                <a:solidFill>
                  <a:srgbClr val="800000"/>
                </a:solidFill>
                <a:latin typeface="ML-TTKarthika"/>
              </a:rPr>
              <a:t> (2)</a:t>
            </a:r>
            <a:r>
              <a:rPr lang="en-US" sz="2600">
                <a:solidFill>
                  <a:srgbClr val="800000"/>
                </a:solidFill>
                <a:latin typeface="ML-TTKarthika"/>
              </a:rPr>
              <a:t> 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A831C368-BBF4-90C6-585A-0A969C15870E}"/>
              </a:ext>
            </a:extLst>
          </p:cNvPr>
          <p:cNvSpPr txBox="1"/>
          <p:nvPr/>
        </p:nvSpPr>
        <p:spPr>
          <a:xfrm>
            <a:off x="6414535" y="3576238"/>
            <a:ext cx="2888574" cy="536637"/>
          </a:xfrm>
          <a:prstGeom prst="rect">
            <a:avLst/>
          </a:prstGeom>
          <a:noFill/>
        </p:spPr>
        <p:txBody>
          <a:bodyPr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defTabSz="685766">
              <a:spcBef>
                <a:spcPts val="563"/>
              </a:spcBef>
              <a:buNone/>
              <a:tabLst>
                <a:tab pos="1423880" algn="l"/>
              </a:tabLst>
            </a:pPr>
            <a:r>
              <a:rPr lang="en-GB" sz="2200">
                <a:solidFill>
                  <a:prstClr val="black"/>
                </a:solidFill>
                <a:latin typeface="Bahnschrift" panose="020B0502040204020203" pitchFamily="34" charset="0"/>
                <a:cs typeface="Segoe UI" panose="020B0502040204020203" pitchFamily="34" charset="0"/>
              </a:rPr>
              <a:t>UEN - S86CC0315K</a:t>
            </a:r>
          </a:p>
        </p:txBody>
      </p:sp>
      <p:pic>
        <p:nvPicPr>
          <p:cNvPr id="11" name="Picture 10" descr="Qr code with a pay now text&#10;&#10;AI-generated content may be incorrect.">
            <a:extLst>
              <a:ext uri="{FF2B5EF4-FFF2-40B4-BE49-F238E27FC236}">
                <a16:creationId xmlns:a16="http://schemas.microsoft.com/office/drawing/2014/main" id="{85C4FA2D-030C-18F9-1164-C9571A8443E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6651967" y="1010687"/>
            <a:ext cx="2492034" cy="25689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679964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54F69E-7A46-0B60-1478-16E5385A78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170753-FDA9-8774-E936-D9C8B9BFA9D2}"/>
              </a:ext>
            </a:extLst>
          </p:cNvPr>
          <p:cNvSpPr>
            <a:spLocks noGrp="1" noEditPoints="1"/>
          </p:cNvSpPr>
          <p:nvPr>
            <p:ph type="title"/>
          </p:nvPr>
        </p:nvSpPr>
        <p:spPr/>
        <p:txBody>
          <a:bodyPr/>
          <a:lstStyle/>
          <a:p>
            <a:r>
              <a:rPr lang="en-GB">
                <a:latin typeface="Segoe UI" panose="020B0502040204020203" pitchFamily="34" charset="0"/>
                <a:cs typeface="Segoe UI" panose="020B0502040204020203" pitchFamily="34" charset="0"/>
              </a:rPr>
              <a:t>Offertory – Hymn No 130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4B0114A-86E4-115E-AF3B-80085330C179}"/>
              </a:ext>
            </a:extLst>
          </p:cNvPr>
          <p:cNvSpPr txBox="1"/>
          <p:nvPr/>
        </p:nvSpPr>
        <p:spPr>
          <a:xfrm>
            <a:off x="7449022" y="4835723"/>
            <a:ext cx="169079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defTabSz="457178"/>
            <a:r>
              <a:rPr lang="en-SG" sz="140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Offertory: 3 of 4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E61FB0-5173-5736-56EB-29EA23006D03}"/>
              </a:ext>
            </a:extLst>
          </p:cNvPr>
          <p:cNvSpPr txBox="1">
            <a:spLocks/>
          </p:cNvSpPr>
          <p:nvPr/>
        </p:nvSpPr>
        <p:spPr>
          <a:xfrm>
            <a:off x="-90997" y="1093670"/>
            <a:ext cx="7452924" cy="207851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0" indent="0" algn="ctr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2400" err="1">
                <a:latin typeface="Calibri"/>
                <a:ea typeface="Calibri"/>
                <a:cs typeface="Segoe UI"/>
              </a:rPr>
              <a:t>marhthyare</a:t>
            </a:r>
            <a:r>
              <a:rPr lang="en-US" sz="2400">
                <a:latin typeface="Calibri"/>
                <a:ea typeface="Calibri"/>
                <a:cs typeface="Segoe UI"/>
              </a:rPr>
              <a:t> </a:t>
            </a:r>
            <a:r>
              <a:rPr lang="en-US" sz="2400" err="1">
                <a:latin typeface="Calibri"/>
                <a:ea typeface="Calibri"/>
                <a:cs typeface="Segoe UI"/>
              </a:rPr>
              <a:t>ellaam</a:t>
            </a:r>
            <a:r>
              <a:rPr lang="en-US" sz="2400">
                <a:latin typeface="Calibri"/>
                <a:ea typeface="Calibri"/>
                <a:cs typeface="Segoe UI"/>
              </a:rPr>
              <a:t> </a:t>
            </a:r>
            <a:r>
              <a:rPr lang="en-US" sz="2400" err="1">
                <a:latin typeface="Calibri"/>
                <a:ea typeface="Calibri"/>
                <a:cs typeface="Segoe UI"/>
              </a:rPr>
              <a:t>paapaththil</a:t>
            </a:r>
            <a:r>
              <a:rPr lang="en-US" sz="2400">
                <a:latin typeface="Calibri"/>
                <a:ea typeface="Calibri"/>
                <a:cs typeface="Segoe UI"/>
              </a:rPr>
              <a:t> </a:t>
            </a:r>
            <a:r>
              <a:rPr lang="en-US" sz="2400" err="1">
                <a:latin typeface="Calibri"/>
                <a:ea typeface="Calibri"/>
                <a:cs typeface="Segoe UI"/>
              </a:rPr>
              <a:t>ninnum</a:t>
            </a:r>
            <a:r>
              <a:rPr lang="en-US" sz="2400">
                <a:latin typeface="Calibri"/>
                <a:ea typeface="Calibri"/>
                <a:cs typeface="Segoe UI"/>
              </a:rPr>
              <a:t> </a:t>
            </a:r>
            <a:r>
              <a:rPr lang="en-US" sz="2400" err="1">
                <a:latin typeface="Calibri"/>
                <a:ea typeface="Calibri"/>
                <a:cs typeface="Segoe UI"/>
              </a:rPr>
              <a:t>rakshikkuvaan</a:t>
            </a:r>
            <a:endParaRPr lang="en-US" sz="2400">
              <a:latin typeface="Calibri"/>
              <a:ea typeface="Calibri"/>
              <a:cs typeface="Segoe UI"/>
            </a:endParaRPr>
          </a:p>
          <a:p>
            <a:pPr algn="l"/>
            <a:r>
              <a:rPr lang="en-US" sz="2400" err="1">
                <a:latin typeface="Calibri"/>
                <a:ea typeface="Calibri"/>
                <a:cs typeface="Segoe UI"/>
              </a:rPr>
              <a:t>sathya</a:t>
            </a:r>
            <a:r>
              <a:rPr lang="en-US" sz="2400">
                <a:latin typeface="Calibri"/>
                <a:ea typeface="Calibri"/>
                <a:cs typeface="Segoe UI"/>
              </a:rPr>
              <a:t> </a:t>
            </a:r>
            <a:r>
              <a:rPr lang="en-US" sz="2400" err="1">
                <a:latin typeface="Calibri"/>
                <a:ea typeface="Calibri"/>
                <a:cs typeface="Segoe UI"/>
              </a:rPr>
              <a:t>vachanam</a:t>
            </a:r>
            <a:r>
              <a:rPr lang="en-US" sz="2400">
                <a:latin typeface="Calibri"/>
                <a:ea typeface="Calibri"/>
                <a:cs typeface="Segoe UI"/>
              </a:rPr>
              <a:t> </a:t>
            </a:r>
            <a:r>
              <a:rPr lang="en-US" sz="2400" err="1">
                <a:latin typeface="Calibri"/>
                <a:ea typeface="Calibri"/>
                <a:cs typeface="Segoe UI"/>
              </a:rPr>
              <a:t>lokaththil</a:t>
            </a:r>
            <a:r>
              <a:rPr lang="en-US" sz="2400">
                <a:latin typeface="Calibri"/>
                <a:ea typeface="Calibri"/>
                <a:cs typeface="Segoe UI"/>
              </a:rPr>
              <a:t> – </a:t>
            </a:r>
            <a:r>
              <a:rPr lang="en-US" sz="2400" err="1">
                <a:latin typeface="Calibri"/>
                <a:ea typeface="Calibri"/>
                <a:cs typeface="Segoe UI"/>
              </a:rPr>
              <a:t>marthyanaay</a:t>
            </a:r>
            <a:r>
              <a:rPr lang="en-US" sz="2400">
                <a:latin typeface="Calibri"/>
                <a:ea typeface="Calibri"/>
                <a:cs typeface="Segoe UI"/>
              </a:rPr>
              <a:t> </a:t>
            </a:r>
            <a:r>
              <a:rPr lang="en-US" sz="2400" err="1">
                <a:latin typeface="Calibri"/>
                <a:ea typeface="Calibri"/>
                <a:cs typeface="Segoe UI"/>
              </a:rPr>
              <a:t>vannaho</a:t>
            </a:r>
            <a:endParaRPr lang="en-US" sz="2400">
              <a:latin typeface="Calibri"/>
              <a:ea typeface="Calibri"/>
              <a:cs typeface="Segoe UI"/>
            </a:endParaRPr>
          </a:p>
          <a:p>
            <a:pPr algn="l"/>
            <a:r>
              <a:rPr lang="en-US" sz="2400" err="1">
                <a:latin typeface="Calibri"/>
                <a:ea typeface="Calibri"/>
                <a:cs typeface="Segoe UI"/>
              </a:rPr>
              <a:t>bhootha</a:t>
            </a:r>
            <a:r>
              <a:rPr lang="en-US" sz="2400">
                <a:latin typeface="Calibri"/>
                <a:ea typeface="Calibri"/>
                <a:cs typeface="Segoe UI"/>
              </a:rPr>
              <a:t> </a:t>
            </a:r>
            <a:r>
              <a:rPr lang="en-US" sz="2400" err="1">
                <a:latin typeface="Calibri"/>
                <a:ea typeface="Calibri"/>
                <a:cs typeface="Segoe UI"/>
              </a:rPr>
              <a:t>ganhangalhaake</a:t>
            </a:r>
            <a:r>
              <a:rPr lang="en-US" sz="2400">
                <a:latin typeface="Calibri"/>
                <a:ea typeface="Calibri"/>
                <a:cs typeface="Segoe UI"/>
              </a:rPr>
              <a:t> – </a:t>
            </a:r>
            <a:r>
              <a:rPr lang="en-US" sz="2400" err="1">
                <a:latin typeface="Calibri"/>
                <a:ea typeface="Calibri"/>
                <a:cs typeface="Segoe UI"/>
              </a:rPr>
              <a:t>bheethi</a:t>
            </a:r>
            <a:r>
              <a:rPr lang="en-US" sz="2400">
                <a:latin typeface="Calibri"/>
                <a:ea typeface="Calibri"/>
                <a:cs typeface="Segoe UI"/>
              </a:rPr>
              <a:t> </a:t>
            </a:r>
            <a:r>
              <a:rPr lang="en-US" sz="2400" err="1">
                <a:latin typeface="Calibri"/>
                <a:ea typeface="Calibri"/>
                <a:cs typeface="Segoe UI"/>
              </a:rPr>
              <a:t>poonhdavarodum</a:t>
            </a:r>
            <a:endParaRPr lang="en-US" sz="2400">
              <a:latin typeface="Calibri"/>
              <a:ea typeface="Calibri"/>
              <a:cs typeface="Segoe UI"/>
            </a:endParaRPr>
          </a:p>
          <a:p>
            <a:pPr algn="l"/>
            <a:r>
              <a:rPr lang="en-US" sz="2300" i="1" err="1">
                <a:solidFill>
                  <a:srgbClr val="800000"/>
                </a:solidFill>
                <a:latin typeface="Calibri"/>
                <a:ea typeface="Calibri"/>
                <a:cs typeface="Segoe UI"/>
              </a:rPr>
              <a:t>kooduka</a:t>
            </a:r>
            <a:r>
              <a:rPr lang="en-US" sz="2300" i="1">
                <a:solidFill>
                  <a:srgbClr val="800000"/>
                </a:solidFill>
                <a:latin typeface="Calibri"/>
                <a:ea typeface="Calibri"/>
                <a:cs typeface="Segoe UI"/>
              </a:rPr>
              <a:t> naam </a:t>
            </a:r>
            <a:r>
              <a:rPr lang="en-US" sz="2300" i="1" err="1">
                <a:solidFill>
                  <a:srgbClr val="800000"/>
                </a:solidFill>
                <a:latin typeface="Calibri"/>
                <a:ea typeface="Calibri"/>
                <a:cs typeface="Segoe UI"/>
              </a:rPr>
              <a:t>paaduka</a:t>
            </a:r>
            <a:r>
              <a:rPr lang="en-US" sz="2300" i="1">
                <a:solidFill>
                  <a:srgbClr val="800000"/>
                </a:solidFill>
                <a:latin typeface="Calibri"/>
                <a:ea typeface="Calibri"/>
                <a:cs typeface="Segoe UI"/>
              </a:rPr>
              <a:t> naam </a:t>
            </a:r>
            <a:r>
              <a:rPr lang="en-US" sz="2300" i="1" err="1">
                <a:solidFill>
                  <a:srgbClr val="800000"/>
                </a:solidFill>
                <a:latin typeface="Calibri"/>
                <a:ea typeface="Calibri"/>
                <a:cs typeface="Segoe UI"/>
              </a:rPr>
              <a:t>shathrukkal</a:t>
            </a:r>
            <a:r>
              <a:rPr lang="en-US" sz="2300" i="1">
                <a:solidFill>
                  <a:srgbClr val="800000"/>
                </a:solidFill>
                <a:latin typeface="Calibri"/>
                <a:ea typeface="Calibri"/>
                <a:cs typeface="Segoe UI"/>
              </a:rPr>
              <a:t> </a:t>
            </a:r>
            <a:r>
              <a:rPr lang="en-US" sz="2300" i="1" err="1">
                <a:solidFill>
                  <a:srgbClr val="800000"/>
                </a:solidFill>
                <a:latin typeface="Calibri"/>
                <a:ea typeface="Calibri"/>
                <a:cs typeface="Segoe UI"/>
              </a:rPr>
              <a:t>thottupoy</a:t>
            </a:r>
            <a:r>
              <a:rPr lang="en-US" sz="2300" i="1">
                <a:solidFill>
                  <a:srgbClr val="800000"/>
                </a:solidFill>
                <a:latin typeface="Calibri"/>
                <a:ea typeface="Calibri"/>
                <a:cs typeface="Segoe UI"/>
              </a:rPr>
              <a:t> </a:t>
            </a:r>
            <a:r>
              <a:rPr lang="en-US" sz="2300">
                <a:solidFill>
                  <a:srgbClr val="800000"/>
                </a:solidFill>
                <a:latin typeface="Calibri"/>
                <a:ea typeface="Calibri"/>
                <a:cs typeface="Segoe UI"/>
              </a:rPr>
              <a:t>(2)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5783199-EC28-4875-F57C-7B1925DB4E7C}"/>
              </a:ext>
            </a:extLst>
          </p:cNvPr>
          <p:cNvSpPr/>
          <p:nvPr/>
        </p:nvSpPr>
        <p:spPr>
          <a:xfrm>
            <a:off x="3047" y="2825350"/>
            <a:ext cx="9144000" cy="1692771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r>
              <a:rPr lang="en-US" sz="2600" err="1">
                <a:latin typeface="ML-TTKarthika"/>
              </a:rPr>
              <a:t>a</a:t>
            </a:r>
            <a:r>
              <a:rPr lang="en-US" sz="2500" err="1">
                <a:latin typeface="ML-TTKarthika"/>
              </a:rPr>
              <a:t>ÀXvXyscsbÃmw</a:t>
            </a:r>
            <a:r>
              <a:rPr lang="en-US" sz="2500">
                <a:latin typeface="ML-TTKarthika"/>
              </a:rPr>
              <a:t> ]m]¯</a:t>
            </a:r>
            <a:r>
              <a:rPr lang="en-US" sz="2500" err="1">
                <a:latin typeface="ML-TTKarthika"/>
              </a:rPr>
              <a:t>nÂ</a:t>
            </a:r>
            <a:r>
              <a:rPr lang="en-US" sz="2500">
                <a:latin typeface="ML-TTKarthika"/>
              </a:rPr>
              <a:t> \</a:t>
            </a:r>
            <a:r>
              <a:rPr lang="en-US" sz="2500" err="1">
                <a:latin typeface="ML-TTKarthika"/>
              </a:rPr>
              <a:t>n¶pw</a:t>
            </a:r>
            <a:r>
              <a:rPr lang="en-US" sz="2500">
                <a:latin typeface="ML-TTKarthika"/>
              </a:rPr>
              <a:t> c£n¡phm³ </a:t>
            </a:r>
          </a:p>
          <a:p>
            <a:r>
              <a:rPr lang="en-US" sz="2500" err="1">
                <a:latin typeface="ML-TTKarthika"/>
              </a:rPr>
              <a:t>kXyhN</a:t>
            </a:r>
            <a:r>
              <a:rPr lang="en-US" sz="2500">
                <a:latin typeface="ML-TTKarthika"/>
              </a:rPr>
              <a:t>\w </a:t>
            </a:r>
            <a:r>
              <a:rPr lang="en-US" sz="2500" err="1">
                <a:latin typeface="ML-TTKarthika"/>
              </a:rPr>
              <a:t>temI¯nÂ</a:t>
            </a:r>
            <a:r>
              <a:rPr lang="en-US" sz="2500">
                <a:latin typeface="ML-TTKarthika"/>
              </a:rPr>
              <a:t> þ </a:t>
            </a:r>
            <a:r>
              <a:rPr lang="en-US" sz="2500" err="1">
                <a:latin typeface="ML-TTKarthika"/>
              </a:rPr>
              <a:t>aÀXvXy</a:t>
            </a:r>
            <a:r>
              <a:rPr lang="en-US" sz="2500">
                <a:latin typeface="ML-TTKarthika"/>
              </a:rPr>
              <a:t>\</a:t>
            </a:r>
            <a:r>
              <a:rPr lang="en-US" sz="2500" err="1">
                <a:latin typeface="ML-TTKarthika"/>
              </a:rPr>
              <a:t>mbv</a:t>
            </a:r>
            <a:r>
              <a:rPr lang="en-US" sz="2500">
                <a:latin typeface="ML-TTKarthika"/>
              </a:rPr>
              <a:t> </a:t>
            </a:r>
            <a:r>
              <a:rPr lang="en-US" sz="2500" err="1">
                <a:latin typeface="ML-TTKarthika"/>
              </a:rPr>
              <a:t>h¶tlmþ</a:t>
            </a:r>
            <a:r>
              <a:rPr lang="en-US" sz="2500">
                <a:latin typeface="ML-TTKarthika"/>
              </a:rPr>
              <a:t> </a:t>
            </a:r>
          </a:p>
          <a:p>
            <a:r>
              <a:rPr lang="en-US" sz="2600">
                <a:latin typeface="ML-TTKarthika" panose="04000000000000000000" pitchFamily="82" charset="0"/>
              </a:rPr>
              <a:t>`</a:t>
            </a:r>
            <a:r>
              <a:rPr lang="en-US" sz="2600" err="1">
                <a:latin typeface="ML-TTKarthika" panose="04000000000000000000" pitchFamily="82" charset="0"/>
              </a:rPr>
              <a:t>qX</a:t>
            </a:r>
            <a:r>
              <a:rPr lang="en-US" sz="2600">
                <a:latin typeface="ML-TTKarthika" panose="04000000000000000000" pitchFamily="82" charset="0"/>
              </a:rPr>
              <a:t> </a:t>
            </a:r>
            <a:r>
              <a:rPr lang="en-US" sz="2600" err="1">
                <a:latin typeface="ML-TTKarthika" panose="04000000000000000000" pitchFamily="82" charset="0"/>
              </a:rPr>
              <a:t>KW§fmsI</a:t>
            </a:r>
            <a:r>
              <a:rPr lang="en-US" sz="2600">
                <a:latin typeface="ML-TTKarthika" panose="04000000000000000000" pitchFamily="82" charset="0"/>
              </a:rPr>
              <a:t> þ `</a:t>
            </a:r>
            <a:r>
              <a:rPr lang="en-US" sz="2600" err="1">
                <a:latin typeface="ML-TTKarthika" panose="04000000000000000000" pitchFamily="82" charset="0"/>
              </a:rPr>
              <a:t>oXn</a:t>
            </a:r>
            <a:r>
              <a:rPr lang="en-US" sz="2600">
                <a:latin typeface="ML-TTKarthika" panose="04000000000000000000" pitchFamily="82" charset="0"/>
              </a:rPr>
              <a:t> ]</a:t>
            </a:r>
            <a:r>
              <a:rPr lang="en-US" sz="2600" err="1">
                <a:latin typeface="ML-TTKarthika" panose="04000000000000000000" pitchFamily="82" charset="0"/>
              </a:rPr>
              <a:t>q¬ShtcmSpw</a:t>
            </a:r>
            <a:r>
              <a:rPr lang="en-US" sz="2600">
                <a:latin typeface="ML-TTKarthika" panose="04000000000000000000" pitchFamily="82" charset="0"/>
              </a:rPr>
              <a:t> </a:t>
            </a:r>
          </a:p>
          <a:p>
            <a:pPr marL="57150" indent="-57150"/>
            <a:r>
              <a:rPr lang="en-US" sz="2600" i="1" u="sng" err="1">
                <a:solidFill>
                  <a:srgbClr val="800000"/>
                </a:solidFill>
                <a:latin typeface="ML-TTKarthika"/>
              </a:rPr>
              <a:t>IqSpI</a:t>
            </a:r>
            <a:r>
              <a:rPr lang="en-US" sz="2600" i="1" u="sng">
                <a:solidFill>
                  <a:srgbClr val="800000"/>
                </a:solidFill>
                <a:latin typeface="ML-TTKarthika"/>
              </a:rPr>
              <a:t> \mw ]</a:t>
            </a:r>
            <a:r>
              <a:rPr lang="en-US" sz="2600" i="1" u="sng" err="1">
                <a:solidFill>
                  <a:srgbClr val="800000"/>
                </a:solidFill>
                <a:latin typeface="ML-TTKarthika"/>
              </a:rPr>
              <a:t>mSpI</a:t>
            </a:r>
            <a:r>
              <a:rPr lang="en-US" sz="2600" i="1" u="sng">
                <a:solidFill>
                  <a:srgbClr val="800000"/>
                </a:solidFill>
                <a:latin typeface="ML-TTKarthika"/>
              </a:rPr>
              <a:t> \mw </a:t>
            </a:r>
            <a:r>
              <a:rPr lang="en-US" sz="2600" i="1" u="sng" err="1">
                <a:solidFill>
                  <a:srgbClr val="800000"/>
                </a:solidFill>
                <a:latin typeface="ML-TTKarthika"/>
              </a:rPr>
              <a:t>i</a:t>
            </a:r>
            <a:r>
              <a:rPr lang="en-US" sz="2600" i="1" u="sng">
                <a:solidFill>
                  <a:srgbClr val="800000"/>
                </a:solidFill>
                <a:latin typeface="ML-TTKarthika"/>
              </a:rPr>
              <a:t>{</a:t>
            </a:r>
            <a:r>
              <a:rPr lang="en-US" sz="2600" i="1" u="sng" err="1">
                <a:solidFill>
                  <a:srgbClr val="800000"/>
                </a:solidFill>
                <a:latin typeface="ML-TTKarthika"/>
              </a:rPr>
              <a:t>Xp¡Ä</a:t>
            </a:r>
            <a:r>
              <a:rPr lang="en-US" sz="2600" i="1" u="sng">
                <a:solidFill>
                  <a:srgbClr val="800000"/>
                </a:solidFill>
                <a:latin typeface="ML-TTKarthika"/>
              </a:rPr>
              <a:t> </a:t>
            </a:r>
            <a:r>
              <a:rPr lang="en-US" sz="2600" i="1" u="sng" err="1">
                <a:solidFill>
                  <a:srgbClr val="800000"/>
                </a:solidFill>
                <a:latin typeface="ML-TTKarthika"/>
              </a:rPr>
              <a:t>tXmäp</a:t>
            </a:r>
            <a:r>
              <a:rPr lang="en-US" sz="2600" i="1" u="sng">
                <a:solidFill>
                  <a:srgbClr val="800000"/>
                </a:solidFill>
                <a:latin typeface="ML-TTKarthika"/>
              </a:rPr>
              <a:t> t]</a:t>
            </a:r>
            <a:r>
              <a:rPr lang="en-US" sz="2600" i="1" u="sng" err="1">
                <a:solidFill>
                  <a:srgbClr val="800000"/>
                </a:solidFill>
                <a:latin typeface="ML-TTKarthika"/>
              </a:rPr>
              <a:t>mbv</a:t>
            </a:r>
            <a:r>
              <a:rPr lang="en-US" sz="2600" i="1" u="sng">
                <a:solidFill>
                  <a:srgbClr val="800000"/>
                </a:solidFill>
                <a:latin typeface="ML-TTKarthika"/>
              </a:rPr>
              <a:t> (2)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861BD1B1-BAB0-DB2F-A821-D5C2CD50DDA3}"/>
              </a:ext>
            </a:extLst>
          </p:cNvPr>
          <p:cNvSpPr txBox="1"/>
          <p:nvPr/>
        </p:nvSpPr>
        <p:spPr>
          <a:xfrm>
            <a:off x="6414535" y="3576238"/>
            <a:ext cx="2888574" cy="536637"/>
          </a:xfrm>
          <a:prstGeom prst="rect">
            <a:avLst/>
          </a:prstGeom>
          <a:noFill/>
        </p:spPr>
        <p:txBody>
          <a:bodyPr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defTabSz="685766">
              <a:spcBef>
                <a:spcPts val="563"/>
              </a:spcBef>
              <a:buNone/>
              <a:tabLst>
                <a:tab pos="1423880" algn="l"/>
              </a:tabLst>
            </a:pPr>
            <a:r>
              <a:rPr lang="en-GB" sz="2200">
                <a:solidFill>
                  <a:prstClr val="black"/>
                </a:solidFill>
                <a:latin typeface="Bahnschrift" panose="020B0502040204020203" pitchFamily="34" charset="0"/>
                <a:cs typeface="Segoe UI" panose="020B0502040204020203" pitchFamily="34" charset="0"/>
              </a:rPr>
              <a:t>UEN - S86CC0315K</a:t>
            </a:r>
          </a:p>
        </p:txBody>
      </p:sp>
      <p:pic>
        <p:nvPicPr>
          <p:cNvPr id="11" name="Picture 10" descr="Qr code with a pay now text&#10;&#10;AI-generated content may be incorrect.">
            <a:extLst>
              <a:ext uri="{FF2B5EF4-FFF2-40B4-BE49-F238E27FC236}">
                <a16:creationId xmlns:a16="http://schemas.microsoft.com/office/drawing/2014/main" id="{957BCDC0-D560-9ACA-E19F-94CC1BA205A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6651967" y="1010687"/>
            <a:ext cx="2492034" cy="25689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2575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2"/>
          <p:cNvSpPr txBox="1"/>
          <p:nvPr/>
        </p:nvSpPr>
        <p:spPr>
          <a:xfrm>
            <a:off x="756000" y="1463290"/>
            <a:ext cx="7632000" cy="2216920"/>
          </a:xfrm>
          <a:prstGeom prst="rect">
            <a:avLst/>
          </a:prstGeom>
          <a:noFill/>
          <a:ln w="19050">
            <a:noFill/>
          </a:ln>
        </p:spPr>
        <p:txBody>
          <a:bodyPr lIns="91440" tIns="45720" rIns="91440" bIns="45720" anchor="ctr"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  <a:tabLst>
                <a:tab pos="1423880" algn="l"/>
              </a:tabLst>
            </a:pPr>
            <a:r>
              <a:rPr lang="en-US" sz="7200" b="1"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abriola" pitchFamily="82" charset="0"/>
              </a:rPr>
              <a:t>Message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 txBox="1"/>
          <p:nvPr/>
        </p:nvSpPr>
        <p:spPr>
          <a:xfrm>
            <a:off x="0" y="1410159"/>
            <a:ext cx="9144000" cy="1777437"/>
          </a:xfrm>
          <a:prstGeom prst="rect">
            <a:avLst/>
          </a:prstGeom>
          <a:noFill/>
          <a:ln w="19050">
            <a:noFill/>
          </a:ln>
        </p:spPr>
        <p:txBody>
          <a:bodyPr lIns="91440" tIns="45720" rIns="91440" bIns="45720" anchor="ctr"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  <a:tabLst>
                <a:tab pos="1423880" algn="l"/>
              </a:tabLst>
            </a:pPr>
            <a:r>
              <a:rPr lang="en-GB" sz="48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abriola" pitchFamily="82" charset="0"/>
              </a:rPr>
              <a:t>Confession:</a:t>
            </a:r>
            <a:endParaRPr lang="en-GB" sz="6000" b="1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Gabriola" pitchFamily="82" charset="0"/>
            </a:endParaRPr>
          </a:p>
          <a:p>
            <a:pPr marL="0" indent="0" algn="ctr">
              <a:buNone/>
              <a:tabLst>
                <a:tab pos="1423880" algn="l"/>
              </a:tabLst>
            </a:pPr>
            <a:r>
              <a:rPr lang="en-US" sz="66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abriola" pitchFamily="82" charset="0"/>
              </a:rPr>
              <a:t>Hymn No 416</a:t>
            </a:r>
            <a:endParaRPr lang="en-GB" sz="6600" b="1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Gabriola" pitchFamily="82" charset="0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 noEditPoints="1"/>
          </p:cNvSpPr>
          <p:nvPr>
            <p:ph type="title"/>
          </p:nvPr>
        </p:nvSpPr>
        <p:spPr/>
        <p:txBody>
          <a:bodyPr/>
          <a:lstStyle/>
          <a:p>
            <a:r>
              <a:rPr lang="en-GB">
                <a:latin typeface="Segoe UI"/>
                <a:cs typeface="Segoe UI"/>
              </a:rPr>
              <a:t>Confession – Hymn 147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068968" y="4835724"/>
            <a:ext cx="2070847" cy="307777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r" defTabSz="457178"/>
            <a:r>
              <a:rPr lang="en-US" sz="140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Co</a:t>
            </a:r>
            <a:r>
              <a:rPr lang="en-SG" sz="1400" err="1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nfess</a:t>
            </a:r>
            <a:r>
              <a:rPr lang="en-US" sz="140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ion: 1 of 1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1CA03FB-636E-129E-0EE8-8C29F9C16E75}"/>
              </a:ext>
            </a:extLst>
          </p:cNvPr>
          <p:cNvSpPr txBox="1"/>
          <p:nvPr/>
        </p:nvSpPr>
        <p:spPr>
          <a:xfrm>
            <a:off x="542542" y="1406804"/>
            <a:ext cx="8594247" cy="1361911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noAutofit/>
          </a:bodyPr>
          <a:lstStyle/>
          <a:p>
            <a:pPr>
              <a:defRPr/>
            </a:pPr>
            <a:r>
              <a:rPr lang="en-US" sz="2800">
                <a:solidFill>
                  <a:srgbClr val="444444"/>
                </a:solidFill>
                <a:latin typeface="Calibri"/>
                <a:ea typeface="Calibri"/>
                <a:cs typeface="Calibri"/>
              </a:rPr>
              <a:t>Immanuvel than </a:t>
            </a:r>
            <a:r>
              <a:rPr lang="en-US" sz="2800" err="1">
                <a:solidFill>
                  <a:srgbClr val="444444"/>
                </a:solidFill>
                <a:latin typeface="Calibri"/>
                <a:ea typeface="Calibri"/>
                <a:cs typeface="Calibri"/>
              </a:rPr>
              <a:t>changkathil</a:t>
            </a:r>
            <a:r>
              <a:rPr lang="en-US" sz="2800">
                <a:solidFill>
                  <a:srgbClr val="444444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800" err="1">
                <a:solidFill>
                  <a:srgbClr val="444444"/>
                </a:solidFill>
                <a:latin typeface="Calibri"/>
                <a:ea typeface="Calibri"/>
                <a:cs typeface="Calibri"/>
              </a:rPr>
              <a:t>ninnozhukum</a:t>
            </a:r>
            <a:r>
              <a:rPr lang="en-US" sz="2800">
                <a:solidFill>
                  <a:srgbClr val="444444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800" err="1">
                <a:solidFill>
                  <a:srgbClr val="444444"/>
                </a:solidFill>
                <a:latin typeface="Calibri"/>
                <a:ea typeface="Calibri"/>
                <a:cs typeface="Calibri"/>
              </a:rPr>
              <a:t>raktham</a:t>
            </a:r>
            <a:br>
              <a:rPr lang="en-US" sz="2800">
                <a:latin typeface="Calibri"/>
                <a:ea typeface="Calibri"/>
                <a:cs typeface="Calibri"/>
              </a:rPr>
            </a:br>
            <a:r>
              <a:rPr lang="en-US" sz="2800" err="1">
                <a:solidFill>
                  <a:srgbClr val="444444"/>
                </a:solidFill>
                <a:latin typeface="Calibri"/>
                <a:ea typeface="Calibri"/>
                <a:cs typeface="Calibri"/>
              </a:rPr>
              <a:t>papakkara</a:t>
            </a:r>
            <a:r>
              <a:rPr lang="en-US" sz="2800">
                <a:solidFill>
                  <a:srgbClr val="444444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800" err="1">
                <a:solidFill>
                  <a:srgbClr val="444444"/>
                </a:solidFill>
                <a:latin typeface="Calibri"/>
                <a:ea typeface="Calibri"/>
                <a:cs typeface="Calibri"/>
              </a:rPr>
              <a:t>nengkumathil</a:t>
            </a:r>
            <a:r>
              <a:rPr lang="en-US" sz="2800">
                <a:solidFill>
                  <a:srgbClr val="444444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800" err="1">
                <a:solidFill>
                  <a:srgbClr val="444444"/>
                </a:solidFill>
                <a:latin typeface="Calibri"/>
                <a:ea typeface="Calibri"/>
                <a:cs typeface="Calibri"/>
              </a:rPr>
              <a:t>mungkithernnal</a:t>
            </a:r>
            <a:r>
              <a:rPr lang="en-US" sz="2800">
                <a:solidFill>
                  <a:srgbClr val="444444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800" err="1">
                <a:solidFill>
                  <a:srgbClr val="444444"/>
                </a:solidFill>
                <a:latin typeface="Calibri"/>
                <a:ea typeface="Calibri"/>
                <a:cs typeface="Calibri"/>
              </a:rPr>
              <a:t>aarum</a:t>
            </a:r>
            <a:r>
              <a:rPr lang="en-US" sz="2800">
                <a:solidFill>
                  <a:srgbClr val="444444"/>
                </a:solidFill>
                <a:latin typeface="Calibri"/>
                <a:ea typeface="Calibri"/>
                <a:cs typeface="Calibri"/>
              </a:rPr>
              <a:t> (2)</a:t>
            </a:r>
            <a:endParaRPr lang="en-US" sz="2800" err="1">
              <a:latin typeface="Calibri"/>
              <a:ea typeface="Calibri"/>
              <a:cs typeface="Calibri"/>
            </a:endParaRPr>
          </a:p>
          <a:p>
            <a:pPr>
              <a:defRPr/>
            </a:pPr>
            <a:endParaRPr lang="en-US" sz="800">
              <a:solidFill>
                <a:srgbClr val="444444"/>
              </a:solidFill>
              <a:latin typeface="Calibri"/>
              <a:ea typeface="Calibri"/>
              <a:cs typeface="Calibri"/>
            </a:endParaRPr>
          </a:p>
          <a:p>
            <a:pPr>
              <a:defRPr/>
            </a:pPr>
            <a:endParaRPr lang="en-US" sz="280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26B82A6-9222-230C-3789-72A7BA379783}"/>
              </a:ext>
            </a:extLst>
          </p:cNvPr>
          <p:cNvSpPr txBox="1"/>
          <p:nvPr/>
        </p:nvSpPr>
        <p:spPr>
          <a:xfrm>
            <a:off x="549474" y="2767073"/>
            <a:ext cx="8588181" cy="954107"/>
          </a:xfrm>
          <a:prstGeom prst="rect">
            <a:avLst/>
          </a:prstGeom>
          <a:noFill/>
        </p:spPr>
        <p:txBody>
          <a:bodyPr wrap="square" lIns="68580" tIns="34290" rIns="68580" bIns="3429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000">
                <a:solidFill>
                  <a:srgbClr val="444444"/>
                </a:solidFill>
                <a:latin typeface="Open Sans"/>
                <a:ea typeface="Open Sans"/>
                <a:cs typeface="Open Sans"/>
              </a:rPr>
              <a:t> </a:t>
            </a:r>
            <a:r>
              <a:rPr lang="en-US" sz="2000" err="1">
                <a:solidFill>
                  <a:srgbClr val="444444"/>
                </a:solidFill>
                <a:latin typeface="Open Sans"/>
                <a:ea typeface="Open Sans"/>
                <a:cs typeface="Open Sans"/>
              </a:rPr>
              <a:t>ഇമ്മാനുവേ</a:t>
            </a:r>
            <a:r>
              <a:rPr lang="en-US" sz="2000">
                <a:solidFill>
                  <a:srgbClr val="444444"/>
                </a:solidFill>
                <a:latin typeface="Open Sans"/>
                <a:ea typeface="Open Sans"/>
                <a:cs typeface="Open Sans"/>
              </a:rPr>
              <a:t>ൽ തൻ </a:t>
            </a:r>
            <a:r>
              <a:rPr lang="en-US" sz="2000" err="1">
                <a:solidFill>
                  <a:srgbClr val="444444"/>
                </a:solidFill>
                <a:latin typeface="Open Sans"/>
                <a:ea typeface="Open Sans"/>
                <a:cs typeface="Open Sans"/>
              </a:rPr>
              <a:t>ചങ്കതിൽനിന്നൊഴുകും</a:t>
            </a:r>
            <a:r>
              <a:rPr lang="en-US" sz="2000">
                <a:solidFill>
                  <a:srgbClr val="444444"/>
                </a:solidFill>
                <a:latin typeface="Open Sans"/>
                <a:ea typeface="Open Sans"/>
                <a:cs typeface="Open Sans"/>
              </a:rPr>
              <a:t> </a:t>
            </a:r>
            <a:r>
              <a:rPr lang="en-US" sz="2000" err="1">
                <a:solidFill>
                  <a:srgbClr val="444444"/>
                </a:solidFill>
                <a:latin typeface="Open Sans"/>
                <a:ea typeface="Open Sans"/>
                <a:cs typeface="Open Sans"/>
              </a:rPr>
              <a:t>രക്തം</a:t>
            </a:r>
            <a:br>
              <a:rPr lang="en-US" sz="2000">
                <a:latin typeface="Open Sans"/>
                <a:ea typeface="Open Sans"/>
                <a:cs typeface="Open Sans"/>
              </a:rPr>
            </a:br>
            <a:r>
              <a:rPr lang="en-US" sz="2000" err="1">
                <a:solidFill>
                  <a:srgbClr val="444444"/>
                </a:solidFill>
                <a:latin typeface="Open Sans"/>
                <a:ea typeface="Open Sans"/>
                <a:cs typeface="Open Sans"/>
              </a:rPr>
              <a:t>പാപക്കറ</a:t>
            </a:r>
            <a:r>
              <a:rPr lang="en-US" sz="2000">
                <a:solidFill>
                  <a:srgbClr val="444444"/>
                </a:solidFill>
                <a:latin typeface="Open Sans"/>
                <a:ea typeface="Open Sans"/>
                <a:cs typeface="Open Sans"/>
              </a:rPr>
              <a:t> </a:t>
            </a:r>
            <a:r>
              <a:rPr lang="en-US" sz="2000" err="1">
                <a:solidFill>
                  <a:srgbClr val="444444"/>
                </a:solidFill>
                <a:latin typeface="Open Sans"/>
                <a:ea typeface="Open Sans"/>
                <a:cs typeface="Open Sans"/>
              </a:rPr>
              <a:t>നീക്കുമതി</a:t>
            </a:r>
            <a:r>
              <a:rPr lang="en-US" sz="2000">
                <a:solidFill>
                  <a:srgbClr val="444444"/>
                </a:solidFill>
                <a:latin typeface="Open Sans"/>
                <a:ea typeface="Open Sans"/>
                <a:cs typeface="Open Sans"/>
              </a:rPr>
              <a:t>ൽ </a:t>
            </a:r>
            <a:r>
              <a:rPr lang="en-US" sz="2000" err="1">
                <a:solidFill>
                  <a:srgbClr val="444444"/>
                </a:solidFill>
                <a:latin typeface="Open Sans"/>
                <a:ea typeface="Open Sans"/>
                <a:cs typeface="Open Sans"/>
              </a:rPr>
              <a:t>മുങ്ങിത്തീർന്നാ</a:t>
            </a:r>
            <a:r>
              <a:rPr lang="en-US" sz="2000">
                <a:solidFill>
                  <a:srgbClr val="444444"/>
                </a:solidFill>
                <a:latin typeface="Open Sans"/>
                <a:ea typeface="Open Sans"/>
                <a:cs typeface="Open Sans"/>
              </a:rPr>
              <a:t>ൽ </a:t>
            </a:r>
            <a:r>
              <a:rPr lang="en-US" sz="2000" err="1">
                <a:solidFill>
                  <a:srgbClr val="444444"/>
                </a:solidFill>
                <a:latin typeface="Open Sans"/>
                <a:ea typeface="Open Sans"/>
                <a:cs typeface="Open Sans"/>
              </a:rPr>
              <a:t>ആരും</a:t>
            </a:r>
            <a:r>
              <a:rPr lang="en-US" sz="2000">
                <a:solidFill>
                  <a:srgbClr val="444444"/>
                </a:solidFill>
                <a:latin typeface="Open Sans"/>
                <a:ea typeface="Open Sans"/>
                <a:cs typeface="Open Sans"/>
              </a:rPr>
              <a:t> (2)</a:t>
            </a:r>
            <a:endParaRPr lang="en-US" sz="2000" err="1">
              <a:ea typeface="Calibri" panose="020F0502020204030204"/>
              <a:cs typeface="Calibri" panose="020F0502020204030204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 txBox="1"/>
          <p:nvPr/>
        </p:nvSpPr>
        <p:spPr>
          <a:xfrm>
            <a:off x="2004934" y="1543798"/>
            <a:ext cx="5134132" cy="1027952"/>
          </a:xfrm>
          <a:prstGeom prst="rect">
            <a:avLst/>
          </a:prstGeom>
          <a:noFill/>
          <a:ln w="19050">
            <a:noFill/>
          </a:ln>
        </p:spPr>
        <p:txBody>
          <a:bodyPr anchor="ctr"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indent="0" algn="ctr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ct val="100000"/>
              <a:buFont typeface="Arial" panose="020B0604020202020204" pitchFamily="34" charset="0"/>
              <a:buNone/>
              <a:tabLst>
                <a:tab pos="1423880" algn="l"/>
              </a:tabLst>
            </a:pPr>
            <a:r>
              <a:rPr kumimoji="0" lang="en-US" sz="66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briola" pitchFamily="82" charset="0"/>
                <a:ea typeface="+mn-ea"/>
                <a:cs typeface="+mn-cs"/>
              </a:rPr>
              <a:t>Holy Communion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picture containing wall, indoor, table, decorated&#10;&#10;Description automatically generated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1530000" y="705624"/>
            <a:ext cx="6084000" cy="405726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6" name="Title 1"/>
          <p:cNvSpPr txBox="1"/>
          <p:nvPr/>
        </p:nvSpPr>
        <p:spPr>
          <a:xfrm>
            <a:off x="-763" y="-17167"/>
            <a:ext cx="9144000" cy="486000"/>
          </a:xfrm>
          <a:prstGeom prst="rect">
            <a:avLst/>
          </a:prstGeom>
          <a:solidFill>
            <a:srgbClr val="E8D3D3"/>
          </a:solidFill>
        </p:spPr>
        <p:txBody>
          <a:bodyPr vert="horz" lIns="91440" tIns="45720" rIns="91440" bIns="45720" rtlCol="0" anchor="ctr">
            <a:noAutofit/>
          </a:bodyPr>
          <a:lstStyle>
            <a:lvl1pPr algn="ctr" defTabSz="685800">
              <a:lnSpc>
                <a:spcPct val="90000"/>
              </a:lnSpc>
              <a:spcBef>
                <a:spcPct val="0"/>
              </a:spcBef>
              <a:buNone/>
              <a:defRPr lang="en-US" sz="2400" b="0" i="0" dirty="0">
                <a:ea typeface="+mj-ea"/>
                <a:cs typeface="Segoe UI" panose="020B0502040204020203" pitchFamily="34" charset="0"/>
              </a:defRPr>
            </a:lvl1pPr>
          </a:lstStyle>
          <a:p>
            <a:r>
              <a:rPr lang="en-GB">
                <a:latin typeface="Segoe UI"/>
                <a:cs typeface="Segoe UI"/>
              </a:rPr>
              <a:t>Holy Communion </a:t>
            </a:r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 noEditPoints="1"/>
          </p:cNvSpPr>
          <p:nvPr>
            <p:ph type="title"/>
          </p:nvPr>
        </p:nvSpPr>
        <p:spPr/>
        <p:txBody>
          <a:bodyPr/>
          <a:lstStyle/>
          <a:p>
            <a:r>
              <a:rPr lang="en-GB">
                <a:latin typeface="Segoe UI"/>
                <a:cs typeface="Segoe UI"/>
              </a:rPr>
              <a:t>Holy Communion – Hymn No 147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8D4CC99-09E8-10D0-C33B-AE1C8FC37AE6}"/>
              </a:ext>
            </a:extLst>
          </p:cNvPr>
          <p:cNvSpPr txBox="1"/>
          <p:nvPr/>
        </p:nvSpPr>
        <p:spPr>
          <a:xfrm>
            <a:off x="7381874" y="4831355"/>
            <a:ext cx="1743075" cy="276999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r"/>
            <a:r>
              <a:rPr lang="en-US" sz="1200">
                <a:solidFill>
                  <a:prstClr val="black"/>
                </a:solidFill>
                <a:latin typeface="Segoe UI"/>
                <a:cs typeface="Segoe UI"/>
              </a:rPr>
              <a:t>Communion 1: 1 of 5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E477164-6219-AC2E-6852-04FD2E565092}"/>
              </a:ext>
            </a:extLst>
          </p:cNvPr>
          <p:cNvSpPr txBox="1"/>
          <p:nvPr/>
        </p:nvSpPr>
        <p:spPr>
          <a:xfrm>
            <a:off x="549776" y="603810"/>
            <a:ext cx="8594247" cy="1361911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noAutofit/>
          </a:bodyPr>
          <a:lstStyle/>
          <a:p>
            <a:pPr>
              <a:defRPr/>
            </a:pPr>
            <a:r>
              <a:rPr lang="en-US" sz="2800">
                <a:solidFill>
                  <a:srgbClr val="444444"/>
                </a:solidFill>
                <a:latin typeface="Calibri"/>
                <a:ea typeface="Calibri"/>
                <a:cs typeface="Calibri"/>
              </a:rPr>
              <a:t>Immanuvel than </a:t>
            </a:r>
            <a:r>
              <a:rPr lang="en-US" sz="2800" err="1">
                <a:solidFill>
                  <a:srgbClr val="444444"/>
                </a:solidFill>
                <a:latin typeface="Calibri"/>
                <a:ea typeface="Calibri"/>
                <a:cs typeface="Calibri"/>
              </a:rPr>
              <a:t>changkathil</a:t>
            </a:r>
            <a:r>
              <a:rPr lang="en-US" sz="2800">
                <a:solidFill>
                  <a:srgbClr val="444444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800" err="1">
                <a:solidFill>
                  <a:srgbClr val="444444"/>
                </a:solidFill>
                <a:latin typeface="Calibri"/>
                <a:ea typeface="Calibri"/>
                <a:cs typeface="Calibri"/>
              </a:rPr>
              <a:t>ninnozhukum</a:t>
            </a:r>
            <a:r>
              <a:rPr lang="en-US" sz="2800">
                <a:solidFill>
                  <a:srgbClr val="444444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800" err="1">
                <a:solidFill>
                  <a:srgbClr val="444444"/>
                </a:solidFill>
                <a:latin typeface="Calibri"/>
                <a:ea typeface="Calibri"/>
                <a:cs typeface="Calibri"/>
              </a:rPr>
              <a:t>raktham</a:t>
            </a:r>
            <a:br>
              <a:rPr lang="en-US" sz="2800">
                <a:latin typeface="Calibri"/>
                <a:ea typeface="Calibri"/>
                <a:cs typeface="Calibri"/>
              </a:rPr>
            </a:br>
            <a:r>
              <a:rPr lang="en-US" sz="2800" err="1">
                <a:solidFill>
                  <a:srgbClr val="444444"/>
                </a:solidFill>
                <a:latin typeface="Calibri"/>
                <a:ea typeface="Calibri"/>
                <a:cs typeface="Calibri"/>
              </a:rPr>
              <a:t>papakkara</a:t>
            </a:r>
            <a:r>
              <a:rPr lang="en-US" sz="2800">
                <a:solidFill>
                  <a:srgbClr val="444444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800" err="1">
                <a:solidFill>
                  <a:srgbClr val="444444"/>
                </a:solidFill>
                <a:latin typeface="Calibri"/>
                <a:ea typeface="Calibri"/>
                <a:cs typeface="Calibri"/>
              </a:rPr>
              <a:t>nengkumathil</a:t>
            </a:r>
            <a:r>
              <a:rPr lang="en-US" sz="2800">
                <a:solidFill>
                  <a:srgbClr val="444444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800" err="1">
                <a:solidFill>
                  <a:srgbClr val="444444"/>
                </a:solidFill>
                <a:latin typeface="Calibri"/>
                <a:ea typeface="Calibri"/>
                <a:cs typeface="Calibri"/>
              </a:rPr>
              <a:t>mungkithernnal</a:t>
            </a:r>
            <a:r>
              <a:rPr lang="en-US" sz="2800">
                <a:solidFill>
                  <a:srgbClr val="444444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800" err="1">
                <a:solidFill>
                  <a:srgbClr val="444444"/>
                </a:solidFill>
                <a:latin typeface="Calibri"/>
                <a:ea typeface="Calibri"/>
                <a:cs typeface="Calibri"/>
              </a:rPr>
              <a:t>aarum</a:t>
            </a:r>
            <a:r>
              <a:rPr lang="en-US" sz="2800">
                <a:solidFill>
                  <a:srgbClr val="444444"/>
                </a:solidFill>
                <a:latin typeface="Calibri"/>
                <a:ea typeface="Calibri"/>
                <a:cs typeface="Calibri"/>
              </a:rPr>
              <a:t> (2)</a:t>
            </a:r>
            <a:endParaRPr lang="en-US" sz="2800" err="1">
              <a:latin typeface="Calibri"/>
              <a:ea typeface="Calibri"/>
              <a:cs typeface="Calibri"/>
            </a:endParaRPr>
          </a:p>
          <a:p>
            <a:pPr>
              <a:defRPr/>
            </a:pPr>
            <a:endParaRPr lang="en-US" sz="800">
              <a:solidFill>
                <a:srgbClr val="444444"/>
              </a:solidFill>
              <a:latin typeface="Calibri"/>
              <a:ea typeface="Calibri"/>
              <a:cs typeface="Calibri"/>
            </a:endParaRPr>
          </a:p>
          <a:p>
            <a:pPr>
              <a:defRPr/>
            </a:pPr>
            <a:r>
              <a:rPr lang="en-US" sz="2800" err="1">
                <a:solidFill>
                  <a:srgbClr val="800000"/>
                </a:solidFill>
                <a:latin typeface="Calibri"/>
                <a:ea typeface="Calibri"/>
                <a:cs typeface="Calibri"/>
              </a:rPr>
              <a:t>en</a:t>
            </a:r>
            <a:r>
              <a:rPr lang="en-US" sz="2800">
                <a:solidFill>
                  <a:srgbClr val="800000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800" err="1">
                <a:solidFill>
                  <a:srgbClr val="800000"/>
                </a:solidFill>
                <a:latin typeface="Calibri"/>
                <a:ea typeface="Calibri"/>
                <a:cs typeface="Calibri"/>
              </a:rPr>
              <a:t>perkkeshu</a:t>
            </a:r>
            <a:r>
              <a:rPr lang="en-US" sz="2800">
                <a:solidFill>
                  <a:srgbClr val="800000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800" err="1">
                <a:solidFill>
                  <a:srgbClr val="800000"/>
                </a:solidFill>
                <a:latin typeface="Calibri"/>
                <a:ea typeface="Calibri"/>
                <a:cs typeface="Calibri"/>
              </a:rPr>
              <a:t>marichennu</a:t>
            </a:r>
            <a:r>
              <a:rPr lang="en-US" sz="2800">
                <a:solidFill>
                  <a:srgbClr val="800000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800" err="1">
                <a:solidFill>
                  <a:srgbClr val="800000"/>
                </a:solidFill>
                <a:latin typeface="Calibri"/>
                <a:ea typeface="Calibri"/>
                <a:cs typeface="Calibri"/>
              </a:rPr>
              <a:t>njan</a:t>
            </a:r>
            <a:r>
              <a:rPr lang="en-US" sz="2800">
                <a:solidFill>
                  <a:srgbClr val="800000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800" err="1">
                <a:solidFill>
                  <a:srgbClr val="800000"/>
                </a:solidFill>
                <a:latin typeface="Calibri"/>
                <a:ea typeface="Calibri"/>
                <a:cs typeface="Calibri"/>
              </a:rPr>
              <a:t>vishvasikkunnu</a:t>
            </a:r>
            <a:br>
              <a:rPr lang="en-US" sz="2800">
                <a:solidFill>
                  <a:srgbClr val="800000"/>
                </a:solidFill>
                <a:latin typeface="Calibri"/>
                <a:ea typeface="Calibri"/>
                <a:cs typeface="Calibri"/>
              </a:rPr>
            </a:br>
            <a:r>
              <a:rPr lang="en-US" sz="2800" err="1">
                <a:solidFill>
                  <a:srgbClr val="800000"/>
                </a:solidFill>
                <a:latin typeface="Calibri"/>
                <a:ea typeface="Calibri"/>
                <a:cs typeface="Calibri"/>
              </a:rPr>
              <a:t>papam</a:t>
            </a:r>
            <a:r>
              <a:rPr lang="en-US" sz="2800">
                <a:solidFill>
                  <a:srgbClr val="800000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800" err="1">
                <a:solidFill>
                  <a:srgbClr val="800000"/>
                </a:solidFill>
                <a:latin typeface="Calibri"/>
                <a:ea typeface="Calibri"/>
                <a:cs typeface="Calibri"/>
              </a:rPr>
              <a:t>ennil</a:t>
            </a:r>
            <a:r>
              <a:rPr lang="en-US" sz="2800">
                <a:solidFill>
                  <a:srgbClr val="800000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800" err="1">
                <a:solidFill>
                  <a:srgbClr val="800000"/>
                </a:solidFill>
                <a:latin typeface="Calibri"/>
                <a:ea typeface="Calibri"/>
                <a:cs typeface="Calibri"/>
              </a:rPr>
              <a:t>ninnu</a:t>
            </a:r>
            <a:r>
              <a:rPr lang="en-US" sz="2800">
                <a:solidFill>
                  <a:srgbClr val="800000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800" err="1">
                <a:solidFill>
                  <a:srgbClr val="800000"/>
                </a:solidFill>
                <a:latin typeface="Calibri"/>
                <a:ea typeface="Calibri"/>
                <a:cs typeface="Calibri"/>
              </a:rPr>
              <a:t>nekkan</a:t>
            </a:r>
            <a:r>
              <a:rPr lang="en-US" sz="2800">
                <a:solidFill>
                  <a:srgbClr val="800000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800" err="1">
                <a:solidFill>
                  <a:srgbClr val="800000"/>
                </a:solidFill>
                <a:latin typeface="Calibri"/>
                <a:ea typeface="Calibri"/>
                <a:cs typeface="Calibri"/>
              </a:rPr>
              <a:t>raktham</a:t>
            </a:r>
            <a:r>
              <a:rPr lang="en-US" sz="2800">
                <a:solidFill>
                  <a:srgbClr val="800000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800" err="1">
                <a:solidFill>
                  <a:srgbClr val="800000"/>
                </a:solidFill>
                <a:latin typeface="Calibri"/>
                <a:ea typeface="Calibri"/>
                <a:cs typeface="Calibri"/>
              </a:rPr>
              <a:t>chinthi</a:t>
            </a:r>
            <a:r>
              <a:rPr lang="en-US" sz="2800">
                <a:solidFill>
                  <a:srgbClr val="800000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800" err="1">
                <a:solidFill>
                  <a:srgbClr val="800000"/>
                </a:solidFill>
                <a:latin typeface="Calibri"/>
                <a:ea typeface="Calibri"/>
                <a:cs typeface="Calibri"/>
              </a:rPr>
              <a:t>yeshu</a:t>
            </a:r>
            <a:r>
              <a:rPr lang="en-US" sz="2800">
                <a:solidFill>
                  <a:srgbClr val="800000"/>
                </a:solidFill>
                <a:latin typeface="Calibri"/>
                <a:ea typeface="Calibri"/>
                <a:cs typeface="Calibri"/>
              </a:rPr>
              <a:t> (2)</a:t>
            </a:r>
          </a:p>
          <a:p>
            <a:pPr marL="0" marR="0" lvl="0" indent="0" defTabSz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2800">
              <a:solidFill>
                <a:prstClr val="black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2267EBE-D33F-E340-F673-8666ED8C2D7A}"/>
              </a:ext>
            </a:extLst>
          </p:cNvPr>
          <p:cNvSpPr txBox="1"/>
          <p:nvPr/>
        </p:nvSpPr>
        <p:spPr>
          <a:xfrm>
            <a:off x="549474" y="2571750"/>
            <a:ext cx="8588181" cy="2062103"/>
          </a:xfrm>
          <a:prstGeom prst="rect">
            <a:avLst/>
          </a:prstGeom>
          <a:noFill/>
        </p:spPr>
        <p:txBody>
          <a:bodyPr wrap="square" lIns="68580" tIns="34290" rIns="68580" bIns="3429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000">
                <a:latin typeface="Open Sans"/>
                <a:ea typeface="Open Sans"/>
                <a:cs typeface="Open Sans"/>
              </a:rPr>
              <a:t> </a:t>
            </a:r>
            <a:r>
              <a:rPr lang="en-US" sz="2000" err="1">
                <a:latin typeface="Open Sans"/>
                <a:ea typeface="Open Sans"/>
                <a:cs typeface="Open Sans"/>
              </a:rPr>
              <a:t>ഇമ്മാനുവേ</a:t>
            </a:r>
            <a:r>
              <a:rPr lang="en-US" sz="2000">
                <a:latin typeface="Open Sans"/>
                <a:ea typeface="Open Sans"/>
                <a:cs typeface="Open Sans"/>
              </a:rPr>
              <a:t>ൽ തൻ </a:t>
            </a:r>
            <a:r>
              <a:rPr lang="en-US" sz="2000" err="1">
                <a:latin typeface="Open Sans"/>
                <a:ea typeface="Open Sans"/>
                <a:cs typeface="Open Sans"/>
              </a:rPr>
              <a:t>ചങ്കതിൽനിന്നൊഴുകും</a:t>
            </a:r>
            <a:r>
              <a:rPr lang="en-US" sz="2000">
                <a:latin typeface="Open Sans"/>
                <a:ea typeface="Open Sans"/>
                <a:cs typeface="Open Sans"/>
              </a:rPr>
              <a:t> </a:t>
            </a:r>
            <a:r>
              <a:rPr lang="en-US" sz="2000" err="1">
                <a:latin typeface="Open Sans"/>
                <a:ea typeface="Open Sans"/>
                <a:cs typeface="Open Sans"/>
              </a:rPr>
              <a:t>രക്തം</a:t>
            </a:r>
            <a:br>
              <a:rPr lang="en-US" sz="2000">
                <a:latin typeface="Open Sans"/>
                <a:ea typeface="Open Sans"/>
                <a:cs typeface="Open Sans"/>
              </a:rPr>
            </a:br>
            <a:r>
              <a:rPr lang="en-US" sz="2000" err="1">
                <a:latin typeface="Open Sans"/>
                <a:ea typeface="Open Sans"/>
                <a:cs typeface="Open Sans"/>
              </a:rPr>
              <a:t>പാപക്കറ</a:t>
            </a:r>
            <a:r>
              <a:rPr lang="en-US" sz="2000">
                <a:latin typeface="Open Sans"/>
                <a:ea typeface="Open Sans"/>
                <a:cs typeface="Open Sans"/>
              </a:rPr>
              <a:t> </a:t>
            </a:r>
            <a:r>
              <a:rPr lang="en-US" sz="2000" err="1">
                <a:latin typeface="Open Sans"/>
                <a:ea typeface="Open Sans"/>
                <a:cs typeface="Open Sans"/>
              </a:rPr>
              <a:t>നീക്കുമതി</a:t>
            </a:r>
            <a:r>
              <a:rPr lang="en-US" sz="2000">
                <a:latin typeface="Open Sans"/>
                <a:ea typeface="Open Sans"/>
                <a:cs typeface="Open Sans"/>
              </a:rPr>
              <a:t>ൽ </a:t>
            </a:r>
            <a:r>
              <a:rPr lang="en-US" sz="2000" err="1">
                <a:latin typeface="Open Sans"/>
                <a:ea typeface="Open Sans"/>
                <a:cs typeface="Open Sans"/>
              </a:rPr>
              <a:t>മുങ്ങിത്തീർന്നാ</a:t>
            </a:r>
            <a:r>
              <a:rPr lang="en-US" sz="2000">
                <a:latin typeface="Open Sans"/>
                <a:ea typeface="Open Sans"/>
                <a:cs typeface="Open Sans"/>
              </a:rPr>
              <a:t>ൽ </a:t>
            </a:r>
            <a:r>
              <a:rPr lang="en-US" sz="2000" err="1">
                <a:latin typeface="Open Sans"/>
                <a:ea typeface="Open Sans"/>
                <a:cs typeface="Open Sans"/>
              </a:rPr>
              <a:t>ആരും</a:t>
            </a:r>
            <a:r>
              <a:rPr lang="en-US" sz="2000">
                <a:solidFill>
                  <a:srgbClr val="444444"/>
                </a:solidFill>
                <a:latin typeface="Open Sans"/>
                <a:ea typeface="Open Sans"/>
                <a:cs typeface="Open Sans"/>
              </a:rPr>
              <a:t> (2)</a:t>
            </a:r>
            <a:endParaRPr lang="en-US" sz="2000" err="1">
              <a:ea typeface="Calibri" panose="020F0502020204030204"/>
              <a:cs typeface="Calibri" panose="020F0502020204030204"/>
            </a:endParaRPr>
          </a:p>
          <a:p>
            <a:pPr>
              <a:lnSpc>
                <a:spcPct val="150000"/>
              </a:lnSpc>
            </a:pPr>
            <a:endParaRPr lang="en-US" sz="800">
              <a:solidFill>
                <a:srgbClr val="444444"/>
              </a:solidFill>
              <a:latin typeface="Open Sans"/>
              <a:ea typeface="Open Sans"/>
              <a:cs typeface="Open Sans"/>
            </a:endParaRPr>
          </a:p>
          <a:p>
            <a:pPr>
              <a:lnSpc>
                <a:spcPct val="150000"/>
              </a:lnSpc>
            </a:pPr>
            <a:r>
              <a:rPr lang="en-US" sz="2000">
                <a:solidFill>
                  <a:srgbClr val="800000"/>
                </a:solidFill>
                <a:latin typeface="Open Sans"/>
                <a:ea typeface="Open Sans"/>
                <a:cs typeface="Open Sans"/>
              </a:rPr>
              <a:t>എൻ </a:t>
            </a:r>
            <a:r>
              <a:rPr lang="en-US" sz="2000" err="1">
                <a:solidFill>
                  <a:srgbClr val="800000"/>
                </a:solidFill>
                <a:latin typeface="Open Sans"/>
                <a:ea typeface="Open Sans"/>
                <a:cs typeface="Open Sans"/>
              </a:rPr>
              <a:t>പേർക്കേശു</a:t>
            </a:r>
            <a:r>
              <a:rPr lang="en-US" sz="2000">
                <a:solidFill>
                  <a:srgbClr val="800000"/>
                </a:solidFill>
                <a:latin typeface="Open Sans"/>
                <a:ea typeface="Open Sans"/>
                <a:cs typeface="Open Sans"/>
              </a:rPr>
              <a:t> </a:t>
            </a:r>
            <a:r>
              <a:rPr lang="en-US" sz="2000" err="1">
                <a:solidFill>
                  <a:srgbClr val="800000"/>
                </a:solidFill>
                <a:latin typeface="Open Sans"/>
                <a:ea typeface="Open Sans"/>
                <a:cs typeface="Open Sans"/>
              </a:rPr>
              <a:t>മരിച്ചെന്നു</a:t>
            </a:r>
            <a:r>
              <a:rPr lang="en-US" sz="2000">
                <a:solidFill>
                  <a:srgbClr val="800000"/>
                </a:solidFill>
                <a:latin typeface="Open Sans"/>
                <a:ea typeface="Open Sans"/>
                <a:cs typeface="Open Sans"/>
              </a:rPr>
              <a:t> </a:t>
            </a:r>
            <a:r>
              <a:rPr lang="en-US" sz="2000" err="1">
                <a:solidFill>
                  <a:srgbClr val="800000"/>
                </a:solidFill>
                <a:latin typeface="Open Sans"/>
                <a:ea typeface="Open Sans"/>
                <a:cs typeface="Open Sans"/>
              </a:rPr>
              <a:t>ഞാ</a:t>
            </a:r>
            <a:r>
              <a:rPr lang="en-US" sz="2000">
                <a:solidFill>
                  <a:srgbClr val="800000"/>
                </a:solidFill>
                <a:latin typeface="Open Sans"/>
                <a:ea typeface="Open Sans"/>
                <a:cs typeface="Open Sans"/>
              </a:rPr>
              <a:t>ൻ </a:t>
            </a:r>
            <a:r>
              <a:rPr lang="en-US" sz="2000" err="1">
                <a:solidFill>
                  <a:srgbClr val="800000"/>
                </a:solidFill>
                <a:latin typeface="Open Sans"/>
                <a:ea typeface="Open Sans"/>
                <a:cs typeface="Open Sans"/>
              </a:rPr>
              <a:t>വിശ്വസിക്കുന്നു</a:t>
            </a:r>
            <a:br>
              <a:rPr lang="en-US" sz="2000">
                <a:solidFill>
                  <a:srgbClr val="800000"/>
                </a:solidFill>
                <a:latin typeface="Open Sans"/>
                <a:ea typeface="Open Sans"/>
                <a:cs typeface="Open Sans"/>
              </a:rPr>
            </a:br>
            <a:r>
              <a:rPr lang="en-US" sz="2000" err="1">
                <a:solidFill>
                  <a:srgbClr val="800000"/>
                </a:solidFill>
                <a:latin typeface="Open Sans"/>
                <a:ea typeface="Open Sans"/>
                <a:cs typeface="Open Sans"/>
              </a:rPr>
              <a:t>പാപം</a:t>
            </a:r>
            <a:r>
              <a:rPr lang="en-US" sz="2000">
                <a:solidFill>
                  <a:srgbClr val="800000"/>
                </a:solidFill>
                <a:latin typeface="Open Sans"/>
                <a:ea typeface="Open Sans"/>
                <a:cs typeface="Open Sans"/>
              </a:rPr>
              <a:t> </a:t>
            </a:r>
            <a:r>
              <a:rPr lang="en-US" sz="2000" err="1">
                <a:solidFill>
                  <a:srgbClr val="800000"/>
                </a:solidFill>
                <a:latin typeface="Open Sans"/>
                <a:ea typeface="Open Sans"/>
                <a:cs typeface="Open Sans"/>
              </a:rPr>
              <a:t>എന്നിൽനിന്നു</a:t>
            </a:r>
            <a:r>
              <a:rPr lang="en-US" sz="2000">
                <a:solidFill>
                  <a:srgbClr val="800000"/>
                </a:solidFill>
                <a:latin typeface="Open Sans"/>
                <a:ea typeface="Open Sans"/>
                <a:cs typeface="Open Sans"/>
              </a:rPr>
              <a:t> </a:t>
            </a:r>
            <a:r>
              <a:rPr lang="en-US" sz="2000" err="1">
                <a:solidFill>
                  <a:srgbClr val="800000"/>
                </a:solidFill>
                <a:latin typeface="Open Sans"/>
                <a:ea typeface="Open Sans"/>
                <a:cs typeface="Open Sans"/>
              </a:rPr>
              <a:t>നീക്കാ</a:t>
            </a:r>
            <a:r>
              <a:rPr lang="en-US" sz="2000">
                <a:solidFill>
                  <a:srgbClr val="800000"/>
                </a:solidFill>
                <a:latin typeface="Open Sans"/>
                <a:ea typeface="Open Sans"/>
                <a:cs typeface="Open Sans"/>
              </a:rPr>
              <a:t>ൻ </a:t>
            </a:r>
            <a:r>
              <a:rPr lang="en-US" sz="2000" err="1">
                <a:solidFill>
                  <a:srgbClr val="800000"/>
                </a:solidFill>
                <a:latin typeface="Open Sans"/>
                <a:ea typeface="Open Sans"/>
                <a:cs typeface="Open Sans"/>
              </a:rPr>
              <a:t>രക്തം</a:t>
            </a:r>
            <a:r>
              <a:rPr lang="en-US" sz="2000">
                <a:solidFill>
                  <a:srgbClr val="800000"/>
                </a:solidFill>
                <a:latin typeface="Open Sans"/>
                <a:ea typeface="Open Sans"/>
                <a:cs typeface="Open Sans"/>
              </a:rPr>
              <a:t> </a:t>
            </a:r>
            <a:r>
              <a:rPr lang="en-US" sz="2000" err="1">
                <a:solidFill>
                  <a:srgbClr val="800000"/>
                </a:solidFill>
                <a:latin typeface="Open Sans"/>
                <a:ea typeface="Open Sans"/>
                <a:cs typeface="Open Sans"/>
              </a:rPr>
              <a:t>ചിന്തി</a:t>
            </a:r>
            <a:r>
              <a:rPr lang="en-US" sz="2000">
                <a:solidFill>
                  <a:srgbClr val="800000"/>
                </a:solidFill>
                <a:latin typeface="Open Sans"/>
                <a:ea typeface="Open Sans"/>
                <a:cs typeface="Open Sans"/>
              </a:rPr>
              <a:t> </a:t>
            </a:r>
            <a:r>
              <a:rPr lang="en-US" sz="2000" err="1">
                <a:solidFill>
                  <a:srgbClr val="800000"/>
                </a:solidFill>
                <a:latin typeface="Open Sans"/>
                <a:ea typeface="Open Sans"/>
                <a:cs typeface="Open Sans"/>
              </a:rPr>
              <a:t>യേശു</a:t>
            </a:r>
            <a:r>
              <a:rPr lang="en-US" sz="2000">
                <a:solidFill>
                  <a:srgbClr val="800000"/>
                </a:solidFill>
                <a:latin typeface="Open Sans"/>
                <a:ea typeface="Open Sans"/>
                <a:cs typeface="Open Sans"/>
              </a:rPr>
              <a:t> (2)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278F23-F98A-0BC9-452C-79C6A5E106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F4B59A-0924-F238-8094-97F65730BEC5}"/>
              </a:ext>
            </a:extLst>
          </p:cNvPr>
          <p:cNvSpPr>
            <a:spLocks noGrp="1" noEditPoints="1"/>
          </p:cNvSpPr>
          <p:nvPr>
            <p:ph type="title"/>
          </p:nvPr>
        </p:nvSpPr>
        <p:spPr/>
        <p:txBody>
          <a:bodyPr/>
          <a:lstStyle/>
          <a:p>
            <a:r>
              <a:rPr lang="en-GB">
                <a:latin typeface="Segoe UI"/>
                <a:cs typeface="Segoe UI"/>
              </a:rPr>
              <a:t>Holy Communion – Hymn No 147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1649924-A5B9-3B48-C315-6421748CCD13}"/>
              </a:ext>
            </a:extLst>
          </p:cNvPr>
          <p:cNvSpPr txBox="1"/>
          <p:nvPr/>
        </p:nvSpPr>
        <p:spPr>
          <a:xfrm>
            <a:off x="7381874" y="4831355"/>
            <a:ext cx="1743075" cy="276999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r"/>
            <a:r>
              <a:rPr lang="en-US" sz="1200">
                <a:solidFill>
                  <a:prstClr val="black"/>
                </a:solidFill>
                <a:latin typeface="Segoe UI"/>
                <a:cs typeface="Segoe UI"/>
              </a:rPr>
              <a:t>Communion 1: 2 of 5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09EF202-0993-0ABF-87F0-0A284419CDBE}"/>
              </a:ext>
            </a:extLst>
          </p:cNvPr>
          <p:cNvSpPr txBox="1"/>
          <p:nvPr/>
        </p:nvSpPr>
        <p:spPr>
          <a:xfrm>
            <a:off x="549776" y="603810"/>
            <a:ext cx="8594247" cy="1361911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noAutofit/>
          </a:bodyPr>
          <a:lstStyle/>
          <a:p>
            <a:pPr>
              <a:defRPr/>
            </a:pPr>
            <a:r>
              <a:rPr lang="en-US" sz="2800" err="1">
                <a:latin typeface="Calibri"/>
                <a:ea typeface="Open Sans"/>
                <a:cs typeface="Open Sans"/>
              </a:rPr>
              <a:t>kallan</a:t>
            </a:r>
            <a:r>
              <a:rPr lang="en-US" sz="2800">
                <a:latin typeface="Calibri"/>
                <a:ea typeface="Open Sans"/>
                <a:cs typeface="Open Sans"/>
              </a:rPr>
              <a:t> </a:t>
            </a:r>
            <a:r>
              <a:rPr lang="en-US" sz="2800" err="1">
                <a:latin typeface="Calibri"/>
                <a:ea typeface="Open Sans"/>
                <a:cs typeface="Open Sans"/>
              </a:rPr>
              <a:t>krooshin</a:t>
            </a:r>
            <a:r>
              <a:rPr lang="en-US" sz="2800">
                <a:latin typeface="Calibri"/>
                <a:ea typeface="Open Sans"/>
                <a:cs typeface="Open Sans"/>
              </a:rPr>
              <a:t> </a:t>
            </a:r>
            <a:r>
              <a:rPr lang="en-US" sz="2800" err="1">
                <a:latin typeface="Calibri"/>
                <a:ea typeface="Open Sans"/>
                <a:cs typeface="Open Sans"/>
              </a:rPr>
              <a:t>uravayil</a:t>
            </a:r>
            <a:r>
              <a:rPr lang="en-US" sz="2800">
                <a:latin typeface="Calibri"/>
                <a:ea typeface="Open Sans"/>
                <a:cs typeface="Open Sans"/>
              </a:rPr>
              <a:t> </a:t>
            </a:r>
            <a:r>
              <a:rPr lang="en-US" sz="2800" err="1">
                <a:latin typeface="Calibri"/>
                <a:ea typeface="Open Sans"/>
                <a:cs typeface="Open Sans"/>
              </a:rPr>
              <a:t>kandu</a:t>
            </a:r>
            <a:r>
              <a:rPr lang="en-US" sz="2800">
                <a:latin typeface="Calibri"/>
                <a:ea typeface="Open Sans"/>
                <a:cs typeface="Open Sans"/>
              </a:rPr>
              <a:t> </a:t>
            </a:r>
            <a:r>
              <a:rPr lang="en-US" sz="2800" err="1">
                <a:latin typeface="Calibri"/>
                <a:ea typeface="Open Sans"/>
                <a:cs typeface="Open Sans"/>
              </a:rPr>
              <a:t>papashanthi</a:t>
            </a:r>
            <a:br>
              <a:rPr lang="en-US" sz="2800">
                <a:latin typeface="Calibri"/>
                <a:ea typeface="Open Sans"/>
                <a:cs typeface="Open Sans"/>
              </a:rPr>
            </a:br>
            <a:r>
              <a:rPr lang="en-US" sz="2800" err="1">
                <a:latin typeface="Calibri"/>
                <a:ea typeface="Open Sans"/>
                <a:cs typeface="Open Sans"/>
              </a:rPr>
              <a:t>avaneppol</a:t>
            </a:r>
            <a:r>
              <a:rPr lang="en-US" sz="2800">
                <a:latin typeface="Calibri"/>
                <a:ea typeface="Open Sans"/>
                <a:cs typeface="Open Sans"/>
              </a:rPr>
              <a:t> </a:t>
            </a:r>
            <a:r>
              <a:rPr lang="en-US" sz="2800" err="1">
                <a:latin typeface="Calibri"/>
                <a:ea typeface="Open Sans"/>
                <a:cs typeface="Open Sans"/>
              </a:rPr>
              <a:t>njanum</a:t>
            </a:r>
            <a:r>
              <a:rPr lang="en-US" sz="2800">
                <a:latin typeface="Calibri"/>
                <a:ea typeface="Open Sans"/>
                <a:cs typeface="Open Sans"/>
              </a:rPr>
              <a:t> </a:t>
            </a:r>
            <a:r>
              <a:rPr lang="en-US" sz="2800" err="1">
                <a:latin typeface="Calibri"/>
                <a:ea typeface="Open Sans"/>
                <a:cs typeface="Open Sans"/>
              </a:rPr>
              <a:t>doshi</a:t>
            </a:r>
            <a:r>
              <a:rPr lang="en-US" sz="2800">
                <a:latin typeface="Calibri"/>
                <a:ea typeface="Open Sans"/>
                <a:cs typeface="Open Sans"/>
              </a:rPr>
              <a:t> </a:t>
            </a:r>
            <a:r>
              <a:rPr lang="en-US" sz="2800" err="1">
                <a:latin typeface="Calibri"/>
                <a:ea typeface="Open Sans"/>
                <a:cs typeface="Open Sans"/>
              </a:rPr>
              <a:t>kanden</a:t>
            </a:r>
            <a:r>
              <a:rPr lang="en-US" sz="2800">
                <a:latin typeface="Calibri"/>
                <a:ea typeface="Open Sans"/>
                <a:cs typeface="Open Sans"/>
              </a:rPr>
              <a:t> </a:t>
            </a:r>
            <a:r>
              <a:rPr lang="en-US" sz="2800" err="1">
                <a:latin typeface="Calibri"/>
                <a:ea typeface="Open Sans"/>
                <a:cs typeface="Open Sans"/>
              </a:rPr>
              <a:t>prathishanthi</a:t>
            </a:r>
            <a:r>
              <a:rPr lang="en-US" sz="2800">
                <a:latin typeface="Calibri"/>
                <a:ea typeface="Calibri"/>
                <a:cs typeface="Calibri"/>
              </a:rPr>
              <a:t> </a:t>
            </a:r>
            <a:r>
              <a:rPr lang="en-US" sz="2800">
                <a:solidFill>
                  <a:srgbClr val="444444"/>
                </a:solidFill>
                <a:latin typeface="Calibri"/>
                <a:ea typeface="Calibri"/>
                <a:cs typeface="Calibri"/>
              </a:rPr>
              <a:t>(2)</a:t>
            </a:r>
            <a:endParaRPr lang="en-US" sz="2800">
              <a:latin typeface="Calibri"/>
              <a:ea typeface="Calibri"/>
              <a:cs typeface="Calibri"/>
            </a:endParaRPr>
          </a:p>
          <a:p>
            <a:pPr>
              <a:defRPr/>
            </a:pPr>
            <a:endParaRPr lang="en-US" sz="800">
              <a:solidFill>
                <a:srgbClr val="444444"/>
              </a:solidFill>
              <a:latin typeface="Calibri"/>
              <a:ea typeface="Calibri"/>
              <a:cs typeface="Calibri"/>
            </a:endParaRPr>
          </a:p>
          <a:p>
            <a:pPr>
              <a:defRPr/>
            </a:pPr>
            <a:r>
              <a:rPr lang="en-US" sz="2800" err="1">
                <a:solidFill>
                  <a:srgbClr val="800000"/>
                </a:solidFill>
                <a:latin typeface="Calibri"/>
                <a:ea typeface="Calibri"/>
                <a:cs typeface="Calibri"/>
              </a:rPr>
              <a:t>en</a:t>
            </a:r>
            <a:r>
              <a:rPr lang="en-US" sz="2800">
                <a:solidFill>
                  <a:srgbClr val="800000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800" err="1">
                <a:solidFill>
                  <a:srgbClr val="800000"/>
                </a:solidFill>
                <a:latin typeface="Calibri"/>
                <a:ea typeface="Calibri"/>
                <a:cs typeface="Calibri"/>
              </a:rPr>
              <a:t>perkkeshu</a:t>
            </a:r>
            <a:r>
              <a:rPr lang="en-US" sz="2800">
                <a:solidFill>
                  <a:srgbClr val="800000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800" err="1">
                <a:solidFill>
                  <a:srgbClr val="800000"/>
                </a:solidFill>
                <a:latin typeface="Calibri"/>
                <a:ea typeface="Calibri"/>
                <a:cs typeface="Calibri"/>
              </a:rPr>
              <a:t>marichennu</a:t>
            </a:r>
            <a:r>
              <a:rPr lang="en-US" sz="2800">
                <a:solidFill>
                  <a:srgbClr val="800000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800" err="1">
                <a:solidFill>
                  <a:srgbClr val="800000"/>
                </a:solidFill>
                <a:latin typeface="Calibri"/>
                <a:ea typeface="Calibri"/>
                <a:cs typeface="Calibri"/>
              </a:rPr>
              <a:t>njan</a:t>
            </a:r>
            <a:r>
              <a:rPr lang="en-US" sz="2800">
                <a:solidFill>
                  <a:srgbClr val="800000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800" err="1">
                <a:solidFill>
                  <a:srgbClr val="800000"/>
                </a:solidFill>
                <a:latin typeface="Calibri"/>
                <a:ea typeface="Calibri"/>
                <a:cs typeface="Calibri"/>
              </a:rPr>
              <a:t>vishvasikkunnu</a:t>
            </a:r>
            <a:br>
              <a:rPr lang="en-US" sz="2800">
                <a:solidFill>
                  <a:srgbClr val="800000"/>
                </a:solidFill>
                <a:latin typeface="Calibri"/>
                <a:ea typeface="Calibri"/>
                <a:cs typeface="Calibri"/>
              </a:rPr>
            </a:br>
            <a:r>
              <a:rPr lang="en-US" sz="2800" err="1">
                <a:solidFill>
                  <a:srgbClr val="800000"/>
                </a:solidFill>
                <a:latin typeface="Calibri"/>
                <a:ea typeface="Calibri"/>
                <a:cs typeface="Calibri"/>
              </a:rPr>
              <a:t>papam</a:t>
            </a:r>
            <a:r>
              <a:rPr lang="en-US" sz="2800">
                <a:solidFill>
                  <a:srgbClr val="800000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800" err="1">
                <a:solidFill>
                  <a:srgbClr val="800000"/>
                </a:solidFill>
                <a:latin typeface="Calibri"/>
                <a:ea typeface="Calibri"/>
                <a:cs typeface="Calibri"/>
              </a:rPr>
              <a:t>ennil</a:t>
            </a:r>
            <a:r>
              <a:rPr lang="en-US" sz="2800">
                <a:solidFill>
                  <a:srgbClr val="800000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800" err="1">
                <a:solidFill>
                  <a:srgbClr val="800000"/>
                </a:solidFill>
                <a:latin typeface="Calibri"/>
                <a:ea typeface="Calibri"/>
                <a:cs typeface="Calibri"/>
              </a:rPr>
              <a:t>ninnu</a:t>
            </a:r>
            <a:r>
              <a:rPr lang="en-US" sz="2800">
                <a:solidFill>
                  <a:srgbClr val="800000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800" err="1">
                <a:solidFill>
                  <a:srgbClr val="800000"/>
                </a:solidFill>
                <a:latin typeface="Calibri"/>
                <a:ea typeface="Calibri"/>
                <a:cs typeface="Calibri"/>
              </a:rPr>
              <a:t>nekkan</a:t>
            </a:r>
            <a:r>
              <a:rPr lang="en-US" sz="2800">
                <a:solidFill>
                  <a:srgbClr val="800000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800" err="1">
                <a:solidFill>
                  <a:srgbClr val="800000"/>
                </a:solidFill>
                <a:latin typeface="Calibri"/>
                <a:ea typeface="Calibri"/>
                <a:cs typeface="Calibri"/>
              </a:rPr>
              <a:t>raktham</a:t>
            </a:r>
            <a:r>
              <a:rPr lang="en-US" sz="2800">
                <a:solidFill>
                  <a:srgbClr val="800000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800" err="1">
                <a:solidFill>
                  <a:srgbClr val="800000"/>
                </a:solidFill>
                <a:latin typeface="Calibri"/>
                <a:ea typeface="Calibri"/>
                <a:cs typeface="Calibri"/>
              </a:rPr>
              <a:t>chinthi</a:t>
            </a:r>
            <a:r>
              <a:rPr lang="en-US" sz="2800">
                <a:solidFill>
                  <a:srgbClr val="800000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800" err="1">
                <a:solidFill>
                  <a:srgbClr val="800000"/>
                </a:solidFill>
                <a:latin typeface="Calibri"/>
                <a:ea typeface="Calibri"/>
                <a:cs typeface="Calibri"/>
              </a:rPr>
              <a:t>yeshu</a:t>
            </a:r>
            <a:r>
              <a:rPr lang="en-US" sz="2800">
                <a:solidFill>
                  <a:srgbClr val="800000"/>
                </a:solidFill>
                <a:latin typeface="Calibri"/>
                <a:ea typeface="Calibri"/>
                <a:cs typeface="Calibri"/>
              </a:rPr>
              <a:t> (2)</a:t>
            </a:r>
          </a:p>
          <a:p>
            <a:pPr marL="0" marR="0" lvl="0" indent="0" defTabSz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2800">
              <a:solidFill>
                <a:prstClr val="black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DCC94F4-3521-2518-3908-34DEAD19E5B8}"/>
              </a:ext>
            </a:extLst>
          </p:cNvPr>
          <p:cNvSpPr txBox="1"/>
          <p:nvPr/>
        </p:nvSpPr>
        <p:spPr>
          <a:xfrm>
            <a:off x="549474" y="2571750"/>
            <a:ext cx="8588181" cy="2062103"/>
          </a:xfrm>
          <a:prstGeom prst="rect">
            <a:avLst/>
          </a:prstGeom>
          <a:noFill/>
        </p:spPr>
        <p:txBody>
          <a:bodyPr wrap="square" lIns="68580" tIns="34290" rIns="68580" bIns="3429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000">
                <a:latin typeface="Open Sans"/>
                <a:ea typeface="Open Sans"/>
                <a:cs typeface="Open Sans"/>
              </a:rPr>
              <a:t> </a:t>
            </a:r>
            <a:r>
              <a:rPr lang="en-US" sz="2000" err="1">
                <a:latin typeface="Open Sans"/>
                <a:ea typeface="Open Sans"/>
                <a:cs typeface="Open Sans"/>
              </a:rPr>
              <a:t>കള്ള</a:t>
            </a:r>
            <a:r>
              <a:rPr lang="en-US" sz="2000">
                <a:latin typeface="Open Sans"/>
                <a:ea typeface="Open Sans"/>
                <a:cs typeface="Open Sans"/>
              </a:rPr>
              <a:t>ൻ </a:t>
            </a:r>
            <a:r>
              <a:rPr lang="en-US" sz="2000" err="1">
                <a:latin typeface="Open Sans"/>
                <a:ea typeface="Open Sans"/>
                <a:cs typeface="Open Sans"/>
              </a:rPr>
              <a:t>ക്രൂശി</a:t>
            </a:r>
            <a:r>
              <a:rPr lang="en-US" sz="2000">
                <a:latin typeface="Open Sans"/>
                <a:ea typeface="Open Sans"/>
                <a:cs typeface="Open Sans"/>
              </a:rPr>
              <a:t>ൻ </a:t>
            </a:r>
            <a:r>
              <a:rPr lang="en-US" sz="2000" err="1">
                <a:latin typeface="Open Sans"/>
                <a:ea typeface="Open Sans"/>
                <a:cs typeface="Open Sans"/>
              </a:rPr>
              <a:t>ഉറവയി</a:t>
            </a:r>
            <a:r>
              <a:rPr lang="en-US" sz="2000">
                <a:latin typeface="Open Sans"/>
                <a:ea typeface="Open Sans"/>
                <a:cs typeface="Open Sans"/>
              </a:rPr>
              <a:t>ൽ </a:t>
            </a:r>
            <a:r>
              <a:rPr lang="en-US" sz="2000" err="1">
                <a:latin typeface="Open Sans"/>
                <a:ea typeface="Open Sans"/>
                <a:cs typeface="Open Sans"/>
              </a:rPr>
              <a:t>കണ്ടു</a:t>
            </a:r>
            <a:r>
              <a:rPr lang="en-US" sz="2000">
                <a:latin typeface="Open Sans"/>
                <a:ea typeface="Open Sans"/>
                <a:cs typeface="Open Sans"/>
              </a:rPr>
              <a:t> </a:t>
            </a:r>
            <a:r>
              <a:rPr lang="en-US" sz="2000" err="1">
                <a:latin typeface="Open Sans"/>
                <a:ea typeface="Open Sans"/>
                <a:cs typeface="Open Sans"/>
              </a:rPr>
              <a:t>പാപശാന്തി</a:t>
            </a:r>
            <a:br>
              <a:rPr lang="en-US" sz="2000">
                <a:latin typeface="Open Sans"/>
                <a:ea typeface="Open Sans"/>
                <a:cs typeface="Open Sans"/>
              </a:rPr>
            </a:br>
            <a:r>
              <a:rPr lang="en-US" sz="2000" err="1">
                <a:latin typeface="Open Sans"/>
                <a:ea typeface="Open Sans"/>
                <a:cs typeface="Open Sans"/>
              </a:rPr>
              <a:t>അവനെപ്പോ</a:t>
            </a:r>
            <a:r>
              <a:rPr lang="en-US" sz="2000">
                <a:latin typeface="Open Sans"/>
                <a:ea typeface="Open Sans"/>
                <a:cs typeface="Open Sans"/>
              </a:rPr>
              <a:t>ൽ </a:t>
            </a:r>
            <a:r>
              <a:rPr lang="en-US" sz="2000" err="1">
                <a:latin typeface="Open Sans"/>
                <a:ea typeface="Open Sans"/>
                <a:cs typeface="Open Sans"/>
              </a:rPr>
              <a:t>ഞാനും</a:t>
            </a:r>
            <a:r>
              <a:rPr lang="en-US" sz="2000">
                <a:latin typeface="Open Sans"/>
                <a:ea typeface="Open Sans"/>
                <a:cs typeface="Open Sans"/>
              </a:rPr>
              <a:t> </a:t>
            </a:r>
            <a:r>
              <a:rPr lang="en-US" sz="2000" err="1">
                <a:latin typeface="Open Sans"/>
                <a:ea typeface="Open Sans"/>
                <a:cs typeface="Open Sans"/>
              </a:rPr>
              <a:t>ദോഷി</a:t>
            </a:r>
            <a:r>
              <a:rPr lang="en-US" sz="2000">
                <a:latin typeface="Open Sans"/>
                <a:ea typeface="Open Sans"/>
                <a:cs typeface="Open Sans"/>
              </a:rPr>
              <a:t> </a:t>
            </a:r>
            <a:r>
              <a:rPr lang="en-US" sz="2000" err="1">
                <a:latin typeface="Open Sans"/>
                <a:ea typeface="Open Sans"/>
                <a:cs typeface="Open Sans"/>
              </a:rPr>
              <a:t>കണ്ടേ</a:t>
            </a:r>
            <a:r>
              <a:rPr lang="en-US" sz="2000">
                <a:latin typeface="Open Sans"/>
                <a:ea typeface="Open Sans"/>
                <a:cs typeface="Open Sans"/>
              </a:rPr>
              <a:t>ൻ </a:t>
            </a:r>
            <a:r>
              <a:rPr lang="en-US" sz="2000" err="1">
                <a:latin typeface="Open Sans"/>
                <a:ea typeface="Open Sans"/>
                <a:cs typeface="Open Sans"/>
              </a:rPr>
              <a:t>പ്രതിശാന്തി</a:t>
            </a:r>
            <a:r>
              <a:rPr lang="en-US" sz="2000">
                <a:latin typeface="Open Sans"/>
                <a:ea typeface="Open Sans"/>
                <a:cs typeface="Open Sans"/>
              </a:rPr>
              <a:t> </a:t>
            </a:r>
            <a:r>
              <a:rPr lang="en-US" sz="2000">
                <a:solidFill>
                  <a:srgbClr val="444444"/>
                </a:solidFill>
                <a:latin typeface="Open Sans"/>
                <a:ea typeface="Open Sans"/>
                <a:cs typeface="Open Sans"/>
              </a:rPr>
              <a:t>(2)</a:t>
            </a:r>
            <a:endParaRPr lang="en-US" sz="2000" err="1">
              <a:ea typeface="Calibri" panose="020F0502020204030204"/>
              <a:cs typeface="Calibri" panose="020F0502020204030204"/>
            </a:endParaRPr>
          </a:p>
          <a:p>
            <a:pPr>
              <a:lnSpc>
                <a:spcPct val="150000"/>
              </a:lnSpc>
            </a:pPr>
            <a:endParaRPr lang="en-US" sz="800">
              <a:solidFill>
                <a:srgbClr val="444444"/>
              </a:solidFill>
              <a:latin typeface="Open Sans"/>
              <a:ea typeface="Open Sans"/>
              <a:cs typeface="Open Sans"/>
            </a:endParaRPr>
          </a:p>
          <a:p>
            <a:pPr>
              <a:lnSpc>
                <a:spcPct val="150000"/>
              </a:lnSpc>
            </a:pPr>
            <a:r>
              <a:rPr lang="en-US" sz="2000">
                <a:solidFill>
                  <a:srgbClr val="800000"/>
                </a:solidFill>
                <a:latin typeface="Open Sans"/>
                <a:ea typeface="Open Sans"/>
                <a:cs typeface="Open Sans"/>
              </a:rPr>
              <a:t>എൻ </a:t>
            </a:r>
            <a:r>
              <a:rPr lang="en-US" sz="2000" err="1">
                <a:solidFill>
                  <a:srgbClr val="800000"/>
                </a:solidFill>
                <a:latin typeface="Open Sans"/>
                <a:ea typeface="Open Sans"/>
                <a:cs typeface="Open Sans"/>
              </a:rPr>
              <a:t>പേർക്കേശു</a:t>
            </a:r>
            <a:r>
              <a:rPr lang="en-US" sz="2000">
                <a:solidFill>
                  <a:srgbClr val="800000"/>
                </a:solidFill>
                <a:latin typeface="Open Sans"/>
                <a:ea typeface="Open Sans"/>
                <a:cs typeface="Open Sans"/>
              </a:rPr>
              <a:t> </a:t>
            </a:r>
            <a:r>
              <a:rPr lang="en-US" sz="2000" err="1">
                <a:solidFill>
                  <a:srgbClr val="800000"/>
                </a:solidFill>
                <a:latin typeface="Open Sans"/>
                <a:ea typeface="Open Sans"/>
                <a:cs typeface="Open Sans"/>
              </a:rPr>
              <a:t>മരിച്ചെന്നു</a:t>
            </a:r>
            <a:r>
              <a:rPr lang="en-US" sz="2000">
                <a:solidFill>
                  <a:srgbClr val="800000"/>
                </a:solidFill>
                <a:latin typeface="Open Sans"/>
                <a:ea typeface="Open Sans"/>
                <a:cs typeface="Open Sans"/>
              </a:rPr>
              <a:t> </a:t>
            </a:r>
            <a:r>
              <a:rPr lang="en-US" sz="2000" err="1">
                <a:solidFill>
                  <a:srgbClr val="800000"/>
                </a:solidFill>
                <a:latin typeface="Open Sans"/>
                <a:ea typeface="Open Sans"/>
                <a:cs typeface="Open Sans"/>
              </a:rPr>
              <a:t>ഞാ</a:t>
            </a:r>
            <a:r>
              <a:rPr lang="en-US" sz="2000">
                <a:solidFill>
                  <a:srgbClr val="800000"/>
                </a:solidFill>
                <a:latin typeface="Open Sans"/>
                <a:ea typeface="Open Sans"/>
                <a:cs typeface="Open Sans"/>
              </a:rPr>
              <a:t>ൻ </a:t>
            </a:r>
            <a:r>
              <a:rPr lang="en-US" sz="2000" err="1">
                <a:solidFill>
                  <a:srgbClr val="800000"/>
                </a:solidFill>
                <a:latin typeface="Open Sans"/>
                <a:ea typeface="Open Sans"/>
                <a:cs typeface="Open Sans"/>
              </a:rPr>
              <a:t>വിശ്വസിക്കുന്നു</a:t>
            </a:r>
            <a:br>
              <a:rPr lang="en-US" sz="2000">
                <a:solidFill>
                  <a:srgbClr val="800000"/>
                </a:solidFill>
                <a:latin typeface="Open Sans"/>
                <a:ea typeface="Open Sans"/>
                <a:cs typeface="Open Sans"/>
              </a:rPr>
            </a:br>
            <a:r>
              <a:rPr lang="en-US" sz="2000" err="1">
                <a:solidFill>
                  <a:srgbClr val="800000"/>
                </a:solidFill>
                <a:latin typeface="Open Sans"/>
                <a:ea typeface="Open Sans"/>
                <a:cs typeface="Open Sans"/>
              </a:rPr>
              <a:t>പാപം</a:t>
            </a:r>
            <a:r>
              <a:rPr lang="en-US" sz="2000">
                <a:solidFill>
                  <a:srgbClr val="800000"/>
                </a:solidFill>
                <a:latin typeface="Open Sans"/>
                <a:ea typeface="Open Sans"/>
                <a:cs typeface="Open Sans"/>
              </a:rPr>
              <a:t> </a:t>
            </a:r>
            <a:r>
              <a:rPr lang="en-US" sz="2000" err="1">
                <a:solidFill>
                  <a:srgbClr val="800000"/>
                </a:solidFill>
                <a:latin typeface="Open Sans"/>
                <a:ea typeface="Open Sans"/>
                <a:cs typeface="Open Sans"/>
              </a:rPr>
              <a:t>എന്നിൽനിന്നു</a:t>
            </a:r>
            <a:r>
              <a:rPr lang="en-US" sz="2000">
                <a:solidFill>
                  <a:srgbClr val="800000"/>
                </a:solidFill>
                <a:latin typeface="Open Sans"/>
                <a:ea typeface="Open Sans"/>
                <a:cs typeface="Open Sans"/>
              </a:rPr>
              <a:t> </a:t>
            </a:r>
            <a:r>
              <a:rPr lang="en-US" sz="2000" err="1">
                <a:solidFill>
                  <a:srgbClr val="800000"/>
                </a:solidFill>
                <a:latin typeface="Open Sans"/>
                <a:ea typeface="Open Sans"/>
                <a:cs typeface="Open Sans"/>
              </a:rPr>
              <a:t>നീക്കാ</a:t>
            </a:r>
            <a:r>
              <a:rPr lang="en-US" sz="2000">
                <a:solidFill>
                  <a:srgbClr val="800000"/>
                </a:solidFill>
                <a:latin typeface="Open Sans"/>
                <a:ea typeface="Open Sans"/>
                <a:cs typeface="Open Sans"/>
              </a:rPr>
              <a:t>ൻ </a:t>
            </a:r>
            <a:r>
              <a:rPr lang="en-US" sz="2000" err="1">
                <a:solidFill>
                  <a:srgbClr val="800000"/>
                </a:solidFill>
                <a:latin typeface="Open Sans"/>
                <a:ea typeface="Open Sans"/>
                <a:cs typeface="Open Sans"/>
              </a:rPr>
              <a:t>രക്തം</a:t>
            </a:r>
            <a:r>
              <a:rPr lang="en-US" sz="2000">
                <a:solidFill>
                  <a:srgbClr val="800000"/>
                </a:solidFill>
                <a:latin typeface="Open Sans"/>
                <a:ea typeface="Open Sans"/>
                <a:cs typeface="Open Sans"/>
              </a:rPr>
              <a:t> </a:t>
            </a:r>
            <a:r>
              <a:rPr lang="en-US" sz="2000" err="1">
                <a:solidFill>
                  <a:srgbClr val="800000"/>
                </a:solidFill>
                <a:latin typeface="Open Sans"/>
                <a:ea typeface="Open Sans"/>
                <a:cs typeface="Open Sans"/>
              </a:rPr>
              <a:t>ചിന്തി</a:t>
            </a:r>
            <a:r>
              <a:rPr lang="en-US" sz="2000">
                <a:solidFill>
                  <a:srgbClr val="800000"/>
                </a:solidFill>
                <a:latin typeface="Open Sans"/>
                <a:ea typeface="Open Sans"/>
                <a:cs typeface="Open Sans"/>
              </a:rPr>
              <a:t> </a:t>
            </a:r>
            <a:r>
              <a:rPr lang="en-US" sz="2000" err="1">
                <a:solidFill>
                  <a:srgbClr val="800000"/>
                </a:solidFill>
                <a:latin typeface="Open Sans"/>
                <a:ea typeface="Open Sans"/>
                <a:cs typeface="Open Sans"/>
              </a:rPr>
              <a:t>യേശു</a:t>
            </a:r>
            <a:r>
              <a:rPr lang="en-US" sz="2000">
                <a:solidFill>
                  <a:srgbClr val="800000"/>
                </a:solidFill>
                <a:latin typeface="Open Sans"/>
                <a:ea typeface="Open Sans"/>
                <a:cs typeface="Open Sans"/>
              </a:rPr>
              <a:t> (2)</a:t>
            </a:r>
          </a:p>
        </p:txBody>
      </p:sp>
    </p:spTree>
    <p:extLst>
      <p:ext uri="{BB962C8B-B14F-4D97-AF65-F5344CB8AC3E}">
        <p14:creationId xmlns:p14="http://schemas.microsoft.com/office/powerpoint/2010/main" val="38997954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6A5FD6-4A30-D985-9AE2-7EA37BF2E1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3EE1A9-7B70-8E5D-FB92-219B98F94775}"/>
              </a:ext>
            </a:extLst>
          </p:cNvPr>
          <p:cNvSpPr>
            <a:spLocks noGrp="1" noEditPoints="1"/>
          </p:cNvSpPr>
          <p:nvPr>
            <p:ph type="title"/>
          </p:nvPr>
        </p:nvSpPr>
        <p:spPr/>
        <p:txBody>
          <a:bodyPr/>
          <a:lstStyle/>
          <a:p>
            <a:r>
              <a:rPr lang="en-GB">
                <a:latin typeface="Segoe UI"/>
                <a:cs typeface="Segoe UI"/>
              </a:rPr>
              <a:t>Holy Communion – Hymn No 147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D6255E0-B419-BD4B-8463-30CB20B8CA5D}"/>
              </a:ext>
            </a:extLst>
          </p:cNvPr>
          <p:cNvSpPr txBox="1"/>
          <p:nvPr/>
        </p:nvSpPr>
        <p:spPr>
          <a:xfrm>
            <a:off x="7381874" y="4831355"/>
            <a:ext cx="1743075" cy="276999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r"/>
            <a:r>
              <a:rPr lang="en-US" sz="1200">
                <a:solidFill>
                  <a:prstClr val="black"/>
                </a:solidFill>
                <a:latin typeface="Segoe UI"/>
                <a:cs typeface="Segoe UI"/>
              </a:rPr>
              <a:t>Communion 1: 3 of 5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9666BA1-58EA-1A67-4B93-3E92409C5DAB}"/>
              </a:ext>
            </a:extLst>
          </p:cNvPr>
          <p:cNvSpPr txBox="1"/>
          <p:nvPr/>
        </p:nvSpPr>
        <p:spPr>
          <a:xfrm>
            <a:off x="549776" y="603810"/>
            <a:ext cx="8594247" cy="1361911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noAutofit/>
          </a:bodyPr>
          <a:lstStyle/>
          <a:p>
            <a:pPr>
              <a:defRPr/>
            </a:pPr>
            <a:r>
              <a:rPr lang="en-US" sz="2800" err="1">
                <a:latin typeface="Calibri"/>
                <a:ea typeface="Open Sans"/>
                <a:cs typeface="Open Sans"/>
              </a:rPr>
              <a:t>kunjattin</a:t>
            </a:r>
            <a:r>
              <a:rPr lang="en-US" sz="2800">
                <a:latin typeface="Calibri"/>
                <a:ea typeface="Open Sans"/>
                <a:cs typeface="Open Sans"/>
              </a:rPr>
              <a:t> </a:t>
            </a:r>
            <a:r>
              <a:rPr lang="en-US" sz="2800" err="1">
                <a:latin typeface="Calibri"/>
                <a:ea typeface="Open Sans"/>
                <a:cs typeface="Open Sans"/>
              </a:rPr>
              <a:t>vilayeriya</a:t>
            </a:r>
            <a:r>
              <a:rPr lang="en-US" sz="2800">
                <a:latin typeface="Calibri"/>
                <a:ea typeface="Open Sans"/>
                <a:cs typeface="Open Sans"/>
              </a:rPr>
              <a:t> </a:t>
            </a:r>
            <a:r>
              <a:rPr lang="en-US" sz="2800" err="1">
                <a:latin typeface="Calibri"/>
                <a:ea typeface="Open Sans"/>
                <a:cs typeface="Open Sans"/>
              </a:rPr>
              <a:t>rudhirathin</a:t>
            </a:r>
            <a:r>
              <a:rPr lang="en-US" sz="2800">
                <a:latin typeface="Calibri"/>
                <a:ea typeface="Open Sans"/>
                <a:cs typeface="Open Sans"/>
              </a:rPr>
              <a:t> </a:t>
            </a:r>
            <a:r>
              <a:rPr lang="en-US" sz="2800" err="1">
                <a:latin typeface="Calibri"/>
                <a:ea typeface="Open Sans"/>
                <a:cs typeface="Open Sans"/>
              </a:rPr>
              <a:t>shakthi</a:t>
            </a:r>
            <a:br>
              <a:rPr lang="en-US" sz="2800">
                <a:latin typeface="Calibri"/>
                <a:ea typeface="Open Sans"/>
                <a:cs typeface="Open Sans"/>
              </a:rPr>
            </a:br>
            <a:r>
              <a:rPr lang="en-US" sz="2800" err="1">
                <a:latin typeface="Calibri"/>
                <a:ea typeface="Open Sans"/>
                <a:cs typeface="Open Sans"/>
              </a:rPr>
              <a:t>vendukollum</a:t>
            </a:r>
            <a:r>
              <a:rPr lang="en-US" sz="2800">
                <a:latin typeface="Calibri"/>
                <a:ea typeface="Open Sans"/>
                <a:cs typeface="Open Sans"/>
              </a:rPr>
              <a:t> </a:t>
            </a:r>
            <a:r>
              <a:rPr lang="en-US" sz="2800" err="1">
                <a:latin typeface="Calibri"/>
                <a:ea typeface="Open Sans"/>
                <a:cs typeface="Open Sans"/>
              </a:rPr>
              <a:t>daiva</a:t>
            </a:r>
            <a:r>
              <a:rPr lang="en-US" sz="2800">
                <a:latin typeface="Calibri"/>
                <a:ea typeface="Open Sans"/>
                <a:cs typeface="Open Sans"/>
              </a:rPr>
              <a:t> </a:t>
            </a:r>
            <a:r>
              <a:rPr lang="en-US" sz="2800" err="1">
                <a:latin typeface="Calibri"/>
                <a:ea typeface="Open Sans"/>
                <a:cs typeface="Open Sans"/>
              </a:rPr>
              <a:t>sabha</a:t>
            </a:r>
            <a:r>
              <a:rPr lang="en-US" sz="2800">
                <a:latin typeface="Calibri"/>
                <a:ea typeface="Open Sans"/>
                <a:cs typeface="Open Sans"/>
              </a:rPr>
              <a:t> </a:t>
            </a:r>
            <a:r>
              <a:rPr lang="en-US" sz="2800" err="1">
                <a:latin typeface="Calibri"/>
                <a:ea typeface="Open Sans"/>
                <a:cs typeface="Open Sans"/>
              </a:rPr>
              <a:t>aake</a:t>
            </a:r>
            <a:r>
              <a:rPr lang="en-US" sz="2800">
                <a:latin typeface="Calibri"/>
                <a:ea typeface="Open Sans"/>
                <a:cs typeface="Open Sans"/>
              </a:rPr>
              <a:t> </a:t>
            </a:r>
            <a:r>
              <a:rPr lang="en-US" sz="2800" err="1">
                <a:latin typeface="Calibri"/>
                <a:ea typeface="Open Sans"/>
                <a:cs typeface="Open Sans"/>
              </a:rPr>
              <a:t>visheshamay</a:t>
            </a:r>
            <a:r>
              <a:rPr lang="en-US" sz="2800">
                <a:latin typeface="Calibri"/>
                <a:ea typeface="Calibri"/>
                <a:cs typeface="Calibri"/>
              </a:rPr>
              <a:t> </a:t>
            </a:r>
            <a:r>
              <a:rPr lang="en-US" sz="2800">
                <a:solidFill>
                  <a:srgbClr val="444444"/>
                </a:solidFill>
                <a:latin typeface="Calibri"/>
                <a:ea typeface="Calibri"/>
                <a:cs typeface="Calibri"/>
              </a:rPr>
              <a:t>(2)</a:t>
            </a:r>
            <a:endParaRPr lang="en-US" sz="2800">
              <a:latin typeface="Calibri"/>
              <a:ea typeface="Calibri"/>
              <a:cs typeface="Calibri"/>
            </a:endParaRPr>
          </a:p>
          <a:p>
            <a:pPr>
              <a:defRPr/>
            </a:pPr>
            <a:endParaRPr lang="en-US" sz="800">
              <a:solidFill>
                <a:srgbClr val="444444"/>
              </a:solidFill>
              <a:latin typeface="Calibri"/>
              <a:ea typeface="Calibri"/>
              <a:cs typeface="Calibri"/>
            </a:endParaRPr>
          </a:p>
          <a:p>
            <a:pPr>
              <a:defRPr/>
            </a:pPr>
            <a:r>
              <a:rPr lang="en-US" sz="2800" err="1">
                <a:solidFill>
                  <a:srgbClr val="800000"/>
                </a:solidFill>
                <a:latin typeface="Calibri"/>
                <a:ea typeface="Calibri"/>
                <a:cs typeface="Calibri"/>
              </a:rPr>
              <a:t>en</a:t>
            </a:r>
            <a:r>
              <a:rPr lang="en-US" sz="2800">
                <a:solidFill>
                  <a:srgbClr val="800000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800" err="1">
                <a:solidFill>
                  <a:srgbClr val="800000"/>
                </a:solidFill>
                <a:latin typeface="Calibri"/>
                <a:ea typeface="Calibri"/>
                <a:cs typeface="Calibri"/>
              </a:rPr>
              <a:t>perkkeshu</a:t>
            </a:r>
            <a:r>
              <a:rPr lang="en-US" sz="2800">
                <a:solidFill>
                  <a:srgbClr val="800000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800" err="1">
                <a:solidFill>
                  <a:srgbClr val="800000"/>
                </a:solidFill>
                <a:latin typeface="Calibri"/>
                <a:ea typeface="Calibri"/>
                <a:cs typeface="Calibri"/>
              </a:rPr>
              <a:t>marichennu</a:t>
            </a:r>
            <a:r>
              <a:rPr lang="en-US" sz="2800">
                <a:solidFill>
                  <a:srgbClr val="800000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800" err="1">
                <a:solidFill>
                  <a:srgbClr val="800000"/>
                </a:solidFill>
                <a:latin typeface="Calibri"/>
                <a:ea typeface="Calibri"/>
                <a:cs typeface="Calibri"/>
              </a:rPr>
              <a:t>njan</a:t>
            </a:r>
            <a:r>
              <a:rPr lang="en-US" sz="2800">
                <a:solidFill>
                  <a:srgbClr val="800000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800" err="1">
                <a:solidFill>
                  <a:srgbClr val="800000"/>
                </a:solidFill>
                <a:latin typeface="Calibri"/>
                <a:ea typeface="Calibri"/>
                <a:cs typeface="Calibri"/>
              </a:rPr>
              <a:t>vishvasikkunnu</a:t>
            </a:r>
            <a:br>
              <a:rPr lang="en-US" sz="2800">
                <a:solidFill>
                  <a:srgbClr val="800000"/>
                </a:solidFill>
                <a:latin typeface="Calibri"/>
                <a:ea typeface="Calibri"/>
                <a:cs typeface="Calibri"/>
              </a:rPr>
            </a:br>
            <a:r>
              <a:rPr lang="en-US" sz="2800" err="1">
                <a:solidFill>
                  <a:srgbClr val="800000"/>
                </a:solidFill>
                <a:latin typeface="Calibri"/>
                <a:ea typeface="Calibri"/>
                <a:cs typeface="Calibri"/>
              </a:rPr>
              <a:t>papam</a:t>
            </a:r>
            <a:r>
              <a:rPr lang="en-US" sz="2800">
                <a:solidFill>
                  <a:srgbClr val="800000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800" err="1">
                <a:solidFill>
                  <a:srgbClr val="800000"/>
                </a:solidFill>
                <a:latin typeface="Calibri"/>
                <a:ea typeface="Calibri"/>
                <a:cs typeface="Calibri"/>
              </a:rPr>
              <a:t>ennil</a:t>
            </a:r>
            <a:r>
              <a:rPr lang="en-US" sz="2800">
                <a:solidFill>
                  <a:srgbClr val="800000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800" err="1">
                <a:solidFill>
                  <a:srgbClr val="800000"/>
                </a:solidFill>
                <a:latin typeface="Calibri"/>
                <a:ea typeface="Calibri"/>
                <a:cs typeface="Calibri"/>
              </a:rPr>
              <a:t>ninnu</a:t>
            </a:r>
            <a:r>
              <a:rPr lang="en-US" sz="2800">
                <a:solidFill>
                  <a:srgbClr val="800000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800" err="1">
                <a:solidFill>
                  <a:srgbClr val="800000"/>
                </a:solidFill>
                <a:latin typeface="Calibri"/>
                <a:ea typeface="Calibri"/>
                <a:cs typeface="Calibri"/>
              </a:rPr>
              <a:t>nekkan</a:t>
            </a:r>
            <a:r>
              <a:rPr lang="en-US" sz="2800">
                <a:solidFill>
                  <a:srgbClr val="800000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800" err="1">
                <a:solidFill>
                  <a:srgbClr val="800000"/>
                </a:solidFill>
                <a:latin typeface="Calibri"/>
                <a:ea typeface="Calibri"/>
                <a:cs typeface="Calibri"/>
              </a:rPr>
              <a:t>raktham</a:t>
            </a:r>
            <a:r>
              <a:rPr lang="en-US" sz="2800">
                <a:solidFill>
                  <a:srgbClr val="800000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800" err="1">
                <a:solidFill>
                  <a:srgbClr val="800000"/>
                </a:solidFill>
                <a:latin typeface="Calibri"/>
                <a:ea typeface="Calibri"/>
                <a:cs typeface="Calibri"/>
              </a:rPr>
              <a:t>chinthi</a:t>
            </a:r>
            <a:r>
              <a:rPr lang="en-US" sz="2800">
                <a:solidFill>
                  <a:srgbClr val="800000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800" err="1">
                <a:solidFill>
                  <a:srgbClr val="800000"/>
                </a:solidFill>
                <a:latin typeface="Calibri"/>
                <a:ea typeface="Calibri"/>
                <a:cs typeface="Calibri"/>
              </a:rPr>
              <a:t>yeshu</a:t>
            </a:r>
            <a:r>
              <a:rPr lang="en-US" sz="2800">
                <a:solidFill>
                  <a:srgbClr val="800000"/>
                </a:solidFill>
                <a:latin typeface="Calibri"/>
                <a:ea typeface="Calibri"/>
                <a:cs typeface="Calibri"/>
              </a:rPr>
              <a:t> (2)</a:t>
            </a:r>
          </a:p>
          <a:p>
            <a:pPr marL="0" marR="0" lvl="0" indent="0" defTabSz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2800">
              <a:solidFill>
                <a:prstClr val="black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F70809F-702B-89E1-5AEE-5DCD27D3B391}"/>
              </a:ext>
            </a:extLst>
          </p:cNvPr>
          <p:cNvSpPr txBox="1"/>
          <p:nvPr/>
        </p:nvSpPr>
        <p:spPr>
          <a:xfrm>
            <a:off x="549474" y="2571750"/>
            <a:ext cx="8588181" cy="2062103"/>
          </a:xfrm>
          <a:prstGeom prst="rect">
            <a:avLst/>
          </a:prstGeom>
          <a:noFill/>
        </p:spPr>
        <p:txBody>
          <a:bodyPr wrap="square" lIns="68580" tIns="34290" rIns="68580" bIns="3429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000">
                <a:latin typeface="Open Sans"/>
                <a:ea typeface="Open Sans"/>
                <a:cs typeface="Open Sans"/>
              </a:rPr>
              <a:t> </a:t>
            </a:r>
            <a:r>
              <a:rPr lang="en-US" sz="2000" err="1">
                <a:latin typeface="Open Sans"/>
                <a:ea typeface="Open Sans"/>
                <a:cs typeface="Open Sans"/>
              </a:rPr>
              <a:t>കുഞ്ഞാട്ടി</a:t>
            </a:r>
            <a:r>
              <a:rPr lang="en-US" sz="2000">
                <a:latin typeface="Open Sans"/>
                <a:ea typeface="Open Sans"/>
                <a:cs typeface="Open Sans"/>
              </a:rPr>
              <a:t>ൻ </a:t>
            </a:r>
            <a:r>
              <a:rPr lang="en-US" sz="2000" err="1">
                <a:latin typeface="Open Sans"/>
                <a:ea typeface="Open Sans"/>
                <a:cs typeface="Open Sans"/>
              </a:rPr>
              <a:t>വിലയേറിയ</a:t>
            </a:r>
            <a:r>
              <a:rPr lang="en-US" sz="2000">
                <a:latin typeface="Open Sans"/>
                <a:ea typeface="Open Sans"/>
                <a:cs typeface="Open Sans"/>
              </a:rPr>
              <a:t> </a:t>
            </a:r>
            <a:r>
              <a:rPr lang="en-US" sz="2000" err="1">
                <a:latin typeface="Open Sans"/>
                <a:ea typeface="Open Sans"/>
                <a:cs typeface="Open Sans"/>
              </a:rPr>
              <a:t>രുധിരത്തി</a:t>
            </a:r>
            <a:r>
              <a:rPr lang="en-US" sz="2000">
                <a:latin typeface="Open Sans"/>
                <a:ea typeface="Open Sans"/>
                <a:cs typeface="Open Sans"/>
              </a:rPr>
              <a:t>ൻ </a:t>
            </a:r>
            <a:r>
              <a:rPr lang="en-US" sz="2000" err="1">
                <a:latin typeface="Open Sans"/>
                <a:ea typeface="Open Sans"/>
                <a:cs typeface="Open Sans"/>
              </a:rPr>
              <a:t>ശക്തി</a:t>
            </a:r>
            <a:br>
              <a:rPr lang="en-US" sz="2000">
                <a:latin typeface="Open Sans"/>
                <a:ea typeface="Open Sans"/>
                <a:cs typeface="Open Sans"/>
              </a:rPr>
            </a:br>
            <a:r>
              <a:rPr lang="en-US" sz="2000" err="1">
                <a:latin typeface="Open Sans"/>
                <a:ea typeface="Open Sans"/>
                <a:cs typeface="Open Sans"/>
              </a:rPr>
              <a:t>വീണ്ടുകൊള്ളും</a:t>
            </a:r>
            <a:r>
              <a:rPr lang="en-US" sz="2000">
                <a:latin typeface="Open Sans"/>
                <a:ea typeface="Open Sans"/>
                <a:cs typeface="Open Sans"/>
              </a:rPr>
              <a:t> </a:t>
            </a:r>
            <a:r>
              <a:rPr lang="en-US" sz="2000" err="1">
                <a:latin typeface="Open Sans"/>
                <a:ea typeface="Open Sans"/>
                <a:cs typeface="Open Sans"/>
              </a:rPr>
              <a:t>ദൈവസഭ</a:t>
            </a:r>
            <a:r>
              <a:rPr lang="en-US" sz="2000">
                <a:latin typeface="Open Sans"/>
                <a:ea typeface="Open Sans"/>
                <a:cs typeface="Open Sans"/>
              </a:rPr>
              <a:t> </a:t>
            </a:r>
            <a:r>
              <a:rPr lang="en-US" sz="2000" err="1">
                <a:latin typeface="Open Sans"/>
                <a:ea typeface="Open Sans"/>
                <a:cs typeface="Open Sans"/>
              </a:rPr>
              <a:t>ആകെവിശേഷമായ്</a:t>
            </a:r>
            <a:r>
              <a:rPr lang="en-US" sz="2000">
                <a:latin typeface="Open Sans"/>
                <a:ea typeface="Open Sans"/>
                <a:cs typeface="Open Sans"/>
              </a:rPr>
              <a:t> (2</a:t>
            </a:r>
            <a:r>
              <a:rPr lang="en-US" sz="2000">
                <a:solidFill>
                  <a:srgbClr val="444444"/>
                </a:solidFill>
                <a:latin typeface="Open Sans"/>
                <a:ea typeface="Open Sans"/>
                <a:cs typeface="Open Sans"/>
              </a:rPr>
              <a:t>)</a:t>
            </a:r>
            <a:endParaRPr lang="en-US" sz="2000" err="1">
              <a:ea typeface="Calibri" panose="020F0502020204030204"/>
              <a:cs typeface="Calibri" panose="020F0502020204030204"/>
            </a:endParaRPr>
          </a:p>
          <a:p>
            <a:pPr>
              <a:lnSpc>
                <a:spcPct val="150000"/>
              </a:lnSpc>
            </a:pPr>
            <a:endParaRPr lang="en-US" sz="800">
              <a:solidFill>
                <a:srgbClr val="444444"/>
              </a:solidFill>
              <a:latin typeface="Open Sans"/>
              <a:ea typeface="Open Sans"/>
              <a:cs typeface="Open Sans"/>
            </a:endParaRPr>
          </a:p>
          <a:p>
            <a:pPr>
              <a:lnSpc>
                <a:spcPct val="150000"/>
              </a:lnSpc>
            </a:pPr>
            <a:r>
              <a:rPr lang="en-US" sz="2000">
                <a:solidFill>
                  <a:srgbClr val="800000"/>
                </a:solidFill>
                <a:latin typeface="Open Sans"/>
                <a:ea typeface="Open Sans"/>
                <a:cs typeface="Open Sans"/>
              </a:rPr>
              <a:t>എൻ </a:t>
            </a:r>
            <a:r>
              <a:rPr lang="en-US" sz="2000" err="1">
                <a:solidFill>
                  <a:srgbClr val="800000"/>
                </a:solidFill>
                <a:latin typeface="Open Sans"/>
                <a:ea typeface="Open Sans"/>
                <a:cs typeface="Open Sans"/>
              </a:rPr>
              <a:t>പേർക്കേശു</a:t>
            </a:r>
            <a:r>
              <a:rPr lang="en-US" sz="2000">
                <a:solidFill>
                  <a:srgbClr val="800000"/>
                </a:solidFill>
                <a:latin typeface="Open Sans"/>
                <a:ea typeface="Open Sans"/>
                <a:cs typeface="Open Sans"/>
              </a:rPr>
              <a:t> </a:t>
            </a:r>
            <a:r>
              <a:rPr lang="en-US" sz="2000" err="1">
                <a:solidFill>
                  <a:srgbClr val="800000"/>
                </a:solidFill>
                <a:latin typeface="Open Sans"/>
                <a:ea typeface="Open Sans"/>
                <a:cs typeface="Open Sans"/>
              </a:rPr>
              <a:t>മരിച്ചെന്നു</a:t>
            </a:r>
            <a:r>
              <a:rPr lang="en-US" sz="2000">
                <a:solidFill>
                  <a:srgbClr val="800000"/>
                </a:solidFill>
                <a:latin typeface="Open Sans"/>
                <a:ea typeface="Open Sans"/>
                <a:cs typeface="Open Sans"/>
              </a:rPr>
              <a:t> </a:t>
            </a:r>
            <a:r>
              <a:rPr lang="en-US" sz="2000" err="1">
                <a:solidFill>
                  <a:srgbClr val="800000"/>
                </a:solidFill>
                <a:latin typeface="Open Sans"/>
                <a:ea typeface="Open Sans"/>
                <a:cs typeface="Open Sans"/>
              </a:rPr>
              <a:t>ഞാ</a:t>
            </a:r>
            <a:r>
              <a:rPr lang="en-US" sz="2000">
                <a:solidFill>
                  <a:srgbClr val="800000"/>
                </a:solidFill>
                <a:latin typeface="Open Sans"/>
                <a:ea typeface="Open Sans"/>
                <a:cs typeface="Open Sans"/>
              </a:rPr>
              <a:t>ൻ </a:t>
            </a:r>
            <a:r>
              <a:rPr lang="en-US" sz="2000" err="1">
                <a:solidFill>
                  <a:srgbClr val="800000"/>
                </a:solidFill>
                <a:latin typeface="Open Sans"/>
                <a:ea typeface="Open Sans"/>
                <a:cs typeface="Open Sans"/>
              </a:rPr>
              <a:t>വിശ്വസിക്കുന്നു</a:t>
            </a:r>
            <a:br>
              <a:rPr lang="en-US" sz="2000">
                <a:solidFill>
                  <a:srgbClr val="800000"/>
                </a:solidFill>
                <a:latin typeface="Open Sans"/>
                <a:ea typeface="Open Sans"/>
                <a:cs typeface="Open Sans"/>
              </a:rPr>
            </a:br>
            <a:r>
              <a:rPr lang="en-US" sz="2000" err="1">
                <a:solidFill>
                  <a:srgbClr val="800000"/>
                </a:solidFill>
                <a:latin typeface="Open Sans"/>
                <a:ea typeface="Open Sans"/>
                <a:cs typeface="Open Sans"/>
              </a:rPr>
              <a:t>പാപം</a:t>
            </a:r>
            <a:r>
              <a:rPr lang="en-US" sz="2000">
                <a:solidFill>
                  <a:srgbClr val="800000"/>
                </a:solidFill>
                <a:latin typeface="Open Sans"/>
                <a:ea typeface="Open Sans"/>
                <a:cs typeface="Open Sans"/>
              </a:rPr>
              <a:t> </a:t>
            </a:r>
            <a:r>
              <a:rPr lang="en-US" sz="2000" err="1">
                <a:solidFill>
                  <a:srgbClr val="800000"/>
                </a:solidFill>
                <a:latin typeface="Open Sans"/>
                <a:ea typeface="Open Sans"/>
                <a:cs typeface="Open Sans"/>
              </a:rPr>
              <a:t>എന്നിൽനിന്നു</a:t>
            </a:r>
            <a:r>
              <a:rPr lang="en-US" sz="2000">
                <a:solidFill>
                  <a:srgbClr val="800000"/>
                </a:solidFill>
                <a:latin typeface="Open Sans"/>
                <a:ea typeface="Open Sans"/>
                <a:cs typeface="Open Sans"/>
              </a:rPr>
              <a:t> </a:t>
            </a:r>
            <a:r>
              <a:rPr lang="en-US" sz="2000" err="1">
                <a:solidFill>
                  <a:srgbClr val="800000"/>
                </a:solidFill>
                <a:latin typeface="Open Sans"/>
                <a:ea typeface="Open Sans"/>
                <a:cs typeface="Open Sans"/>
              </a:rPr>
              <a:t>നീക്കാ</a:t>
            </a:r>
            <a:r>
              <a:rPr lang="en-US" sz="2000">
                <a:solidFill>
                  <a:srgbClr val="800000"/>
                </a:solidFill>
                <a:latin typeface="Open Sans"/>
                <a:ea typeface="Open Sans"/>
                <a:cs typeface="Open Sans"/>
              </a:rPr>
              <a:t>ൻ </a:t>
            </a:r>
            <a:r>
              <a:rPr lang="en-US" sz="2000" err="1">
                <a:solidFill>
                  <a:srgbClr val="800000"/>
                </a:solidFill>
                <a:latin typeface="Open Sans"/>
                <a:ea typeface="Open Sans"/>
                <a:cs typeface="Open Sans"/>
              </a:rPr>
              <a:t>രക്തം</a:t>
            </a:r>
            <a:r>
              <a:rPr lang="en-US" sz="2000">
                <a:solidFill>
                  <a:srgbClr val="800000"/>
                </a:solidFill>
                <a:latin typeface="Open Sans"/>
                <a:ea typeface="Open Sans"/>
                <a:cs typeface="Open Sans"/>
              </a:rPr>
              <a:t> </a:t>
            </a:r>
            <a:r>
              <a:rPr lang="en-US" sz="2000" err="1">
                <a:solidFill>
                  <a:srgbClr val="800000"/>
                </a:solidFill>
                <a:latin typeface="Open Sans"/>
                <a:ea typeface="Open Sans"/>
                <a:cs typeface="Open Sans"/>
              </a:rPr>
              <a:t>ചിന്തി</a:t>
            </a:r>
            <a:r>
              <a:rPr lang="en-US" sz="2000">
                <a:solidFill>
                  <a:srgbClr val="800000"/>
                </a:solidFill>
                <a:latin typeface="Open Sans"/>
                <a:ea typeface="Open Sans"/>
                <a:cs typeface="Open Sans"/>
              </a:rPr>
              <a:t> </a:t>
            </a:r>
            <a:r>
              <a:rPr lang="en-US" sz="2000" err="1">
                <a:solidFill>
                  <a:srgbClr val="800000"/>
                </a:solidFill>
                <a:latin typeface="Open Sans"/>
                <a:ea typeface="Open Sans"/>
                <a:cs typeface="Open Sans"/>
              </a:rPr>
              <a:t>യേശു</a:t>
            </a:r>
            <a:r>
              <a:rPr lang="en-US" sz="2000">
                <a:solidFill>
                  <a:srgbClr val="800000"/>
                </a:solidFill>
                <a:latin typeface="Open Sans"/>
                <a:ea typeface="Open Sans"/>
                <a:cs typeface="Open Sans"/>
              </a:rPr>
              <a:t> (2)</a:t>
            </a:r>
          </a:p>
        </p:txBody>
      </p:sp>
    </p:spTree>
    <p:extLst>
      <p:ext uri="{BB962C8B-B14F-4D97-AF65-F5344CB8AC3E}">
        <p14:creationId xmlns:p14="http://schemas.microsoft.com/office/powerpoint/2010/main" val="186794243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758FDA-9DD2-45C2-F3E5-5CB621EABA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49D253-8A4F-D446-4CDA-912D3236FD08}"/>
              </a:ext>
            </a:extLst>
          </p:cNvPr>
          <p:cNvSpPr>
            <a:spLocks noGrp="1" noEditPoints="1"/>
          </p:cNvSpPr>
          <p:nvPr>
            <p:ph type="title"/>
          </p:nvPr>
        </p:nvSpPr>
        <p:spPr/>
        <p:txBody>
          <a:bodyPr/>
          <a:lstStyle/>
          <a:p>
            <a:r>
              <a:rPr lang="en-GB">
                <a:latin typeface="Segoe UI"/>
                <a:cs typeface="Segoe UI"/>
              </a:rPr>
              <a:t>Holy Communion – Hymn No 147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210D0D5-E3EA-445A-F293-49CF3F396F7F}"/>
              </a:ext>
            </a:extLst>
          </p:cNvPr>
          <p:cNvSpPr txBox="1"/>
          <p:nvPr/>
        </p:nvSpPr>
        <p:spPr>
          <a:xfrm>
            <a:off x="7381874" y="4831355"/>
            <a:ext cx="1743075" cy="276999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r"/>
            <a:r>
              <a:rPr lang="en-US" sz="1200">
                <a:solidFill>
                  <a:prstClr val="black"/>
                </a:solidFill>
                <a:latin typeface="Segoe UI"/>
                <a:cs typeface="Segoe UI"/>
              </a:rPr>
              <a:t>Communion 1: 4 of 5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0879577-6147-E16D-0CC6-9ACD7E6BC96F}"/>
              </a:ext>
            </a:extLst>
          </p:cNvPr>
          <p:cNvSpPr txBox="1"/>
          <p:nvPr/>
        </p:nvSpPr>
        <p:spPr>
          <a:xfrm>
            <a:off x="549776" y="603810"/>
            <a:ext cx="8594247" cy="1361911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noAutofit/>
          </a:bodyPr>
          <a:lstStyle/>
          <a:p>
            <a:pPr>
              <a:defRPr/>
            </a:pPr>
            <a:r>
              <a:rPr lang="en-US" sz="2800">
                <a:solidFill>
                  <a:srgbClr val="444444"/>
                </a:solidFill>
                <a:latin typeface="Calibri"/>
                <a:ea typeface="Calibri"/>
                <a:cs typeface="Calibri"/>
              </a:rPr>
              <a:t>than </a:t>
            </a:r>
            <a:r>
              <a:rPr lang="en-US" sz="2800" err="1">
                <a:solidFill>
                  <a:srgbClr val="444444"/>
                </a:solidFill>
                <a:latin typeface="Calibri"/>
                <a:ea typeface="Calibri"/>
                <a:cs typeface="Calibri"/>
              </a:rPr>
              <a:t>murivin</a:t>
            </a:r>
            <a:r>
              <a:rPr lang="en-US" sz="2800">
                <a:solidFill>
                  <a:srgbClr val="444444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800" err="1">
                <a:solidFill>
                  <a:srgbClr val="444444"/>
                </a:solidFill>
                <a:latin typeface="Calibri"/>
                <a:ea typeface="Calibri"/>
                <a:cs typeface="Calibri"/>
              </a:rPr>
              <a:t>rakthanadi</a:t>
            </a:r>
            <a:r>
              <a:rPr lang="en-US" sz="2800">
                <a:solidFill>
                  <a:srgbClr val="444444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800" err="1">
                <a:solidFill>
                  <a:srgbClr val="444444"/>
                </a:solidFill>
                <a:latin typeface="Calibri"/>
                <a:ea typeface="Calibri"/>
                <a:cs typeface="Calibri"/>
              </a:rPr>
              <a:t>kandathinu</a:t>
            </a:r>
            <a:r>
              <a:rPr lang="en-US" sz="2800">
                <a:solidFill>
                  <a:srgbClr val="444444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800" err="1">
                <a:solidFill>
                  <a:srgbClr val="444444"/>
                </a:solidFill>
                <a:latin typeface="Calibri"/>
                <a:ea typeface="Calibri"/>
                <a:cs typeface="Calibri"/>
              </a:rPr>
              <a:t>shesham</a:t>
            </a:r>
            <a:br>
              <a:rPr lang="en-US" sz="2800">
                <a:latin typeface="Calibri"/>
                <a:ea typeface="Calibri"/>
                <a:cs typeface="Calibri"/>
              </a:rPr>
            </a:br>
            <a:r>
              <a:rPr lang="en-US" sz="2800" err="1">
                <a:solidFill>
                  <a:srgbClr val="444444"/>
                </a:solidFill>
                <a:latin typeface="Calibri"/>
                <a:ea typeface="Calibri"/>
                <a:cs typeface="Calibri"/>
              </a:rPr>
              <a:t>vendeduppin</a:t>
            </a:r>
            <a:r>
              <a:rPr lang="en-US" sz="2800">
                <a:solidFill>
                  <a:srgbClr val="444444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800" err="1">
                <a:solidFill>
                  <a:srgbClr val="444444"/>
                </a:solidFill>
                <a:latin typeface="Calibri"/>
                <a:ea typeface="Calibri"/>
                <a:cs typeface="Calibri"/>
              </a:rPr>
              <a:t>sneham</a:t>
            </a:r>
            <a:r>
              <a:rPr lang="en-US" sz="2800">
                <a:solidFill>
                  <a:srgbClr val="444444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800" err="1">
                <a:solidFill>
                  <a:srgbClr val="444444"/>
                </a:solidFill>
                <a:latin typeface="Calibri"/>
                <a:ea typeface="Calibri"/>
                <a:cs typeface="Calibri"/>
              </a:rPr>
              <a:t>thanen</a:t>
            </a:r>
            <a:r>
              <a:rPr lang="en-US" sz="2800">
                <a:solidFill>
                  <a:srgbClr val="444444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800" err="1">
                <a:solidFill>
                  <a:srgbClr val="444444"/>
                </a:solidFill>
                <a:latin typeface="Calibri"/>
                <a:ea typeface="Calibri"/>
                <a:cs typeface="Calibri"/>
              </a:rPr>
              <a:t>chintha</a:t>
            </a:r>
            <a:r>
              <a:rPr lang="en-US" sz="2800">
                <a:solidFill>
                  <a:srgbClr val="444444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800" err="1">
                <a:solidFill>
                  <a:srgbClr val="444444"/>
                </a:solidFill>
                <a:latin typeface="Calibri"/>
                <a:ea typeface="Calibri"/>
                <a:cs typeface="Calibri"/>
              </a:rPr>
              <a:t>innumennum</a:t>
            </a:r>
            <a:r>
              <a:rPr lang="en-US" sz="2800">
                <a:latin typeface="Calibri"/>
                <a:ea typeface="Calibri"/>
                <a:cs typeface="Calibri"/>
              </a:rPr>
              <a:t> </a:t>
            </a:r>
            <a:r>
              <a:rPr lang="en-US" sz="2800">
                <a:solidFill>
                  <a:srgbClr val="444444"/>
                </a:solidFill>
                <a:latin typeface="Calibri"/>
                <a:ea typeface="Calibri"/>
                <a:cs typeface="Calibri"/>
              </a:rPr>
              <a:t>(2)</a:t>
            </a:r>
            <a:endParaRPr lang="en-US" sz="2800">
              <a:latin typeface="Calibri"/>
              <a:ea typeface="Calibri"/>
              <a:cs typeface="Calibri"/>
            </a:endParaRPr>
          </a:p>
          <a:p>
            <a:pPr>
              <a:defRPr/>
            </a:pPr>
            <a:endParaRPr lang="en-US" sz="800">
              <a:solidFill>
                <a:srgbClr val="444444"/>
              </a:solidFill>
              <a:latin typeface="Calibri"/>
              <a:ea typeface="Calibri"/>
              <a:cs typeface="Calibri"/>
            </a:endParaRPr>
          </a:p>
          <a:p>
            <a:pPr>
              <a:defRPr/>
            </a:pPr>
            <a:r>
              <a:rPr lang="en-US" sz="2800" err="1">
                <a:solidFill>
                  <a:srgbClr val="800000"/>
                </a:solidFill>
                <a:latin typeface="Calibri"/>
                <a:ea typeface="Calibri"/>
                <a:cs typeface="Calibri"/>
              </a:rPr>
              <a:t>en</a:t>
            </a:r>
            <a:r>
              <a:rPr lang="en-US" sz="2800">
                <a:solidFill>
                  <a:srgbClr val="800000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800" err="1">
                <a:solidFill>
                  <a:srgbClr val="800000"/>
                </a:solidFill>
                <a:latin typeface="Calibri"/>
                <a:ea typeface="Calibri"/>
                <a:cs typeface="Calibri"/>
              </a:rPr>
              <a:t>perkkeshu</a:t>
            </a:r>
            <a:r>
              <a:rPr lang="en-US" sz="2800">
                <a:solidFill>
                  <a:srgbClr val="800000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800" err="1">
                <a:solidFill>
                  <a:srgbClr val="800000"/>
                </a:solidFill>
                <a:latin typeface="Calibri"/>
                <a:ea typeface="Calibri"/>
                <a:cs typeface="Calibri"/>
              </a:rPr>
              <a:t>marichennu</a:t>
            </a:r>
            <a:r>
              <a:rPr lang="en-US" sz="2800">
                <a:solidFill>
                  <a:srgbClr val="800000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800" err="1">
                <a:solidFill>
                  <a:srgbClr val="800000"/>
                </a:solidFill>
                <a:latin typeface="Calibri"/>
                <a:ea typeface="Calibri"/>
                <a:cs typeface="Calibri"/>
              </a:rPr>
              <a:t>njan</a:t>
            </a:r>
            <a:r>
              <a:rPr lang="en-US" sz="2800">
                <a:solidFill>
                  <a:srgbClr val="800000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800" err="1">
                <a:solidFill>
                  <a:srgbClr val="800000"/>
                </a:solidFill>
                <a:latin typeface="Calibri"/>
                <a:ea typeface="Calibri"/>
                <a:cs typeface="Calibri"/>
              </a:rPr>
              <a:t>vishvasikkunnu</a:t>
            </a:r>
            <a:br>
              <a:rPr lang="en-US" sz="2800">
                <a:solidFill>
                  <a:srgbClr val="800000"/>
                </a:solidFill>
                <a:latin typeface="Calibri"/>
                <a:ea typeface="Calibri"/>
                <a:cs typeface="Calibri"/>
              </a:rPr>
            </a:br>
            <a:r>
              <a:rPr lang="en-US" sz="2800" err="1">
                <a:solidFill>
                  <a:srgbClr val="800000"/>
                </a:solidFill>
                <a:latin typeface="Calibri"/>
                <a:ea typeface="Calibri"/>
                <a:cs typeface="Calibri"/>
              </a:rPr>
              <a:t>papam</a:t>
            </a:r>
            <a:r>
              <a:rPr lang="en-US" sz="2800">
                <a:solidFill>
                  <a:srgbClr val="800000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800" err="1">
                <a:solidFill>
                  <a:srgbClr val="800000"/>
                </a:solidFill>
                <a:latin typeface="Calibri"/>
                <a:ea typeface="Calibri"/>
                <a:cs typeface="Calibri"/>
              </a:rPr>
              <a:t>ennil</a:t>
            </a:r>
            <a:r>
              <a:rPr lang="en-US" sz="2800">
                <a:solidFill>
                  <a:srgbClr val="800000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800" err="1">
                <a:solidFill>
                  <a:srgbClr val="800000"/>
                </a:solidFill>
                <a:latin typeface="Calibri"/>
                <a:ea typeface="Calibri"/>
                <a:cs typeface="Calibri"/>
              </a:rPr>
              <a:t>ninnu</a:t>
            </a:r>
            <a:r>
              <a:rPr lang="en-US" sz="2800">
                <a:solidFill>
                  <a:srgbClr val="800000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800" err="1">
                <a:solidFill>
                  <a:srgbClr val="800000"/>
                </a:solidFill>
                <a:latin typeface="Calibri"/>
                <a:ea typeface="Calibri"/>
                <a:cs typeface="Calibri"/>
              </a:rPr>
              <a:t>nekkan</a:t>
            </a:r>
            <a:r>
              <a:rPr lang="en-US" sz="2800">
                <a:solidFill>
                  <a:srgbClr val="800000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800" err="1">
                <a:solidFill>
                  <a:srgbClr val="800000"/>
                </a:solidFill>
                <a:latin typeface="Calibri"/>
                <a:ea typeface="Calibri"/>
                <a:cs typeface="Calibri"/>
              </a:rPr>
              <a:t>raktham</a:t>
            </a:r>
            <a:r>
              <a:rPr lang="en-US" sz="2800">
                <a:solidFill>
                  <a:srgbClr val="800000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800" err="1">
                <a:solidFill>
                  <a:srgbClr val="800000"/>
                </a:solidFill>
                <a:latin typeface="Calibri"/>
                <a:ea typeface="Calibri"/>
                <a:cs typeface="Calibri"/>
              </a:rPr>
              <a:t>chinthi</a:t>
            </a:r>
            <a:r>
              <a:rPr lang="en-US" sz="2800">
                <a:solidFill>
                  <a:srgbClr val="800000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800" err="1">
                <a:solidFill>
                  <a:srgbClr val="800000"/>
                </a:solidFill>
                <a:latin typeface="Calibri"/>
                <a:ea typeface="Calibri"/>
                <a:cs typeface="Calibri"/>
              </a:rPr>
              <a:t>yeshu</a:t>
            </a:r>
            <a:r>
              <a:rPr lang="en-US" sz="2800">
                <a:solidFill>
                  <a:srgbClr val="800000"/>
                </a:solidFill>
                <a:latin typeface="Calibri"/>
                <a:ea typeface="Calibri"/>
                <a:cs typeface="Calibri"/>
              </a:rPr>
              <a:t> (2)</a:t>
            </a:r>
          </a:p>
          <a:p>
            <a:pPr marL="0" marR="0" lvl="0" indent="0" defTabSz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2800">
              <a:solidFill>
                <a:prstClr val="black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658F840-5EE4-5829-3933-47A841A4B74E}"/>
              </a:ext>
            </a:extLst>
          </p:cNvPr>
          <p:cNvSpPr txBox="1"/>
          <p:nvPr/>
        </p:nvSpPr>
        <p:spPr>
          <a:xfrm>
            <a:off x="549474" y="2571750"/>
            <a:ext cx="8588181" cy="2062103"/>
          </a:xfrm>
          <a:prstGeom prst="rect">
            <a:avLst/>
          </a:prstGeom>
          <a:noFill/>
        </p:spPr>
        <p:txBody>
          <a:bodyPr wrap="square" lIns="68580" tIns="34290" rIns="68580" bIns="3429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000" err="1">
                <a:latin typeface="Open Sans"/>
                <a:ea typeface="Open Sans"/>
                <a:cs typeface="Open Sans"/>
              </a:rPr>
              <a:t>തൻമുറിവി</a:t>
            </a:r>
            <a:r>
              <a:rPr lang="en-US" sz="2000">
                <a:latin typeface="Open Sans"/>
                <a:ea typeface="Open Sans"/>
                <a:cs typeface="Open Sans"/>
              </a:rPr>
              <a:t>ൻ </a:t>
            </a:r>
            <a:r>
              <a:rPr lang="en-US" sz="2000" err="1">
                <a:latin typeface="Open Sans"/>
                <a:ea typeface="Open Sans"/>
                <a:cs typeface="Open Sans"/>
              </a:rPr>
              <a:t>രക്തനദി</a:t>
            </a:r>
            <a:r>
              <a:rPr lang="en-US" sz="2000">
                <a:latin typeface="Open Sans"/>
                <a:ea typeface="Open Sans"/>
                <a:cs typeface="Open Sans"/>
              </a:rPr>
              <a:t> </a:t>
            </a:r>
            <a:r>
              <a:rPr lang="en-US" sz="2000" err="1">
                <a:latin typeface="Open Sans"/>
                <a:ea typeface="Open Sans"/>
                <a:cs typeface="Open Sans"/>
              </a:rPr>
              <a:t>കണ്ടതിനുശേഷം</a:t>
            </a:r>
            <a:br>
              <a:rPr lang="en-US" sz="2000">
                <a:latin typeface="Open Sans"/>
                <a:ea typeface="Open Sans"/>
                <a:cs typeface="Open Sans"/>
              </a:rPr>
            </a:br>
            <a:r>
              <a:rPr lang="en-US" sz="2000" err="1">
                <a:latin typeface="Open Sans"/>
                <a:ea typeface="Open Sans"/>
                <a:cs typeface="Open Sans"/>
              </a:rPr>
              <a:t>വീണ്ടെടുപ്പി</a:t>
            </a:r>
            <a:r>
              <a:rPr lang="en-US" sz="2000">
                <a:latin typeface="Open Sans"/>
                <a:ea typeface="Open Sans"/>
                <a:cs typeface="Open Sans"/>
              </a:rPr>
              <a:t>ൻ </a:t>
            </a:r>
            <a:r>
              <a:rPr lang="en-US" sz="2000" err="1">
                <a:latin typeface="Open Sans"/>
                <a:ea typeface="Open Sans"/>
                <a:cs typeface="Open Sans"/>
              </a:rPr>
              <a:t>സ്നേഹം</a:t>
            </a:r>
            <a:r>
              <a:rPr lang="en-US" sz="2000">
                <a:latin typeface="Open Sans"/>
                <a:ea typeface="Open Sans"/>
                <a:cs typeface="Open Sans"/>
              </a:rPr>
              <a:t> </a:t>
            </a:r>
            <a:r>
              <a:rPr lang="en-US" sz="2000" err="1">
                <a:latin typeface="Open Sans"/>
                <a:ea typeface="Open Sans"/>
                <a:cs typeface="Open Sans"/>
              </a:rPr>
              <a:t>താനെ</a:t>
            </a:r>
            <a:r>
              <a:rPr lang="en-US" sz="2000">
                <a:latin typeface="Open Sans"/>
                <a:ea typeface="Open Sans"/>
                <a:cs typeface="Open Sans"/>
              </a:rPr>
              <a:t>ൻ </a:t>
            </a:r>
            <a:r>
              <a:rPr lang="en-US" sz="2000" err="1">
                <a:latin typeface="Open Sans"/>
                <a:ea typeface="Open Sans"/>
                <a:cs typeface="Open Sans"/>
              </a:rPr>
              <a:t>ചിന്ത</a:t>
            </a:r>
            <a:r>
              <a:rPr lang="en-US" sz="2000">
                <a:latin typeface="Open Sans"/>
                <a:ea typeface="Open Sans"/>
                <a:cs typeface="Open Sans"/>
              </a:rPr>
              <a:t> </a:t>
            </a:r>
            <a:r>
              <a:rPr lang="en-US" sz="2000" err="1">
                <a:latin typeface="Open Sans"/>
                <a:ea typeface="Open Sans"/>
                <a:cs typeface="Open Sans"/>
              </a:rPr>
              <a:t>ഇന്നുമെന്നും</a:t>
            </a:r>
            <a:r>
              <a:rPr lang="en-US" sz="2000">
                <a:latin typeface="Open Sans"/>
                <a:ea typeface="Open Sans"/>
                <a:cs typeface="Open Sans"/>
              </a:rPr>
              <a:t>(2)</a:t>
            </a:r>
            <a:endParaRPr lang="en-US" sz="2000" err="1">
              <a:ea typeface="Calibri" panose="020F0502020204030204"/>
              <a:cs typeface="Calibri" panose="020F0502020204030204"/>
            </a:endParaRPr>
          </a:p>
          <a:p>
            <a:pPr>
              <a:lnSpc>
                <a:spcPct val="150000"/>
              </a:lnSpc>
            </a:pPr>
            <a:endParaRPr lang="en-US" sz="800">
              <a:solidFill>
                <a:srgbClr val="444444"/>
              </a:solidFill>
              <a:latin typeface="Open Sans"/>
              <a:ea typeface="Open Sans"/>
              <a:cs typeface="Open Sans"/>
            </a:endParaRPr>
          </a:p>
          <a:p>
            <a:pPr>
              <a:lnSpc>
                <a:spcPct val="150000"/>
              </a:lnSpc>
            </a:pPr>
            <a:r>
              <a:rPr lang="en-US" sz="2000">
                <a:solidFill>
                  <a:srgbClr val="800000"/>
                </a:solidFill>
                <a:latin typeface="Open Sans"/>
                <a:ea typeface="Open Sans"/>
                <a:cs typeface="Open Sans"/>
              </a:rPr>
              <a:t>എൻ </a:t>
            </a:r>
            <a:r>
              <a:rPr lang="en-US" sz="2000" err="1">
                <a:solidFill>
                  <a:srgbClr val="800000"/>
                </a:solidFill>
                <a:latin typeface="Open Sans"/>
                <a:ea typeface="Open Sans"/>
                <a:cs typeface="Open Sans"/>
              </a:rPr>
              <a:t>പേർക്കേശു</a:t>
            </a:r>
            <a:r>
              <a:rPr lang="en-US" sz="2000">
                <a:solidFill>
                  <a:srgbClr val="800000"/>
                </a:solidFill>
                <a:latin typeface="Open Sans"/>
                <a:ea typeface="Open Sans"/>
                <a:cs typeface="Open Sans"/>
              </a:rPr>
              <a:t> </a:t>
            </a:r>
            <a:r>
              <a:rPr lang="en-US" sz="2000" err="1">
                <a:solidFill>
                  <a:srgbClr val="800000"/>
                </a:solidFill>
                <a:latin typeface="Open Sans"/>
                <a:ea typeface="Open Sans"/>
                <a:cs typeface="Open Sans"/>
              </a:rPr>
              <a:t>മരിച്ചെന്നു</a:t>
            </a:r>
            <a:r>
              <a:rPr lang="en-US" sz="2000">
                <a:solidFill>
                  <a:srgbClr val="800000"/>
                </a:solidFill>
                <a:latin typeface="Open Sans"/>
                <a:ea typeface="Open Sans"/>
                <a:cs typeface="Open Sans"/>
              </a:rPr>
              <a:t> </a:t>
            </a:r>
            <a:r>
              <a:rPr lang="en-US" sz="2000" err="1">
                <a:solidFill>
                  <a:srgbClr val="800000"/>
                </a:solidFill>
                <a:latin typeface="Open Sans"/>
                <a:ea typeface="Open Sans"/>
                <a:cs typeface="Open Sans"/>
              </a:rPr>
              <a:t>ഞാ</a:t>
            </a:r>
            <a:r>
              <a:rPr lang="en-US" sz="2000">
                <a:solidFill>
                  <a:srgbClr val="800000"/>
                </a:solidFill>
                <a:latin typeface="Open Sans"/>
                <a:ea typeface="Open Sans"/>
                <a:cs typeface="Open Sans"/>
              </a:rPr>
              <a:t>ൻ </a:t>
            </a:r>
            <a:r>
              <a:rPr lang="en-US" sz="2000" err="1">
                <a:solidFill>
                  <a:srgbClr val="800000"/>
                </a:solidFill>
                <a:latin typeface="Open Sans"/>
                <a:ea typeface="Open Sans"/>
                <a:cs typeface="Open Sans"/>
              </a:rPr>
              <a:t>വിശ്വസിക്കുന്നു</a:t>
            </a:r>
            <a:br>
              <a:rPr lang="en-US" sz="2000">
                <a:solidFill>
                  <a:srgbClr val="800000"/>
                </a:solidFill>
                <a:latin typeface="Open Sans"/>
                <a:ea typeface="Open Sans"/>
                <a:cs typeface="Open Sans"/>
              </a:rPr>
            </a:br>
            <a:r>
              <a:rPr lang="en-US" sz="2000" err="1">
                <a:solidFill>
                  <a:srgbClr val="800000"/>
                </a:solidFill>
                <a:latin typeface="Open Sans"/>
                <a:ea typeface="Open Sans"/>
                <a:cs typeface="Open Sans"/>
              </a:rPr>
              <a:t>പാപം</a:t>
            </a:r>
            <a:r>
              <a:rPr lang="en-US" sz="2000">
                <a:solidFill>
                  <a:srgbClr val="800000"/>
                </a:solidFill>
                <a:latin typeface="Open Sans"/>
                <a:ea typeface="Open Sans"/>
                <a:cs typeface="Open Sans"/>
              </a:rPr>
              <a:t> </a:t>
            </a:r>
            <a:r>
              <a:rPr lang="en-US" sz="2000" err="1">
                <a:solidFill>
                  <a:srgbClr val="800000"/>
                </a:solidFill>
                <a:latin typeface="Open Sans"/>
                <a:ea typeface="Open Sans"/>
                <a:cs typeface="Open Sans"/>
              </a:rPr>
              <a:t>എന്നിൽനിന്നു</a:t>
            </a:r>
            <a:r>
              <a:rPr lang="en-US" sz="2000">
                <a:solidFill>
                  <a:srgbClr val="800000"/>
                </a:solidFill>
                <a:latin typeface="Open Sans"/>
                <a:ea typeface="Open Sans"/>
                <a:cs typeface="Open Sans"/>
              </a:rPr>
              <a:t> </a:t>
            </a:r>
            <a:r>
              <a:rPr lang="en-US" sz="2000" err="1">
                <a:solidFill>
                  <a:srgbClr val="800000"/>
                </a:solidFill>
                <a:latin typeface="Open Sans"/>
                <a:ea typeface="Open Sans"/>
                <a:cs typeface="Open Sans"/>
              </a:rPr>
              <a:t>നീക്കാ</a:t>
            </a:r>
            <a:r>
              <a:rPr lang="en-US" sz="2000">
                <a:solidFill>
                  <a:srgbClr val="800000"/>
                </a:solidFill>
                <a:latin typeface="Open Sans"/>
                <a:ea typeface="Open Sans"/>
                <a:cs typeface="Open Sans"/>
              </a:rPr>
              <a:t>ൻ </a:t>
            </a:r>
            <a:r>
              <a:rPr lang="en-US" sz="2000" err="1">
                <a:solidFill>
                  <a:srgbClr val="800000"/>
                </a:solidFill>
                <a:latin typeface="Open Sans"/>
                <a:ea typeface="Open Sans"/>
                <a:cs typeface="Open Sans"/>
              </a:rPr>
              <a:t>രക്തം</a:t>
            </a:r>
            <a:r>
              <a:rPr lang="en-US" sz="2000">
                <a:solidFill>
                  <a:srgbClr val="800000"/>
                </a:solidFill>
                <a:latin typeface="Open Sans"/>
                <a:ea typeface="Open Sans"/>
                <a:cs typeface="Open Sans"/>
              </a:rPr>
              <a:t> </a:t>
            </a:r>
            <a:r>
              <a:rPr lang="en-US" sz="2000" err="1">
                <a:solidFill>
                  <a:srgbClr val="800000"/>
                </a:solidFill>
                <a:latin typeface="Open Sans"/>
                <a:ea typeface="Open Sans"/>
                <a:cs typeface="Open Sans"/>
              </a:rPr>
              <a:t>ചിന്തി</a:t>
            </a:r>
            <a:r>
              <a:rPr lang="en-US" sz="2000">
                <a:solidFill>
                  <a:srgbClr val="800000"/>
                </a:solidFill>
                <a:latin typeface="Open Sans"/>
                <a:ea typeface="Open Sans"/>
                <a:cs typeface="Open Sans"/>
              </a:rPr>
              <a:t> </a:t>
            </a:r>
            <a:r>
              <a:rPr lang="en-US" sz="2000" err="1">
                <a:solidFill>
                  <a:srgbClr val="800000"/>
                </a:solidFill>
                <a:latin typeface="Open Sans"/>
                <a:ea typeface="Open Sans"/>
                <a:cs typeface="Open Sans"/>
              </a:rPr>
              <a:t>യേശു</a:t>
            </a:r>
            <a:r>
              <a:rPr lang="en-US" sz="2000">
                <a:solidFill>
                  <a:srgbClr val="800000"/>
                </a:solidFill>
                <a:latin typeface="Open Sans"/>
                <a:ea typeface="Open Sans"/>
                <a:cs typeface="Open Sans"/>
              </a:rPr>
              <a:t> (2)</a:t>
            </a:r>
          </a:p>
        </p:txBody>
      </p:sp>
    </p:spTree>
    <p:extLst>
      <p:ext uri="{BB962C8B-B14F-4D97-AF65-F5344CB8AC3E}">
        <p14:creationId xmlns:p14="http://schemas.microsoft.com/office/powerpoint/2010/main" val="353805676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580AD8-FEE7-8D47-0DBC-EF8ADD2CA7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B19274-A015-C559-9433-CAEE0903AB2F}"/>
              </a:ext>
            </a:extLst>
          </p:cNvPr>
          <p:cNvSpPr>
            <a:spLocks noGrp="1" noEditPoints="1"/>
          </p:cNvSpPr>
          <p:nvPr>
            <p:ph type="title"/>
          </p:nvPr>
        </p:nvSpPr>
        <p:spPr/>
        <p:txBody>
          <a:bodyPr/>
          <a:lstStyle/>
          <a:p>
            <a:r>
              <a:rPr lang="en-GB">
                <a:latin typeface="Segoe UI"/>
                <a:cs typeface="Segoe UI"/>
              </a:rPr>
              <a:t>Holy Communion – Hymn No 147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470616A-287A-AD4E-02A3-B7FC29559E0E}"/>
              </a:ext>
            </a:extLst>
          </p:cNvPr>
          <p:cNvSpPr txBox="1"/>
          <p:nvPr/>
        </p:nvSpPr>
        <p:spPr>
          <a:xfrm>
            <a:off x="7381874" y="4831355"/>
            <a:ext cx="1743075" cy="276999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r"/>
            <a:r>
              <a:rPr lang="en-US" sz="1200">
                <a:solidFill>
                  <a:prstClr val="black"/>
                </a:solidFill>
                <a:latin typeface="Segoe UI"/>
                <a:cs typeface="Segoe UI"/>
              </a:rPr>
              <a:t>Communion 1: 5 of 5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3790BD5-CB21-4F1F-218E-27361E8C6E12}"/>
              </a:ext>
            </a:extLst>
          </p:cNvPr>
          <p:cNvSpPr txBox="1"/>
          <p:nvPr/>
        </p:nvSpPr>
        <p:spPr>
          <a:xfrm>
            <a:off x="549776" y="603810"/>
            <a:ext cx="8594247" cy="1361911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noAutofit/>
          </a:bodyPr>
          <a:lstStyle/>
          <a:p>
            <a:pPr>
              <a:defRPr/>
            </a:pPr>
            <a:r>
              <a:rPr lang="en-US" sz="2800" err="1">
                <a:latin typeface="Calibri"/>
                <a:ea typeface="Open Sans"/>
                <a:cs typeface="Open Sans"/>
              </a:rPr>
              <a:t>vikkullatham</a:t>
            </a:r>
            <a:r>
              <a:rPr lang="en-US" sz="2800">
                <a:latin typeface="Calibri"/>
                <a:ea typeface="Open Sans"/>
                <a:cs typeface="Open Sans"/>
              </a:rPr>
              <a:t> </a:t>
            </a:r>
            <a:r>
              <a:rPr lang="en-US" sz="2800" err="1">
                <a:latin typeface="Calibri"/>
                <a:ea typeface="Open Sans"/>
                <a:cs typeface="Open Sans"/>
              </a:rPr>
              <a:t>ente</a:t>
            </a:r>
            <a:r>
              <a:rPr lang="en-US" sz="2800">
                <a:latin typeface="Calibri"/>
                <a:ea typeface="Open Sans"/>
                <a:cs typeface="Open Sans"/>
              </a:rPr>
              <a:t> </a:t>
            </a:r>
            <a:r>
              <a:rPr lang="en-US" sz="2800" err="1">
                <a:latin typeface="Calibri"/>
                <a:ea typeface="Open Sans"/>
                <a:cs typeface="Open Sans"/>
              </a:rPr>
              <a:t>navu</a:t>
            </a:r>
            <a:r>
              <a:rPr lang="en-US" sz="2800">
                <a:latin typeface="Calibri"/>
                <a:ea typeface="Open Sans"/>
                <a:cs typeface="Open Sans"/>
              </a:rPr>
              <a:t> </a:t>
            </a:r>
            <a:r>
              <a:rPr lang="en-US" sz="2800" err="1">
                <a:latin typeface="Calibri"/>
                <a:ea typeface="Open Sans"/>
                <a:cs typeface="Open Sans"/>
              </a:rPr>
              <a:t>shavakkuzhikkullil</a:t>
            </a:r>
            <a:br>
              <a:rPr lang="en-US" sz="2800">
                <a:latin typeface="Calibri"/>
                <a:ea typeface="Open Sans"/>
                <a:cs typeface="Open Sans"/>
              </a:rPr>
            </a:br>
            <a:r>
              <a:rPr lang="en-US" sz="2800" err="1">
                <a:latin typeface="Calibri"/>
                <a:ea typeface="Open Sans"/>
                <a:cs typeface="Open Sans"/>
              </a:rPr>
              <a:t>maunam</a:t>
            </a:r>
            <a:r>
              <a:rPr lang="en-US" sz="2800">
                <a:latin typeface="Calibri"/>
                <a:ea typeface="Open Sans"/>
                <a:cs typeface="Open Sans"/>
              </a:rPr>
              <a:t> </a:t>
            </a:r>
            <a:r>
              <a:rPr lang="en-US" sz="2800" err="1">
                <a:latin typeface="Calibri"/>
                <a:ea typeface="Open Sans"/>
                <a:cs typeface="Open Sans"/>
              </a:rPr>
              <a:t>aayal</a:t>
            </a:r>
            <a:r>
              <a:rPr lang="en-US" sz="2800">
                <a:latin typeface="Calibri"/>
                <a:ea typeface="Open Sans"/>
                <a:cs typeface="Open Sans"/>
              </a:rPr>
              <a:t> </a:t>
            </a:r>
            <a:r>
              <a:rPr lang="en-US" sz="2800" err="1">
                <a:latin typeface="Calibri"/>
                <a:ea typeface="Open Sans"/>
                <a:cs typeface="Open Sans"/>
              </a:rPr>
              <a:t>en</a:t>
            </a:r>
            <a:r>
              <a:rPr lang="en-US" sz="2800">
                <a:latin typeface="Calibri"/>
                <a:ea typeface="Open Sans"/>
                <a:cs typeface="Open Sans"/>
              </a:rPr>
              <a:t> </a:t>
            </a:r>
            <a:r>
              <a:rPr lang="en-US" sz="2800" err="1">
                <a:latin typeface="Calibri"/>
                <a:ea typeface="Open Sans"/>
                <a:cs typeface="Open Sans"/>
              </a:rPr>
              <a:t>aathmav</a:t>
            </a:r>
            <a:r>
              <a:rPr lang="en-US" sz="2800">
                <a:latin typeface="Calibri"/>
                <a:ea typeface="Open Sans"/>
                <a:cs typeface="Open Sans"/>
              </a:rPr>
              <a:t> </a:t>
            </a:r>
            <a:r>
              <a:rPr lang="en-US" sz="2800" err="1">
                <a:latin typeface="Calibri"/>
                <a:ea typeface="Open Sans"/>
                <a:cs typeface="Open Sans"/>
              </a:rPr>
              <a:t>padum</a:t>
            </a:r>
            <a:r>
              <a:rPr lang="en-US" sz="2800">
                <a:latin typeface="Calibri"/>
                <a:ea typeface="Open Sans"/>
                <a:cs typeface="Open Sans"/>
              </a:rPr>
              <a:t> </a:t>
            </a:r>
            <a:r>
              <a:rPr lang="en-US" sz="2800" err="1">
                <a:latin typeface="Calibri"/>
                <a:ea typeface="Open Sans"/>
                <a:cs typeface="Open Sans"/>
              </a:rPr>
              <a:t>unnathathil</a:t>
            </a:r>
            <a:r>
              <a:rPr lang="en-US" sz="2800">
                <a:latin typeface="Calibri"/>
                <a:ea typeface="Calibri"/>
                <a:cs typeface="Calibri"/>
              </a:rPr>
              <a:t> </a:t>
            </a:r>
            <a:r>
              <a:rPr lang="en-US" sz="2800">
                <a:solidFill>
                  <a:srgbClr val="444444"/>
                </a:solidFill>
                <a:latin typeface="Calibri"/>
                <a:ea typeface="Calibri"/>
                <a:cs typeface="Calibri"/>
              </a:rPr>
              <a:t>(2)</a:t>
            </a:r>
            <a:endParaRPr lang="en-US" sz="2800">
              <a:latin typeface="Calibri"/>
              <a:ea typeface="Calibri"/>
              <a:cs typeface="Calibri"/>
            </a:endParaRPr>
          </a:p>
          <a:p>
            <a:pPr>
              <a:defRPr/>
            </a:pPr>
            <a:endParaRPr lang="en-US" sz="800">
              <a:solidFill>
                <a:srgbClr val="444444"/>
              </a:solidFill>
              <a:latin typeface="Calibri"/>
              <a:ea typeface="Calibri"/>
              <a:cs typeface="Calibri"/>
            </a:endParaRPr>
          </a:p>
          <a:p>
            <a:pPr>
              <a:defRPr/>
            </a:pPr>
            <a:r>
              <a:rPr lang="en-US" sz="2800" err="1">
                <a:solidFill>
                  <a:srgbClr val="800000"/>
                </a:solidFill>
                <a:latin typeface="Calibri"/>
                <a:ea typeface="Calibri"/>
                <a:cs typeface="Calibri"/>
              </a:rPr>
              <a:t>en</a:t>
            </a:r>
            <a:r>
              <a:rPr lang="en-US" sz="2800">
                <a:solidFill>
                  <a:srgbClr val="800000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800" err="1">
                <a:solidFill>
                  <a:srgbClr val="800000"/>
                </a:solidFill>
                <a:latin typeface="Calibri"/>
                <a:ea typeface="Calibri"/>
                <a:cs typeface="Calibri"/>
              </a:rPr>
              <a:t>perkkeshu</a:t>
            </a:r>
            <a:r>
              <a:rPr lang="en-US" sz="2800">
                <a:solidFill>
                  <a:srgbClr val="800000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800" err="1">
                <a:solidFill>
                  <a:srgbClr val="800000"/>
                </a:solidFill>
                <a:latin typeface="Calibri"/>
                <a:ea typeface="Calibri"/>
                <a:cs typeface="Calibri"/>
              </a:rPr>
              <a:t>marichennu</a:t>
            </a:r>
            <a:r>
              <a:rPr lang="en-US" sz="2800">
                <a:solidFill>
                  <a:srgbClr val="800000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800" err="1">
                <a:solidFill>
                  <a:srgbClr val="800000"/>
                </a:solidFill>
                <a:latin typeface="Calibri"/>
                <a:ea typeface="Calibri"/>
                <a:cs typeface="Calibri"/>
              </a:rPr>
              <a:t>njan</a:t>
            </a:r>
            <a:r>
              <a:rPr lang="en-US" sz="2800">
                <a:solidFill>
                  <a:srgbClr val="800000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800" err="1">
                <a:solidFill>
                  <a:srgbClr val="800000"/>
                </a:solidFill>
                <a:latin typeface="Calibri"/>
                <a:ea typeface="Calibri"/>
                <a:cs typeface="Calibri"/>
              </a:rPr>
              <a:t>vishvasikkunnu</a:t>
            </a:r>
            <a:br>
              <a:rPr lang="en-US" sz="2800">
                <a:solidFill>
                  <a:srgbClr val="800000"/>
                </a:solidFill>
                <a:latin typeface="Calibri"/>
                <a:ea typeface="Calibri"/>
                <a:cs typeface="Calibri"/>
              </a:rPr>
            </a:br>
            <a:r>
              <a:rPr lang="en-US" sz="2800" err="1">
                <a:solidFill>
                  <a:srgbClr val="800000"/>
                </a:solidFill>
                <a:latin typeface="Calibri"/>
                <a:ea typeface="Calibri"/>
                <a:cs typeface="Calibri"/>
              </a:rPr>
              <a:t>papam</a:t>
            </a:r>
            <a:r>
              <a:rPr lang="en-US" sz="2800">
                <a:solidFill>
                  <a:srgbClr val="800000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800" err="1">
                <a:solidFill>
                  <a:srgbClr val="800000"/>
                </a:solidFill>
                <a:latin typeface="Calibri"/>
                <a:ea typeface="Calibri"/>
                <a:cs typeface="Calibri"/>
              </a:rPr>
              <a:t>ennil</a:t>
            </a:r>
            <a:r>
              <a:rPr lang="en-US" sz="2800">
                <a:solidFill>
                  <a:srgbClr val="800000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800" err="1">
                <a:solidFill>
                  <a:srgbClr val="800000"/>
                </a:solidFill>
                <a:latin typeface="Calibri"/>
                <a:ea typeface="Calibri"/>
                <a:cs typeface="Calibri"/>
              </a:rPr>
              <a:t>ninnu</a:t>
            </a:r>
            <a:r>
              <a:rPr lang="en-US" sz="2800">
                <a:solidFill>
                  <a:srgbClr val="800000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800" err="1">
                <a:solidFill>
                  <a:srgbClr val="800000"/>
                </a:solidFill>
                <a:latin typeface="Calibri"/>
                <a:ea typeface="Calibri"/>
                <a:cs typeface="Calibri"/>
              </a:rPr>
              <a:t>nekkan</a:t>
            </a:r>
            <a:r>
              <a:rPr lang="en-US" sz="2800">
                <a:solidFill>
                  <a:srgbClr val="800000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800" err="1">
                <a:solidFill>
                  <a:srgbClr val="800000"/>
                </a:solidFill>
                <a:latin typeface="Calibri"/>
                <a:ea typeface="Calibri"/>
                <a:cs typeface="Calibri"/>
              </a:rPr>
              <a:t>raktham</a:t>
            </a:r>
            <a:r>
              <a:rPr lang="en-US" sz="2800">
                <a:solidFill>
                  <a:srgbClr val="800000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800" err="1">
                <a:solidFill>
                  <a:srgbClr val="800000"/>
                </a:solidFill>
                <a:latin typeface="Calibri"/>
                <a:ea typeface="Calibri"/>
                <a:cs typeface="Calibri"/>
              </a:rPr>
              <a:t>chinthi</a:t>
            </a:r>
            <a:r>
              <a:rPr lang="en-US" sz="2800">
                <a:solidFill>
                  <a:srgbClr val="800000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800" err="1">
                <a:solidFill>
                  <a:srgbClr val="800000"/>
                </a:solidFill>
                <a:latin typeface="Calibri"/>
                <a:ea typeface="Calibri"/>
                <a:cs typeface="Calibri"/>
              </a:rPr>
              <a:t>yeshu</a:t>
            </a:r>
            <a:r>
              <a:rPr lang="en-US" sz="2800">
                <a:solidFill>
                  <a:srgbClr val="800000"/>
                </a:solidFill>
                <a:latin typeface="Calibri"/>
                <a:ea typeface="Calibri"/>
                <a:cs typeface="Calibri"/>
              </a:rPr>
              <a:t> (2)</a:t>
            </a:r>
          </a:p>
          <a:p>
            <a:pPr marL="0" marR="0" lvl="0" indent="0" defTabSz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2800">
              <a:solidFill>
                <a:prstClr val="black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6ACAC34-841A-D8C1-59DC-CF8D65B7DF49}"/>
              </a:ext>
            </a:extLst>
          </p:cNvPr>
          <p:cNvSpPr txBox="1"/>
          <p:nvPr/>
        </p:nvSpPr>
        <p:spPr>
          <a:xfrm>
            <a:off x="549474" y="2571750"/>
            <a:ext cx="8588181" cy="2062103"/>
          </a:xfrm>
          <a:prstGeom prst="rect">
            <a:avLst/>
          </a:prstGeom>
          <a:noFill/>
        </p:spPr>
        <p:txBody>
          <a:bodyPr wrap="square" lIns="68580" tIns="34290" rIns="68580" bIns="3429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000" err="1">
                <a:latin typeface="Open Sans"/>
                <a:ea typeface="Open Sans"/>
                <a:cs typeface="Open Sans"/>
              </a:rPr>
              <a:t>വിക്കുള്ളതാം</a:t>
            </a:r>
            <a:r>
              <a:rPr lang="en-US" sz="2000">
                <a:solidFill>
                  <a:srgbClr val="000000"/>
                </a:solidFill>
                <a:latin typeface="Open Sans"/>
                <a:ea typeface="Open Sans"/>
                <a:cs typeface="Open Sans"/>
              </a:rPr>
              <a:t> </a:t>
            </a:r>
            <a:r>
              <a:rPr lang="en-US" sz="2000" err="1">
                <a:solidFill>
                  <a:srgbClr val="000000"/>
                </a:solidFill>
                <a:latin typeface="Open Sans"/>
                <a:ea typeface="Open Sans"/>
                <a:cs typeface="Open Sans"/>
              </a:rPr>
              <a:t>എന്റെ</a:t>
            </a:r>
            <a:r>
              <a:rPr lang="en-US" sz="2000">
                <a:solidFill>
                  <a:srgbClr val="000000"/>
                </a:solidFill>
                <a:latin typeface="Open Sans"/>
                <a:ea typeface="Open Sans"/>
                <a:cs typeface="Open Sans"/>
              </a:rPr>
              <a:t> </a:t>
            </a:r>
            <a:r>
              <a:rPr lang="en-US" sz="2000" err="1">
                <a:solidFill>
                  <a:srgbClr val="000000"/>
                </a:solidFill>
                <a:latin typeface="Open Sans"/>
                <a:ea typeface="Open Sans"/>
                <a:cs typeface="Open Sans"/>
              </a:rPr>
              <a:t>നാവു</a:t>
            </a:r>
            <a:r>
              <a:rPr lang="en-US" sz="2000">
                <a:solidFill>
                  <a:srgbClr val="000000"/>
                </a:solidFill>
                <a:latin typeface="Open Sans"/>
                <a:ea typeface="Open Sans"/>
                <a:cs typeface="Open Sans"/>
              </a:rPr>
              <a:t> </a:t>
            </a:r>
            <a:r>
              <a:rPr lang="en-US" sz="2000" err="1">
                <a:solidFill>
                  <a:srgbClr val="000000"/>
                </a:solidFill>
                <a:latin typeface="Open Sans"/>
                <a:ea typeface="Open Sans"/>
                <a:cs typeface="Open Sans"/>
              </a:rPr>
              <a:t>ശവക്കുഴിക്കുള്ളി</a:t>
            </a:r>
            <a:r>
              <a:rPr lang="en-US" sz="2000">
                <a:solidFill>
                  <a:srgbClr val="000000"/>
                </a:solidFill>
                <a:latin typeface="Open Sans"/>
                <a:ea typeface="Open Sans"/>
                <a:cs typeface="Open Sans"/>
              </a:rPr>
              <a:t>ൽ </a:t>
            </a:r>
            <a:br>
              <a:rPr lang="en-US" sz="2000">
                <a:solidFill>
                  <a:srgbClr val="000000"/>
                </a:solidFill>
                <a:latin typeface="Open Sans"/>
                <a:ea typeface="Open Sans"/>
                <a:cs typeface="Open Sans"/>
              </a:rPr>
            </a:br>
            <a:r>
              <a:rPr lang="en-US" sz="2000" err="1">
                <a:solidFill>
                  <a:srgbClr val="000000"/>
                </a:solidFill>
                <a:latin typeface="Open Sans"/>
                <a:ea typeface="Open Sans"/>
                <a:cs typeface="Open Sans"/>
              </a:rPr>
              <a:t>മൗനം</a:t>
            </a:r>
            <a:r>
              <a:rPr lang="en-US" sz="2000">
                <a:solidFill>
                  <a:srgbClr val="000000"/>
                </a:solidFill>
                <a:latin typeface="Open Sans"/>
                <a:ea typeface="Open Sans"/>
                <a:cs typeface="Open Sans"/>
              </a:rPr>
              <a:t> </a:t>
            </a:r>
            <a:r>
              <a:rPr lang="en-US" sz="2000" err="1">
                <a:solidFill>
                  <a:srgbClr val="000000"/>
                </a:solidFill>
                <a:latin typeface="Open Sans"/>
                <a:ea typeface="Open Sans"/>
                <a:cs typeface="Open Sans"/>
              </a:rPr>
              <a:t>ആയാ</a:t>
            </a:r>
            <a:r>
              <a:rPr lang="en-US" sz="2000">
                <a:solidFill>
                  <a:srgbClr val="000000"/>
                </a:solidFill>
                <a:latin typeface="Open Sans"/>
                <a:ea typeface="Open Sans"/>
                <a:cs typeface="Open Sans"/>
              </a:rPr>
              <a:t>ൽ എൻ </a:t>
            </a:r>
            <a:r>
              <a:rPr lang="en-US" sz="2000" err="1">
                <a:solidFill>
                  <a:srgbClr val="000000"/>
                </a:solidFill>
                <a:latin typeface="Open Sans"/>
                <a:ea typeface="Open Sans"/>
                <a:cs typeface="Open Sans"/>
              </a:rPr>
              <a:t>ആത്മാവ്</a:t>
            </a:r>
            <a:r>
              <a:rPr lang="en-US" sz="2000">
                <a:solidFill>
                  <a:srgbClr val="000000"/>
                </a:solidFill>
                <a:latin typeface="Open Sans"/>
                <a:ea typeface="Open Sans"/>
                <a:cs typeface="Open Sans"/>
              </a:rPr>
              <a:t> </a:t>
            </a:r>
            <a:r>
              <a:rPr lang="en-US" sz="2000" err="1">
                <a:solidFill>
                  <a:srgbClr val="000000"/>
                </a:solidFill>
                <a:latin typeface="Open Sans"/>
                <a:ea typeface="Open Sans"/>
                <a:cs typeface="Open Sans"/>
              </a:rPr>
              <a:t>പാടും</a:t>
            </a:r>
            <a:r>
              <a:rPr lang="en-US" sz="2000">
                <a:solidFill>
                  <a:srgbClr val="000000"/>
                </a:solidFill>
                <a:latin typeface="Open Sans"/>
                <a:ea typeface="Open Sans"/>
                <a:cs typeface="Open Sans"/>
              </a:rPr>
              <a:t> </a:t>
            </a:r>
            <a:r>
              <a:rPr lang="en-US" sz="2000" err="1">
                <a:solidFill>
                  <a:srgbClr val="000000"/>
                </a:solidFill>
                <a:latin typeface="Open Sans"/>
                <a:ea typeface="Open Sans"/>
                <a:cs typeface="Open Sans"/>
              </a:rPr>
              <a:t>ഉന്നതത്തി</a:t>
            </a:r>
            <a:r>
              <a:rPr lang="en-US" sz="2000">
                <a:solidFill>
                  <a:srgbClr val="000000"/>
                </a:solidFill>
                <a:latin typeface="Open Sans"/>
                <a:ea typeface="Open Sans"/>
                <a:cs typeface="Open Sans"/>
              </a:rPr>
              <a:t>ൽ (2)</a:t>
            </a:r>
            <a:endParaRPr lang="en-US" sz="2000">
              <a:solidFill>
                <a:srgbClr val="000000"/>
              </a:solidFill>
              <a:ea typeface="Calibri" panose="020F0502020204030204"/>
              <a:cs typeface="Calibri" panose="020F0502020204030204"/>
            </a:endParaRPr>
          </a:p>
          <a:p>
            <a:pPr>
              <a:lnSpc>
                <a:spcPct val="150000"/>
              </a:lnSpc>
            </a:pPr>
            <a:endParaRPr lang="en-US" sz="800">
              <a:solidFill>
                <a:srgbClr val="000000"/>
              </a:solidFill>
              <a:latin typeface="Open Sans"/>
              <a:ea typeface="Open Sans"/>
              <a:cs typeface="Open Sans"/>
            </a:endParaRPr>
          </a:p>
          <a:p>
            <a:pPr>
              <a:lnSpc>
                <a:spcPct val="150000"/>
              </a:lnSpc>
            </a:pPr>
            <a:r>
              <a:rPr lang="en-US" sz="2000">
                <a:solidFill>
                  <a:srgbClr val="800000"/>
                </a:solidFill>
                <a:latin typeface="Open Sans"/>
                <a:ea typeface="Open Sans"/>
                <a:cs typeface="Open Sans"/>
              </a:rPr>
              <a:t>എൻ </a:t>
            </a:r>
            <a:r>
              <a:rPr lang="en-US" sz="2000" err="1">
                <a:solidFill>
                  <a:srgbClr val="800000"/>
                </a:solidFill>
                <a:latin typeface="Open Sans"/>
                <a:ea typeface="Open Sans"/>
                <a:cs typeface="Open Sans"/>
              </a:rPr>
              <a:t>പേർക്കേശു</a:t>
            </a:r>
            <a:r>
              <a:rPr lang="en-US" sz="2000">
                <a:solidFill>
                  <a:srgbClr val="800000"/>
                </a:solidFill>
                <a:latin typeface="Open Sans"/>
                <a:ea typeface="Open Sans"/>
                <a:cs typeface="Open Sans"/>
              </a:rPr>
              <a:t> </a:t>
            </a:r>
            <a:r>
              <a:rPr lang="en-US" sz="2000" err="1">
                <a:solidFill>
                  <a:srgbClr val="800000"/>
                </a:solidFill>
                <a:latin typeface="Open Sans"/>
                <a:ea typeface="Open Sans"/>
                <a:cs typeface="Open Sans"/>
              </a:rPr>
              <a:t>മരിച്ചെന്നു</a:t>
            </a:r>
            <a:r>
              <a:rPr lang="en-US" sz="2000">
                <a:solidFill>
                  <a:srgbClr val="800000"/>
                </a:solidFill>
                <a:latin typeface="Open Sans"/>
                <a:ea typeface="Open Sans"/>
                <a:cs typeface="Open Sans"/>
              </a:rPr>
              <a:t> </a:t>
            </a:r>
            <a:r>
              <a:rPr lang="en-US" sz="2000" err="1">
                <a:solidFill>
                  <a:srgbClr val="800000"/>
                </a:solidFill>
                <a:latin typeface="Open Sans"/>
                <a:ea typeface="Open Sans"/>
                <a:cs typeface="Open Sans"/>
              </a:rPr>
              <a:t>ഞാ</a:t>
            </a:r>
            <a:r>
              <a:rPr lang="en-US" sz="2000">
                <a:solidFill>
                  <a:srgbClr val="800000"/>
                </a:solidFill>
                <a:latin typeface="Open Sans"/>
                <a:ea typeface="Open Sans"/>
                <a:cs typeface="Open Sans"/>
              </a:rPr>
              <a:t>ൻ </a:t>
            </a:r>
            <a:r>
              <a:rPr lang="en-US" sz="2000" err="1">
                <a:solidFill>
                  <a:srgbClr val="800000"/>
                </a:solidFill>
                <a:latin typeface="Open Sans"/>
                <a:ea typeface="Open Sans"/>
                <a:cs typeface="Open Sans"/>
              </a:rPr>
              <a:t>വിശ്വസിക്കുന്നു</a:t>
            </a:r>
            <a:br>
              <a:rPr lang="en-US" sz="2000">
                <a:solidFill>
                  <a:srgbClr val="800000"/>
                </a:solidFill>
                <a:latin typeface="Open Sans"/>
                <a:ea typeface="Open Sans"/>
                <a:cs typeface="Open Sans"/>
              </a:rPr>
            </a:br>
            <a:r>
              <a:rPr lang="en-US" sz="2000" err="1">
                <a:solidFill>
                  <a:srgbClr val="800000"/>
                </a:solidFill>
                <a:latin typeface="Open Sans"/>
                <a:ea typeface="Open Sans"/>
                <a:cs typeface="Open Sans"/>
              </a:rPr>
              <a:t>പാപം</a:t>
            </a:r>
            <a:r>
              <a:rPr lang="en-US" sz="2000">
                <a:solidFill>
                  <a:srgbClr val="800000"/>
                </a:solidFill>
                <a:latin typeface="Open Sans"/>
                <a:ea typeface="Open Sans"/>
                <a:cs typeface="Open Sans"/>
              </a:rPr>
              <a:t> </a:t>
            </a:r>
            <a:r>
              <a:rPr lang="en-US" sz="2000" err="1">
                <a:solidFill>
                  <a:srgbClr val="800000"/>
                </a:solidFill>
                <a:latin typeface="Open Sans"/>
                <a:ea typeface="Open Sans"/>
                <a:cs typeface="Open Sans"/>
              </a:rPr>
              <a:t>എന്നിൽനിന്നു</a:t>
            </a:r>
            <a:r>
              <a:rPr lang="en-US" sz="2000">
                <a:solidFill>
                  <a:srgbClr val="800000"/>
                </a:solidFill>
                <a:latin typeface="Open Sans"/>
                <a:ea typeface="Open Sans"/>
                <a:cs typeface="Open Sans"/>
              </a:rPr>
              <a:t> </a:t>
            </a:r>
            <a:r>
              <a:rPr lang="en-US" sz="2000" err="1">
                <a:solidFill>
                  <a:srgbClr val="800000"/>
                </a:solidFill>
                <a:latin typeface="Open Sans"/>
                <a:ea typeface="Open Sans"/>
                <a:cs typeface="Open Sans"/>
              </a:rPr>
              <a:t>നീക്കാ</a:t>
            </a:r>
            <a:r>
              <a:rPr lang="en-US" sz="2000">
                <a:solidFill>
                  <a:srgbClr val="800000"/>
                </a:solidFill>
                <a:latin typeface="Open Sans"/>
                <a:ea typeface="Open Sans"/>
                <a:cs typeface="Open Sans"/>
              </a:rPr>
              <a:t>ൻ </a:t>
            </a:r>
            <a:r>
              <a:rPr lang="en-US" sz="2000" err="1">
                <a:solidFill>
                  <a:srgbClr val="800000"/>
                </a:solidFill>
                <a:latin typeface="Open Sans"/>
                <a:ea typeface="Open Sans"/>
                <a:cs typeface="Open Sans"/>
              </a:rPr>
              <a:t>രക്തം</a:t>
            </a:r>
            <a:r>
              <a:rPr lang="en-US" sz="2000">
                <a:solidFill>
                  <a:srgbClr val="800000"/>
                </a:solidFill>
                <a:latin typeface="Open Sans"/>
                <a:ea typeface="Open Sans"/>
                <a:cs typeface="Open Sans"/>
              </a:rPr>
              <a:t> </a:t>
            </a:r>
            <a:r>
              <a:rPr lang="en-US" sz="2000" err="1">
                <a:solidFill>
                  <a:srgbClr val="800000"/>
                </a:solidFill>
                <a:latin typeface="Open Sans"/>
                <a:ea typeface="Open Sans"/>
                <a:cs typeface="Open Sans"/>
              </a:rPr>
              <a:t>ചിന്തി</a:t>
            </a:r>
            <a:r>
              <a:rPr lang="en-US" sz="2000">
                <a:solidFill>
                  <a:srgbClr val="800000"/>
                </a:solidFill>
                <a:latin typeface="Open Sans"/>
                <a:ea typeface="Open Sans"/>
                <a:cs typeface="Open Sans"/>
              </a:rPr>
              <a:t> </a:t>
            </a:r>
            <a:r>
              <a:rPr lang="en-US" sz="2000" err="1">
                <a:solidFill>
                  <a:srgbClr val="800000"/>
                </a:solidFill>
                <a:latin typeface="Open Sans"/>
                <a:ea typeface="Open Sans"/>
                <a:cs typeface="Open Sans"/>
              </a:rPr>
              <a:t>യേശു</a:t>
            </a:r>
            <a:r>
              <a:rPr lang="en-US" sz="2000">
                <a:solidFill>
                  <a:srgbClr val="800000"/>
                </a:solidFill>
                <a:latin typeface="Open Sans"/>
                <a:ea typeface="Open Sans"/>
                <a:cs typeface="Open Sans"/>
              </a:rPr>
              <a:t> (2)</a:t>
            </a:r>
          </a:p>
        </p:txBody>
      </p:sp>
    </p:spTree>
    <p:extLst>
      <p:ext uri="{BB962C8B-B14F-4D97-AF65-F5344CB8AC3E}">
        <p14:creationId xmlns:p14="http://schemas.microsoft.com/office/powerpoint/2010/main" val="82458691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picture containing wall, indoor, table, decorated&#10;&#10;Description automatically generated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1530000" y="705624"/>
            <a:ext cx="6084000" cy="405726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6" name="Title 1"/>
          <p:cNvSpPr txBox="1"/>
          <p:nvPr/>
        </p:nvSpPr>
        <p:spPr>
          <a:xfrm>
            <a:off x="-763" y="-17167"/>
            <a:ext cx="9144000" cy="486000"/>
          </a:xfrm>
          <a:prstGeom prst="rect">
            <a:avLst/>
          </a:prstGeom>
          <a:solidFill>
            <a:srgbClr val="E8D3D3"/>
          </a:solidFill>
        </p:spPr>
        <p:txBody>
          <a:bodyPr vert="horz" lIns="91440" tIns="45720" rIns="91440" bIns="45720" rtlCol="0" anchor="ctr">
            <a:noAutofit/>
          </a:bodyPr>
          <a:lstStyle>
            <a:lvl1pPr algn="ctr" defTabSz="685800">
              <a:lnSpc>
                <a:spcPct val="90000"/>
              </a:lnSpc>
              <a:spcBef>
                <a:spcPct val="0"/>
              </a:spcBef>
              <a:buNone/>
              <a:defRPr lang="en-US" sz="2400" b="0" i="0" dirty="0">
                <a:ea typeface="+mj-ea"/>
                <a:cs typeface="Segoe UI" panose="020B0502040204020203" pitchFamily="34" charset="0"/>
              </a:defRPr>
            </a:lvl1pPr>
          </a:lstStyle>
          <a:p>
            <a:r>
              <a:rPr lang="en-GB">
                <a:latin typeface="Segoe UI" panose="020B0502040204020203" pitchFamily="34" charset="0"/>
              </a:rPr>
              <a:t>Holy Communion - Hymn No 411</a:t>
            </a:r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/>
          <p:cNvSpPr txBox="1"/>
          <p:nvPr/>
        </p:nvSpPr>
        <p:spPr>
          <a:xfrm>
            <a:off x="7381874" y="4831355"/>
            <a:ext cx="1743075" cy="2780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20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Communion </a:t>
            </a:r>
            <a:r>
              <a:rPr lang="en-GB" sz="120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2</a:t>
            </a:r>
            <a:r>
              <a:rPr lang="en-US" sz="120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: 1 of 6</a:t>
            </a:r>
          </a:p>
        </p:txBody>
      </p:sp>
      <p:sp>
        <p:nvSpPr>
          <p:cNvPr id="2" name="Title 1"/>
          <p:cNvSpPr txBox="1"/>
          <p:nvPr/>
        </p:nvSpPr>
        <p:spPr>
          <a:xfrm>
            <a:off x="-763" y="-17167"/>
            <a:ext cx="9144000" cy="486000"/>
          </a:xfrm>
          <a:prstGeom prst="rect">
            <a:avLst/>
          </a:prstGeom>
          <a:solidFill>
            <a:srgbClr val="E8D3D3"/>
          </a:solidFill>
        </p:spPr>
        <p:txBody>
          <a:bodyPr vert="horz" lIns="91440" tIns="45720" rIns="91440" bIns="45720" rtlCol="0" anchor="ctr">
            <a:noAutofit/>
          </a:bodyPr>
          <a:lstStyle>
            <a:lvl1pPr algn="ctr" defTabSz="685800">
              <a:lnSpc>
                <a:spcPct val="90000"/>
              </a:lnSpc>
              <a:spcBef>
                <a:spcPct val="0"/>
              </a:spcBef>
              <a:buNone/>
              <a:defRPr lang="en-US" sz="2400" b="0" i="0" dirty="0">
                <a:ea typeface="+mj-ea"/>
                <a:cs typeface="Segoe UI" panose="020B0502040204020203" pitchFamily="34" charset="0"/>
              </a:defRPr>
            </a:lvl1pPr>
          </a:lstStyle>
          <a:p>
            <a:r>
              <a:rPr lang="en-GB">
                <a:latin typeface="Segoe UI" panose="020B0502040204020203" pitchFamily="34" charset="0"/>
              </a:rPr>
              <a:t>Holy Communion - Hymn No 411</a:t>
            </a:r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71DF1BA-BD34-DB0F-B2E7-439EC019906F}"/>
              </a:ext>
            </a:extLst>
          </p:cNvPr>
          <p:cNvSpPr/>
          <p:nvPr/>
        </p:nvSpPr>
        <p:spPr>
          <a:xfrm>
            <a:off x="226341" y="671390"/>
            <a:ext cx="8995719" cy="1985159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r>
              <a:rPr lang="en-US" sz="2800" err="1">
                <a:latin typeface="Calibri"/>
                <a:ea typeface="Calibri"/>
                <a:cs typeface="Calibri"/>
              </a:rPr>
              <a:t>ente</a:t>
            </a:r>
            <a:r>
              <a:rPr lang="en-US" sz="2800">
                <a:latin typeface="Calibri"/>
                <a:ea typeface="Calibri"/>
                <a:cs typeface="Calibri"/>
              </a:rPr>
              <a:t> </a:t>
            </a:r>
            <a:r>
              <a:rPr lang="en-US" sz="2800" err="1">
                <a:latin typeface="Calibri"/>
                <a:ea typeface="Calibri"/>
                <a:cs typeface="Calibri"/>
              </a:rPr>
              <a:t>jeevanaam</a:t>
            </a:r>
            <a:r>
              <a:rPr lang="en-US" sz="2800">
                <a:latin typeface="Calibri"/>
                <a:ea typeface="Calibri"/>
                <a:cs typeface="Calibri"/>
              </a:rPr>
              <a:t> </a:t>
            </a:r>
            <a:r>
              <a:rPr lang="en-US" sz="2800" err="1">
                <a:latin typeface="Calibri"/>
                <a:ea typeface="Calibri"/>
                <a:cs typeface="Calibri"/>
              </a:rPr>
              <a:t>yeshuve</a:t>
            </a:r>
            <a:r>
              <a:rPr lang="en-US" sz="2800">
                <a:latin typeface="Calibri"/>
                <a:ea typeface="Calibri"/>
                <a:cs typeface="Calibri"/>
              </a:rPr>
              <a:t> </a:t>
            </a:r>
            <a:r>
              <a:rPr lang="en-US" sz="2800" err="1">
                <a:latin typeface="Calibri"/>
                <a:ea typeface="Calibri"/>
                <a:cs typeface="Calibri"/>
              </a:rPr>
              <a:t>ninte</a:t>
            </a:r>
            <a:r>
              <a:rPr lang="en-US" sz="2800">
                <a:latin typeface="Calibri"/>
                <a:ea typeface="Calibri"/>
                <a:cs typeface="Calibri"/>
              </a:rPr>
              <a:t> </a:t>
            </a:r>
            <a:r>
              <a:rPr lang="en-US" sz="2800" err="1">
                <a:latin typeface="Calibri"/>
                <a:ea typeface="Calibri"/>
                <a:cs typeface="Calibri"/>
              </a:rPr>
              <a:t>swaramen</a:t>
            </a:r>
            <a:r>
              <a:rPr lang="en-US" sz="2800">
                <a:latin typeface="Calibri"/>
                <a:ea typeface="Calibri"/>
                <a:cs typeface="Calibri"/>
              </a:rPr>
              <a:t> </a:t>
            </a:r>
            <a:r>
              <a:rPr lang="en-US" sz="2800" err="1">
                <a:latin typeface="Calibri"/>
                <a:ea typeface="Calibri"/>
                <a:cs typeface="Calibri"/>
              </a:rPr>
              <a:t>cheviyil</a:t>
            </a:r>
            <a:endParaRPr lang="en-US" sz="2800">
              <a:latin typeface="Calibri"/>
              <a:ea typeface="Calibri"/>
              <a:cs typeface="Calibri"/>
            </a:endParaRPr>
          </a:p>
          <a:p>
            <a:r>
              <a:rPr lang="en-US" sz="2800" err="1">
                <a:latin typeface="Calibri"/>
                <a:ea typeface="Calibri"/>
                <a:cs typeface="Calibri"/>
              </a:rPr>
              <a:t>imbamode</a:t>
            </a:r>
            <a:r>
              <a:rPr lang="en-US" sz="2800">
                <a:latin typeface="Calibri"/>
                <a:ea typeface="Calibri"/>
                <a:cs typeface="Calibri"/>
              </a:rPr>
              <a:t> </a:t>
            </a:r>
            <a:r>
              <a:rPr lang="en-US" sz="2800" err="1">
                <a:latin typeface="Calibri"/>
                <a:ea typeface="Calibri"/>
                <a:cs typeface="Calibri"/>
              </a:rPr>
              <a:t>vannadicheedunnu</a:t>
            </a:r>
            <a:r>
              <a:rPr lang="en-US" sz="2800">
                <a:latin typeface="Calibri"/>
                <a:ea typeface="Calibri"/>
                <a:cs typeface="Calibri"/>
              </a:rPr>
              <a:t> </a:t>
            </a:r>
            <a:r>
              <a:rPr lang="en-US" sz="2800" err="1">
                <a:latin typeface="Calibri"/>
                <a:ea typeface="Calibri"/>
                <a:cs typeface="Calibri"/>
              </a:rPr>
              <a:t>njaan</a:t>
            </a:r>
            <a:r>
              <a:rPr lang="en-US" sz="2800">
                <a:latin typeface="Calibri"/>
                <a:ea typeface="Calibri"/>
                <a:cs typeface="Calibri"/>
              </a:rPr>
              <a:t> </a:t>
            </a:r>
            <a:r>
              <a:rPr lang="en-US" sz="2800" err="1">
                <a:latin typeface="Calibri"/>
                <a:ea typeface="Calibri"/>
                <a:cs typeface="Calibri"/>
              </a:rPr>
              <a:t>kettu</a:t>
            </a:r>
            <a:r>
              <a:rPr lang="en-US" sz="2800">
                <a:latin typeface="Calibri"/>
                <a:ea typeface="Calibri"/>
                <a:cs typeface="Calibri"/>
              </a:rPr>
              <a:t> </a:t>
            </a:r>
            <a:r>
              <a:rPr lang="en-US" sz="2800" err="1">
                <a:latin typeface="Calibri"/>
                <a:ea typeface="Calibri"/>
                <a:cs typeface="Calibri"/>
              </a:rPr>
              <a:t>naadha</a:t>
            </a:r>
            <a:endParaRPr lang="en-US" sz="2800">
              <a:latin typeface="Calibri"/>
              <a:ea typeface="Calibri"/>
              <a:cs typeface="Calibri"/>
            </a:endParaRPr>
          </a:p>
          <a:p>
            <a:endParaRPr lang="en-US" sz="1100">
              <a:latin typeface="Calibri"/>
              <a:ea typeface="Calibri"/>
              <a:cs typeface="Calibri"/>
            </a:endParaRPr>
          </a:p>
          <a:p>
            <a:r>
              <a:rPr lang="en-US" sz="2800" err="1">
                <a:latin typeface="Calibri"/>
                <a:ea typeface="Calibri"/>
                <a:cs typeface="Calibri"/>
              </a:rPr>
              <a:t>ksheenapaapiye</a:t>
            </a:r>
            <a:r>
              <a:rPr lang="en-US" sz="2800">
                <a:latin typeface="Calibri"/>
                <a:ea typeface="Calibri"/>
                <a:cs typeface="Calibri"/>
              </a:rPr>
              <a:t> </a:t>
            </a:r>
            <a:r>
              <a:rPr lang="en-US" sz="2800" err="1">
                <a:latin typeface="Calibri"/>
                <a:ea typeface="Calibri"/>
                <a:cs typeface="Calibri"/>
              </a:rPr>
              <a:t>vaayennil</a:t>
            </a:r>
            <a:r>
              <a:rPr lang="en-US" sz="2800">
                <a:latin typeface="Calibri"/>
                <a:ea typeface="Calibri"/>
                <a:cs typeface="Calibri"/>
              </a:rPr>
              <a:t> </a:t>
            </a:r>
            <a:r>
              <a:rPr lang="en-US" sz="2800" err="1">
                <a:latin typeface="Calibri"/>
                <a:ea typeface="Calibri"/>
                <a:cs typeface="Calibri"/>
              </a:rPr>
              <a:t>aashwasikka</a:t>
            </a:r>
            <a:r>
              <a:rPr lang="en-US" sz="2800">
                <a:latin typeface="Calibri"/>
                <a:ea typeface="Calibri"/>
                <a:cs typeface="Calibri"/>
              </a:rPr>
              <a:t> nee </a:t>
            </a:r>
            <a:r>
              <a:rPr lang="en-US" sz="2800" err="1">
                <a:latin typeface="Calibri"/>
                <a:ea typeface="Calibri"/>
                <a:cs typeface="Calibri"/>
              </a:rPr>
              <a:t>sathatham</a:t>
            </a:r>
            <a:endParaRPr lang="en-US" sz="2800">
              <a:latin typeface="Calibri"/>
              <a:ea typeface="Calibri"/>
              <a:cs typeface="Calibri"/>
            </a:endParaRPr>
          </a:p>
          <a:p>
            <a:r>
              <a:rPr lang="en-US" sz="2800" err="1">
                <a:latin typeface="Calibri"/>
                <a:ea typeface="Calibri"/>
                <a:cs typeface="Calibri"/>
              </a:rPr>
              <a:t>Ksheenamulla</a:t>
            </a:r>
            <a:r>
              <a:rPr lang="en-US" sz="2800">
                <a:latin typeface="Calibri"/>
                <a:ea typeface="Calibri"/>
                <a:cs typeface="Calibri"/>
              </a:rPr>
              <a:t> </a:t>
            </a:r>
            <a:r>
              <a:rPr lang="en-US" sz="2800" err="1">
                <a:latin typeface="Calibri"/>
                <a:ea typeface="Calibri"/>
                <a:cs typeface="Calibri"/>
              </a:rPr>
              <a:t>nin</a:t>
            </a:r>
            <a:r>
              <a:rPr lang="en-US" sz="2800">
                <a:latin typeface="Calibri"/>
                <a:ea typeface="Calibri"/>
                <a:cs typeface="Calibri"/>
              </a:rPr>
              <a:t> </a:t>
            </a:r>
            <a:r>
              <a:rPr lang="en-US" sz="2800" err="1">
                <a:latin typeface="Calibri"/>
                <a:ea typeface="Calibri"/>
                <a:cs typeface="Calibri"/>
              </a:rPr>
              <a:t>thalayen</a:t>
            </a:r>
            <a:r>
              <a:rPr lang="en-US" sz="2800">
                <a:latin typeface="Calibri"/>
                <a:ea typeface="Calibri"/>
                <a:cs typeface="Calibri"/>
              </a:rPr>
              <a:t> </a:t>
            </a:r>
            <a:r>
              <a:rPr lang="en-US" sz="2800" err="1">
                <a:latin typeface="Calibri"/>
                <a:ea typeface="Calibri"/>
                <a:cs typeface="Calibri"/>
              </a:rPr>
              <a:t>maarvil</a:t>
            </a:r>
            <a:r>
              <a:rPr lang="en-US" sz="2800">
                <a:latin typeface="Calibri"/>
                <a:ea typeface="Calibri"/>
                <a:cs typeface="Calibri"/>
              </a:rPr>
              <a:t> </a:t>
            </a:r>
            <a:r>
              <a:rPr lang="en-US" sz="2800" err="1">
                <a:latin typeface="Calibri"/>
                <a:ea typeface="Calibri"/>
                <a:cs typeface="Calibri"/>
              </a:rPr>
              <a:t>chaari</a:t>
            </a:r>
            <a:r>
              <a:rPr lang="en-US" sz="2800">
                <a:latin typeface="Calibri"/>
                <a:ea typeface="Calibri"/>
                <a:cs typeface="Calibri"/>
              </a:rPr>
              <a:t> </a:t>
            </a:r>
            <a:r>
              <a:rPr lang="en-US" sz="2800" err="1">
                <a:latin typeface="Calibri"/>
                <a:ea typeface="Calibri"/>
                <a:cs typeface="Calibri"/>
              </a:rPr>
              <a:t>sukhika</a:t>
            </a:r>
            <a:endParaRPr lang="en-US" sz="2600">
              <a:latin typeface="Calibri"/>
              <a:ea typeface="Calibri"/>
              <a:cs typeface="Calibri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0FECEF5-750C-0018-4394-2F69653E7AEF}"/>
              </a:ext>
            </a:extLst>
          </p:cNvPr>
          <p:cNvSpPr/>
          <p:nvPr/>
        </p:nvSpPr>
        <p:spPr>
          <a:xfrm>
            <a:off x="226341" y="2673177"/>
            <a:ext cx="8995719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err="1">
                <a:latin typeface="ML-TTKarthika" panose="04000000000000000000" pitchFamily="82" charset="0"/>
              </a:rPr>
              <a:t>Fsâ</a:t>
            </a:r>
            <a:r>
              <a:rPr lang="en-US" sz="2800">
                <a:latin typeface="ML-TTKarthika" panose="04000000000000000000" pitchFamily="82" charset="0"/>
              </a:rPr>
              <a:t> </a:t>
            </a:r>
            <a:r>
              <a:rPr lang="en-US" sz="2800" err="1">
                <a:latin typeface="ML-TTKarthika" panose="04000000000000000000" pitchFamily="82" charset="0"/>
              </a:rPr>
              <a:t>Poh</a:t>
            </a:r>
            <a:r>
              <a:rPr lang="en-US" sz="2800">
                <a:latin typeface="ML-TTKarthika" panose="04000000000000000000" pitchFamily="82" charset="0"/>
              </a:rPr>
              <a:t>\</a:t>
            </a:r>
            <a:r>
              <a:rPr lang="en-US" sz="2800" err="1">
                <a:latin typeface="ML-TTKarthika" panose="04000000000000000000" pitchFamily="82" charset="0"/>
              </a:rPr>
              <a:t>mtaipth</a:t>
            </a:r>
            <a:r>
              <a:rPr lang="en-US" sz="2800">
                <a:latin typeface="ML-TTKarthika" panose="04000000000000000000" pitchFamily="82" charset="0"/>
              </a:rPr>
              <a:t> \</a:t>
            </a:r>
            <a:r>
              <a:rPr lang="en-US" sz="2800" err="1">
                <a:latin typeface="ML-TTKarthika" panose="04000000000000000000" pitchFamily="82" charset="0"/>
              </a:rPr>
              <a:t>nsâ</a:t>
            </a:r>
            <a:r>
              <a:rPr lang="en-US" sz="2800">
                <a:latin typeface="ML-TTKarthika" panose="04000000000000000000" pitchFamily="82" charset="0"/>
              </a:rPr>
              <a:t> kzcsa³ </a:t>
            </a:r>
            <a:r>
              <a:rPr lang="en-US" sz="2800" err="1">
                <a:latin typeface="ML-TTKarthika" panose="04000000000000000000" pitchFamily="82" charset="0"/>
              </a:rPr>
              <a:t>sNhnbnÂ</a:t>
            </a:r>
            <a:r>
              <a:rPr lang="en-US" sz="2800">
                <a:latin typeface="ML-TTKarthika" panose="04000000000000000000" pitchFamily="82" charset="0"/>
              </a:rPr>
              <a:t> </a:t>
            </a:r>
          </a:p>
          <a:p>
            <a:r>
              <a:rPr lang="en-US" sz="2800">
                <a:latin typeface="ML-TTKarthika" panose="04000000000000000000" pitchFamily="82" charset="0"/>
              </a:rPr>
              <a:t>C¼tamsS </a:t>
            </a:r>
            <a:r>
              <a:rPr lang="en-US" sz="2800" err="1">
                <a:latin typeface="ML-TTKarthika" panose="04000000000000000000" pitchFamily="82" charset="0"/>
              </a:rPr>
              <a:t>h¶Sn¨oSp¶p</a:t>
            </a:r>
            <a:r>
              <a:rPr lang="en-US" sz="2800">
                <a:latin typeface="ML-TTKarthika" panose="04000000000000000000" pitchFamily="82" charset="0"/>
              </a:rPr>
              <a:t> Rm³ </a:t>
            </a:r>
            <a:r>
              <a:rPr lang="en-US" sz="2800" err="1">
                <a:latin typeface="ML-TTKarthika" panose="04000000000000000000" pitchFamily="82" charset="0"/>
              </a:rPr>
              <a:t>tI«p</a:t>
            </a:r>
            <a:r>
              <a:rPr lang="en-US" sz="2800">
                <a:latin typeface="ML-TTKarthika" panose="04000000000000000000" pitchFamily="82" charset="0"/>
              </a:rPr>
              <a:t>\</a:t>
            </a:r>
            <a:r>
              <a:rPr lang="en-US" sz="2800" err="1">
                <a:latin typeface="ML-TTKarthika" panose="04000000000000000000" pitchFamily="82" charset="0"/>
              </a:rPr>
              <a:t>mYm</a:t>
            </a:r>
            <a:r>
              <a:rPr lang="en-US" sz="2800">
                <a:latin typeface="ML-TTKarthika" panose="04000000000000000000" pitchFamily="82" charset="0"/>
              </a:rPr>
              <a:t> </a:t>
            </a:r>
          </a:p>
          <a:p>
            <a:endParaRPr lang="en-US" sz="800">
              <a:latin typeface="ML-TTKarthika" panose="04000000000000000000" pitchFamily="82" charset="0"/>
            </a:endParaRPr>
          </a:p>
          <a:p>
            <a:r>
              <a:rPr lang="en-US" sz="2800">
                <a:latin typeface="ML-TTKarthika" panose="04000000000000000000" pitchFamily="82" charset="0"/>
              </a:rPr>
              <a:t>£</a:t>
            </a:r>
            <a:r>
              <a:rPr lang="en-US" sz="2800" err="1">
                <a:latin typeface="ML-TTKarthika" panose="04000000000000000000" pitchFamily="82" charset="0"/>
              </a:rPr>
              <a:t>oW</a:t>
            </a:r>
            <a:r>
              <a:rPr lang="en-US" sz="2800">
                <a:latin typeface="ML-TTKarthika" panose="04000000000000000000" pitchFamily="82" charset="0"/>
              </a:rPr>
              <a:t>]m]</a:t>
            </a:r>
            <a:r>
              <a:rPr lang="en-US" sz="2800" err="1">
                <a:latin typeface="ML-TTKarthika" panose="04000000000000000000" pitchFamily="82" charset="0"/>
              </a:rPr>
              <a:t>ntbhmsb¶nÂ</a:t>
            </a:r>
            <a:r>
              <a:rPr lang="en-US" sz="2800">
                <a:latin typeface="ML-TTKarthika" panose="04000000000000000000" pitchFamily="82" charset="0"/>
              </a:rPr>
              <a:t> </a:t>
            </a:r>
            <a:r>
              <a:rPr lang="en-US" sz="2800" err="1">
                <a:latin typeface="ML-TTKarthika" panose="04000000000000000000" pitchFamily="82" charset="0"/>
              </a:rPr>
              <a:t>Bizkn</a:t>
            </a:r>
            <a:r>
              <a:rPr lang="en-US" sz="2800">
                <a:latin typeface="ML-TTKarthika" panose="04000000000000000000" pitchFamily="82" charset="0"/>
              </a:rPr>
              <a:t>¡\o </a:t>
            </a:r>
            <a:r>
              <a:rPr lang="en-US" sz="2800" err="1">
                <a:latin typeface="ML-TTKarthika" panose="04000000000000000000" pitchFamily="82" charset="0"/>
              </a:rPr>
              <a:t>kXXw</a:t>
            </a:r>
            <a:r>
              <a:rPr lang="en-US" sz="2800">
                <a:latin typeface="ML-TTKarthika" panose="04000000000000000000" pitchFamily="82" charset="0"/>
              </a:rPr>
              <a:t> </a:t>
            </a:r>
          </a:p>
          <a:p>
            <a:r>
              <a:rPr lang="en-US" sz="2800">
                <a:latin typeface="ML-TTKarthika" panose="04000000000000000000" pitchFamily="82" charset="0"/>
              </a:rPr>
              <a:t>£</a:t>
            </a:r>
            <a:r>
              <a:rPr lang="en-US" sz="2800" err="1">
                <a:latin typeface="ML-TTKarthika" panose="04000000000000000000" pitchFamily="82" charset="0"/>
              </a:rPr>
              <a:t>oWapÅ</a:t>
            </a:r>
            <a:r>
              <a:rPr lang="en-US" sz="2800">
                <a:latin typeface="ML-TTKarthika" panose="04000000000000000000" pitchFamily="82" charset="0"/>
              </a:rPr>
              <a:t> \n³ </a:t>
            </a:r>
            <a:r>
              <a:rPr lang="en-US" sz="2800" err="1">
                <a:latin typeface="ML-TTKarthika" panose="04000000000000000000" pitchFamily="82" charset="0"/>
              </a:rPr>
              <a:t>Xesb·mÀÆnÂ</a:t>
            </a:r>
            <a:r>
              <a:rPr lang="en-US" sz="2800">
                <a:latin typeface="ML-TTKarthika" panose="04000000000000000000" pitchFamily="82" charset="0"/>
              </a:rPr>
              <a:t> </a:t>
            </a:r>
            <a:r>
              <a:rPr lang="en-US" sz="2800" err="1">
                <a:latin typeface="ML-TTKarthika" panose="04000000000000000000" pitchFamily="82" charset="0"/>
              </a:rPr>
              <a:t>Nmcn</a:t>
            </a:r>
            <a:r>
              <a:rPr lang="en-US" sz="2800">
                <a:latin typeface="ML-TTKarthika" panose="04000000000000000000" pitchFamily="82" charset="0"/>
              </a:rPr>
              <a:t> </a:t>
            </a:r>
            <a:r>
              <a:rPr lang="en-US" sz="2800" err="1">
                <a:latin typeface="ML-TTKarthika" panose="04000000000000000000" pitchFamily="82" charset="0"/>
              </a:rPr>
              <a:t>kpJns</a:t>
            </a:r>
            <a:r>
              <a:rPr lang="en-US" sz="2800">
                <a:latin typeface="ML-TTKarthika" panose="04000000000000000000" pitchFamily="82" charset="0"/>
              </a:rPr>
              <a:t>¡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5E5583-EEE7-7AEC-6EB4-BD34E4059E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>
            <a:extLst>
              <a:ext uri="{FF2B5EF4-FFF2-40B4-BE49-F238E27FC236}">
                <a16:creationId xmlns:a16="http://schemas.microsoft.com/office/drawing/2014/main" id="{744F78EA-97B7-B4B1-B295-3CDCEE8B0A9B}"/>
              </a:ext>
            </a:extLst>
          </p:cNvPr>
          <p:cNvSpPr txBox="1"/>
          <p:nvPr/>
        </p:nvSpPr>
        <p:spPr>
          <a:xfrm>
            <a:off x="7381874" y="4831355"/>
            <a:ext cx="1743075" cy="2780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20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Communion </a:t>
            </a:r>
            <a:r>
              <a:rPr lang="en-GB" sz="120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2</a:t>
            </a:r>
            <a:r>
              <a:rPr lang="en-US" sz="120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: 2 of 6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D3AD120-A0B8-4BB4-DE20-BD29B2FD17F9}"/>
              </a:ext>
            </a:extLst>
          </p:cNvPr>
          <p:cNvSpPr txBox="1"/>
          <p:nvPr/>
        </p:nvSpPr>
        <p:spPr>
          <a:xfrm>
            <a:off x="-763" y="-17167"/>
            <a:ext cx="9144000" cy="486000"/>
          </a:xfrm>
          <a:prstGeom prst="rect">
            <a:avLst/>
          </a:prstGeom>
          <a:solidFill>
            <a:srgbClr val="E8D3D3"/>
          </a:solidFill>
        </p:spPr>
        <p:txBody>
          <a:bodyPr vert="horz" lIns="91440" tIns="45720" rIns="91440" bIns="45720" rtlCol="0" anchor="ctr">
            <a:noAutofit/>
          </a:bodyPr>
          <a:lstStyle>
            <a:lvl1pPr algn="ctr" defTabSz="685800">
              <a:lnSpc>
                <a:spcPct val="90000"/>
              </a:lnSpc>
              <a:spcBef>
                <a:spcPct val="0"/>
              </a:spcBef>
              <a:buNone/>
              <a:defRPr lang="en-US" sz="2400" b="0" i="0" dirty="0">
                <a:ea typeface="+mj-ea"/>
                <a:cs typeface="Segoe UI" panose="020B0502040204020203" pitchFamily="34" charset="0"/>
              </a:defRPr>
            </a:lvl1pPr>
          </a:lstStyle>
          <a:p>
            <a:r>
              <a:rPr lang="en-GB">
                <a:latin typeface="Segoe UI" panose="020B0502040204020203" pitchFamily="34" charset="0"/>
              </a:rPr>
              <a:t>Holy Communion - Hymn No 411</a:t>
            </a:r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AF3F45F-CD6B-385E-3796-F3137A804DE2}"/>
              </a:ext>
            </a:extLst>
          </p:cNvPr>
          <p:cNvSpPr/>
          <p:nvPr/>
        </p:nvSpPr>
        <p:spPr>
          <a:xfrm>
            <a:off x="73377" y="739149"/>
            <a:ext cx="8995719" cy="954107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r>
              <a:rPr lang="en-US" sz="2800" err="1">
                <a:latin typeface="Calibri"/>
                <a:ea typeface="Calibri"/>
                <a:cs typeface="Calibri"/>
              </a:rPr>
              <a:t>vannu</a:t>
            </a:r>
            <a:r>
              <a:rPr lang="en-US" sz="2800">
                <a:latin typeface="Calibri"/>
                <a:ea typeface="Calibri"/>
                <a:cs typeface="Calibri"/>
              </a:rPr>
              <a:t> </a:t>
            </a:r>
            <a:r>
              <a:rPr lang="en-US" sz="2800" err="1">
                <a:latin typeface="Calibri"/>
                <a:ea typeface="Calibri"/>
                <a:cs typeface="Calibri"/>
              </a:rPr>
              <a:t>kandu</a:t>
            </a:r>
            <a:r>
              <a:rPr lang="en-US" sz="2800">
                <a:latin typeface="Calibri"/>
                <a:ea typeface="Calibri"/>
                <a:cs typeface="Calibri"/>
              </a:rPr>
              <a:t> </a:t>
            </a:r>
            <a:r>
              <a:rPr lang="en-US" sz="2800" err="1">
                <a:latin typeface="Calibri"/>
                <a:ea typeface="Calibri"/>
                <a:cs typeface="Calibri"/>
              </a:rPr>
              <a:t>shaanthathaye</a:t>
            </a:r>
            <a:r>
              <a:rPr lang="en-US" sz="2800">
                <a:latin typeface="Calibri"/>
                <a:ea typeface="Calibri"/>
                <a:cs typeface="Calibri"/>
              </a:rPr>
              <a:t> </a:t>
            </a:r>
            <a:r>
              <a:rPr lang="en-US" sz="2800" err="1">
                <a:latin typeface="Calibri"/>
                <a:ea typeface="Calibri"/>
                <a:cs typeface="Calibri"/>
              </a:rPr>
              <a:t>yeshuvinte</a:t>
            </a:r>
            <a:r>
              <a:rPr lang="en-US" sz="2800">
                <a:latin typeface="Calibri"/>
                <a:ea typeface="Calibri"/>
                <a:cs typeface="Calibri"/>
              </a:rPr>
              <a:t> </a:t>
            </a:r>
            <a:r>
              <a:rPr lang="en-US" sz="2800" err="1">
                <a:latin typeface="Calibri"/>
                <a:ea typeface="Calibri"/>
                <a:cs typeface="Calibri"/>
              </a:rPr>
              <a:t>snehamaarvil</a:t>
            </a:r>
          </a:p>
          <a:p>
            <a:r>
              <a:rPr lang="en-US" sz="2800" err="1">
                <a:latin typeface="Calibri"/>
                <a:ea typeface="Calibri"/>
                <a:cs typeface="Calibri"/>
              </a:rPr>
              <a:t>enneyadupichu</a:t>
            </a:r>
            <a:r>
              <a:rPr lang="en-US" sz="2800">
                <a:latin typeface="Calibri"/>
                <a:ea typeface="Calibri"/>
                <a:cs typeface="Calibri"/>
              </a:rPr>
              <a:t> </a:t>
            </a:r>
            <a:r>
              <a:rPr lang="en-US" sz="2800" err="1">
                <a:latin typeface="Calibri"/>
                <a:ea typeface="Calibri"/>
                <a:cs typeface="Calibri"/>
              </a:rPr>
              <a:t>santhoshathaal</a:t>
            </a:r>
            <a:r>
              <a:rPr lang="en-US" sz="2800">
                <a:latin typeface="Calibri"/>
                <a:ea typeface="Calibri"/>
                <a:cs typeface="Calibri"/>
              </a:rPr>
              <a:t> </a:t>
            </a:r>
            <a:r>
              <a:rPr lang="en-US" sz="2800" err="1">
                <a:latin typeface="Calibri"/>
                <a:ea typeface="Calibri"/>
                <a:cs typeface="Calibri"/>
              </a:rPr>
              <a:t>dhukhangal</a:t>
            </a:r>
            <a:r>
              <a:rPr lang="en-US" sz="2800">
                <a:latin typeface="Calibri"/>
                <a:ea typeface="Calibri"/>
                <a:cs typeface="Calibri"/>
              </a:rPr>
              <a:t> </a:t>
            </a:r>
            <a:r>
              <a:rPr lang="en-US" sz="2800" err="1">
                <a:latin typeface="Calibri"/>
                <a:ea typeface="Calibri"/>
                <a:cs typeface="Calibri"/>
              </a:rPr>
              <a:t>maatti</a:t>
            </a:r>
            <a:endParaRPr lang="en-US" sz="2600">
              <a:latin typeface="Calibri"/>
              <a:ea typeface="Calibri"/>
              <a:cs typeface="Calibri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47EDCE9-A22D-0661-F678-BB466AA2CE06}"/>
              </a:ext>
            </a:extLst>
          </p:cNvPr>
          <p:cNvSpPr/>
          <p:nvPr/>
        </p:nvSpPr>
        <p:spPr>
          <a:xfrm>
            <a:off x="129230" y="2880995"/>
            <a:ext cx="8995719" cy="954107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r>
              <a:rPr lang="en-US" sz="2800" err="1">
                <a:latin typeface="ML-TTKarthika"/>
              </a:rPr>
              <a:t>h¶pI¬Sp</a:t>
            </a:r>
            <a:r>
              <a:rPr lang="en-US" sz="2800">
                <a:latin typeface="ML-TTKarthika"/>
              </a:rPr>
              <a:t> </a:t>
            </a:r>
            <a:r>
              <a:rPr lang="en-US" sz="2800" err="1">
                <a:latin typeface="ML-TTKarthika"/>
              </a:rPr>
              <a:t>im´Xsb</a:t>
            </a:r>
            <a:r>
              <a:rPr lang="en-US" sz="2800">
                <a:latin typeface="ML-TTKarthika"/>
              </a:rPr>
              <a:t> </a:t>
            </a:r>
            <a:r>
              <a:rPr lang="en-US" sz="2800" err="1">
                <a:latin typeface="ML-TTKarthika"/>
              </a:rPr>
              <a:t>tbiphnsâ</a:t>
            </a:r>
            <a:r>
              <a:rPr lang="en-US" sz="2800">
                <a:latin typeface="ML-TTKarthika"/>
              </a:rPr>
              <a:t> </a:t>
            </a:r>
            <a:r>
              <a:rPr lang="en-US" sz="2800" err="1">
                <a:latin typeface="ML-TTKarthika"/>
              </a:rPr>
              <a:t>kvt</a:t>
            </a:r>
            <a:r>
              <a:rPr lang="en-US" sz="2800">
                <a:latin typeface="ML-TTKarthika"/>
              </a:rPr>
              <a:t>\</a:t>
            </a:r>
            <a:r>
              <a:rPr lang="en-US" sz="2800" err="1">
                <a:latin typeface="ML-TTKarthika"/>
              </a:rPr>
              <a:t>lamÀÆnÂ</a:t>
            </a:r>
            <a:r>
              <a:rPr lang="en-US" sz="2800">
                <a:latin typeface="ML-TTKarthika"/>
              </a:rPr>
              <a:t> </a:t>
            </a:r>
            <a:endParaRPr lang="en-US">
              <a:latin typeface="ML-TTKarthika"/>
            </a:endParaRPr>
          </a:p>
          <a:p>
            <a:r>
              <a:rPr lang="en-US" sz="2800" err="1">
                <a:latin typeface="ML-TTKarthika" panose="04000000000000000000" pitchFamily="82" charset="0"/>
              </a:rPr>
              <a:t>Fs¶bSp¸n¨p</a:t>
            </a:r>
            <a:r>
              <a:rPr lang="en-US" sz="2800">
                <a:latin typeface="ML-TTKarthika" panose="04000000000000000000" pitchFamily="82" charset="0"/>
              </a:rPr>
              <a:t> </a:t>
            </a:r>
            <a:r>
              <a:rPr lang="en-US" sz="2800" err="1">
                <a:latin typeface="ML-TTKarthika" panose="04000000000000000000" pitchFamily="82" charset="0"/>
              </a:rPr>
              <a:t>kt´mj¯mÂ</a:t>
            </a:r>
            <a:r>
              <a:rPr lang="en-US" sz="2800">
                <a:latin typeface="ML-TTKarthika" panose="04000000000000000000" pitchFamily="82" charset="0"/>
              </a:rPr>
              <a:t> </a:t>
            </a:r>
            <a:r>
              <a:rPr lang="en-US" sz="2800" err="1">
                <a:latin typeface="ML-TTKarthika" panose="04000000000000000000" pitchFamily="82" charset="0"/>
              </a:rPr>
              <a:t>ZpxJ§Ä</a:t>
            </a:r>
            <a:r>
              <a:rPr lang="en-US" sz="2800">
                <a:latin typeface="ML-TTKarthika" panose="04000000000000000000" pitchFamily="82" charset="0"/>
              </a:rPr>
              <a:t> </a:t>
            </a:r>
            <a:r>
              <a:rPr lang="en-US" sz="2800" err="1">
                <a:latin typeface="ML-TTKarthika" panose="04000000000000000000" pitchFamily="82" charset="0"/>
              </a:rPr>
              <a:t>amän</a:t>
            </a:r>
            <a:endParaRPr lang="en-US" sz="2800">
              <a:latin typeface="ML-TTKarthika" panose="04000000000000000000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3203559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AE81F1-3DA3-4887-C4E3-3EFE086E98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>
            <a:extLst>
              <a:ext uri="{FF2B5EF4-FFF2-40B4-BE49-F238E27FC236}">
                <a16:creationId xmlns:a16="http://schemas.microsoft.com/office/drawing/2014/main" id="{E4C38FAD-8D0C-01C0-808D-D7E57872291E}"/>
              </a:ext>
            </a:extLst>
          </p:cNvPr>
          <p:cNvSpPr txBox="1"/>
          <p:nvPr/>
        </p:nvSpPr>
        <p:spPr>
          <a:xfrm>
            <a:off x="7381874" y="4831355"/>
            <a:ext cx="1743075" cy="2780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20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Communion </a:t>
            </a:r>
            <a:r>
              <a:rPr lang="en-GB" sz="120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2</a:t>
            </a:r>
            <a:r>
              <a:rPr lang="en-US" sz="120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: 3 of 6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FAB15B0-0527-FB33-2167-6B7F2CE349C7}"/>
              </a:ext>
            </a:extLst>
          </p:cNvPr>
          <p:cNvSpPr txBox="1"/>
          <p:nvPr/>
        </p:nvSpPr>
        <p:spPr>
          <a:xfrm>
            <a:off x="-763" y="-17167"/>
            <a:ext cx="9144000" cy="486000"/>
          </a:xfrm>
          <a:prstGeom prst="rect">
            <a:avLst/>
          </a:prstGeom>
          <a:solidFill>
            <a:srgbClr val="E8D3D3"/>
          </a:solidFill>
        </p:spPr>
        <p:txBody>
          <a:bodyPr vert="horz" lIns="91440" tIns="45720" rIns="91440" bIns="45720" rtlCol="0" anchor="ctr">
            <a:noAutofit/>
          </a:bodyPr>
          <a:lstStyle>
            <a:lvl1pPr algn="ctr" defTabSz="685800">
              <a:lnSpc>
                <a:spcPct val="90000"/>
              </a:lnSpc>
              <a:spcBef>
                <a:spcPct val="0"/>
              </a:spcBef>
              <a:buNone/>
              <a:defRPr lang="en-US" sz="2400" b="0" i="0" dirty="0">
                <a:ea typeface="+mj-ea"/>
                <a:cs typeface="Segoe UI" panose="020B0502040204020203" pitchFamily="34" charset="0"/>
              </a:defRPr>
            </a:lvl1pPr>
          </a:lstStyle>
          <a:p>
            <a:r>
              <a:rPr lang="en-GB">
                <a:latin typeface="Segoe UI" panose="020B0502040204020203" pitchFamily="34" charset="0"/>
              </a:rPr>
              <a:t>Holy Communion - Hymn No 411</a:t>
            </a:r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29A4D20-7724-5143-8BF4-1DCA78077495}"/>
              </a:ext>
            </a:extLst>
          </p:cNvPr>
          <p:cNvSpPr/>
          <p:nvPr/>
        </p:nvSpPr>
        <p:spPr>
          <a:xfrm>
            <a:off x="129230" y="841304"/>
            <a:ext cx="8995719" cy="954107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r>
              <a:rPr lang="en-US" sz="2800" err="1">
                <a:latin typeface="Calibri"/>
                <a:ea typeface="Calibri"/>
                <a:cs typeface="Calibri"/>
              </a:rPr>
              <a:t>sarvavum</a:t>
            </a:r>
            <a:r>
              <a:rPr lang="en-US" sz="2800">
                <a:latin typeface="Calibri"/>
                <a:ea typeface="Calibri"/>
                <a:cs typeface="Calibri"/>
              </a:rPr>
              <a:t> </a:t>
            </a:r>
            <a:r>
              <a:rPr lang="en-US" sz="2800" err="1">
                <a:latin typeface="Calibri"/>
                <a:ea typeface="Calibri"/>
                <a:cs typeface="Calibri"/>
              </a:rPr>
              <a:t>njaan</a:t>
            </a:r>
            <a:r>
              <a:rPr lang="en-US" sz="2800">
                <a:latin typeface="Calibri"/>
                <a:ea typeface="Calibri"/>
                <a:cs typeface="Calibri"/>
              </a:rPr>
              <a:t> </a:t>
            </a:r>
            <a:r>
              <a:rPr lang="en-US" sz="2800" err="1">
                <a:latin typeface="Calibri"/>
                <a:ea typeface="Calibri"/>
                <a:cs typeface="Calibri"/>
              </a:rPr>
              <a:t>dhaanamaayi</a:t>
            </a:r>
            <a:r>
              <a:rPr lang="en-US" sz="2800">
                <a:latin typeface="Calibri"/>
                <a:ea typeface="Calibri"/>
                <a:cs typeface="Calibri"/>
              </a:rPr>
              <a:t> </a:t>
            </a:r>
            <a:r>
              <a:rPr lang="en-US" sz="2800" err="1">
                <a:latin typeface="Calibri"/>
                <a:ea typeface="Calibri"/>
                <a:cs typeface="Calibri"/>
              </a:rPr>
              <a:t>nirvyaajam</a:t>
            </a:r>
            <a:r>
              <a:rPr lang="en-US" sz="2800">
                <a:latin typeface="Calibri"/>
                <a:ea typeface="Calibri"/>
                <a:cs typeface="Calibri"/>
              </a:rPr>
              <a:t> </a:t>
            </a:r>
            <a:r>
              <a:rPr lang="en-US" sz="2800" err="1">
                <a:latin typeface="Calibri"/>
                <a:ea typeface="Calibri"/>
                <a:cs typeface="Calibri"/>
              </a:rPr>
              <a:t>tharunnu</a:t>
            </a:r>
            <a:r>
              <a:rPr lang="en-US" sz="2800">
                <a:latin typeface="Calibri"/>
                <a:ea typeface="Calibri"/>
                <a:cs typeface="Calibri"/>
              </a:rPr>
              <a:t> </a:t>
            </a:r>
            <a:r>
              <a:rPr lang="en-US" sz="2800" err="1">
                <a:latin typeface="Calibri"/>
                <a:ea typeface="Calibri"/>
                <a:cs typeface="Calibri"/>
              </a:rPr>
              <a:t>paapi</a:t>
            </a:r>
          </a:p>
          <a:p>
            <a:r>
              <a:rPr lang="en-US" sz="2800" err="1">
                <a:latin typeface="Calibri"/>
                <a:ea typeface="Calibri"/>
                <a:cs typeface="Calibri"/>
              </a:rPr>
              <a:t>jeevavellam</a:t>
            </a:r>
            <a:r>
              <a:rPr lang="en-US" sz="2800">
                <a:latin typeface="Calibri"/>
                <a:ea typeface="Calibri"/>
                <a:cs typeface="Calibri"/>
              </a:rPr>
              <a:t> nee </a:t>
            </a:r>
            <a:r>
              <a:rPr lang="en-US" sz="2800" err="1">
                <a:latin typeface="Calibri"/>
                <a:ea typeface="Calibri"/>
                <a:cs typeface="Calibri"/>
              </a:rPr>
              <a:t>kudichaanandham</a:t>
            </a:r>
            <a:r>
              <a:rPr lang="en-US" sz="2800">
                <a:latin typeface="Calibri"/>
                <a:ea typeface="Calibri"/>
                <a:cs typeface="Calibri"/>
              </a:rPr>
              <a:t> </a:t>
            </a:r>
            <a:r>
              <a:rPr lang="en-US" sz="2800" err="1">
                <a:latin typeface="Calibri"/>
                <a:ea typeface="Calibri"/>
                <a:cs typeface="Calibri"/>
              </a:rPr>
              <a:t>praapicheeduka</a:t>
            </a:r>
            <a:endParaRPr lang="en-US" sz="2800">
              <a:latin typeface="Calibri"/>
              <a:ea typeface="Calibri"/>
              <a:cs typeface="Calibri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6BFC669-E5DE-F442-DAC4-3EBB6765D430}"/>
              </a:ext>
            </a:extLst>
          </p:cNvPr>
          <p:cNvSpPr/>
          <p:nvPr/>
        </p:nvSpPr>
        <p:spPr>
          <a:xfrm>
            <a:off x="148281" y="2781241"/>
            <a:ext cx="8995719" cy="954107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r>
              <a:rPr lang="en-US" sz="2800" err="1">
                <a:latin typeface="ML-TTKarthika"/>
              </a:rPr>
              <a:t>kÀÆhpw</a:t>
            </a:r>
            <a:r>
              <a:rPr lang="en-US" sz="2800">
                <a:latin typeface="ML-TTKarthika"/>
              </a:rPr>
              <a:t> Rm³ </a:t>
            </a:r>
            <a:r>
              <a:rPr lang="en-US" sz="2800" err="1">
                <a:latin typeface="ML-TTKarthika"/>
              </a:rPr>
              <a:t>Zm</a:t>
            </a:r>
            <a:r>
              <a:rPr lang="en-US" sz="2800">
                <a:latin typeface="ML-TTKarthika"/>
              </a:rPr>
              <a:t>\</a:t>
            </a:r>
            <a:r>
              <a:rPr lang="en-US" sz="2800" err="1">
                <a:latin typeface="ML-TTKarthika"/>
              </a:rPr>
              <a:t>ambn</a:t>
            </a:r>
            <a:r>
              <a:rPr lang="en-US" sz="2800">
                <a:latin typeface="ML-TTKarthika"/>
              </a:rPr>
              <a:t> \</a:t>
            </a:r>
            <a:r>
              <a:rPr lang="en-US" sz="2800" err="1">
                <a:latin typeface="ML-TTKarthika"/>
              </a:rPr>
              <a:t>nÀÆymPw</a:t>
            </a:r>
            <a:r>
              <a:rPr lang="en-US" sz="2800">
                <a:latin typeface="ML-TTKarthika"/>
              </a:rPr>
              <a:t> </a:t>
            </a:r>
            <a:r>
              <a:rPr lang="en-US" sz="2800" err="1">
                <a:latin typeface="ML-TTKarthika"/>
              </a:rPr>
              <a:t>Xcp¶p</a:t>
            </a:r>
            <a:r>
              <a:rPr lang="en-US" sz="2800">
                <a:latin typeface="ML-TTKarthika"/>
              </a:rPr>
              <a:t> ]m]n </a:t>
            </a:r>
            <a:endParaRPr lang="en-US">
              <a:latin typeface="ML-TTKarthika"/>
            </a:endParaRPr>
          </a:p>
          <a:p>
            <a:r>
              <a:rPr lang="en-US" sz="2800" err="1">
                <a:latin typeface="ML-TTKarthika" panose="04000000000000000000" pitchFamily="82" charset="0"/>
              </a:rPr>
              <a:t>PohshÅw</a:t>
            </a:r>
            <a:r>
              <a:rPr lang="en-US" sz="2800">
                <a:latin typeface="ML-TTKarthika" panose="04000000000000000000" pitchFamily="82" charset="0"/>
              </a:rPr>
              <a:t> \o </a:t>
            </a:r>
            <a:r>
              <a:rPr lang="en-US" sz="2800" err="1">
                <a:latin typeface="ML-TTKarthika" panose="04000000000000000000" pitchFamily="82" charset="0"/>
              </a:rPr>
              <a:t>IpSn¨m</a:t>
            </a:r>
            <a:r>
              <a:rPr lang="en-US" sz="2800">
                <a:latin typeface="ML-TTKarthika" panose="04000000000000000000" pitchFamily="82" charset="0"/>
              </a:rPr>
              <a:t>\\</a:t>
            </a:r>
            <a:r>
              <a:rPr lang="en-US" sz="2800" err="1">
                <a:latin typeface="ML-TTKarthika" panose="04000000000000000000" pitchFamily="82" charset="0"/>
              </a:rPr>
              <a:t>vZw</a:t>
            </a:r>
            <a:r>
              <a:rPr lang="en-US" sz="2800">
                <a:latin typeface="ML-TTKarthika" panose="04000000000000000000" pitchFamily="82" charset="0"/>
              </a:rPr>
              <a:t> {]m]</a:t>
            </a:r>
            <a:r>
              <a:rPr lang="en-US" sz="2800" err="1">
                <a:latin typeface="ML-TTKarthika" panose="04000000000000000000" pitchFamily="82" charset="0"/>
              </a:rPr>
              <a:t>n¨oSpsI</a:t>
            </a:r>
            <a:endParaRPr lang="en-US" sz="2800">
              <a:latin typeface="ML-TTKarthika" panose="04000000000000000000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70586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27866F-865A-6541-DB1D-9B284A6B02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>
            <a:extLst>
              <a:ext uri="{FF2B5EF4-FFF2-40B4-BE49-F238E27FC236}">
                <a16:creationId xmlns:a16="http://schemas.microsoft.com/office/drawing/2014/main" id="{C0E780D9-828C-E924-94B6-6AF2DD1ED1AA}"/>
              </a:ext>
            </a:extLst>
          </p:cNvPr>
          <p:cNvSpPr txBox="1"/>
          <p:nvPr/>
        </p:nvSpPr>
        <p:spPr>
          <a:xfrm>
            <a:off x="7381874" y="4831355"/>
            <a:ext cx="1743075" cy="2780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20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Communion </a:t>
            </a:r>
            <a:r>
              <a:rPr lang="en-GB" sz="120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2</a:t>
            </a:r>
            <a:r>
              <a:rPr lang="en-US" sz="120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: 4 of 6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7615C98-FFF4-E217-DC9E-7C9C4C753759}"/>
              </a:ext>
            </a:extLst>
          </p:cNvPr>
          <p:cNvSpPr txBox="1"/>
          <p:nvPr/>
        </p:nvSpPr>
        <p:spPr>
          <a:xfrm>
            <a:off x="-763" y="-17167"/>
            <a:ext cx="9144000" cy="486000"/>
          </a:xfrm>
          <a:prstGeom prst="rect">
            <a:avLst/>
          </a:prstGeom>
          <a:solidFill>
            <a:srgbClr val="E8D3D3"/>
          </a:solidFill>
        </p:spPr>
        <p:txBody>
          <a:bodyPr vert="horz" lIns="91440" tIns="45720" rIns="91440" bIns="45720" rtlCol="0" anchor="ctr">
            <a:noAutofit/>
          </a:bodyPr>
          <a:lstStyle>
            <a:lvl1pPr algn="ctr" defTabSz="685800">
              <a:lnSpc>
                <a:spcPct val="90000"/>
              </a:lnSpc>
              <a:spcBef>
                <a:spcPct val="0"/>
              </a:spcBef>
              <a:buNone/>
              <a:defRPr lang="en-US" sz="2400" b="0" i="0" dirty="0">
                <a:ea typeface="+mj-ea"/>
                <a:cs typeface="Segoe UI" panose="020B0502040204020203" pitchFamily="34" charset="0"/>
              </a:defRPr>
            </a:lvl1pPr>
          </a:lstStyle>
          <a:p>
            <a:r>
              <a:rPr lang="en-GB">
                <a:latin typeface="Segoe UI" panose="020B0502040204020203" pitchFamily="34" charset="0"/>
              </a:rPr>
              <a:t>Holy Communion - Hymn No 411</a:t>
            </a:r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5ED55E9-F6A0-7299-C68E-A76D4B189FB6}"/>
              </a:ext>
            </a:extLst>
          </p:cNvPr>
          <p:cNvSpPr/>
          <p:nvPr/>
        </p:nvSpPr>
        <p:spPr>
          <a:xfrm>
            <a:off x="129230" y="708310"/>
            <a:ext cx="8995719" cy="954107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r>
              <a:rPr lang="en-US" sz="2800" err="1">
                <a:latin typeface="Calibri"/>
                <a:ea typeface="Calibri"/>
                <a:cs typeface="Calibri"/>
              </a:rPr>
              <a:t>jeevanadhiyil</a:t>
            </a:r>
            <a:r>
              <a:rPr lang="en-US" sz="2800">
                <a:latin typeface="Calibri"/>
                <a:ea typeface="Calibri"/>
                <a:cs typeface="Calibri"/>
              </a:rPr>
              <a:t> </a:t>
            </a:r>
            <a:r>
              <a:rPr lang="en-US" sz="2800" err="1">
                <a:latin typeface="Calibri"/>
                <a:ea typeface="Calibri"/>
                <a:cs typeface="Calibri"/>
              </a:rPr>
              <a:t>ninnu</a:t>
            </a:r>
            <a:r>
              <a:rPr lang="en-US" sz="2800">
                <a:latin typeface="Calibri"/>
                <a:ea typeface="Calibri"/>
                <a:cs typeface="Calibri"/>
              </a:rPr>
              <a:t> </a:t>
            </a:r>
            <a:r>
              <a:rPr lang="en-US" sz="2800" err="1">
                <a:latin typeface="Calibri"/>
                <a:ea typeface="Calibri"/>
                <a:cs typeface="Calibri"/>
              </a:rPr>
              <a:t>njaan</a:t>
            </a:r>
            <a:r>
              <a:rPr lang="en-US" sz="2800">
                <a:latin typeface="Calibri"/>
                <a:ea typeface="Calibri"/>
                <a:cs typeface="Calibri"/>
              </a:rPr>
              <a:t> </a:t>
            </a:r>
            <a:r>
              <a:rPr lang="en-US" sz="2800" err="1">
                <a:latin typeface="Calibri"/>
                <a:ea typeface="Calibri"/>
                <a:cs typeface="Calibri"/>
              </a:rPr>
              <a:t>modhamode</a:t>
            </a:r>
            <a:r>
              <a:rPr lang="en-US" sz="2800">
                <a:latin typeface="Calibri"/>
                <a:ea typeface="Calibri"/>
                <a:cs typeface="Calibri"/>
              </a:rPr>
              <a:t> </a:t>
            </a:r>
            <a:r>
              <a:rPr lang="en-US" sz="2800" err="1">
                <a:latin typeface="Calibri"/>
                <a:ea typeface="Calibri"/>
                <a:cs typeface="Calibri"/>
              </a:rPr>
              <a:t>paanam</a:t>
            </a:r>
            <a:r>
              <a:rPr lang="en-US" sz="2800">
                <a:latin typeface="Calibri"/>
                <a:ea typeface="Calibri"/>
                <a:cs typeface="Calibri"/>
              </a:rPr>
              <a:t> </a:t>
            </a:r>
            <a:r>
              <a:rPr lang="en-US" sz="2800" err="1">
                <a:latin typeface="Calibri"/>
                <a:ea typeface="Calibri"/>
                <a:cs typeface="Calibri"/>
              </a:rPr>
              <a:t>cheithu</a:t>
            </a:r>
          </a:p>
          <a:p>
            <a:r>
              <a:rPr lang="en-US" sz="2800" err="1">
                <a:latin typeface="Calibri"/>
                <a:ea typeface="Calibri"/>
                <a:cs typeface="Calibri"/>
              </a:rPr>
              <a:t>kevalamen</a:t>
            </a:r>
            <a:r>
              <a:rPr lang="en-US" sz="2800">
                <a:latin typeface="Calibri"/>
                <a:ea typeface="Calibri"/>
                <a:cs typeface="Calibri"/>
              </a:rPr>
              <a:t> </a:t>
            </a:r>
            <a:r>
              <a:rPr lang="en-US" sz="2800" err="1">
                <a:latin typeface="Calibri"/>
                <a:ea typeface="Calibri"/>
                <a:cs typeface="Calibri"/>
              </a:rPr>
              <a:t>dhaaham</a:t>
            </a:r>
            <a:r>
              <a:rPr lang="en-US" sz="2800">
                <a:latin typeface="Calibri"/>
                <a:ea typeface="Calibri"/>
                <a:cs typeface="Calibri"/>
              </a:rPr>
              <a:t> </a:t>
            </a:r>
            <a:r>
              <a:rPr lang="en-US" sz="2800" err="1">
                <a:latin typeface="Calibri"/>
                <a:ea typeface="Calibri"/>
                <a:cs typeface="Calibri"/>
              </a:rPr>
              <a:t>shamichippol</a:t>
            </a:r>
            <a:r>
              <a:rPr lang="en-US" sz="2800">
                <a:latin typeface="Calibri"/>
                <a:ea typeface="Calibri"/>
                <a:cs typeface="Calibri"/>
              </a:rPr>
              <a:t> </a:t>
            </a:r>
            <a:r>
              <a:rPr lang="en-US" sz="2800" err="1">
                <a:latin typeface="Calibri"/>
                <a:ea typeface="Calibri"/>
                <a:cs typeface="Calibri"/>
              </a:rPr>
              <a:t>jeevikkunnu</a:t>
            </a:r>
            <a:r>
              <a:rPr lang="en-US" sz="2800">
                <a:latin typeface="Calibri"/>
                <a:ea typeface="Calibri"/>
                <a:cs typeface="Calibri"/>
              </a:rPr>
              <a:t> </a:t>
            </a:r>
            <a:r>
              <a:rPr lang="en-US" sz="2800" err="1">
                <a:latin typeface="Calibri"/>
                <a:ea typeface="Calibri"/>
                <a:cs typeface="Calibri"/>
              </a:rPr>
              <a:t>njaan</a:t>
            </a:r>
            <a:endParaRPr lang="en-US" sz="2600">
              <a:latin typeface="Calibri"/>
              <a:ea typeface="Calibri"/>
              <a:cs typeface="Calibri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486C119-4094-9769-0434-623A420AD03E}"/>
              </a:ext>
            </a:extLst>
          </p:cNvPr>
          <p:cNvSpPr/>
          <p:nvPr/>
        </p:nvSpPr>
        <p:spPr>
          <a:xfrm>
            <a:off x="148281" y="2803060"/>
            <a:ext cx="8995719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err="1">
                <a:latin typeface="ML-TTKarthika" panose="04000000000000000000" pitchFamily="82" charset="0"/>
              </a:rPr>
              <a:t>Fsâ</a:t>
            </a:r>
            <a:r>
              <a:rPr lang="en-US" sz="2800">
                <a:latin typeface="ML-TTKarthika" panose="04000000000000000000" pitchFamily="82" charset="0"/>
              </a:rPr>
              <a:t> </a:t>
            </a:r>
            <a:r>
              <a:rPr lang="en-US" sz="2800" err="1">
                <a:latin typeface="ML-TTKarthika" panose="04000000000000000000" pitchFamily="82" charset="0"/>
              </a:rPr>
              <a:t>Poh</a:t>
            </a:r>
            <a:r>
              <a:rPr lang="en-US" sz="2800">
                <a:latin typeface="ML-TTKarthika" panose="04000000000000000000" pitchFamily="82" charset="0"/>
              </a:rPr>
              <a:t>\</a:t>
            </a:r>
            <a:r>
              <a:rPr lang="en-US" sz="2800" err="1">
                <a:latin typeface="ML-TTKarthika" panose="04000000000000000000" pitchFamily="82" charset="0"/>
              </a:rPr>
              <a:t>mtaipth</a:t>
            </a:r>
            <a:r>
              <a:rPr lang="en-US" sz="2800">
                <a:latin typeface="ML-TTKarthika" panose="04000000000000000000" pitchFamily="82" charset="0"/>
              </a:rPr>
              <a:t> \</a:t>
            </a:r>
            <a:r>
              <a:rPr lang="en-US" sz="2800" err="1">
                <a:latin typeface="ML-TTKarthika" panose="04000000000000000000" pitchFamily="82" charset="0"/>
              </a:rPr>
              <a:t>nsâ</a:t>
            </a:r>
            <a:r>
              <a:rPr lang="en-US" sz="2800">
                <a:latin typeface="ML-TTKarthika" panose="04000000000000000000" pitchFamily="82" charset="0"/>
              </a:rPr>
              <a:t> kzcsa³ </a:t>
            </a:r>
            <a:r>
              <a:rPr lang="en-US" sz="2800" err="1">
                <a:latin typeface="ML-TTKarthika" panose="04000000000000000000" pitchFamily="82" charset="0"/>
              </a:rPr>
              <a:t>sNhnbnÂ</a:t>
            </a:r>
            <a:r>
              <a:rPr lang="en-US" sz="2800">
                <a:latin typeface="ML-TTKarthika" panose="04000000000000000000" pitchFamily="82" charset="0"/>
              </a:rPr>
              <a:t> </a:t>
            </a:r>
          </a:p>
          <a:p>
            <a:r>
              <a:rPr lang="en-US" sz="2800">
                <a:latin typeface="ML-TTKarthika" panose="04000000000000000000" pitchFamily="82" charset="0"/>
              </a:rPr>
              <a:t>C¼tamsS </a:t>
            </a:r>
            <a:r>
              <a:rPr lang="en-US" sz="2800" err="1">
                <a:latin typeface="ML-TTKarthika" panose="04000000000000000000" pitchFamily="82" charset="0"/>
              </a:rPr>
              <a:t>h¶Sn¨oSp¶p</a:t>
            </a:r>
            <a:r>
              <a:rPr lang="en-US" sz="2800">
                <a:latin typeface="ML-TTKarthika" panose="04000000000000000000" pitchFamily="82" charset="0"/>
              </a:rPr>
              <a:t> Rm³ </a:t>
            </a:r>
            <a:r>
              <a:rPr lang="en-US" sz="2800" err="1">
                <a:latin typeface="ML-TTKarthika" panose="04000000000000000000" pitchFamily="82" charset="0"/>
              </a:rPr>
              <a:t>tI«p</a:t>
            </a:r>
            <a:r>
              <a:rPr lang="en-US" sz="2800">
                <a:latin typeface="ML-TTKarthika" panose="04000000000000000000" pitchFamily="82" charset="0"/>
              </a:rPr>
              <a:t>\</a:t>
            </a:r>
            <a:r>
              <a:rPr lang="en-US" sz="2800" err="1">
                <a:latin typeface="ML-TTKarthika" panose="04000000000000000000" pitchFamily="82" charset="0"/>
              </a:rPr>
              <a:t>mYm</a:t>
            </a:r>
            <a:r>
              <a:rPr lang="en-US" sz="2800">
                <a:latin typeface="ML-TTKarthika" panose="04000000000000000000" pitchFamily="82" charset="0"/>
              </a:rPr>
              <a:t> </a:t>
            </a:r>
          </a:p>
          <a:p>
            <a:endParaRPr lang="en-US" sz="800">
              <a:latin typeface="ML-TTKarthika" panose="04000000000000000000" pitchFamily="82" charset="0"/>
            </a:endParaRPr>
          </a:p>
          <a:p>
            <a:r>
              <a:rPr lang="en-US" sz="2800" err="1">
                <a:latin typeface="ML-TTKarthika" panose="04000000000000000000" pitchFamily="82" charset="0"/>
              </a:rPr>
              <a:t>Poh</a:t>
            </a:r>
            <a:r>
              <a:rPr lang="en-US" sz="2800">
                <a:latin typeface="ML-TTKarthika" panose="04000000000000000000" pitchFamily="82" charset="0"/>
              </a:rPr>
              <a:t>\</a:t>
            </a:r>
            <a:r>
              <a:rPr lang="en-US" sz="2800" err="1">
                <a:latin typeface="ML-TTKarthika" panose="04000000000000000000" pitchFamily="82" charset="0"/>
              </a:rPr>
              <a:t>ZnbnÂ</a:t>
            </a:r>
            <a:r>
              <a:rPr lang="en-US" sz="2800">
                <a:latin typeface="ML-TTKarthika" panose="04000000000000000000" pitchFamily="82" charset="0"/>
              </a:rPr>
              <a:t> \</a:t>
            </a:r>
            <a:r>
              <a:rPr lang="en-US" sz="2800" err="1">
                <a:latin typeface="ML-TTKarthika" panose="04000000000000000000" pitchFamily="82" charset="0"/>
              </a:rPr>
              <a:t>n¶p</a:t>
            </a:r>
            <a:r>
              <a:rPr lang="en-US" sz="2800">
                <a:latin typeface="ML-TTKarthika" panose="04000000000000000000" pitchFamily="82" charset="0"/>
              </a:rPr>
              <a:t> Rm³ </a:t>
            </a:r>
            <a:r>
              <a:rPr lang="en-US" sz="2800" err="1">
                <a:latin typeface="ML-TTKarthika" panose="04000000000000000000" pitchFamily="82" charset="0"/>
              </a:rPr>
              <a:t>tamZtamsS</a:t>
            </a:r>
            <a:r>
              <a:rPr lang="en-US" sz="2800">
                <a:latin typeface="ML-TTKarthika" panose="04000000000000000000" pitchFamily="82" charset="0"/>
              </a:rPr>
              <a:t> ]m\w </a:t>
            </a:r>
            <a:r>
              <a:rPr lang="en-US" sz="2800" err="1">
                <a:latin typeface="ML-TTKarthika" panose="04000000000000000000" pitchFamily="82" charset="0"/>
              </a:rPr>
              <a:t>sNbvXp</a:t>
            </a:r>
            <a:r>
              <a:rPr lang="en-US" sz="2800">
                <a:latin typeface="ML-TTKarthika" panose="04000000000000000000" pitchFamily="82" charset="0"/>
              </a:rPr>
              <a:t> </a:t>
            </a:r>
          </a:p>
          <a:p>
            <a:r>
              <a:rPr lang="en-US" sz="2800">
                <a:latin typeface="ML-TTKarthika" panose="04000000000000000000" pitchFamily="82" charset="0"/>
              </a:rPr>
              <a:t>tIhesa³ </a:t>
            </a:r>
            <a:r>
              <a:rPr lang="en-US" sz="2800" err="1">
                <a:latin typeface="ML-TTKarthika" panose="04000000000000000000" pitchFamily="82" charset="0"/>
              </a:rPr>
              <a:t>Zmlw</a:t>
            </a:r>
            <a:r>
              <a:rPr lang="en-US" sz="2800">
                <a:latin typeface="ML-TTKarthika" panose="04000000000000000000" pitchFamily="82" charset="0"/>
              </a:rPr>
              <a:t> </a:t>
            </a:r>
            <a:r>
              <a:rPr lang="en-US" sz="2800" err="1">
                <a:latin typeface="ML-TTKarthika" panose="04000000000000000000" pitchFamily="82" charset="0"/>
              </a:rPr>
              <a:t>ian¨nt¸mÄ</a:t>
            </a:r>
            <a:r>
              <a:rPr lang="en-US" sz="2800">
                <a:latin typeface="ML-TTKarthika" panose="04000000000000000000" pitchFamily="82" charset="0"/>
              </a:rPr>
              <a:t> </a:t>
            </a:r>
            <a:r>
              <a:rPr lang="en-US" sz="2800" err="1">
                <a:latin typeface="ML-TTKarthika" panose="04000000000000000000" pitchFamily="82" charset="0"/>
              </a:rPr>
              <a:t>Pohn¡p¶p</a:t>
            </a:r>
            <a:r>
              <a:rPr lang="en-US" sz="2800">
                <a:latin typeface="ML-TTKarthika" panose="04000000000000000000" pitchFamily="82" charset="0"/>
              </a:rPr>
              <a:t> Rm³</a:t>
            </a:r>
          </a:p>
        </p:txBody>
      </p:sp>
    </p:spTree>
    <p:extLst>
      <p:ext uri="{BB962C8B-B14F-4D97-AF65-F5344CB8AC3E}">
        <p14:creationId xmlns:p14="http://schemas.microsoft.com/office/powerpoint/2010/main" val="264444717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E682B5-B6E9-0304-3372-781C8B98B5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>
            <a:extLst>
              <a:ext uri="{FF2B5EF4-FFF2-40B4-BE49-F238E27FC236}">
                <a16:creationId xmlns:a16="http://schemas.microsoft.com/office/drawing/2014/main" id="{D5516EA5-DCB5-824A-2F04-9A17DA0B073E}"/>
              </a:ext>
            </a:extLst>
          </p:cNvPr>
          <p:cNvSpPr txBox="1"/>
          <p:nvPr/>
        </p:nvSpPr>
        <p:spPr>
          <a:xfrm>
            <a:off x="7381874" y="4831355"/>
            <a:ext cx="1743075" cy="2780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20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Communion </a:t>
            </a:r>
            <a:r>
              <a:rPr lang="en-GB" sz="120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2</a:t>
            </a:r>
            <a:r>
              <a:rPr lang="en-US" sz="120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: 5 of 6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71C5C8E-C6CD-4587-01E3-08085F39EA4A}"/>
              </a:ext>
            </a:extLst>
          </p:cNvPr>
          <p:cNvSpPr txBox="1"/>
          <p:nvPr/>
        </p:nvSpPr>
        <p:spPr>
          <a:xfrm>
            <a:off x="-763" y="-17167"/>
            <a:ext cx="9144000" cy="486000"/>
          </a:xfrm>
          <a:prstGeom prst="rect">
            <a:avLst/>
          </a:prstGeom>
          <a:solidFill>
            <a:srgbClr val="E8D3D3"/>
          </a:solidFill>
        </p:spPr>
        <p:txBody>
          <a:bodyPr vert="horz" lIns="91440" tIns="45720" rIns="91440" bIns="45720" rtlCol="0" anchor="ctr">
            <a:noAutofit/>
          </a:bodyPr>
          <a:lstStyle>
            <a:lvl1pPr algn="ctr" defTabSz="685800">
              <a:lnSpc>
                <a:spcPct val="90000"/>
              </a:lnSpc>
              <a:spcBef>
                <a:spcPct val="0"/>
              </a:spcBef>
              <a:buNone/>
              <a:defRPr lang="en-US" sz="2400" b="0" i="0" dirty="0">
                <a:ea typeface="+mj-ea"/>
                <a:cs typeface="Segoe UI" panose="020B0502040204020203" pitchFamily="34" charset="0"/>
              </a:defRPr>
            </a:lvl1pPr>
          </a:lstStyle>
          <a:p>
            <a:r>
              <a:rPr lang="en-GB">
                <a:latin typeface="Segoe UI" panose="020B0502040204020203" pitchFamily="34" charset="0"/>
              </a:rPr>
              <a:t>Holy Communion - Hymn No 411</a:t>
            </a:r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9D02246-8BD7-BEA2-0123-9795A7955116}"/>
              </a:ext>
            </a:extLst>
          </p:cNvPr>
          <p:cNvSpPr/>
          <p:nvPr/>
        </p:nvSpPr>
        <p:spPr>
          <a:xfrm>
            <a:off x="73377" y="735960"/>
            <a:ext cx="8995719" cy="954107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r>
              <a:rPr lang="en-US" sz="2800" err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koorirulaal</a:t>
            </a:r>
            <a:r>
              <a:rPr lang="en-US" sz="280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800" err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moodiyoree</a:t>
            </a:r>
            <a:r>
              <a:rPr lang="en-US" sz="280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800" err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lokathinu</a:t>
            </a:r>
            <a:r>
              <a:rPr lang="en-US" sz="280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800" err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njaan</a:t>
            </a:r>
            <a:r>
              <a:rPr lang="en-US" sz="280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800" err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velicham</a:t>
            </a:r>
          </a:p>
          <a:p>
            <a:r>
              <a:rPr lang="en-US" sz="2800" err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paaraathe</a:t>
            </a:r>
            <a:r>
              <a:rPr lang="en-US" sz="280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800" err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neeyenne</a:t>
            </a:r>
            <a:r>
              <a:rPr lang="en-US" sz="280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800" err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nokki</a:t>
            </a:r>
            <a:r>
              <a:rPr lang="en-US" sz="280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800" err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nokki</a:t>
            </a:r>
            <a:r>
              <a:rPr lang="en-US" sz="280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800" err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nithyam</a:t>
            </a:r>
            <a:r>
              <a:rPr lang="en-US" sz="280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800" err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sukhikka</a:t>
            </a:r>
            <a:endParaRPr lang="en-US" sz="260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398E165-74B8-9AB2-4736-D6812F016723}"/>
              </a:ext>
            </a:extLst>
          </p:cNvPr>
          <p:cNvSpPr/>
          <p:nvPr/>
        </p:nvSpPr>
        <p:spPr>
          <a:xfrm>
            <a:off x="148281" y="2838877"/>
            <a:ext cx="8995719" cy="954107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r>
              <a:rPr lang="en-US" sz="2800" err="1">
                <a:latin typeface="ML-TTKarthika"/>
              </a:rPr>
              <a:t>IqcncpfmÂ</a:t>
            </a:r>
            <a:r>
              <a:rPr lang="en-US" sz="2800">
                <a:latin typeface="ML-TTKarthika"/>
              </a:rPr>
              <a:t> </a:t>
            </a:r>
            <a:r>
              <a:rPr lang="en-US" sz="2800" err="1">
                <a:latin typeface="ML-TTKarthika"/>
              </a:rPr>
              <a:t>aqSntbmco</a:t>
            </a:r>
            <a:r>
              <a:rPr lang="en-US" sz="2800">
                <a:latin typeface="ML-TTKarthika"/>
              </a:rPr>
              <a:t> </a:t>
            </a:r>
            <a:r>
              <a:rPr lang="en-US" sz="2800" err="1">
                <a:latin typeface="ML-TTKarthika"/>
              </a:rPr>
              <a:t>temI¯n</a:t>
            </a:r>
            <a:r>
              <a:rPr lang="en-US" sz="2800">
                <a:latin typeface="ML-TTKarthika"/>
              </a:rPr>
              <a:t>\p Rm³ </a:t>
            </a:r>
            <a:r>
              <a:rPr lang="en-US" sz="2800" err="1">
                <a:latin typeface="ML-TTKarthika"/>
              </a:rPr>
              <a:t>shfn¨w</a:t>
            </a:r>
            <a:r>
              <a:rPr lang="en-US" sz="2800">
                <a:latin typeface="ML-TTKarthika"/>
              </a:rPr>
              <a:t> </a:t>
            </a:r>
            <a:endParaRPr lang="en-US">
              <a:latin typeface="ML-TTKarthika"/>
            </a:endParaRPr>
          </a:p>
          <a:p>
            <a:r>
              <a:rPr lang="en-US" sz="2800">
                <a:latin typeface="ML-TTKarthika" panose="04000000000000000000" pitchFamily="82" charset="0"/>
              </a:rPr>
              <a:t>]</a:t>
            </a:r>
            <a:r>
              <a:rPr lang="en-US" sz="2800" err="1">
                <a:latin typeface="ML-TTKarthika" panose="04000000000000000000" pitchFamily="82" charset="0"/>
              </a:rPr>
              <a:t>mcmsX</a:t>
            </a:r>
            <a:r>
              <a:rPr lang="en-US" sz="2800">
                <a:latin typeface="ML-TTKarthika" panose="04000000000000000000" pitchFamily="82" charset="0"/>
              </a:rPr>
              <a:t> \</a:t>
            </a:r>
            <a:r>
              <a:rPr lang="en-US" sz="2800" err="1">
                <a:latin typeface="ML-TTKarthika" panose="04000000000000000000" pitchFamily="82" charset="0"/>
              </a:rPr>
              <a:t>osbs</a:t>
            </a:r>
            <a:r>
              <a:rPr lang="en-US" sz="2800">
                <a:latin typeface="ML-TTKarthika" panose="04000000000000000000" pitchFamily="82" charset="0"/>
              </a:rPr>
              <a:t>¶ t\</a:t>
            </a:r>
            <a:r>
              <a:rPr lang="en-US" sz="2800" err="1">
                <a:latin typeface="ML-TTKarthika" panose="04000000000000000000" pitchFamily="82" charset="0"/>
              </a:rPr>
              <a:t>m¡n</a:t>
            </a:r>
            <a:r>
              <a:rPr lang="en-US" sz="2800">
                <a:latin typeface="ML-TTKarthika" panose="04000000000000000000" pitchFamily="82" charset="0"/>
              </a:rPr>
              <a:t> t\</a:t>
            </a:r>
            <a:r>
              <a:rPr lang="en-US" sz="2800" err="1">
                <a:latin typeface="ML-TTKarthika" panose="04000000000000000000" pitchFamily="82" charset="0"/>
              </a:rPr>
              <a:t>m¡n</a:t>
            </a:r>
            <a:r>
              <a:rPr lang="en-US" sz="2800">
                <a:latin typeface="ML-TTKarthika" panose="04000000000000000000" pitchFamily="82" charset="0"/>
              </a:rPr>
              <a:t> \</a:t>
            </a:r>
            <a:r>
              <a:rPr lang="en-US" sz="2800" err="1">
                <a:latin typeface="ML-TTKarthika" panose="04000000000000000000" pitchFamily="82" charset="0"/>
              </a:rPr>
              <a:t>nXyw</a:t>
            </a:r>
            <a:r>
              <a:rPr lang="en-US" sz="2800">
                <a:latin typeface="ML-TTKarthika" panose="04000000000000000000" pitchFamily="82" charset="0"/>
              </a:rPr>
              <a:t> </a:t>
            </a:r>
            <a:r>
              <a:rPr lang="en-US" sz="2800" err="1">
                <a:latin typeface="ML-TTKarthika" panose="04000000000000000000" pitchFamily="82" charset="0"/>
              </a:rPr>
              <a:t>kpJn</a:t>
            </a:r>
            <a:r>
              <a:rPr lang="en-US" sz="2800">
                <a:latin typeface="ML-TTKarthika" panose="04000000000000000000" pitchFamily="82" charset="0"/>
              </a:rPr>
              <a:t>¡</a:t>
            </a:r>
          </a:p>
        </p:txBody>
      </p:sp>
    </p:spTree>
    <p:extLst>
      <p:ext uri="{BB962C8B-B14F-4D97-AF65-F5344CB8AC3E}">
        <p14:creationId xmlns:p14="http://schemas.microsoft.com/office/powerpoint/2010/main" val="139568183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155702-7901-106B-B885-C799FA9105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>
            <a:extLst>
              <a:ext uri="{FF2B5EF4-FFF2-40B4-BE49-F238E27FC236}">
                <a16:creationId xmlns:a16="http://schemas.microsoft.com/office/drawing/2014/main" id="{5F2B4BBB-2FE2-3845-0D61-C43E135E00C0}"/>
              </a:ext>
            </a:extLst>
          </p:cNvPr>
          <p:cNvSpPr txBox="1"/>
          <p:nvPr/>
        </p:nvSpPr>
        <p:spPr>
          <a:xfrm>
            <a:off x="7381874" y="4831355"/>
            <a:ext cx="1743075" cy="278061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r"/>
            <a:r>
              <a:rPr lang="en-US" sz="1200">
                <a:solidFill>
                  <a:prstClr val="black"/>
                </a:solidFill>
                <a:latin typeface="Segoe UI"/>
                <a:cs typeface="Segoe UI"/>
              </a:rPr>
              <a:t>Communion </a:t>
            </a:r>
            <a:r>
              <a:rPr lang="en-GB" sz="1200">
                <a:solidFill>
                  <a:prstClr val="black"/>
                </a:solidFill>
                <a:latin typeface="Segoe UI"/>
                <a:cs typeface="Segoe UI"/>
              </a:rPr>
              <a:t>2</a:t>
            </a:r>
            <a:r>
              <a:rPr lang="en-US" sz="1200">
                <a:solidFill>
                  <a:prstClr val="black"/>
                </a:solidFill>
                <a:latin typeface="Segoe UI"/>
                <a:cs typeface="Segoe UI"/>
              </a:rPr>
              <a:t> : 6 of 6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5C7B327-9542-820B-3E7F-22081BA8AF2A}"/>
              </a:ext>
            </a:extLst>
          </p:cNvPr>
          <p:cNvSpPr txBox="1"/>
          <p:nvPr/>
        </p:nvSpPr>
        <p:spPr>
          <a:xfrm>
            <a:off x="-763" y="-17167"/>
            <a:ext cx="9144000" cy="486000"/>
          </a:xfrm>
          <a:prstGeom prst="rect">
            <a:avLst/>
          </a:prstGeom>
          <a:solidFill>
            <a:srgbClr val="E8D3D3"/>
          </a:solidFill>
        </p:spPr>
        <p:txBody>
          <a:bodyPr vert="horz" lIns="91440" tIns="45720" rIns="91440" bIns="45720" rtlCol="0" anchor="ctr">
            <a:noAutofit/>
          </a:bodyPr>
          <a:lstStyle>
            <a:lvl1pPr algn="ctr" defTabSz="685800">
              <a:lnSpc>
                <a:spcPct val="90000"/>
              </a:lnSpc>
              <a:spcBef>
                <a:spcPct val="0"/>
              </a:spcBef>
              <a:buNone/>
              <a:defRPr lang="en-US" sz="2400" b="0" i="0" dirty="0">
                <a:ea typeface="+mj-ea"/>
                <a:cs typeface="Segoe UI" panose="020B0502040204020203" pitchFamily="34" charset="0"/>
              </a:defRPr>
            </a:lvl1pPr>
          </a:lstStyle>
          <a:p>
            <a:r>
              <a:rPr lang="en-GB">
                <a:latin typeface="Segoe UI" panose="020B0502040204020203" pitchFamily="34" charset="0"/>
              </a:rPr>
              <a:t>Holy Communion - Hymn No 411</a:t>
            </a:r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85F0FF9-EEC9-B6C1-69DB-A71E578199F5}"/>
              </a:ext>
            </a:extLst>
          </p:cNvPr>
          <p:cNvSpPr/>
          <p:nvPr/>
        </p:nvSpPr>
        <p:spPr>
          <a:xfrm>
            <a:off x="129230" y="716477"/>
            <a:ext cx="8995719" cy="954107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r>
              <a:rPr lang="en-US" sz="2800" err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ente</a:t>
            </a:r>
            <a:r>
              <a:rPr lang="en-US" sz="280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800" err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jeevakaalam</a:t>
            </a:r>
            <a:r>
              <a:rPr lang="en-US" sz="280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800" err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ellaam</a:t>
            </a:r>
            <a:r>
              <a:rPr lang="en-US" sz="280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800" err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yeshuvenna</a:t>
            </a:r>
            <a:r>
              <a:rPr lang="en-US" sz="280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800" err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meivelicham</a:t>
            </a:r>
          </a:p>
          <a:p>
            <a:r>
              <a:rPr lang="en-US" sz="2800" err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kandu</a:t>
            </a:r>
            <a:r>
              <a:rPr lang="en-US" sz="280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800" err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nadappaan</a:t>
            </a:r>
            <a:r>
              <a:rPr lang="en-US" sz="280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800" err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krupa</a:t>
            </a:r>
            <a:r>
              <a:rPr lang="en-US" sz="280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800" err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nalkenam</a:t>
            </a:r>
            <a:r>
              <a:rPr lang="en-US" sz="280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800" err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dhevaadhi</a:t>
            </a:r>
            <a:r>
              <a:rPr lang="en-US" sz="280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800" err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dheva</a:t>
            </a:r>
            <a:endParaRPr lang="en-US" sz="260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6B496BD-5DC7-B827-8CFF-95D4FC39C9FF}"/>
              </a:ext>
            </a:extLst>
          </p:cNvPr>
          <p:cNvSpPr/>
          <p:nvPr/>
        </p:nvSpPr>
        <p:spPr>
          <a:xfrm>
            <a:off x="129229" y="2819394"/>
            <a:ext cx="8995719" cy="954107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r>
              <a:rPr lang="en-US" sz="2800" err="1">
                <a:latin typeface="ML-TTKarthika"/>
              </a:rPr>
              <a:t>Fsâ</a:t>
            </a:r>
            <a:r>
              <a:rPr lang="en-US" sz="2800">
                <a:latin typeface="ML-TTKarthika"/>
              </a:rPr>
              <a:t> </a:t>
            </a:r>
            <a:r>
              <a:rPr lang="en-US" sz="2800" err="1">
                <a:latin typeface="ML-TTKarthika"/>
              </a:rPr>
              <a:t>PohImesaÃmw</a:t>
            </a:r>
            <a:r>
              <a:rPr lang="en-US" sz="2800">
                <a:latin typeface="ML-TTKarthika"/>
              </a:rPr>
              <a:t> </a:t>
            </a:r>
            <a:r>
              <a:rPr lang="en-US" sz="2800" err="1">
                <a:latin typeface="ML-TTKarthika"/>
              </a:rPr>
              <a:t>tbipsh</a:t>
            </a:r>
            <a:r>
              <a:rPr lang="en-US" sz="2800">
                <a:latin typeface="ML-TTKarthika"/>
              </a:rPr>
              <a:t>¶ </a:t>
            </a:r>
            <a:r>
              <a:rPr lang="en-US" sz="2800" err="1">
                <a:latin typeface="ML-TTKarthika"/>
              </a:rPr>
              <a:t>sabv</a:t>
            </a:r>
            <a:r>
              <a:rPr lang="en-US" sz="2800">
                <a:latin typeface="ML-TTKarthika"/>
              </a:rPr>
              <a:t> </a:t>
            </a:r>
            <a:r>
              <a:rPr lang="en-US" sz="2800" err="1">
                <a:latin typeface="ML-TTKarthika"/>
              </a:rPr>
              <a:t>shfn¨w</a:t>
            </a:r>
            <a:r>
              <a:rPr lang="en-US" sz="2800">
                <a:latin typeface="ML-TTKarthika"/>
              </a:rPr>
              <a:t> </a:t>
            </a:r>
            <a:endParaRPr lang="en-US">
              <a:latin typeface="ML-TTKarthika"/>
            </a:endParaRPr>
          </a:p>
          <a:p>
            <a:r>
              <a:rPr lang="en-US" sz="2800" err="1">
                <a:latin typeface="ML-TTKarthika" panose="04000000000000000000" pitchFamily="82" charset="0"/>
              </a:rPr>
              <a:t>I¬Sp</a:t>
            </a:r>
            <a:r>
              <a:rPr lang="en-US" sz="2800">
                <a:latin typeface="ML-TTKarthika" panose="04000000000000000000" pitchFamily="82" charset="0"/>
              </a:rPr>
              <a:t> \S¸m³ </a:t>
            </a:r>
            <a:r>
              <a:rPr lang="en-US" sz="2800" err="1">
                <a:latin typeface="ML-TTKarthika" panose="04000000000000000000" pitchFamily="82" charset="0"/>
              </a:rPr>
              <a:t>Ir</a:t>
            </a:r>
            <a:r>
              <a:rPr lang="en-US" sz="2800">
                <a:latin typeface="ML-TTKarthika" panose="04000000000000000000" pitchFamily="82" charset="0"/>
              </a:rPr>
              <a:t>] \</a:t>
            </a:r>
            <a:r>
              <a:rPr lang="en-US" sz="2800" err="1">
                <a:latin typeface="ML-TTKarthika" panose="04000000000000000000" pitchFamily="82" charset="0"/>
              </a:rPr>
              <a:t>evtIWw</a:t>
            </a:r>
            <a:r>
              <a:rPr lang="en-US" sz="2800">
                <a:latin typeface="ML-TTKarthika" panose="04000000000000000000" pitchFamily="82" charset="0"/>
              </a:rPr>
              <a:t> </a:t>
            </a:r>
            <a:r>
              <a:rPr lang="en-US" sz="2800" err="1">
                <a:latin typeface="ML-TTKarthika" panose="04000000000000000000" pitchFamily="82" charset="0"/>
              </a:rPr>
              <a:t>tZhmZntZhm</a:t>
            </a:r>
            <a:endParaRPr lang="en-US" sz="2800">
              <a:latin typeface="ML-TTKarthika" panose="04000000000000000000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1306318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picture containing wall, indoor, table, decorated&#10;&#10;Description automatically generated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1530000" y="705624"/>
            <a:ext cx="6084000" cy="405726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6" name="Title 1"/>
          <p:cNvSpPr txBox="1"/>
          <p:nvPr/>
        </p:nvSpPr>
        <p:spPr>
          <a:xfrm>
            <a:off x="-763" y="-17167"/>
            <a:ext cx="9144000" cy="486000"/>
          </a:xfrm>
          <a:prstGeom prst="rect">
            <a:avLst/>
          </a:prstGeom>
          <a:solidFill>
            <a:srgbClr val="E8D3D3"/>
          </a:solidFill>
        </p:spPr>
        <p:txBody>
          <a:bodyPr vert="horz" lIns="91440" tIns="45720" rIns="91440" bIns="45720" rtlCol="0" anchor="ctr">
            <a:noAutofit/>
          </a:bodyPr>
          <a:lstStyle>
            <a:lvl1pPr algn="ctr" defTabSz="685800">
              <a:lnSpc>
                <a:spcPct val="90000"/>
              </a:lnSpc>
              <a:spcBef>
                <a:spcPct val="0"/>
              </a:spcBef>
              <a:buNone/>
              <a:defRPr lang="en-US" sz="2400" b="0" i="0" dirty="0">
                <a:ea typeface="+mj-ea"/>
                <a:cs typeface="Segoe UI" panose="020B0502040204020203" pitchFamily="34" charset="0"/>
              </a:defRPr>
            </a:lvl1pPr>
          </a:lstStyle>
          <a:p>
            <a:r>
              <a:rPr lang="en-GB">
                <a:latin typeface="Segoe UI" panose="020B0502040204020203" pitchFamily="34" charset="0"/>
              </a:rPr>
              <a:t>Holy Communion - Hymn No 248</a:t>
            </a:r>
            <a:endParaRPr lang="en-US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 txBox="1"/>
          <p:nvPr/>
        </p:nvSpPr>
        <p:spPr>
          <a:xfrm>
            <a:off x="-763" y="-17167"/>
            <a:ext cx="9144000" cy="486000"/>
          </a:xfrm>
          <a:prstGeom prst="rect">
            <a:avLst/>
          </a:prstGeom>
          <a:solidFill>
            <a:srgbClr val="E8D3D3"/>
          </a:solidFill>
        </p:spPr>
        <p:txBody>
          <a:bodyPr vert="horz" lIns="91440" tIns="45720" rIns="91440" bIns="45720" rtlCol="0" anchor="ctr">
            <a:noAutofit/>
          </a:bodyPr>
          <a:lstStyle>
            <a:lvl1pPr algn="ctr" defTabSz="685800">
              <a:lnSpc>
                <a:spcPct val="90000"/>
              </a:lnSpc>
              <a:spcBef>
                <a:spcPct val="0"/>
              </a:spcBef>
              <a:buNone/>
              <a:defRPr lang="en-US" sz="2400" b="0" i="0" dirty="0">
                <a:ea typeface="+mj-ea"/>
                <a:cs typeface="Segoe UI" panose="020B0502040204020203" pitchFamily="34" charset="0"/>
              </a:defRPr>
            </a:lvl1pPr>
          </a:lstStyle>
          <a:p>
            <a:r>
              <a:rPr lang="en-GB">
                <a:latin typeface="Segoe UI" panose="020B0502040204020203" pitchFamily="34" charset="0"/>
              </a:rPr>
              <a:t>Holy Communion - Hymn No 248</a:t>
            </a:r>
            <a:endParaRPr lang="en-US"/>
          </a:p>
        </p:txBody>
      </p:sp>
      <p:sp>
        <p:nvSpPr>
          <p:cNvPr id="11" name="TextBox 10"/>
          <p:cNvSpPr txBox="1"/>
          <p:nvPr/>
        </p:nvSpPr>
        <p:spPr>
          <a:xfrm>
            <a:off x="7381874" y="4831355"/>
            <a:ext cx="1743075" cy="276999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r"/>
            <a:r>
              <a:rPr lang="en-US" sz="1200">
                <a:solidFill>
                  <a:prstClr val="black"/>
                </a:solidFill>
                <a:latin typeface="Segoe UI"/>
                <a:cs typeface="Segoe UI"/>
              </a:rPr>
              <a:t>Communion 3 : 1 of 9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11B44CA-3D56-0722-F48C-7AA6BFB9BB70}"/>
              </a:ext>
            </a:extLst>
          </p:cNvPr>
          <p:cNvSpPr txBox="1"/>
          <p:nvPr/>
        </p:nvSpPr>
        <p:spPr>
          <a:xfrm>
            <a:off x="482803" y="1283823"/>
            <a:ext cx="8178394" cy="1361911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0" marR="0" lvl="0" indent="0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400" err="1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ente</a:t>
            </a:r>
            <a:r>
              <a:rPr lang="en-US" sz="240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400" err="1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daivam</a:t>
            </a:r>
            <a:r>
              <a:rPr lang="en-US" sz="240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400" err="1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mahathwaththil</a:t>
            </a:r>
            <a:r>
              <a:rPr lang="en-US" sz="240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400" err="1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aardravaanaay</a:t>
            </a:r>
            <a:r>
              <a:rPr lang="en-US" sz="240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400" err="1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jeevikkumpolh</a:t>
            </a:r>
            <a:br>
              <a:rPr lang="en-US" sz="240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lang="en-US" sz="2400" err="1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saadhu</a:t>
            </a:r>
            <a:r>
              <a:rPr lang="en-US" sz="240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400" err="1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njaanee</a:t>
            </a:r>
            <a:r>
              <a:rPr lang="en-US" sz="240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400" err="1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kshoni</a:t>
            </a:r>
            <a:r>
              <a:rPr lang="en-US" sz="240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400" err="1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thannil</a:t>
            </a:r>
            <a:r>
              <a:rPr lang="en-US" sz="240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400" err="1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klheshippaan</a:t>
            </a:r>
            <a:r>
              <a:rPr lang="en-US" sz="240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</a:p>
          <a:p>
            <a:pPr marL="0" marR="0" lvl="0" indent="0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400" err="1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ethum</a:t>
            </a:r>
            <a:r>
              <a:rPr lang="en-US" sz="240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400" err="1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kaaryamillennente</a:t>
            </a:r>
            <a:r>
              <a:rPr lang="en-US" sz="240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400" err="1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ullham</a:t>
            </a:r>
            <a:r>
              <a:rPr lang="en-US" sz="240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400" err="1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chollunnu</a:t>
            </a:r>
            <a:r>
              <a:rPr lang="en-US" sz="240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(2)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55EA9E3-F01C-AE92-7DFF-579B763270ED}"/>
              </a:ext>
            </a:extLst>
          </p:cNvPr>
          <p:cNvSpPr txBox="1"/>
          <p:nvPr/>
        </p:nvSpPr>
        <p:spPr>
          <a:xfrm>
            <a:off x="592799" y="2708370"/>
            <a:ext cx="8449056" cy="1361911"/>
          </a:xfrm>
          <a:prstGeom prst="rect">
            <a:avLst/>
          </a:prstGeom>
          <a:noFill/>
        </p:spPr>
        <p:txBody>
          <a:bodyPr wrap="square" lIns="68580" tIns="34290" rIns="68580" bIns="34290" anchor="t">
            <a:spAutoFit/>
          </a:bodyPr>
          <a:lstStyle/>
          <a:p>
            <a:r>
              <a:rPr lang="en-US" sz="2800" err="1">
                <a:latin typeface="ML-TTKarthika" panose="04000000000000000000" pitchFamily="82" charset="0"/>
              </a:rPr>
              <a:t>Fsâ</a:t>
            </a:r>
            <a:r>
              <a:rPr lang="en-US" sz="2800">
                <a:latin typeface="ML-TTKarthika" panose="04000000000000000000" pitchFamily="82" charset="0"/>
              </a:rPr>
              <a:t> </a:t>
            </a:r>
            <a:r>
              <a:rPr lang="en-US" sz="2800" err="1">
                <a:latin typeface="ML-TTKarthika" panose="04000000000000000000" pitchFamily="82" charset="0"/>
              </a:rPr>
              <a:t>ssZhw</a:t>
            </a:r>
            <a:r>
              <a:rPr lang="en-US" sz="2800">
                <a:latin typeface="ML-TTKarthika" panose="04000000000000000000" pitchFamily="82" charset="0"/>
              </a:rPr>
              <a:t> </a:t>
            </a:r>
            <a:r>
              <a:rPr lang="en-US" sz="2800" err="1">
                <a:latin typeface="ML-TTKarthika" panose="04000000000000000000" pitchFamily="82" charset="0"/>
              </a:rPr>
              <a:t>alXz¯nÂ</a:t>
            </a:r>
            <a:r>
              <a:rPr lang="en-US" sz="2800">
                <a:latin typeface="ML-TTKarthika" panose="04000000000000000000" pitchFamily="82" charset="0"/>
              </a:rPr>
              <a:t> BÀ{</a:t>
            </a:r>
            <a:r>
              <a:rPr lang="en-US" sz="2800" err="1">
                <a:latin typeface="ML-TTKarthika" panose="04000000000000000000" pitchFamily="82" charset="0"/>
              </a:rPr>
              <a:t>Zhm</a:t>
            </a:r>
            <a:r>
              <a:rPr lang="en-US" sz="2800">
                <a:latin typeface="ML-TTKarthika" panose="04000000000000000000" pitchFamily="82" charset="0"/>
              </a:rPr>
              <a:t>\</a:t>
            </a:r>
            <a:r>
              <a:rPr lang="en-US" sz="2800" err="1">
                <a:latin typeface="ML-TTKarthika" panose="04000000000000000000" pitchFamily="82" charset="0"/>
              </a:rPr>
              <a:t>mbv</a:t>
            </a:r>
            <a:r>
              <a:rPr lang="en-US" sz="2800">
                <a:latin typeface="ML-TTKarthika" panose="04000000000000000000" pitchFamily="82" charset="0"/>
              </a:rPr>
              <a:t> Pohn¡pt¼mÄ </a:t>
            </a:r>
          </a:p>
          <a:p>
            <a:r>
              <a:rPr lang="en-US" sz="2800">
                <a:latin typeface="ML-TTKarthika" panose="04000000000000000000" pitchFamily="82" charset="0"/>
              </a:rPr>
              <a:t>km[p Rm\o </a:t>
            </a:r>
            <a:r>
              <a:rPr lang="en-US" sz="2800" err="1">
                <a:latin typeface="ML-TTKarthika" panose="04000000000000000000" pitchFamily="82" charset="0"/>
              </a:rPr>
              <a:t>t£mWn</a:t>
            </a:r>
            <a:r>
              <a:rPr lang="en-US" sz="2800">
                <a:latin typeface="ML-TTKarthika" panose="04000000000000000000" pitchFamily="82" charset="0"/>
              </a:rPr>
              <a:t> </a:t>
            </a:r>
            <a:r>
              <a:rPr lang="en-US" sz="2800" err="1">
                <a:latin typeface="ML-TTKarthika" panose="04000000000000000000" pitchFamily="82" charset="0"/>
              </a:rPr>
              <a:t>X¶nÂ</a:t>
            </a:r>
            <a:r>
              <a:rPr lang="en-US" sz="2800">
                <a:latin typeface="ML-TTKarthika" panose="04000000000000000000" pitchFamily="82" charset="0"/>
              </a:rPr>
              <a:t> t¢in¸m³ </a:t>
            </a:r>
          </a:p>
          <a:p>
            <a:r>
              <a:rPr lang="en-US" sz="2800" err="1">
                <a:latin typeface="ML-TTKarthika" panose="04000000000000000000" pitchFamily="82" charset="0"/>
              </a:rPr>
              <a:t>GXpw</a:t>
            </a:r>
            <a:r>
              <a:rPr lang="en-US" sz="2800">
                <a:latin typeface="ML-TTKarthika" panose="04000000000000000000" pitchFamily="82" charset="0"/>
              </a:rPr>
              <a:t> </a:t>
            </a:r>
            <a:r>
              <a:rPr lang="en-US" sz="2800" err="1">
                <a:latin typeface="ML-TTKarthika" panose="04000000000000000000" pitchFamily="82" charset="0"/>
              </a:rPr>
              <a:t>ImcyanÃs¶sâbpÅw</a:t>
            </a:r>
            <a:r>
              <a:rPr lang="en-US" sz="2800">
                <a:latin typeface="ML-TTKarthika" panose="04000000000000000000" pitchFamily="82" charset="0"/>
              </a:rPr>
              <a:t> </a:t>
            </a:r>
            <a:r>
              <a:rPr lang="en-US" sz="2800" err="1">
                <a:latin typeface="ML-TTKarthika" panose="04000000000000000000" pitchFamily="82" charset="0"/>
              </a:rPr>
              <a:t>sNmÃp¶p</a:t>
            </a:r>
            <a:r>
              <a:rPr lang="en-US" sz="2800">
                <a:latin typeface="ML-TTKarthika" panose="04000000000000000000" pitchFamily="82" charset="0"/>
              </a:rPr>
              <a:t> (2)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CE6B43-DE6B-1F95-90AD-6B91FE9112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89662DE0-2DC0-2370-1334-63B0981866BD}"/>
              </a:ext>
            </a:extLst>
          </p:cNvPr>
          <p:cNvSpPr txBox="1"/>
          <p:nvPr/>
        </p:nvSpPr>
        <p:spPr>
          <a:xfrm>
            <a:off x="-763" y="-17167"/>
            <a:ext cx="9144000" cy="486000"/>
          </a:xfrm>
          <a:prstGeom prst="rect">
            <a:avLst/>
          </a:prstGeom>
          <a:solidFill>
            <a:srgbClr val="E8D3D3"/>
          </a:solidFill>
        </p:spPr>
        <p:txBody>
          <a:bodyPr vert="horz" lIns="91440" tIns="45720" rIns="91440" bIns="45720" rtlCol="0" anchor="ctr">
            <a:noAutofit/>
          </a:bodyPr>
          <a:lstStyle>
            <a:lvl1pPr algn="ctr" defTabSz="685800">
              <a:lnSpc>
                <a:spcPct val="90000"/>
              </a:lnSpc>
              <a:spcBef>
                <a:spcPct val="0"/>
              </a:spcBef>
              <a:buNone/>
              <a:defRPr lang="en-US" sz="2400" b="0" i="0" dirty="0">
                <a:ea typeface="+mj-ea"/>
                <a:cs typeface="Segoe UI" panose="020B0502040204020203" pitchFamily="34" charset="0"/>
              </a:defRPr>
            </a:lvl1pPr>
          </a:lstStyle>
          <a:p>
            <a:r>
              <a:rPr lang="en-GB">
                <a:latin typeface="Segoe UI" panose="020B0502040204020203" pitchFamily="34" charset="0"/>
              </a:rPr>
              <a:t>Holy Communion - Hymn No 248</a:t>
            </a:r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9FB4678-08C8-C51D-2C24-4AF941854128}"/>
              </a:ext>
            </a:extLst>
          </p:cNvPr>
          <p:cNvSpPr txBox="1"/>
          <p:nvPr/>
        </p:nvSpPr>
        <p:spPr>
          <a:xfrm>
            <a:off x="7381874" y="4831355"/>
            <a:ext cx="1743075" cy="276999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r"/>
            <a:r>
              <a:rPr lang="en-US" sz="1200">
                <a:solidFill>
                  <a:prstClr val="black"/>
                </a:solidFill>
                <a:latin typeface="Segoe UI"/>
                <a:cs typeface="Segoe UI"/>
              </a:rPr>
              <a:t>Communion 3 : 2 of 9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B134686-293A-7EC5-F051-1DCE8965DD2A}"/>
              </a:ext>
            </a:extLst>
          </p:cNvPr>
          <p:cNvSpPr txBox="1"/>
          <p:nvPr/>
        </p:nvSpPr>
        <p:spPr>
          <a:xfrm>
            <a:off x="491739" y="1283823"/>
            <a:ext cx="7871155" cy="1361911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0" marR="0" lvl="0" indent="0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400" err="1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vaishamyamullhethu</a:t>
            </a:r>
            <a:r>
              <a:rPr lang="en-US" sz="240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400" err="1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kunnum</a:t>
            </a:r>
            <a:r>
              <a:rPr lang="en-US" sz="240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400" err="1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njaan</a:t>
            </a:r>
            <a:r>
              <a:rPr lang="en-US" sz="240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400" err="1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karerhi</a:t>
            </a:r>
            <a:r>
              <a:rPr lang="en-US" sz="240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nada </a:t>
            </a:r>
            <a:r>
              <a:rPr lang="en-US" sz="2400" err="1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kolhvan</a:t>
            </a:r>
            <a:br>
              <a:rPr lang="en-US" sz="240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lang="en-US" sz="2400" err="1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rakshakanen</a:t>
            </a:r>
            <a:r>
              <a:rPr lang="en-US" sz="240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400" err="1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kaalukalhkku</a:t>
            </a:r>
            <a:r>
              <a:rPr lang="en-US" sz="240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400" err="1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vegamaay</a:t>
            </a:r>
            <a:r>
              <a:rPr lang="en-US" sz="240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</a:p>
          <a:p>
            <a:pPr marL="0" marR="0" lvl="0" indent="0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400" err="1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theernnen</a:t>
            </a:r>
            <a:r>
              <a:rPr lang="en-US" sz="240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400" err="1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paathayil</a:t>
            </a:r>
            <a:r>
              <a:rPr lang="en-US" sz="240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400" err="1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njaan</a:t>
            </a:r>
            <a:r>
              <a:rPr lang="en-US" sz="240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400" err="1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maanine</a:t>
            </a:r>
            <a:r>
              <a:rPr lang="en-US" sz="240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pol </a:t>
            </a:r>
            <a:r>
              <a:rPr lang="en-US" sz="2400" err="1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odidum</a:t>
            </a:r>
            <a:r>
              <a:rPr lang="en-US" sz="240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(2)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317A07F-26D7-D2BC-3B4F-1072FD3D1143}"/>
              </a:ext>
            </a:extLst>
          </p:cNvPr>
          <p:cNvSpPr txBox="1"/>
          <p:nvPr/>
        </p:nvSpPr>
        <p:spPr>
          <a:xfrm>
            <a:off x="492438" y="2708370"/>
            <a:ext cx="8449056" cy="1361911"/>
          </a:xfrm>
          <a:prstGeom prst="rect">
            <a:avLst/>
          </a:prstGeom>
          <a:noFill/>
        </p:spPr>
        <p:txBody>
          <a:bodyPr wrap="square" lIns="68580" tIns="34290" rIns="68580" bIns="34290" anchor="t">
            <a:spAutoFit/>
          </a:bodyPr>
          <a:lstStyle/>
          <a:p>
            <a:r>
              <a:rPr lang="en-US" sz="2800" err="1">
                <a:latin typeface="ML-TTKarthika" panose="04000000000000000000" pitchFamily="82" charset="0"/>
              </a:rPr>
              <a:t>sshjayaptÅXp</a:t>
            </a:r>
            <a:r>
              <a:rPr lang="en-US" sz="2800">
                <a:latin typeface="ML-TTKarthika" panose="04000000000000000000" pitchFamily="82" charset="0"/>
              </a:rPr>
              <a:t> </a:t>
            </a:r>
            <a:r>
              <a:rPr lang="en-US" sz="2800" err="1">
                <a:latin typeface="ML-TTKarthika" panose="04000000000000000000" pitchFamily="82" charset="0"/>
              </a:rPr>
              <a:t>Ip¶pw</a:t>
            </a:r>
            <a:r>
              <a:rPr lang="en-US" sz="2800">
                <a:latin typeface="ML-TTKarthika" panose="04000000000000000000" pitchFamily="82" charset="0"/>
              </a:rPr>
              <a:t> Rm³ </a:t>
            </a:r>
            <a:r>
              <a:rPr lang="en-US" sz="2800" err="1">
                <a:latin typeface="ML-TTKarthika" panose="04000000000000000000" pitchFamily="82" charset="0"/>
              </a:rPr>
              <a:t>Itcdn</a:t>
            </a:r>
            <a:r>
              <a:rPr lang="en-US" sz="2800">
                <a:latin typeface="ML-TTKarthika" panose="04000000000000000000" pitchFamily="82" charset="0"/>
              </a:rPr>
              <a:t> \S sImÄhm³ </a:t>
            </a:r>
          </a:p>
          <a:p>
            <a:r>
              <a:rPr lang="en-US" sz="2800" err="1">
                <a:latin typeface="ML-TTKarthika" panose="04000000000000000000" pitchFamily="82" charset="0"/>
              </a:rPr>
              <a:t>c£Is</a:t>
            </a:r>
            <a:r>
              <a:rPr lang="en-US" sz="2800">
                <a:latin typeface="ML-TTKarthika" panose="04000000000000000000" pitchFamily="82" charset="0"/>
              </a:rPr>
              <a:t>\³ </a:t>
            </a:r>
            <a:r>
              <a:rPr lang="en-US" sz="2800" err="1">
                <a:latin typeface="ML-TTKarthika" panose="04000000000000000000" pitchFamily="82" charset="0"/>
              </a:rPr>
              <a:t>ImepIÄ¡p</a:t>
            </a:r>
            <a:r>
              <a:rPr lang="en-US" sz="2800">
                <a:latin typeface="ML-TTKarthika" panose="04000000000000000000" pitchFamily="82" charset="0"/>
              </a:rPr>
              <a:t> </a:t>
            </a:r>
            <a:r>
              <a:rPr lang="en-US" sz="2800" err="1">
                <a:latin typeface="ML-TTKarthika" panose="04000000000000000000" pitchFamily="82" charset="0"/>
              </a:rPr>
              <a:t>thKambv</a:t>
            </a:r>
            <a:r>
              <a:rPr lang="en-US" sz="2800">
                <a:latin typeface="ML-TTKarthika" panose="04000000000000000000" pitchFamily="82" charset="0"/>
              </a:rPr>
              <a:t> </a:t>
            </a:r>
          </a:p>
          <a:p>
            <a:r>
              <a:rPr lang="en-US" sz="2800">
                <a:latin typeface="ML-TTKarthika" panose="04000000000000000000" pitchFamily="82" charset="0"/>
              </a:rPr>
              <a:t>XoÀs¶³ ]</a:t>
            </a:r>
            <a:r>
              <a:rPr lang="en-US" sz="2800" err="1">
                <a:latin typeface="ML-TTKarthika" panose="04000000000000000000" pitchFamily="82" charset="0"/>
              </a:rPr>
              <a:t>mXbnÂ</a:t>
            </a:r>
            <a:r>
              <a:rPr lang="en-US" sz="2800">
                <a:latin typeface="ML-TTKarthika" panose="04000000000000000000" pitchFamily="82" charset="0"/>
              </a:rPr>
              <a:t> Rm³ am\ns\</a:t>
            </a:r>
            <a:r>
              <a:rPr lang="en-US" sz="2800" err="1">
                <a:latin typeface="ML-TTKarthika" panose="04000000000000000000" pitchFamily="82" charset="0"/>
              </a:rPr>
              <a:t>t¸mtemSnSpw</a:t>
            </a:r>
            <a:r>
              <a:rPr lang="en-US" sz="2800">
                <a:latin typeface="ML-TTKarthika" panose="04000000000000000000" pitchFamily="82" charset="0"/>
              </a:rPr>
              <a:t> (2)</a:t>
            </a:r>
          </a:p>
        </p:txBody>
      </p:sp>
    </p:spTree>
    <p:extLst>
      <p:ext uri="{BB962C8B-B14F-4D97-AF65-F5344CB8AC3E}">
        <p14:creationId xmlns:p14="http://schemas.microsoft.com/office/powerpoint/2010/main" val="4082017070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F21BA4-9118-A4DE-3290-9A41023CC4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D9978948-E7B4-6730-987A-1DCED85D0D38}"/>
              </a:ext>
            </a:extLst>
          </p:cNvPr>
          <p:cNvSpPr txBox="1"/>
          <p:nvPr/>
        </p:nvSpPr>
        <p:spPr>
          <a:xfrm>
            <a:off x="-763" y="-17167"/>
            <a:ext cx="9144000" cy="486000"/>
          </a:xfrm>
          <a:prstGeom prst="rect">
            <a:avLst/>
          </a:prstGeom>
          <a:solidFill>
            <a:srgbClr val="E8D3D3"/>
          </a:solidFill>
        </p:spPr>
        <p:txBody>
          <a:bodyPr vert="horz" lIns="91440" tIns="45720" rIns="91440" bIns="45720" rtlCol="0" anchor="ctr">
            <a:noAutofit/>
          </a:bodyPr>
          <a:lstStyle>
            <a:lvl1pPr algn="ctr" defTabSz="685800">
              <a:lnSpc>
                <a:spcPct val="90000"/>
              </a:lnSpc>
              <a:spcBef>
                <a:spcPct val="0"/>
              </a:spcBef>
              <a:buNone/>
              <a:defRPr lang="en-US" sz="2400" b="0" i="0" dirty="0">
                <a:ea typeface="+mj-ea"/>
                <a:cs typeface="Segoe UI" panose="020B0502040204020203" pitchFamily="34" charset="0"/>
              </a:defRPr>
            </a:lvl1pPr>
          </a:lstStyle>
          <a:p>
            <a:r>
              <a:rPr lang="en-GB">
                <a:latin typeface="Segoe UI" panose="020B0502040204020203" pitchFamily="34" charset="0"/>
              </a:rPr>
              <a:t>Holy Communion - Hymn No 248</a:t>
            </a:r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CEFAB53-38C1-371C-ACAE-FBD79BAEB510}"/>
              </a:ext>
            </a:extLst>
          </p:cNvPr>
          <p:cNvSpPr txBox="1"/>
          <p:nvPr/>
        </p:nvSpPr>
        <p:spPr>
          <a:xfrm>
            <a:off x="7381874" y="4831355"/>
            <a:ext cx="1743075" cy="276999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r"/>
            <a:r>
              <a:rPr lang="en-US" sz="1200">
                <a:solidFill>
                  <a:prstClr val="black"/>
                </a:solidFill>
                <a:latin typeface="Segoe UI"/>
                <a:cs typeface="Segoe UI"/>
              </a:rPr>
              <a:t>Communion 3 : 3 of 9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1D4E601-50C8-238B-2F8D-60F9843C6552}"/>
              </a:ext>
            </a:extLst>
          </p:cNvPr>
          <p:cNvSpPr txBox="1"/>
          <p:nvPr/>
        </p:nvSpPr>
        <p:spPr>
          <a:xfrm>
            <a:off x="885591" y="1282941"/>
            <a:ext cx="7154265" cy="1361911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0" marR="0" lvl="0" indent="0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400" err="1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aarumenikkillenno</a:t>
            </a:r>
            <a:r>
              <a:rPr lang="en-US" sz="240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400" err="1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njaan</a:t>
            </a:r>
            <a:r>
              <a:rPr lang="en-US" sz="240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400" err="1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ekanaayi</a:t>
            </a:r>
            <a:r>
              <a:rPr lang="en-US" sz="240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400" err="1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theerhnnuvenno</a:t>
            </a:r>
            <a:br>
              <a:rPr lang="en-US" sz="240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lang="en-US" sz="2400" err="1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maanasaththil</a:t>
            </a:r>
            <a:r>
              <a:rPr lang="en-US" sz="240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400" err="1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aadhi</a:t>
            </a:r>
            <a:r>
              <a:rPr lang="en-US" sz="240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400" err="1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poondu</a:t>
            </a:r>
            <a:r>
              <a:rPr lang="en-US" sz="240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400" err="1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khedippaan</a:t>
            </a:r>
            <a:r>
              <a:rPr lang="en-US" sz="240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</a:p>
          <a:p>
            <a:pPr marL="0" marR="0" lvl="0" indent="0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400" err="1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saadhu</a:t>
            </a:r>
            <a:r>
              <a:rPr lang="en-US" sz="240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400" err="1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andhanaayi</a:t>
            </a:r>
            <a:r>
              <a:rPr lang="en-US" sz="240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400" err="1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theerhnnidalle</a:t>
            </a:r>
            <a:r>
              <a:rPr lang="en-US" sz="240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400" err="1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daivame</a:t>
            </a:r>
            <a:r>
              <a:rPr lang="en-US" sz="240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(2)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999CA33-AAE7-AA82-0232-B936F698D5B9}"/>
              </a:ext>
            </a:extLst>
          </p:cNvPr>
          <p:cNvSpPr txBox="1"/>
          <p:nvPr/>
        </p:nvSpPr>
        <p:spPr>
          <a:xfrm>
            <a:off x="889020" y="2785866"/>
            <a:ext cx="8079638" cy="1361911"/>
          </a:xfrm>
          <a:prstGeom prst="rect">
            <a:avLst/>
          </a:prstGeom>
          <a:noFill/>
        </p:spPr>
        <p:txBody>
          <a:bodyPr wrap="square" lIns="68580" tIns="34290" rIns="68580" bIns="34290" anchor="t">
            <a:spAutoFit/>
          </a:bodyPr>
          <a:lstStyle/>
          <a:p>
            <a:r>
              <a:rPr lang="en-US" sz="2800" err="1">
                <a:latin typeface="ML-TTKarthika" panose="04000000000000000000" pitchFamily="82" charset="0"/>
              </a:rPr>
              <a:t>Bcpsa</a:t>
            </a:r>
            <a:r>
              <a:rPr lang="en-US" sz="2800">
                <a:latin typeface="ML-TTKarthika" panose="04000000000000000000" pitchFamily="82" charset="0"/>
              </a:rPr>
              <a:t>\</a:t>
            </a:r>
            <a:r>
              <a:rPr lang="en-US" sz="2800" err="1">
                <a:latin typeface="ML-TTKarthika" panose="04000000000000000000" pitchFamily="82" charset="0"/>
              </a:rPr>
              <a:t>n¡nsÃt¶m</a:t>
            </a:r>
            <a:r>
              <a:rPr lang="en-US" sz="2800">
                <a:latin typeface="ML-TTKarthika" panose="04000000000000000000" pitchFamily="82" charset="0"/>
              </a:rPr>
              <a:t> Rm³ GI\</a:t>
            </a:r>
            <a:r>
              <a:rPr lang="en-US" sz="2800" err="1">
                <a:latin typeface="ML-TTKarthika" panose="04000000000000000000" pitchFamily="82" charset="0"/>
              </a:rPr>
              <a:t>mbn</a:t>
            </a:r>
            <a:r>
              <a:rPr lang="en-US" sz="2800">
                <a:latin typeface="ML-TTKarthika" panose="04000000000000000000" pitchFamily="82" charset="0"/>
              </a:rPr>
              <a:t> </a:t>
            </a:r>
            <a:r>
              <a:rPr lang="en-US" sz="2800" err="1">
                <a:latin typeface="ML-TTKarthika" panose="04000000000000000000" pitchFamily="82" charset="0"/>
              </a:rPr>
              <a:t>XoÀ¶psht¶m</a:t>
            </a:r>
            <a:r>
              <a:rPr lang="en-US" sz="2800">
                <a:latin typeface="ML-TTKarthika" panose="04000000000000000000" pitchFamily="82" charset="0"/>
              </a:rPr>
              <a:t> </a:t>
            </a:r>
          </a:p>
          <a:p>
            <a:r>
              <a:rPr lang="en-US" sz="2800">
                <a:latin typeface="ML-TTKarthika" panose="04000000000000000000" pitchFamily="82" charset="0"/>
              </a:rPr>
              <a:t>am\</a:t>
            </a:r>
            <a:r>
              <a:rPr lang="en-US" sz="2800" err="1">
                <a:latin typeface="ML-TTKarthika" panose="04000000000000000000" pitchFamily="82" charset="0"/>
              </a:rPr>
              <a:t>k¯nem</a:t>
            </a:r>
            <a:r>
              <a:rPr lang="en-US" sz="2800">
                <a:latin typeface="ML-TTKarthika" panose="04000000000000000000" pitchFamily="82" charset="0"/>
              </a:rPr>
              <a:t>[n ]</a:t>
            </a:r>
            <a:r>
              <a:rPr lang="en-US" sz="2800" err="1">
                <a:latin typeface="ML-TTKarthika" panose="04000000000000000000" pitchFamily="82" charset="0"/>
              </a:rPr>
              <a:t>q¬Sp</a:t>
            </a:r>
            <a:r>
              <a:rPr lang="en-US" sz="2800">
                <a:latin typeface="ML-TTKarthika" panose="04000000000000000000" pitchFamily="82" charset="0"/>
              </a:rPr>
              <a:t> tJZn¸m³ </a:t>
            </a:r>
          </a:p>
          <a:p>
            <a:r>
              <a:rPr lang="en-US" sz="2800">
                <a:latin typeface="ML-TTKarthika" panose="04000000000000000000" pitchFamily="82" charset="0"/>
              </a:rPr>
              <a:t>km[p AÔ\</a:t>
            </a:r>
            <a:r>
              <a:rPr lang="en-US" sz="2800" err="1">
                <a:latin typeface="ML-TTKarthika" panose="04000000000000000000" pitchFamily="82" charset="0"/>
              </a:rPr>
              <a:t>mbn</a:t>
            </a:r>
            <a:r>
              <a:rPr lang="en-US" sz="2800">
                <a:latin typeface="ML-TTKarthika" panose="04000000000000000000" pitchFamily="82" charset="0"/>
              </a:rPr>
              <a:t> </a:t>
            </a:r>
            <a:r>
              <a:rPr lang="en-US" sz="2800" err="1">
                <a:latin typeface="ML-TTKarthika" panose="04000000000000000000" pitchFamily="82" charset="0"/>
              </a:rPr>
              <a:t>XoÀ¶nSsÃ</a:t>
            </a:r>
            <a:r>
              <a:rPr lang="en-US" sz="2800">
                <a:latin typeface="ML-TTKarthika" panose="04000000000000000000" pitchFamily="82" charset="0"/>
              </a:rPr>
              <a:t> </a:t>
            </a:r>
            <a:r>
              <a:rPr lang="en-US" sz="2800" err="1">
                <a:latin typeface="ML-TTKarthika" panose="04000000000000000000" pitchFamily="82" charset="0"/>
              </a:rPr>
              <a:t>ssZhta</a:t>
            </a:r>
            <a:r>
              <a:rPr lang="en-US" sz="2800">
                <a:latin typeface="ML-TTKarthika" panose="04000000000000000000" pitchFamily="82" charset="0"/>
              </a:rPr>
              <a:t>! (2) </a:t>
            </a:r>
          </a:p>
        </p:txBody>
      </p:sp>
    </p:spTree>
    <p:extLst>
      <p:ext uri="{BB962C8B-B14F-4D97-AF65-F5344CB8AC3E}">
        <p14:creationId xmlns:p14="http://schemas.microsoft.com/office/powerpoint/2010/main" val="863313435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79399F-3AA9-2DFF-53CD-0E329CD606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6A199DE6-16FE-2377-C824-6802224D3DA9}"/>
              </a:ext>
            </a:extLst>
          </p:cNvPr>
          <p:cNvSpPr txBox="1"/>
          <p:nvPr/>
        </p:nvSpPr>
        <p:spPr>
          <a:xfrm>
            <a:off x="-763" y="-17167"/>
            <a:ext cx="9144000" cy="486000"/>
          </a:xfrm>
          <a:prstGeom prst="rect">
            <a:avLst/>
          </a:prstGeom>
          <a:solidFill>
            <a:srgbClr val="E8D3D3"/>
          </a:solidFill>
        </p:spPr>
        <p:txBody>
          <a:bodyPr vert="horz" lIns="91440" tIns="45720" rIns="91440" bIns="45720" rtlCol="0" anchor="ctr">
            <a:noAutofit/>
          </a:bodyPr>
          <a:lstStyle>
            <a:lvl1pPr algn="ctr" defTabSz="685800">
              <a:lnSpc>
                <a:spcPct val="90000"/>
              </a:lnSpc>
              <a:spcBef>
                <a:spcPct val="0"/>
              </a:spcBef>
              <a:buNone/>
              <a:defRPr lang="en-US" sz="2400" b="0" i="0" dirty="0">
                <a:ea typeface="+mj-ea"/>
                <a:cs typeface="Segoe UI" panose="020B0502040204020203" pitchFamily="34" charset="0"/>
              </a:defRPr>
            </a:lvl1pPr>
          </a:lstStyle>
          <a:p>
            <a:r>
              <a:rPr lang="en-GB">
                <a:latin typeface="Segoe UI" panose="020B0502040204020203" pitchFamily="34" charset="0"/>
              </a:rPr>
              <a:t>Holy Communion - Hymn No 248</a:t>
            </a:r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3B4E11C-8D5C-A1CC-B820-27DCA3F70528}"/>
              </a:ext>
            </a:extLst>
          </p:cNvPr>
          <p:cNvSpPr txBox="1"/>
          <p:nvPr/>
        </p:nvSpPr>
        <p:spPr>
          <a:xfrm>
            <a:off x="7381874" y="4831355"/>
            <a:ext cx="1743075" cy="276999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r"/>
            <a:r>
              <a:rPr lang="en-US" sz="1200">
                <a:solidFill>
                  <a:prstClr val="black"/>
                </a:solidFill>
                <a:latin typeface="Segoe UI"/>
                <a:cs typeface="Segoe UI"/>
              </a:rPr>
              <a:t>Communion 3 : 4 of 9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C38A149-2422-F417-AE32-942CCF7D19DD}"/>
              </a:ext>
            </a:extLst>
          </p:cNvPr>
          <p:cNvSpPr txBox="1"/>
          <p:nvPr/>
        </p:nvSpPr>
        <p:spPr>
          <a:xfrm>
            <a:off x="548850" y="1349260"/>
            <a:ext cx="8552984" cy="1361911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0" marR="0" lvl="0" indent="0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400" err="1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ente</a:t>
            </a:r>
            <a:r>
              <a:rPr lang="en-US" sz="240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400" err="1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nithya</a:t>
            </a:r>
            <a:r>
              <a:rPr lang="en-US" sz="240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400" err="1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snehithanmaarh</a:t>
            </a:r>
            <a:r>
              <a:rPr lang="en-US" sz="240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400" err="1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daiva</a:t>
            </a:r>
            <a:r>
              <a:rPr lang="en-US" sz="240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400" err="1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dootha</a:t>
            </a:r>
            <a:r>
              <a:rPr lang="en-US" sz="240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400" err="1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sanghamathre</a:t>
            </a:r>
            <a:endParaRPr lang="en-US" sz="2400">
              <a:solidFill>
                <a:prstClr val="black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0" marR="0" lvl="0" indent="0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400" err="1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ippolhavarh</a:t>
            </a:r>
            <a:r>
              <a:rPr lang="en-US" sz="240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400" err="1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daivamunpil</a:t>
            </a:r>
            <a:r>
              <a:rPr lang="en-US" sz="240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400" err="1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sevayaam</a:t>
            </a:r>
            <a:endParaRPr lang="en-US" sz="2400">
              <a:solidFill>
                <a:prstClr val="black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0" marR="0" lvl="0" indent="0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400" err="1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enne</a:t>
            </a:r>
            <a:r>
              <a:rPr lang="en-US" sz="240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400" err="1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kaaval</a:t>
            </a:r>
            <a:r>
              <a:rPr lang="en-US" sz="240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400" err="1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cheythu</a:t>
            </a:r>
            <a:r>
              <a:rPr lang="en-US" sz="240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400" err="1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shushrooshippaan</a:t>
            </a:r>
            <a:r>
              <a:rPr lang="en-US" sz="240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400" err="1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vannidum</a:t>
            </a:r>
            <a:r>
              <a:rPr lang="en-US" sz="240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(2)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4D272DD-8DFF-1668-F3EA-BD90B10DC929}"/>
              </a:ext>
            </a:extLst>
          </p:cNvPr>
          <p:cNvSpPr txBox="1"/>
          <p:nvPr/>
        </p:nvSpPr>
        <p:spPr>
          <a:xfrm>
            <a:off x="551295" y="2708370"/>
            <a:ext cx="7573061" cy="1361911"/>
          </a:xfrm>
          <a:prstGeom prst="rect">
            <a:avLst/>
          </a:prstGeom>
          <a:noFill/>
        </p:spPr>
        <p:txBody>
          <a:bodyPr wrap="square" lIns="68580" tIns="34290" rIns="68580" bIns="34290" anchor="t">
            <a:spAutoFit/>
          </a:bodyPr>
          <a:lstStyle/>
          <a:p>
            <a:r>
              <a:rPr lang="en-US" sz="2800" err="1">
                <a:latin typeface="ML-TTKarthika" panose="04000000000000000000" pitchFamily="82" charset="0"/>
              </a:rPr>
              <a:t>Fsâ</a:t>
            </a:r>
            <a:r>
              <a:rPr lang="en-US" sz="2800">
                <a:latin typeface="ML-TTKarthika" panose="04000000000000000000" pitchFamily="82" charset="0"/>
              </a:rPr>
              <a:t> \</a:t>
            </a:r>
            <a:r>
              <a:rPr lang="en-US" sz="2800" err="1">
                <a:latin typeface="ML-TTKarthika" panose="04000000000000000000" pitchFamily="82" charset="0"/>
              </a:rPr>
              <a:t>nXy</a:t>
            </a:r>
            <a:r>
              <a:rPr lang="en-US" sz="2800">
                <a:latin typeface="ML-TTKarthika" panose="04000000000000000000" pitchFamily="82" charset="0"/>
              </a:rPr>
              <a:t> </a:t>
            </a:r>
            <a:r>
              <a:rPr lang="en-US" sz="2800" err="1">
                <a:latin typeface="ML-TTKarthika" panose="04000000000000000000" pitchFamily="82" charset="0"/>
              </a:rPr>
              <a:t>kvt</a:t>
            </a:r>
            <a:r>
              <a:rPr lang="en-US" sz="2800">
                <a:latin typeface="ML-TTKarthika" panose="04000000000000000000" pitchFamily="82" charset="0"/>
              </a:rPr>
              <a:t>\</a:t>
            </a:r>
            <a:r>
              <a:rPr lang="en-US" sz="2800" err="1">
                <a:latin typeface="ML-TTKarthika" panose="04000000000000000000" pitchFamily="82" charset="0"/>
              </a:rPr>
              <a:t>lnX·mÀ</a:t>
            </a:r>
            <a:r>
              <a:rPr lang="en-US" sz="2800">
                <a:latin typeface="ML-TTKarthika" panose="04000000000000000000" pitchFamily="82" charset="0"/>
              </a:rPr>
              <a:t> </a:t>
            </a:r>
            <a:r>
              <a:rPr lang="en-US" sz="2800" err="1">
                <a:latin typeface="ML-TTKarthika" panose="04000000000000000000" pitchFamily="82" charset="0"/>
              </a:rPr>
              <a:t>ssZh</a:t>
            </a:r>
            <a:r>
              <a:rPr lang="en-US" sz="2800">
                <a:latin typeface="ML-TTKarthika" panose="04000000000000000000" pitchFamily="82" charset="0"/>
              </a:rPr>
              <a:t> </a:t>
            </a:r>
            <a:r>
              <a:rPr lang="en-US" sz="2800" err="1">
                <a:latin typeface="ML-TTKarthika" panose="04000000000000000000" pitchFamily="82" charset="0"/>
              </a:rPr>
              <a:t>ZqXkwLat</a:t>
            </a:r>
            <a:r>
              <a:rPr lang="en-US" sz="2800">
                <a:latin typeface="ML-TTKarthika" panose="04000000000000000000" pitchFamily="82" charset="0"/>
              </a:rPr>
              <a:t>{X </a:t>
            </a:r>
          </a:p>
          <a:p>
            <a:r>
              <a:rPr lang="en-US" sz="2800" err="1">
                <a:latin typeface="ML-TTKarthika" panose="04000000000000000000" pitchFamily="82" charset="0"/>
              </a:rPr>
              <a:t>Ct¸mfhÀ</a:t>
            </a:r>
            <a:r>
              <a:rPr lang="en-US" sz="2800">
                <a:latin typeface="ML-TTKarthika" panose="04000000000000000000" pitchFamily="82" charset="0"/>
              </a:rPr>
              <a:t> ssZhap¼nÂ </a:t>
            </a:r>
            <a:r>
              <a:rPr lang="en-US" sz="2800" err="1">
                <a:latin typeface="ML-TTKarthika" panose="04000000000000000000" pitchFamily="82" charset="0"/>
              </a:rPr>
              <a:t>tkhbmw</a:t>
            </a:r>
            <a:r>
              <a:rPr lang="en-US" sz="2800">
                <a:latin typeface="ML-TTKarthika" panose="04000000000000000000" pitchFamily="82" charset="0"/>
              </a:rPr>
              <a:t> </a:t>
            </a:r>
          </a:p>
          <a:p>
            <a:r>
              <a:rPr lang="en-US" sz="2800">
                <a:latin typeface="ML-TTKarthika" panose="04000000000000000000" pitchFamily="82" charset="0"/>
              </a:rPr>
              <a:t>Fs¶ </a:t>
            </a:r>
            <a:r>
              <a:rPr lang="en-US" sz="2800" err="1">
                <a:latin typeface="ML-TTKarthika" panose="04000000000000000000" pitchFamily="82" charset="0"/>
              </a:rPr>
              <a:t>ImhÂ</a:t>
            </a:r>
            <a:r>
              <a:rPr lang="en-US" sz="2800">
                <a:latin typeface="ML-TTKarthika" panose="04000000000000000000" pitchFamily="82" charset="0"/>
              </a:rPr>
              <a:t> </a:t>
            </a:r>
            <a:r>
              <a:rPr lang="en-US" sz="2800" err="1">
                <a:latin typeface="ML-TTKarthika" panose="04000000000000000000" pitchFamily="82" charset="0"/>
              </a:rPr>
              <a:t>sNbvXp</a:t>
            </a:r>
            <a:r>
              <a:rPr lang="en-US" sz="2800">
                <a:latin typeface="ML-TTKarthika" panose="04000000000000000000" pitchFamily="82" charset="0"/>
              </a:rPr>
              <a:t> </a:t>
            </a:r>
            <a:r>
              <a:rPr lang="en-US" sz="2800" err="1">
                <a:latin typeface="ML-TTKarthika" panose="04000000000000000000" pitchFamily="82" charset="0"/>
              </a:rPr>
              <a:t>ip</a:t>
            </a:r>
            <a:r>
              <a:rPr lang="en-US" sz="2800">
                <a:latin typeface="ML-TTKarthika" panose="04000000000000000000" pitchFamily="82" charset="0"/>
              </a:rPr>
              <a:t>{iqjn¸m³ </a:t>
            </a:r>
            <a:r>
              <a:rPr lang="en-US" sz="2800" err="1">
                <a:latin typeface="ML-TTKarthika" panose="04000000000000000000" pitchFamily="82" charset="0"/>
              </a:rPr>
              <a:t>h¶nSpw</a:t>
            </a:r>
            <a:r>
              <a:rPr lang="en-US" sz="2800">
                <a:latin typeface="ML-TTKarthika" panose="04000000000000000000" pitchFamily="82" charset="0"/>
              </a:rPr>
              <a:t> (2)</a:t>
            </a:r>
          </a:p>
        </p:txBody>
      </p:sp>
    </p:spTree>
    <p:extLst>
      <p:ext uri="{BB962C8B-B14F-4D97-AF65-F5344CB8AC3E}">
        <p14:creationId xmlns:p14="http://schemas.microsoft.com/office/powerpoint/2010/main" val="1668414262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B1E9F5-3131-A28C-2B7D-3AF76CD336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29D93AFD-600A-0D53-01DA-E8340DF76631}"/>
              </a:ext>
            </a:extLst>
          </p:cNvPr>
          <p:cNvSpPr txBox="1"/>
          <p:nvPr/>
        </p:nvSpPr>
        <p:spPr>
          <a:xfrm>
            <a:off x="-763" y="-17167"/>
            <a:ext cx="9144000" cy="486000"/>
          </a:xfrm>
          <a:prstGeom prst="rect">
            <a:avLst/>
          </a:prstGeom>
          <a:solidFill>
            <a:srgbClr val="E8D3D3"/>
          </a:solidFill>
        </p:spPr>
        <p:txBody>
          <a:bodyPr vert="horz" lIns="91440" tIns="45720" rIns="91440" bIns="45720" rtlCol="0" anchor="ctr">
            <a:noAutofit/>
          </a:bodyPr>
          <a:lstStyle>
            <a:lvl1pPr algn="ctr" defTabSz="685800">
              <a:lnSpc>
                <a:spcPct val="90000"/>
              </a:lnSpc>
              <a:spcBef>
                <a:spcPct val="0"/>
              </a:spcBef>
              <a:buNone/>
              <a:defRPr lang="en-US" sz="2400" b="0" i="0" dirty="0">
                <a:ea typeface="+mj-ea"/>
                <a:cs typeface="Segoe UI" panose="020B0502040204020203" pitchFamily="34" charset="0"/>
              </a:defRPr>
            </a:lvl1pPr>
          </a:lstStyle>
          <a:p>
            <a:r>
              <a:rPr lang="en-GB">
                <a:latin typeface="Segoe UI" panose="020B0502040204020203" pitchFamily="34" charset="0"/>
              </a:rPr>
              <a:t>Holy Communion - Hymn No 248</a:t>
            </a:r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5E4D0B2-2B42-520F-ED6B-C62CD695B739}"/>
              </a:ext>
            </a:extLst>
          </p:cNvPr>
          <p:cNvSpPr txBox="1"/>
          <p:nvPr/>
        </p:nvSpPr>
        <p:spPr>
          <a:xfrm>
            <a:off x="7381874" y="4831355"/>
            <a:ext cx="1743075" cy="276999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r"/>
            <a:r>
              <a:rPr lang="en-US" sz="1200">
                <a:solidFill>
                  <a:prstClr val="black"/>
                </a:solidFill>
                <a:latin typeface="Segoe UI"/>
                <a:cs typeface="Segoe UI"/>
              </a:rPr>
              <a:t>Communion 3 : 5 of 9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3A34DF9-4CE7-F741-87C1-32AB1EB1679B}"/>
              </a:ext>
            </a:extLst>
          </p:cNvPr>
          <p:cNvSpPr txBox="1"/>
          <p:nvPr/>
        </p:nvSpPr>
        <p:spPr>
          <a:xfrm>
            <a:off x="562969" y="1284316"/>
            <a:ext cx="7849210" cy="1361911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0" marR="0" lvl="0" indent="0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400" err="1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dukhithanaay</a:t>
            </a:r>
            <a:r>
              <a:rPr lang="en-US" sz="240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400" err="1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odi</a:t>
            </a:r>
            <a:r>
              <a:rPr lang="en-US" sz="240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400" err="1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poy</a:t>
            </a:r>
            <a:r>
              <a:rPr lang="en-US" sz="240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400" err="1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njaan</a:t>
            </a:r>
            <a:r>
              <a:rPr lang="en-US" sz="240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400" err="1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marubhoovil</a:t>
            </a:r>
            <a:r>
              <a:rPr lang="en-US" sz="240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400" err="1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kidannaalum</a:t>
            </a:r>
            <a:br>
              <a:rPr lang="en-US" sz="240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lang="en-US" sz="2400" err="1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enne</a:t>
            </a:r>
            <a:r>
              <a:rPr lang="en-US" sz="240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400" err="1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orthu</a:t>
            </a:r>
            <a:r>
              <a:rPr lang="en-US" sz="240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400" err="1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daiva</a:t>
            </a:r>
            <a:r>
              <a:rPr lang="en-US" sz="240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400" err="1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dootharh</a:t>
            </a:r>
            <a:r>
              <a:rPr lang="en-US" sz="240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400" err="1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vannidum</a:t>
            </a:r>
            <a:r>
              <a:rPr lang="en-US" sz="240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</a:p>
          <a:p>
            <a:pPr marL="0" marR="0" lvl="0" indent="0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400" err="1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ettam</a:t>
            </a:r>
            <a:r>
              <a:rPr lang="en-US" sz="240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400" err="1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sneha</a:t>
            </a:r>
            <a:r>
              <a:rPr lang="en-US" sz="240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400" err="1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choododappavumaay</a:t>
            </a:r>
            <a:r>
              <a:rPr lang="en-US" sz="240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400" err="1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vannidum</a:t>
            </a:r>
            <a:r>
              <a:rPr lang="en-US" sz="240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(2)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8D2955C-CCAA-4ACC-7B91-113B571A3017}"/>
              </a:ext>
            </a:extLst>
          </p:cNvPr>
          <p:cNvSpPr txBox="1"/>
          <p:nvPr/>
        </p:nvSpPr>
        <p:spPr>
          <a:xfrm>
            <a:off x="561681" y="2708370"/>
            <a:ext cx="7573061" cy="1361911"/>
          </a:xfrm>
          <a:prstGeom prst="rect">
            <a:avLst/>
          </a:prstGeom>
          <a:noFill/>
        </p:spPr>
        <p:txBody>
          <a:bodyPr wrap="square" lIns="68580" tIns="34290" rIns="68580" bIns="34290" anchor="t">
            <a:spAutoFit/>
          </a:bodyPr>
          <a:lstStyle/>
          <a:p>
            <a:r>
              <a:rPr lang="en-US" sz="2800" err="1">
                <a:latin typeface="ML-TTKarthika" panose="04000000000000000000" pitchFamily="82" charset="0"/>
              </a:rPr>
              <a:t>ZpxJnX</a:t>
            </a:r>
            <a:r>
              <a:rPr lang="en-US" sz="2800">
                <a:latin typeface="ML-TTKarthika" panose="04000000000000000000" pitchFamily="82" charset="0"/>
              </a:rPr>
              <a:t>\</a:t>
            </a:r>
            <a:r>
              <a:rPr lang="en-US" sz="2800" err="1">
                <a:latin typeface="ML-TTKarthika" panose="04000000000000000000" pitchFamily="82" charset="0"/>
              </a:rPr>
              <a:t>mtbmSnt¸mbv</a:t>
            </a:r>
            <a:r>
              <a:rPr lang="en-US" sz="2800">
                <a:latin typeface="ML-TTKarthika" panose="04000000000000000000" pitchFamily="82" charset="0"/>
              </a:rPr>
              <a:t> Rm³ </a:t>
            </a:r>
            <a:r>
              <a:rPr lang="en-US" sz="2800" err="1">
                <a:latin typeface="ML-TTKarthika" panose="04000000000000000000" pitchFamily="82" charset="0"/>
              </a:rPr>
              <a:t>acp`qhnÂ</a:t>
            </a:r>
            <a:r>
              <a:rPr lang="en-US" sz="2800">
                <a:latin typeface="ML-TTKarthika" panose="04000000000000000000" pitchFamily="82" charset="0"/>
              </a:rPr>
              <a:t> </a:t>
            </a:r>
            <a:r>
              <a:rPr lang="en-US" sz="2800" err="1">
                <a:latin typeface="ML-TTKarthika" panose="04000000000000000000" pitchFamily="82" charset="0"/>
              </a:rPr>
              <a:t>InS¶mepw</a:t>
            </a:r>
            <a:r>
              <a:rPr lang="en-US" sz="2800">
                <a:latin typeface="ML-TTKarthika" panose="04000000000000000000" pitchFamily="82" charset="0"/>
              </a:rPr>
              <a:t> </a:t>
            </a:r>
          </a:p>
          <a:p>
            <a:r>
              <a:rPr lang="en-US" sz="2800">
                <a:latin typeface="ML-TTKarthika" panose="04000000000000000000" pitchFamily="82" charset="0"/>
              </a:rPr>
              <a:t>Fs¶ </a:t>
            </a:r>
            <a:r>
              <a:rPr lang="en-US" sz="2800" err="1">
                <a:latin typeface="ML-TTKarthika" panose="04000000000000000000" pitchFamily="82" charset="0"/>
              </a:rPr>
              <a:t>HmÀ¯p</a:t>
            </a:r>
            <a:r>
              <a:rPr lang="en-US" sz="2800">
                <a:latin typeface="ML-TTKarthika" panose="04000000000000000000" pitchFamily="82" charset="0"/>
              </a:rPr>
              <a:t> </a:t>
            </a:r>
            <a:r>
              <a:rPr lang="en-US" sz="2800" err="1">
                <a:latin typeface="ML-TTKarthika" panose="04000000000000000000" pitchFamily="82" charset="0"/>
              </a:rPr>
              <a:t>ssZhZqXÀ</a:t>
            </a:r>
            <a:r>
              <a:rPr lang="en-US" sz="2800">
                <a:latin typeface="ML-TTKarthika" panose="04000000000000000000" pitchFamily="82" charset="0"/>
              </a:rPr>
              <a:t> </a:t>
            </a:r>
            <a:r>
              <a:rPr lang="en-US" sz="2800" err="1">
                <a:latin typeface="ML-TTKarthika" panose="04000000000000000000" pitchFamily="82" charset="0"/>
              </a:rPr>
              <a:t>h¶nSpw</a:t>
            </a:r>
            <a:r>
              <a:rPr lang="en-US" sz="2800">
                <a:latin typeface="ML-TTKarthika" panose="04000000000000000000" pitchFamily="82" charset="0"/>
              </a:rPr>
              <a:t> </a:t>
            </a:r>
          </a:p>
          <a:p>
            <a:r>
              <a:rPr lang="en-US" sz="2800" err="1">
                <a:latin typeface="ML-TTKarthika" panose="04000000000000000000" pitchFamily="82" charset="0"/>
              </a:rPr>
              <a:t>Gäw</a:t>
            </a:r>
            <a:r>
              <a:rPr lang="en-US" sz="2800">
                <a:latin typeface="ML-TTKarthika" panose="04000000000000000000" pitchFamily="82" charset="0"/>
              </a:rPr>
              <a:t> </a:t>
            </a:r>
            <a:r>
              <a:rPr lang="en-US" sz="2800" err="1">
                <a:latin typeface="ML-TTKarthika" panose="04000000000000000000" pitchFamily="82" charset="0"/>
              </a:rPr>
              <a:t>kvt</a:t>
            </a:r>
            <a:r>
              <a:rPr lang="en-US" sz="2800">
                <a:latin typeface="ML-TTKarthika" panose="04000000000000000000" pitchFamily="82" charset="0"/>
              </a:rPr>
              <a:t>\l </a:t>
            </a:r>
            <a:r>
              <a:rPr lang="en-US" sz="2800" err="1">
                <a:latin typeface="ML-TTKarthika" panose="04000000000000000000" pitchFamily="82" charset="0"/>
              </a:rPr>
              <a:t>NqtSmS¸hpambv</a:t>
            </a:r>
            <a:r>
              <a:rPr lang="en-US" sz="2800">
                <a:latin typeface="ML-TTKarthika" panose="04000000000000000000" pitchFamily="82" charset="0"/>
              </a:rPr>
              <a:t> </a:t>
            </a:r>
            <a:r>
              <a:rPr lang="en-US" sz="2800" err="1">
                <a:latin typeface="ML-TTKarthika" panose="04000000000000000000" pitchFamily="82" charset="0"/>
              </a:rPr>
              <a:t>h¶oSpw</a:t>
            </a:r>
            <a:r>
              <a:rPr lang="en-US" sz="2800">
                <a:latin typeface="ML-TTKarthika" panose="04000000000000000000" pitchFamily="82" charset="0"/>
              </a:rPr>
              <a:t> (2)</a:t>
            </a:r>
          </a:p>
        </p:txBody>
      </p:sp>
    </p:spTree>
    <p:extLst>
      <p:ext uri="{BB962C8B-B14F-4D97-AF65-F5344CB8AC3E}">
        <p14:creationId xmlns:p14="http://schemas.microsoft.com/office/powerpoint/2010/main" val="3615304989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6CA443-50A4-F69C-33CB-1DDDF4CB7E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2EC6CB55-68E8-0464-87C2-FE0629763281}"/>
              </a:ext>
            </a:extLst>
          </p:cNvPr>
          <p:cNvSpPr txBox="1"/>
          <p:nvPr/>
        </p:nvSpPr>
        <p:spPr>
          <a:xfrm>
            <a:off x="-763" y="-17167"/>
            <a:ext cx="9144000" cy="486000"/>
          </a:xfrm>
          <a:prstGeom prst="rect">
            <a:avLst/>
          </a:prstGeom>
          <a:solidFill>
            <a:srgbClr val="E8D3D3"/>
          </a:solidFill>
        </p:spPr>
        <p:txBody>
          <a:bodyPr vert="horz" lIns="91440" tIns="45720" rIns="91440" bIns="45720" rtlCol="0" anchor="ctr">
            <a:noAutofit/>
          </a:bodyPr>
          <a:lstStyle>
            <a:lvl1pPr algn="ctr" defTabSz="685800">
              <a:lnSpc>
                <a:spcPct val="90000"/>
              </a:lnSpc>
              <a:spcBef>
                <a:spcPct val="0"/>
              </a:spcBef>
              <a:buNone/>
              <a:defRPr lang="en-US" sz="2400" b="0" i="0" dirty="0">
                <a:ea typeface="+mj-ea"/>
                <a:cs typeface="Segoe UI" panose="020B0502040204020203" pitchFamily="34" charset="0"/>
              </a:defRPr>
            </a:lvl1pPr>
          </a:lstStyle>
          <a:p>
            <a:r>
              <a:rPr lang="en-GB">
                <a:latin typeface="Segoe UI" panose="020B0502040204020203" pitchFamily="34" charset="0"/>
              </a:rPr>
              <a:t>Holy Communion - Hymn No 248</a:t>
            </a:r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AF96284-B489-C687-CB96-D01335BB4A7E}"/>
              </a:ext>
            </a:extLst>
          </p:cNvPr>
          <p:cNvSpPr txBox="1"/>
          <p:nvPr/>
        </p:nvSpPr>
        <p:spPr>
          <a:xfrm>
            <a:off x="7381874" y="4831355"/>
            <a:ext cx="1743075" cy="276999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r"/>
            <a:r>
              <a:rPr lang="en-US" sz="1200">
                <a:solidFill>
                  <a:prstClr val="black"/>
                </a:solidFill>
                <a:latin typeface="Segoe UI"/>
                <a:cs typeface="Segoe UI"/>
              </a:rPr>
              <a:t>Communion 3 : 6 of 9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02203A4-DE32-D725-167A-DEEDA16A4181}"/>
              </a:ext>
            </a:extLst>
          </p:cNvPr>
          <p:cNvSpPr txBox="1"/>
          <p:nvPr/>
        </p:nvSpPr>
        <p:spPr>
          <a:xfrm>
            <a:off x="653889" y="1212879"/>
            <a:ext cx="7849210" cy="1361911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0" marR="0" lvl="0" indent="0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400" err="1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naalhayekkonden</a:t>
            </a:r>
            <a:r>
              <a:rPr lang="en-US" sz="240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400" err="1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manassil</a:t>
            </a:r>
            <a:r>
              <a:rPr lang="en-US" sz="240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lava </a:t>
            </a:r>
            <a:r>
              <a:rPr lang="en-US" sz="2400" err="1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lesham</a:t>
            </a:r>
            <a:r>
              <a:rPr lang="en-US" sz="240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400" err="1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bhaaramilla</a:t>
            </a:r>
            <a:br>
              <a:rPr lang="en-US" sz="240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lang="en-US" sz="2400" err="1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oro</a:t>
            </a:r>
            <a:r>
              <a:rPr lang="en-US" sz="240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400" err="1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naalhum</a:t>
            </a:r>
            <a:r>
              <a:rPr lang="en-US" sz="240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400" err="1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daivamenne</a:t>
            </a:r>
            <a:r>
              <a:rPr lang="en-US" sz="240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400" err="1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pottunnu</a:t>
            </a:r>
            <a:r>
              <a:rPr lang="en-US" sz="240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</a:p>
          <a:p>
            <a:pPr marL="0" marR="0" lvl="0" indent="0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400" err="1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thante</a:t>
            </a:r>
            <a:r>
              <a:rPr lang="en-US" sz="240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400" err="1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kaikalhil</a:t>
            </a:r>
            <a:r>
              <a:rPr lang="en-US" sz="240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400" err="1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njaan</a:t>
            </a:r>
            <a:r>
              <a:rPr lang="en-US" sz="240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400" err="1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dinam</a:t>
            </a:r>
            <a:r>
              <a:rPr lang="en-US" sz="240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400" err="1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thorhum</a:t>
            </a:r>
            <a:r>
              <a:rPr lang="en-US" sz="240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400" err="1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chaarunnu</a:t>
            </a:r>
            <a:r>
              <a:rPr lang="en-US" sz="240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(2)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4143C0E-F678-6320-F175-6CC20BC41C9A}"/>
              </a:ext>
            </a:extLst>
          </p:cNvPr>
          <p:cNvSpPr txBox="1"/>
          <p:nvPr/>
        </p:nvSpPr>
        <p:spPr>
          <a:xfrm>
            <a:off x="650783" y="2682393"/>
            <a:ext cx="7573061" cy="1361911"/>
          </a:xfrm>
          <a:prstGeom prst="rect">
            <a:avLst/>
          </a:prstGeom>
          <a:noFill/>
        </p:spPr>
        <p:txBody>
          <a:bodyPr wrap="square" lIns="68580" tIns="34290" rIns="68580" bIns="34290" anchor="t">
            <a:spAutoFit/>
          </a:bodyPr>
          <a:lstStyle/>
          <a:p>
            <a:r>
              <a:rPr lang="en-US" sz="2800">
                <a:latin typeface="ML-TTKarthika" panose="04000000000000000000" pitchFamily="82" charset="0"/>
              </a:rPr>
              <a:t>\</a:t>
            </a:r>
            <a:r>
              <a:rPr lang="en-US" sz="2800" err="1">
                <a:latin typeface="ML-TTKarthika" panose="04000000000000000000" pitchFamily="82" charset="0"/>
              </a:rPr>
              <a:t>msfsbs¡m¬sS</a:t>
            </a:r>
            <a:r>
              <a:rPr lang="en-US" sz="2800">
                <a:latin typeface="ML-TTKarthika" panose="04000000000000000000" pitchFamily="82" charset="0"/>
              </a:rPr>
              <a:t>·\</a:t>
            </a:r>
            <a:r>
              <a:rPr lang="en-US" sz="2800" err="1">
                <a:latin typeface="ML-TTKarthika" panose="04000000000000000000" pitchFamily="82" charset="0"/>
              </a:rPr>
              <a:t>ÊnÂ</a:t>
            </a:r>
            <a:r>
              <a:rPr lang="en-US" sz="2800">
                <a:latin typeface="ML-TTKarthika" panose="04000000000000000000" pitchFamily="82" charset="0"/>
              </a:rPr>
              <a:t> </a:t>
            </a:r>
            <a:r>
              <a:rPr lang="en-US" sz="2800" err="1">
                <a:latin typeface="ML-TTKarthika" panose="04000000000000000000" pitchFamily="82" charset="0"/>
              </a:rPr>
              <a:t>ehteiw</a:t>
            </a:r>
            <a:r>
              <a:rPr lang="en-US" sz="2800">
                <a:latin typeface="ML-TTKarthika" panose="04000000000000000000" pitchFamily="82" charset="0"/>
              </a:rPr>
              <a:t> `</a:t>
            </a:r>
            <a:r>
              <a:rPr lang="en-US" sz="2800" err="1">
                <a:latin typeface="ML-TTKarthika" panose="04000000000000000000" pitchFamily="82" charset="0"/>
              </a:rPr>
              <a:t>mcanÃ</a:t>
            </a:r>
            <a:r>
              <a:rPr lang="en-US" sz="2800">
                <a:latin typeface="ML-TTKarthika" panose="04000000000000000000" pitchFamily="82" charset="0"/>
              </a:rPr>
              <a:t> </a:t>
            </a:r>
          </a:p>
          <a:p>
            <a:r>
              <a:rPr lang="en-US" sz="2800" err="1">
                <a:latin typeface="ML-TTKarthika" panose="04000000000000000000" pitchFamily="82" charset="0"/>
              </a:rPr>
              <a:t>Hmtcm</a:t>
            </a:r>
            <a:r>
              <a:rPr lang="en-US" sz="2800">
                <a:latin typeface="ML-TTKarthika" panose="04000000000000000000" pitchFamily="82" charset="0"/>
              </a:rPr>
              <a:t> \</a:t>
            </a:r>
            <a:r>
              <a:rPr lang="en-US" sz="2800" err="1">
                <a:latin typeface="ML-TTKarthika" panose="04000000000000000000" pitchFamily="82" charset="0"/>
              </a:rPr>
              <a:t>mfpw</a:t>
            </a:r>
            <a:r>
              <a:rPr lang="en-US" sz="2800">
                <a:latin typeface="ML-TTKarthika" panose="04000000000000000000" pitchFamily="82" charset="0"/>
              </a:rPr>
              <a:t> </a:t>
            </a:r>
            <a:r>
              <a:rPr lang="en-US" sz="2800" err="1">
                <a:latin typeface="ML-TTKarthika" panose="04000000000000000000" pitchFamily="82" charset="0"/>
              </a:rPr>
              <a:t>ssZhsas</a:t>
            </a:r>
            <a:r>
              <a:rPr lang="en-US" sz="2800">
                <a:latin typeface="ML-TTKarthika" panose="04000000000000000000" pitchFamily="82" charset="0"/>
              </a:rPr>
              <a:t>¶ t]</a:t>
            </a:r>
            <a:r>
              <a:rPr lang="en-US" sz="2800" err="1">
                <a:latin typeface="ML-TTKarthika" panose="04000000000000000000" pitchFamily="82" charset="0"/>
              </a:rPr>
              <a:t>mäp¶p</a:t>
            </a:r>
            <a:r>
              <a:rPr lang="en-US" sz="2800">
                <a:latin typeface="ML-TTKarthika" panose="04000000000000000000" pitchFamily="82" charset="0"/>
              </a:rPr>
              <a:t> </a:t>
            </a:r>
          </a:p>
          <a:p>
            <a:r>
              <a:rPr lang="en-US" sz="2800" err="1">
                <a:latin typeface="ML-TTKarthika" panose="04000000000000000000" pitchFamily="82" charset="0"/>
              </a:rPr>
              <a:t>Xsâ</a:t>
            </a:r>
            <a:r>
              <a:rPr lang="en-US" sz="2800">
                <a:latin typeface="ML-TTKarthika" panose="04000000000000000000" pitchFamily="82" charset="0"/>
              </a:rPr>
              <a:t> </a:t>
            </a:r>
            <a:r>
              <a:rPr lang="en-US" sz="2800" err="1">
                <a:latin typeface="ML-TTKarthika" panose="04000000000000000000" pitchFamily="82" charset="0"/>
              </a:rPr>
              <a:t>ssIIfnÂ</a:t>
            </a:r>
            <a:r>
              <a:rPr lang="en-US" sz="2800">
                <a:latin typeface="ML-TTKarthika" panose="04000000000000000000" pitchFamily="82" charset="0"/>
              </a:rPr>
              <a:t> Rm³ Zn\</a:t>
            </a:r>
            <a:r>
              <a:rPr lang="en-US" sz="2800" err="1">
                <a:latin typeface="ML-TTKarthika" panose="04000000000000000000" pitchFamily="82" charset="0"/>
              </a:rPr>
              <a:t>wtXmdpw</a:t>
            </a:r>
            <a:r>
              <a:rPr lang="en-US" sz="2800">
                <a:latin typeface="ML-TTKarthika" panose="04000000000000000000" pitchFamily="82" charset="0"/>
              </a:rPr>
              <a:t> </a:t>
            </a:r>
            <a:r>
              <a:rPr lang="en-US" sz="2800" err="1">
                <a:latin typeface="ML-TTKarthika" panose="04000000000000000000" pitchFamily="82" charset="0"/>
              </a:rPr>
              <a:t>Nmcp¶p</a:t>
            </a:r>
            <a:r>
              <a:rPr lang="en-US" sz="2800">
                <a:latin typeface="ML-TTKarthika" panose="04000000000000000000" pitchFamily="82" charset="0"/>
              </a:rPr>
              <a:t> (2)</a:t>
            </a:r>
          </a:p>
        </p:txBody>
      </p:sp>
    </p:spTree>
    <p:extLst>
      <p:ext uri="{BB962C8B-B14F-4D97-AF65-F5344CB8AC3E}">
        <p14:creationId xmlns:p14="http://schemas.microsoft.com/office/powerpoint/2010/main" val="380895762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837A59-BCD2-56AE-36D8-046A87AEA4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450D769A-916F-AEE0-2582-815572E3F3E0}"/>
              </a:ext>
            </a:extLst>
          </p:cNvPr>
          <p:cNvSpPr txBox="1"/>
          <p:nvPr/>
        </p:nvSpPr>
        <p:spPr>
          <a:xfrm>
            <a:off x="-763" y="-17167"/>
            <a:ext cx="9144000" cy="486000"/>
          </a:xfrm>
          <a:prstGeom prst="rect">
            <a:avLst/>
          </a:prstGeom>
          <a:solidFill>
            <a:srgbClr val="E8D3D3"/>
          </a:solidFill>
        </p:spPr>
        <p:txBody>
          <a:bodyPr vert="horz" lIns="91440" tIns="45720" rIns="91440" bIns="45720" rtlCol="0" anchor="ctr">
            <a:noAutofit/>
          </a:bodyPr>
          <a:lstStyle>
            <a:lvl1pPr algn="ctr" defTabSz="685800">
              <a:lnSpc>
                <a:spcPct val="90000"/>
              </a:lnSpc>
              <a:spcBef>
                <a:spcPct val="0"/>
              </a:spcBef>
              <a:buNone/>
              <a:defRPr lang="en-US" sz="2400" b="0" i="0" dirty="0">
                <a:ea typeface="+mj-ea"/>
                <a:cs typeface="Segoe UI" panose="020B0502040204020203" pitchFamily="34" charset="0"/>
              </a:defRPr>
            </a:lvl1pPr>
          </a:lstStyle>
          <a:p>
            <a:r>
              <a:rPr lang="en-GB">
                <a:latin typeface="Segoe UI" panose="020B0502040204020203" pitchFamily="34" charset="0"/>
              </a:rPr>
              <a:t>Holy Communion - Hymn No 248</a:t>
            </a:r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971B061-D801-A7C0-63B8-C59BA933B75E}"/>
              </a:ext>
            </a:extLst>
          </p:cNvPr>
          <p:cNvSpPr txBox="1"/>
          <p:nvPr/>
        </p:nvSpPr>
        <p:spPr>
          <a:xfrm>
            <a:off x="7381874" y="4831355"/>
            <a:ext cx="1743075" cy="276999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r"/>
            <a:r>
              <a:rPr lang="en-US" sz="1200">
                <a:solidFill>
                  <a:prstClr val="black"/>
                </a:solidFill>
                <a:latin typeface="Segoe UI"/>
                <a:cs typeface="Segoe UI"/>
              </a:rPr>
              <a:t>Communion 3 : 7 of 9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5834011-F80B-BA49-67C6-5AE97B6BBC80}"/>
              </a:ext>
            </a:extLst>
          </p:cNvPr>
          <p:cNvSpPr txBox="1"/>
          <p:nvPr/>
        </p:nvSpPr>
        <p:spPr>
          <a:xfrm>
            <a:off x="811483" y="1208950"/>
            <a:ext cx="7779280" cy="1361911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0" marR="0" lvl="0" indent="0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400" err="1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kaakkakalhe</a:t>
            </a:r>
            <a:r>
              <a:rPr lang="en-US" sz="240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400" err="1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vichaarippin</a:t>
            </a:r>
            <a:r>
              <a:rPr lang="en-US" sz="240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400" err="1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vithayilla</a:t>
            </a:r>
            <a:r>
              <a:rPr lang="en-US" sz="240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400" err="1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koyththumilla</a:t>
            </a:r>
            <a:endParaRPr lang="en-US" sz="2400">
              <a:solidFill>
                <a:prstClr val="black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0" marR="0" lvl="0" indent="0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400" err="1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daivam</a:t>
            </a:r>
            <a:r>
              <a:rPr lang="en-US" sz="240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400" err="1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avaykkaayi</a:t>
            </a:r>
            <a:r>
              <a:rPr lang="en-US" sz="240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400" err="1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vendathekunnu</a:t>
            </a:r>
            <a:r>
              <a:rPr lang="en-US" sz="240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</a:p>
          <a:p>
            <a:pPr marL="0" marR="0" lvl="0" indent="0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400" err="1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lilli</a:t>
            </a:r>
            <a:r>
              <a:rPr lang="en-US" sz="240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400" err="1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pushpangalhkkum</a:t>
            </a:r>
            <a:r>
              <a:rPr lang="en-US" sz="240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400" err="1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avan</a:t>
            </a:r>
            <a:r>
              <a:rPr lang="en-US" sz="240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400" err="1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shobha</a:t>
            </a:r>
            <a:r>
              <a:rPr lang="en-US" sz="240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400" err="1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nalkunnu</a:t>
            </a:r>
            <a:r>
              <a:rPr lang="en-US" sz="240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(2)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7326871-4E77-53E2-8A09-CD4B1B6C05C6}"/>
              </a:ext>
            </a:extLst>
          </p:cNvPr>
          <p:cNvSpPr txBox="1"/>
          <p:nvPr/>
        </p:nvSpPr>
        <p:spPr>
          <a:xfrm>
            <a:off x="926573" y="2652342"/>
            <a:ext cx="8088127" cy="1361911"/>
          </a:xfrm>
          <a:prstGeom prst="rect">
            <a:avLst/>
          </a:prstGeom>
          <a:noFill/>
        </p:spPr>
        <p:txBody>
          <a:bodyPr wrap="square" lIns="68580" tIns="34290" rIns="68580" bIns="34290" anchor="t">
            <a:spAutoFit/>
          </a:bodyPr>
          <a:lstStyle/>
          <a:p>
            <a:r>
              <a:rPr lang="en-US" sz="2800" err="1">
                <a:latin typeface="ML-TTKarthika" panose="04000000000000000000" pitchFamily="82" charset="0"/>
              </a:rPr>
              <a:t>Im¡Isf</a:t>
            </a:r>
            <a:r>
              <a:rPr lang="en-US" sz="2800">
                <a:latin typeface="ML-TTKarthika" panose="04000000000000000000" pitchFamily="82" charset="0"/>
              </a:rPr>
              <a:t> hnNmcn¸n³ </a:t>
            </a:r>
            <a:r>
              <a:rPr lang="en-US" sz="2800" err="1">
                <a:latin typeface="ML-TTKarthika" panose="04000000000000000000" pitchFamily="82" charset="0"/>
              </a:rPr>
              <a:t>hnXbnÃ</a:t>
            </a:r>
            <a:r>
              <a:rPr lang="en-US" sz="2800">
                <a:latin typeface="ML-TTKarthika" panose="04000000000000000000" pitchFamily="82" charset="0"/>
              </a:rPr>
              <a:t> </a:t>
            </a:r>
            <a:r>
              <a:rPr lang="en-US" sz="2800" err="1">
                <a:latin typeface="ML-TTKarthika" panose="04000000000000000000" pitchFamily="82" charset="0"/>
              </a:rPr>
              <a:t>sImbv¯panÃ</a:t>
            </a:r>
            <a:r>
              <a:rPr lang="en-US" sz="2800">
                <a:latin typeface="ML-TTKarthika" panose="04000000000000000000" pitchFamily="82" charset="0"/>
              </a:rPr>
              <a:t> </a:t>
            </a:r>
          </a:p>
          <a:p>
            <a:r>
              <a:rPr lang="en-US" sz="2800" err="1">
                <a:latin typeface="ML-TTKarthika" panose="04000000000000000000" pitchFamily="82" charset="0"/>
              </a:rPr>
              <a:t>ssZhw</a:t>
            </a:r>
            <a:r>
              <a:rPr lang="en-US" sz="2800">
                <a:latin typeface="ML-TTKarthika" panose="04000000000000000000" pitchFamily="82" charset="0"/>
              </a:rPr>
              <a:t> </a:t>
            </a:r>
            <a:r>
              <a:rPr lang="en-US" sz="2800" err="1">
                <a:latin typeface="ML-TTKarthika" panose="04000000000000000000" pitchFamily="82" charset="0"/>
              </a:rPr>
              <a:t>Ahbv¡mbn</a:t>
            </a:r>
            <a:r>
              <a:rPr lang="en-US" sz="2800">
                <a:latin typeface="ML-TTKarthika" panose="04000000000000000000" pitchFamily="82" charset="0"/>
              </a:rPr>
              <a:t> </a:t>
            </a:r>
            <a:r>
              <a:rPr lang="en-US" sz="2800" err="1">
                <a:latin typeface="ML-TTKarthika" panose="04000000000000000000" pitchFamily="82" charset="0"/>
              </a:rPr>
              <a:t>th¬StXIp¶p</a:t>
            </a:r>
            <a:r>
              <a:rPr lang="en-US" sz="2800">
                <a:latin typeface="ML-TTKarthika" panose="04000000000000000000" pitchFamily="82" charset="0"/>
              </a:rPr>
              <a:t> </a:t>
            </a:r>
          </a:p>
          <a:p>
            <a:r>
              <a:rPr lang="en-US" sz="2800" err="1">
                <a:latin typeface="ML-TTKarthika" panose="04000000000000000000" pitchFamily="82" charset="0"/>
              </a:rPr>
              <a:t>enÃn</a:t>
            </a:r>
            <a:r>
              <a:rPr lang="en-US" sz="2800">
                <a:latin typeface="ML-TTKarthika" panose="04000000000000000000" pitchFamily="82" charset="0"/>
              </a:rPr>
              <a:t> ]</a:t>
            </a:r>
            <a:r>
              <a:rPr lang="en-US" sz="2800" err="1">
                <a:latin typeface="ML-TTKarthika" panose="04000000000000000000" pitchFamily="82" charset="0"/>
              </a:rPr>
              <a:t>pjv</a:t>
            </a:r>
            <a:r>
              <a:rPr lang="en-US" sz="2800">
                <a:latin typeface="ML-TTKarthika" panose="04000000000000000000" pitchFamily="82" charset="0"/>
              </a:rPr>
              <a:t>]§Ä¡pah³ </a:t>
            </a:r>
            <a:r>
              <a:rPr lang="en-US" sz="2800" err="1">
                <a:latin typeface="ML-TTKarthika" panose="04000000000000000000" pitchFamily="82" charset="0"/>
              </a:rPr>
              <a:t>tim</a:t>
            </a:r>
            <a:r>
              <a:rPr lang="en-US" sz="2800">
                <a:latin typeface="ML-TTKarthika" panose="04000000000000000000" pitchFamily="82" charset="0"/>
              </a:rPr>
              <a:t>` \</a:t>
            </a:r>
            <a:r>
              <a:rPr lang="en-US" sz="2800" err="1">
                <a:latin typeface="ML-TTKarthika" panose="04000000000000000000" pitchFamily="82" charset="0"/>
              </a:rPr>
              <a:t>ÂIp¶p</a:t>
            </a:r>
            <a:r>
              <a:rPr lang="en-US" sz="2800">
                <a:latin typeface="ML-TTKarthika" panose="04000000000000000000" pitchFamily="82" charset="0"/>
              </a:rPr>
              <a:t> (2)</a:t>
            </a:r>
          </a:p>
        </p:txBody>
      </p:sp>
    </p:spTree>
    <p:extLst>
      <p:ext uri="{BB962C8B-B14F-4D97-AF65-F5344CB8AC3E}">
        <p14:creationId xmlns:p14="http://schemas.microsoft.com/office/powerpoint/2010/main" val="3193382545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8FF597-5D43-B778-DF07-D61B1BFFF5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57FD8701-5E7B-014F-BB5B-F3A943A790BC}"/>
              </a:ext>
            </a:extLst>
          </p:cNvPr>
          <p:cNvSpPr txBox="1"/>
          <p:nvPr/>
        </p:nvSpPr>
        <p:spPr>
          <a:xfrm>
            <a:off x="-763" y="-17167"/>
            <a:ext cx="9144000" cy="486000"/>
          </a:xfrm>
          <a:prstGeom prst="rect">
            <a:avLst/>
          </a:prstGeom>
          <a:solidFill>
            <a:srgbClr val="E8D3D3"/>
          </a:solidFill>
        </p:spPr>
        <p:txBody>
          <a:bodyPr vert="horz" lIns="91440" tIns="45720" rIns="91440" bIns="45720" rtlCol="0" anchor="ctr">
            <a:noAutofit/>
          </a:bodyPr>
          <a:lstStyle>
            <a:lvl1pPr algn="ctr" defTabSz="685800">
              <a:lnSpc>
                <a:spcPct val="90000"/>
              </a:lnSpc>
              <a:spcBef>
                <a:spcPct val="0"/>
              </a:spcBef>
              <a:buNone/>
              <a:defRPr lang="en-US" sz="2400" b="0" i="0" dirty="0">
                <a:ea typeface="+mj-ea"/>
                <a:cs typeface="Segoe UI" panose="020B0502040204020203" pitchFamily="34" charset="0"/>
              </a:defRPr>
            </a:lvl1pPr>
          </a:lstStyle>
          <a:p>
            <a:r>
              <a:rPr lang="en-GB">
                <a:latin typeface="Segoe UI" panose="020B0502040204020203" pitchFamily="34" charset="0"/>
              </a:rPr>
              <a:t>Holy Communion - Hymn No 248</a:t>
            </a:r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2EAF76F-916D-A727-780A-7B39C7398F91}"/>
              </a:ext>
            </a:extLst>
          </p:cNvPr>
          <p:cNvSpPr txBox="1"/>
          <p:nvPr/>
        </p:nvSpPr>
        <p:spPr>
          <a:xfrm>
            <a:off x="7381874" y="4831355"/>
            <a:ext cx="1743075" cy="276999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r"/>
            <a:r>
              <a:rPr lang="en-US" sz="1200">
                <a:solidFill>
                  <a:prstClr val="black"/>
                </a:solidFill>
                <a:latin typeface="Segoe UI"/>
                <a:cs typeface="Segoe UI"/>
              </a:rPr>
              <a:t>Communion 3: 8  of 9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136799D-9E09-6654-CDA1-E6EDBD097111}"/>
              </a:ext>
            </a:extLst>
          </p:cNvPr>
          <p:cNvSpPr txBox="1"/>
          <p:nvPr/>
        </p:nvSpPr>
        <p:spPr>
          <a:xfrm>
            <a:off x="651053" y="1353100"/>
            <a:ext cx="7841893" cy="1361911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0" marR="0" lvl="0" indent="0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400" err="1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pathmos</a:t>
            </a:r>
            <a:r>
              <a:rPr lang="en-US" sz="240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400" err="1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dweepil</a:t>
            </a:r>
            <a:r>
              <a:rPr lang="en-US" sz="240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400" err="1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ekanaay</a:t>
            </a:r>
            <a:r>
              <a:rPr lang="en-US" sz="240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400" err="1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njaan</a:t>
            </a:r>
            <a:r>
              <a:rPr lang="en-US" sz="240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400" err="1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vasichaalum</a:t>
            </a:r>
            <a:r>
              <a:rPr lang="en-US" sz="240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400" err="1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bhayamilla</a:t>
            </a:r>
            <a:endParaRPr lang="en-US" sz="2400">
              <a:solidFill>
                <a:prstClr val="black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0" marR="0" lvl="0" indent="0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400" err="1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swarggam</a:t>
            </a:r>
            <a:r>
              <a:rPr lang="en-US" sz="240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400" err="1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thurhannente</a:t>
            </a:r>
            <a:r>
              <a:rPr lang="en-US" sz="240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400" err="1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priyan</a:t>
            </a:r>
            <a:r>
              <a:rPr lang="en-US" sz="240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400" err="1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vannidum</a:t>
            </a:r>
            <a:r>
              <a:rPr lang="en-US" sz="240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</a:p>
          <a:p>
            <a:pPr marL="0" marR="0" lvl="0" indent="0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400" err="1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maha</a:t>
            </a:r>
            <a:r>
              <a:rPr lang="en-US" sz="240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400" err="1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darshanaththaal</a:t>
            </a:r>
            <a:r>
              <a:rPr lang="en-US" sz="240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400" err="1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vivashanaay</a:t>
            </a:r>
            <a:r>
              <a:rPr lang="en-US" sz="240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400" err="1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theerum</a:t>
            </a:r>
            <a:r>
              <a:rPr lang="en-US" sz="240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400" err="1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njaan</a:t>
            </a:r>
            <a:r>
              <a:rPr lang="en-US" sz="240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(2)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F856179-70B2-39C7-861B-8C95C7DCB6B8}"/>
              </a:ext>
            </a:extLst>
          </p:cNvPr>
          <p:cNvSpPr txBox="1"/>
          <p:nvPr/>
        </p:nvSpPr>
        <p:spPr>
          <a:xfrm>
            <a:off x="651902" y="2718418"/>
            <a:ext cx="7950251" cy="1361911"/>
          </a:xfrm>
          <a:prstGeom prst="rect">
            <a:avLst/>
          </a:prstGeom>
          <a:noFill/>
        </p:spPr>
        <p:txBody>
          <a:bodyPr wrap="square" lIns="68580" tIns="34290" rIns="68580" bIns="34290" anchor="t">
            <a:spAutoFit/>
          </a:bodyPr>
          <a:lstStyle/>
          <a:p>
            <a:r>
              <a:rPr lang="en-US" sz="2800">
                <a:latin typeface="ML-TTKarthika" panose="04000000000000000000" pitchFamily="82" charset="0"/>
              </a:rPr>
              <a:t>]</a:t>
            </a:r>
            <a:r>
              <a:rPr lang="en-US" sz="2800" err="1">
                <a:latin typeface="ML-TTKarthika" panose="04000000000000000000" pitchFamily="82" charset="0"/>
              </a:rPr>
              <a:t>tßmkv</a:t>
            </a:r>
            <a:r>
              <a:rPr lang="en-US" sz="2800">
                <a:latin typeface="ML-TTKarthika" panose="04000000000000000000" pitchFamily="82" charset="0"/>
              </a:rPr>
              <a:t> </a:t>
            </a:r>
            <a:r>
              <a:rPr lang="en-US" sz="2800" err="1">
                <a:latin typeface="ML-TTKarthika" panose="04000000000000000000" pitchFamily="82" charset="0"/>
              </a:rPr>
              <a:t>Zzo</a:t>
            </a:r>
            <a:r>
              <a:rPr lang="en-US" sz="2800">
                <a:latin typeface="ML-TTKarthika" panose="04000000000000000000" pitchFamily="82" charset="0"/>
              </a:rPr>
              <a:t>]</a:t>
            </a:r>
            <a:r>
              <a:rPr lang="en-US" sz="2800" err="1">
                <a:latin typeface="ML-TTKarthika" panose="04000000000000000000" pitchFamily="82" charset="0"/>
              </a:rPr>
              <a:t>nÂ</a:t>
            </a:r>
            <a:r>
              <a:rPr lang="en-US" sz="2800">
                <a:latin typeface="ML-TTKarthika" panose="04000000000000000000" pitchFamily="82" charset="0"/>
              </a:rPr>
              <a:t> GI\</a:t>
            </a:r>
            <a:r>
              <a:rPr lang="en-US" sz="2800" err="1">
                <a:latin typeface="ML-TTKarthika" panose="04000000000000000000" pitchFamily="82" charset="0"/>
              </a:rPr>
              <a:t>mbv</a:t>
            </a:r>
            <a:r>
              <a:rPr lang="en-US" sz="2800">
                <a:latin typeface="ML-TTKarthika" panose="04000000000000000000" pitchFamily="82" charset="0"/>
              </a:rPr>
              <a:t> Rm³ </a:t>
            </a:r>
            <a:r>
              <a:rPr lang="en-US" sz="2800" err="1">
                <a:latin typeface="ML-TTKarthika" panose="04000000000000000000" pitchFamily="82" charset="0"/>
              </a:rPr>
              <a:t>hkn¨mepw</a:t>
            </a:r>
            <a:r>
              <a:rPr lang="en-US" sz="2800">
                <a:latin typeface="ML-TTKarthika" panose="04000000000000000000" pitchFamily="82" charset="0"/>
              </a:rPr>
              <a:t> `</a:t>
            </a:r>
            <a:r>
              <a:rPr lang="en-US" sz="2800" err="1">
                <a:latin typeface="ML-TTKarthika" panose="04000000000000000000" pitchFamily="82" charset="0"/>
              </a:rPr>
              <a:t>banÃ</a:t>
            </a:r>
            <a:r>
              <a:rPr lang="en-US" sz="2800">
                <a:latin typeface="ML-TTKarthika" panose="04000000000000000000" pitchFamily="82" charset="0"/>
              </a:rPr>
              <a:t> </a:t>
            </a:r>
          </a:p>
          <a:p>
            <a:r>
              <a:rPr lang="en-US" sz="2800" err="1">
                <a:latin typeface="ML-TTKarthika" panose="04000000000000000000" pitchFamily="82" charset="0"/>
              </a:rPr>
              <a:t>kzÀ¤w</a:t>
            </a:r>
            <a:r>
              <a:rPr lang="en-US" sz="2800">
                <a:latin typeface="ML-TTKarthika" panose="04000000000000000000" pitchFamily="82" charset="0"/>
              </a:rPr>
              <a:t> </a:t>
            </a:r>
            <a:r>
              <a:rPr lang="en-US" sz="2800" err="1">
                <a:latin typeface="ML-TTKarthika" panose="04000000000000000000" pitchFamily="82" charset="0"/>
              </a:rPr>
              <a:t>Xpds¶sâ</a:t>
            </a:r>
            <a:r>
              <a:rPr lang="en-US" sz="2800">
                <a:latin typeface="ML-TTKarthika" panose="04000000000000000000" pitchFamily="82" charset="0"/>
              </a:rPr>
              <a:t> {]nb³ </a:t>
            </a:r>
            <a:r>
              <a:rPr lang="en-US" sz="2800" err="1">
                <a:latin typeface="ML-TTKarthika" panose="04000000000000000000" pitchFamily="82" charset="0"/>
              </a:rPr>
              <a:t>h¶nSpw</a:t>
            </a:r>
            <a:r>
              <a:rPr lang="en-US" sz="2800">
                <a:latin typeface="ML-TTKarthika" panose="04000000000000000000" pitchFamily="82" charset="0"/>
              </a:rPr>
              <a:t> </a:t>
            </a:r>
          </a:p>
          <a:p>
            <a:r>
              <a:rPr lang="en-US" sz="2800" err="1">
                <a:latin typeface="ML-TTKarthika" panose="04000000000000000000" pitchFamily="82" charset="0"/>
              </a:rPr>
              <a:t>alm</a:t>
            </a:r>
            <a:r>
              <a:rPr lang="en-US" sz="2800">
                <a:latin typeface="ML-TTKarthika" panose="04000000000000000000" pitchFamily="82" charset="0"/>
              </a:rPr>
              <a:t> </a:t>
            </a:r>
            <a:r>
              <a:rPr lang="en-US" sz="2800" err="1">
                <a:latin typeface="ML-TTKarthika" panose="04000000000000000000" pitchFamily="82" charset="0"/>
              </a:rPr>
              <a:t>ZÀi</a:t>
            </a:r>
            <a:r>
              <a:rPr lang="en-US" sz="2800">
                <a:latin typeface="ML-TTKarthika" panose="04000000000000000000" pitchFamily="82" charset="0"/>
              </a:rPr>
              <a:t>\¯</a:t>
            </a:r>
            <a:r>
              <a:rPr lang="en-US" sz="2800" err="1">
                <a:latin typeface="ML-TTKarthika" panose="04000000000000000000" pitchFamily="82" charset="0"/>
              </a:rPr>
              <a:t>mÂ</a:t>
            </a:r>
            <a:r>
              <a:rPr lang="en-US" sz="2800">
                <a:latin typeface="ML-TTKarthika" panose="04000000000000000000" pitchFamily="82" charset="0"/>
              </a:rPr>
              <a:t> </a:t>
            </a:r>
            <a:r>
              <a:rPr lang="en-US" sz="2800" err="1">
                <a:latin typeface="ML-TTKarthika" panose="04000000000000000000" pitchFamily="82" charset="0"/>
              </a:rPr>
              <a:t>hnhi</a:t>
            </a:r>
            <a:r>
              <a:rPr lang="en-US" sz="2800">
                <a:latin typeface="ML-TTKarthika" panose="04000000000000000000" pitchFamily="82" charset="0"/>
              </a:rPr>
              <a:t>\</a:t>
            </a:r>
            <a:r>
              <a:rPr lang="en-US" sz="2800" err="1">
                <a:latin typeface="ML-TTKarthika" panose="04000000000000000000" pitchFamily="82" charset="0"/>
              </a:rPr>
              <a:t>mbv¯ocpw</a:t>
            </a:r>
            <a:r>
              <a:rPr lang="en-US" sz="2800">
                <a:latin typeface="ML-TTKarthika" panose="04000000000000000000" pitchFamily="82" charset="0"/>
              </a:rPr>
              <a:t> Rm³ (2)</a:t>
            </a:r>
          </a:p>
        </p:txBody>
      </p:sp>
    </p:spTree>
    <p:extLst>
      <p:ext uri="{BB962C8B-B14F-4D97-AF65-F5344CB8AC3E}">
        <p14:creationId xmlns:p14="http://schemas.microsoft.com/office/powerpoint/2010/main" val="1279103128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DEA8E3-9E68-5B64-3BFA-F3BD8E6ADF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155ACD6C-74B2-A98C-DA29-F13A8215A60E}"/>
              </a:ext>
            </a:extLst>
          </p:cNvPr>
          <p:cNvSpPr txBox="1"/>
          <p:nvPr/>
        </p:nvSpPr>
        <p:spPr>
          <a:xfrm>
            <a:off x="-763" y="-17167"/>
            <a:ext cx="9144000" cy="486000"/>
          </a:xfrm>
          <a:prstGeom prst="rect">
            <a:avLst/>
          </a:prstGeom>
          <a:solidFill>
            <a:srgbClr val="E8D3D3"/>
          </a:solidFill>
        </p:spPr>
        <p:txBody>
          <a:bodyPr vert="horz" lIns="91440" tIns="45720" rIns="91440" bIns="45720" rtlCol="0" anchor="ctr">
            <a:noAutofit/>
          </a:bodyPr>
          <a:lstStyle>
            <a:lvl1pPr algn="ctr" defTabSz="685800">
              <a:lnSpc>
                <a:spcPct val="90000"/>
              </a:lnSpc>
              <a:spcBef>
                <a:spcPct val="0"/>
              </a:spcBef>
              <a:buNone/>
              <a:defRPr lang="en-US" sz="2400" b="0" i="0" dirty="0">
                <a:ea typeface="+mj-ea"/>
                <a:cs typeface="Segoe UI" panose="020B0502040204020203" pitchFamily="34" charset="0"/>
              </a:defRPr>
            </a:lvl1pPr>
          </a:lstStyle>
          <a:p>
            <a:r>
              <a:rPr lang="en-GB">
                <a:latin typeface="Segoe UI" panose="020B0502040204020203" pitchFamily="34" charset="0"/>
              </a:rPr>
              <a:t>Holy Communion - Hymn No 248</a:t>
            </a:r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AA0D8FB-ECC6-7B60-D954-1A299DD9DC49}"/>
              </a:ext>
            </a:extLst>
          </p:cNvPr>
          <p:cNvSpPr txBox="1"/>
          <p:nvPr/>
        </p:nvSpPr>
        <p:spPr>
          <a:xfrm>
            <a:off x="7381874" y="4831355"/>
            <a:ext cx="1743075" cy="276999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r"/>
            <a:r>
              <a:rPr lang="en-US" sz="1200">
                <a:solidFill>
                  <a:prstClr val="black"/>
                </a:solidFill>
                <a:latin typeface="Segoe UI"/>
                <a:cs typeface="Segoe UI"/>
              </a:rPr>
              <a:t>Communion 4: 9 of 9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16361D5-DB8A-1BC7-E758-813652F5BD34}"/>
              </a:ext>
            </a:extLst>
          </p:cNvPr>
          <p:cNvSpPr txBox="1"/>
          <p:nvPr/>
        </p:nvSpPr>
        <p:spPr>
          <a:xfrm>
            <a:off x="547145" y="1336271"/>
            <a:ext cx="7841893" cy="1361911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0" marR="0" lvl="0" indent="0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400" err="1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haa</a:t>
            </a:r>
            <a:r>
              <a:rPr lang="en-US" sz="240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! </a:t>
            </a:r>
            <a:r>
              <a:rPr lang="en-US" sz="2400" err="1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mahesha</a:t>
            </a:r>
            <a:r>
              <a:rPr lang="en-US" sz="240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! </a:t>
            </a:r>
            <a:r>
              <a:rPr lang="en-US" sz="2400" err="1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karunesha</a:t>
            </a:r>
            <a:r>
              <a:rPr lang="en-US" sz="240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! </a:t>
            </a:r>
            <a:r>
              <a:rPr lang="en-US" sz="2400" err="1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ponnu</a:t>
            </a:r>
            <a:r>
              <a:rPr lang="en-US" sz="240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400" err="1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thaatha</a:t>
            </a:r>
            <a:r>
              <a:rPr lang="en-US" sz="240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! </a:t>
            </a:r>
            <a:r>
              <a:rPr lang="en-US" sz="2400" err="1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neeyenikkaay</a:t>
            </a:r>
            <a:br>
              <a:rPr lang="en-US" sz="240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lang="en-US" sz="2400" err="1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vendathellaam</a:t>
            </a:r>
            <a:r>
              <a:rPr lang="en-US" sz="240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400" err="1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daya</a:t>
            </a:r>
            <a:r>
              <a:rPr lang="en-US" sz="240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400" err="1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thonni</a:t>
            </a:r>
            <a:r>
              <a:rPr lang="en-US" sz="240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400" err="1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nalkumpolh</a:t>
            </a:r>
            <a:r>
              <a:rPr lang="en-US" sz="240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</a:p>
          <a:p>
            <a:pPr marL="0" marR="0" lvl="0" indent="0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400" err="1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ente</a:t>
            </a:r>
            <a:r>
              <a:rPr lang="en-US" sz="240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400" err="1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dehi</a:t>
            </a:r>
            <a:r>
              <a:rPr lang="en-US" sz="240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400" err="1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vrithha</a:t>
            </a:r>
            <a:r>
              <a:rPr lang="en-US" sz="240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400" err="1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kalangunnathenthinaay</a:t>
            </a:r>
            <a:r>
              <a:rPr lang="en-US" sz="240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(2)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5C6B656-AE58-71C2-9522-B3B6FF00C62A}"/>
              </a:ext>
            </a:extLst>
          </p:cNvPr>
          <p:cNvSpPr txBox="1"/>
          <p:nvPr/>
        </p:nvSpPr>
        <p:spPr>
          <a:xfrm>
            <a:off x="549474" y="2753591"/>
            <a:ext cx="8334985" cy="1361911"/>
          </a:xfrm>
          <a:prstGeom prst="rect">
            <a:avLst/>
          </a:prstGeom>
          <a:noFill/>
        </p:spPr>
        <p:txBody>
          <a:bodyPr wrap="square" lIns="68580" tIns="34290" rIns="68580" bIns="34290" anchor="t">
            <a:spAutoFit/>
          </a:bodyPr>
          <a:lstStyle/>
          <a:p>
            <a:r>
              <a:rPr lang="en-US" sz="2800" err="1">
                <a:latin typeface="ML-TTKarthika" panose="04000000000000000000" pitchFamily="82" charset="0"/>
              </a:rPr>
              <a:t>lm</a:t>
            </a:r>
            <a:r>
              <a:rPr lang="en-US" sz="2800">
                <a:latin typeface="ML-TTKarthika" panose="04000000000000000000" pitchFamily="82" charset="0"/>
              </a:rPr>
              <a:t>! </a:t>
            </a:r>
            <a:r>
              <a:rPr lang="en-US" sz="2800" err="1">
                <a:latin typeface="ML-TTKarthika" panose="04000000000000000000" pitchFamily="82" charset="0"/>
              </a:rPr>
              <a:t>atlim</a:t>
            </a:r>
            <a:r>
              <a:rPr lang="en-US" sz="2800">
                <a:latin typeface="ML-TTKarthika" panose="04000000000000000000" pitchFamily="82" charset="0"/>
              </a:rPr>
              <a:t>! </a:t>
            </a:r>
            <a:r>
              <a:rPr lang="en-US" sz="2800" err="1">
                <a:latin typeface="ML-TTKarthika" panose="04000000000000000000" pitchFamily="82" charset="0"/>
              </a:rPr>
              <a:t>IcptWim</a:t>
            </a:r>
            <a:r>
              <a:rPr lang="en-US" sz="2800">
                <a:latin typeface="ML-TTKarthika" panose="04000000000000000000" pitchFamily="82" charset="0"/>
              </a:rPr>
              <a:t>! s]</a:t>
            </a:r>
            <a:r>
              <a:rPr lang="en-US" sz="2800" err="1">
                <a:latin typeface="ML-TTKarthika" panose="04000000000000000000" pitchFamily="82" charset="0"/>
              </a:rPr>
              <a:t>m¶p</a:t>
            </a:r>
            <a:r>
              <a:rPr lang="en-US" sz="2800">
                <a:latin typeface="ML-TTKarthika" panose="04000000000000000000" pitchFamily="82" charset="0"/>
              </a:rPr>
              <a:t> </a:t>
            </a:r>
            <a:r>
              <a:rPr lang="en-US" sz="2800" err="1">
                <a:latin typeface="ML-TTKarthika" panose="04000000000000000000" pitchFamily="82" charset="0"/>
              </a:rPr>
              <a:t>XmXm</a:t>
            </a:r>
            <a:r>
              <a:rPr lang="en-US" sz="2800">
                <a:latin typeface="ML-TTKarthika" panose="04000000000000000000" pitchFamily="82" charset="0"/>
              </a:rPr>
              <a:t>! \</a:t>
            </a:r>
            <a:r>
              <a:rPr lang="en-US" sz="2800" err="1">
                <a:latin typeface="ML-TTKarthika" panose="04000000000000000000" pitchFamily="82" charset="0"/>
              </a:rPr>
              <a:t>osb</a:t>
            </a:r>
            <a:r>
              <a:rPr lang="en-US" sz="2800">
                <a:latin typeface="ML-TTKarthika" panose="04000000000000000000" pitchFamily="82" charset="0"/>
              </a:rPr>
              <a:t>\</a:t>
            </a:r>
            <a:r>
              <a:rPr lang="en-US" sz="2800" err="1">
                <a:latin typeface="ML-TTKarthika" panose="04000000000000000000" pitchFamily="82" charset="0"/>
              </a:rPr>
              <a:t>n¡mbv</a:t>
            </a:r>
            <a:r>
              <a:rPr lang="en-US" sz="2800">
                <a:latin typeface="ML-TTKarthika" panose="04000000000000000000" pitchFamily="82" charset="0"/>
              </a:rPr>
              <a:t> </a:t>
            </a:r>
          </a:p>
          <a:p>
            <a:r>
              <a:rPr lang="en-US" sz="2800" err="1">
                <a:latin typeface="ML-TTKarthika" panose="04000000000000000000" pitchFamily="82" charset="0"/>
              </a:rPr>
              <a:t>th¬SsXÃmw</a:t>
            </a:r>
            <a:r>
              <a:rPr lang="en-US" sz="2800">
                <a:latin typeface="ML-TTKarthika" panose="04000000000000000000" pitchFamily="82" charset="0"/>
              </a:rPr>
              <a:t> </a:t>
            </a:r>
            <a:r>
              <a:rPr lang="en-US" sz="2800" err="1">
                <a:latin typeface="ML-TTKarthika" panose="04000000000000000000" pitchFamily="82" charset="0"/>
              </a:rPr>
              <a:t>Zb</a:t>
            </a:r>
            <a:r>
              <a:rPr lang="en-US" sz="2800">
                <a:latin typeface="ML-TTKarthika" panose="04000000000000000000" pitchFamily="82" charset="0"/>
              </a:rPr>
              <a:t> </a:t>
            </a:r>
            <a:r>
              <a:rPr lang="en-US" sz="2800" err="1">
                <a:latin typeface="ML-TTKarthika" panose="04000000000000000000" pitchFamily="82" charset="0"/>
              </a:rPr>
              <a:t>tXm¶n</a:t>
            </a:r>
            <a:r>
              <a:rPr lang="en-US" sz="2800">
                <a:latin typeface="ML-TTKarthika" panose="04000000000000000000" pitchFamily="82" charset="0"/>
              </a:rPr>
              <a:t> \ÂIpt¼mÄ </a:t>
            </a:r>
          </a:p>
          <a:p>
            <a:r>
              <a:rPr lang="en-US" sz="2800" err="1">
                <a:latin typeface="ML-TTKarthika" panose="04000000000000000000" pitchFamily="82" charset="0"/>
              </a:rPr>
              <a:t>Fsâ</a:t>
            </a:r>
            <a:r>
              <a:rPr lang="en-US" sz="2800">
                <a:latin typeface="ML-TTKarthika" panose="04000000000000000000" pitchFamily="82" charset="0"/>
              </a:rPr>
              <a:t> </a:t>
            </a:r>
            <a:r>
              <a:rPr lang="en-US" sz="2800" err="1">
                <a:latin typeface="ML-TTKarthika" panose="04000000000000000000" pitchFamily="82" charset="0"/>
              </a:rPr>
              <a:t>tZln</a:t>
            </a:r>
            <a:r>
              <a:rPr lang="en-US" sz="2800">
                <a:latin typeface="ML-TTKarthika" panose="04000000000000000000" pitchFamily="82" charset="0"/>
              </a:rPr>
              <a:t> </a:t>
            </a:r>
            <a:r>
              <a:rPr lang="en-US" sz="2800" err="1">
                <a:latin typeface="ML-TTKarthika" panose="04000000000000000000" pitchFamily="82" charset="0"/>
              </a:rPr>
              <a:t>hrYm</a:t>
            </a:r>
            <a:r>
              <a:rPr lang="en-US" sz="2800">
                <a:latin typeface="ML-TTKarthika" panose="04000000000000000000" pitchFamily="82" charset="0"/>
              </a:rPr>
              <a:t> </a:t>
            </a:r>
            <a:r>
              <a:rPr lang="en-US" sz="2800" err="1">
                <a:latin typeface="ML-TTKarthika" panose="04000000000000000000" pitchFamily="82" charset="0"/>
              </a:rPr>
              <a:t>Ie§p¶sX´n</a:t>
            </a:r>
            <a:r>
              <a:rPr lang="en-US" sz="2800">
                <a:latin typeface="ML-TTKarthika" panose="04000000000000000000" pitchFamily="82" charset="0"/>
              </a:rPr>
              <a:t>\</a:t>
            </a:r>
            <a:r>
              <a:rPr lang="en-US" sz="2800" err="1">
                <a:latin typeface="ML-TTKarthika" panose="04000000000000000000" pitchFamily="82" charset="0"/>
              </a:rPr>
              <a:t>mbv</a:t>
            </a:r>
            <a:r>
              <a:rPr lang="en-US" sz="2800">
                <a:latin typeface="ML-TTKarthika" panose="04000000000000000000" pitchFamily="82" charset="0"/>
              </a:rPr>
              <a:t> (2)</a:t>
            </a:r>
          </a:p>
        </p:txBody>
      </p:sp>
    </p:spTree>
    <p:extLst>
      <p:ext uri="{BB962C8B-B14F-4D97-AF65-F5344CB8AC3E}">
        <p14:creationId xmlns:p14="http://schemas.microsoft.com/office/powerpoint/2010/main" val="1760054310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F44D7D-2395-FBCA-11B2-E2766C3427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picture containing wall, indoor, table, decorated&#10;&#10;Description automatically generated">
            <a:extLst>
              <a:ext uri="{FF2B5EF4-FFF2-40B4-BE49-F238E27FC236}">
                <a16:creationId xmlns:a16="http://schemas.microsoft.com/office/drawing/2014/main" id="{A2E5DE78-EBE1-6D87-9C2B-10EB88F1EE6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1530000" y="705624"/>
            <a:ext cx="6084000" cy="405726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DDDB8C6E-D70F-72D4-403A-176BACD82209}"/>
              </a:ext>
            </a:extLst>
          </p:cNvPr>
          <p:cNvSpPr txBox="1"/>
          <p:nvPr/>
        </p:nvSpPr>
        <p:spPr>
          <a:xfrm>
            <a:off x="-763" y="-17167"/>
            <a:ext cx="9144000" cy="486000"/>
          </a:xfrm>
          <a:prstGeom prst="rect">
            <a:avLst/>
          </a:prstGeom>
          <a:solidFill>
            <a:srgbClr val="E8D3D3"/>
          </a:solidFill>
        </p:spPr>
        <p:txBody>
          <a:bodyPr vert="horz" lIns="91440" tIns="45720" rIns="91440" bIns="45720" rtlCol="0" anchor="ctr">
            <a:noAutofit/>
          </a:bodyPr>
          <a:lstStyle>
            <a:lvl1pPr algn="ctr" defTabSz="685800">
              <a:lnSpc>
                <a:spcPct val="90000"/>
              </a:lnSpc>
              <a:spcBef>
                <a:spcPct val="0"/>
              </a:spcBef>
              <a:buNone/>
              <a:defRPr lang="en-US" sz="2400" b="0" i="0" dirty="0">
                <a:ea typeface="+mj-ea"/>
                <a:cs typeface="Segoe UI" panose="020B0502040204020203" pitchFamily="34" charset="0"/>
              </a:defRPr>
            </a:lvl1pPr>
          </a:lstStyle>
          <a:p>
            <a:r>
              <a:rPr lang="en-GB">
                <a:latin typeface="Segoe UI" panose="020B0502040204020203" pitchFamily="34" charset="0"/>
              </a:rPr>
              <a:t>Holy Communion – </a:t>
            </a:r>
            <a:r>
              <a:rPr lang="en-GB" err="1">
                <a:latin typeface="Segoe UI" panose="020B0502040204020203" pitchFamily="34" charset="0"/>
              </a:rPr>
              <a:t>Kripayerum</a:t>
            </a:r>
            <a:r>
              <a:rPr lang="en-GB">
                <a:latin typeface="Segoe UI" panose="020B0502040204020203" pitchFamily="34" charset="0"/>
              </a:rPr>
              <a:t> </a:t>
            </a:r>
            <a:r>
              <a:rPr lang="en-GB" err="1">
                <a:latin typeface="Segoe UI" panose="020B0502040204020203" pitchFamily="34" charset="0"/>
              </a:rPr>
              <a:t>Karthaavil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9816164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ACB302-45A0-FACB-1A07-D34A578540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83DC8E50-6505-F67E-23D2-B7D08505F9EF}"/>
              </a:ext>
            </a:extLst>
          </p:cNvPr>
          <p:cNvSpPr txBox="1"/>
          <p:nvPr/>
        </p:nvSpPr>
        <p:spPr>
          <a:xfrm>
            <a:off x="-763" y="-17167"/>
            <a:ext cx="9144000" cy="486000"/>
          </a:xfrm>
          <a:prstGeom prst="rect">
            <a:avLst/>
          </a:prstGeom>
          <a:solidFill>
            <a:srgbClr val="E8D3D3"/>
          </a:solidFill>
        </p:spPr>
        <p:txBody>
          <a:bodyPr vert="horz" lIns="91440" tIns="45720" rIns="91440" bIns="45720" rtlCol="0" anchor="ctr">
            <a:noAutofit/>
          </a:bodyPr>
          <a:lstStyle>
            <a:lvl1pPr algn="ctr" defTabSz="685800">
              <a:lnSpc>
                <a:spcPct val="90000"/>
              </a:lnSpc>
              <a:spcBef>
                <a:spcPct val="0"/>
              </a:spcBef>
              <a:buNone/>
              <a:defRPr lang="en-US" sz="2400" b="0" i="0" dirty="0">
                <a:ea typeface="+mj-ea"/>
                <a:cs typeface="Segoe UI" panose="020B0502040204020203" pitchFamily="34" charset="0"/>
              </a:defRPr>
            </a:lvl1pPr>
          </a:lstStyle>
          <a:p>
            <a:r>
              <a:rPr lang="en-GB">
                <a:latin typeface="Segoe UI" panose="020B0502040204020203" pitchFamily="34" charset="0"/>
              </a:rPr>
              <a:t>Holy Communion – </a:t>
            </a:r>
            <a:r>
              <a:rPr lang="en-GB" err="1">
                <a:latin typeface="Segoe UI" panose="020B0502040204020203" pitchFamily="34" charset="0"/>
              </a:rPr>
              <a:t>Kripayerum</a:t>
            </a:r>
            <a:r>
              <a:rPr lang="en-GB">
                <a:latin typeface="Segoe UI" panose="020B0502040204020203" pitchFamily="34" charset="0"/>
              </a:rPr>
              <a:t> </a:t>
            </a:r>
            <a:r>
              <a:rPr lang="en-GB" err="1">
                <a:latin typeface="Segoe UI" panose="020B0502040204020203" pitchFamily="34" charset="0"/>
              </a:rPr>
              <a:t>karthaavil</a:t>
            </a:r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3798A64-FC21-DF4F-1D27-C77BF8914B8E}"/>
              </a:ext>
            </a:extLst>
          </p:cNvPr>
          <p:cNvSpPr txBox="1"/>
          <p:nvPr/>
        </p:nvSpPr>
        <p:spPr>
          <a:xfrm>
            <a:off x="7381874" y="4831355"/>
            <a:ext cx="1743075" cy="276999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r"/>
            <a:r>
              <a:rPr lang="en-US" sz="1200">
                <a:solidFill>
                  <a:prstClr val="black"/>
                </a:solidFill>
                <a:latin typeface="Segoe UI"/>
                <a:cs typeface="Segoe UI"/>
              </a:rPr>
              <a:t>Communion 4 : 1 of 8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1704DAC-C7E8-BA00-8B95-1C45DBE9CE6C}"/>
              </a:ext>
            </a:extLst>
          </p:cNvPr>
          <p:cNvSpPr txBox="1"/>
          <p:nvPr/>
        </p:nvSpPr>
        <p:spPr>
          <a:xfrm>
            <a:off x="1212196" y="805134"/>
            <a:ext cx="7931827" cy="179703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noAutofit/>
          </a:bodyPr>
          <a:lstStyle/>
          <a:p>
            <a:pPr>
              <a:defRPr/>
            </a:pPr>
            <a:r>
              <a:rPr lang="en-US" sz="2800" err="1">
                <a:latin typeface="Calibri"/>
                <a:ea typeface="Open Sans"/>
                <a:cs typeface="Open Sans"/>
              </a:rPr>
              <a:t>krupayerum</a:t>
            </a:r>
            <a:r>
              <a:rPr lang="en-US" sz="2800">
                <a:latin typeface="Calibri"/>
                <a:ea typeface="Open Sans"/>
                <a:cs typeface="Open Sans"/>
              </a:rPr>
              <a:t> </a:t>
            </a:r>
            <a:r>
              <a:rPr lang="en-US" sz="2800" err="1">
                <a:latin typeface="Calibri"/>
                <a:ea typeface="Open Sans"/>
                <a:cs typeface="Open Sans"/>
              </a:rPr>
              <a:t>karthavil</a:t>
            </a:r>
            <a:r>
              <a:rPr lang="en-US" sz="2800">
                <a:latin typeface="Calibri"/>
                <a:ea typeface="Open Sans"/>
                <a:cs typeface="Open Sans"/>
              </a:rPr>
              <a:t> </a:t>
            </a:r>
            <a:r>
              <a:rPr lang="en-US" sz="2800" err="1">
                <a:latin typeface="Calibri"/>
                <a:ea typeface="Open Sans"/>
                <a:cs typeface="Open Sans"/>
              </a:rPr>
              <a:t>en</a:t>
            </a:r>
            <a:r>
              <a:rPr lang="en-US" sz="2800">
                <a:latin typeface="Calibri"/>
                <a:ea typeface="Open Sans"/>
                <a:cs typeface="Open Sans"/>
              </a:rPr>
              <a:t> </a:t>
            </a:r>
            <a:r>
              <a:rPr lang="en-US" sz="2800" err="1">
                <a:latin typeface="Calibri"/>
                <a:ea typeface="Open Sans"/>
                <a:cs typeface="Open Sans"/>
              </a:rPr>
              <a:t>viswasam</a:t>
            </a:r>
            <a:br>
              <a:rPr lang="en-US" sz="2800">
                <a:latin typeface="Calibri"/>
                <a:ea typeface="Open Sans"/>
                <a:cs typeface="Open Sans"/>
              </a:rPr>
            </a:br>
            <a:r>
              <a:rPr lang="en-US" sz="2800" err="1">
                <a:latin typeface="Calibri"/>
                <a:ea typeface="Open Sans"/>
                <a:cs typeface="Open Sans"/>
              </a:rPr>
              <a:t>athinal</a:t>
            </a:r>
            <a:r>
              <a:rPr lang="en-US" sz="2800">
                <a:latin typeface="Calibri"/>
                <a:ea typeface="Open Sans"/>
                <a:cs typeface="Open Sans"/>
              </a:rPr>
              <a:t> </a:t>
            </a:r>
            <a:r>
              <a:rPr lang="en-US" sz="2800" err="1">
                <a:latin typeface="Calibri"/>
                <a:ea typeface="Open Sans"/>
                <a:cs typeface="Open Sans"/>
              </a:rPr>
              <a:t>hruthy</a:t>
            </a:r>
            <a:r>
              <a:rPr lang="en-US" sz="2800">
                <a:latin typeface="Calibri"/>
                <a:ea typeface="Open Sans"/>
                <a:cs typeface="Open Sans"/>
              </a:rPr>
              <a:t> </a:t>
            </a:r>
            <a:r>
              <a:rPr lang="en-US" sz="2800" err="1">
                <a:latin typeface="Calibri"/>
                <a:ea typeface="Open Sans"/>
                <a:cs typeface="Open Sans"/>
              </a:rPr>
              <a:t>enthu</a:t>
            </a:r>
            <a:r>
              <a:rPr lang="en-US" sz="2800">
                <a:latin typeface="Calibri"/>
                <a:ea typeface="Open Sans"/>
                <a:cs typeface="Open Sans"/>
              </a:rPr>
              <a:t> </a:t>
            </a:r>
            <a:r>
              <a:rPr lang="en-US" sz="2800" err="1">
                <a:latin typeface="Calibri"/>
                <a:ea typeface="Open Sans"/>
                <a:cs typeface="Open Sans"/>
              </a:rPr>
              <a:t>nallaswasam</a:t>
            </a:r>
            <a:br>
              <a:rPr lang="en-US" sz="2800">
                <a:latin typeface="Calibri"/>
                <a:ea typeface="Open Sans"/>
                <a:cs typeface="Open Sans"/>
              </a:rPr>
            </a:br>
            <a:r>
              <a:rPr lang="en-US" sz="2800" err="1">
                <a:latin typeface="Calibri"/>
                <a:ea typeface="Open Sans"/>
                <a:cs typeface="Open Sans"/>
              </a:rPr>
              <a:t>durithangal</a:t>
            </a:r>
            <a:r>
              <a:rPr lang="en-US" sz="2800">
                <a:latin typeface="Calibri"/>
                <a:ea typeface="Open Sans"/>
                <a:cs typeface="Open Sans"/>
              </a:rPr>
              <a:t> </a:t>
            </a:r>
            <a:r>
              <a:rPr lang="en-US" sz="2800" err="1">
                <a:latin typeface="Calibri"/>
                <a:ea typeface="Open Sans"/>
                <a:cs typeface="Open Sans"/>
              </a:rPr>
              <a:t>nirayumee</a:t>
            </a:r>
            <a:r>
              <a:rPr lang="en-US" sz="2800">
                <a:latin typeface="Calibri"/>
                <a:ea typeface="Open Sans"/>
                <a:cs typeface="Open Sans"/>
              </a:rPr>
              <a:t> </a:t>
            </a:r>
            <a:r>
              <a:rPr lang="en-US" sz="2800" err="1">
                <a:latin typeface="Calibri"/>
                <a:ea typeface="Open Sans"/>
                <a:cs typeface="Open Sans"/>
              </a:rPr>
              <a:t>bhoovaasanam</a:t>
            </a:r>
            <a:br>
              <a:rPr lang="en-US" sz="2800">
                <a:latin typeface="Calibri"/>
                <a:ea typeface="Open Sans"/>
                <a:cs typeface="Open Sans"/>
              </a:rPr>
            </a:br>
            <a:r>
              <a:rPr lang="en-US" sz="2800" err="1">
                <a:latin typeface="Calibri"/>
                <a:ea typeface="Open Sans"/>
                <a:cs typeface="Open Sans"/>
              </a:rPr>
              <a:t>krupayal</a:t>
            </a:r>
            <a:r>
              <a:rPr lang="en-US" sz="2800">
                <a:latin typeface="Calibri"/>
                <a:ea typeface="Open Sans"/>
                <a:cs typeface="Open Sans"/>
              </a:rPr>
              <a:t> </a:t>
            </a:r>
            <a:r>
              <a:rPr lang="en-US" sz="2800" err="1">
                <a:latin typeface="Calibri"/>
                <a:ea typeface="Open Sans"/>
                <a:cs typeface="Open Sans"/>
              </a:rPr>
              <a:t>manoharamay</a:t>
            </a:r>
            <a:endParaRPr lang="en-US" sz="2800" err="1">
              <a:highlight>
                <a:srgbClr val="FFFF00"/>
              </a:highlight>
              <a:latin typeface="Open Sans"/>
              <a:ea typeface="Open Sans"/>
              <a:cs typeface="Open San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05F2983-58AF-ADFD-CB53-E718AEAB264D}"/>
              </a:ext>
            </a:extLst>
          </p:cNvPr>
          <p:cNvSpPr txBox="1"/>
          <p:nvPr/>
        </p:nvSpPr>
        <p:spPr>
          <a:xfrm>
            <a:off x="1211894" y="2773074"/>
            <a:ext cx="7925761" cy="1877437"/>
          </a:xfrm>
          <a:prstGeom prst="rect">
            <a:avLst/>
          </a:prstGeom>
          <a:noFill/>
        </p:spPr>
        <p:txBody>
          <a:bodyPr wrap="square" lIns="68580" tIns="34290" rIns="68580" bIns="3429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000" err="1">
                <a:solidFill>
                  <a:srgbClr val="000000"/>
                </a:solidFill>
                <a:latin typeface="Open Sans"/>
                <a:ea typeface="Open Sans"/>
                <a:cs typeface="Open Sans"/>
              </a:rPr>
              <a:t>കൃപയേറും</a:t>
            </a:r>
            <a:r>
              <a:rPr lang="en-US" sz="2000">
                <a:solidFill>
                  <a:srgbClr val="000000"/>
                </a:solidFill>
                <a:latin typeface="Open Sans"/>
                <a:ea typeface="Open Sans"/>
                <a:cs typeface="Open Sans"/>
              </a:rPr>
              <a:t> </a:t>
            </a:r>
            <a:r>
              <a:rPr lang="en-US" sz="2000" err="1">
                <a:solidFill>
                  <a:srgbClr val="000000"/>
                </a:solidFill>
                <a:latin typeface="Open Sans"/>
                <a:ea typeface="Open Sans"/>
                <a:cs typeface="Open Sans"/>
              </a:rPr>
              <a:t>കർത്താവിലെ</a:t>
            </a:r>
            <a:r>
              <a:rPr lang="en-US" sz="2000">
                <a:solidFill>
                  <a:srgbClr val="000000"/>
                </a:solidFill>
                <a:latin typeface="Open Sans"/>
                <a:ea typeface="Open Sans"/>
                <a:cs typeface="Open Sans"/>
              </a:rPr>
              <a:t>ൻ </a:t>
            </a:r>
            <a:r>
              <a:rPr lang="en-US" sz="2000" err="1">
                <a:solidFill>
                  <a:srgbClr val="000000"/>
                </a:solidFill>
                <a:latin typeface="Open Sans"/>
                <a:ea typeface="Open Sans"/>
                <a:cs typeface="Open Sans"/>
              </a:rPr>
              <a:t>വിശ്വാസം</a:t>
            </a:r>
            <a:endParaRPr lang="en-US" sz="2000">
              <a:solidFill>
                <a:srgbClr val="000000"/>
              </a:solidFill>
              <a:ea typeface="Calibri" panose="020F0502020204030204"/>
              <a:cs typeface="Calibri" panose="020F0502020204030204"/>
            </a:endParaRPr>
          </a:p>
          <a:p>
            <a:pPr>
              <a:lnSpc>
                <a:spcPct val="150000"/>
              </a:lnSpc>
            </a:pPr>
            <a:r>
              <a:rPr lang="en-US" sz="2000" err="1">
                <a:solidFill>
                  <a:srgbClr val="000000"/>
                </a:solidFill>
                <a:latin typeface="Open Sans"/>
                <a:ea typeface="Open Sans"/>
                <a:cs typeface="Open Sans"/>
              </a:rPr>
              <a:t>അതിനാ</a:t>
            </a:r>
            <a:r>
              <a:rPr lang="en-US" sz="2000">
                <a:solidFill>
                  <a:srgbClr val="000000"/>
                </a:solidFill>
                <a:latin typeface="Open Sans"/>
                <a:ea typeface="Open Sans"/>
                <a:cs typeface="Open Sans"/>
              </a:rPr>
              <a:t>ൽ </a:t>
            </a:r>
            <a:r>
              <a:rPr lang="en-US" sz="2000" err="1">
                <a:solidFill>
                  <a:srgbClr val="000000"/>
                </a:solidFill>
                <a:latin typeface="Open Sans"/>
                <a:ea typeface="Open Sans"/>
                <a:cs typeface="Open Sans"/>
              </a:rPr>
              <a:t>ഹൃദിയെന്തു</a:t>
            </a:r>
            <a:r>
              <a:rPr lang="en-US" sz="2000">
                <a:solidFill>
                  <a:srgbClr val="000000"/>
                </a:solidFill>
                <a:latin typeface="Open Sans"/>
                <a:ea typeface="Open Sans"/>
                <a:cs typeface="Open Sans"/>
              </a:rPr>
              <a:t> </a:t>
            </a:r>
            <a:r>
              <a:rPr lang="en-US" sz="2000" err="1">
                <a:solidFill>
                  <a:srgbClr val="000000"/>
                </a:solidFill>
                <a:latin typeface="Open Sans"/>
                <a:ea typeface="Open Sans"/>
                <a:cs typeface="Open Sans"/>
              </a:rPr>
              <a:t>നല്ലാശ്വാസം</a:t>
            </a:r>
            <a:endParaRPr lang="en-US" sz="2000">
              <a:solidFill>
                <a:srgbClr val="000000"/>
              </a:solidFill>
              <a:ea typeface="Calibri" panose="020F0502020204030204"/>
              <a:cs typeface="Calibri" panose="020F0502020204030204"/>
            </a:endParaRPr>
          </a:p>
          <a:p>
            <a:pPr>
              <a:lnSpc>
                <a:spcPct val="150000"/>
              </a:lnSpc>
            </a:pPr>
            <a:r>
              <a:rPr lang="en-US" sz="2000" err="1">
                <a:solidFill>
                  <a:srgbClr val="000000"/>
                </a:solidFill>
                <a:latin typeface="Open Sans"/>
                <a:ea typeface="Open Sans"/>
                <a:cs typeface="Open Sans"/>
              </a:rPr>
              <a:t>ദുരിതങ്ങ</a:t>
            </a:r>
            <a:r>
              <a:rPr lang="en-US" sz="2000">
                <a:solidFill>
                  <a:srgbClr val="000000"/>
                </a:solidFill>
                <a:latin typeface="Open Sans"/>
                <a:ea typeface="Open Sans"/>
                <a:cs typeface="Open Sans"/>
              </a:rPr>
              <a:t>ൾ </a:t>
            </a:r>
            <a:r>
              <a:rPr lang="en-US" sz="2000" err="1">
                <a:solidFill>
                  <a:srgbClr val="000000"/>
                </a:solidFill>
                <a:latin typeface="Open Sans"/>
                <a:ea typeface="Open Sans"/>
                <a:cs typeface="Open Sans"/>
              </a:rPr>
              <a:t>നിറയുമീ</a:t>
            </a:r>
            <a:r>
              <a:rPr lang="en-US" sz="2000">
                <a:solidFill>
                  <a:srgbClr val="000000"/>
                </a:solidFill>
                <a:latin typeface="Open Sans"/>
                <a:ea typeface="Open Sans"/>
                <a:cs typeface="Open Sans"/>
              </a:rPr>
              <a:t> </a:t>
            </a:r>
            <a:r>
              <a:rPr lang="en-US" sz="2000" err="1">
                <a:solidFill>
                  <a:srgbClr val="000000"/>
                </a:solidFill>
                <a:latin typeface="Open Sans"/>
                <a:ea typeface="Open Sans"/>
                <a:cs typeface="Open Sans"/>
              </a:rPr>
              <a:t>ഭൂവാസം</a:t>
            </a:r>
            <a:endParaRPr lang="en-US" sz="2000" err="1">
              <a:solidFill>
                <a:srgbClr val="000000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  <a:p>
            <a:pPr>
              <a:lnSpc>
                <a:spcPct val="150000"/>
              </a:lnSpc>
            </a:pPr>
            <a:r>
              <a:rPr lang="en-US" sz="2000">
                <a:solidFill>
                  <a:srgbClr val="000000"/>
                </a:solidFill>
                <a:latin typeface="Open Sans"/>
                <a:ea typeface="Open Sans"/>
                <a:cs typeface="Open Sans"/>
              </a:rPr>
              <a:t> </a:t>
            </a:r>
            <a:r>
              <a:rPr lang="en-US" sz="2000" err="1">
                <a:solidFill>
                  <a:srgbClr val="000000"/>
                </a:solidFill>
                <a:latin typeface="Open Sans"/>
                <a:ea typeface="Open Sans"/>
                <a:cs typeface="Open Sans"/>
              </a:rPr>
              <a:t>കൃപയാ</a:t>
            </a:r>
            <a:r>
              <a:rPr lang="en-US" sz="2000">
                <a:solidFill>
                  <a:srgbClr val="000000"/>
                </a:solidFill>
                <a:latin typeface="Open Sans"/>
                <a:ea typeface="Open Sans"/>
                <a:cs typeface="Open Sans"/>
              </a:rPr>
              <a:t>ൽ </a:t>
            </a:r>
            <a:r>
              <a:rPr lang="en-US" sz="2000" err="1">
                <a:solidFill>
                  <a:srgbClr val="000000"/>
                </a:solidFill>
                <a:latin typeface="Open Sans"/>
                <a:ea typeface="Open Sans"/>
                <a:cs typeface="Open Sans"/>
              </a:rPr>
              <a:t>മനോഹരമായ്</a:t>
            </a:r>
            <a:endParaRPr lang="en-US" sz="2000" err="1">
              <a:solidFill>
                <a:srgbClr val="000000"/>
              </a:solidFill>
              <a:ea typeface="Calibri" panose="020F0502020204030204"/>
              <a:cs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2062148165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3428C3-F094-C2F9-FE60-90E5AB9496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09A6D626-35ED-BAA2-FF59-2B78F31BF777}"/>
              </a:ext>
            </a:extLst>
          </p:cNvPr>
          <p:cNvSpPr txBox="1"/>
          <p:nvPr/>
        </p:nvSpPr>
        <p:spPr>
          <a:xfrm>
            <a:off x="-763" y="-17167"/>
            <a:ext cx="9144000" cy="486000"/>
          </a:xfrm>
          <a:prstGeom prst="rect">
            <a:avLst/>
          </a:prstGeom>
          <a:solidFill>
            <a:srgbClr val="E8D3D3"/>
          </a:solidFill>
        </p:spPr>
        <p:txBody>
          <a:bodyPr vert="horz" lIns="91440" tIns="45720" rIns="91440" bIns="45720" rtlCol="0" anchor="ctr">
            <a:noAutofit/>
          </a:bodyPr>
          <a:lstStyle>
            <a:lvl1pPr algn="ctr" defTabSz="685800">
              <a:lnSpc>
                <a:spcPct val="90000"/>
              </a:lnSpc>
              <a:spcBef>
                <a:spcPct val="0"/>
              </a:spcBef>
              <a:buNone/>
              <a:defRPr lang="en-US" sz="2400" b="0" i="0" dirty="0">
                <a:ea typeface="+mj-ea"/>
                <a:cs typeface="Segoe UI" panose="020B0502040204020203" pitchFamily="34" charset="0"/>
              </a:defRPr>
            </a:lvl1pPr>
          </a:lstStyle>
          <a:p>
            <a:r>
              <a:rPr lang="en-GB">
                <a:latin typeface="Segoe UI" panose="020B0502040204020203" pitchFamily="34" charset="0"/>
              </a:rPr>
              <a:t>Holy Communion – </a:t>
            </a:r>
            <a:r>
              <a:rPr lang="en-GB" err="1">
                <a:latin typeface="Segoe UI" panose="020B0502040204020203" pitchFamily="34" charset="0"/>
              </a:rPr>
              <a:t>Kripayerum</a:t>
            </a:r>
            <a:r>
              <a:rPr lang="en-GB">
                <a:latin typeface="Segoe UI" panose="020B0502040204020203" pitchFamily="34" charset="0"/>
              </a:rPr>
              <a:t> </a:t>
            </a:r>
            <a:r>
              <a:rPr lang="en-GB" err="1">
                <a:latin typeface="Segoe UI" panose="020B0502040204020203" pitchFamily="34" charset="0"/>
              </a:rPr>
              <a:t>karthaavil</a:t>
            </a:r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3258A7D-9A80-74E3-4EF5-9B0DBE9D58F5}"/>
              </a:ext>
            </a:extLst>
          </p:cNvPr>
          <p:cNvSpPr txBox="1"/>
          <p:nvPr/>
        </p:nvSpPr>
        <p:spPr>
          <a:xfrm>
            <a:off x="7381874" y="4831355"/>
            <a:ext cx="1743075" cy="276999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r"/>
            <a:r>
              <a:rPr lang="en-US" sz="1200">
                <a:solidFill>
                  <a:prstClr val="black"/>
                </a:solidFill>
                <a:latin typeface="Segoe UI"/>
                <a:cs typeface="Segoe UI"/>
              </a:rPr>
              <a:t>Communion 4 : 2 of 8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6083535-13A5-4262-255D-1BA6D795A96E}"/>
              </a:ext>
            </a:extLst>
          </p:cNvPr>
          <p:cNvSpPr txBox="1"/>
          <p:nvPr/>
        </p:nvSpPr>
        <p:spPr>
          <a:xfrm>
            <a:off x="1212196" y="772662"/>
            <a:ext cx="7931827" cy="179703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noAutofit/>
          </a:bodyPr>
          <a:lstStyle/>
          <a:p>
            <a:pPr>
              <a:defRPr/>
            </a:pPr>
            <a:r>
              <a:rPr lang="en-US" sz="2800">
                <a:solidFill>
                  <a:srgbClr val="800000"/>
                </a:solidFill>
                <a:latin typeface="Calibri"/>
                <a:ea typeface="Open Sans"/>
                <a:cs typeface="Open Sans"/>
              </a:rPr>
              <a:t>krupa </a:t>
            </a:r>
            <a:r>
              <a:rPr lang="en-US" sz="2800" err="1">
                <a:solidFill>
                  <a:srgbClr val="800000"/>
                </a:solidFill>
                <a:latin typeface="Calibri"/>
                <a:ea typeface="Open Sans"/>
                <a:cs typeface="Open Sans"/>
              </a:rPr>
              <a:t>onnen</a:t>
            </a:r>
            <a:r>
              <a:rPr lang="en-US" sz="2800">
                <a:solidFill>
                  <a:srgbClr val="800000"/>
                </a:solidFill>
                <a:latin typeface="Calibri"/>
                <a:ea typeface="Open Sans"/>
                <a:cs typeface="Open Sans"/>
              </a:rPr>
              <a:t> </a:t>
            </a:r>
            <a:r>
              <a:rPr lang="en-US" sz="2800" err="1">
                <a:solidFill>
                  <a:srgbClr val="800000"/>
                </a:solidFill>
                <a:latin typeface="Calibri"/>
                <a:ea typeface="Open Sans"/>
                <a:cs typeface="Open Sans"/>
              </a:rPr>
              <a:t>aasreyamay</a:t>
            </a:r>
            <a:r>
              <a:rPr lang="en-US" sz="2800">
                <a:solidFill>
                  <a:srgbClr val="800000"/>
                </a:solidFill>
                <a:latin typeface="Calibri"/>
                <a:ea typeface="Open Sans"/>
                <a:cs typeface="Open Sans"/>
              </a:rPr>
              <a:t> </a:t>
            </a:r>
            <a:endParaRPr lang="en-US" sz="2800">
              <a:solidFill>
                <a:srgbClr val="800000"/>
              </a:solidFill>
              <a:latin typeface="Calibri"/>
              <a:ea typeface="Calibri"/>
              <a:cs typeface="Calibri"/>
            </a:endParaRPr>
          </a:p>
          <a:p>
            <a:pPr>
              <a:defRPr/>
            </a:pPr>
            <a:r>
              <a:rPr lang="en-US" sz="2800" err="1">
                <a:solidFill>
                  <a:srgbClr val="800000"/>
                </a:solidFill>
                <a:latin typeface="Calibri"/>
                <a:ea typeface="Open Sans"/>
                <a:cs typeface="Open Sans"/>
              </a:rPr>
              <a:t>krupa</a:t>
            </a:r>
            <a:r>
              <a:rPr lang="en-US" sz="2800">
                <a:solidFill>
                  <a:srgbClr val="800000"/>
                </a:solidFill>
                <a:latin typeface="Calibri"/>
                <a:ea typeface="Open Sans"/>
                <a:cs typeface="Open Sans"/>
              </a:rPr>
              <a:t> </a:t>
            </a:r>
            <a:r>
              <a:rPr lang="en-US" sz="2800" err="1">
                <a:solidFill>
                  <a:srgbClr val="800000"/>
                </a:solidFill>
                <a:latin typeface="Calibri"/>
                <a:ea typeface="Open Sans"/>
                <a:cs typeface="Open Sans"/>
              </a:rPr>
              <a:t>krupa</a:t>
            </a:r>
            <a:r>
              <a:rPr lang="en-US" sz="2800">
                <a:solidFill>
                  <a:srgbClr val="800000"/>
                </a:solidFill>
                <a:latin typeface="Calibri"/>
                <a:ea typeface="Open Sans"/>
                <a:cs typeface="Open Sans"/>
              </a:rPr>
              <a:t> </a:t>
            </a:r>
            <a:r>
              <a:rPr lang="en-US" sz="2800" err="1">
                <a:solidFill>
                  <a:srgbClr val="800000"/>
                </a:solidFill>
                <a:latin typeface="Calibri"/>
                <a:ea typeface="Open Sans"/>
                <a:cs typeface="Open Sans"/>
              </a:rPr>
              <a:t>onnen</a:t>
            </a:r>
            <a:r>
              <a:rPr lang="en-US" sz="2800">
                <a:solidFill>
                  <a:srgbClr val="800000"/>
                </a:solidFill>
                <a:latin typeface="Calibri"/>
                <a:ea typeface="Open Sans"/>
                <a:cs typeface="Open Sans"/>
              </a:rPr>
              <a:t> </a:t>
            </a:r>
            <a:r>
              <a:rPr lang="en-US" sz="2800" err="1">
                <a:solidFill>
                  <a:srgbClr val="800000"/>
                </a:solidFill>
                <a:latin typeface="Calibri"/>
                <a:ea typeface="Open Sans"/>
                <a:cs typeface="Open Sans"/>
              </a:rPr>
              <a:t>aanandhamay</a:t>
            </a:r>
            <a:br>
              <a:rPr lang="en-US" sz="2800">
                <a:latin typeface="Calibri"/>
                <a:ea typeface="Open Sans"/>
                <a:cs typeface="Open Sans"/>
              </a:rPr>
            </a:br>
            <a:r>
              <a:rPr lang="en-US" sz="2800" err="1">
                <a:solidFill>
                  <a:srgbClr val="800000"/>
                </a:solidFill>
                <a:latin typeface="Calibri"/>
                <a:ea typeface="Open Sans"/>
                <a:cs typeface="Open Sans"/>
              </a:rPr>
              <a:t>varikal</a:t>
            </a:r>
            <a:r>
              <a:rPr lang="en-US" sz="2800">
                <a:solidFill>
                  <a:srgbClr val="800000"/>
                </a:solidFill>
                <a:latin typeface="Calibri"/>
                <a:ea typeface="Open Sans"/>
                <a:cs typeface="Open Sans"/>
              </a:rPr>
              <a:t> </a:t>
            </a:r>
            <a:r>
              <a:rPr lang="en-US" sz="2800" err="1">
                <a:solidFill>
                  <a:srgbClr val="800000"/>
                </a:solidFill>
                <a:latin typeface="Calibri"/>
                <a:ea typeface="Open Sans"/>
                <a:cs typeface="Open Sans"/>
              </a:rPr>
              <a:t>vannalum</a:t>
            </a:r>
            <a:r>
              <a:rPr lang="en-US" sz="2800">
                <a:solidFill>
                  <a:srgbClr val="800000"/>
                </a:solidFill>
                <a:latin typeface="Calibri"/>
                <a:ea typeface="Open Sans"/>
                <a:cs typeface="Open Sans"/>
              </a:rPr>
              <a:t> </a:t>
            </a:r>
            <a:r>
              <a:rPr lang="en-US" sz="2800" err="1">
                <a:solidFill>
                  <a:srgbClr val="800000"/>
                </a:solidFill>
                <a:latin typeface="Calibri"/>
                <a:ea typeface="Open Sans"/>
                <a:cs typeface="Open Sans"/>
              </a:rPr>
              <a:t>ethiruyarnnalum</a:t>
            </a:r>
            <a:br>
              <a:rPr lang="en-US" sz="2800">
                <a:latin typeface="Calibri"/>
                <a:ea typeface="Open Sans"/>
                <a:cs typeface="Open Sans"/>
              </a:rPr>
            </a:br>
            <a:r>
              <a:rPr lang="en-US" sz="2800" err="1">
                <a:solidFill>
                  <a:srgbClr val="800000"/>
                </a:solidFill>
                <a:latin typeface="Calibri"/>
                <a:ea typeface="Open Sans"/>
                <a:cs typeface="Open Sans"/>
              </a:rPr>
              <a:t>krupa</a:t>
            </a:r>
            <a:r>
              <a:rPr lang="en-US" sz="2800">
                <a:solidFill>
                  <a:srgbClr val="800000"/>
                </a:solidFill>
                <a:latin typeface="Calibri"/>
                <a:ea typeface="Open Sans"/>
                <a:cs typeface="Open Sans"/>
              </a:rPr>
              <a:t> </a:t>
            </a:r>
            <a:r>
              <a:rPr lang="en-US" sz="2800" err="1">
                <a:solidFill>
                  <a:srgbClr val="800000"/>
                </a:solidFill>
                <a:latin typeface="Calibri"/>
                <a:ea typeface="Open Sans"/>
                <a:cs typeface="Open Sans"/>
              </a:rPr>
              <a:t>mathy</a:t>
            </a:r>
            <a:r>
              <a:rPr lang="en-US" sz="2800">
                <a:solidFill>
                  <a:srgbClr val="800000"/>
                </a:solidFill>
                <a:latin typeface="Calibri"/>
                <a:ea typeface="Open Sans"/>
                <a:cs typeface="Open Sans"/>
              </a:rPr>
              <a:t> </a:t>
            </a:r>
            <a:r>
              <a:rPr lang="en-US" sz="2800" err="1">
                <a:solidFill>
                  <a:srgbClr val="800000"/>
                </a:solidFill>
                <a:latin typeface="Calibri"/>
                <a:ea typeface="Open Sans"/>
                <a:cs typeface="Open Sans"/>
              </a:rPr>
              <a:t>ennalum</a:t>
            </a:r>
            <a:endParaRPr lang="en-US" sz="2800">
              <a:solidFill>
                <a:srgbClr val="800000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C4EE6D9-5391-4939-46F8-008080BF87EA}"/>
              </a:ext>
            </a:extLst>
          </p:cNvPr>
          <p:cNvSpPr txBox="1"/>
          <p:nvPr/>
        </p:nvSpPr>
        <p:spPr>
          <a:xfrm>
            <a:off x="1211894" y="2571750"/>
            <a:ext cx="7925761" cy="1742785"/>
          </a:xfrm>
          <a:prstGeom prst="rect">
            <a:avLst/>
          </a:prstGeom>
          <a:noFill/>
        </p:spPr>
        <p:txBody>
          <a:bodyPr wrap="square" lIns="68580" tIns="34290" rIns="68580" bIns="3429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en-US" err="1">
                <a:solidFill>
                  <a:srgbClr val="800000"/>
                </a:solidFill>
                <a:latin typeface="Open Sans"/>
                <a:ea typeface="Open Sans"/>
                <a:cs typeface="Open Sans"/>
              </a:rPr>
              <a:t>കൃപ</a:t>
            </a:r>
            <a:r>
              <a:rPr lang="en-US">
                <a:solidFill>
                  <a:srgbClr val="800000"/>
                </a:solidFill>
                <a:latin typeface="Open Sans"/>
                <a:ea typeface="Open Sans"/>
                <a:cs typeface="Open Sans"/>
              </a:rPr>
              <a:t> </a:t>
            </a:r>
            <a:r>
              <a:rPr lang="en-US" err="1">
                <a:solidFill>
                  <a:srgbClr val="800000"/>
                </a:solidFill>
                <a:latin typeface="Open Sans"/>
                <a:ea typeface="Open Sans"/>
                <a:cs typeface="Open Sans"/>
              </a:rPr>
              <a:t>കൃപയൊന്നെന്നാശ്രയ</a:t>
            </a:r>
            <a:r>
              <a:rPr lang="en-US" sz="2000" err="1">
                <a:solidFill>
                  <a:srgbClr val="800000"/>
                </a:solidFill>
                <a:latin typeface="Open Sans"/>
                <a:ea typeface="Open Sans"/>
                <a:cs typeface="Open Sans"/>
              </a:rPr>
              <a:t>മായ്</a:t>
            </a:r>
            <a:r>
              <a:rPr lang="en-US">
                <a:solidFill>
                  <a:srgbClr val="800000"/>
                </a:solidFill>
                <a:latin typeface="Open Sans"/>
                <a:ea typeface="Open Sans"/>
                <a:cs typeface="Open Sans"/>
              </a:rPr>
              <a:t>  </a:t>
            </a:r>
          </a:p>
          <a:p>
            <a:pPr>
              <a:lnSpc>
                <a:spcPct val="150000"/>
              </a:lnSpc>
            </a:pPr>
            <a:r>
              <a:rPr lang="en-US" err="1">
                <a:solidFill>
                  <a:srgbClr val="800000"/>
                </a:solidFill>
                <a:latin typeface="Open Sans"/>
                <a:ea typeface="Open Sans"/>
                <a:cs typeface="Open Sans"/>
              </a:rPr>
              <a:t>കൃപ</a:t>
            </a:r>
            <a:r>
              <a:rPr lang="en-US">
                <a:solidFill>
                  <a:srgbClr val="800000"/>
                </a:solidFill>
                <a:latin typeface="Open Sans"/>
                <a:ea typeface="Open Sans"/>
                <a:cs typeface="Open Sans"/>
              </a:rPr>
              <a:t> </a:t>
            </a:r>
            <a:r>
              <a:rPr lang="en-US" err="1">
                <a:solidFill>
                  <a:srgbClr val="800000"/>
                </a:solidFill>
                <a:latin typeface="Open Sans"/>
                <a:ea typeface="Open Sans"/>
                <a:cs typeface="Open Sans"/>
              </a:rPr>
              <a:t>കൃപയൊന്നെന്നാനന്ദമായ്</a:t>
            </a:r>
            <a:endParaRPr lang="en-US">
              <a:solidFill>
                <a:srgbClr val="800000"/>
              </a:solidFill>
              <a:ea typeface="Calibri" panose="020F0502020204030204"/>
              <a:cs typeface="Calibri" panose="020F0502020204030204"/>
            </a:endParaRPr>
          </a:p>
          <a:p>
            <a:pPr>
              <a:lnSpc>
                <a:spcPct val="150000"/>
              </a:lnSpc>
            </a:pPr>
            <a:r>
              <a:rPr lang="en-US" err="1">
                <a:solidFill>
                  <a:srgbClr val="800000"/>
                </a:solidFill>
                <a:latin typeface="Open Sans"/>
                <a:ea typeface="Open Sans"/>
                <a:cs typeface="Open Sans"/>
              </a:rPr>
              <a:t>വൈരിക</a:t>
            </a:r>
            <a:r>
              <a:rPr lang="en-US">
                <a:solidFill>
                  <a:srgbClr val="800000"/>
                </a:solidFill>
                <a:latin typeface="Open Sans"/>
                <a:ea typeface="Open Sans"/>
                <a:cs typeface="Open Sans"/>
              </a:rPr>
              <a:t>ൾ </a:t>
            </a:r>
            <a:r>
              <a:rPr lang="en-US" err="1">
                <a:solidFill>
                  <a:srgbClr val="800000"/>
                </a:solidFill>
                <a:latin typeface="Open Sans"/>
                <a:ea typeface="Open Sans"/>
                <a:cs typeface="Open Sans"/>
              </a:rPr>
              <a:t>വന്നാലും</a:t>
            </a:r>
            <a:r>
              <a:rPr lang="en-US">
                <a:solidFill>
                  <a:srgbClr val="800000"/>
                </a:solidFill>
                <a:latin typeface="Open Sans"/>
                <a:ea typeface="Open Sans"/>
                <a:cs typeface="Open Sans"/>
              </a:rPr>
              <a:t> </a:t>
            </a:r>
            <a:r>
              <a:rPr lang="en-US" err="1">
                <a:solidFill>
                  <a:srgbClr val="800000"/>
                </a:solidFill>
                <a:latin typeface="Open Sans"/>
                <a:ea typeface="Open Sans"/>
                <a:cs typeface="Open Sans"/>
              </a:rPr>
              <a:t>എതിരുയർന്നാലും</a:t>
            </a:r>
            <a:endParaRPr lang="en-US">
              <a:solidFill>
                <a:srgbClr val="800000"/>
              </a:solidFill>
              <a:ea typeface="Calibri" panose="020F0502020204030204"/>
              <a:cs typeface="Calibri" panose="020F0502020204030204"/>
            </a:endParaRPr>
          </a:p>
          <a:p>
            <a:pPr>
              <a:lnSpc>
                <a:spcPct val="150000"/>
              </a:lnSpc>
            </a:pPr>
            <a:r>
              <a:rPr lang="en-US" err="1">
                <a:solidFill>
                  <a:srgbClr val="800000"/>
                </a:solidFill>
                <a:latin typeface="Open Sans"/>
                <a:ea typeface="Open Sans"/>
                <a:cs typeface="Open Sans"/>
              </a:rPr>
              <a:t>കൃപമതിയെന്നാളും</a:t>
            </a:r>
            <a:endParaRPr lang="en-US">
              <a:solidFill>
                <a:srgbClr val="800000"/>
              </a:solidFill>
              <a:ea typeface="Calibri" panose="020F0502020204030204"/>
              <a:cs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4002502094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F56A83-EDCA-1B82-1D65-7262870541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D2FF72D5-462B-54A3-C0CE-47401A747DE8}"/>
              </a:ext>
            </a:extLst>
          </p:cNvPr>
          <p:cNvSpPr txBox="1"/>
          <p:nvPr/>
        </p:nvSpPr>
        <p:spPr>
          <a:xfrm>
            <a:off x="-763" y="-17167"/>
            <a:ext cx="9144000" cy="486000"/>
          </a:xfrm>
          <a:prstGeom prst="rect">
            <a:avLst/>
          </a:prstGeom>
          <a:solidFill>
            <a:srgbClr val="E8D3D3"/>
          </a:solidFill>
        </p:spPr>
        <p:txBody>
          <a:bodyPr vert="horz" lIns="91440" tIns="45720" rIns="91440" bIns="45720" rtlCol="0" anchor="ctr">
            <a:noAutofit/>
          </a:bodyPr>
          <a:lstStyle>
            <a:lvl1pPr algn="ctr" defTabSz="685800">
              <a:lnSpc>
                <a:spcPct val="90000"/>
              </a:lnSpc>
              <a:spcBef>
                <a:spcPct val="0"/>
              </a:spcBef>
              <a:buNone/>
              <a:defRPr lang="en-US" sz="2400" b="0" i="0" dirty="0">
                <a:ea typeface="+mj-ea"/>
                <a:cs typeface="Segoe UI" panose="020B0502040204020203" pitchFamily="34" charset="0"/>
              </a:defRPr>
            </a:lvl1pPr>
          </a:lstStyle>
          <a:p>
            <a:r>
              <a:rPr lang="en-GB">
                <a:latin typeface="Segoe UI" panose="020B0502040204020203" pitchFamily="34" charset="0"/>
              </a:rPr>
              <a:t>Holy Communion – </a:t>
            </a:r>
            <a:r>
              <a:rPr lang="en-GB" err="1">
                <a:latin typeface="Segoe UI" panose="020B0502040204020203" pitchFamily="34" charset="0"/>
              </a:rPr>
              <a:t>Kripayerum</a:t>
            </a:r>
            <a:r>
              <a:rPr lang="en-GB">
                <a:latin typeface="Segoe UI" panose="020B0502040204020203" pitchFamily="34" charset="0"/>
              </a:rPr>
              <a:t> </a:t>
            </a:r>
            <a:r>
              <a:rPr lang="en-GB" err="1">
                <a:latin typeface="Segoe UI" panose="020B0502040204020203" pitchFamily="34" charset="0"/>
              </a:rPr>
              <a:t>karthaavil</a:t>
            </a:r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D48C7F3-05A3-568B-3010-7EF9404B8475}"/>
              </a:ext>
            </a:extLst>
          </p:cNvPr>
          <p:cNvSpPr txBox="1"/>
          <p:nvPr/>
        </p:nvSpPr>
        <p:spPr>
          <a:xfrm>
            <a:off x="7381874" y="4831355"/>
            <a:ext cx="1743075" cy="276999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r"/>
            <a:r>
              <a:rPr lang="en-US" sz="1200">
                <a:solidFill>
                  <a:prstClr val="black"/>
                </a:solidFill>
                <a:latin typeface="Segoe UI"/>
                <a:cs typeface="Segoe UI"/>
              </a:rPr>
              <a:t>Communion 4 : 3 of 8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3E558A6-E657-5B9B-91FF-B6E493FC66F1}"/>
              </a:ext>
            </a:extLst>
          </p:cNvPr>
          <p:cNvSpPr txBox="1"/>
          <p:nvPr/>
        </p:nvSpPr>
        <p:spPr>
          <a:xfrm>
            <a:off x="1212196" y="805134"/>
            <a:ext cx="7931827" cy="179703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noAutofit/>
          </a:bodyPr>
          <a:lstStyle/>
          <a:p>
            <a:pPr>
              <a:defRPr/>
            </a:pPr>
            <a:r>
              <a:rPr lang="en-US" sz="2800" err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belaheenathayil</a:t>
            </a:r>
            <a:r>
              <a:rPr lang="en-US" sz="280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 nalla </a:t>
            </a:r>
            <a:r>
              <a:rPr lang="en-US" sz="2800" err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belamekum</a:t>
            </a:r>
            <a:br>
              <a:rPr lang="en-US" sz="2800">
                <a:latin typeface="Calibri"/>
                <a:ea typeface="Calibri"/>
                <a:cs typeface="Calibri"/>
              </a:rPr>
            </a:br>
            <a:r>
              <a:rPr lang="en-US" sz="2800" err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marubhoomiyil</a:t>
            </a:r>
            <a:r>
              <a:rPr lang="en-US" sz="280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800" err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aanandha</a:t>
            </a:r>
            <a:r>
              <a:rPr lang="en-US" sz="280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800" err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thanalakum</a:t>
            </a:r>
            <a:br>
              <a:rPr lang="en-US" sz="2800">
                <a:latin typeface="Calibri"/>
                <a:ea typeface="Calibri"/>
                <a:cs typeface="Calibri"/>
              </a:rPr>
            </a:br>
            <a:r>
              <a:rPr lang="en-US" sz="2800" err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irul</a:t>
            </a:r>
            <a:r>
              <a:rPr lang="en-US" sz="280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800" err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paathayil</a:t>
            </a:r>
            <a:r>
              <a:rPr lang="en-US" sz="280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800" err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anudinam</a:t>
            </a:r>
            <a:r>
              <a:rPr lang="en-US" sz="280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800" err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oli</a:t>
            </a:r>
            <a:r>
              <a:rPr lang="en-US" sz="280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800" err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nalkum</a:t>
            </a:r>
            <a:br>
              <a:rPr lang="en-US" sz="2800">
                <a:latin typeface="Calibri"/>
                <a:ea typeface="Calibri"/>
                <a:cs typeface="Calibri"/>
              </a:rPr>
            </a:br>
            <a:r>
              <a:rPr lang="en-US" sz="280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krupa </a:t>
            </a:r>
            <a:r>
              <a:rPr lang="en-US" sz="2800" err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onnen</a:t>
            </a:r>
            <a:r>
              <a:rPr lang="en-US" sz="280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800" err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aasreyamay</a:t>
            </a:r>
            <a:endParaRPr lang="en-US" sz="280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3B0587B-8C52-5E7F-75F7-83C3CC317284}"/>
              </a:ext>
            </a:extLst>
          </p:cNvPr>
          <p:cNvSpPr txBox="1"/>
          <p:nvPr/>
        </p:nvSpPr>
        <p:spPr>
          <a:xfrm>
            <a:off x="1211894" y="2773074"/>
            <a:ext cx="7925761" cy="1877437"/>
          </a:xfrm>
          <a:prstGeom prst="rect">
            <a:avLst/>
          </a:prstGeom>
          <a:noFill/>
        </p:spPr>
        <p:txBody>
          <a:bodyPr wrap="square" lIns="68580" tIns="34290" rIns="68580" bIns="3429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000" err="1">
                <a:solidFill>
                  <a:srgbClr val="000000"/>
                </a:solidFill>
                <a:latin typeface="Open Sans"/>
                <a:ea typeface="Open Sans"/>
                <a:cs typeface="Open Sans"/>
              </a:rPr>
              <a:t>ബലഹീനതയി</a:t>
            </a:r>
            <a:r>
              <a:rPr lang="en-US" sz="2000">
                <a:solidFill>
                  <a:srgbClr val="000000"/>
                </a:solidFill>
                <a:latin typeface="Open Sans"/>
                <a:ea typeface="Open Sans"/>
                <a:cs typeface="Open Sans"/>
              </a:rPr>
              <a:t>ൽ </a:t>
            </a:r>
            <a:r>
              <a:rPr lang="en-US" sz="2000" err="1">
                <a:solidFill>
                  <a:srgbClr val="000000"/>
                </a:solidFill>
                <a:latin typeface="Open Sans"/>
                <a:ea typeface="Open Sans"/>
                <a:cs typeface="Open Sans"/>
              </a:rPr>
              <a:t>നല്ല</a:t>
            </a:r>
            <a:r>
              <a:rPr lang="en-US" sz="2000">
                <a:solidFill>
                  <a:srgbClr val="000000"/>
                </a:solidFill>
                <a:latin typeface="Open Sans"/>
                <a:ea typeface="Open Sans"/>
                <a:cs typeface="Open Sans"/>
              </a:rPr>
              <a:t> </a:t>
            </a:r>
            <a:r>
              <a:rPr lang="en-US" sz="2000" err="1">
                <a:solidFill>
                  <a:srgbClr val="000000"/>
                </a:solidFill>
                <a:latin typeface="Open Sans"/>
                <a:ea typeface="Open Sans"/>
                <a:cs typeface="Open Sans"/>
              </a:rPr>
              <a:t>ബലമേകും</a:t>
            </a:r>
            <a:endParaRPr lang="en-US" sz="2000">
              <a:solidFill>
                <a:srgbClr val="000000"/>
              </a:solidFill>
              <a:ea typeface="Calibri" panose="020F0502020204030204"/>
              <a:cs typeface="Calibri" panose="020F0502020204030204"/>
            </a:endParaRPr>
          </a:p>
          <a:p>
            <a:pPr>
              <a:lnSpc>
                <a:spcPct val="150000"/>
              </a:lnSpc>
            </a:pPr>
            <a:r>
              <a:rPr lang="en-US" sz="2000" err="1">
                <a:solidFill>
                  <a:srgbClr val="000000"/>
                </a:solidFill>
                <a:latin typeface="Open Sans"/>
                <a:ea typeface="Open Sans"/>
                <a:cs typeface="Open Sans"/>
              </a:rPr>
              <a:t>മരുഭൂമിയിലാനന്ദത്തണലാകും</a:t>
            </a:r>
            <a:endParaRPr lang="en-US" sz="2000">
              <a:solidFill>
                <a:srgbClr val="000000"/>
              </a:solidFill>
              <a:ea typeface="Calibri" panose="020F0502020204030204"/>
              <a:cs typeface="Calibri" panose="020F0502020204030204"/>
            </a:endParaRPr>
          </a:p>
          <a:p>
            <a:pPr>
              <a:lnSpc>
                <a:spcPct val="150000"/>
              </a:lnSpc>
            </a:pPr>
            <a:r>
              <a:rPr lang="en-US" sz="2000" err="1">
                <a:solidFill>
                  <a:srgbClr val="000000"/>
                </a:solidFill>
                <a:latin typeface="Open Sans"/>
                <a:ea typeface="Open Sans"/>
                <a:cs typeface="Open Sans"/>
              </a:rPr>
              <a:t>ഇരു</a:t>
            </a:r>
            <a:r>
              <a:rPr lang="en-US" sz="2000">
                <a:solidFill>
                  <a:srgbClr val="000000"/>
                </a:solidFill>
                <a:latin typeface="Open Sans"/>
                <a:ea typeface="Open Sans"/>
                <a:cs typeface="Open Sans"/>
              </a:rPr>
              <a:t>ൾ </a:t>
            </a:r>
            <a:r>
              <a:rPr lang="en-US" sz="2000" err="1">
                <a:solidFill>
                  <a:srgbClr val="000000"/>
                </a:solidFill>
                <a:latin typeface="Open Sans"/>
                <a:ea typeface="Open Sans"/>
                <a:cs typeface="Open Sans"/>
              </a:rPr>
              <a:t>പാതയിലനുദിനമൊളി</a:t>
            </a:r>
            <a:r>
              <a:rPr lang="en-US" sz="2000">
                <a:solidFill>
                  <a:srgbClr val="000000"/>
                </a:solidFill>
                <a:latin typeface="Open Sans"/>
                <a:ea typeface="Open Sans"/>
                <a:cs typeface="Open Sans"/>
              </a:rPr>
              <a:t> </a:t>
            </a:r>
            <a:r>
              <a:rPr lang="en-US" sz="2000" err="1">
                <a:solidFill>
                  <a:srgbClr val="000000"/>
                </a:solidFill>
                <a:latin typeface="Open Sans"/>
                <a:ea typeface="Open Sans"/>
                <a:cs typeface="Open Sans"/>
              </a:rPr>
              <a:t>നൽകും</a:t>
            </a:r>
            <a:endParaRPr lang="en-US" sz="2000">
              <a:solidFill>
                <a:srgbClr val="000000"/>
              </a:solidFill>
              <a:ea typeface="Calibri" panose="020F0502020204030204"/>
              <a:cs typeface="Calibri" panose="020F0502020204030204"/>
            </a:endParaRPr>
          </a:p>
          <a:p>
            <a:pPr>
              <a:lnSpc>
                <a:spcPct val="150000"/>
              </a:lnSpc>
            </a:pPr>
            <a:r>
              <a:rPr lang="en-US" sz="2000" err="1">
                <a:solidFill>
                  <a:srgbClr val="000000"/>
                </a:solidFill>
                <a:latin typeface="Open Sans"/>
                <a:ea typeface="Open Sans"/>
                <a:cs typeface="Open Sans"/>
              </a:rPr>
              <a:t>കൃപയൊന്നെന്നാശ്രയമായ്</a:t>
            </a:r>
            <a:endParaRPr lang="en-US" sz="2000">
              <a:solidFill>
                <a:srgbClr val="000000"/>
              </a:solidFill>
              <a:ea typeface="Calibri" panose="020F0502020204030204"/>
              <a:cs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1212961471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7B3336-21F4-1D3F-447A-70235E294F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8A850247-97D3-AA0D-D340-4B167C96D8A3}"/>
              </a:ext>
            </a:extLst>
          </p:cNvPr>
          <p:cNvSpPr txBox="1"/>
          <p:nvPr/>
        </p:nvSpPr>
        <p:spPr>
          <a:xfrm>
            <a:off x="-763" y="-17167"/>
            <a:ext cx="9144000" cy="486000"/>
          </a:xfrm>
          <a:prstGeom prst="rect">
            <a:avLst/>
          </a:prstGeom>
          <a:solidFill>
            <a:srgbClr val="E8D3D3"/>
          </a:solidFill>
        </p:spPr>
        <p:txBody>
          <a:bodyPr vert="horz" lIns="91440" tIns="45720" rIns="91440" bIns="45720" rtlCol="0" anchor="ctr">
            <a:noAutofit/>
          </a:bodyPr>
          <a:lstStyle>
            <a:lvl1pPr algn="ctr" defTabSz="685800">
              <a:lnSpc>
                <a:spcPct val="90000"/>
              </a:lnSpc>
              <a:spcBef>
                <a:spcPct val="0"/>
              </a:spcBef>
              <a:buNone/>
              <a:defRPr lang="en-US" sz="2400" b="0" i="0" dirty="0">
                <a:ea typeface="+mj-ea"/>
                <a:cs typeface="Segoe UI" panose="020B0502040204020203" pitchFamily="34" charset="0"/>
              </a:defRPr>
            </a:lvl1pPr>
          </a:lstStyle>
          <a:p>
            <a:r>
              <a:rPr lang="en-GB">
                <a:latin typeface="Segoe UI" panose="020B0502040204020203" pitchFamily="34" charset="0"/>
              </a:rPr>
              <a:t>Holy Communion – </a:t>
            </a:r>
            <a:r>
              <a:rPr lang="en-GB" err="1">
                <a:latin typeface="Segoe UI" panose="020B0502040204020203" pitchFamily="34" charset="0"/>
              </a:rPr>
              <a:t>Kripayerum</a:t>
            </a:r>
            <a:r>
              <a:rPr lang="en-GB">
                <a:latin typeface="Segoe UI" panose="020B0502040204020203" pitchFamily="34" charset="0"/>
              </a:rPr>
              <a:t> </a:t>
            </a:r>
            <a:r>
              <a:rPr lang="en-GB" err="1">
                <a:latin typeface="Segoe UI" panose="020B0502040204020203" pitchFamily="34" charset="0"/>
              </a:rPr>
              <a:t>karthaavil</a:t>
            </a:r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F9B10AF-0861-81A3-E13E-2B6B588EF6E1}"/>
              </a:ext>
            </a:extLst>
          </p:cNvPr>
          <p:cNvSpPr txBox="1"/>
          <p:nvPr/>
        </p:nvSpPr>
        <p:spPr>
          <a:xfrm>
            <a:off x="7381874" y="4831355"/>
            <a:ext cx="1743075" cy="276999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r"/>
            <a:r>
              <a:rPr lang="en-US" sz="1200">
                <a:solidFill>
                  <a:prstClr val="black"/>
                </a:solidFill>
                <a:latin typeface="Segoe UI"/>
                <a:cs typeface="Segoe UI"/>
              </a:rPr>
              <a:t>Communion 4 : 4 of 8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E9E324B-4F1A-4759-0104-752006B3A50D}"/>
              </a:ext>
            </a:extLst>
          </p:cNvPr>
          <p:cNvSpPr txBox="1"/>
          <p:nvPr/>
        </p:nvSpPr>
        <p:spPr>
          <a:xfrm>
            <a:off x="1212196" y="772662"/>
            <a:ext cx="7931827" cy="179703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noAutofit/>
          </a:bodyPr>
          <a:lstStyle/>
          <a:p>
            <a:pPr>
              <a:defRPr/>
            </a:pPr>
            <a:r>
              <a:rPr lang="en-US" sz="2800">
                <a:solidFill>
                  <a:srgbClr val="800000"/>
                </a:solidFill>
                <a:latin typeface="Calibri"/>
                <a:ea typeface="Open Sans"/>
                <a:cs typeface="Open Sans"/>
              </a:rPr>
              <a:t>krupa </a:t>
            </a:r>
            <a:r>
              <a:rPr lang="en-US" sz="2800" err="1">
                <a:solidFill>
                  <a:srgbClr val="800000"/>
                </a:solidFill>
                <a:latin typeface="Calibri"/>
                <a:ea typeface="Open Sans"/>
                <a:cs typeface="Open Sans"/>
              </a:rPr>
              <a:t>onnen</a:t>
            </a:r>
            <a:r>
              <a:rPr lang="en-US" sz="2800">
                <a:solidFill>
                  <a:srgbClr val="800000"/>
                </a:solidFill>
                <a:latin typeface="Calibri"/>
                <a:ea typeface="Open Sans"/>
                <a:cs typeface="Open Sans"/>
              </a:rPr>
              <a:t> </a:t>
            </a:r>
            <a:r>
              <a:rPr lang="en-US" sz="2800" err="1">
                <a:solidFill>
                  <a:srgbClr val="800000"/>
                </a:solidFill>
                <a:latin typeface="Calibri"/>
                <a:ea typeface="Open Sans"/>
                <a:cs typeface="Open Sans"/>
              </a:rPr>
              <a:t>aasreyamay</a:t>
            </a:r>
            <a:r>
              <a:rPr lang="en-US" sz="2800">
                <a:solidFill>
                  <a:srgbClr val="800000"/>
                </a:solidFill>
                <a:latin typeface="Calibri"/>
                <a:ea typeface="Open Sans"/>
                <a:cs typeface="Open Sans"/>
              </a:rPr>
              <a:t> </a:t>
            </a:r>
            <a:endParaRPr lang="en-US" sz="2800">
              <a:solidFill>
                <a:srgbClr val="800000"/>
              </a:solidFill>
              <a:latin typeface="Calibri"/>
              <a:ea typeface="Calibri"/>
              <a:cs typeface="Calibri"/>
            </a:endParaRPr>
          </a:p>
          <a:p>
            <a:pPr>
              <a:defRPr/>
            </a:pPr>
            <a:r>
              <a:rPr lang="en-US" sz="2800" err="1">
                <a:solidFill>
                  <a:srgbClr val="800000"/>
                </a:solidFill>
                <a:latin typeface="Calibri"/>
                <a:ea typeface="Open Sans"/>
                <a:cs typeface="Open Sans"/>
              </a:rPr>
              <a:t>krupa</a:t>
            </a:r>
            <a:r>
              <a:rPr lang="en-US" sz="2800">
                <a:solidFill>
                  <a:srgbClr val="800000"/>
                </a:solidFill>
                <a:latin typeface="Calibri"/>
                <a:ea typeface="Open Sans"/>
                <a:cs typeface="Open Sans"/>
              </a:rPr>
              <a:t> </a:t>
            </a:r>
            <a:r>
              <a:rPr lang="en-US" sz="2800" err="1">
                <a:solidFill>
                  <a:srgbClr val="800000"/>
                </a:solidFill>
                <a:latin typeface="Calibri"/>
                <a:ea typeface="Open Sans"/>
                <a:cs typeface="Open Sans"/>
              </a:rPr>
              <a:t>krupa</a:t>
            </a:r>
            <a:r>
              <a:rPr lang="en-US" sz="2800">
                <a:solidFill>
                  <a:srgbClr val="800000"/>
                </a:solidFill>
                <a:latin typeface="Calibri"/>
                <a:ea typeface="Open Sans"/>
                <a:cs typeface="Open Sans"/>
              </a:rPr>
              <a:t> </a:t>
            </a:r>
            <a:r>
              <a:rPr lang="en-US" sz="2800" err="1">
                <a:solidFill>
                  <a:srgbClr val="800000"/>
                </a:solidFill>
                <a:latin typeface="Calibri"/>
                <a:ea typeface="Open Sans"/>
                <a:cs typeface="Open Sans"/>
              </a:rPr>
              <a:t>onnen</a:t>
            </a:r>
            <a:r>
              <a:rPr lang="en-US" sz="2800">
                <a:solidFill>
                  <a:srgbClr val="800000"/>
                </a:solidFill>
                <a:latin typeface="Calibri"/>
                <a:ea typeface="Open Sans"/>
                <a:cs typeface="Open Sans"/>
              </a:rPr>
              <a:t> </a:t>
            </a:r>
            <a:r>
              <a:rPr lang="en-US" sz="2800" err="1">
                <a:solidFill>
                  <a:srgbClr val="800000"/>
                </a:solidFill>
                <a:latin typeface="Calibri"/>
                <a:ea typeface="Open Sans"/>
                <a:cs typeface="Open Sans"/>
              </a:rPr>
              <a:t>aanandhamay</a:t>
            </a:r>
            <a:br>
              <a:rPr lang="en-US" sz="2800">
                <a:latin typeface="Calibri"/>
                <a:ea typeface="Open Sans"/>
                <a:cs typeface="Open Sans"/>
              </a:rPr>
            </a:br>
            <a:r>
              <a:rPr lang="en-US" sz="2800" err="1">
                <a:solidFill>
                  <a:srgbClr val="800000"/>
                </a:solidFill>
                <a:latin typeface="Calibri"/>
                <a:ea typeface="Open Sans"/>
                <a:cs typeface="Open Sans"/>
              </a:rPr>
              <a:t>varikal</a:t>
            </a:r>
            <a:r>
              <a:rPr lang="en-US" sz="2800">
                <a:solidFill>
                  <a:srgbClr val="800000"/>
                </a:solidFill>
                <a:latin typeface="Calibri"/>
                <a:ea typeface="Open Sans"/>
                <a:cs typeface="Open Sans"/>
              </a:rPr>
              <a:t> </a:t>
            </a:r>
            <a:r>
              <a:rPr lang="en-US" sz="2800" err="1">
                <a:solidFill>
                  <a:srgbClr val="800000"/>
                </a:solidFill>
                <a:latin typeface="Calibri"/>
                <a:ea typeface="Open Sans"/>
                <a:cs typeface="Open Sans"/>
              </a:rPr>
              <a:t>vannalum</a:t>
            </a:r>
            <a:r>
              <a:rPr lang="en-US" sz="2800">
                <a:solidFill>
                  <a:srgbClr val="800000"/>
                </a:solidFill>
                <a:latin typeface="Calibri"/>
                <a:ea typeface="Open Sans"/>
                <a:cs typeface="Open Sans"/>
              </a:rPr>
              <a:t> </a:t>
            </a:r>
            <a:r>
              <a:rPr lang="en-US" sz="2800" err="1">
                <a:solidFill>
                  <a:srgbClr val="800000"/>
                </a:solidFill>
                <a:latin typeface="Calibri"/>
                <a:ea typeface="Open Sans"/>
                <a:cs typeface="Open Sans"/>
              </a:rPr>
              <a:t>ethiruyarnnalum</a:t>
            </a:r>
            <a:br>
              <a:rPr lang="en-US" sz="2800">
                <a:latin typeface="Calibri"/>
                <a:ea typeface="Open Sans"/>
                <a:cs typeface="Open Sans"/>
              </a:rPr>
            </a:br>
            <a:r>
              <a:rPr lang="en-US" sz="2800" err="1">
                <a:solidFill>
                  <a:srgbClr val="800000"/>
                </a:solidFill>
                <a:latin typeface="Calibri"/>
                <a:ea typeface="Open Sans"/>
                <a:cs typeface="Open Sans"/>
              </a:rPr>
              <a:t>krupa</a:t>
            </a:r>
            <a:r>
              <a:rPr lang="en-US" sz="2800">
                <a:solidFill>
                  <a:srgbClr val="800000"/>
                </a:solidFill>
                <a:latin typeface="Calibri"/>
                <a:ea typeface="Open Sans"/>
                <a:cs typeface="Open Sans"/>
              </a:rPr>
              <a:t> </a:t>
            </a:r>
            <a:r>
              <a:rPr lang="en-US" sz="2800" err="1">
                <a:solidFill>
                  <a:srgbClr val="800000"/>
                </a:solidFill>
                <a:latin typeface="Calibri"/>
                <a:ea typeface="Open Sans"/>
                <a:cs typeface="Open Sans"/>
              </a:rPr>
              <a:t>mathy</a:t>
            </a:r>
            <a:r>
              <a:rPr lang="en-US" sz="2800">
                <a:solidFill>
                  <a:srgbClr val="800000"/>
                </a:solidFill>
                <a:latin typeface="Calibri"/>
                <a:ea typeface="Open Sans"/>
                <a:cs typeface="Open Sans"/>
              </a:rPr>
              <a:t> </a:t>
            </a:r>
            <a:r>
              <a:rPr lang="en-US" sz="2800" err="1">
                <a:solidFill>
                  <a:srgbClr val="800000"/>
                </a:solidFill>
                <a:latin typeface="Calibri"/>
                <a:ea typeface="Open Sans"/>
                <a:cs typeface="Open Sans"/>
              </a:rPr>
              <a:t>ennalum</a:t>
            </a:r>
            <a:endParaRPr lang="en-US" sz="2800">
              <a:solidFill>
                <a:srgbClr val="800000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D93CAEB-70FB-8F72-6BD0-55BF620EF28E}"/>
              </a:ext>
            </a:extLst>
          </p:cNvPr>
          <p:cNvSpPr txBox="1"/>
          <p:nvPr/>
        </p:nvSpPr>
        <p:spPr>
          <a:xfrm>
            <a:off x="1211894" y="2571750"/>
            <a:ext cx="7925761" cy="1742785"/>
          </a:xfrm>
          <a:prstGeom prst="rect">
            <a:avLst/>
          </a:prstGeom>
          <a:noFill/>
        </p:spPr>
        <p:txBody>
          <a:bodyPr wrap="square" lIns="68580" tIns="34290" rIns="68580" bIns="3429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en-US" err="1">
                <a:solidFill>
                  <a:srgbClr val="800000"/>
                </a:solidFill>
                <a:latin typeface="Open Sans"/>
                <a:ea typeface="Open Sans"/>
                <a:cs typeface="Open Sans"/>
              </a:rPr>
              <a:t>കൃപ</a:t>
            </a:r>
            <a:r>
              <a:rPr lang="en-US">
                <a:solidFill>
                  <a:srgbClr val="800000"/>
                </a:solidFill>
                <a:latin typeface="Open Sans"/>
                <a:ea typeface="Open Sans"/>
                <a:cs typeface="Open Sans"/>
              </a:rPr>
              <a:t> </a:t>
            </a:r>
            <a:r>
              <a:rPr lang="en-US" err="1">
                <a:solidFill>
                  <a:srgbClr val="800000"/>
                </a:solidFill>
                <a:latin typeface="Open Sans"/>
                <a:ea typeface="Open Sans"/>
                <a:cs typeface="Open Sans"/>
              </a:rPr>
              <a:t>കൃപയൊന്നെന്നാശ്രയ</a:t>
            </a:r>
            <a:r>
              <a:rPr lang="en-US" sz="2000" err="1">
                <a:solidFill>
                  <a:srgbClr val="800000"/>
                </a:solidFill>
                <a:latin typeface="Open Sans"/>
                <a:ea typeface="Open Sans"/>
                <a:cs typeface="Open Sans"/>
              </a:rPr>
              <a:t>മായ്</a:t>
            </a:r>
            <a:r>
              <a:rPr lang="en-US">
                <a:solidFill>
                  <a:srgbClr val="800000"/>
                </a:solidFill>
                <a:latin typeface="Open Sans"/>
                <a:ea typeface="Open Sans"/>
                <a:cs typeface="Open Sans"/>
              </a:rPr>
              <a:t>  </a:t>
            </a:r>
          </a:p>
          <a:p>
            <a:pPr>
              <a:lnSpc>
                <a:spcPct val="150000"/>
              </a:lnSpc>
            </a:pPr>
            <a:r>
              <a:rPr lang="en-US" err="1">
                <a:solidFill>
                  <a:srgbClr val="800000"/>
                </a:solidFill>
                <a:latin typeface="Open Sans"/>
                <a:ea typeface="Open Sans"/>
                <a:cs typeface="Open Sans"/>
              </a:rPr>
              <a:t>കൃപ</a:t>
            </a:r>
            <a:r>
              <a:rPr lang="en-US">
                <a:solidFill>
                  <a:srgbClr val="800000"/>
                </a:solidFill>
                <a:latin typeface="Open Sans"/>
                <a:ea typeface="Open Sans"/>
                <a:cs typeface="Open Sans"/>
              </a:rPr>
              <a:t> </a:t>
            </a:r>
            <a:r>
              <a:rPr lang="en-US" err="1">
                <a:solidFill>
                  <a:srgbClr val="800000"/>
                </a:solidFill>
                <a:latin typeface="Open Sans"/>
                <a:ea typeface="Open Sans"/>
                <a:cs typeface="Open Sans"/>
              </a:rPr>
              <a:t>കൃപയൊന്നെന്നാനന്ദമായ്</a:t>
            </a:r>
            <a:endParaRPr lang="en-US">
              <a:solidFill>
                <a:srgbClr val="800000"/>
              </a:solidFill>
              <a:ea typeface="Calibri" panose="020F0502020204030204"/>
              <a:cs typeface="Calibri" panose="020F0502020204030204"/>
            </a:endParaRPr>
          </a:p>
          <a:p>
            <a:pPr>
              <a:lnSpc>
                <a:spcPct val="150000"/>
              </a:lnSpc>
            </a:pPr>
            <a:r>
              <a:rPr lang="en-US" err="1">
                <a:solidFill>
                  <a:srgbClr val="800000"/>
                </a:solidFill>
                <a:latin typeface="Open Sans"/>
                <a:ea typeface="Open Sans"/>
                <a:cs typeface="Open Sans"/>
              </a:rPr>
              <a:t>വൈരിക</a:t>
            </a:r>
            <a:r>
              <a:rPr lang="en-US">
                <a:solidFill>
                  <a:srgbClr val="800000"/>
                </a:solidFill>
                <a:latin typeface="Open Sans"/>
                <a:ea typeface="Open Sans"/>
                <a:cs typeface="Open Sans"/>
              </a:rPr>
              <a:t>ൾ </a:t>
            </a:r>
            <a:r>
              <a:rPr lang="en-US" err="1">
                <a:solidFill>
                  <a:srgbClr val="800000"/>
                </a:solidFill>
                <a:latin typeface="Open Sans"/>
                <a:ea typeface="Open Sans"/>
                <a:cs typeface="Open Sans"/>
              </a:rPr>
              <a:t>വന്നാലും</a:t>
            </a:r>
            <a:r>
              <a:rPr lang="en-US">
                <a:solidFill>
                  <a:srgbClr val="800000"/>
                </a:solidFill>
                <a:latin typeface="Open Sans"/>
                <a:ea typeface="Open Sans"/>
                <a:cs typeface="Open Sans"/>
              </a:rPr>
              <a:t> </a:t>
            </a:r>
            <a:r>
              <a:rPr lang="en-US" err="1">
                <a:solidFill>
                  <a:srgbClr val="800000"/>
                </a:solidFill>
                <a:latin typeface="Open Sans"/>
                <a:ea typeface="Open Sans"/>
                <a:cs typeface="Open Sans"/>
              </a:rPr>
              <a:t>എതിരുയർന്നാലും</a:t>
            </a:r>
            <a:endParaRPr lang="en-US">
              <a:solidFill>
                <a:srgbClr val="800000"/>
              </a:solidFill>
              <a:ea typeface="Calibri" panose="020F0502020204030204"/>
              <a:cs typeface="Calibri" panose="020F0502020204030204"/>
            </a:endParaRPr>
          </a:p>
          <a:p>
            <a:pPr>
              <a:lnSpc>
                <a:spcPct val="150000"/>
              </a:lnSpc>
            </a:pPr>
            <a:r>
              <a:rPr lang="en-US" err="1">
                <a:solidFill>
                  <a:srgbClr val="800000"/>
                </a:solidFill>
                <a:latin typeface="Open Sans"/>
                <a:ea typeface="Open Sans"/>
                <a:cs typeface="Open Sans"/>
              </a:rPr>
              <a:t>കൃപമതിയെന്നാളും</a:t>
            </a:r>
            <a:endParaRPr lang="en-US">
              <a:solidFill>
                <a:srgbClr val="800000"/>
              </a:solidFill>
              <a:ea typeface="Calibri" panose="020F0502020204030204"/>
              <a:cs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894464627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CA9AA0-41A5-BD03-AE9E-0400BE984F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D547A9C3-98CD-029B-7417-48B22E10C383}"/>
              </a:ext>
            </a:extLst>
          </p:cNvPr>
          <p:cNvSpPr txBox="1"/>
          <p:nvPr/>
        </p:nvSpPr>
        <p:spPr>
          <a:xfrm>
            <a:off x="-763" y="-17167"/>
            <a:ext cx="9144000" cy="486000"/>
          </a:xfrm>
          <a:prstGeom prst="rect">
            <a:avLst/>
          </a:prstGeom>
          <a:solidFill>
            <a:srgbClr val="E8D3D3"/>
          </a:solidFill>
        </p:spPr>
        <p:txBody>
          <a:bodyPr vert="horz" lIns="91440" tIns="45720" rIns="91440" bIns="45720" rtlCol="0" anchor="ctr">
            <a:noAutofit/>
          </a:bodyPr>
          <a:lstStyle>
            <a:lvl1pPr algn="ctr" defTabSz="685800">
              <a:lnSpc>
                <a:spcPct val="90000"/>
              </a:lnSpc>
              <a:spcBef>
                <a:spcPct val="0"/>
              </a:spcBef>
              <a:buNone/>
              <a:defRPr lang="en-US" sz="2400" b="0" i="0" dirty="0">
                <a:ea typeface="+mj-ea"/>
                <a:cs typeface="Segoe UI" panose="020B0502040204020203" pitchFamily="34" charset="0"/>
              </a:defRPr>
            </a:lvl1pPr>
          </a:lstStyle>
          <a:p>
            <a:r>
              <a:rPr lang="en-GB">
                <a:latin typeface="Segoe UI" panose="020B0502040204020203" pitchFamily="34" charset="0"/>
              </a:rPr>
              <a:t>Holy Communion – </a:t>
            </a:r>
            <a:r>
              <a:rPr lang="en-GB" err="1">
                <a:latin typeface="Segoe UI" panose="020B0502040204020203" pitchFamily="34" charset="0"/>
              </a:rPr>
              <a:t>Kripayerum</a:t>
            </a:r>
            <a:r>
              <a:rPr lang="en-GB">
                <a:latin typeface="Segoe UI" panose="020B0502040204020203" pitchFamily="34" charset="0"/>
              </a:rPr>
              <a:t> </a:t>
            </a:r>
            <a:r>
              <a:rPr lang="en-GB" err="1">
                <a:latin typeface="Segoe UI" panose="020B0502040204020203" pitchFamily="34" charset="0"/>
              </a:rPr>
              <a:t>karthaavil</a:t>
            </a:r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EE99E7D-783A-887A-980A-D571737AC4B9}"/>
              </a:ext>
            </a:extLst>
          </p:cNvPr>
          <p:cNvSpPr txBox="1"/>
          <p:nvPr/>
        </p:nvSpPr>
        <p:spPr>
          <a:xfrm>
            <a:off x="7381874" y="4831355"/>
            <a:ext cx="1743075" cy="276999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r"/>
            <a:r>
              <a:rPr lang="en-US" sz="1200">
                <a:solidFill>
                  <a:prstClr val="black"/>
                </a:solidFill>
                <a:latin typeface="Segoe UI"/>
                <a:cs typeface="Segoe UI"/>
              </a:rPr>
              <a:t>Communion 4 : 5 of 8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8970DB1-0135-D31D-65CB-E8200DC16072}"/>
              </a:ext>
            </a:extLst>
          </p:cNvPr>
          <p:cNvSpPr txBox="1"/>
          <p:nvPr/>
        </p:nvSpPr>
        <p:spPr>
          <a:xfrm>
            <a:off x="1212196" y="805134"/>
            <a:ext cx="7931827" cy="179703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noAutofit/>
          </a:bodyPr>
          <a:lstStyle/>
          <a:p>
            <a:pPr>
              <a:defRPr/>
            </a:pPr>
            <a:r>
              <a:rPr lang="en-US" sz="2800" err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ente</a:t>
            </a:r>
            <a:r>
              <a:rPr lang="en-US" sz="280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800" err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thazhchayil</a:t>
            </a:r>
            <a:r>
              <a:rPr lang="en-US" sz="280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800" err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avanenne</a:t>
            </a:r>
            <a:r>
              <a:rPr lang="en-US" sz="280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800" err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orthallo</a:t>
            </a:r>
            <a:br>
              <a:rPr lang="en-US" sz="2800">
                <a:latin typeface="Calibri"/>
                <a:ea typeface="Calibri"/>
                <a:cs typeface="Calibri"/>
              </a:rPr>
            </a:br>
            <a:r>
              <a:rPr lang="en-US" sz="2800" err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khora</a:t>
            </a:r>
            <a:r>
              <a:rPr lang="en-US" sz="280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800" err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vairiyil</a:t>
            </a:r>
            <a:r>
              <a:rPr lang="en-US" sz="280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800" err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thalavan</a:t>
            </a:r>
            <a:r>
              <a:rPr lang="en-US" sz="280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800" err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thakarthallo</a:t>
            </a:r>
            <a:br>
              <a:rPr lang="en-US" sz="2800">
                <a:latin typeface="Calibri"/>
                <a:ea typeface="Calibri"/>
                <a:cs typeface="Calibri"/>
              </a:rPr>
            </a:br>
            <a:r>
              <a:rPr lang="en-US" sz="2800" err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thante</a:t>
            </a:r>
            <a:r>
              <a:rPr lang="en-US" sz="280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800" err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kaikalil</a:t>
            </a:r>
            <a:r>
              <a:rPr lang="en-US" sz="280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800" err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avanenne</a:t>
            </a:r>
            <a:r>
              <a:rPr lang="en-US" sz="280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800" err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cherthallo</a:t>
            </a:r>
            <a:br>
              <a:rPr lang="en-US" sz="2800">
                <a:latin typeface="Calibri"/>
                <a:ea typeface="Calibri"/>
                <a:cs typeface="Calibri"/>
              </a:rPr>
            </a:br>
            <a:r>
              <a:rPr lang="en-US" sz="2800" err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sthothra</a:t>
            </a:r>
            <a:r>
              <a:rPr lang="en-US" sz="280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800" err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geetham</a:t>
            </a:r>
            <a:r>
              <a:rPr lang="en-US" sz="280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800" err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paadidum</a:t>
            </a:r>
            <a:r>
              <a:rPr lang="en-US" sz="280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800" err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njan</a:t>
            </a:r>
            <a:endParaRPr lang="en-US" sz="280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CACD23D-AF41-510E-5F22-1A312392A512}"/>
              </a:ext>
            </a:extLst>
          </p:cNvPr>
          <p:cNvSpPr txBox="1"/>
          <p:nvPr/>
        </p:nvSpPr>
        <p:spPr>
          <a:xfrm>
            <a:off x="1211894" y="2773074"/>
            <a:ext cx="7925761" cy="1877437"/>
          </a:xfrm>
          <a:prstGeom prst="rect">
            <a:avLst/>
          </a:prstGeom>
          <a:noFill/>
        </p:spPr>
        <p:txBody>
          <a:bodyPr wrap="square" lIns="68580" tIns="34290" rIns="68580" bIns="3429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000" err="1">
                <a:latin typeface="Open Sans"/>
                <a:ea typeface="Open Sans"/>
                <a:cs typeface="Open Sans"/>
              </a:rPr>
              <a:t>എന്റെ</a:t>
            </a:r>
            <a:r>
              <a:rPr lang="en-US" sz="2000">
                <a:latin typeface="Open Sans"/>
                <a:ea typeface="Open Sans"/>
                <a:cs typeface="Open Sans"/>
              </a:rPr>
              <a:t> </a:t>
            </a:r>
            <a:r>
              <a:rPr lang="en-US" sz="2000" err="1">
                <a:latin typeface="Open Sans"/>
                <a:ea typeface="Open Sans"/>
                <a:cs typeface="Open Sans"/>
              </a:rPr>
              <a:t>താഴ്ചയിലവനെന്നെയോർത്തല്ലോ</a:t>
            </a:r>
            <a:endParaRPr lang="en-US" sz="2000">
              <a:ea typeface="Calibri"/>
              <a:cs typeface="Calibri"/>
            </a:endParaRPr>
          </a:p>
          <a:p>
            <a:pPr>
              <a:lnSpc>
                <a:spcPct val="150000"/>
              </a:lnSpc>
            </a:pPr>
            <a:r>
              <a:rPr lang="en-US" sz="2000" err="1">
                <a:latin typeface="Open Sans"/>
                <a:ea typeface="Open Sans"/>
                <a:cs typeface="Open Sans"/>
              </a:rPr>
              <a:t>ഘോരവൈരിയി</a:t>
            </a:r>
            <a:r>
              <a:rPr lang="en-US" sz="2000">
                <a:latin typeface="Open Sans"/>
                <a:ea typeface="Open Sans"/>
                <a:cs typeface="Open Sans"/>
              </a:rPr>
              <a:t>ൻ </a:t>
            </a:r>
            <a:r>
              <a:rPr lang="en-US" sz="2000" err="1">
                <a:latin typeface="Open Sans"/>
                <a:ea typeface="Open Sans"/>
                <a:cs typeface="Open Sans"/>
              </a:rPr>
              <a:t>ബലമവ</a:t>
            </a:r>
            <a:r>
              <a:rPr lang="en-US" sz="2000">
                <a:latin typeface="Open Sans"/>
                <a:ea typeface="Open Sans"/>
                <a:cs typeface="Open Sans"/>
              </a:rPr>
              <a:t>ൻ </a:t>
            </a:r>
            <a:r>
              <a:rPr lang="en-US" sz="2000" err="1">
                <a:latin typeface="Open Sans"/>
                <a:ea typeface="Open Sans"/>
                <a:cs typeface="Open Sans"/>
              </a:rPr>
              <a:t>തകർത്തല്ലോ</a:t>
            </a:r>
            <a:endParaRPr lang="en-US" sz="2000">
              <a:ea typeface="Calibri"/>
              <a:cs typeface="Calibri"/>
            </a:endParaRPr>
          </a:p>
          <a:p>
            <a:pPr>
              <a:lnSpc>
                <a:spcPct val="150000"/>
              </a:lnSpc>
            </a:pPr>
            <a:r>
              <a:rPr lang="en-US" sz="2000" err="1">
                <a:latin typeface="Open Sans"/>
                <a:ea typeface="Open Sans"/>
                <a:cs typeface="Open Sans"/>
              </a:rPr>
              <a:t>തന്റെ</a:t>
            </a:r>
            <a:r>
              <a:rPr lang="en-US" sz="2000">
                <a:latin typeface="Open Sans"/>
                <a:ea typeface="Open Sans"/>
                <a:cs typeface="Open Sans"/>
              </a:rPr>
              <a:t> </a:t>
            </a:r>
            <a:r>
              <a:rPr lang="en-US" sz="2000" err="1">
                <a:latin typeface="Open Sans"/>
                <a:ea typeface="Open Sans"/>
                <a:cs typeface="Open Sans"/>
              </a:rPr>
              <a:t>കൈകളിലവനെന്നെ</a:t>
            </a:r>
            <a:r>
              <a:rPr lang="en-US" sz="2000">
                <a:latin typeface="Open Sans"/>
                <a:ea typeface="Open Sans"/>
                <a:cs typeface="Open Sans"/>
              </a:rPr>
              <a:t> </a:t>
            </a:r>
            <a:r>
              <a:rPr lang="en-US" sz="2000" err="1">
                <a:latin typeface="Open Sans"/>
                <a:ea typeface="Open Sans"/>
                <a:cs typeface="Open Sans"/>
              </a:rPr>
              <a:t>ചേർത്തല്ലോ</a:t>
            </a:r>
            <a:endParaRPr lang="en-US" sz="2000">
              <a:ea typeface="Calibri"/>
              <a:cs typeface="Calibri"/>
            </a:endParaRPr>
          </a:p>
          <a:p>
            <a:pPr>
              <a:lnSpc>
                <a:spcPct val="150000"/>
              </a:lnSpc>
            </a:pPr>
            <a:r>
              <a:rPr lang="en-US" sz="2000" err="1">
                <a:latin typeface="Open Sans"/>
                <a:ea typeface="Open Sans"/>
                <a:cs typeface="Open Sans"/>
              </a:rPr>
              <a:t>സ്തോത്രഗീതം</a:t>
            </a:r>
            <a:r>
              <a:rPr lang="en-US" sz="2000">
                <a:latin typeface="Open Sans"/>
                <a:ea typeface="Open Sans"/>
                <a:cs typeface="Open Sans"/>
              </a:rPr>
              <a:t> </a:t>
            </a:r>
            <a:r>
              <a:rPr lang="en-US" sz="2000" err="1">
                <a:latin typeface="Open Sans"/>
                <a:ea typeface="Open Sans"/>
                <a:cs typeface="Open Sans"/>
              </a:rPr>
              <a:t>പാടിടും</a:t>
            </a:r>
            <a:r>
              <a:rPr lang="en-US" sz="2000">
                <a:latin typeface="Open Sans"/>
                <a:ea typeface="Open Sans"/>
                <a:cs typeface="Open Sans"/>
              </a:rPr>
              <a:t> </a:t>
            </a:r>
            <a:r>
              <a:rPr lang="en-US" sz="2000" err="1">
                <a:latin typeface="Open Sans"/>
                <a:ea typeface="Open Sans"/>
                <a:cs typeface="Open Sans"/>
              </a:rPr>
              <a:t>ഞാ</a:t>
            </a:r>
            <a:r>
              <a:rPr lang="en-US" sz="2000">
                <a:latin typeface="Open Sans"/>
                <a:ea typeface="Open Sans"/>
                <a:cs typeface="Open Sans"/>
              </a:rPr>
              <a:t>ൻ</a:t>
            </a:r>
            <a:endParaRPr lang="en-US" sz="2000">
              <a:ea typeface="Calibri" panose="020F0502020204030204"/>
              <a:cs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945581630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6A0F2C-2357-BE37-1E67-D9087F1BAD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BC11EB06-CBCD-9927-F152-3A73FA4172C3}"/>
              </a:ext>
            </a:extLst>
          </p:cNvPr>
          <p:cNvSpPr txBox="1"/>
          <p:nvPr/>
        </p:nvSpPr>
        <p:spPr>
          <a:xfrm>
            <a:off x="-763" y="-17167"/>
            <a:ext cx="9144000" cy="486000"/>
          </a:xfrm>
          <a:prstGeom prst="rect">
            <a:avLst/>
          </a:prstGeom>
          <a:solidFill>
            <a:srgbClr val="E8D3D3"/>
          </a:solidFill>
        </p:spPr>
        <p:txBody>
          <a:bodyPr vert="horz" lIns="91440" tIns="45720" rIns="91440" bIns="45720" rtlCol="0" anchor="ctr">
            <a:noAutofit/>
          </a:bodyPr>
          <a:lstStyle>
            <a:lvl1pPr algn="ctr" defTabSz="685800">
              <a:lnSpc>
                <a:spcPct val="90000"/>
              </a:lnSpc>
              <a:spcBef>
                <a:spcPct val="0"/>
              </a:spcBef>
              <a:buNone/>
              <a:defRPr lang="en-US" sz="2400" b="0" i="0" dirty="0">
                <a:ea typeface="+mj-ea"/>
                <a:cs typeface="Segoe UI" panose="020B0502040204020203" pitchFamily="34" charset="0"/>
              </a:defRPr>
            </a:lvl1pPr>
          </a:lstStyle>
          <a:p>
            <a:r>
              <a:rPr lang="en-GB">
                <a:latin typeface="Segoe UI" panose="020B0502040204020203" pitchFamily="34" charset="0"/>
              </a:rPr>
              <a:t>Holy Communion – </a:t>
            </a:r>
            <a:r>
              <a:rPr lang="en-GB" err="1">
                <a:latin typeface="Segoe UI" panose="020B0502040204020203" pitchFamily="34" charset="0"/>
              </a:rPr>
              <a:t>Kripayerum</a:t>
            </a:r>
            <a:r>
              <a:rPr lang="en-GB">
                <a:latin typeface="Segoe UI" panose="020B0502040204020203" pitchFamily="34" charset="0"/>
              </a:rPr>
              <a:t> </a:t>
            </a:r>
            <a:r>
              <a:rPr lang="en-GB" err="1">
                <a:latin typeface="Segoe UI" panose="020B0502040204020203" pitchFamily="34" charset="0"/>
              </a:rPr>
              <a:t>karthaavil</a:t>
            </a:r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779347E-57BB-92C6-79C5-6D3F84CD857D}"/>
              </a:ext>
            </a:extLst>
          </p:cNvPr>
          <p:cNvSpPr txBox="1"/>
          <p:nvPr/>
        </p:nvSpPr>
        <p:spPr>
          <a:xfrm>
            <a:off x="7381874" y="4831355"/>
            <a:ext cx="1743075" cy="276999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r"/>
            <a:r>
              <a:rPr lang="en-US" sz="1200">
                <a:solidFill>
                  <a:prstClr val="black"/>
                </a:solidFill>
                <a:latin typeface="Segoe UI"/>
                <a:cs typeface="Segoe UI"/>
              </a:rPr>
              <a:t>Communion 4 : 6 of 8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8AAE4DE-113D-0AC0-491E-559BE3644FB9}"/>
              </a:ext>
            </a:extLst>
          </p:cNvPr>
          <p:cNvSpPr txBox="1"/>
          <p:nvPr/>
        </p:nvSpPr>
        <p:spPr>
          <a:xfrm>
            <a:off x="1212196" y="772662"/>
            <a:ext cx="7931827" cy="179703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noAutofit/>
          </a:bodyPr>
          <a:lstStyle/>
          <a:p>
            <a:pPr>
              <a:defRPr/>
            </a:pPr>
            <a:r>
              <a:rPr lang="en-US" sz="2800">
                <a:solidFill>
                  <a:srgbClr val="800000"/>
                </a:solidFill>
                <a:latin typeface="Calibri"/>
                <a:ea typeface="Open Sans"/>
                <a:cs typeface="Open Sans"/>
              </a:rPr>
              <a:t>krupa </a:t>
            </a:r>
            <a:r>
              <a:rPr lang="en-US" sz="2800" err="1">
                <a:solidFill>
                  <a:srgbClr val="800000"/>
                </a:solidFill>
                <a:latin typeface="Calibri"/>
                <a:ea typeface="Open Sans"/>
                <a:cs typeface="Open Sans"/>
              </a:rPr>
              <a:t>onnen</a:t>
            </a:r>
            <a:r>
              <a:rPr lang="en-US" sz="2800">
                <a:solidFill>
                  <a:srgbClr val="800000"/>
                </a:solidFill>
                <a:latin typeface="Calibri"/>
                <a:ea typeface="Open Sans"/>
                <a:cs typeface="Open Sans"/>
              </a:rPr>
              <a:t> </a:t>
            </a:r>
            <a:r>
              <a:rPr lang="en-US" sz="2800" err="1">
                <a:solidFill>
                  <a:srgbClr val="800000"/>
                </a:solidFill>
                <a:latin typeface="Calibri"/>
                <a:ea typeface="Open Sans"/>
                <a:cs typeface="Open Sans"/>
              </a:rPr>
              <a:t>aasreyamay</a:t>
            </a:r>
            <a:r>
              <a:rPr lang="en-US" sz="2800">
                <a:solidFill>
                  <a:srgbClr val="800000"/>
                </a:solidFill>
                <a:latin typeface="Calibri"/>
                <a:ea typeface="Open Sans"/>
                <a:cs typeface="Open Sans"/>
              </a:rPr>
              <a:t> </a:t>
            </a:r>
            <a:endParaRPr lang="en-US" sz="2800">
              <a:solidFill>
                <a:srgbClr val="800000"/>
              </a:solidFill>
              <a:latin typeface="Calibri"/>
              <a:ea typeface="Calibri"/>
              <a:cs typeface="Calibri"/>
            </a:endParaRPr>
          </a:p>
          <a:p>
            <a:pPr>
              <a:defRPr/>
            </a:pPr>
            <a:r>
              <a:rPr lang="en-US" sz="2800" err="1">
                <a:solidFill>
                  <a:srgbClr val="800000"/>
                </a:solidFill>
                <a:latin typeface="Calibri"/>
                <a:ea typeface="Open Sans"/>
                <a:cs typeface="Open Sans"/>
              </a:rPr>
              <a:t>krupa</a:t>
            </a:r>
            <a:r>
              <a:rPr lang="en-US" sz="2800">
                <a:solidFill>
                  <a:srgbClr val="800000"/>
                </a:solidFill>
                <a:latin typeface="Calibri"/>
                <a:ea typeface="Open Sans"/>
                <a:cs typeface="Open Sans"/>
              </a:rPr>
              <a:t> </a:t>
            </a:r>
            <a:r>
              <a:rPr lang="en-US" sz="2800" err="1">
                <a:solidFill>
                  <a:srgbClr val="800000"/>
                </a:solidFill>
                <a:latin typeface="Calibri"/>
                <a:ea typeface="Open Sans"/>
                <a:cs typeface="Open Sans"/>
              </a:rPr>
              <a:t>krupa</a:t>
            </a:r>
            <a:r>
              <a:rPr lang="en-US" sz="2800">
                <a:solidFill>
                  <a:srgbClr val="800000"/>
                </a:solidFill>
                <a:latin typeface="Calibri"/>
                <a:ea typeface="Open Sans"/>
                <a:cs typeface="Open Sans"/>
              </a:rPr>
              <a:t> </a:t>
            </a:r>
            <a:r>
              <a:rPr lang="en-US" sz="2800" err="1">
                <a:solidFill>
                  <a:srgbClr val="800000"/>
                </a:solidFill>
                <a:latin typeface="Calibri"/>
                <a:ea typeface="Open Sans"/>
                <a:cs typeface="Open Sans"/>
              </a:rPr>
              <a:t>onnen</a:t>
            </a:r>
            <a:r>
              <a:rPr lang="en-US" sz="2800">
                <a:solidFill>
                  <a:srgbClr val="800000"/>
                </a:solidFill>
                <a:latin typeface="Calibri"/>
                <a:ea typeface="Open Sans"/>
                <a:cs typeface="Open Sans"/>
              </a:rPr>
              <a:t> </a:t>
            </a:r>
            <a:r>
              <a:rPr lang="en-US" sz="2800" err="1">
                <a:solidFill>
                  <a:srgbClr val="800000"/>
                </a:solidFill>
                <a:latin typeface="Calibri"/>
                <a:ea typeface="Open Sans"/>
                <a:cs typeface="Open Sans"/>
              </a:rPr>
              <a:t>aanandhamay</a:t>
            </a:r>
            <a:br>
              <a:rPr lang="en-US" sz="2800">
                <a:latin typeface="Calibri"/>
                <a:ea typeface="Open Sans"/>
                <a:cs typeface="Open Sans"/>
              </a:rPr>
            </a:br>
            <a:r>
              <a:rPr lang="en-US" sz="2800" err="1">
                <a:solidFill>
                  <a:srgbClr val="800000"/>
                </a:solidFill>
                <a:latin typeface="Calibri"/>
                <a:ea typeface="Open Sans"/>
                <a:cs typeface="Open Sans"/>
              </a:rPr>
              <a:t>varikal</a:t>
            </a:r>
            <a:r>
              <a:rPr lang="en-US" sz="2800">
                <a:solidFill>
                  <a:srgbClr val="800000"/>
                </a:solidFill>
                <a:latin typeface="Calibri"/>
                <a:ea typeface="Open Sans"/>
                <a:cs typeface="Open Sans"/>
              </a:rPr>
              <a:t> </a:t>
            </a:r>
            <a:r>
              <a:rPr lang="en-US" sz="2800" err="1">
                <a:solidFill>
                  <a:srgbClr val="800000"/>
                </a:solidFill>
                <a:latin typeface="Calibri"/>
                <a:ea typeface="Open Sans"/>
                <a:cs typeface="Open Sans"/>
              </a:rPr>
              <a:t>vannalum</a:t>
            </a:r>
            <a:r>
              <a:rPr lang="en-US" sz="2800">
                <a:solidFill>
                  <a:srgbClr val="800000"/>
                </a:solidFill>
                <a:latin typeface="Calibri"/>
                <a:ea typeface="Open Sans"/>
                <a:cs typeface="Open Sans"/>
              </a:rPr>
              <a:t> </a:t>
            </a:r>
            <a:r>
              <a:rPr lang="en-US" sz="2800" err="1">
                <a:solidFill>
                  <a:srgbClr val="800000"/>
                </a:solidFill>
                <a:latin typeface="Calibri"/>
                <a:ea typeface="Open Sans"/>
                <a:cs typeface="Open Sans"/>
              </a:rPr>
              <a:t>ethiruyarnnalum</a:t>
            </a:r>
            <a:br>
              <a:rPr lang="en-US" sz="2800">
                <a:latin typeface="Calibri"/>
                <a:ea typeface="Open Sans"/>
                <a:cs typeface="Open Sans"/>
              </a:rPr>
            </a:br>
            <a:r>
              <a:rPr lang="en-US" sz="2800" err="1">
                <a:solidFill>
                  <a:srgbClr val="800000"/>
                </a:solidFill>
                <a:latin typeface="Calibri"/>
                <a:ea typeface="Open Sans"/>
                <a:cs typeface="Open Sans"/>
              </a:rPr>
              <a:t>krupa</a:t>
            </a:r>
            <a:r>
              <a:rPr lang="en-US" sz="2800">
                <a:solidFill>
                  <a:srgbClr val="800000"/>
                </a:solidFill>
                <a:latin typeface="Calibri"/>
                <a:ea typeface="Open Sans"/>
                <a:cs typeface="Open Sans"/>
              </a:rPr>
              <a:t> </a:t>
            </a:r>
            <a:r>
              <a:rPr lang="en-US" sz="2800" err="1">
                <a:solidFill>
                  <a:srgbClr val="800000"/>
                </a:solidFill>
                <a:latin typeface="Calibri"/>
                <a:ea typeface="Open Sans"/>
                <a:cs typeface="Open Sans"/>
              </a:rPr>
              <a:t>mathy</a:t>
            </a:r>
            <a:r>
              <a:rPr lang="en-US" sz="2800">
                <a:solidFill>
                  <a:srgbClr val="800000"/>
                </a:solidFill>
                <a:latin typeface="Calibri"/>
                <a:ea typeface="Open Sans"/>
                <a:cs typeface="Open Sans"/>
              </a:rPr>
              <a:t> </a:t>
            </a:r>
            <a:r>
              <a:rPr lang="en-US" sz="2800" err="1">
                <a:solidFill>
                  <a:srgbClr val="800000"/>
                </a:solidFill>
                <a:latin typeface="Calibri"/>
                <a:ea typeface="Open Sans"/>
                <a:cs typeface="Open Sans"/>
              </a:rPr>
              <a:t>ennalum</a:t>
            </a:r>
            <a:endParaRPr lang="en-US" sz="2800">
              <a:solidFill>
                <a:srgbClr val="800000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F235C32-22A3-76E0-74B2-6732772F2D71}"/>
              </a:ext>
            </a:extLst>
          </p:cNvPr>
          <p:cNvSpPr txBox="1"/>
          <p:nvPr/>
        </p:nvSpPr>
        <p:spPr>
          <a:xfrm>
            <a:off x="1211894" y="2571750"/>
            <a:ext cx="7925761" cy="1742785"/>
          </a:xfrm>
          <a:prstGeom prst="rect">
            <a:avLst/>
          </a:prstGeom>
          <a:noFill/>
        </p:spPr>
        <p:txBody>
          <a:bodyPr wrap="square" lIns="68580" tIns="34290" rIns="68580" bIns="3429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en-US" err="1">
                <a:solidFill>
                  <a:srgbClr val="800000"/>
                </a:solidFill>
                <a:latin typeface="Open Sans"/>
                <a:ea typeface="Open Sans"/>
                <a:cs typeface="Open Sans"/>
              </a:rPr>
              <a:t>കൃപ</a:t>
            </a:r>
            <a:r>
              <a:rPr lang="en-US">
                <a:solidFill>
                  <a:srgbClr val="800000"/>
                </a:solidFill>
                <a:latin typeface="Open Sans"/>
                <a:ea typeface="Open Sans"/>
                <a:cs typeface="Open Sans"/>
              </a:rPr>
              <a:t> </a:t>
            </a:r>
            <a:r>
              <a:rPr lang="en-US" err="1">
                <a:solidFill>
                  <a:srgbClr val="800000"/>
                </a:solidFill>
                <a:latin typeface="Open Sans"/>
                <a:ea typeface="Open Sans"/>
                <a:cs typeface="Open Sans"/>
              </a:rPr>
              <a:t>കൃപയൊന്നെന്നാശ്രയ</a:t>
            </a:r>
            <a:r>
              <a:rPr lang="en-US" sz="2000" err="1">
                <a:solidFill>
                  <a:srgbClr val="800000"/>
                </a:solidFill>
                <a:latin typeface="Open Sans"/>
                <a:ea typeface="Open Sans"/>
                <a:cs typeface="Open Sans"/>
              </a:rPr>
              <a:t>മായ്</a:t>
            </a:r>
            <a:r>
              <a:rPr lang="en-US">
                <a:solidFill>
                  <a:srgbClr val="800000"/>
                </a:solidFill>
                <a:latin typeface="Open Sans"/>
                <a:ea typeface="Open Sans"/>
                <a:cs typeface="Open Sans"/>
              </a:rPr>
              <a:t>  </a:t>
            </a:r>
          </a:p>
          <a:p>
            <a:pPr>
              <a:lnSpc>
                <a:spcPct val="150000"/>
              </a:lnSpc>
            </a:pPr>
            <a:r>
              <a:rPr lang="en-US" err="1">
                <a:solidFill>
                  <a:srgbClr val="800000"/>
                </a:solidFill>
                <a:latin typeface="Open Sans"/>
                <a:ea typeface="Open Sans"/>
                <a:cs typeface="Open Sans"/>
              </a:rPr>
              <a:t>കൃപ</a:t>
            </a:r>
            <a:r>
              <a:rPr lang="en-US">
                <a:solidFill>
                  <a:srgbClr val="800000"/>
                </a:solidFill>
                <a:latin typeface="Open Sans"/>
                <a:ea typeface="Open Sans"/>
                <a:cs typeface="Open Sans"/>
              </a:rPr>
              <a:t> </a:t>
            </a:r>
            <a:r>
              <a:rPr lang="en-US" err="1">
                <a:solidFill>
                  <a:srgbClr val="800000"/>
                </a:solidFill>
                <a:latin typeface="Open Sans"/>
                <a:ea typeface="Open Sans"/>
                <a:cs typeface="Open Sans"/>
              </a:rPr>
              <a:t>കൃപയൊന്നെന്നാനന്ദമായ്</a:t>
            </a:r>
            <a:endParaRPr lang="en-US">
              <a:solidFill>
                <a:srgbClr val="800000"/>
              </a:solidFill>
              <a:ea typeface="Calibri" panose="020F0502020204030204"/>
              <a:cs typeface="Calibri" panose="020F0502020204030204"/>
            </a:endParaRPr>
          </a:p>
          <a:p>
            <a:pPr>
              <a:lnSpc>
                <a:spcPct val="150000"/>
              </a:lnSpc>
            </a:pPr>
            <a:r>
              <a:rPr lang="en-US" err="1">
                <a:solidFill>
                  <a:srgbClr val="800000"/>
                </a:solidFill>
                <a:latin typeface="Open Sans"/>
                <a:ea typeface="Open Sans"/>
                <a:cs typeface="Open Sans"/>
              </a:rPr>
              <a:t>വൈരിക</a:t>
            </a:r>
            <a:r>
              <a:rPr lang="en-US">
                <a:solidFill>
                  <a:srgbClr val="800000"/>
                </a:solidFill>
                <a:latin typeface="Open Sans"/>
                <a:ea typeface="Open Sans"/>
                <a:cs typeface="Open Sans"/>
              </a:rPr>
              <a:t>ൾ </a:t>
            </a:r>
            <a:r>
              <a:rPr lang="en-US" err="1">
                <a:solidFill>
                  <a:srgbClr val="800000"/>
                </a:solidFill>
                <a:latin typeface="Open Sans"/>
                <a:ea typeface="Open Sans"/>
                <a:cs typeface="Open Sans"/>
              </a:rPr>
              <a:t>വന്നാലും</a:t>
            </a:r>
            <a:r>
              <a:rPr lang="en-US">
                <a:solidFill>
                  <a:srgbClr val="800000"/>
                </a:solidFill>
                <a:latin typeface="Open Sans"/>
                <a:ea typeface="Open Sans"/>
                <a:cs typeface="Open Sans"/>
              </a:rPr>
              <a:t> </a:t>
            </a:r>
            <a:r>
              <a:rPr lang="en-US" err="1">
                <a:solidFill>
                  <a:srgbClr val="800000"/>
                </a:solidFill>
                <a:latin typeface="Open Sans"/>
                <a:ea typeface="Open Sans"/>
                <a:cs typeface="Open Sans"/>
              </a:rPr>
              <a:t>എതിരുയർന്നാലും</a:t>
            </a:r>
            <a:endParaRPr lang="en-US">
              <a:solidFill>
                <a:srgbClr val="800000"/>
              </a:solidFill>
              <a:ea typeface="Calibri" panose="020F0502020204030204"/>
              <a:cs typeface="Calibri" panose="020F0502020204030204"/>
            </a:endParaRPr>
          </a:p>
          <a:p>
            <a:pPr>
              <a:lnSpc>
                <a:spcPct val="150000"/>
              </a:lnSpc>
            </a:pPr>
            <a:r>
              <a:rPr lang="en-US" err="1">
                <a:solidFill>
                  <a:srgbClr val="800000"/>
                </a:solidFill>
                <a:latin typeface="Open Sans"/>
                <a:ea typeface="Open Sans"/>
                <a:cs typeface="Open Sans"/>
              </a:rPr>
              <a:t>കൃപമതിയെന്നാളും</a:t>
            </a:r>
            <a:endParaRPr lang="en-US">
              <a:solidFill>
                <a:srgbClr val="800000"/>
              </a:solidFill>
              <a:ea typeface="Calibri" panose="020F0502020204030204"/>
              <a:cs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24765534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DBD4FE-765A-B0EE-8572-7FBF662AD0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28AAFBAA-5FE0-9ECA-ABA2-9730D6D61F7A}"/>
              </a:ext>
            </a:extLst>
          </p:cNvPr>
          <p:cNvSpPr txBox="1"/>
          <p:nvPr/>
        </p:nvSpPr>
        <p:spPr>
          <a:xfrm>
            <a:off x="-763" y="-17167"/>
            <a:ext cx="9144000" cy="486000"/>
          </a:xfrm>
          <a:prstGeom prst="rect">
            <a:avLst/>
          </a:prstGeom>
          <a:solidFill>
            <a:srgbClr val="E8D3D3"/>
          </a:solidFill>
        </p:spPr>
        <p:txBody>
          <a:bodyPr vert="horz" lIns="91440" tIns="45720" rIns="91440" bIns="45720" rtlCol="0" anchor="ctr">
            <a:noAutofit/>
          </a:bodyPr>
          <a:lstStyle>
            <a:lvl1pPr algn="ctr" defTabSz="685800">
              <a:lnSpc>
                <a:spcPct val="90000"/>
              </a:lnSpc>
              <a:spcBef>
                <a:spcPct val="0"/>
              </a:spcBef>
              <a:buNone/>
              <a:defRPr lang="en-US" sz="2400" b="0" i="0" dirty="0">
                <a:ea typeface="+mj-ea"/>
                <a:cs typeface="Segoe UI" panose="020B0502040204020203" pitchFamily="34" charset="0"/>
              </a:defRPr>
            </a:lvl1pPr>
          </a:lstStyle>
          <a:p>
            <a:r>
              <a:rPr lang="en-GB">
                <a:latin typeface="Segoe UI" panose="020B0502040204020203" pitchFamily="34" charset="0"/>
              </a:rPr>
              <a:t>Holy Communion – </a:t>
            </a:r>
            <a:r>
              <a:rPr lang="en-GB" err="1">
                <a:latin typeface="Segoe UI" panose="020B0502040204020203" pitchFamily="34" charset="0"/>
              </a:rPr>
              <a:t>Kripayerum</a:t>
            </a:r>
            <a:r>
              <a:rPr lang="en-GB">
                <a:latin typeface="Segoe UI" panose="020B0502040204020203" pitchFamily="34" charset="0"/>
              </a:rPr>
              <a:t> </a:t>
            </a:r>
            <a:r>
              <a:rPr lang="en-GB" err="1">
                <a:latin typeface="Segoe UI" panose="020B0502040204020203" pitchFamily="34" charset="0"/>
              </a:rPr>
              <a:t>karthaavil</a:t>
            </a:r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FB694DE-32F7-F6B2-DC5E-230E16F71F55}"/>
              </a:ext>
            </a:extLst>
          </p:cNvPr>
          <p:cNvSpPr txBox="1"/>
          <p:nvPr/>
        </p:nvSpPr>
        <p:spPr>
          <a:xfrm>
            <a:off x="7381874" y="4831355"/>
            <a:ext cx="1743075" cy="276999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r"/>
            <a:r>
              <a:rPr lang="en-US" sz="1200">
                <a:solidFill>
                  <a:prstClr val="black"/>
                </a:solidFill>
                <a:latin typeface="Segoe UI"/>
                <a:cs typeface="Segoe UI"/>
              </a:rPr>
              <a:t>Communion 4 : 7 of 8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23756BE-CCFB-B169-21A2-E51E8A04BD1B}"/>
              </a:ext>
            </a:extLst>
          </p:cNvPr>
          <p:cNvSpPr txBox="1"/>
          <p:nvPr/>
        </p:nvSpPr>
        <p:spPr>
          <a:xfrm>
            <a:off x="1212196" y="805134"/>
            <a:ext cx="7931827" cy="179703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noAutofit/>
          </a:bodyPr>
          <a:lstStyle/>
          <a:p>
            <a:pPr>
              <a:defRPr/>
            </a:pPr>
            <a:r>
              <a:rPr lang="en-US" sz="2800" err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prethikoolanagal</a:t>
            </a:r>
            <a:r>
              <a:rPr lang="en-US" sz="280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800" err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anavadhi</a:t>
            </a:r>
            <a:r>
              <a:rPr lang="en-US" sz="280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800" err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vannalum</a:t>
            </a:r>
            <a:br>
              <a:rPr lang="en-US" sz="2800">
                <a:latin typeface="Calibri"/>
                <a:ea typeface="Calibri"/>
                <a:cs typeface="Calibri"/>
              </a:rPr>
            </a:br>
            <a:r>
              <a:rPr lang="en-US" sz="2800" err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anukoolam</a:t>
            </a:r>
            <a:r>
              <a:rPr lang="en-US" sz="280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800" err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enikkavan</a:t>
            </a:r>
            <a:r>
              <a:rPr lang="en-US" sz="280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800" err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ennalum</a:t>
            </a:r>
            <a:br>
              <a:rPr lang="en-US" sz="2800">
                <a:latin typeface="Calibri"/>
                <a:ea typeface="Calibri"/>
                <a:cs typeface="Calibri"/>
              </a:rPr>
            </a:br>
            <a:r>
              <a:rPr lang="en-US" sz="280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thiru </a:t>
            </a:r>
            <a:r>
              <a:rPr lang="en-US" sz="2800" err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jeevane</a:t>
            </a:r>
            <a:r>
              <a:rPr lang="en-US" sz="280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800" err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thannavan</a:t>
            </a:r>
            <a:r>
              <a:rPr lang="en-US" sz="280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800" err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ini</a:t>
            </a:r>
            <a:r>
              <a:rPr lang="en-US" sz="280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800" err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melum</a:t>
            </a:r>
            <a:br>
              <a:rPr lang="en-US" sz="2800">
                <a:latin typeface="Calibri"/>
                <a:ea typeface="Calibri"/>
                <a:cs typeface="Calibri"/>
              </a:rPr>
            </a:br>
            <a:r>
              <a:rPr lang="en-US" sz="2800" err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krupayal</a:t>
            </a:r>
            <a:r>
              <a:rPr lang="en-US" sz="280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800" err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nadathumenne</a:t>
            </a:r>
            <a:endParaRPr lang="en-US" sz="280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8220FFD-946A-B3B4-3D9A-A693DB05379D}"/>
              </a:ext>
            </a:extLst>
          </p:cNvPr>
          <p:cNvSpPr txBox="1"/>
          <p:nvPr/>
        </p:nvSpPr>
        <p:spPr>
          <a:xfrm>
            <a:off x="1211894" y="2773074"/>
            <a:ext cx="7925761" cy="1696618"/>
          </a:xfrm>
          <a:prstGeom prst="rect">
            <a:avLst/>
          </a:prstGeom>
          <a:noFill/>
        </p:spPr>
        <p:txBody>
          <a:bodyPr wrap="square" lIns="68580" tIns="34290" rIns="68580" bIns="3429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en-US" err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പ്രതികൂലങ്ങളനവധി</a:t>
            </a:r>
            <a:r>
              <a:rPr lang="en-US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err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വന്നാലും</a:t>
            </a:r>
            <a:endParaRPr lang="en-US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  <a:p>
            <a:pPr>
              <a:lnSpc>
                <a:spcPct val="150000"/>
              </a:lnSpc>
            </a:pPr>
            <a:r>
              <a:rPr lang="en-US" err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അനുകൂലമെനിക്കവനെന്നാളും</a:t>
            </a:r>
            <a:endParaRPr lang="en-US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  <a:p>
            <a:pPr>
              <a:lnSpc>
                <a:spcPct val="150000"/>
              </a:lnSpc>
            </a:pPr>
            <a:r>
              <a:rPr lang="en-US" err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തിരുജീവനെത്തന്നവനിനിമേലും</a:t>
            </a:r>
            <a:endParaRPr lang="en-US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  <a:p>
            <a:pPr>
              <a:lnSpc>
                <a:spcPct val="150000"/>
              </a:lnSpc>
            </a:pPr>
            <a:r>
              <a:rPr lang="en-US" err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കൃപയാ</a:t>
            </a:r>
            <a:r>
              <a:rPr lang="en-US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ൽ </a:t>
            </a:r>
            <a:r>
              <a:rPr lang="en-US" err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നടത്തുമെന്നെ</a:t>
            </a:r>
            <a:r>
              <a:rPr lang="en-US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271919081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F825BE-0085-4E07-E1EB-9A92535F76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BF51D6C4-142F-D08E-40D2-161145F9E8D0}"/>
              </a:ext>
            </a:extLst>
          </p:cNvPr>
          <p:cNvSpPr txBox="1"/>
          <p:nvPr/>
        </p:nvSpPr>
        <p:spPr>
          <a:xfrm>
            <a:off x="-763" y="-17167"/>
            <a:ext cx="9144000" cy="486000"/>
          </a:xfrm>
          <a:prstGeom prst="rect">
            <a:avLst/>
          </a:prstGeom>
          <a:solidFill>
            <a:srgbClr val="E8D3D3"/>
          </a:solidFill>
        </p:spPr>
        <p:txBody>
          <a:bodyPr vert="horz" lIns="91440" tIns="45720" rIns="91440" bIns="45720" rtlCol="0" anchor="ctr">
            <a:noAutofit/>
          </a:bodyPr>
          <a:lstStyle>
            <a:lvl1pPr algn="ctr" defTabSz="685800">
              <a:lnSpc>
                <a:spcPct val="90000"/>
              </a:lnSpc>
              <a:spcBef>
                <a:spcPct val="0"/>
              </a:spcBef>
              <a:buNone/>
              <a:defRPr lang="en-US" sz="2400" b="0" i="0" dirty="0">
                <a:ea typeface="+mj-ea"/>
                <a:cs typeface="Segoe UI" panose="020B0502040204020203" pitchFamily="34" charset="0"/>
              </a:defRPr>
            </a:lvl1pPr>
          </a:lstStyle>
          <a:p>
            <a:r>
              <a:rPr lang="en-GB">
                <a:latin typeface="Segoe UI" panose="020B0502040204020203" pitchFamily="34" charset="0"/>
              </a:rPr>
              <a:t>Holy Communion – </a:t>
            </a:r>
            <a:r>
              <a:rPr lang="en-GB" err="1">
                <a:latin typeface="Segoe UI" panose="020B0502040204020203" pitchFamily="34" charset="0"/>
              </a:rPr>
              <a:t>Kripayerum</a:t>
            </a:r>
            <a:r>
              <a:rPr lang="en-GB">
                <a:latin typeface="Segoe UI" panose="020B0502040204020203" pitchFamily="34" charset="0"/>
              </a:rPr>
              <a:t> </a:t>
            </a:r>
            <a:r>
              <a:rPr lang="en-GB" err="1">
                <a:latin typeface="Segoe UI" panose="020B0502040204020203" pitchFamily="34" charset="0"/>
              </a:rPr>
              <a:t>karthaavil</a:t>
            </a:r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08C4527-5977-A221-23DA-24F14A7A2574}"/>
              </a:ext>
            </a:extLst>
          </p:cNvPr>
          <p:cNvSpPr txBox="1"/>
          <p:nvPr/>
        </p:nvSpPr>
        <p:spPr>
          <a:xfrm>
            <a:off x="7381874" y="4831355"/>
            <a:ext cx="1743075" cy="276999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r"/>
            <a:r>
              <a:rPr lang="en-US" sz="1200">
                <a:solidFill>
                  <a:prstClr val="black"/>
                </a:solidFill>
                <a:latin typeface="Segoe UI"/>
                <a:cs typeface="Segoe UI"/>
              </a:rPr>
              <a:t>Communion 4 : 8 of 8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951B3F3-66D9-997A-2D4F-66BBEA1C1CFB}"/>
              </a:ext>
            </a:extLst>
          </p:cNvPr>
          <p:cNvSpPr txBox="1"/>
          <p:nvPr/>
        </p:nvSpPr>
        <p:spPr>
          <a:xfrm>
            <a:off x="1212196" y="772662"/>
            <a:ext cx="7931827" cy="179703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noAutofit/>
          </a:bodyPr>
          <a:lstStyle/>
          <a:p>
            <a:pPr>
              <a:defRPr/>
            </a:pPr>
            <a:r>
              <a:rPr lang="en-US" sz="2800">
                <a:solidFill>
                  <a:srgbClr val="800000"/>
                </a:solidFill>
                <a:latin typeface="Calibri"/>
                <a:ea typeface="Open Sans"/>
                <a:cs typeface="Open Sans"/>
              </a:rPr>
              <a:t>krupa </a:t>
            </a:r>
            <a:r>
              <a:rPr lang="en-US" sz="2800" err="1">
                <a:solidFill>
                  <a:srgbClr val="800000"/>
                </a:solidFill>
                <a:latin typeface="Calibri"/>
                <a:ea typeface="Open Sans"/>
                <a:cs typeface="Open Sans"/>
              </a:rPr>
              <a:t>onnen</a:t>
            </a:r>
            <a:r>
              <a:rPr lang="en-US" sz="2800">
                <a:solidFill>
                  <a:srgbClr val="800000"/>
                </a:solidFill>
                <a:latin typeface="Calibri"/>
                <a:ea typeface="Open Sans"/>
                <a:cs typeface="Open Sans"/>
              </a:rPr>
              <a:t> </a:t>
            </a:r>
            <a:r>
              <a:rPr lang="en-US" sz="2800" err="1">
                <a:solidFill>
                  <a:srgbClr val="800000"/>
                </a:solidFill>
                <a:latin typeface="Calibri"/>
                <a:ea typeface="Open Sans"/>
                <a:cs typeface="Open Sans"/>
              </a:rPr>
              <a:t>aasreyamay</a:t>
            </a:r>
            <a:r>
              <a:rPr lang="en-US" sz="2800">
                <a:solidFill>
                  <a:srgbClr val="800000"/>
                </a:solidFill>
                <a:latin typeface="Calibri"/>
                <a:ea typeface="Open Sans"/>
                <a:cs typeface="Open Sans"/>
              </a:rPr>
              <a:t> </a:t>
            </a:r>
            <a:endParaRPr lang="en-US" sz="2800">
              <a:solidFill>
                <a:srgbClr val="800000"/>
              </a:solidFill>
              <a:latin typeface="Calibri"/>
              <a:ea typeface="Calibri"/>
              <a:cs typeface="Calibri"/>
            </a:endParaRPr>
          </a:p>
          <a:p>
            <a:pPr>
              <a:defRPr/>
            </a:pPr>
            <a:r>
              <a:rPr lang="en-US" sz="2800" err="1">
                <a:solidFill>
                  <a:srgbClr val="800000"/>
                </a:solidFill>
                <a:latin typeface="Calibri"/>
                <a:ea typeface="Open Sans"/>
                <a:cs typeface="Open Sans"/>
              </a:rPr>
              <a:t>krupa</a:t>
            </a:r>
            <a:r>
              <a:rPr lang="en-US" sz="2800">
                <a:solidFill>
                  <a:srgbClr val="800000"/>
                </a:solidFill>
                <a:latin typeface="Calibri"/>
                <a:ea typeface="Open Sans"/>
                <a:cs typeface="Open Sans"/>
              </a:rPr>
              <a:t> </a:t>
            </a:r>
            <a:r>
              <a:rPr lang="en-US" sz="2800" err="1">
                <a:solidFill>
                  <a:srgbClr val="800000"/>
                </a:solidFill>
                <a:latin typeface="Calibri"/>
                <a:ea typeface="Open Sans"/>
                <a:cs typeface="Open Sans"/>
              </a:rPr>
              <a:t>krupa</a:t>
            </a:r>
            <a:r>
              <a:rPr lang="en-US" sz="2800">
                <a:solidFill>
                  <a:srgbClr val="800000"/>
                </a:solidFill>
                <a:latin typeface="Calibri"/>
                <a:ea typeface="Open Sans"/>
                <a:cs typeface="Open Sans"/>
              </a:rPr>
              <a:t> </a:t>
            </a:r>
            <a:r>
              <a:rPr lang="en-US" sz="2800" err="1">
                <a:solidFill>
                  <a:srgbClr val="800000"/>
                </a:solidFill>
                <a:latin typeface="Calibri"/>
                <a:ea typeface="Open Sans"/>
                <a:cs typeface="Open Sans"/>
              </a:rPr>
              <a:t>onnen</a:t>
            </a:r>
            <a:r>
              <a:rPr lang="en-US" sz="2800">
                <a:solidFill>
                  <a:srgbClr val="800000"/>
                </a:solidFill>
                <a:latin typeface="Calibri"/>
                <a:ea typeface="Open Sans"/>
                <a:cs typeface="Open Sans"/>
              </a:rPr>
              <a:t> </a:t>
            </a:r>
            <a:r>
              <a:rPr lang="en-US" sz="2800" err="1">
                <a:solidFill>
                  <a:srgbClr val="800000"/>
                </a:solidFill>
                <a:latin typeface="Calibri"/>
                <a:ea typeface="Open Sans"/>
                <a:cs typeface="Open Sans"/>
              </a:rPr>
              <a:t>aanandhamay</a:t>
            </a:r>
            <a:br>
              <a:rPr lang="en-US" sz="2800">
                <a:latin typeface="Calibri"/>
                <a:ea typeface="Open Sans"/>
                <a:cs typeface="Open Sans"/>
              </a:rPr>
            </a:br>
            <a:r>
              <a:rPr lang="en-US" sz="2800" err="1">
                <a:solidFill>
                  <a:srgbClr val="800000"/>
                </a:solidFill>
                <a:latin typeface="Calibri"/>
                <a:ea typeface="Open Sans"/>
                <a:cs typeface="Open Sans"/>
              </a:rPr>
              <a:t>varikal</a:t>
            </a:r>
            <a:r>
              <a:rPr lang="en-US" sz="2800">
                <a:solidFill>
                  <a:srgbClr val="800000"/>
                </a:solidFill>
                <a:latin typeface="Calibri"/>
                <a:ea typeface="Open Sans"/>
                <a:cs typeface="Open Sans"/>
              </a:rPr>
              <a:t> </a:t>
            </a:r>
            <a:r>
              <a:rPr lang="en-US" sz="2800" err="1">
                <a:solidFill>
                  <a:srgbClr val="800000"/>
                </a:solidFill>
                <a:latin typeface="Calibri"/>
                <a:ea typeface="Open Sans"/>
                <a:cs typeface="Open Sans"/>
              </a:rPr>
              <a:t>vannalum</a:t>
            </a:r>
            <a:r>
              <a:rPr lang="en-US" sz="2800">
                <a:solidFill>
                  <a:srgbClr val="800000"/>
                </a:solidFill>
                <a:latin typeface="Calibri"/>
                <a:ea typeface="Open Sans"/>
                <a:cs typeface="Open Sans"/>
              </a:rPr>
              <a:t> </a:t>
            </a:r>
            <a:r>
              <a:rPr lang="en-US" sz="2800" err="1">
                <a:solidFill>
                  <a:srgbClr val="800000"/>
                </a:solidFill>
                <a:latin typeface="Calibri"/>
                <a:ea typeface="Open Sans"/>
                <a:cs typeface="Open Sans"/>
              </a:rPr>
              <a:t>ethiruyarnnalum</a:t>
            </a:r>
            <a:br>
              <a:rPr lang="en-US" sz="2800">
                <a:latin typeface="Calibri"/>
                <a:ea typeface="Open Sans"/>
                <a:cs typeface="Open Sans"/>
              </a:rPr>
            </a:br>
            <a:r>
              <a:rPr lang="en-US" sz="2800" err="1">
                <a:solidFill>
                  <a:srgbClr val="800000"/>
                </a:solidFill>
                <a:latin typeface="Calibri"/>
                <a:ea typeface="Open Sans"/>
                <a:cs typeface="Open Sans"/>
              </a:rPr>
              <a:t>krupa</a:t>
            </a:r>
            <a:r>
              <a:rPr lang="en-US" sz="2800">
                <a:solidFill>
                  <a:srgbClr val="800000"/>
                </a:solidFill>
                <a:latin typeface="Calibri"/>
                <a:ea typeface="Open Sans"/>
                <a:cs typeface="Open Sans"/>
              </a:rPr>
              <a:t> </a:t>
            </a:r>
            <a:r>
              <a:rPr lang="en-US" sz="2800" err="1">
                <a:solidFill>
                  <a:srgbClr val="800000"/>
                </a:solidFill>
                <a:latin typeface="Calibri"/>
                <a:ea typeface="Open Sans"/>
                <a:cs typeface="Open Sans"/>
              </a:rPr>
              <a:t>mathy</a:t>
            </a:r>
            <a:r>
              <a:rPr lang="en-US" sz="2800">
                <a:solidFill>
                  <a:srgbClr val="800000"/>
                </a:solidFill>
                <a:latin typeface="Calibri"/>
                <a:ea typeface="Open Sans"/>
                <a:cs typeface="Open Sans"/>
              </a:rPr>
              <a:t> </a:t>
            </a:r>
            <a:r>
              <a:rPr lang="en-US" sz="2800" err="1">
                <a:solidFill>
                  <a:srgbClr val="800000"/>
                </a:solidFill>
                <a:latin typeface="Calibri"/>
                <a:ea typeface="Open Sans"/>
                <a:cs typeface="Open Sans"/>
              </a:rPr>
              <a:t>ennalum</a:t>
            </a:r>
            <a:endParaRPr lang="en-US" sz="2800">
              <a:solidFill>
                <a:srgbClr val="800000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098267E-427B-CE9F-533F-902130942225}"/>
              </a:ext>
            </a:extLst>
          </p:cNvPr>
          <p:cNvSpPr txBox="1"/>
          <p:nvPr/>
        </p:nvSpPr>
        <p:spPr>
          <a:xfrm>
            <a:off x="1211894" y="2571750"/>
            <a:ext cx="7925761" cy="1742785"/>
          </a:xfrm>
          <a:prstGeom prst="rect">
            <a:avLst/>
          </a:prstGeom>
          <a:noFill/>
        </p:spPr>
        <p:txBody>
          <a:bodyPr wrap="square" lIns="68580" tIns="34290" rIns="68580" bIns="3429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en-US" err="1">
                <a:solidFill>
                  <a:srgbClr val="800000"/>
                </a:solidFill>
                <a:latin typeface="Open Sans"/>
                <a:ea typeface="Open Sans"/>
                <a:cs typeface="Open Sans"/>
              </a:rPr>
              <a:t>കൃപ</a:t>
            </a:r>
            <a:r>
              <a:rPr lang="en-US">
                <a:solidFill>
                  <a:srgbClr val="800000"/>
                </a:solidFill>
                <a:latin typeface="Open Sans"/>
                <a:ea typeface="Open Sans"/>
                <a:cs typeface="Open Sans"/>
              </a:rPr>
              <a:t> </a:t>
            </a:r>
            <a:r>
              <a:rPr lang="en-US" err="1">
                <a:solidFill>
                  <a:srgbClr val="800000"/>
                </a:solidFill>
                <a:latin typeface="Open Sans"/>
                <a:ea typeface="Open Sans"/>
                <a:cs typeface="Open Sans"/>
              </a:rPr>
              <a:t>കൃപയൊന്നെന്നാശ്രയ</a:t>
            </a:r>
            <a:r>
              <a:rPr lang="en-US" sz="2000" err="1">
                <a:solidFill>
                  <a:srgbClr val="800000"/>
                </a:solidFill>
                <a:latin typeface="Open Sans"/>
                <a:ea typeface="Open Sans"/>
                <a:cs typeface="Open Sans"/>
              </a:rPr>
              <a:t>മായ്</a:t>
            </a:r>
            <a:r>
              <a:rPr lang="en-US">
                <a:solidFill>
                  <a:srgbClr val="800000"/>
                </a:solidFill>
                <a:latin typeface="Open Sans"/>
                <a:ea typeface="Open Sans"/>
                <a:cs typeface="Open Sans"/>
              </a:rPr>
              <a:t>  </a:t>
            </a:r>
          </a:p>
          <a:p>
            <a:pPr>
              <a:lnSpc>
                <a:spcPct val="150000"/>
              </a:lnSpc>
            </a:pPr>
            <a:r>
              <a:rPr lang="en-US" err="1">
                <a:solidFill>
                  <a:srgbClr val="800000"/>
                </a:solidFill>
                <a:latin typeface="Open Sans"/>
                <a:ea typeface="Open Sans"/>
                <a:cs typeface="Open Sans"/>
              </a:rPr>
              <a:t>കൃപ</a:t>
            </a:r>
            <a:r>
              <a:rPr lang="en-US">
                <a:solidFill>
                  <a:srgbClr val="800000"/>
                </a:solidFill>
                <a:latin typeface="Open Sans"/>
                <a:ea typeface="Open Sans"/>
                <a:cs typeface="Open Sans"/>
              </a:rPr>
              <a:t> </a:t>
            </a:r>
            <a:r>
              <a:rPr lang="en-US" err="1">
                <a:solidFill>
                  <a:srgbClr val="800000"/>
                </a:solidFill>
                <a:latin typeface="Open Sans"/>
                <a:ea typeface="Open Sans"/>
                <a:cs typeface="Open Sans"/>
              </a:rPr>
              <a:t>കൃപയൊന്നെന്നാനന്ദമായ്</a:t>
            </a:r>
            <a:endParaRPr lang="en-US">
              <a:solidFill>
                <a:srgbClr val="800000"/>
              </a:solidFill>
              <a:ea typeface="Calibri" panose="020F0502020204030204"/>
              <a:cs typeface="Calibri" panose="020F0502020204030204"/>
            </a:endParaRPr>
          </a:p>
          <a:p>
            <a:pPr>
              <a:lnSpc>
                <a:spcPct val="150000"/>
              </a:lnSpc>
            </a:pPr>
            <a:r>
              <a:rPr lang="en-US" err="1">
                <a:solidFill>
                  <a:srgbClr val="800000"/>
                </a:solidFill>
                <a:latin typeface="Open Sans"/>
                <a:ea typeface="Open Sans"/>
                <a:cs typeface="Open Sans"/>
              </a:rPr>
              <a:t>വൈരിക</a:t>
            </a:r>
            <a:r>
              <a:rPr lang="en-US">
                <a:solidFill>
                  <a:srgbClr val="800000"/>
                </a:solidFill>
                <a:latin typeface="Open Sans"/>
                <a:ea typeface="Open Sans"/>
                <a:cs typeface="Open Sans"/>
              </a:rPr>
              <a:t>ൾ </a:t>
            </a:r>
            <a:r>
              <a:rPr lang="en-US" err="1">
                <a:solidFill>
                  <a:srgbClr val="800000"/>
                </a:solidFill>
                <a:latin typeface="Open Sans"/>
                <a:ea typeface="Open Sans"/>
                <a:cs typeface="Open Sans"/>
              </a:rPr>
              <a:t>വന്നാലും</a:t>
            </a:r>
            <a:r>
              <a:rPr lang="en-US">
                <a:solidFill>
                  <a:srgbClr val="800000"/>
                </a:solidFill>
                <a:latin typeface="Open Sans"/>
                <a:ea typeface="Open Sans"/>
                <a:cs typeface="Open Sans"/>
              </a:rPr>
              <a:t> </a:t>
            </a:r>
            <a:r>
              <a:rPr lang="en-US" err="1">
                <a:solidFill>
                  <a:srgbClr val="800000"/>
                </a:solidFill>
                <a:latin typeface="Open Sans"/>
                <a:ea typeface="Open Sans"/>
                <a:cs typeface="Open Sans"/>
              </a:rPr>
              <a:t>എതിരുയർന്നാലും</a:t>
            </a:r>
            <a:endParaRPr lang="en-US">
              <a:solidFill>
                <a:srgbClr val="800000"/>
              </a:solidFill>
              <a:ea typeface="Calibri" panose="020F0502020204030204"/>
              <a:cs typeface="Calibri" panose="020F0502020204030204"/>
            </a:endParaRPr>
          </a:p>
          <a:p>
            <a:pPr>
              <a:lnSpc>
                <a:spcPct val="150000"/>
              </a:lnSpc>
            </a:pPr>
            <a:r>
              <a:rPr lang="en-US" err="1">
                <a:solidFill>
                  <a:srgbClr val="800000"/>
                </a:solidFill>
                <a:latin typeface="Open Sans"/>
                <a:ea typeface="Open Sans"/>
                <a:cs typeface="Open Sans"/>
              </a:rPr>
              <a:t>കൃപമതിയെന്നാളും</a:t>
            </a:r>
            <a:endParaRPr lang="en-US">
              <a:solidFill>
                <a:srgbClr val="800000"/>
              </a:solidFill>
              <a:ea typeface="Calibri" panose="020F0502020204030204"/>
              <a:cs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2377904460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Content Placeholder 2"/>
          <p:cNvSpPr txBox="1"/>
          <p:nvPr/>
        </p:nvSpPr>
        <p:spPr>
          <a:xfrm>
            <a:off x="973756" y="1615257"/>
            <a:ext cx="6858100" cy="1377326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t"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  <a:tabLst>
                <a:tab pos="1423952" algn="l"/>
              </a:tabLst>
            </a:pPr>
            <a:r>
              <a:rPr kumimoji="0" lang="en-US" sz="6000" i="0" u="none" strike="noStrike" kern="1200" cap="none" spc="0" normalizeH="0" baseline="0" noProof="0">
                <a:ln>
                  <a:noFill/>
                </a:ln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Gabriola" pitchFamily="82" charset="0"/>
              </a:rPr>
              <a:t>Closing Hymn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 noEditPoints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SG"/>
              <a:t>Closing Hymn – Doxology IV</a:t>
            </a:r>
            <a:endParaRPr lang="en-US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6" name="Slide Number Placeholder 3"/>
          <p:cNvSpPr txBox="1"/>
          <p:nvPr/>
        </p:nvSpPr>
        <p:spPr>
          <a:xfrm>
            <a:off x="8534400" y="13609"/>
            <a:ext cx="609600" cy="348343"/>
          </a:xfrm>
          <a:prstGeom prst="rect">
            <a:avLst/>
          </a:prstGeom>
        </p:spPr>
        <p:txBody>
          <a:bodyPr/>
          <a:lstStyle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 defTabSz="457178"/>
            <a:fld id="{61572416-2890-4130-B3A5-BF0B00B97382}" type="slidenum">
              <a:rPr lang="en-US" sz="140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51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7068968" y="4835724"/>
            <a:ext cx="207084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defTabSz="457178"/>
            <a:r>
              <a:rPr lang="en-US" sz="140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Closing: 1 of 1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691" y="1615817"/>
            <a:ext cx="8732789" cy="954107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SG" sz="2800" err="1">
                <a:solidFill>
                  <a:srgbClr val="000000"/>
                </a:solidFill>
                <a:ea typeface="+mn-lt"/>
                <a:cs typeface="+mn-lt"/>
              </a:rPr>
              <a:t>daivame</a:t>
            </a:r>
            <a:r>
              <a:rPr lang="en-SG" sz="2800">
                <a:solidFill>
                  <a:srgbClr val="000000"/>
                </a:solidFill>
                <a:ea typeface="+mn-lt"/>
                <a:cs typeface="+mn-lt"/>
              </a:rPr>
              <a:t> </a:t>
            </a:r>
            <a:r>
              <a:rPr lang="en-SG" sz="2800" err="1">
                <a:solidFill>
                  <a:srgbClr val="000000"/>
                </a:solidFill>
                <a:ea typeface="+mn-lt"/>
                <a:cs typeface="+mn-lt"/>
              </a:rPr>
              <a:t>anugrahika</a:t>
            </a:r>
            <a:r>
              <a:rPr lang="en-SG" sz="2800">
                <a:solidFill>
                  <a:srgbClr val="000000"/>
                </a:solidFill>
                <a:ea typeface="+mn-lt"/>
                <a:cs typeface="+mn-lt"/>
              </a:rPr>
              <a:t> </a:t>
            </a:r>
            <a:r>
              <a:rPr lang="en-SG" sz="2800" err="1">
                <a:solidFill>
                  <a:srgbClr val="000000"/>
                </a:solidFill>
                <a:ea typeface="+mn-lt"/>
                <a:cs typeface="+mn-lt"/>
              </a:rPr>
              <a:t>samadhanmay</a:t>
            </a:r>
            <a:r>
              <a:rPr lang="en-SG" sz="2800">
                <a:solidFill>
                  <a:srgbClr val="000000"/>
                </a:solidFill>
                <a:ea typeface="+mn-lt"/>
                <a:cs typeface="+mn-lt"/>
              </a:rPr>
              <a:t> </a:t>
            </a:r>
            <a:r>
              <a:rPr lang="en-SG" sz="2800" err="1">
                <a:solidFill>
                  <a:srgbClr val="000000"/>
                </a:solidFill>
                <a:ea typeface="+mn-lt"/>
                <a:cs typeface="+mn-lt"/>
              </a:rPr>
              <a:t>aykka</a:t>
            </a:r>
            <a:r>
              <a:rPr lang="en-SG" sz="2800">
                <a:solidFill>
                  <a:srgbClr val="000000"/>
                </a:solidFill>
                <a:ea typeface="+mn-lt"/>
                <a:cs typeface="+mn-lt"/>
              </a:rPr>
              <a:t> </a:t>
            </a:r>
          </a:p>
          <a:p>
            <a:r>
              <a:rPr lang="en-US" sz="2800">
                <a:ea typeface="Calibri"/>
                <a:cs typeface="Calibri"/>
              </a:rPr>
              <a:t>nin </a:t>
            </a:r>
            <a:r>
              <a:rPr lang="en-US" sz="2800" err="1">
                <a:ea typeface="Calibri"/>
                <a:cs typeface="Calibri"/>
              </a:rPr>
              <a:t>dasare</a:t>
            </a:r>
            <a:r>
              <a:rPr lang="en-US" sz="2800">
                <a:ea typeface="Calibri"/>
                <a:cs typeface="Calibri"/>
              </a:rPr>
              <a:t> </a:t>
            </a:r>
            <a:r>
              <a:rPr lang="en-US" sz="2800" err="1">
                <a:ea typeface="Calibri"/>
                <a:cs typeface="Calibri"/>
              </a:rPr>
              <a:t>innum</a:t>
            </a:r>
            <a:r>
              <a:rPr lang="en-US" sz="2800">
                <a:ea typeface="Calibri"/>
                <a:cs typeface="Calibri"/>
              </a:rPr>
              <a:t> </a:t>
            </a:r>
            <a:r>
              <a:rPr lang="en-US" sz="2800" err="1">
                <a:ea typeface="Calibri"/>
                <a:cs typeface="Calibri"/>
              </a:rPr>
              <a:t>ennum</a:t>
            </a:r>
            <a:r>
              <a:rPr lang="en-US" sz="2800">
                <a:ea typeface="Calibri"/>
                <a:cs typeface="Calibri"/>
              </a:rPr>
              <a:t> </a:t>
            </a:r>
            <a:r>
              <a:rPr lang="en-US" sz="2800" err="1">
                <a:ea typeface="Calibri"/>
                <a:cs typeface="Calibri"/>
              </a:rPr>
              <a:t>karunayode</a:t>
            </a:r>
            <a:r>
              <a:rPr lang="en-US" sz="2800">
                <a:ea typeface="Calibri"/>
                <a:cs typeface="Calibri"/>
              </a:rPr>
              <a:t> </a:t>
            </a:r>
            <a:r>
              <a:rPr lang="en-US" sz="2800" err="1">
                <a:ea typeface="Calibri"/>
                <a:cs typeface="Calibri"/>
              </a:rPr>
              <a:t>kaakkuka</a:t>
            </a:r>
            <a:endParaRPr lang="en-SG" sz="2800" err="1">
              <a:ea typeface="Calibri"/>
              <a:cs typeface="Calibri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385715" y="2704498"/>
            <a:ext cx="8754098" cy="888705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en-SG" err="1">
                <a:ea typeface="+mn-lt"/>
                <a:cs typeface="+mn-lt"/>
              </a:rPr>
              <a:t>ദൈവമേ</a:t>
            </a:r>
            <a:r>
              <a:rPr lang="en-SG">
                <a:ea typeface="+mn-lt"/>
                <a:cs typeface="+mn-lt"/>
              </a:rPr>
              <a:t>  </a:t>
            </a:r>
            <a:r>
              <a:rPr lang="en-SG" err="1">
                <a:ea typeface="+mn-lt"/>
                <a:cs typeface="+mn-lt"/>
              </a:rPr>
              <a:t>അനുഗ്രഹിക</a:t>
            </a:r>
            <a:r>
              <a:rPr lang="en-SG">
                <a:ea typeface="+mn-lt"/>
                <a:cs typeface="+mn-lt"/>
              </a:rPr>
              <a:t>  </a:t>
            </a:r>
            <a:r>
              <a:rPr lang="en-SG" err="1">
                <a:ea typeface="+mn-lt"/>
                <a:cs typeface="+mn-lt"/>
              </a:rPr>
              <a:t>സമാധാനമായി</a:t>
            </a:r>
            <a:r>
              <a:rPr lang="en-SG">
                <a:ea typeface="+mn-lt"/>
                <a:cs typeface="+mn-lt"/>
              </a:rPr>
              <a:t>  </a:t>
            </a:r>
            <a:r>
              <a:rPr lang="en-SG" err="1">
                <a:ea typeface="+mn-lt"/>
                <a:cs typeface="+mn-lt"/>
              </a:rPr>
              <a:t>അയയ്ക്കാ</a:t>
            </a:r>
            <a:r>
              <a:rPr lang="en-SG">
                <a:ea typeface="+mn-lt"/>
                <a:cs typeface="+mn-lt"/>
              </a:rPr>
              <a:t> </a:t>
            </a:r>
            <a:endParaRPr lang="en-US">
              <a:ea typeface="Calibri" panose="020F0502020204030204"/>
              <a:cs typeface="Calibri" panose="020F0502020204030204"/>
            </a:endParaRPr>
          </a:p>
          <a:p>
            <a:pPr>
              <a:lnSpc>
                <a:spcPct val="150000"/>
              </a:lnSpc>
            </a:pPr>
            <a:r>
              <a:rPr lang="en-SG" err="1">
                <a:ea typeface="+mn-lt"/>
                <a:cs typeface="+mn-lt"/>
              </a:rPr>
              <a:t>നി</a:t>
            </a:r>
            <a:r>
              <a:rPr lang="en-SG">
                <a:ea typeface="+mn-lt"/>
                <a:cs typeface="+mn-lt"/>
              </a:rPr>
              <a:t>ൻ  </a:t>
            </a:r>
            <a:r>
              <a:rPr lang="en-SG" err="1">
                <a:ea typeface="+mn-lt"/>
                <a:cs typeface="+mn-lt"/>
              </a:rPr>
              <a:t>ദാസരെ</a:t>
            </a:r>
            <a:r>
              <a:rPr lang="en-SG">
                <a:ea typeface="+mn-lt"/>
                <a:cs typeface="+mn-lt"/>
              </a:rPr>
              <a:t>  </a:t>
            </a:r>
            <a:r>
              <a:rPr lang="en-SG" err="1">
                <a:ea typeface="+mn-lt"/>
                <a:cs typeface="+mn-lt"/>
              </a:rPr>
              <a:t>ഇന്നും</a:t>
            </a:r>
            <a:r>
              <a:rPr lang="en-SG">
                <a:ea typeface="+mn-lt"/>
                <a:cs typeface="+mn-lt"/>
              </a:rPr>
              <a:t>  </a:t>
            </a:r>
            <a:r>
              <a:rPr lang="en-SG" err="1">
                <a:ea typeface="+mn-lt"/>
                <a:cs typeface="+mn-lt"/>
              </a:rPr>
              <a:t>എന്നും</a:t>
            </a:r>
            <a:r>
              <a:rPr lang="en-SG">
                <a:ea typeface="+mn-lt"/>
                <a:cs typeface="+mn-lt"/>
              </a:rPr>
              <a:t>  </a:t>
            </a:r>
            <a:r>
              <a:rPr lang="en-SG" err="1">
                <a:ea typeface="+mn-lt"/>
                <a:cs typeface="+mn-lt"/>
              </a:rPr>
              <a:t>കരുണയോടെ</a:t>
            </a:r>
            <a:r>
              <a:rPr lang="en-SG">
                <a:ea typeface="+mn-lt"/>
                <a:cs typeface="+mn-lt"/>
              </a:rPr>
              <a:t>  </a:t>
            </a:r>
            <a:r>
              <a:rPr lang="en-SG" err="1">
                <a:ea typeface="+mn-lt"/>
                <a:cs typeface="+mn-lt"/>
              </a:rPr>
              <a:t>കാക്കുക</a:t>
            </a:r>
            <a:r>
              <a:rPr lang="en-SG">
                <a:ea typeface="+mn-lt"/>
                <a:cs typeface="+mn-lt"/>
              </a:rPr>
              <a:t> </a:t>
            </a:r>
            <a:endParaRPr lang="en-SG">
              <a:ea typeface="Calibri" panose="020F0502020204030204"/>
              <a:cs typeface="Calibri" panose="020F0502020204030204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6_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2013 - 2022 Theme">
  <a:themeElements>
    <a:clrScheme name="Office 2013 - 2022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2013 - 2022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13 - 2022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Metadata/LabelInfo.xml><?xml version="1.0" encoding="utf-8"?>
<clbl:labelList xmlns:clbl="http://schemas.microsoft.com/office/2020/mipLabelMetadata">
  <clbl:label id="{6006a9c5-d130-408c-bc8e-3b5ecdb17aa0}" enabled="1" method="Standard" siteId="{8d4b558f-7b2e-40ba-ad1f-e04d79e6265a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Application>Microsoft Office PowerPoint</Application>
  <PresentationFormat>On-screen Show (16:9)</PresentationFormat>
  <Slides>51</Slides>
  <Notes>51</Notes>
  <HiddenSlides>0</HiddenSlides>
  <ScaleCrop>false</ScaleCrop>
  <HeadingPairs>
    <vt:vector size="4" baseType="variant">
      <vt:variant>
        <vt:lpstr>Theme</vt:lpstr>
      </vt:variant>
      <vt:variant>
        <vt:i4>3</vt:i4>
      </vt:variant>
      <vt:variant>
        <vt:lpstr>Slide Titles</vt:lpstr>
      </vt:variant>
      <vt:variant>
        <vt:i4>51</vt:i4>
      </vt:variant>
    </vt:vector>
  </HeadingPairs>
  <TitlesOfParts>
    <vt:vector size="54" baseType="lpstr">
      <vt:lpstr>1_Office Theme</vt:lpstr>
      <vt:lpstr>6_Office Theme</vt:lpstr>
      <vt:lpstr>Office 2013 - 2022 Theme</vt:lpstr>
      <vt:lpstr>PowerPoint Presentation</vt:lpstr>
      <vt:lpstr>PowerPoint Presentation</vt:lpstr>
      <vt:lpstr>Opening Song – Hymn No 129</vt:lpstr>
      <vt:lpstr>Opening Song – Hymn No 129</vt:lpstr>
      <vt:lpstr>Opening Song – Hymn No 129</vt:lpstr>
      <vt:lpstr>Opening Song – Hymn No 129</vt:lpstr>
      <vt:lpstr>PowerPoint Presentation</vt:lpstr>
      <vt:lpstr>Thanksgiving Prayers – Hymn No 105</vt:lpstr>
      <vt:lpstr>PowerPoint Presentation</vt:lpstr>
      <vt:lpstr>Offertory – Hymn No 130</vt:lpstr>
      <vt:lpstr>Offertory – Hymn No 130</vt:lpstr>
      <vt:lpstr>Offertory – Hymn No 130</vt:lpstr>
      <vt:lpstr>Offertory – Hymn No 130</vt:lpstr>
      <vt:lpstr>PowerPoint Presentation</vt:lpstr>
      <vt:lpstr>PowerPoint Presentation</vt:lpstr>
      <vt:lpstr>Confession – Hymn 147</vt:lpstr>
      <vt:lpstr>PowerPoint Presentation</vt:lpstr>
      <vt:lpstr>PowerPoint Presentation</vt:lpstr>
      <vt:lpstr>Holy Communion – Hymn No 147</vt:lpstr>
      <vt:lpstr>Holy Communion – Hymn No 147</vt:lpstr>
      <vt:lpstr>Holy Communion – Hymn No 147</vt:lpstr>
      <vt:lpstr>Holy Communion – Hymn No 147</vt:lpstr>
      <vt:lpstr>Holy Communion – Hymn No 147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Closing Hymn – Doxology IV</vt:lpstr>
    </vt:vector>
  </TitlesOfParts>
  <Company>ITE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Santhosh JOSEPH (ITE)</dc:creator>
  <cp:revision>1</cp:revision>
  <cp:lastPrinted>2025-07-05T14:18:11Z</cp:lastPrinted>
  <dcterms:created xsi:type="dcterms:W3CDTF">2020-09-02T02:55:07Z</dcterms:created>
  <dcterms:modified xsi:type="dcterms:W3CDTF">2025-12-28T00:23:39Z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47ce832c-fd95-4339-84d0-00952058857c_Enabled">
    <vt:lpwstr>True</vt:lpwstr>
  </property>
  <property fmtid="{D5CDD505-2E9C-101B-9397-08002B2CF9AE}" pid="3" name="MSIP_Label_47ce832c-fd95-4339-84d0-00952058857c_SiteId">
    <vt:lpwstr>13b42c8c-cbcf-4e3d-9d20-f55b7b5ee3c1</vt:lpwstr>
  </property>
  <property fmtid="{D5CDD505-2E9C-101B-9397-08002B2CF9AE}" pid="4" name="MSIP_Label_47ce832c-fd95-4339-84d0-00952058857c_Owner">
    <vt:lpwstr>Santhosh_Joseph@ite.edu.sg</vt:lpwstr>
  </property>
  <property fmtid="{D5CDD505-2E9C-101B-9397-08002B2CF9AE}" pid="5" name="MSIP_Label_47ce832c-fd95-4339-84d0-00952058857c_SetDate">
    <vt:lpwstr>2020-09-02T02:55:31.4412613Z</vt:lpwstr>
  </property>
  <property fmtid="{D5CDD505-2E9C-101B-9397-08002B2CF9AE}" pid="6" name="MSIP_Label_47ce832c-fd95-4339-84d0-00952058857c_Name">
    <vt:lpwstr>Official (Closed)</vt:lpwstr>
  </property>
  <property fmtid="{D5CDD505-2E9C-101B-9397-08002B2CF9AE}" pid="7" name="MSIP_Label_47ce832c-fd95-4339-84d0-00952058857c_Application">
    <vt:lpwstr>Microsoft Azure Information Protection</vt:lpwstr>
  </property>
  <property fmtid="{D5CDD505-2E9C-101B-9397-08002B2CF9AE}" pid="8" name="MSIP_Label_47ce832c-fd95-4339-84d0-00952058857c_ActionId">
    <vt:lpwstr>8101d916-9275-49eb-bf62-55ac502d45bb</vt:lpwstr>
  </property>
  <property fmtid="{D5CDD505-2E9C-101B-9397-08002B2CF9AE}" pid="9" name="MSIP_Label_47ce832c-fd95-4339-84d0-00952058857c_Extended_MSFT_Method">
    <vt:lpwstr>Automatic</vt:lpwstr>
  </property>
  <property fmtid="{D5CDD505-2E9C-101B-9397-08002B2CF9AE}" pid="10" name="MSIP_Label_0dcf3bf5-ad0e-4c8c-aa2d-c5b4b510dcc6_Enabled">
    <vt:lpwstr>true</vt:lpwstr>
  </property>
  <property fmtid="{D5CDD505-2E9C-101B-9397-08002B2CF9AE}" pid="11" name="MSIP_Label_0dcf3bf5-ad0e-4c8c-aa2d-c5b4b510dcc6_SetDate">
    <vt:lpwstr>2022-03-09T08:58:32Z</vt:lpwstr>
  </property>
  <property fmtid="{D5CDD505-2E9C-101B-9397-08002B2CF9AE}" pid="12" name="MSIP_Label_0dcf3bf5-ad0e-4c8c-aa2d-c5b4b510dcc6_Method">
    <vt:lpwstr>Standard</vt:lpwstr>
  </property>
  <property fmtid="{D5CDD505-2E9C-101B-9397-08002B2CF9AE}" pid="13" name="MSIP_Label_0dcf3bf5-ad0e-4c8c-aa2d-c5b4b510dcc6_Name">
    <vt:lpwstr>0dcf3bf5-ad0e-4c8c-aa2d-c5b4b510dcc6</vt:lpwstr>
  </property>
  <property fmtid="{D5CDD505-2E9C-101B-9397-08002B2CF9AE}" pid="14" name="MSIP_Label_0dcf3bf5-ad0e-4c8c-aa2d-c5b4b510dcc6_SiteId">
    <vt:lpwstr>13b42c8c-cbcf-4e3d-9d20-f55b7b5ee3c1</vt:lpwstr>
  </property>
  <property fmtid="{D5CDD505-2E9C-101B-9397-08002B2CF9AE}" pid="15" name="MSIP_Label_0dcf3bf5-ad0e-4c8c-aa2d-c5b4b510dcc6_ActionId">
    <vt:lpwstr>8101d916-9275-49eb-bf62-55ac502d45bb</vt:lpwstr>
  </property>
  <property fmtid="{D5CDD505-2E9C-101B-9397-08002B2CF9AE}" pid="16" name="MSIP_Label_0dcf3bf5-ad0e-4c8c-aa2d-c5b4b510dcc6_ContentBits">
    <vt:lpwstr>0</vt:lpwstr>
  </property>
  <property fmtid="{D5CDD505-2E9C-101B-9397-08002B2CF9AE}" pid="17" name="ClassificationContentMarkingFooterLocations">
    <vt:lpwstr>Office Theme:8\1_Office Theme:8\2_Office Theme:8\3_Office Theme:8</vt:lpwstr>
  </property>
  <property fmtid="{D5CDD505-2E9C-101B-9397-08002B2CF9AE}" pid="18" name="ClassificationContentMarkingFooterText">
    <vt:lpwstr>Internal</vt:lpwstr>
  </property>
</Properties>
</file>