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810" r:id="rId2"/>
    <p:sldMasterId id="2147483823" r:id="rId3"/>
  </p:sldMasterIdLst>
  <p:notesMasterIdLst>
    <p:notesMasterId r:id="rId74"/>
  </p:notesMasterIdLst>
  <p:sldIdLst>
    <p:sldId id="511" r:id="rId4"/>
    <p:sldId id="2569" r:id="rId5"/>
    <p:sldId id="2529" r:id="rId6"/>
    <p:sldId id="2127" r:id="rId7"/>
    <p:sldId id="2128" r:id="rId8"/>
    <p:sldId id="2129" r:id="rId9"/>
    <p:sldId id="2130" r:id="rId10"/>
    <p:sldId id="952" r:id="rId11"/>
    <p:sldId id="2228" r:id="rId12"/>
    <p:sldId id="2531" r:id="rId13"/>
    <p:sldId id="1545" r:id="rId14"/>
    <p:sldId id="2532" r:id="rId15"/>
    <p:sldId id="2533" r:id="rId16"/>
    <p:sldId id="2570" r:id="rId17"/>
    <p:sldId id="2534" r:id="rId18"/>
    <p:sldId id="2571" r:id="rId19"/>
    <p:sldId id="2535" r:id="rId20"/>
    <p:sldId id="2572" r:id="rId21"/>
    <p:sldId id="2450" r:id="rId22"/>
    <p:sldId id="2530" r:id="rId23"/>
    <p:sldId id="1888" r:id="rId24"/>
    <p:sldId id="1539" r:id="rId25"/>
    <p:sldId id="2576" r:id="rId26"/>
    <p:sldId id="2606" r:id="rId27"/>
    <p:sldId id="2599" r:id="rId28"/>
    <p:sldId id="2600" r:id="rId29"/>
    <p:sldId id="2601" r:id="rId30"/>
    <p:sldId id="2602" r:id="rId31"/>
    <p:sldId id="2597" r:id="rId32"/>
    <p:sldId id="2577" r:id="rId33"/>
    <p:sldId id="1121" r:id="rId34"/>
    <p:sldId id="529" r:id="rId35"/>
    <p:sldId id="2604" r:id="rId36"/>
    <p:sldId id="530" r:id="rId37"/>
    <p:sldId id="2603" r:id="rId38"/>
    <p:sldId id="531" r:id="rId39"/>
    <p:sldId id="2605" r:id="rId40"/>
    <p:sldId id="2541" r:id="rId41"/>
    <p:sldId id="1114" r:id="rId42"/>
    <p:sldId id="1115" r:id="rId43"/>
    <p:sldId id="2607" r:id="rId44"/>
    <p:sldId id="2592" r:id="rId45"/>
    <p:sldId id="2608" r:id="rId46"/>
    <p:sldId id="2593" r:id="rId47"/>
    <p:sldId id="2609" r:id="rId48"/>
    <p:sldId id="1649" r:id="rId49"/>
    <p:sldId id="1689" r:id="rId50"/>
    <p:sldId id="1758" r:id="rId51"/>
    <p:sldId id="1759" r:id="rId52"/>
    <p:sldId id="1760" r:id="rId53"/>
    <p:sldId id="1761" r:id="rId54"/>
    <p:sldId id="1762" r:id="rId55"/>
    <p:sldId id="1763" r:id="rId56"/>
    <p:sldId id="1764" r:id="rId57"/>
    <p:sldId id="2543" r:id="rId58"/>
    <p:sldId id="2550" r:id="rId59"/>
    <p:sldId id="2552" r:id="rId60"/>
    <p:sldId id="2553" r:id="rId61"/>
    <p:sldId id="2574" r:id="rId62"/>
    <p:sldId id="2586" r:id="rId63"/>
    <p:sldId id="2585" r:id="rId64"/>
    <p:sldId id="2584" r:id="rId65"/>
    <p:sldId id="2583" r:id="rId66"/>
    <p:sldId id="2587" r:id="rId67"/>
    <p:sldId id="2588" r:id="rId68"/>
    <p:sldId id="2589" r:id="rId69"/>
    <p:sldId id="2590" r:id="rId70"/>
    <p:sldId id="2591" r:id="rId71"/>
    <p:sldId id="1444" r:id="rId72"/>
    <p:sldId id="2231" r:id="rId73"/>
  </p:sldIdLst>
  <p:sldSz cx="9144000" cy="5143500" type="screen16x9"/>
  <p:notesSz cx="6858000" cy="9144000"/>
  <p:custDataLst>
    <p:tags r:id="rId7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AF5F0"/>
    <a:srgbClr val="E8D3D3"/>
    <a:srgbClr val="D1CDC4"/>
    <a:srgbClr val="A78B86"/>
    <a:srgbClr val="FFD9C8"/>
    <a:srgbClr val="C09C6F"/>
    <a:srgbClr val="AACDE2"/>
    <a:srgbClr val="7E5F73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A3B9D-DD00-42B3-8ABD-CEC17112987C}" v="48" dt="2025-09-05T14:37:08.887"/>
    <p1510:client id="{97884A37-BFEB-B1CF-C56E-FE8EDA4E2FC1}" v="15" dt="2025-09-05T15:08:25.5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microsoft.com/office/2015/10/relationships/revisionInfo" Target="revisionInfo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tags" Target="tags/tag1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commentAuthors" Target="commentAuthor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ji mammen" userId="69a618d9c4dcde2c" providerId="Windows Live" clId="Web-{562A2E1B-4CC6-F7CF-28BD-24BEA8C2961D}"/>
    <pc:docChg chg="addSld delSld modSld">
      <pc:chgData name="shaji mammen" userId="69a618d9c4dcde2c" providerId="Windows Live" clId="Web-{562A2E1B-4CC6-F7CF-28BD-24BEA8C2961D}" dt="2025-09-03T17:16:02.111" v="775" actId="1076"/>
      <pc:docMkLst>
        <pc:docMk/>
      </pc:docMkLst>
      <pc:sldChg chg="modSp">
        <pc:chgData name="shaji mammen" userId="69a618d9c4dcde2c" providerId="Windows Live" clId="Web-{562A2E1B-4CC6-F7CF-28BD-24BEA8C2961D}" dt="2025-09-03T17:02:43.880" v="595" actId="1076"/>
        <pc:sldMkLst>
          <pc:docMk/>
          <pc:sldMk cId="1209821104" sldId="529"/>
        </pc:sldMkLst>
        <pc:spChg chg="mod">
          <ac:chgData name="shaji mammen" userId="69a618d9c4dcde2c" providerId="Windows Live" clId="Web-{562A2E1B-4CC6-F7CF-28BD-24BEA8C2961D}" dt="2025-09-03T17:02:40.411" v="594" actId="1076"/>
          <ac:spMkLst>
            <pc:docMk/>
            <pc:sldMk cId="1209821104" sldId="529"/>
            <ac:spMk id="8" creationId="{00000000-0000-0000-0000-000000000000}"/>
          </ac:spMkLst>
        </pc:spChg>
        <pc:spChg chg="mod">
          <ac:chgData name="shaji mammen" userId="69a618d9c4dcde2c" providerId="Windows Live" clId="Web-{562A2E1B-4CC6-F7CF-28BD-24BEA8C2961D}" dt="2025-09-03T17:02:43.880" v="595" actId="1076"/>
          <ac:spMkLst>
            <pc:docMk/>
            <pc:sldMk cId="1209821104" sldId="529"/>
            <ac:spMk id="10" creationId="{00000000-0000-0000-0000-000000000000}"/>
          </ac:spMkLst>
        </pc:spChg>
      </pc:sldChg>
      <pc:sldChg chg="modSp">
        <pc:chgData name="shaji mammen" userId="69a618d9c4dcde2c" providerId="Windows Live" clId="Web-{562A2E1B-4CC6-F7CF-28BD-24BEA8C2961D}" dt="2025-09-03T16:54:58.472" v="562" actId="20577"/>
        <pc:sldMkLst>
          <pc:docMk/>
          <pc:sldMk cId="3250654333" sldId="530"/>
        </pc:sldMkLst>
        <pc:spChg chg="mod">
          <ac:chgData name="shaji mammen" userId="69a618d9c4dcde2c" providerId="Windows Live" clId="Web-{562A2E1B-4CC6-F7CF-28BD-24BEA8C2961D}" dt="2025-09-03T16:54:26.456" v="557" actId="20577"/>
          <ac:spMkLst>
            <pc:docMk/>
            <pc:sldMk cId="3250654333" sldId="530"/>
            <ac:spMk id="7" creationId="{00000000-0000-0000-0000-000000000000}"/>
          </ac:spMkLst>
        </pc:spChg>
        <pc:spChg chg="mod">
          <ac:chgData name="shaji mammen" userId="69a618d9c4dcde2c" providerId="Windows Live" clId="Web-{562A2E1B-4CC6-F7CF-28BD-24BEA8C2961D}" dt="2025-09-03T16:54:58.472" v="562" actId="20577"/>
          <ac:spMkLst>
            <pc:docMk/>
            <pc:sldMk cId="3250654333" sldId="530"/>
            <ac:spMk id="10" creationId="{00000000-0000-0000-0000-000000000000}"/>
          </ac:spMkLst>
        </pc:spChg>
      </pc:sldChg>
      <pc:sldChg chg="modSp">
        <pc:chgData name="shaji mammen" userId="69a618d9c4dcde2c" providerId="Windows Live" clId="Web-{562A2E1B-4CC6-F7CF-28BD-24BEA8C2961D}" dt="2025-09-03T16:59:42.029" v="575" actId="20577"/>
        <pc:sldMkLst>
          <pc:docMk/>
          <pc:sldMk cId="4228325932" sldId="531"/>
        </pc:sldMkLst>
        <pc:spChg chg="mod">
          <ac:chgData name="shaji mammen" userId="69a618d9c4dcde2c" providerId="Windows Live" clId="Web-{562A2E1B-4CC6-F7CF-28BD-24BEA8C2961D}" dt="2025-09-03T16:25:34.706" v="366" actId="20577"/>
          <ac:spMkLst>
            <pc:docMk/>
            <pc:sldMk cId="4228325932" sldId="531"/>
            <ac:spMk id="2" creationId="{3217F3D5-9814-94F6-1A95-772CC050C3CF}"/>
          </ac:spMkLst>
        </pc:spChg>
        <pc:spChg chg="mod">
          <ac:chgData name="shaji mammen" userId="69a618d9c4dcde2c" providerId="Windows Live" clId="Web-{562A2E1B-4CC6-F7CF-28BD-24BEA8C2961D}" dt="2025-09-03T16:59:42.029" v="575" actId="20577"/>
          <ac:spMkLst>
            <pc:docMk/>
            <pc:sldMk cId="4228325932" sldId="531"/>
            <ac:spMk id="8" creationId="{00000000-0000-0000-0000-000000000000}"/>
          </ac:spMkLst>
        </pc:spChg>
        <pc:spChg chg="mod">
          <ac:chgData name="shaji mammen" userId="69a618d9c4dcde2c" providerId="Windows Live" clId="Web-{562A2E1B-4CC6-F7CF-28BD-24BEA8C2961D}" dt="2025-09-03T16:55:10.098" v="564" actId="20577"/>
          <ac:spMkLst>
            <pc:docMk/>
            <pc:sldMk cId="4228325932" sldId="531"/>
            <ac:spMk id="10" creationId="{00000000-0000-0000-0000-000000000000}"/>
          </ac:spMkLst>
        </pc:spChg>
      </pc:sldChg>
      <pc:sldChg chg="del">
        <pc:chgData name="shaji mammen" userId="69a618d9c4dcde2c" providerId="Windows Live" clId="Web-{562A2E1B-4CC6-F7CF-28BD-24BEA8C2961D}" dt="2025-09-03T16:28:35.291" v="398"/>
        <pc:sldMkLst>
          <pc:docMk/>
          <pc:sldMk cId="3840289386" sldId="848"/>
        </pc:sldMkLst>
      </pc:sldChg>
      <pc:sldChg chg="del">
        <pc:chgData name="shaji mammen" userId="69a618d9c4dcde2c" providerId="Windows Live" clId="Web-{562A2E1B-4CC6-F7CF-28BD-24BEA8C2961D}" dt="2025-09-03T16:28:35.275" v="397"/>
        <pc:sldMkLst>
          <pc:docMk/>
          <pc:sldMk cId="2130905988" sldId="849"/>
        </pc:sldMkLst>
      </pc:sldChg>
      <pc:sldChg chg="del">
        <pc:chgData name="shaji mammen" userId="69a618d9c4dcde2c" providerId="Windows Live" clId="Web-{562A2E1B-4CC6-F7CF-28BD-24BEA8C2961D}" dt="2025-09-03T16:28:35.275" v="396"/>
        <pc:sldMkLst>
          <pc:docMk/>
          <pc:sldMk cId="120360577" sldId="850"/>
        </pc:sldMkLst>
      </pc:sldChg>
      <pc:sldChg chg="del">
        <pc:chgData name="shaji mammen" userId="69a618d9c4dcde2c" providerId="Windows Live" clId="Web-{562A2E1B-4CC6-F7CF-28BD-24BEA8C2961D}" dt="2025-09-03T16:28:35.275" v="395"/>
        <pc:sldMkLst>
          <pc:docMk/>
          <pc:sldMk cId="482766465" sldId="851"/>
        </pc:sldMkLst>
      </pc:sldChg>
      <pc:sldChg chg="del">
        <pc:chgData name="shaji mammen" userId="69a618d9c4dcde2c" providerId="Windows Live" clId="Web-{562A2E1B-4CC6-F7CF-28BD-24BEA8C2961D}" dt="2025-09-03T16:28:35.275" v="394"/>
        <pc:sldMkLst>
          <pc:docMk/>
          <pc:sldMk cId="3305385266" sldId="852"/>
        </pc:sldMkLst>
      </pc:sldChg>
      <pc:sldChg chg="del">
        <pc:chgData name="shaji mammen" userId="69a618d9c4dcde2c" providerId="Windows Live" clId="Web-{562A2E1B-4CC6-F7CF-28BD-24BEA8C2961D}" dt="2025-09-03T16:28:35.275" v="393"/>
        <pc:sldMkLst>
          <pc:docMk/>
          <pc:sldMk cId="1093981366" sldId="853"/>
        </pc:sldMkLst>
      </pc:sldChg>
      <pc:sldChg chg="del">
        <pc:chgData name="shaji mammen" userId="69a618d9c4dcde2c" providerId="Windows Live" clId="Web-{562A2E1B-4CC6-F7CF-28BD-24BEA8C2961D}" dt="2025-09-03T16:28:35.275" v="392"/>
        <pc:sldMkLst>
          <pc:docMk/>
          <pc:sldMk cId="405111269" sldId="854"/>
        </pc:sldMkLst>
      </pc:sldChg>
      <pc:sldChg chg="del">
        <pc:chgData name="shaji mammen" userId="69a618d9c4dcde2c" providerId="Windows Live" clId="Web-{562A2E1B-4CC6-F7CF-28BD-24BEA8C2961D}" dt="2025-09-03T16:28:35.275" v="391"/>
        <pc:sldMkLst>
          <pc:docMk/>
          <pc:sldMk cId="3039154516" sldId="855"/>
        </pc:sldMkLst>
      </pc:sldChg>
      <pc:sldChg chg="modSp">
        <pc:chgData name="shaji mammen" userId="69a618d9c4dcde2c" providerId="Windows Live" clId="Web-{562A2E1B-4CC6-F7CF-28BD-24BEA8C2961D}" dt="2025-09-03T16:26:07.708" v="368" actId="20577"/>
        <pc:sldMkLst>
          <pc:docMk/>
          <pc:sldMk cId="1922933263" sldId="1114"/>
        </pc:sldMkLst>
        <pc:spChg chg="mod">
          <ac:chgData name="shaji mammen" userId="69a618d9c4dcde2c" providerId="Windows Live" clId="Web-{562A2E1B-4CC6-F7CF-28BD-24BEA8C2961D}" dt="2025-09-03T16:26:07.708" v="368" actId="20577"/>
          <ac:spMkLst>
            <pc:docMk/>
            <pc:sldMk cId="1922933263" sldId="1114"/>
            <ac:spMk id="11" creationId="{93EE27E5-F700-0774-0EC4-82EC8DD26A65}"/>
          </ac:spMkLst>
        </pc:spChg>
      </pc:sldChg>
      <pc:sldChg chg="modSp">
        <pc:chgData name="shaji mammen" userId="69a618d9c4dcde2c" providerId="Windows Live" clId="Web-{562A2E1B-4CC6-F7CF-28BD-24BEA8C2961D}" dt="2025-09-03T17:13:28.074" v="762" actId="20577"/>
        <pc:sldMkLst>
          <pc:docMk/>
          <pc:sldMk cId="3426289556" sldId="1115"/>
        </pc:sldMkLst>
        <pc:spChg chg="mod">
          <ac:chgData name="shaji mammen" userId="69a618d9c4dcde2c" providerId="Windows Live" clId="Web-{562A2E1B-4CC6-F7CF-28BD-24BEA8C2961D}" dt="2025-09-03T16:26:28.318" v="372" actId="20577"/>
          <ac:spMkLst>
            <pc:docMk/>
            <pc:sldMk cId="3426289556" sldId="1115"/>
            <ac:spMk id="5" creationId="{39B10B96-99CD-8572-0877-06E77B8935BD}"/>
          </ac:spMkLst>
        </pc:spChg>
        <pc:spChg chg="mod">
          <ac:chgData name="shaji mammen" userId="69a618d9c4dcde2c" providerId="Windows Live" clId="Web-{562A2E1B-4CC6-F7CF-28BD-24BEA8C2961D}" dt="2025-09-03T17:13:28.074" v="762" actId="20577"/>
          <ac:spMkLst>
            <pc:docMk/>
            <pc:sldMk cId="3426289556" sldId="1115"/>
            <ac:spMk id="6" creationId="{B59A55C3-6162-42A2-B11B-78D558091B4A}"/>
          </ac:spMkLst>
        </pc:spChg>
        <pc:spChg chg="mod">
          <ac:chgData name="shaji mammen" userId="69a618d9c4dcde2c" providerId="Windows Live" clId="Web-{562A2E1B-4CC6-F7CF-28BD-24BEA8C2961D}" dt="2025-09-03T17:05:26.464" v="614" actId="20577"/>
          <ac:spMkLst>
            <pc:docMk/>
            <pc:sldMk cId="3426289556" sldId="1115"/>
            <ac:spMk id="9" creationId="{22CF0560-3F22-41A3-82CC-2D2BAD840D7B}"/>
          </ac:spMkLst>
        </pc:spChg>
      </pc:sldChg>
      <pc:sldChg chg="modSp">
        <pc:chgData name="shaji mammen" userId="69a618d9c4dcde2c" providerId="Windows Live" clId="Web-{562A2E1B-4CC6-F7CF-28BD-24BEA8C2961D}" dt="2025-09-03T17:02:16.410" v="593" actId="1076"/>
        <pc:sldMkLst>
          <pc:docMk/>
          <pc:sldMk cId="1640369384" sldId="1121"/>
        </pc:sldMkLst>
        <pc:spChg chg="mod">
          <ac:chgData name="shaji mammen" userId="69a618d9c4dcde2c" providerId="Windows Live" clId="Web-{562A2E1B-4CC6-F7CF-28BD-24BEA8C2961D}" dt="2025-09-03T16:25:22.065" v="365" actId="20577"/>
          <ac:spMkLst>
            <pc:docMk/>
            <pc:sldMk cId="1640369384" sldId="1121"/>
            <ac:spMk id="2" creationId="{50CEE8EE-EB1A-C378-B39D-0A63B6C3857C}"/>
          </ac:spMkLst>
        </pc:spChg>
        <pc:spChg chg="mod">
          <ac:chgData name="shaji mammen" userId="69a618d9c4dcde2c" providerId="Windows Live" clId="Web-{562A2E1B-4CC6-F7CF-28BD-24BEA8C2961D}" dt="2025-09-03T17:01:53.956" v="589" actId="20577"/>
          <ac:spMkLst>
            <pc:docMk/>
            <pc:sldMk cId="1640369384" sldId="1121"/>
            <ac:spMk id="7" creationId="{00000000-0000-0000-0000-000000000000}"/>
          </ac:spMkLst>
        </pc:spChg>
        <pc:spChg chg="mod">
          <ac:chgData name="shaji mammen" userId="69a618d9c4dcde2c" providerId="Windows Live" clId="Web-{562A2E1B-4CC6-F7CF-28BD-24BEA8C2961D}" dt="2025-09-03T17:02:16.410" v="593" actId="1076"/>
          <ac:spMkLst>
            <pc:docMk/>
            <pc:sldMk cId="1640369384" sldId="1121"/>
            <ac:spMk id="10" creationId="{00000000-0000-0000-0000-000000000000}"/>
          </ac:spMkLst>
        </pc:spChg>
      </pc:sldChg>
      <pc:sldChg chg="modSp del">
        <pc:chgData name="shaji mammen" userId="69a618d9c4dcde2c" providerId="Windows Live" clId="Web-{562A2E1B-4CC6-F7CF-28BD-24BEA8C2961D}" dt="2025-09-03T16:19:45.866" v="317"/>
        <pc:sldMkLst>
          <pc:docMk/>
          <pc:sldMk cId="1563557240" sldId="1564"/>
        </pc:sldMkLst>
      </pc:sldChg>
      <pc:sldChg chg="modSp">
        <pc:chgData name="shaji mammen" userId="69a618d9c4dcde2c" providerId="Windows Live" clId="Web-{562A2E1B-4CC6-F7CF-28BD-24BEA8C2961D}" dt="2025-09-03T17:14:37.702" v="767" actId="20577"/>
        <pc:sldMkLst>
          <pc:docMk/>
          <pc:sldMk cId="2386726509" sldId="1689"/>
        </pc:sldMkLst>
        <pc:spChg chg="mod">
          <ac:chgData name="shaji mammen" userId="69a618d9c4dcde2c" providerId="Windows Live" clId="Web-{562A2E1B-4CC6-F7CF-28BD-24BEA8C2961D}" dt="2025-09-03T17:14:37.702" v="767" actId="20577"/>
          <ac:spMkLst>
            <pc:docMk/>
            <pc:sldMk cId="2386726509" sldId="1689"/>
            <ac:spMk id="3" creationId="{33D1D61E-8707-D640-6E3E-C82DD0FD2FA0}"/>
          </ac:spMkLst>
        </pc:spChg>
      </pc:sldChg>
      <pc:sldChg chg="modSp">
        <pc:chgData name="shaji mammen" userId="69a618d9c4dcde2c" providerId="Windows Live" clId="Web-{562A2E1B-4CC6-F7CF-28BD-24BEA8C2961D}" dt="2025-09-03T17:15:44.298" v="774" actId="20577"/>
        <pc:sldMkLst>
          <pc:docMk/>
          <pc:sldMk cId="3040895271" sldId="1758"/>
        </pc:sldMkLst>
        <pc:spChg chg="mod">
          <ac:chgData name="shaji mammen" userId="69a618d9c4dcde2c" providerId="Windows Live" clId="Web-{562A2E1B-4CC6-F7CF-28BD-24BEA8C2961D}" dt="2025-09-03T17:15:44.298" v="774" actId="20577"/>
          <ac:spMkLst>
            <pc:docMk/>
            <pc:sldMk cId="3040895271" sldId="1758"/>
            <ac:spMk id="3" creationId="{33D1D61E-8707-D640-6E3E-C82DD0FD2FA0}"/>
          </ac:spMkLst>
        </pc:spChg>
      </pc:sldChg>
      <pc:sldChg chg="modSp">
        <pc:chgData name="shaji mammen" userId="69a618d9c4dcde2c" providerId="Windows Live" clId="Web-{562A2E1B-4CC6-F7CF-28BD-24BEA8C2961D}" dt="2025-09-03T17:16:02.111" v="775" actId="1076"/>
        <pc:sldMkLst>
          <pc:docMk/>
          <pc:sldMk cId="3696153613" sldId="1759"/>
        </pc:sldMkLst>
        <pc:spChg chg="mod">
          <ac:chgData name="shaji mammen" userId="69a618d9c4dcde2c" providerId="Windows Live" clId="Web-{562A2E1B-4CC6-F7CF-28BD-24BEA8C2961D}" dt="2025-09-03T17:16:02.111" v="775" actId="1076"/>
          <ac:spMkLst>
            <pc:docMk/>
            <pc:sldMk cId="3696153613" sldId="1759"/>
            <ac:spMk id="3" creationId="{33D1D61E-8707-D640-6E3E-C82DD0FD2FA0}"/>
          </ac:spMkLst>
        </pc:spChg>
      </pc:sldChg>
      <pc:sldChg chg="modSp">
        <pc:chgData name="shaji mammen" userId="69a618d9c4dcde2c" providerId="Windows Live" clId="Web-{562A2E1B-4CC6-F7CF-28BD-24BEA8C2961D}" dt="2025-09-03T16:34:44.913" v="430" actId="1076"/>
        <pc:sldMkLst>
          <pc:docMk/>
          <pc:sldMk cId="4046410781" sldId="2127"/>
        </pc:sldMkLst>
        <pc:spChg chg="mod">
          <ac:chgData name="shaji mammen" userId="69a618d9c4dcde2c" providerId="Windows Live" clId="Web-{562A2E1B-4CC6-F7CF-28BD-24BEA8C2961D}" dt="2025-09-03T16:34:44.913" v="430" actId="1076"/>
          <ac:spMkLst>
            <pc:docMk/>
            <pc:sldMk cId="4046410781" sldId="2127"/>
            <ac:spMk id="5" creationId="{726B0097-91C4-5FB0-4E23-F379E290453E}"/>
          </ac:spMkLst>
        </pc:spChg>
        <pc:spChg chg="mod">
          <ac:chgData name="shaji mammen" userId="69a618d9c4dcde2c" providerId="Windows Live" clId="Web-{562A2E1B-4CC6-F7CF-28BD-24BEA8C2961D}" dt="2025-09-03T16:34:27.022" v="429" actId="20577"/>
          <ac:spMkLst>
            <pc:docMk/>
            <pc:sldMk cId="4046410781" sldId="2127"/>
            <ac:spMk id="12" creationId="{68F1D7EB-0773-4AEA-08EA-3371F7148245}"/>
          </ac:spMkLst>
        </pc:spChg>
      </pc:sldChg>
      <pc:sldChg chg="modSp">
        <pc:chgData name="shaji mammen" userId="69a618d9c4dcde2c" providerId="Windows Live" clId="Web-{562A2E1B-4CC6-F7CF-28BD-24BEA8C2961D}" dt="2025-09-03T16:45:45.671" v="473" actId="20577"/>
        <pc:sldMkLst>
          <pc:docMk/>
          <pc:sldMk cId="1278113787" sldId="2128"/>
        </pc:sldMkLst>
        <pc:spChg chg="mod">
          <ac:chgData name="shaji mammen" userId="69a618d9c4dcde2c" providerId="Windows Live" clId="Web-{562A2E1B-4CC6-F7CF-28BD-24BEA8C2961D}" dt="2025-09-03T16:45:45.671" v="473" actId="20577"/>
          <ac:spMkLst>
            <pc:docMk/>
            <pc:sldMk cId="1278113787" sldId="2128"/>
            <ac:spMk id="5" creationId="{8C863216-045F-8329-CDF9-485999340A9F}"/>
          </ac:spMkLst>
        </pc:spChg>
        <pc:spChg chg="mod">
          <ac:chgData name="shaji mammen" userId="69a618d9c4dcde2c" providerId="Windows Live" clId="Web-{562A2E1B-4CC6-F7CF-28BD-24BEA8C2961D}" dt="2025-09-03T16:42:22.727" v="461" actId="20577"/>
          <ac:spMkLst>
            <pc:docMk/>
            <pc:sldMk cId="1278113787" sldId="2128"/>
            <ac:spMk id="12" creationId="{88F4B2BD-87D6-30F3-4DE9-508D01EF9A25}"/>
          </ac:spMkLst>
        </pc:spChg>
      </pc:sldChg>
      <pc:sldChg chg="modSp">
        <pc:chgData name="shaji mammen" userId="69a618d9c4dcde2c" providerId="Windows Live" clId="Web-{562A2E1B-4CC6-F7CF-28BD-24BEA8C2961D}" dt="2025-09-03T16:48:07.223" v="490" actId="20577"/>
        <pc:sldMkLst>
          <pc:docMk/>
          <pc:sldMk cId="616756977" sldId="2129"/>
        </pc:sldMkLst>
        <pc:spChg chg="mod">
          <ac:chgData name="shaji mammen" userId="69a618d9c4dcde2c" providerId="Windows Live" clId="Web-{562A2E1B-4CC6-F7CF-28BD-24BEA8C2961D}" dt="2025-09-03T16:47:18.612" v="486" actId="20577"/>
          <ac:spMkLst>
            <pc:docMk/>
            <pc:sldMk cId="616756977" sldId="2129"/>
            <ac:spMk id="5" creationId="{15B7F004-7DED-8987-7F5D-BD659FC46ADF}"/>
          </ac:spMkLst>
        </pc:spChg>
        <pc:spChg chg="mod">
          <ac:chgData name="shaji mammen" userId="69a618d9c4dcde2c" providerId="Windows Live" clId="Web-{562A2E1B-4CC6-F7CF-28BD-24BEA8C2961D}" dt="2025-09-03T16:48:07.223" v="490" actId="20577"/>
          <ac:spMkLst>
            <pc:docMk/>
            <pc:sldMk cId="616756977" sldId="2129"/>
            <ac:spMk id="12" creationId="{518E15F4-4EE9-65FE-8644-BA65174FE0A0}"/>
          </ac:spMkLst>
        </pc:spChg>
      </pc:sldChg>
      <pc:sldChg chg="modSp">
        <pc:chgData name="shaji mammen" userId="69a618d9c4dcde2c" providerId="Windows Live" clId="Web-{562A2E1B-4CC6-F7CF-28BD-24BEA8C2961D}" dt="2025-09-03T16:48:46.568" v="500" actId="20577"/>
        <pc:sldMkLst>
          <pc:docMk/>
          <pc:sldMk cId="3667561014" sldId="2130"/>
        </pc:sldMkLst>
        <pc:spChg chg="mod">
          <ac:chgData name="shaji mammen" userId="69a618d9c4dcde2c" providerId="Windows Live" clId="Web-{562A2E1B-4CC6-F7CF-28BD-24BEA8C2961D}" dt="2025-09-03T16:48:46.568" v="500" actId="20577"/>
          <ac:spMkLst>
            <pc:docMk/>
            <pc:sldMk cId="3667561014" sldId="2130"/>
            <ac:spMk id="5" creationId="{11C4A1CD-E871-3C06-AECC-E0FA1BB58762}"/>
          </ac:spMkLst>
        </pc:spChg>
      </pc:sldChg>
      <pc:sldChg chg="modSp">
        <pc:chgData name="shaji mammen" userId="69a618d9c4dcde2c" providerId="Windows Live" clId="Web-{562A2E1B-4CC6-F7CF-28BD-24BEA8C2961D}" dt="2025-09-03T16:33:20.285" v="412" actId="20577"/>
        <pc:sldMkLst>
          <pc:docMk/>
          <pc:sldMk cId="878737466" sldId="2529"/>
        </pc:sldMkLst>
        <pc:spChg chg="mod">
          <ac:chgData name="shaji mammen" userId="69a618d9c4dcde2c" providerId="Windows Live" clId="Web-{562A2E1B-4CC6-F7CF-28BD-24BEA8C2961D}" dt="2025-09-03T16:33:09.051" v="411" actId="20577"/>
          <ac:spMkLst>
            <pc:docMk/>
            <pc:sldMk cId="878737466" sldId="2529"/>
            <ac:spMk id="5" creationId="{7DAD38E4-2FFE-92B6-2E7F-5AE5C074EC16}"/>
          </ac:spMkLst>
        </pc:spChg>
        <pc:spChg chg="mod">
          <ac:chgData name="shaji mammen" userId="69a618d9c4dcde2c" providerId="Windows Live" clId="Web-{562A2E1B-4CC6-F7CF-28BD-24BEA8C2961D}" dt="2025-09-03T16:33:20.285" v="412" actId="20577"/>
          <ac:spMkLst>
            <pc:docMk/>
            <pc:sldMk cId="878737466" sldId="2529"/>
            <ac:spMk id="12" creationId="{7905A2DF-1131-91B8-F9F4-29C2BA98F4E1}"/>
          </ac:spMkLst>
        </pc:spChg>
      </pc:sldChg>
      <pc:sldChg chg="modSp">
        <pc:chgData name="shaji mammen" userId="69a618d9c4dcde2c" providerId="Windows Live" clId="Web-{562A2E1B-4CC6-F7CF-28BD-24BEA8C2961D}" dt="2025-09-03T16:50:11.759" v="501" actId="20577"/>
        <pc:sldMkLst>
          <pc:docMk/>
          <pc:sldMk cId="4132870420" sldId="2534"/>
        </pc:sldMkLst>
        <pc:spChg chg="mod">
          <ac:chgData name="shaji mammen" userId="69a618d9c4dcde2c" providerId="Windows Live" clId="Web-{562A2E1B-4CC6-F7CF-28BD-24BEA8C2961D}" dt="2025-09-03T16:50:11.759" v="501" actId="20577"/>
          <ac:spMkLst>
            <pc:docMk/>
            <pc:sldMk cId="4132870420" sldId="2534"/>
            <ac:spMk id="3" creationId="{6FF0ACA4-2882-EDCE-A6F5-FDD7D2F9B1E0}"/>
          </ac:spMkLst>
        </pc:spChg>
      </pc:sldChg>
      <pc:sldChg chg="del">
        <pc:chgData name="shaji mammen" userId="69a618d9c4dcde2c" providerId="Windows Live" clId="Web-{562A2E1B-4CC6-F7CF-28BD-24BEA8C2961D}" dt="2025-09-03T16:28:22.540" v="390"/>
        <pc:sldMkLst>
          <pc:docMk/>
          <pc:sldMk cId="1814243349" sldId="2539"/>
        </pc:sldMkLst>
      </pc:sldChg>
      <pc:sldChg chg="del">
        <pc:chgData name="shaji mammen" userId="69a618d9c4dcde2c" providerId="Windows Live" clId="Web-{562A2E1B-4CC6-F7CF-28BD-24BEA8C2961D}" dt="2025-09-03T16:28:35.291" v="399"/>
        <pc:sldMkLst>
          <pc:docMk/>
          <pc:sldMk cId="2550783326" sldId="2540"/>
        </pc:sldMkLst>
      </pc:sldChg>
      <pc:sldChg chg="del">
        <pc:chgData name="shaji mammen" userId="69a618d9c4dcde2c" providerId="Windows Live" clId="Web-{562A2E1B-4CC6-F7CF-28BD-24BEA8C2961D}" dt="2025-09-03T16:28:22.540" v="389"/>
        <pc:sldMkLst>
          <pc:docMk/>
          <pc:sldMk cId="819684660" sldId="2557"/>
        </pc:sldMkLst>
      </pc:sldChg>
      <pc:sldChg chg="del">
        <pc:chgData name="shaji mammen" userId="69a618d9c4dcde2c" providerId="Windows Live" clId="Web-{562A2E1B-4CC6-F7CF-28BD-24BEA8C2961D}" dt="2025-09-03T16:28:22.525" v="387"/>
        <pc:sldMkLst>
          <pc:docMk/>
          <pc:sldMk cId="2966438663" sldId="2558"/>
        </pc:sldMkLst>
      </pc:sldChg>
      <pc:sldChg chg="del">
        <pc:chgData name="shaji mammen" userId="69a618d9c4dcde2c" providerId="Windows Live" clId="Web-{562A2E1B-4CC6-F7CF-28BD-24BEA8C2961D}" dt="2025-09-03T16:28:22.525" v="386"/>
        <pc:sldMkLst>
          <pc:docMk/>
          <pc:sldMk cId="1818719754" sldId="2559"/>
        </pc:sldMkLst>
      </pc:sldChg>
      <pc:sldChg chg="del">
        <pc:chgData name="shaji mammen" userId="69a618d9c4dcde2c" providerId="Windows Live" clId="Web-{562A2E1B-4CC6-F7CF-28BD-24BEA8C2961D}" dt="2025-09-03T16:28:22.525" v="385"/>
        <pc:sldMkLst>
          <pc:docMk/>
          <pc:sldMk cId="1416082201" sldId="2560"/>
        </pc:sldMkLst>
      </pc:sldChg>
      <pc:sldChg chg="del">
        <pc:chgData name="shaji mammen" userId="69a618d9c4dcde2c" providerId="Windows Live" clId="Web-{562A2E1B-4CC6-F7CF-28BD-24BEA8C2961D}" dt="2025-09-03T16:28:22.525" v="384"/>
        <pc:sldMkLst>
          <pc:docMk/>
          <pc:sldMk cId="2754820775" sldId="2561"/>
        </pc:sldMkLst>
      </pc:sldChg>
      <pc:sldChg chg="del">
        <pc:chgData name="shaji mammen" userId="69a618d9c4dcde2c" providerId="Windows Live" clId="Web-{562A2E1B-4CC6-F7CF-28BD-24BEA8C2961D}" dt="2025-09-03T16:28:22.525" v="388"/>
        <pc:sldMkLst>
          <pc:docMk/>
          <pc:sldMk cId="2097912809" sldId="2562"/>
        </pc:sldMkLst>
      </pc:sldChg>
      <pc:sldChg chg="modSp">
        <pc:chgData name="shaji mammen" userId="69a618d9c4dcde2c" providerId="Windows Live" clId="Web-{562A2E1B-4CC6-F7CF-28BD-24BEA8C2961D}" dt="2025-09-03T16:51:25.762" v="506" actId="20577"/>
        <pc:sldMkLst>
          <pc:docMk/>
          <pc:sldMk cId="4224147954" sldId="2577"/>
        </pc:sldMkLst>
        <pc:spChg chg="mod">
          <ac:chgData name="shaji mammen" userId="69a618d9c4dcde2c" providerId="Windows Live" clId="Web-{562A2E1B-4CC6-F7CF-28BD-24BEA8C2961D}" dt="2025-09-03T16:51:25.762" v="506" actId="20577"/>
          <ac:spMkLst>
            <pc:docMk/>
            <pc:sldMk cId="4224147954" sldId="2577"/>
            <ac:spMk id="8" creationId="{23941E9C-F62B-24E3-DA24-5A16BF52A03B}"/>
          </ac:spMkLst>
        </pc:spChg>
        <pc:spChg chg="mod">
          <ac:chgData name="shaji mammen" userId="69a618d9c4dcde2c" providerId="Windows Live" clId="Web-{562A2E1B-4CC6-F7CF-28BD-24BEA8C2961D}" dt="2025-09-03T16:24:09.797" v="354" actId="1076"/>
          <ac:spMkLst>
            <pc:docMk/>
            <pc:sldMk cId="4224147954" sldId="2577"/>
            <ac:spMk id="10" creationId="{2A166103-6673-BD49-E1DE-5406808031A5}"/>
          </ac:spMkLst>
        </pc:spChg>
      </pc:sldChg>
      <pc:sldChg chg="modSp">
        <pc:chgData name="shaji mammen" userId="69a618d9c4dcde2c" providerId="Windows Live" clId="Web-{562A2E1B-4CC6-F7CF-28BD-24BEA8C2961D}" dt="2025-09-03T17:14:01.919" v="764" actId="20577"/>
        <pc:sldMkLst>
          <pc:docMk/>
          <pc:sldMk cId="904749228" sldId="2592"/>
        </pc:sldMkLst>
        <pc:spChg chg="mod">
          <ac:chgData name="shaji mammen" userId="69a618d9c4dcde2c" providerId="Windows Live" clId="Web-{562A2E1B-4CC6-F7CF-28BD-24BEA8C2961D}" dt="2025-09-03T16:26:50.428" v="377" actId="20577"/>
          <ac:spMkLst>
            <pc:docMk/>
            <pc:sldMk cId="904749228" sldId="2592"/>
            <ac:spMk id="5" creationId="{8283037D-0A96-B38E-F75E-32824710622B}"/>
          </ac:spMkLst>
        </pc:spChg>
        <pc:spChg chg="mod">
          <ac:chgData name="shaji mammen" userId="69a618d9c4dcde2c" providerId="Windows Live" clId="Web-{562A2E1B-4CC6-F7CF-28BD-24BEA8C2961D}" dt="2025-09-03T17:14:01.919" v="764" actId="20577"/>
          <ac:spMkLst>
            <pc:docMk/>
            <pc:sldMk cId="904749228" sldId="2592"/>
            <ac:spMk id="6" creationId="{2B6D9A41-677C-F6C0-6435-64566490CA45}"/>
          </ac:spMkLst>
        </pc:spChg>
        <pc:spChg chg="mod">
          <ac:chgData name="shaji mammen" userId="69a618d9c4dcde2c" providerId="Windows Live" clId="Web-{562A2E1B-4CC6-F7CF-28BD-24BEA8C2961D}" dt="2025-09-03T17:12:25.088" v="754" actId="20577"/>
          <ac:spMkLst>
            <pc:docMk/>
            <pc:sldMk cId="904749228" sldId="2592"/>
            <ac:spMk id="9" creationId="{EC37BD93-F89F-B34F-BB03-7B2C0BB6AE14}"/>
          </ac:spMkLst>
        </pc:spChg>
      </pc:sldChg>
      <pc:sldChg chg="modSp">
        <pc:chgData name="shaji mammen" userId="69a618d9c4dcde2c" providerId="Windows Live" clId="Web-{562A2E1B-4CC6-F7CF-28BD-24BEA8C2961D}" dt="2025-09-03T17:10:51.772" v="741" actId="20577"/>
        <pc:sldMkLst>
          <pc:docMk/>
          <pc:sldMk cId="2410336032" sldId="2593"/>
        </pc:sldMkLst>
        <pc:spChg chg="mod">
          <ac:chgData name="shaji mammen" userId="69a618d9c4dcde2c" providerId="Windows Live" clId="Web-{562A2E1B-4CC6-F7CF-28BD-24BEA8C2961D}" dt="2025-09-03T16:27:06.866" v="381" actId="20577"/>
          <ac:spMkLst>
            <pc:docMk/>
            <pc:sldMk cId="2410336032" sldId="2593"/>
            <ac:spMk id="5" creationId="{508C899D-136C-67F9-69B6-D34530F0B5EA}"/>
          </ac:spMkLst>
        </pc:spChg>
        <pc:spChg chg="mod">
          <ac:chgData name="shaji mammen" userId="69a618d9c4dcde2c" providerId="Windows Live" clId="Web-{562A2E1B-4CC6-F7CF-28BD-24BEA8C2961D}" dt="2025-09-03T17:10:17.364" v="730" actId="20577"/>
          <ac:spMkLst>
            <pc:docMk/>
            <pc:sldMk cId="2410336032" sldId="2593"/>
            <ac:spMk id="6" creationId="{00948BE4-3D7A-C988-CCF0-3541770B8D97}"/>
          </ac:spMkLst>
        </pc:spChg>
        <pc:spChg chg="mod">
          <ac:chgData name="shaji mammen" userId="69a618d9c4dcde2c" providerId="Windows Live" clId="Web-{562A2E1B-4CC6-F7CF-28BD-24BEA8C2961D}" dt="2025-09-03T17:10:51.772" v="741" actId="20577"/>
          <ac:spMkLst>
            <pc:docMk/>
            <pc:sldMk cId="2410336032" sldId="2593"/>
            <ac:spMk id="9" creationId="{CD6A0180-9232-0835-5B0F-57741EF72EBA}"/>
          </ac:spMkLst>
        </pc:spChg>
      </pc:sldChg>
      <pc:sldChg chg="modSp">
        <pc:chgData name="shaji mammen" userId="69a618d9c4dcde2c" providerId="Windows Live" clId="Web-{562A2E1B-4CC6-F7CF-28BD-24BEA8C2961D}" dt="2025-09-03T17:05:44.542" v="615" actId="20577"/>
        <pc:sldMkLst>
          <pc:docMk/>
          <pc:sldMk cId="3360397397" sldId="2594"/>
        </pc:sldMkLst>
      </pc:sldChg>
      <pc:sldChg chg="modSp">
        <pc:chgData name="shaji mammen" userId="69a618d9c4dcde2c" providerId="Windows Live" clId="Web-{562A2E1B-4CC6-F7CF-28BD-24BEA8C2961D}" dt="2025-09-03T16:26:59.272" v="379" actId="20577"/>
        <pc:sldMkLst>
          <pc:docMk/>
          <pc:sldMk cId="1398752693" sldId="2595"/>
        </pc:sldMkLst>
      </pc:sldChg>
      <pc:sldChg chg="modSp">
        <pc:chgData name="shaji mammen" userId="69a618d9c4dcde2c" providerId="Windows Live" clId="Web-{562A2E1B-4CC6-F7CF-28BD-24BEA8C2961D}" dt="2025-09-03T16:27:14.866" v="383" actId="20577"/>
        <pc:sldMkLst>
          <pc:docMk/>
          <pc:sldMk cId="2917377743" sldId="2596"/>
        </pc:sldMkLst>
      </pc:sldChg>
      <pc:sldChg chg="modSp add del replId">
        <pc:chgData name="shaji mammen" userId="69a618d9c4dcde2c" providerId="Windows Live" clId="Web-{562A2E1B-4CC6-F7CF-28BD-24BEA8C2961D}" dt="2025-09-03T12:57:11.530" v="7"/>
        <pc:sldMkLst>
          <pc:docMk/>
          <pc:sldMk cId="1610245774" sldId="2598"/>
        </pc:sldMkLst>
      </pc:sldChg>
      <pc:sldChg chg="modSp add replId">
        <pc:chgData name="shaji mammen" userId="69a618d9c4dcde2c" providerId="Windows Live" clId="Web-{562A2E1B-4CC6-F7CF-28BD-24BEA8C2961D}" dt="2025-09-03T16:23:12.045" v="343" actId="20577"/>
        <pc:sldMkLst>
          <pc:docMk/>
          <pc:sldMk cId="2345890991" sldId="2598"/>
        </pc:sldMkLst>
      </pc:sldChg>
      <pc:sldChg chg="add del replId">
        <pc:chgData name="shaji mammen" userId="69a618d9c4dcde2c" providerId="Windows Live" clId="Web-{562A2E1B-4CC6-F7CF-28BD-24BEA8C2961D}" dt="2025-09-03T12:56:58.951" v="6"/>
        <pc:sldMkLst>
          <pc:docMk/>
          <pc:sldMk cId="2091698196" sldId="2599"/>
        </pc:sldMkLst>
      </pc:sldChg>
      <pc:sldChg chg="modSp add replId">
        <pc:chgData name="shaji mammen" userId="69a618d9c4dcde2c" providerId="Windows Live" clId="Web-{562A2E1B-4CC6-F7CF-28BD-24BEA8C2961D}" dt="2025-09-03T16:18:29.098" v="296" actId="20577"/>
        <pc:sldMkLst>
          <pc:docMk/>
          <pc:sldMk cId="2221394601" sldId="2599"/>
        </pc:sldMkLst>
        <pc:spChg chg="mod">
          <ac:chgData name="shaji mammen" userId="69a618d9c4dcde2c" providerId="Windows Live" clId="Web-{562A2E1B-4CC6-F7CF-28BD-24BEA8C2961D}" dt="2025-09-03T16:14:13.057" v="252" actId="20577"/>
          <ac:spMkLst>
            <pc:docMk/>
            <pc:sldMk cId="2221394601" sldId="2599"/>
            <ac:spMk id="7" creationId="{2169623C-D6A0-DC62-F365-74B1A233CEBF}"/>
          </ac:spMkLst>
        </pc:spChg>
        <pc:spChg chg="mod">
          <ac:chgData name="shaji mammen" userId="69a618d9c4dcde2c" providerId="Windows Live" clId="Web-{562A2E1B-4CC6-F7CF-28BD-24BEA8C2961D}" dt="2025-09-03T16:18:29.098" v="296" actId="20577"/>
          <ac:spMkLst>
            <pc:docMk/>
            <pc:sldMk cId="2221394601" sldId="2599"/>
            <ac:spMk id="10" creationId="{373681D3-A092-4964-590D-34EE9B4A13C6}"/>
          </ac:spMkLst>
        </pc:spChg>
      </pc:sldChg>
      <pc:sldChg chg="modSp add replId">
        <pc:chgData name="shaji mammen" userId="69a618d9c4dcde2c" providerId="Windows Live" clId="Web-{562A2E1B-4CC6-F7CF-28BD-24BEA8C2961D}" dt="2025-09-03T16:18:34.895" v="298" actId="20577"/>
        <pc:sldMkLst>
          <pc:docMk/>
          <pc:sldMk cId="179623643" sldId="2600"/>
        </pc:sldMkLst>
        <pc:spChg chg="mod">
          <ac:chgData name="shaji mammen" userId="69a618d9c4dcde2c" providerId="Windows Live" clId="Web-{562A2E1B-4CC6-F7CF-28BD-24BEA8C2961D}" dt="2025-09-03T13:08:19.730" v="157" actId="20577"/>
          <ac:spMkLst>
            <pc:docMk/>
            <pc:sldMk cId="179623643" sldId="2600"/>
            <ac:spMk id="7" creationId="{653F6D83-3DAB-96B6-51D7-5C37C4941F61}"/>
          </ac:spMkLst>
        </pc:spChg>
        <pc:spChg chg="mod">
          <ac:chgData name="shaji mammen" userId="69a618d9c4dcde2c" providerId="Windows Live" clId="Web-{562A2E1B-4CC6-F7CF-28BD-24BEA8C2961D}" dt="2025-09-03T16:18:34.895" v="298" actId="20577"/>
          <ac:spMkLst>
            <pc:docMk/>
            <pc:sldMk cId="179623643" sldId="2600"/>
            <ac:spMk id="10" creationId="{2DF8275B-CCBF-E5CE-A3B1-61F15F804904}"/>
          </ac:spMkLst>
        </pc:spChg>
      </pc:sldChg>
      <pc:sldChg chg="modSp add replId">
        <pc:chgData name="shaji mammen" userId="69a618d9c4dcde2c" providerId="Windows Live" clId="Web-{562A2E1B-4CC6-F7CF-28BD-24BEA8C2961D}" dt="2025-09-03T16:18:13.597" v="294" actId="20577"/>
        <pc:sldMkLst>
          <pc:docMk/>
          <pc:sldMk cId="1054732467" sldId="2601"/>
        </pc:sldMkLst>
        <pc:spChg chg="mod">
          <ac:chgData name="shaji mammen" userId="69a618d9c4dcde2c" providerId="Windows Live" clId="Web-{562A2E1B-4CC6-F7CF-28BD-24BEA8C2961D}" dt="2025-09-03T13:10:49.986" v="191" actId="20577"/>
          <ac:spMkLst>
            <pc:docMk/>
            <pc:sldMk cId="1054732467" sldId="2601"/>
            <ac:spMk id="7" creationId="{EE6906A6-C192-056C-9683-C79A9F234F70}"/>
          </ac:spMkLst>
        </pc:spChg>
        <pc:spChg chg="mod">
          <ac:chgData name="shaji mammen" userId="69a618d9c4dcde2c" providerId="Windows Live" clId="Web-{562A2E1B-4CC6-F7CF-28BD-24BEA8C2961D}" dt="2025-09-03T16:18:13.597" v="294" actId="20577"/>
          <ac:spMkLst>
            <pc:docMk/>
            <pc:sldMk cId="1054732467" sldId="2601"/>
            <ac:spMk id="10" creationId="{BB636842-5154-475C-D52F-5548D0A8ACC7}"/>
          </ac:spMkLst>
        </pc:spChg>
      </pc:sldChg>
      <pc:sldChg chg="modSp add replId">
        <pc:chgData name="shaji mammen" userId="69a618d9c4dcde2c" providerId="Windows Live" clId="Web-{562A2E1B-4CC6-F7CF-28BD-24BEA8C2961D}" dt="2025-09-03T16:19:38.866" v="316" actId="20577"/>
        <pc:sldMkLst>
          <pc:docMk/>
          <pc:sldMk cId="3400326199" sldId="2602"/>
        </pc:sldMkLst>
        <pc:spChg chg="mod">
          <ac:chgData name="shaji mammen" userId="69a618d9c4dcde2c" providerId="Windows Live" clId="Web-{562A2E1B-4CC6-F7CF-28BD-24BEA8C2961D}" dt="2025-09-03T16:07:56.497" v="222" actId="20577"/>
          <ac:spMkLst>
            <pc:docMk/>
            <pc:sldMk cId="3400326199" sldId="2602"/>
            <ac:spMk id="7" creationId="{F63DC324-BE24-B7BD-B497-60F106C08430}"/>
          </ac:spMkLst>
        </pc:spChg>
        <pc:spChg chg="mod">
          <ac:chgData name="shaji mammen" userId="69a618d9c4dcde2c" providerId="Windows Live" clId="Web-{562A2E1B-4CC6-F7CF-28BD-24BEA8C2961D}" dt="2025-09-03T16:19:38.866" v="316" actId="20577"/>
          <ac:spMkLst>
            <pc:docMk/>
            <pc:sldMk cId="3400326199" sldId="2602"/>
            <ac:spMk id="10" creationId="{49390698-41C5-0D1A-5586-F24AB9E0C3A5}"/>
          </ac:spMkLst>
        </pc:spChg>
      </pc:sldChg>
      <pc:sldChg chg="modSp add del replId">
        <pc:chgData name="shaji mammen" userId="69a618d9c4dcde2c" providerId="Windows Live" clId="Web-{562A2E1B-4CC6-F7CF-28BD-24BEA8C2961D}" dt="2025-09-03T17:03:15.615" v="598"/>
        <pc:sldMkLst>
          <pc:docMk/>
          <pc:sldMk cId="2992673123" sldId="2603"/>
        </pc:sldMkLst>
        <pc:spChg chg="mod">
          <ac:chgData name="shaji mammen" userId="69a618d9c4dcde2c" providerId="Windows Live" clId="Web-{562A2E1B-4CC6-F7CF-28BD-24BEA8C2961D}" dt="2025-09-03T17:01:40.471" v="584" actId="20577"/>
          <ac:spMkLst>
            <pc:docMk/>
            <pc:sldMk cId="2992673123" sldId="2603"/>
            <ac:spMk id="7" creationId="{E6F745A6-F02D-217A-3B8D-6AB168FF29D0}"/>
          </ac:spMkLst>
        </pc:spChg>
        <pc:spChg chg="mod">
          <ac:chgData name="shaji mammen" userId="69a618d9c4dcde2c" providerId="Windows Live" clId="Web-{562A2E1B-4CC6-F7CF-28BD-24BEA8C2961D}" dt="2025-09-03T17:01:49.175" v="587" actId="20577"/>
          <ac:spMkLst>
            <pc:docMk/>
            <pc:sldMk cId="2992673123" sldId="2603"/>
            <ac:spMk id="10" creationId="{B0E8CDC8-E782-4410-1F49-6F5A81404AD7}"/>
          </ac:spMkLst>
        </pc:spChg>
      </pc:sldChg>
      <pc:sldChg chg="add replId">
        <pc:chgData name="shaji mammen" userId="69a618d9c4dcde2c" providerId="Windows Live" clId="Web-{562A2E1B-4CC6-F7CF-28BD-24BEA8C2961D}" dt="2025-09-03T17:02:55.083" v="596"/>
        <pc:sldMkLst>
          <pc:docMk/>
          <pc:sldMk cId="1042204961" sldId="2604"/>
        </pc:sldMkLst>
      </pc:sldChg>
      <pc:sldChg chg="add">
        <pc:chgData name="shaji mammen" userId="69a618d9c4dcde2c" providerId="Windows Live" clId="Web-{562A2E1B-4CC6-F7CF-28BD-24BEA8C2961D}" dt="2025-09-03T17:03:26.616" v="599"/>
        <pc:sldMkLst>
          <pc:docMk/>
          <pc:sldMk cId="1793367228" sldId="2605"/>
        </pc:sldMkLst>
      </pc:sldChg>
    </pc:docChg>
  </pc:docChgLst>
  <pc:docChgLst>
    <pc:chgData name="Guest User" providerId="Windows Live" clId="Web-{97884A37-BFEB-B1CF-C56E-FE8EDA4E2FC1}"/>
    <pc:docChg chg="modSld">
      <pc:chgData name="Guest User" userId="" providerId="Windows Live" clId="Web-{97884A37-BFEB-B1CF-C56E-FE8EDA4E2FC1}" dt="2025-09-05T15:08:25.586" v="7" actId="14100"/>
      <pc:docMkLst>
        <pc:docMk/>
      </pc:docMkLst>
      <pc:sldChg chg="modSp">
        <pc:chgData name="Guest User" userId="" providerId="Windows Live" clId="Web-{97884A37-BFEB-B1CF-C56E-FE8EDA4E2FC1}" dt="2025-09-05T15:08:25.586" v="7" actId="14100"/>
        <pc:sldMkLst>
          <pc:docMk/>
          <pc:sldMk cId="3489297901" sldId="2231"/>
        </pc:sldMkLst>
        <pc:spChg chg="mod">
          <ac:chgData name="Guest User" userId="" providerId="Windows Live" clId="Web-{97884A37-BFEB-B1CF-C56E-FE8EDA4E2FC1}" dt="2025-09-05T15:08:25.586" v="7" actId="14100"/>
          <ac:spMkLst>
            <pc:docMk/>
            <pc:sldMk cId="3489297901" sldId="2231"/>
            <ac:spMk id="8" creationId="{48EBBD47-7977-4655-A781-8B38BA463E61}"/>
          </ac:spMkLst>
        </pc:spChg>
      </pc:sldChg>
      <pc:sldChg chg="modSp">
        <pc:chgData name="Guest User" userId="" providerId="Windows Live" clId="Web-{97884A37-BFEB-B1CF-C56E-FE8EDA4E2FC1}" dt="2025-09-05T15:06:48.598" v="5" actId="20577"/>
        <pc:sldMkLst>
          <pc:docMk/>
          <pc:sldMk cId="3400326199" sldId="2602"/>
        </pc:sldMkLst>
        <pc:spChg chg="mod">
          <ac:chgData name="Guest User" userId="" providerId="Windows Live" clId="Web-{97884A37-BFEB-B1CF-C56E-FE8EDA4E2FC1}" dt="2025-09-05T15:06:48.598" v="5" actId="20577"/>
          <ac:spMkLst>
            <pc:docMk/>
            <pc:sldMk cId="3400326199" sldId="2602"/>
            <ac:spMk id="7" creationId="{F63DC324-BE24-B7BD-B497-60F106C08430}"/>
          </ac:spMkLst>
        </pc:spChg>
      </pc:sldChg>
    </pc:docChg>
  </pc:docChgLst>
  <pc:docChgLst>
    <pc:chgData name="Guest User" providerId="Windows Live" clId="Web-{5C645178-E017-87E1-B555-26562A6D6559}"/>
    <pc:docChg chg="modSld">
      <pc:chgData name="Guest User" userId="" providerId="Windows Live" clId="Web-{5C645178-E017-87E1-B555-26562A6D6559}" dt="2025-09-05T13:08:20.298" v="3" actId="20577"/>
      <pc:docMkLst>
        <pc:docMk/>
      </pc:docMkLst>
      <pc:sldChg chg="modSp">
        <pc:chgData name="Guest User" userId="" providerId="Windows Live" clId="Web-{5C645178-E017-87E1-B555-26562A6D6559}" dt="2025-09-05T13:08:20.298" v="3" actId="20577"/>
        <pc:sldMkLst>
          <pc:docMk/>
          <pc:sldMk cId="878737466" sldId="2529"/>
        </pc:sldMkLst>
        <pc:spChg chg="mod">
          <ac:chgData name="Guest User" userId="" providerId="Windows Live" clId="Web-{5C645178-E017-87E1-B555-26562A6D6559}" dt="2025-09-05T13:08:20.298" v="3" actId="20577"/>
          <ac:spMkLst>
            <pc:docMk/>
            <pc:sldMk cId="878737466" sldId="2529"/>
            <ac:spMk id="5" creationId="{7DAD38E4-2FFE-92B6-2E7F-5AE5C074EC16}"/>
          </ac:spMkLst>
        </pc:spChg>
        <pc:spChg chg="mod">
          <ac:chgData name="Guest User" userId="" providerId="Windows Live" clId="Web-{5C645178-E017-87E1-B555-26562A6D6559}" dt="2025-09-05T13:08:09.251" v="1" actId="20577"/>
          <ac:spMkLst>
            <pc:docMk/>
            <pc:sldMk cId="878737466" sldId="2529"/>
            <ac:spMk id="12" creationId="{7905A2DF-1131-91B8-F9F4-29C2BA98F4E1}"/>
          </ac:spMkLst>
        </pc:spChg>
      </pc:sldChg>
    </pc:docChg>
  </pc:docChgLst>
  <pc:docChgLst>
    <pc:chgData name="shaji mammen" userId="69a618d9c4dcde2c" providerId="Windows Live" clId="Web-{A54E7617-FD35-DB4D-7BDC-037CCCC39854}"/>
    <pc:docChg chg="delSld modSld">
      <pc:chgData name="shaji mammen" userId="69a618d9c4dcde2c" providerId="Windows Live" clId="Web-{A54E7617-FD35-DB4D-7BDC-037CCCC39854}" dt="2025-09-01T02:59:10.814" v="100"/>
      <pc:docMkLst>
        <pc:docMk/>
      </pc:docMkLst>
      <pc:sldChg chg="modSp">
        <pc:chgData name="shaji mammen" userId="69a618d9c4dcde2c" providerId="Windows Live" clId="Web-{A54E7617-FD35-DB4D-7BDC-037CCCC39854}" dt="2025-09-01T02:57:16.013" v="80" actId="1076"/>
        <pc:sldMkLst>
          <pc:docMk/>
          <pc:sldMk cId="996924738" sldId="528"/>
        </pc:sldMkLst>
      </pc:sldChg>
      <pc:sldChg chg="modSp">
        <pc:chgData name="shaji mammen" userId="69a618d9c4dcde2c" providerId="Windows Live" clId="Web-{A54E7617-FD35-DB4D-7BDC-037CCCC39854}" dt="2025-09-01T02:57:05.591" v="78" actId="1076"/>
        <pc:sldMkLst>
          <pc:docMk/>
          <pc:sldMk cId="1209821104" sldId="529"/>
        </pc:sldMkLst>
        <pc:spChg chg="mod">
          <ac:chgData name="shaji mammen" userId="69a618d9c4dcde2c" providerId="Windows Live" clId="Web-{A54E7617-FD35-DB4D-7BDC-037CCCC39854}" dt="2025-09-01T02:52:24.379" v="43" actId="20577"/>
          <ac:spMkLst>
            <pc:docMk/>
            <pc:sldMk cId="1209821104" sldId="529"/>
            <ac:spMk id="2" creationId="{B5728F9E-241D-97E7-0BAD-BCA0226850F8}"/>
          </ac:spMkLst>
        </pc:spChg>
        <pc:spChg chg="mod">
          <ac:chgData name="shaji mammen" userId="69a618d9c4dcde2c" providerId="Windows Live" clId="Web-{A54E7617-FD35-DB4D-7BDC-037CCCC39854}" dt="2025-09-01T02:53:13.708" v="53" actId="1076"/>
          <ac:spMkLst>
            <pc:docMk/>
            <pc:sldMk cId="1209821104" sldId="529"/>
            <ac:spMk id="8" creationId="{00000000-0000-0000-0000-000000000000}"/>
          </ac:spMkLst>
        </pc:spChg>
        <pc:spChg chg="mod">
          <ac:chgData name="shaji mammen" userId="69a618d9c4dcde2c" providerId="Windows Live" clId="Web-{A54E7617-FD35-DB4D-7BDC-037CCCC39854}" dt="2025-09-01T02:57:05.591" v="78" actId="1076"/>
          <ac:spMkLst>
            <pc:docMk/>
            <pc:sldMk cId="1209821104" sldId="529"/>
            <ac:spMk id="10" creationId="{00000000-0000-0000-0000-000000000000}"/>
          </ac:spMkLst>
        </pc:spChg>
      </pc:sldChg>
      <pc:sldChg chg="modSp">
        <pc:chgData name="shaji mammen" userId="69a618d9c4dcde2c" providerId="Windows Live" clId="Web-{A54E7617-FD35-DB4D-7BDC-037CCCC39854}" dt="2025-09-01T02:59:10.814" v="100"/>
        <pc:sldMkLst>
          <pc:docMk/>
          <pc:sldMk cId="3250654333" sldId="530"/>
        </pc:sldMkLst>
        <pc:spChg chg="mod">
          <ac:chgData name="shaji mammen" userId="69a618d9c4dcde2c" providerId="Windows Live" clId="Web-{A54E7617-FD35-DB4D-7BDC-037CCCC39854}" dt="2025-09-01T02:55:28.494" v="72" actId="20577"/>
          <ac:spMkLst>
            <pc:docMk/>
            <pc:sldMk cId="3250654333" sldId="530"/>
            <ac:spMk id="2" creationId="{17B5F934-E77A-C501-6F0E-F72D62812C11}"/>
          </ac:spMkLst>
        </pc:spChg>
        <pc:spChg chg="mod">
          <ac:chgData name="shaji mammen" userId="69a618d9c4dcde2c" providerId="Windows Live" clId="Web-{A54E7617-FD35-DB4D-7BDC-037CCCC39854}" dt="2025-09-01T02:54:49.258" v="64" actId="1076"/>
          <ac:spMkLst>
            <pc:docMk/>
            <pc:sldMk cId="3250654333" sldId="530"/>
            <ac:spMk id="7" creationId="{00000000-0000-0000-0000-000000000000}"/>
          </ac:spMkLst>
        </pc:spChg>
        <pc:spChg chg="mod">
          <ac:chgData name="shaji mammen" userId="69a618d9c4dcde2c" providerId="Windows Live" clId="Web-{A54E7617-FD35-DB4D-7BDC-037CCCC39854}" dt="2025-09-01T02:59:10.814" v="100"/>
          <ac:spMkLst>
            <pc:docMk/>
            <pc:sldMk cId="3250654333" sldId="530"/>
            <ac:spMk id="10" creationId="{00000000-0000-0000-0000-000000000000}"/>
          </ac:spMkLst>
        </pc:spChg>
      </pc:sldChg>
      <pc:sldChg chg="modSp">
        <pc:chgData name="shaji mammen" userId="69a618d9c4dcde2c" providerId="Windows Live" clId="Web-{A54E7617-FD35-DB4D-7BDC-037CCCC39854}" dt="2025-09-01T02:58:57.782" v="98"/>
        <pc:sldMkLst>
          <pc:docMk/>
          <pc:sldMk cId="4228325932" sldId="531"/>
        </pc:sldMkLst>
        <pc:spChg chg="mod">
          <ac:chgData name="shaji mammen" userId="69a618d9c4dcde2c" providerId="Windows Live" clId="Web-{A54E7617-FD35-DB4D-7BDC-037CCCC39854}" dt="2025-09-01T02:58:01.687" v="91" actId="1076"/>
          <ac:spMkLst>
            <pc:docMk/>
            <pc:sldMk cId="4228325932" sldId="531"/>
            <ac:spMk id="8" creationId="{00000000-0000-0000-0000-000000000000}"/>
          </ac:spMkLst>
        </pc:spChg>
        <pc:spChg chg="mod">
          <ac:chgData name="shaji mammen" userId="69a618d9c4dcde2c" providerId="Windows Live" clId="Web-{A54E7617-FD35-DB4D-7BDC-037CCCC39854}" dt="2025-09-01T02:58:57.782" v="98"/>
          <ac:spMkLst>
            <pc:docMk/>
            <pc:sldMk cId="4228325932" sldId="531"/>
            <ac:spMk id="10" creationId="{00000000-0000-0000-0000-000000000000}"/>
          </ac:spMkLst>
        </pc:spChg>
      </pc:sldChg>
      <pc:sldChg chg="del">
        <pc:chgData name="shaji mammen" userId="69a618d9c4dcde2c" providerId="Windows Live" clId="Web-{A54E7617-FD35-DB4D-7BDC-037CCCC39854}" dt="2025-09-01T02:54:59.431" v="65"/>
        <pc:sldMkLst>
          <pc:docMk/>
          <pc:sldMk cId="571754151" sldId="532"/>
        </pc:sldMkLst>
      </pc:sldChg>
      <pc:sldChg chg="del">
        <pc:chgData name="shaji mammen" userId="69a618d9c4dcde2c" providerId="Windows Live" clId="Web-{A54E7617-FD35-DB4D-7BDC-037CCCC39854}" dt="2025-09-01T02:55:12.243" v="69"/>
        <pc:sldMkLst>
          <pc:docMk/>
          <pc:sldMk cId="43598325" sldId="533"/>
        </pc:sldMkLst>
      </pc:sldChg>
      <pc:sldChg chg="del">
        <pc:chgData name="shaji mammen" userId="69a618d9c4dcde2c" providerId="Windows Live" clId="Web-{A54E7617-FD35-DB4D-7BDC-037CCCC39854}" dt="2025-09-01T02:55:12.243" v="68"/>
        <pc:sldMkLst>
          <pc:docMk/>
          <pc:sldMk cId="1015956353" sldId="534"/>
        </pc:sldMkLst>
      </pc:sldChg>
      <pc:sldChg chg="del">
        <pc:chgData name="shaji mammen" userId="69a618d9c4dcde2c" providerId="Windows Live" clId="Web-{A54E7617-FD35-DB4D-7BDC-037CCCC39854}" dt="2025-09-01T02:55:12.243" v="67"/>
        <pc:sldMkLst>
          <pc:docMk/>
          <pc:sldMk cId="108644054" sldId="535"/>
        </pc:sldMkLst>
      </pc:sldChg>
      <pc:sldChg chg="del">
        <pc:chgData name="shaji mammen" userId="69a618d9c4dcde2c" providerId="Windows Live" clId="Web-{A54E7617-FD35-DB4D-7BDC-037CCCC39854}" dt="2025-09-01T02:55:12.243" v="66"/>
        <pc:sldMkLst>
          <pc:docMk/>
          <pc:sldMk cId="421783662" sldId="536"/>
        </pc:sldMkLst>
      </pc:sldChg>
      <pc:sldChg chg="modSp">
        <pc:chgData name="shaji mammen" userId="69a618d9c4dcde2c" providerId="Windows Live" clId="Web-{A54E7617-FD35-DB4D-7BDC-037CCCC39854}" dt="2025-09-01T02:57:11.341" v="79" actId="1076"/>
        <pc:sldMkLst>
          <pc:docMk/>
          <pc:sldMk cId="1640369384" sldId="1121"/>
        </pc:sldMkLst>
        <pc:spChg chg="mod">
          <ac:chgData name="shaji mammen" userId="69a618d9c4dcde2c" providerId="Windows Live" clId="Web-{A54E7617-FD35-DB4D-7BDC-037CCCC39854}" dt="2025-09-01T02:51:28.502" v="34" actId="20577"/>
          <ac:spMkLst>
            <pc:docMk/>
            <pc:sldMk cId="1640369384" sldId="1121"/>
            <ac:spMk id="7" creationId="{00000000-0000-0000-0000-000000000000}"/>
          </ac:spMkLst>
        </pc:spChg>
        <pc:spChg chg="mod">
          <ac:chgData name="shaji mammen" userId="69a618d9c4dcde2c" providerId="Windows Live" clId="Web-{A54E7617-FD35-DB4D-7BDC-037CCCC39854}" dt="2025-09-01T02:57:11.341" v="79" actId="1076"/>
          <ac:spMkLst>
            <pc:docMk/>
            <pc:sldMk cId="1640369384" sldId="1121"/>
            <ac:spMk id="10" creationId="{00000000-0000-0000-0000-000000000000}"/>
          </ac:spMkLst>
        </pc:spChg>
      </pc:sldChg>
      <pc:sldChg chg="modSp">
        <pc:chgData name="shaji mammen" userId="69a618d9c4dcde2c" providerId="Windows Live" clId="Web-{A54E7617-FD35-DB4D-7BDC-037CCCC39854}" dt="2025-09-01T02:52:13.409" v="40" actId="20577"/>
        <pc:sldMkLst>
          <pc:docMk/>
          <pc:sldMk cId="1563557240" sldId="1564"/>
        </pc:sldMkLst>
      </pc:sldChg>
      <pc:sldChg chg="modSp">
        <pc:chgData name="shaji mammen" userId="69a618d9c4dcde2c" providerId="Windows Live" clId="Web-{A54E7617-FD35-DB4D-7BDC-037CCCC39854}" dt="2025-09-01T02:45:04.348" v="4" actId="20577"/>
        <pc:sldMkLst>
          <pc:docMk/>
          <pc:sldMk cId="878737466" sldId="2529"/>
        </pc:sldMkLst>
        <pc:spChg chg="mod">
          <ac:chgData name="shaji mammen" userId="69a618d9c4dcde2c" providerId="Windows Live" clId="Web-{A54E7617-FD35-DB4D-7BDC-037CCCC39854}" dt="2025-09-01T02:45:04.348" v="4" actId="20577"/>
          <ac:spMkLst>
            <pc:docMk/>
            <pc:sldMk cId="878737466" sldId="2529"/>
            <ac:spMk id="5" creationId="{7DAD38E4-2FFE-92B6-2E7F-5AE5C074EC16}"/>
          </ac:spMkLst>
        </pc:spChg>
      </pc:sldChg>
      <pc:sldChg chg="modSp">
        <pc:chgData name="shaji mammen" userId="69a618d9c4dcde2c" providerId="Windows Live" clId="Web-{A54E7617-FD35-DB4D-7BDC-037CCCC39854}" dt="2025-09-01T02:48:26.949" v="11" actId="20577"/>
        <pc:sldMkLst>
          <pc:docMk/>
          <pc:sldMk cId="1814243349" sldId="2539"/>
        </pc:sldMkLst>
      </pc:sldChg>
    </pc:docChg>
  </pc:docChgLst>
  <pc:docChgLst>
    <pc:chgData name="shaji mammen" userId="69a618d9c4dcde2c" providerId="Windows Live" clId="Web-{548FAA08-35F2-7CC1-5AF5-63525199B03E}"/>
    <pc:docChg chg="addSld delSld modSld sldOrd">
      <pc:chgData name="shaji mammen" userId="69a618d9c4dcde2c" providerId="Windows Live" clId="Web-{548FAA08-35F2-7CC1-5AF5-63525199B03E}" dt="2025-09-03T00:48:13.897" v="814"/>
      <pc:docMkLst>
        <pc:docMk/>
      </pc:docMkLst>
      <pc:sldChg chg="del">
        <pc:chgData name="shaji mammen" userId="69a618d9c4dcde2c" providerId="Windows Live" clId="Web-{548FAA08-35F2-7CC1-5AF5-63525199B03E}" dt="2025-09-02T15:09:06.028" v="20"/>
        <pc:sldMkLst>
          <pc:docMk/>
          <pc:sldMk cId="178564752" sldId="309"/>
        </pc:sldMkLst>
      </pc:sldChg>
      <pc:sldChg chg="del ord">
        <pc:chgData name="shaji mammen" userId="69a618d9c4dcde2c" providerId="Windows Live" clId="Web-{548FAA08-35F2-7CC1-5AF5-63525199B03E}" dt="2025-09-03T00:46:35.112" v="804"/>
        <pc:sldMkLst>
          <pc:docMk/>
          <pc:sldMk cId="996924738" sldId="528"/>
        </pc:sldMkLst>
      </pc:sldChg>
      <pc:sldChg chg="modSp">
        <pc:chgData name="shaji mammen" userId="69a618d9c4dcde2c" providerId="Windows Live" clId="Web-{548FAA08-35F2-7CC1-5AF5-63525199B03E}" dt="2025-09-02T15:08:09.872" v="13" actId="20577"/>
        <pc:sldMkLst>
          <pc:docMk/>
          <pc:sldMk cId="3250654333" sldId="530"/>
        </pc:sldMkLst>
        <pc:spChg chg="mod">
          <ac:chgData name="shaji mammen" userId="69a618d9c4dcde2c" providerId="Windows Live" clId="Web-{548FAA08-35F2-7CC1-5AF5-63525199B03E}" dt="2025-09-02T15:08:09.872" v="13" actId="20577"/>
          <ac:spMkLst>
            <pc:docMk/>
            <pc:sldMk cId="3250654333" sldId="530"/>
            <ac:spMk id="7" creationId="{00000000-0000-0000-0000-000000000000}"/>
          </ac:spMkLst>
        </pc:spChg>
      </pc:sldChg>
      <pc:sldChg chg="modSp">
        <pc:chgData name="shaji mammen" userId="69a618d9c4dcde2c" providerId="Windows Live" clId="Web-{548FAA08-35F2-7CC1-5AF5-63525199B03E}" dt="2025-09-02T16:28:38.844" v="737" actId="20577"/>
        <pc:sldMkLst>
          <pc:docMk/>
          <pc:sldMk cId="1922933263" sldId="1114"/>
        </pc:sldMkLst>
        <pc:spChg chg="mod">
          <ac:chgData name="shaji mammen" userId="69a618d9c4dcde2c" providerId="Windows Live" clId="Web-{548FAA08-35F2-7CC1-5AF5-63525199B03E}" dt="2025-09-02T16:28:38.844" v="737" actId="20577"/>
          <ac:spMkLst>
            <pc:docMk/>
            <pc:sldMk cId="1922933263" sldId="1114"/>
            <ac:spMk id="6" creationId="{B59A55C3-6162-42A2-B11B-78D558091B4A}"/>
          </ac:spMkLst>
        </pc:spChg>
        <pc:spChg chg="mod">
          <ac:chgData name="shaji mammen" userId="69a618d9c4dcde2c" providerId="Windows Live" clId="Web-{548FAA08-35F2-7CC1-5AF5-63525199B03E}" dt="2025-09-02T16:16:10.948" v="713" actId="20577"/>
          <ac:spMkLst>
            <pc:docMk/>
            <pc:sldMk cId="1922933263" sldId="1114"/>
            <ac:spMk id="9" creationId="{22CF0560-3F22-41A3-82CC-2D2BAD840D7B}"/>
          </ac:spMkLst>
        </pc:spChg>
      </pc:sldChg>
      <pc:sldChg chg="modSp">
        <pc:chgData name="shaji mammen" userId="69a618d9c4dcde2c" providerId="Windows Live" clId="Web-{548FAA08-35F2-7CC1-5AF5-63525199B03E}" dt="2025-09-02T16:25:43.421" v="729" actId="20577"/>
        <pc:sldMkLst>
          <pc:docMk/>
          <pc:sldMk cId="3426289556" sldId="1115"/>
        </pc:sldMkLst>
        <pc:spChg chg="mod">
          <ac:chgData name="shaji mammen" userId="69a618d9c4dcde2c" providerId="Windows Live" clId="Web-{548FAA08-35F2-7CC1-5AF5-63525199B03E}" dt="2025-09-02T16:25:43.421" v="729" actId="20577"/>
          <ac:spMkLst>
            <pc:docMk/>
            <pc:sldMk cId="3426289556" sldId="1115"/>
            <ac:spMk id="6" creationId="{B59A55C3-6162-42A2-B11B-78D558091B4A}"/>
          </ac:spMkLst>
        </pc:spChg>
        <pc:spChg chg="mod">
          <ac:chgData name="shaji mammen" userId="69a618d9c4dcde2c" providerId="Windows Live" clId="Web-{548FAA08-35F2-7CC1-5AF5-63525199B03E}" dt="2025-09-02T16:18:22.918" v="721" actId="20577"/>
          <ac:spMkLst>
            <pc:docMk/>
            <pc:sldMk cId="3426289556" sldId="1115"/>
            <ac:spMk id="9" creationId="{22CF0560-3F22-41A3-82CC-2D2BAD840D7B}"/>
          </ac:spMkLst>
        </pc:spChg>
      </pc:sldChg>
      <pc:sldChg chg="del">
        <pc:chgData name="shaji mammen" userId="69a618d9c4dcde2c" providerId="Windows Live" clId="Web-{548FAA08-35F2-7CC1-5AF5-63525199B03E}" dt="2025-09-02T16:26:10.609" v="733"/>
        <pc:sldMkLst>
          <pc:docMk/>
          <pc:sldMk cId="2184806370" sldId="1117"/>
        </pc:sldMkLst>
      </pc:sldChg>
      <pc:sldChg chg="del">
        <pc:chgData name="shaji mammen" userId="69a618d9c4dcde2c" providerId="Windows Live" clId="Web-{548FAA08-35F2-7CC1-5AF5-63525199B03E}" dt="2025-09-02T16:26:10.593" v="731"/>
        <pc:sldMkLst>
          <pc:docMk/>
          <pc:sldMk cId="1011801760" sldId="1119"/>
        </pc:sldMkLst>
      </pc:sldChg>
      <pc:sldChg chg="modSp">
        <pc:chgData name="shaji mammen" userId="69a618d9c4dcde2c" providerId="Windows Live" clId="Web-{548FAA08-35F2-7CC1-5AF5-63525199B03E}" dt="2025-09-02T15:07:15.481" v="10" actId="20577"/>
        <pc:sldMkLst>
          <pc:docMk/>
          <pc:sldMk cId="1640369384" sldId="1121"/>
        </pc:sldMkLst>
        <pc:spChg chg="mod">
          <ac:chgData name="shaji mammen" userId="69a618d9c4dcde2c" providerId="Windows Live" clId="Web-{548FAA08-35F2-7CC1-5AF5-63525199B03E}" dt="2025-09-02T15:07:15.481" v="10" actId="20577"/>
          <ac:spMkLst>
            <pc:docMk/>
            <pc:sldMk cId="1640369384" sldId="1121"/>
            <ac:spMk id="7" creationId="{00000000-0000-0000-0000-000000000000}"/>
          </ac:spMkLst>
        </pc:spChg>
      </pc:sldChg>
      <pc:sldChg chg="addSp delSp modSp ord">
        <pc:chgData name="shaji mammen" userId="69a618d9c4dcde2c" providerId="Windows Live" clId="Web-{548FAA08-35F2-7CC1-5AF5-63525199B03E}" dt="2025-09-03T00:46:17.111" v="803"/>
        <pc:sldMkLst>
          <pc:docMk/>
          <pc:sldMk cId="290555766" sldId="1539"/>
        </pc:sldMkLst>
      </pc:sldChg>
      <pc:sldChg chg="addSp delSp modSp ord">
        <pc:chgData name="shaji mammen" userId="69a618d9c4dcde2c" providerId="Windows Live" clId="Web-{548FAA08-35F2-7CC1-5AF5-63525199B03E}" dt="2025-09-03T00:48:13.897" v="814"/>
        <pc:sldMkLst>
          <pc:docMk/>
          <pc:sldMk cId="1563557240" sldId="1564"/>
        </pc:sldMkLst>
      </pc:sldChg>
      <pc:sldChg chg="modSp">
        <pc:chgData name="shaji mammen" userId="69a618d9c4dcde2c" providerId="Windows Live" clId="Web-{548FAA08-35F2-7CC1-5AF5-63525199B03E}" dt="2025-09-02T15:05:27.668" v="0" actId="20577"/>
        <pc:sldMkLst>
          <pc:docMk/>
          <pc:sldMk cId="2430628198" sldId="1888"/>
        </pc:sldMkLst>
        <pc:spChg chg="mod">
          <ac:chgData name="shaji mammen" userId="69a618d9c4dcde2c" providerId="Windows Live" clId="Web-{548FAA08-35F2-7CC1-5AF5-63525199B03E}" dt="2025-09-02T15:05:27.668" v="0" actId="20577"/>
          <ac:spMkLst>
            <pc:docMk/>
            <pc:sldMk cId="2430628198" sldId="1888"/>
            <ac:spMk id="2" creationId="{69072751-0DFD-E04D-8DBC-6192EE4B4B2A}"/>
          </ac:spMkLst>
        </pc:spChg>
      </pc:sldChg>
      <pc:sldChg chg="modSp">
        <pc:chgData name="shaji mammen" userId="69a618d9c4dcde2c" providerId="Windows Live" clId="Web-{548FAA08-35F2-7CC1-5AF5-63525199B03E}" dt="2025-09-02T16:33:41.377" v="797" actId="1076"/>
        <pc:sldMkLst>
          <pc:docMk/>
          <pc:sldMk cId="3489297901" sldId="2231"/>
        </pc:sldMkLst>
        <pc:spChg chg="mod">
          <ac:chgData name="shaji mammen" userId="69a618d9c4dcde2c" providerId="Windows Live" clId="Web-{548FAA08-35F2-7CC1-5AF5-63525199B03E}" dt="2025-09-02T16:33:35.846" v="796" actId="20577"/>
          <ac:spMkLst>
            <pc:docMk/>
            <pc:sldMk cId="3489297901" sldId="2231"/>
            <ac:spMk id="2" creationId="{7A3C6BEB-C3C6-C44E-CCA6-FA4251F664E3}"/>
          </ac:spMkLst>
        </pc:spChg>
        <pc:spChg chg="mod">
          <ac:chgData name="shaji mammen" userId="69a618d9c4dcde2c" providerId="Windows Live" clId="Web-{548FAA08-35F2-7CC1-5AF5-63525199B03E}" dt="2025-09-02T16:33:41.377" v="797" actId="1076"/>
          <ac:spMkLst>
            <pc:docMk/>
            <pc:sldMk cId="3489297901" sldId="2231"/>
            <ac:spMk id="5" creationId="{3DD7E497-16E3-4D0B-D67F-B0783CD0DB3A}"/>
          </ac:spMkLst>
        </pc:spChg>
        <pc:spChg chg="mod">
          <ac:chgData name="shaji mammen" userId="69a618d9c4dcde2c" providerId="Windows Live" clId="Web-{548FAA08-35F2-7CC1-5AF5-63525199B03E}" dt="2025-09-02T16:32:17.955" v="746" actId="14100"/>
          <ac:spMkLst>
            <pc:docMk/>
            <pc:sldMk cId="3489297901" sldId="2231"/>
            <ac:spMk id="8" creationId="{48EBBD47-7977-4655-A781-8B38BA463E61}"/>
          </ac:spMkLst>
        </pc:spChg>
      </pc:sldChg>
      <pc:sldChg chg="modSp">
        <pc:chgData name="shaji mammen" userId="69a618d9c4dcde2c" providerId="Windows Live" clId="Web-{548FAA08-35F2-7CC1-5AF5-63525199B03E}" dt="2025-09-02T15:08:37.184" v="16" actId="20577"/>
        <pc:sldMkLst>
          <pc:docMk/>
          <pc:sldMk cId="1814243349" sldId="2539"/>
        </pc:sldMkLst>
      </pc:sldChg>
      <pc:sldChg chg="modSp">
        <pc:chgData name="shaji mammen" userId="69a618d9c4dcde2c" providerId="Windows Live" clId="Web-{548FAA08-35F2-7CC1-5AF5-63525199B03E}" dt="2025-09-02T16:07:45.414" v="592" actId="20577"/>
        <pc:sldMkLst>
          <pc:docMk/>
          <pc:sldMk cId="3839480956" sldId="2541"/>
        </pc:sldMkLst>
        <pc:spChg chg="mod">
          <ac:chgData name="shaji mammen" userId="69a618d9c4dcde2c" providerId="Windows Live" clId="Web-{548FAA08-35F2-7CC1-5AF5-63525199B03E}" dt="2025-09-02T16:07:45.414" v="592" actId="20577"/>
          <ac:spMkLst>
            <pc:docMk/>
            <pc:sldMk cId="3839480956" sldId="2541"/>
            <ac:spMk id="6" creationId="{AEA66A2D-732A-B173-824E-693B870B6FFE}"/>
          </ac:spMkLst>
        </pc:spChg>
      </pc:sldChg>
      <pc:sldChg chg="del">
        <pc:chgData name="shaji mammen" userId="69a618d9c4dcde2c" providerId="Windows Live" clId="Web-{548FAA08-35F2-7CC1-5AF5-63525199B03E}" dt="2025-09-02T15:09:06.028" v="21"/>
        <pc:sldMkLst>
          <pc:docMk/>
          <pc:sldMk cId="2941896406" sldId="2542"/>
        </pc:sldMkLst>
      </pc:sldChg>
      <pc:sldChg chg="del">
        <pc:chgData name="shaji mammen" userId="69a618d9c4dcde2c" providerId="Windows Live" clId="Web-{548FAA08-35F2-7CC1-5AF5-63525199B03E}" dt="2025-09-02T15:09:06.028" v="19"/>
        <pc:sldMkLst>
          <pc:docMk/>
          <pc:sldMk cId="624599731" sldId="2547"/>
        </pc:sldMkLst>
      </pc:sldChg>
      <pc:sldChg chg="del">
        <pc:chgData name="shaji mammen" userId="69a618d9c4dcde2c" providerId="Windows Live" clId="Web-{548FAA08-35F2-7CC1-5AF5-63525199B03E}" dt="2025-09-02T15:09:06.028" v="18"/>
        <pc:sldMkLst>
          <pc:docMk/>
          <pc:sldMk cId="1486314472" sldId="2548"/>
        </pc:sldMkLst>
      </pc:sldChg>
      <pc:sldChg chg="del">
        <pc:chgData name="shaji mammen" userId="69a618d9c4dcde2c" providerId="Windows Live" clId="Web-{548FAA08-35F2-7CC1-5AF5-63525199B03E}" dt="2025-09-02T15:09:06.028" v="17"/>
        <pc:sldMkLst>
          <pc:docMk/>
          <pc:sldMk cId="2905952364" sldId="2549"/>
        </pc:sldMkLst>
      </pc:sldChg>
      <pc:sldChg chg="del">
        <pc:chgData name="shaji mammen" userId="69a618d9c4dcde2c" providerId="Windows Live" clId="Web-{548FAA08-35F2-7CC1-5AF5-63525199B03E}" dt="2025-09-02T16:26:10.609" v="734"/>
        <pc:sldMkLst>
          <pc:docMk/>
          <pc:sldMk cId="1530940065" sldId="2564"/>
        </pc:sldMkLst>
      </pc:sldChg>
      <pc:sldChg chg="del">
        <pc:chgData name="shaji mammen" userId="69a618d9c4dcde2c" providerId="Windows Live" clId="Web-{548FAA08-35F2-7CC1-5AF5-63525199B03E}" dt="2025-09-02T16:26:10.609" v="732"/>
        <pc:sldMkLst>
          <pc:docMk/>
          <pc:sldMk cId="421972984" sldId="2565"/>
        </pc:sldMkLst>
      </pc:sldChg>
      <pc:sldChg chg="del">
        <pc:chgData name="shaji mammen" userId="69a618d9c4dcde2c" providerId="Windows Live" clId="Web-{548FAA08-35F2-7CC1-5AF5-63525199B03E}" dt="2025-09-02T16:26:10.593" v="730"/>
        <pc:sldMkLst>
          <pc:docMk/>
          <pc:sldMk cId="504705271" sldId="2566"/>
        </pc:sldMkLst>
      </pc:sldChg>
      <pc:sldChg chg="modSp add replId">
        <pc:chgData name="shaji mammen" userId="69a618d9c4dcde2c" providerId="Windows Live" clId="Web-{548FAA08-35F2-7CC1-5AF5-63525199B03E}" dt="2025-09-03T00:47:25.114" v="810" actId="20577"/>
        <pc:sldMkLst>
          <pc:docMk/>
          <pc:sldMk cId="2161736749" sldId="2576"/>
        </pc:sldMkLst>
        <pc:spChg chg="mod">
          <ac:chgData name="shaji mammen" userId="69a618d9c4dcde2c" providerId="Windows Live" clId="Web-{548FAA08-35F2-7CC1-5AF5-63525199B03E}" dt="2025-09-03T00:47:25.114" v="810" actId="20577"/>
          <ac:spMkLst>
            <pc:docMk/>
            <pc:sldMk cId="2161736749" sldId="2576"/>
            <ac:spMk id="6" creationId="{C08BBDB8-7BCB-898A-599C-983592B00AB8}"/>
          </ac:spMkLst>
        </pc:spChg>
      </pc:sldChg>
      <pc:sldChg chg="modSp add replId">
        <pc:chgData name="shaji mammen" userId="69a618d9c4dcde2c" providerId="Windows Live" clId="Web-{548FAA08-35F2-7CC1-5AF5-63525199B03E}" dt="2025-09-02T15:06:54.215" v="9" actId="20577"/>
        <pc:sldMkLst>
          <pc:docMk/>
          <pc:sldMk cId="4224147954" sldId="2577"/>
        </pc:sldMkLst>
        <pc:spChg chg="mod">
          <ac:chgData name="shaji mammen" userId="69a618d9c4dcde2c" providerId="Windows Live" clId="Web-{548FAA08-35F2-7CC1-5AF5-63525199B03E}" dt="2025-09-02T15:06:54.215" v="9" actId="20577"/>
          <ac:spMkLst>
            <pc:docMk/>
            <pc:sldMk cId="4224147954" sldId="2577"/>
            <ac:spMk id="8" creationId="{23941E9C-F62B-24E3-DA24-5A16BF52A03B}"/>
          </ac:spMkLst>
        </pc:spChg>
      </pc:sldChg>
      <pc:sldChg chg="add del replId">
        <pc:chgData name="shaji mammen" userId="69a618d9c4dcde2c" providerId="Windows Live" clId="Web-{548FAA08-35F2-7CC1-5AF5-63525199B03E}" dt="2025-09-02T16:05:05.381" v="537"/>
        <pc:sldMkLst>
          <pc:docMk/>
          <pc:sldMk cId="1810517889" sldId="2578"/>
        </pc:sldMkLst>
      </pc:sldChg>
      <pc:sldChg chg="add del replId">
        <pc:chgData name="shaji mammen" userId="69a618d9c4dcde2c" providerId="Windows Live" clId="Web-{548FAA08-35F2-7CC1-5AF5-63525199B03E}" dt="2025-09-02T16:05:05.381" v="538"/>
        <pc:sldMkLst>
          <pc:docMk/>
          <pc:sldMk cId="1184242629" sldId="2579"/>
        </pc:sldMkLst>
      </pc:sldChg>
      <pc:sldChg chg="add del replId">
        <pc:chgData name="shaji mammen" userId="69a618d9c4dcde2c" providerId="Windows Live" clId="Web-{548FAA08-35F2-7CC1-5AF5-63525199B03E}" dt="2025-09-02T16:05:05.397" v="539"/>
        <pc:sldMkLst>
          <pc:docMk/>
          <pc:sldMk cId="3628526606" sldId="2580"/>
        </pc:sldMkLst>
      </pc:sldChg>
      <pc:sldChg chg="add del replId">
        <pc:chgData name="shaji mammen" userId="69a618d9c4dcde2c" providerId="Windows Live" clId="Web-{548FAA08-35F2-7CC1-5AF5-63525199B03E}" dt="2025-09-02T16:05:05.397" v="540"/>
        <pc:sldMkLst>
          <pc:docMk/>
          <pc:sldMk cId="1505414070" sldId="2581"/>
        </pc:sldMkLst>
      </pc:sldChg>
      <pc:sldChg chg="add del replId">
        <pc:chgData name="shaji mammen" userId="69a618d9c4dcde2c" providerId="Windows Live" clId="Web-{548FAA08-35F2-7CC1-5AF5-63525199B03E}" dt="2025-09-02T16:05:05.397" v="541"/>
        <pc:sldMkLst>
          <pc:docMk/>
          <pc:sldMk cId="451183368" sldId="2582"/>
        </pc:sldMkLst>
      </pc:sldChg>
      <pc:sldChg chg="delSp modSp add replId">
        <pc:chgData name="shaji mammen" userId="69a618d9c4dcde2c" providerId="Windows Live" clId="Web-{548FAA08-35F2-7CC1-5AF5-63525199B03E}" dt="2025-09-02T15:48:12.530" v="258"/>
        <pc:sldMkLst>
          <pc:docMk/>
          <pc:sldMk cId="2386359465" sldId="2583"/>
        </pc:sldMkLst>
        <pc:spChg chg="mod">
          <ac:chgData name="shaji mammen" userId="69a618d9c4dcde2c" providerId="Windows Live" clId="Web-{548FAA08-35F2-7CC1-5AF5-63525199B03E}" dt="2025-09-02T15:42:35.262" v="189" actId="1076"/>
          <ac:spMkLst>
            <pc:docMk/>
            <pc:sldMk cId="2386359465" sldId="2583"/>
            <ac:spMk id="3" creationId="{900E950C-D900-7AD4-E4C9-D0C1409D9F3E}"/>
          </ac:spMkLst>
        </pc:spChg>
        <pc:spChg chg="mod">
          <ac:chgData name="shaji mammen" userId="69a618d9c4dcde2c" providerId="Windows Live" clId="Web-{548FAA08-35F2-7CC1-5AF5-63525199B03E}" dt="2025-09-02T15:42:57.356" v="191" actId="20577"/>
          <ac:spMkLst>
            <pc:docMk/>
            <pc:sldMk cId="2386359465" sldId="2583"/>
            <ac:spMk id="4" creationId="{1C195839-5AD3-1E7F-C7F9-C385D7C9D41A}"/>
          </ac:spMkLst>
        </pc:spChg>
      </pc:sldChg>
      <pc:sldChg chg="delSp modSp add replId">
        <pc:chgData name="shaji mammen" userId="69a618d9c4dcde2c" providerId="Windows Live" clId="Web-{548FAA08-35F2-7CC1-5AF5-63525199B03E}" dt="2025-09-02T15:59:46.504" v="394" actId="20577"/>
        <pc:sldMkLst>
          <pc:docMk/>
          <pc:sldMk cId="385301351" sldId="2584"/>
        </pc:sldMkLst>
        <pc:spChg chg="mod">
          <ac:chgData name="shaji mammen" userId="69a618d9c4dcde2c" providerId="Windows Live" clId="Web-{548FAA08-35F2-7CC1-5AF5-63525199B03E}" dt="2025-09-02T15:59:46.504" v="394" actId="20577"/>
          <ac:spMkLst>
            <pc:docMk/>
            <pc:sldMk cId="385301351" sldId="2584"/>
            <ac:spMk id="3" creationId="{01AA4701-C925-E207-98C5-28A777B9ABAB}"/>
          </ac:spMkLst>
        </pc:spChg>
        <pc:spChg chg="mod">
          <ac:chgData name="shaji mammen" userId="69a618d9c4dcde2c" providerId="Windows Live" clId="Web-{548FAA08-35F2-7CC1-5AF5-63525199B03E}" dt="2025-09-02T15:44:30.137" v="229" actId="1076"/>
          <ac:spMkLst>
            <pc:docMk/>
            <pc:sldMk cId="385301351" sldId="2584"/>
            <ac:spMk id="4" creationId="{85565237-126E-0ACA-9421-719CEC91C806}"/>
          </ac:spMkLst>
        </pc:spChg>
      </pc:sldChg>
      <pc:sldChg chg="delSp modSp add replId">
        <pc:chgData name="shaji mammen" userId="69a618d9c4dcde2c" providerId="Windows Live" clId="Web-{548FAA08-35F2-7CC1-5AF5-63525199B03E}" dt="2025-09-02T15:59:33.910" v="392" actId="20577"/>
        <pc:sldMkLst>
          <pc:docMk/>
          <pc:sldMk cId="246380417" sldId="2585"/>
        </pc:sldMkLst>
        <pc:spChg chg="mod">
          <ac:chgData name="shaji mammen" userId="69a618d9c4dcde2c" providerId="Windows Live" clId="Web-{548FAA08-35F2-7CC1-5AF5-63525199B03E}" dt="2025-09-02T15:59:33.910" v="392" actId="20577"/>
          <ac:spMkLst>
            <pc:docMk/>
            <pc:sldMk cId="246380417" sldId="2585"/>
            <ac:spMk id="3" creationId="{EF7BC2E1-9C5D-2064-FFF7-F0E9C97FE298}"/>
          </ac:spMkLst>
        </pc:spChg>
        <pc:spChg chg="mod">
          <ac:chgData name="shaji mammen" userId="69a618d9c4dcde2c" providerId="Windows Live" clId="Web-{548FAA08-35F2-7CC1-5AF5-63525199B03E}" dt="2025-09-02T15:46:55.388" v="248" actId="1076"/>
          <ac:spMkLst>
            <pc:docMk/>
            <pc:sldMk cId="246380417" sldId="2585"/>
            <ac:spMk id="4" creationId="{B52A4433-53F0-A25A-303B-5FC5638BD41C}"/>
          </ac:spMkLst>
        </pc:spChg>
      </pc:sldChg>
      <pc:sldChg chg="modSp add replId">
        <pc:chgData name="shaji mammen" userId="69a618d9c4dcde2c" providerId="Windows Live" clId="Web-{548FAA08-35F2-7CC1-5AF5-63525199B03E}" dt="2025-09-02T15:17:26.844" v="31" actId="20577"/>
        <pc:sldMkLst>
          <pc:docMk/>
          <pc:sldMk cId="2867828957" sldId="2586"/>
        </pc:sldMkLst>
        <pc:spChg chg="mod">
          <ac:chgData name="shaji mammen" userId="69a618d9c4dcde2c" providerId="Windows Live" clId="Web-{548FAA08-35F2-7CC1-5AF5-63525199B03E}" dt="2025-09-02T15:17:26.844" v="31" actId="20577"/>
          <ac:spMkLst>
            <pc:docMk/>
            <pc:sldMk cId="2867828957" sldId="2586"/>
            <ac:spMk id="2" creationId="{A1BB00C7-1960-9BEB-AF1A-19B62D61B484}"/>
          </ac:spMkLst>
        </pc:spChg>
      </pc:sldChg>
      <pc:sldChg chg="modSp add replId">
        <pc:chgData name="shaji mammen" userId="69a618d9c4dcde2c" providerId="Windows Live" clId="Web-{548FAA08-35F2-7CC1-5AF5-63525199B03E}" dt="2025-09-02T15:51:42.203" v="325" actId="20577"/>
        <pc:sldMkLst>
          <pc:docMk/>
          <pc:sldMk cId="1299642399" sldId="2587"/>
        </pc:sldMkLst>
        <pc:spChg chg="mod">
          <ac:chgData name="shaji mammen" userId="69a618d9c4dcde2c" providerId="Windows Live" clId="Web-{548FAA08-35F2-7CC1-5AF5-63525199B03E}" dt="2025-09-02T15:51:42.203" v="325" actId="20577"/>
          <ac:spMkLst>
            <pc:docMk/>
            <pc:sldMk cId="1299642399" sldId="2587"/>
            <ac:spMk id="3" creationId="{CA5E34C8-B352-1790-4766-5880707A301B}"/>
          </ac:spMkLst>
        </pc:spChg>
        <pc:spChg chg="mod">
          <ac:chgData name="shaji mammen" userId="69a618d9c4dcde2c" providerId="Windows Live" clId="Web-{548FAA08-35F2-7CC1-5AF5-63525199B03E}" dt="2025-09-02T15:50:20.546" v="275" actId="20577"/>
          <ac:spMkLst>
            <pc:docMk/>
            <pc:sldMk cId="1299642399" sldId="2587"/>
            <ac:spMk id="4" creationId="{47B8705D-5F38-B567-BC32-24AB060F95D0}"/>
          </ac:spMkLst>
        </pc:spChg>
      </pc:sldChg>
      <pc:sldChg chg="add del replId">
        <pc:chgData name="shaji mammen" userId="69a618d9c4dcde2c" providerId="Windows Live" clId="Web-{548FAA08-35F2-7CC1-5AF5-63525199B03E}" dt="2025-09-02T15:17:41.235" v="51"/>
        <pc:sldMkLst>
          <pc:docMk/>
          <pc:sldMk cId="2347583596" sldId="2587"/>
        </pc:sldMkLst>
      </pc:sldChg>
      <pc:sldChg chg="add del replId">
        <pc:chgData name="shaji mammen" userId="69a618d9c4dcde2c" providerId="Windows Live" clId="Web-{548FAA08-35F2-7CC1-5AF5-63525199B03E}" dt="2025-09-02T15:17:41.235" v="50"/>
        <pc:sldMkLst>
          <pc:docMk/>
          <pc:sldMk cId="146336599" sldId="2588"/>
        </pc:sldMkLst>
      </pc:sldChg>
      <pc:sldChg chg="modSp add replId">
        <pc:chgData name="shaji mammen" userId="69a618d9c4dcde2c" providerId="Windows Live" clId="Web-{548FAA08-35F2-7CC1-5AF5-63525199B03E}" dt="2025-09-02T15:59:04.035" v="388" actId="20577"/>
        <pc:sldMkLst>
          <pc:docMk/>
          <pc:sldMk cId="837123314" sldId="2588"/>
        </pc:sldMkLst>
        <pc:spChg chg="mod">
          <ac:chgData name="shaji mammen" userId="69a618d9c4dcde2c" providerId="Windows Live" clId="Web-{548FAA08-35F2-7CC1-5AF5-63525199B03E}" dt="2025-09-02T15:59:04.035" v="388" actId="20577"/>
          <ac:spMkLst>
            <pc:docMk/>
            <pc:sldMk cId="837123314" sldId="2588"/>
            <ac:spMk id="3" creationId="{F47884BC-DEE9-F50A-FB32-362C7F2E4465}"/>
          </ac:spMkLst>
        </pc:spChg>
        <pc:spChg chg="mod">
          <ac:chgData name="shaji mammen" userId="69a618d9c4dcde2c" providerId="Windows Live" clId="Web-{548FAA08-35F2-7CC1-5AF5-63525199B03E}" dt="2025-09-02T15:58:57.566" v="386" actId="20577"/>
          <ac:spMkLst>
            <pc:docMk/>
            <pc:sldMk cId="837123314" sldId="2588"/>
            <ac:spMk id="4" creationId="{A33EE586-7133-F495-B22F-4C8F2C08AEA6}"/>
          </ac:spMkLst>
        </pc:spChg>
      </pc:sldChg>
      <pc:sldChg chg="add del replId">
        <pc:chgData name="shaji mammen" userId="69a618d9c4dcde2c" providerId="Windows Live" clId="Web-{548FAA08-35F2-7CC1-5AF5-63525199B03E}" dt="2025-09-02T15:17:41.235" v="49"/>
        <pc:sldMkLst>
          <pc:docMk/>
          <pc:sldMk cId="195578791" sldId="2589"/>
        </pc:sldMkLst>
      </pc:sldChg>
      <pc:sldChg chg="modSp add replId">
        <pc:chgData name="shaji mammen" userId="69a618d9c4dcde2c" providerId="Windows Live" clId="Web-{548FAA08-35F2-7CC1-5AF5-63525199B03E}" dt="2025-09-02T16:02:17.364" v="468" actId="20577"/>
        <pc:sldMkLst>
          <pc:docMk/>
          <pc:sldMk cId="2582896643" sldId="2589"/>
        </pc:sldMkLst>
        <pc:spChg chg="mod">
          <ac:chgData name="shaji mammen" userId="69a618d9c4dcde2c" providerId="Windows Live" clId="Web-{548FAA08-35F2-7CC1-5AF5-63525199B03E}" dt="2025-09-02T16:02:17.364" v="468" actId="20577"/>
          <ac:spMkLst>
            <pc:docMk/>
            <pc:sldMk cId="2582896643" sldId="2589"/>
            <ac:spMk id="3" creationId="{8EB103C4-7B9E-1293-DE20-E3C05837FC08}"/>
          </ac:spMkLst>
        </pc:spChg>
        <pc:spChg chg="mod">
          <ac:chgData name="shaji mammen" userId="69a618d9c4dcde2c" providerId="Windows Live" clId="Web-{548FAA08-35F2-7CC1-5AF5-63525199B03E}" dt="2025-09-02T16:00:42.739" v="398" actId="20577"/>
          <ac:spMkLst>
            <pc:docMk/>
            <pc:sldMk cId="2582896643" sldId="2589"/>
            <ac:spMk id="4" creationId="{9DFA8854-133C-F6E8-8AE0-28CD332B4FF9}"/>
          </ac:spMkLst>
        </pc:spChg>
      </pc:sldChg>
      <pc:sldChg chg="modSp add replId">
        <pc:chgData name="shaji mammen" userId="69a618d9c4dcde2c" providerId="Windows Live" clId="Web-{548FAA08-35F2-7CC1-5AF5-63525199B03E}" dt="2025-09-02T16:04:51.928" v="535" actId="20577"/>
        <pc:sldMkLst>
          <pc:docMk/>
          <pc:sldMk cId="2302657353" sldId="2590"/>
        </pc:sldMkLst>
        <pc:spChg chg="mod">
          <ac:chgData name="shaji mammen" userId="69a618d9c4dcde2c" providerId="Windows Live" clId="Web-{548FAA08-35F2-7CC1-5AF5-63525199B03E}" dt="2025-09-02T16:04:51.928" v="535" actId="20577"/>
          <ac:spMkLst>
            <pc:docMk/>
            <pc:sldMk cId="2302657353" sldId="2590"/>
            <ac:spMk id="3" creationId="{0CF95DE0-7A7E-6541-74DF-C5202A9612EB}"/>
          </ac:spMkLst>
        </pc:spChg>
        <pc:spChg chg="mod">
          <ac:chgData name="shaji mammen" userId="69a618d9c4dcde2c" providerId="Windows Live" clId="Web-{548FAA08-35F2-7CC1-5AF5-63525199B03E}" dt="2025-09-02T16:03:42.787" v="473" actId="20577"/>
          <ac:spMkLst>
            <pc:docMk/>
            <pc:sldMk cId="2302657353" sldId="2590"/>
            <ac:spMk id="4" creationId="{16317A30-DDF2-5EE4-58D1-87864D54E09D}"/>
          </ac:spMkLst>
        </pc:spChg>
      </pc:sldChg>
      <pc:sldChg chg="add del replId">
        <pc:chgData name="shaji mammen" userId="69a618d9c4dcde2c" providerId="Windows Live" clId="Web-{548FAA08-35F2-7CC1-5AF5-63525199B03E}" dt="2025-09-02T15:17:41.235" v="48"/>
        <pc:sldMkLst>
          <pc:docMk/>
          <pc:sldMk cId="4259085543" sldId="2590"/>
        </pc:sldMkLst>
      </pc:sldChg>
      <pc:sldChg chg="modSp add replId">
        <pc:chgData name="shaji mammen" userId="69a618d9c4dcde2c" providerId="Windows Live" clId="Web-{548FAA08-35F2-7CC1-5AF5-63525199B03E}" dt="2025-09-02T16:06:51.523" v="590" actId="20577"/>
        <pc:sldMkLst>
          <pc:docMk/>
          <pc:sldMk cId="314193542" sldId="2591"/>
        </pc:sldMkLst>
        <pc:spChg chg="mod">
          <ac:chgData name="shaji mammen" userId="69a618d9c4dcde2c" providerId="Windows Live" clId="Web-{548FAA08-35F2-7CC1-5AF5-63525199B03E}" dt="2025-09-02T16:06:51.523" v="590" actId="20577"/>
          <ac:spMkLst>
            <pc:docMk/>
            <pc:sldMk cId="314193542" sldId="2591"/>
            <ac:spMk id="3" creationId="{D51F6A14-30D4-51BA-D40C-F97660E31035}"/>
          </ac:spMkLst>
        </pc:spChg>
        <pc:spChg chg="mod">
          <ac:chgData name="shaji mammen" userId="69a618d9c4dcde2c" providerId="Windows Live" clId="Web-{548FAA08-35F2-7CC1-5AF5-63525199B03E}" dt="2025-09-02T16:05:51.225" v="546" actId="20577"/>
          <ac:spMkLst>
            <pc:docMk/>
            <pc:sldMk cId="314193542" sldId="2591"/>
            <ac:spMk id="4" creationId="{EE89B2C9-568B-9E22-E8B4-C10831D69497}"/>
          </ac:spMkLst>
        </pc:spChg>
      </pc:sldChg>
      <pc:sldChg chg="add del replId">
        <pc:chgData name="shaji mammen" userId="69a618d9c4dcde2c" providerId="Windows Live" clId="Web-{548FAA08-35F2-7CC1-5AF5-63525199B03E}" dt="2025-09-02T15:17:41.235" v="47"/>
        <pc:sldMkLst>
          <pc:docMk/>
          <pc:sldMk cId="2655715752" sldId="2591"/>
        </pc:sldMkLst>
      </pc:sldChg>
      <pc:sldChg chg="add replId">
        <pc:chgData name="shaji mammen" userId="69a618d9c4dcde2c" providerId="Windows Live" clId="Web-{548FAA08-35F2-7CC1-5AF5-63525199B03E}" dt="2025-09-02T16:16:33.026" v="714"/>
        <pc:sldMkLst>
          <pc:docMk/>
          <pc:sldMk cId="904749228" sldId="2592"/>
        </pc:sldMkLst>
      </pc:sldChg>
      <pc:sldChg chg="add del replId">
        <pc:chgData name="shaji mammen" userId="69a618d9c4dcde2c" providerId="Windows Live" clId="Web-{548FAA08-35F2-7CC1-5AF5-63525199B03E}" dt="2025-09-02T15:17:41.235" v="46"/>
        <pc:sldMkLst>
          <pc:docMk/>
          <pc:sldMk cId="2958212545" sldId="2592"/>
        </pc:sldMkLst>
      </pc:sldChg>
      <pc:sldChg chg="modSp add replId">
        <pc:chgData name="shaji mammen" userId="69a618d9c4dcde2c" providerId="Windows Live" clId="Web-{548FAA08-35F2-7CC1-5AF5-63525199B03E}" dt="2025-09-02T16:20:02.825" v="725" actId="20577"/>
        <pc:sldMkLst>
          <pc:docMk/>
          <pc:sldMk cId="2410336032" sldId="2593"/>
        </pc:sldMkLst>
        <pc:spChg chg="mod">
          <ac:chgData name="shaji mammen" userId="69a618d9c4dcde2c" providerId="Windows Live" clId="Web-{548FAA08-35F2-7CC1-5AF5-63525199B03E}" dt="2025-09-02T16:20:02.825" v="725" actId="20577"/>
          <ac:spMkLst>
            <pc:docMk/>
            <pc:sldMk cId="2410336032" sldId="2593"/>
            <ac:spMk id="6" creationId="{00948BE4-3D7A-C988-CCF0-3541770B8D97}"/>
          </ac:spMkLst>
        </pc:spChg>
      </pc:sldChg>
      <pc:sldChg chg="add del replId">
        <pc:chgData name="shaji mammen" userId="69a618d9c4dcde2c" providerId="Windows Live" clId="Web-{548FAA08-35F2-7CC1-5AF5-63525199B03E}" dt="2025-09-02T15:17:41.235" v="45"/>
        <pc:sldMkLst>
          <pc:docMk/>
          <pc:sldMk cId="2497828488" sldId="2593"/>
        </pc:sldMkLst>
      </pc:sldChg>
      <pc:sldChg chg="add del replId">
        <pc:chgData name="shaji mammen" userId="69a618d9c4dcde2c" providerId="Windows Live" clId="Web-{548FAA08-35F2-7CC1-5AF5-63525199B03E}" dt="2025-09-02T15:17:41.220" v="44"/>
        <pc:sldMkLst>
          <pc:docMk/>
          <pc:sldMk cId="2136589922" sldId="2594"/>
        </pc:sldMkLst>
      </pc:sldChg>
      <pc:sldChg chg="add replId">
        <pc:chgData name="shaji mammen" userId="69a618d9c4dcde2c" providerId="Windows Live" clId="Web-{548FAA08-35F2-7CC1-5AF5-63525199B03E}" dt="2025-09-02T16:28:56.844" v="738"/>
        <pc:sldMkLst>
          <pc:docMk/>
          <pc:sldMk cId="3360397397" sldId="2594"/>
        </pc:sldMkLst>
      </pc:sldChg>
      <pc:sldChg chg="add replId">
        <pc:chgData name="shaji mammen" userId="69a618d9c4dcde2c" providerId="Windows Live" clId="Web-{548FAA08-35F2-7CC1-5AF5-63525199B03E}" dt="2025-09-02T16:29:04.047" v="739"/>
        <pc:sldMkLst>
          <pc:docMk/>
          <pc:sldMk cId="1398752693" sldId="2595"/>
        </pc:sldMkLst>
      </pc:sldChg>
      <pc:sldChg chg="add del replId">
        <pc:chgData name="shaji mammen" userId="69a618d9c4dcde2c" providerId="Windows Live" clId="Web-{548FAA08-35F2-7CC1-5AF5-63525199B03E}" dt="2025-09-02T15:17:41.220" v="43"/>
        <pc:sldMkLst>
          <pc:docMk/>
          <pc:sldMk cId="2833829592" sldId="2595"/>
        </pc:sldMkLst>
      </pc:sldChg>
      <pc:sldChg chg="add replId">
        <pc:chgData name="shaji mammen" userId="69a618d9c4dcde2c" providerId="Windows Live" clId="Web-{548FAA08-35F2-7CC1-5AF5-63525199B03E}" dt="2025-09-02T16:29:09.422" v="740"/>
        <pc:sldMkLst>
          <pc:docMk/>
          <pc:sldMk cId="2917377743" sldId="2596"/>
        </pc:sldMkLst>
      </pc:sldChg>
      <pc:sldChg chg="add ord replId">
        <pc:chgData name="shaji mammen" userId="69a618d9c4dcde2c" providerId="Windows Live" clId="Web-{548FAA08-35F2-7CC1-5AF5-63525199B03E}" dt="2025-09-03T00:47:18.973" v="808"/>
        <pc:sldMkLst>
          <pc:docMk/>
          <pc:sldMk cId="3548258837" sldId="2597"/>
        </pc:sldMkLst>
      </pc:sldChg>
    </pc:docChg>
  </pc:docChgLst>
  <pc:docChgLst>
    <pc:chgData name="Reuben Stephen" userId="6a6eda1f0b9c2b70" providerId="LiveId" clId="{0BAA3B9D-DD00-42B3-8ABD-CEC17112987C}"/>
    <pc:docChg chg="undo redo custSel addSld delSld modSld">
      <pc:chgData name="Reuben Stephen" userId="6a6eda1f0b9c2b70" providerId="LiveId" clId="{0BAA3B9D-DD00-42B3-8ABD-CEC17112987C}" dt="2025-09-06T14:04:09.384" v="635" actId="20577"/>
      <pc:docMkLst>
        <pc:docMk/>
      </pc:docMkLst>
      <pc:sldChg chg="modSp mod">
        <pc:chgData name="Reuben Stephen" userId="6a6eda1f0b9c2b70" providerId="LiveId" clId="{0BAA3B9D-DD00-42B3-8ABD-CEC17112987C}" dt="2025-09-06T14:04:09.384" v="635" actId="20577"/>
        <pc:sldMkLst>
          <pc:docMk/>
          <pc:sldMk cId="2329691217" sldId="511"/>
        </pc:sldMkLst>
        <pc:spChg chg="mod">
          <ac:chgData name="Reuben Stephen" userId="6a6eda1f0b9c2b70" providerId="LiveId" clId="{0BAA3B9D-DD00-42B3-8ABD-CEC17112987C}" dt="2025-09-06T14:04:09.384" v="635" actId="20577"/>
          <ac:spMkLst>
            <pc:docMk/>
            <pc:sldMk cId="2329691217" sldId="511"/>
            <ac:spMk id="2" creationId="{A310C7A2-B140-7C31-BCBA-76CAF5F59BEF}"/>
          </ac:spMkLst>
        </pc:spChg>
      </pc:sldChg>
      <pc:sldChg chg="modSp mod">
        <pc:chgData name="Reuben Stephen" userId="6a6eda1f0b9c2b70" providerId="LiveId" clId="{0BAA3B9D-DD00-42B3-8ABD-CEC17112987C}" dt="2025-09-05T13:42:19.578" v="286" actId="6549"/>
        <pc:sldMkLst>
          <pc:docMk/>
          <pc:sldMk cId="1209821104" sldId="529"/>
        </pc:sldMkLst>
        <pc:spChg chg="mod">
          <ac:chgData name="Reuben Stephen" userId="6a6eda1f0b9c2b70" providerId="LiveId" clId="{0BAA3B9D-DD00-42B3-8ABD-CEC17112987C}" dt="2025-09-05T13:42:11.158" v="283" actId="207"/>
          <ac:spMkLst>
            <pc:docMk/>
            <pc:sldMk cId="1209821104" sldId="529"/>
            <ac:spMk id="8" creationId="{00000000-0000-0000-0000-000000000000}"/>
          </ac:spMkLst>
        </pc:spChg>
        <pc:spChg chg="mod">
          <ac:chgData name="Reuben Stephen" userId="6a6eda1f0b9c2b70" providerId="LiveId" clId="{0BAA3B9D-DD00-42B3-8ABD-CEC17112987C}" dt="2025-09-05T13:42:19.578" v="286" actId="6549"/>
          <ac:spMkLst>
            <pc:docMk/>
            <pc:sldMk cId="1209821104" sldId="529"/>
            <ac:spMk id="10" creationId="{00000000-0000-0000-0000-000000000000}"/>
          </ac:spMkLst>
        </pc:spChg>
      </pc:sldChg>
      <pc:sldChg chg="modSp mod">
        <pc:chgData name="Reuben Stephen" userId="6a6eda1f0b9c2b70" providerId="LiveId" clId="{0BAA3B9D-DD00-42B3-8ABD-CEC17112987C}" dt="2025-09-05T13:43:01.438" v="295" actId="6549"/>
        <pc:sldMkLst>
          <pc:docMk/>
          <pc:sldMk cId="3250654333" sldId="530"/>
        </pc:sldMkLst>
        <pc:spChg chg="mod">
          <ac:chgData name="Reuben Stephen" userId="6a6eda1f0b9c2b70" providerId="LiveId" clId="{0BAA3B9D-DD00-42B3-8ABD-CEC17112987C}" dt="2025-09-05T13:42:55.300" v="293" actId="207"/>
          <ac:spMkLst>
            <pc:docMk/>
            <pc:sldMk cId="3250654333" sldId="530"/>
            <ac:spMk id="7" creationId="{00000000-0000-0000-0000-000000000000}"/>
          </ac:spMkLst>
        </pc:spChg>
        <pc:spChg chg="mod">
          <ac:chgData name="Reuben Stephen" userId="6a6eda1f0b9c2b70" providerId="LiveId" clId="{0BAA3B9D-DD00-42B3-8ABD-CEC17112987C}" dt="2025-09-05T13:43:01.438" v="295" actId="6549"/>
          <ac:spMkLst>
            <pc:docMk/>
            <pc:sldMk cId="3250654333" sldId="530"/>
            <ac:spMk id="10" creationId="{00000000-0000-0000-0000-000000000000}"/>
          </ac:spMkLst>
        </pc:spChg>
      </pc:sldChg>
      <pc:sldChg chg="modSp mod">
        <pc:chgData name="Reuben Stephen" userId="6a6eda1f0b9c2b70" providerId="LiveId" clId="{0BAA3B9D-DD00-42B3-8ABD-CEC17112987C}" dt="2025-09-05T13:44:03.778" v="310" actId="14100"/>
        <pc:sldMkLst>
          <pc:docMk/>
          <pc:sldMk cId="4228325932" sldId="531"/>
        </pc:sldMkLst>
        <pc:spChg chg="mod">
          <ac:chgData name="Reuben Stephen" userId="6a6eda1f0b9c2b70" providerId="LiveId" clId="{0BAA3B9D-DD00-42B3-8ABD-CEC17112987C}" dt="2025-09-05T13:43:25.411" v="300" actId="207"/>
          <ac:spMkLst>
            <pc:docMk/>
            <pc:sldMk cId="4228325932" sldId="531"/>
            <ac:spMk id="8" creationId="{00000000-0000-0000-0000-000000000000}"/>
          </ac:spMkLst>
        </pc:spChg>
        <pc:spChg chg="mod">
          <ac:chgData name="Reuben Stephen" userId="6a6eda1f0b9c2b70" providerId="LiveId" clId="{0BAA3B9D-DD00-42B3-8ABD-CEC17112987C}" dt="2025-09-05T13:44:03.778" v="310" actId="14100"/>
          <ac:spMkLst>
            <pc:docMk/>
            <pc:sldMk cId="4228325932" sldId="531"/>
            <ac:spMk id="10" creationId="{00000000-0000-0000-0000-000000000000}"/>
          </ac:spMkLst>
        </pc:spChg>
      </pc:sldChg>
      <pc:sldChg chg="modSp mod">
        <pc:chgData name="Reuben Stephen" userId="6a6eda1f0b9c2b70" providerId="LiveId" clId="{0BAA3B9D-DD00-42B3-8ABD-CEC17112987C}" dt="2025-09-05T13:14:40.514" v="41" actId="20577"/>
        <pc:sldMkLst>
          <pc:docMk/>
          <pc:sldMk cId="347759732" sldId="952"/>
        </pc:sldMkLst>
        <pc:spChg chg="mod">
          <ac:chgData name="Reuben Stephen" userId="6a6eda1f0b9c2b70" providerId="LiveId" clId="{0BAA3B9D-DD00-42B3-8ABD-CEC17112987C}" dt="2025-09-05T13:14:40.514" v="41" actId="20577"/>
          <ac:spMkLst>
            <pc:docMk/>
            <pc:sldMk cId="347759732" sldId="952"/>
            <ac:spMk id="3" creationId="{6DD02174-DEBC-400F-A4DF-B2DD71DE45B9}"/>
          </ac:spMkLst>
        </pc:spChg>
      </pc:sldChg>
      <pc:sldChg chg="modSp mod">
        <pc:chgData name="Reuben Stephen" userId="6a6eda1f0b9c2b70" providerId="LiveId" clId="{0BAA3B9D-DD00-42B3-8ABD-CEC17112987C}" dt="2025-09-05T13:44:24.756" v="312" actId="403"/>
        <pc:sldMkLst>
          <pc:docMk/>
          <pc:sldMk cId="1922933263" sldId="1114"/>
        </pc:sldMkLst>
        <pc:spChg chg="mod">
          <ac:chgData name="Reuben Stephen" userId="6a6eda1f0b9c2b70" providerId="LiveId" clId="{0BAA3B9D-DD00-42B3-8ABD-CEC17112987C}" dt="2025-09-05T13:44:19.767" v="311" actId="2710"/>
          <ac:spMkLst>
            <pc:docMk/>
            <pc:sldMk cId="1922933263" sldId="1114"/>
            <ac:spMk id="6" creationId="{B59A55C3-6162-42A2-B11B-78D558091B4A}"/>
          </ac:spMkLst>
        </pc:spChg>
        <pc:spChg chg="mod">
          <ac:chgData name="Reuben Stephen" userId="6a6eda1f0b9c2b70" providerId="LiveId" clId="{0BAA3B9D-DD00-42B3-8ABD-CEC17112987C}" dt="2025-09-05T13:44:24.756" v="312" actId="403"/>
          <ac:spMkLst>
            <pc:docMk/>
            <pc:sldMk cId="1922933263" sldId="1114"/>
            <ac:spMk id="9" creationId="{22CF0560-3F22-41A3-82CC-2D2BAD840D7B}"/>
          </ac:spMkLst>
        </pc:spChg>
      </pc:sldChg>
      <pc:sldChg chg="modSp mod">
        <pc:chgData name="Reuben Stephen" userId="6a6eda1f0b9c2b70" providerId="LiveId" clId="{0BAA3B9D-DD00-42B3-8ABD-CEC17112987C}" dt="2025-09-05T13:44:57.431" v="319" actId="1076"/>
        <pc:sldMkLst>
          <pc:docMk/>
          <pc:sldMk cId="3426289556" sldId="1115"/>
        </pc:sldMkLst>
        <pc:spChg chg="mod">
          <ac:chgData name="Reuben Stephen" userId="6a6eda1f0b9c2b70" providerId="LiveId" clId="{0BAA3B9D-DD00-42B3-8ABD-CEC17112987C}" dt="2025-09-05T13:44:57.431" v="319" actId="1076"/>
          <ac:spMkLst>
            <pc:docMk/>
            <pc:sldMk cId="3426289556" sldId="1115"/>
            <ac:spMk id="6" creationId="{B59A55C3-6162-42A2-B11B-78D558091B4A}"/>
          </ac:spMkLst>
        </pc:spChg>
        <pc:spChg chg="mod">
          <ac:chgData name="Reuben Stephen" userId="6a6eda1f0b9c2b70" providerId="LiveId" clId="{0BAA3B9D-DD00-42B3-8ABD-CEC17112987C}" dt="2025-09-05T13:44:33.391" v="314" actId="1076"/>
          <ac:spMkLst>
            <pc:docMk/>
            <pc:sldMk cId="3426289556" sldId="1115"/>
            <ac:spMk id="9" creationId="{22CF0560-3F22-41A3-82CC-2D2BAD840D7B}"/>
          </ac:spMkLst>
        </pc:spChg>
      </pc:sldChg>
      <pc:sldChg chg="modSp mod">
        <pc:chgData name="Reuben Stephen" userId="6a6eda1f0b9c2b70" providerId="LiveId" clId="{0BAA3B9D-DD00-42B3-8ABD-CEC17112987C}" dt="2025-09-05T13:42:00.746" v="282" actId="207"/>
        <pc:sldMkLst>
          <pc:docMk/>
          <pc:sldMk cId="1640369384" sldId="1121"/>
        </pc:sldMkLst>
        <pc:spChg chg="mod">
          <ac:chgData name="Reuben Stephen" userId="6a6eda1f0b9c2b70" providerId="LiveId" clId="{0BAA3B9D-DD00-42B3-8ABD-CEC17112987C}" dt="2025-09-05T13:42:00.746" v="282" actId="207"/>
          <ac:spMkLst>
            <pc:docMk/>
            <pc:sldMk cId="1640369384" sldId="1121"/>
            <ac:spMk id="7" creationId="{00000000-0000-0000-0000-000000000000}"/>
          </ac:spMkLst>
        </pc:spChg>
        <pc:spChg chg="mod">
          <ac:chgData name="Reuben Stephen" userId="6a6eda1f0b9c2b70" providerId="LiveId" clId="{0BAA3B9D-DD00-42B3-8ABD-CEC17112987C}" dt="2025-09-05T13:41:57.368" v="281" actId="6549"/>
          <ac:spMkLst>
            <pc:docMk/>
            <pc:sldMk cId="1640369384" sldId="1121"/>
            <ac:spMk id="10" creationId="{00000000-0000-0000-0000-000000000000}"/>
          </ac:spMkLst>
        </pc:spChg>
      </pc:sldChg>
      <pc:sldChg chg="modSp mod">
        <pc:chgData name="Reuben Stephen" userId="6a6eda1f0b9c2b70" providerId="LiveId" clId="{0BAA3B9D-DD00-42B3-8ABD-CEC17112987C}" dt="2025-09-05T14:40:56.468" v="614" actId="20577"/>
        <pc:sldMkLst>
          <pc:docMk/>
          <pc:sldMk cId="2646698185" sldId="1444"/>
        </pc:sldMkLst>
        <pc:spChg chg="mod">
          <ac:chgData name="Reuben Stephen" userId="6a6eda1f0b9c2b70" providerId="LiveId" clId="{0BAA3B9D-DD00-42B3-8ABD-CEC17112987C}" dt="2025-09-05T14:40:56.468" v="614" actId="20577"/>
          <ac:spMkLst>
            <pc:docMk/>
            <pc:sldMk cId="2646698185" sldId="1444"/>
            <ac:spMk id="12" creationId="{A03D52CF-E261-624A-BC5A-964DA31E576D}"/>
          </ac:spMkLst>
        </pc:spChg>
      </pc:sldChg>
      <pc:sldChg chg="modSp mod">
        <pc:chgData name="Reuben Stephen" userId="6a6eda1f0b9c2b70" providerId="LiveId" clId="{0BAA3B9D-DD00-42B3-8ABD-CEC17112987C}" dt="2025-09-05T13:16:04.641" v="43" actId="2710"/>
        <pc:sldMkLst>
          <pc:docMk/>
          <pc:sldMk cId="3368756669" sldId="1545"/>
        </pc:sldMkLst>
        <pc:spChg chg="mod">
          <ac:chgData name="Reuben Stephen" userId="6a6eda1f0b9c2b70" providerId="LiveId" clId="{0BAA3B9D-DD00-42B3-8ABD-CEC17112987C}" dt="2025-09-05T13:16:04.641" v="43" actId="2710"/>
          <ac:spMkLst>
            <pc:docMk/>
            <pc:sldMk cId="3368756669" sldId="1545"/>
            <ac:spMk id="4" creationId="{B59A55C3-6162-42A2-B11B-78D558091B4A}"/>
          </ac:spMkLst>
        </pc:spChg>
      </pc:sldChg>
      <pc:sldChg chg="modSp mod">
        <pc:chgData name="Reuben Stephen" userId="6a6eda1f0b9c2b70" providerId="LiveId" clId="{0BAA3B9D-DD00-42B3-8ABD-CEC17112987C}" dt="2025-09-05T13:19:11.192" v="71" actId="20577"/>
        <pc:sldMkLst>
          <pc:docMk/>
          <pc:sldMk cId="2430628198" sldId="1888"/>
        </pc:sldMkLst>
        <pc:spChg chg="mod">
          <ac:chgData name="Reuben Stephen" userId="6a6eda1f0b9c2b70" providerId="LiveId" clId="{0BAA3B9D-DD00-42B3-8ABD-CEC17112987C}" dt="2025-09-05T13:19:11.192" v="71" actId="20577"/>
          <ac:spMkLst>
            <pc:docMk/>
            <pc:sldMk cId="2430628198" sldId="1888"/>
            <ac:spMk id="5" creationId="{7CD81CCF-1708-4AC7-9D99-94E49D7642C1}"/>
          </ac:spMkLst>
        </pc:spChg>
        <pc:spChg chg="mod">
          <ac:chgData name="Reuben Stephen" userId="6a6eda1f0b9c2b70" providerId="LiveId" clId="{0BAA3B9D-DD00-42B3-8ABD-CEC17112987C}" dt="2025-09-05T13:19:05.744" v="69" actId="2710"/>
          <ac:spMkLst>
            <pc:docMk/>
            <pc:sldMk cId="2430628198" sldId="1888"/>
            <ac:spMk id="6" creationId="{05910A4F-B842-1063-B538-A5D4E268884D}"/>
          </ac:spMkLst>
        </pc:spChg>
      </pc:sldChg>
      <pc:sldChg chg="modSp mod">
        <pc:chgData name="Reuben Stephen" userId="6a6eda1f0b9c2b70" providerId="LiveId" clId="{0BAA3B9D-DD00-42B3-8ABD-CEC17112987C}" dt="2025-09-05T13:28:22.223" v="136" actId="403"/>
        <pc:sldMkLst>
          <pc:docMk/>
          <pc:sldMk cId="4046410781" sldId="2127"/>
        </pc:sldMkLst>
        <pc:spChg chg="mod">
          <ac:chgData name="Reuben Stephen" userId="6a6eda1f0b9c2b70" providerId="LiveId" clId="{0BAA3B9D-DD00-42B3-8ABD-CEC17112987C}" dt="2025-09-05T13:28:22.223" v="136" actId="403"/>
          <ac:spMkLst>
            <pc:docMk/>
            <pc:sldMk cId="4046410781" sldId="2127"/>
            <ac:spMk id="5" creationId="{726B0097-91C4-5FB0-4E23-F379E290453E}"/>
          </ac:spMkLst>
        </pc:spChg>
        <pc:spChg chg="mod">
          <ac:chgData name="Reuben Stephen" userId="6a6eda1f0b9c2b70" providerId="LiveId" clId="{0BAA3B9D-DD00-42B3-8ABD-CEC17112987C}" dt="2025-09-05T13:12:39.909" v="17" actId="207"/>
          <ac:spMkLst>
            <pc:docMk/>
            <pc:sldMk cId="4046410781" sldId="2127"/>
            <ac:spMk id="12" creationId="{68F1D7EB-0773-4AEA-08EA-3371F7148245}"/>
          </ac:spMkLst>
        </pc:spChg>
      </pc:sldChg>
      <pc:sldChg chg="modSp mod">
        <pc:chgData name="Reuben Stephen" userId="6a6eda1f0b9c2b70" providerId="LiveId" clId="{0BAA3B9D-DD00-42B3-8ABD-CEC17112987C}" dt="2025-09-05T13:28:17.543" v="135" actId="403"/>
        <pc:sldMkLst>
          <pc:docMk/>
          <pc:sldMk cId="1278113787" sldId="2128"/>
        </pc:sldMkLst>
        <pc:spChg chg="mod">
          <ac:chgData name="Reuben Stephen" userId="6a6eda1f0b9c2b70" providerId="LiveId" clId="{0BAA3B9D-DD00-42B3-8ABD-CEC17112987C}" dt="2025-09-05T13:28:17.543" v="135" actId="403"/>
          <ac:spMkLst>
            <pc:docMk/>
            <pc:sldMk cId="1278113787" sldId="2128"/>
            <ac:spMk id="5" creationId="{8C863216-045F-8329-CDF9-485999340A9F}"/>
          </ac:spMkLst>
        </pc:spChg>
        <pc:spChg chg="mod">
          <ac:chgData name="Reuben Stephen" userId="6a6eda1f0b9c2b70" providerId="LiveId" clId="{0BAA3B9D-DD00-42B3-8ABD-CEC17112987C}" dt="2025-09-05T13:12:58.207" v="19" actId="207"/>
          <ac:spMkLst>
            <pc:docMk/>
            <pc:sldMk cId="1278113787" sldId="2128"/>
            <ac:spMk id="12" creationId="{88F4B2BD-87D6-30F3-4DE9-508D01EF9A25}"/>
          </ac:spMkLst>
        </pc:spChg>
      </pc:sldChg>
      <pc:sldChg chg="modSp mod">
        <pc:chgData name="Reuben Stephen" userId="6a6eda1f0b9c2b70" providerId="LiveId" clId="{0BAA3B9D-DD00-42B3-8ABD-CEC17112987C}" dt="2025-09-05T13:14:06.275" v="34" actId="20577"/>
        <pc:sldMkLst>
          <pc:docMk/>
          <pc:sldMk cId="616756977" sldId="2129"/>
        </pc:sldMkLst>
        <pc:spChg chg="mod">
          <ac:chgData name="Reuben Stephen" userId="6a6eda1f0b9c2b70" providerId="LiveId" clId="{0BAA3B9D-DD00-42B3-8ABD-CEC17112987C}" dt="2025-09-05T13:14:04.881" v="33"/>
          <ac:spMkLst>
            <pc:docMk/>
            <pc:sldMk cId="616756977" sldId="2129"/>
            <ac:spMk id="5" creationId="{15B7F004-7DED-8987-7F5D-BD659FC46ADF}"/>
          </ac:spMkLst>
        </pc:spChg>
        <pc:spChg chg="mod">
          <ac:chgData name="Reuben Stephen" userId="6a6eda1f0b9c2b70" providerId="LiveId" clId="{0BAA3B9D-DD00-42B3-8ABD-CEC17112987C}" dt="2025-09-05T13:14:06.275" v="34" actId="20577"/>
          <ac:spMkLst>
            <pc:docMk/>
            <pc:sldMk cId="616756977" sldId="2129"/>
            <ac:spMk id="12" creationId="{518E15F4-4EE9-65FE-8644-BA65174FE0A0}"/>
          </ac:spMkLst>
        </pc:spChg>
      </pc:sldChg>
      <pc:sldChg chg="modSp mod">
        <pc:chgData name="Reuben Stephen" userId="6a6eda1f0b9c2b70" providerId="LiveId" clId="{0BAA3B9D-DD00-42B3-8ABD-CEC17112987C}" dt="2025-09-05T13:14:14.096" v="36" actId="403"/>
        <pc:sldMkLst>
          <pc:docMk/>
          <pc:sldMk cId="3667561014" sldId="2130"/>
        </pc:sldMkLst>
        <pc:spChg chg="mod">
          <ac:chgData name="Reuben Stephen" userId="6a6eda1f0b9c2b70" providerId="LiveId" clId="{0BAA3B9D-DD00-42B3-8ABD-CEC17112987C}" dt="2025-09-05T13:14:14.096" v="36" actId="403"/>
          <ac:spMkLst>
            <pc:docMk/>
            <pc:sldMk cId="3667561014" sldId="2130"/>
            <ac:spMk id="5" creationId="{11C4A1CD-E871-3C06-AECC-E0FA1BB58762}"/>
          </ac:spMkLst>
        </pc:spChg>
      </pc:sldChg>
      <pc:sldChg chg="modSp mod">
        <pc:chgData name="Reuben Stephen" userId="6a6eda1f0b9c2b70" providerId="LiveId" clId="{0BAA3B9D-DD00-42B3-8ABD-CEC17112987C}" dt="2025-09-05T14:41:15.948" v="619" actId="403"/>
        <pc:sldMkLst>
          <pc:docMk/>
          <pc:sldMk cId="3489297901" sldId="2231"/>
        </pc:sldMkLst>
        <pc:spChg chg="mod">
          <ac:chgData name="Reuben Stephen" userId="6a6eda1f0b9c2b70" providerId="LiveId" clId="{0BAA3B9D-DD00-42B3-8ABD-CEC17112987C}" dt="2025-09-05T14:41:15.948" v="619" actId="403"/>
          <ac:spMkLst>
            <pc:docMk/>
            <pc:sldMk cId="3489297901" sldId="2231"/>
            <ac:spMk id="5" creationId="{3DD7E497-16E3-4D0B-D67F-B0783CD0DB3A}"/>
          </ac:spMkLst>
        </pc:spChg>
        <pc:spChg chg="mod">
          <ac:chgData name="Reuben Stephen" userId="6a6eda1f0b9c2b70" providerId="LiveId" clId="{0BAA3B9D-DD00-42B3-8ABD-CEC17112987C}" dt="2025-09-05T14:41:13.422" v="618" actId="2710"/>
          <ac:spMkLst>
            <pc:docMk/>
            <pc:sldMk cId="3489297901" sldId="2231"/>
            <ac:spMk id="8" creationId="{48EBBD47-7977-4655-A781-8B38BA463E61}"/>
          </ac:spMkLst>
        </pc:spChg>
      </pc:sldChg>
      <pc:sldChg chg="modSp mod">
        <pc:chgData name="Reuben Stephen" userId="6a6eda1f0b9c2b70" providerId="LiveId" clId="{0BAA3B9D-DD00-42B3-8ABD-CEC17112987C}" dt="2025-09-05T13:28:54.475" v="143" actId="403"/>
        <pc:sldMkLst>
          <pc:docMk/>
          <pc:sldMk cId="878737466" sldId="2529"/>
        </pc:sldMkLst>
        <pc:spChg chg="mod">
          <ac:chgData name="Reuben Stephen" userId="6a6eda1f0b9c2b70" providerId="LiveId" clId="{0BAA3B9D-DD00-42B3-8ABD-CEC17112987C}" dt="2025-09-05T13:28:54.475" v="143" actId="403"/>
          <ac:spMkLst>
            <pc:docMk/>
            <pc:sldMk cId="878737466" sldId="2529"/>
            <ac:spMk id="5" creationId="{7DAD38E4-2FFE-92B6-2E7F-5AE5C074EC16}"/>
          </ac:spMkLst>
        </pc:spChg>
      </pc:sldChg>
      <pc:sldChg chg="modSp mod">
        <pc:chgData name="Reuben Stephen" userId="6a6eda1f0b9c2b70" providerId="LiveId" clId="{0BAA3B9D-DD00-42B3-8ABD-CEC17112987C}" dt="2025-09-05T13:16:36.373" v="46" actId="2710"/>
        <pc:sldMkLst>
          <pc:docMk/>
          <pc:sldMk cId="937874253" sldId="2532"/>
        </pc:sldMkLst>
        <pc:spChg chg="mod">
          <ac:chgData name="Reuben Stephen" userId="6a6eda1f0b9c2b70" providerId="LiveId" clId="{0BAA3B9D-DD00-42B3-8ABD-CEC17112987C}" dt="2025-09-05T13:16:36.373" v="46" actId="2710"/>
          <ac:spMkLst>
            <pc:docMk/>
            <pc:sldMk cId="937874253" sldId="2532"/>
            <ac:spMk id="4" creationId="{E68AE9A2-88F0-C5AF-881A-601E59E98B3A}"/>
          </ac:spMkLst>
        </pc:spChg>
      </pc:sldChg>
      <pc:sldChg chg="modSp mod">
        <pc:chgData name="Reuben Stephen" userId="6a6eda1f0b9c2b70" providerId="LiveId" clId="{0BAA3B9D-DD00-42B3-8ABD-CEC17112987C}" dt="2025-09-05T13:17:12.529" v="52" actId="6549"/>
        <pc:sldMkLst>
          <pc:docMk/>
          <pc:sldMk cId="3833528310" sldId="2533"/>
        </pc:sldMkLst>
        <pc:spChg chg="mod">
          <ac:chgData name="Reuben Stephen" userId="6a6eda1f0b9c2b70" providerId="LiveId" clId="{0BAA3B9D-DD00-42B3-8ABD-CEC17112987C}" dt="2025-09-05T13:17:12.529" v="52" actId="6549"/>
          <ac:spMkLst>
            <pc:docMk/>
            <pc:sldMk cId="3833528310" sldId="2533"/>
            <ac:spMk id="4" creationId="{6AA26CAF-880D-EDA2-FDCF-C35151702633}"/>
          </ac:spMkLst>
        </pc:spChg>
      </pc:sldChg>
      <pc:sldChg chg="modSp mod">
        <pc:chgData name="Reuben Stephen" userId="6a6eda1f0b9c2b70" providerId="LiveId" clId="{0BAA3B9D-DD00-42B3-8ABD-CEC17112987C}" dt="2025-09-05T13:17:49.220" v="59" actId="6549"/>
        <pc:sldMkLst>
          <pc:docMk/>
          <pc:sldMk cId="4132870420" sldId="2534"/>
        </pc:sldMkLst>
        <pc:spChg chg="mod">
          <ac:chgData name="Reuben Stephen" userId="6a6eda1f0b9c2b70" providerId="LiveId" clId="{0BAA3B9D-DD00-42B3-8ABD-CEC17112987C}" dt="2025-09-05T13:17:49.220" v="59" actId="6549"/>
          <ac:spMkLst>
            <pc:docMk/>
            <pc:sldMk cId="4132870420" sldId="2534"/>
            <ac:spMk id="4" creationId="{AB162D31-C3AB-BA14-3445-C2D90A377D47}"/>
          </ac:spMkLst>
        </pc:spChg>
      </pc:sldChg>
      <pc:sldChg chg="modSp mod">
        <pc:chgData name="Reuben Stephen" userId="6a6eda1f0b9c2b70" providerId="LiveId" clId="{0BAA3B9D-DD00-42B3-8ABD-CEC17112987C}" dt="2025-09-05T13:18:37.636" v="65" actId="20577"/>
        <pc:sldMkLst>
          <pc:docMk/>
          <pc:sldMk cId="2860845061" sldId="2535"/>
        </pc:sldMkLst>
        <pc:spChg chg="mod">
          <ac:chgData name="Reuben Stephen" userId="6a6eda1f0b9c2b70" providerId="LiveId" clId="{0BAA3B9D-DD00-42B3-8ABD-CEC17112987C}" dt="2025-09-05T13:18:37.636" v="65" actId="20577"/>
          <ac:spMkLst>
            <pc:docMk/>
            <pc:sldMk cId="2860845061" sldId="2535"/>
            <ac:spMk id="4" creationId="{CF3206F9-E890-58AC-0628-DDAF51E2655E}"/>
          </ac:spMkLst>
        </pc:spChg>
      </pc:sldChg>
      <pc:sldChg chg="modSp mod">
        <pc:chgData name="Reuben Stephen" userId="6a6eda1f0b9c2b70" providerId="LiveId" clId="{0BAA3B9D-DD00-42B3-8ABD-CEC17112987C}" dt="2025-09-05T14:14:32.316" v="411" actId="207"/>
        <pc:sldMkLst>
          <pc:docMk/>
          <pc:sldMk cId="3222053443" sldId="2550"/>
        </pc:sldMkLst>
        <pc:spChg chg="mod">
          <ac:chgData name="Reuben Stephen" userId="6a6eda1f0b9c2b70" providerId="LiveId" clId="{0BAA3B9D-DD00-42B3-8ABD-CEC17112987C}" dt="2025-09-05T14:14:32.316" v="411" actId="207"/>
          <ac:spMkLst>
            <pc:docMk/>
            <pc:sldMk cId="3222053443" sldId="2550"/>
            <ac:spMk id="5" creationId="{DD5E66AA-E715-FC87-0B9C-F1C472D05CD4}"/>
          </ac:spMkLst>
        </pc:spChg>
        <pc:spChg chg="mod">
          <ac:chgData name="Reuben Stephen" userId="6a6eda1f0b9c2b70" providerId="LiveId" clId="{0BAA3B9D-DD00-42B3-8ABD-CEC17112987C}" dt="2025-09-05T14:14:28.626" v="409" actId="207"/>
          <ac:spMkLst>
            <pc:docMk/>
            <pc:sldMk cId="3222053443" sldId="2550"/>
            <ac:spMk id="11" creationId="{C9EE68C6-6DDD-11A6-76A4-0CAEFB0BC107}"/>
          </ac:spMkLst>
        </pc:spChg>
      </pc:sldChg>
      <pc:sldChg chg="modSp mod">
        <pc:chgData name="Reuben Stephen" userId="6a6eda1f0b9c2b70" providerId="LiveId" clId="{0BAA3B9D-DD00-42B3-8ABD-CEC17112987C}" dt="2025-09-05T14:29:27.435" v="503" actId="20577"/>
        <pc:sldMkLst>
          <pc:docMk/>
          <pc:sldMk cId="843527850" sldId="2552"/>
        </pc:sldMkLst>
        <pc:spChg chg="mod">
          <ac:chgData name="Reuben Stephen" userId="6a6eda1f0b9c2b70" providerId="LiveId" clId="{0BAA3B9D-DD00-42B3-8ABD-CEC17112987C}" dt="2025-09-05T14:29:27.435" v="503" actId="20577"/>
          <ac:spMkLst>
            <pc:docMk/>
            <pc:sldMk cId="843527850" sldId="2552"/>
            <ac:spMk id="5" creationId="{9116B4BC-A623-7640-59B1-1A02D720A110}"/>
          </ac:spMkLst>
        </pc:spChg>
        <pc:spChg chg="mod">
          <ac:chgData name="Reuben Stephen" userId="6a6eda1f0b9c2b70" providerId="LiveId" clId="{0BAA3B9D-DD00-42B3-8ABD-CEC17112987C}" dt="2025-09-05T14:15:51.584" v="437" actId="403"/>
          <ac:spMkLst>
            <pc:docMk/>
            <pc:sldMk cId="843527850" sldId="2552"/>
            <ac:spMk id="11" creationId="{C1F7DFB9-F8CA-9740-78EC-6A2B43AEB03D}"/>
          </ac:spMkLst>
        </pc:spChg>
      </pc:sldChg>
      <pc:sldChg chg="modSp mod">
        <pc:chgData name="Reuben Stephen" userId="6a6eda1f0b9c2b70" providerId="LiveId" clId="{0BAA3B9D-DD00-42B3-8ABD-CEC17112987C}" dt="2025-09-05T14:18:11.495" v="460" actId="1076"/>
        <pc:sldMkLst>
          <pc:docMk/>
          <pc:sldMk cId="511641275" sldId="2553"/>
        </pc:sldMkLst>
        <pc:spChg chg="mod">
          <ac:chgData name="Reuben Stephen" userId="6a6eda1f0b9c2b70" providerId="LiveId" clId="{0BAA3B9D-DD00-42B3-8ABD-CEC17112987C}" dt="2025-09-05T14:17:38.703" v="458" actId="2710"/>
          <ac:spMkLst>
            <pc:docMk/>
            <pc:sldMk cId="511641275" sldId="2553"/>
            <ac:spMk id="5" creationId="{BF411723-FA55-CDC6-CFD5-DFA8C85C2E13}"/>
          </ac:spMkLst>
        </pc:spChg>
        <pc:spChg chg="mod">
          <ac:chgData name="Reuben Stephen" userId="6a6eda1f0b9c2b70" providerId="LiveId" clId="{0BAA3B9D-DD00-42B3-8ABD-CEC17112987C}" dt="2025-09-05T14:18:11.495" v="460" actId="1076"/>
          <ac:spMkLst>
            <pc:docMk/>
            <pc:sldMk cId="511641275" sldId="2553"/>
            <ac:spMk id="11" creationId="{1348C7F1-A392-22F3-3927-C197D8D410DE}"/>
          </ac:spMkLst>
        </pc:spChg>
      </pc:sldChg>
      <pc:sldChg chg="delSp modSp del mod">
        <pc:chgData name="Reuben Stephen" userId="6a6eda1f0b9c2b70" providerId="LiveId" clId="{0BAA3B9D-DD00-42B3-8ABD-CEC17112987C}" dt="2025-09-05T14:18:16.411" v="461" actId="47"/>
        <pc:sldMkLst>
          <pc:docMk/>
          <pc:sldMk cId="3743245928" sldId="2554"/>
        </pc:sldMkLst>
        <pc:spChg chg="mod">
          <ac:chgData name="Reuben Stephen" userId="6a6eda1f0b9c2b70" providerId="LiveId" clId="{0BAA3B9D-DD00-42B3-8ABD-CEC17112987C}" dt="2025-09-05T14:17:18.617" v="444" actId="21"/>
          <ac:spMkLst>
            <pc:docMk/>
            <pc:sldMk cId="3743245928" sldId="2554"/>
            <ac:spMk id="5" creationId="{E9624234-D913-88B0-0BF6-F5A325DBB4EF}"/>
          </ac:spMkLst>
        </pc:spChg>
        <pc:spChg chg="del mod">
          <ac:chgData name="Reuben Stephen" userId="6a6eda1f0b9c2b70" providerId="LiveId" clId="{0BAA3B9D-DD00-42B3-8ABD-CEC17112987C}" dt="2025-09-05T14:17:01.188" v="440"/>
          <ac:spMkLst>
            <pc:docMk/>
            <pc:sldMk cId="3743245928" sldId="2554"/>
            <ac:spMk id="11" creationId="{56D316B7-CA83-B426-B98F-1AFCE695466E}"/>
          </ac:spMkLst>
        </pc:spChg>
      </pc:sldChg>
      <pc:sldChg chg="delSp modSp del mod">
        <pc:chgData name="Reuben Stephen" userId="6a6eda1f0b9c2b70" providerId="LiveId" clId="{0BAA3B9D-DD00-42B3-8ABD-CEC17112987C}" dt="2025-09-05T14:15:43.296" v="435" actId="47"/>
        <pc:sldMkLst>
          <pc:docMk/>
          <pc:sldMk cId="60262653" sldId="2556"/>
        </pc:sldMkLst>
        <pc:spChg chg="mod">
          <ac:chgData name="Reuben Stephen" userId="6a6eda1f0b9c2b70" providerId="LiveId" clId="{0BAA3B9D-DD00-42B3-8ABD-CEC17112987C}" dt="2025-09-05T14:14:45.535" v="413" actId="21"/>
          <ac:spMkLst>
            <pc:docMk/>
            <pc:sldMk cId="60262653" sldId="2556"/>
            <ac:spMk id="5" creationId="{90E0FB1B-C756-3446-D6CB-DE3EB5DD939D}"/>
          </ac:spMkLst>
        </pc:spChg>
        <pc:spChg chg="del mod">
          <ac:chgData name="Reuben Stephen" userId="6a6eda1f0b9c2b70" providerId="LiveId" clId="{0BAA3B9D-DD00-42B3-8ABD-CEC17112987C}" dt="2025-09-05T14:15:02.291" v="421"/>
          <ac:spMkLst>
            <pc:docMk/>
            <pc:sldMk cId="60262653" sldId="2556"/>
            <ac:spMk id="11" creationId="{0E3D5B34-B54A-044F-EC79-B3760E365746}"/>
          </ac:spMkLst>
        </pc:spChg>
      </pc:sldChg>
      <pc:sldChg chg="modSp mod">
        <pc:chgData name="Reuben Stephen" userId="6a6eda1f0b9c2b70" providerId="LiveId" clId="{0BAA3B9D-DD00-42B3-8ABD-CEC17112987C}" dt="2025-09-05T13:17:36.325" v="55" actId="6549"/>
        <pc:sldMkLst>
          <pc:docMk/>
          <pc:sldMk cId="1235129006" sldId="2570"/>
        </pc:sldMkLst>
        <pc:spChg chg="mod">
          <ac:chgData name="Reuben Stephen" userId="6a6eda1f0b9c2b70" providerId="LiveId" clId="{0BAA3B9D-DD00-42B3-8ABD-CEC17112987C}" dt="2025-09-05T13:17:36.325" v="55" actId="6549"/>
          <ac:spMkLst>
            <pc:docMk/>
            <pc:sldMk cId="1235129006" sldId="2570"/>
            <ac:spMk id="4" creationId="{79DA5AC5-AF95-9CE7-3A32-3AD9B25256E5}"/>
          </ac:spMkLst>
        </pc:spChg>
      </pc:sldChg>
      <pc:sldChg chg="modSp mod">
        <pc:chgData name="Reuben Stephen" userId="6a6eda1f0b9c2b70" providerId="LiveId" clId="{0BAA3B9D-DD00-42B3-8ABD-CEC17112987C}" dt="2025-09-05T13:18:06.859" v="62" actId="6549"/>
        <pc:sldMkLst>
          <pc:docMk/>
          <pc:sldMk cId="1410120791" sldId="2571"/>
        </pc:sldMkLst>
        <pc:spChg chg="mod">
          <ac:chgData name="Reuben Stephen" userId="6a6eda1f0b9c2b70" providerId="LiveId" clId="{0BAA3B9D-DD00-42B3-8ABD-CEC17112987C}" dt="2025-09-05T13:18:06.859" v="62" actId="6549"/>
          <ac:spMkLst>
            <pc:docMk/>
            <pc:sldMk cId="1410120791" sldId="2571"/>
            <ac:spMk id="4" creationId="{49AFCB76-5F9B-1D04-D9EE-2924E4CE1897}"/>
          </ac:spMkLst>
        </pc:spChg>
      </pc:sldChg>
      <pc:sldChg chg="modSp mod">
        <pc:chgData name="Reuben Stephen" userId="6a6eda1f0b9c2b70" providerId="LiveId" clId="{0BAA3B9D-DD00-42B3-8ABD-CEC17112987C}" dt="2025-09-05T13:18:51.652" v="68" actId="6549"/>
        <pc:sldMkLst>
          <pc:docMk/>
          <pc:sldMk cId="3547887317" sldId="2572"/>
        </pc:sldMkLst>
        <pc:spChg chg="mod">
          <ac:chgData name="Reuben Stephen" userId="6a6eda1f0b9c2b70" providerId="LiveId" clId="{0BAA3B9D-DD00-42B3-8ABD-CEC17112987C}" dt="2025-09-05T13:18:51.652" v="68" actId="6549"/>
          <ac:spMkLst>
            <pc:docMk/>
            <pc:sldMk cId="3547887317" sldId="2572"/>
            <ac:spMk id="4" creationId="{706A7EAD-B438-735A-C1A9-2207460B0CA7}"/>
          </ac:spMkLst>
        </pc:spChg>
      </pc:sldChg>
      <pc:sldChg chg="delSp modSp del mod">
        <pc:chgData name="Reuben Stephen" userId="6a6eda1f0b9c2b70" providerId="LiveId" clId="{0BAA3B9D-DD00-42B3-8ABD-CEC17112987C}" dt="2025-09-05T14:14:35.433" v="412" actId="47"/>
        <pc:sldMkLst>
          <pc:docMk/>
          <pc:sldMk cId="3668755841" sldId="2573"/>
        </pc:sldMkLst>
        <pc:spChg chg="mod">
          <ac:chgData name="Reuben Stephen" userId="6a6eda1f0b9c2b70" providerId="LiveId" clId="{0BAA3B9D-DD00-42B3-8ABD-CEC17112987C}" dt="2025-09-05T14:14:04.414" v="396" actId="21"/>
          <ac:spMkLst>
            <pc:docMk/>
            <pc:sldMk cId="3668755841" sldId="2573"/>
            <ac:spMk id="5" creationId="{3D9D0292-A56F-5E0C-D895-2C995204A2B0}"/>
          </ac:spMkLst>
        </pc:spChg>
        <pc:spChg chg="del mod">
          <ac:chgData name="Reuben Stephen" userId="6a6eda1f0b9c2b70" providerId="LiveId" clId="{0BAA3B9D-DD00-42B3-8ABD-CEC17112987C}" dt="2025-09-05T14:14:21.613" v="405"/>
          <ac:spMkLst>
            <pc:docMk/>
            <pc:sldMk cId="3668755841" sldId="2573"/>
            <ac:spMk id="11" creationId="{81B2450C-8E5B-A8C7-0D80-C9329E34CA7A}"/>
          </ac:spMkLst>
        </pc:spChg>
      </pc:sldChg>
      <pc:sldChg chg="modSp mod">
        <pc:chgData name="Reuben Stephen" userId="6a6eda1f0b9c2b70" providerId="LiveId" clId="{0BAA3B9D-DD00-42B3-8ABD-CEC17112987C}" dt="2025-09-05T14:21:40.868" v="487" actId="6549"/>
        <pc:sldMkLst>
          <pc:docMk/>
          <pc:sldMk cId="3067439013" sldId="2574"/>
        </pc:sldMkLst>
        <pc:spChg chg="mod">
          <ac:chgData name="Reuben Stephen" userId="6a6eda1f0b9c2b70" providerId="LiveId" clId="{0BAA3B9D-DD00-42B3-8ABD-CEC17112987C}" dt="2025-09-05T14:21:40.868" v="487" actId="6549"/>
          <ac:spMkLst>
            <pc:docMk/>
            <pc:sldMk cId="3067439013" sldId="2574"/>
            <ac:spMk id="5" creationId="{A4B9349A-9A7C-1F45-9E63-D2292D2E25E3}"/>
          </ac:spMkLst>
        </pc:spChg>
        <pc:spChg chg="mod">
          <ac:chgData name="Reuben Stephen" userId="6a6eda1f0b9c2b70" providerId="LiveId" clId="{0BAA3B9D-DD00-42B3-8ABD-CEC17112987C}" dt="2025-09-05T14:21:24.773" v="479" actId="1076"/>
          <ac:spMkLst>
            <pc:docMk/>
            <pc:sldMk cId="3067439013" sldId="2574"/>
            <ac:spMk id="11" creationId="{82B1EB4A-827C-F347-D847-BB197C154255}"/>
          </ac:spMkLst>
        </pc:spChg>
      </pc:sldChg>
      <pc:sldChg chg="delSp modSp del mod">
        <pc:chgData name="Reuben Stephen" userId="6a6eda1f0b9c2b70" providerId="LiveId" clId="{0BAA3B9D-DD00-42B3-8ABD-CEC17112987C}" dt="2025-09-05T14:21:48.532" v="488" actId="47"/>
        <pc:sldMkLst>
          <pc:docMk/>
          <pc:sldMk cId="950132722" sldId="2575"/>
        </pc:sldMkLst>
        <pc:spChg chg="mod">
          <ac:chgData name="Reuben Stephen" userId="6a6eda1f0b9c2b70" providerId="LiveId" clId="{0BAA3B9D-DD00-42B3-8ABD-CEC17112987C}" dt="2025-09-05T14:18:34.982" v="468" actId="21"/>
          <ac:spMkLst>
            <pc:docMk/>
            <pc:sldMk cId="950132722" sldId="2575"/>
            <ac:spMk id="5" creationId="{EAED3CDA-4301-E41E-3D08-436A193BD70C}"/>
          </ac:spMkLst>
        </pc:spChg>
        <pc:spChg chg="del mod">
          <ac:chgData name="Reuben Stephen" userId="6a6eda1f0b9c2b70" providerId="LiveId" clId="{0BAA3B9D-DD00-42B3-8ABD-CEC17112987C}" dt="2025-09-05T14:18:25.826" v="464"/>
          <ac:spMkLst>
            <pc:docMk/>
            <pc:sldMk cId="950132722" sldId="2575"/>
            <ac:spMk id="11" creationId="{F353A136-5C1B-9653-1880-AC5111DCFC84}"/>
          </ac:spMkLst>
        </pc:spChg>
      </pc:sldChg>
      <pc:sldChg chg="modSp mod">
        <pc:chgData name="Reuben Stephen" userId="6a6eda1f0b9c2b70" providerId="LiveId" clId="{0BAA3B9D-DD00-42B3-8ABD-CEC17112987C}" dt="2025-09-05T13:41:40.645" v="278" actId="14100"/>
        <pc:sldMkLst>
          <pc:docMk/>
          <pc:sldMk cId="4224147954" sldId="2577"/>
        </pc:sldMkLst>
        <pc:spChg chg="mod">
          <ac:chgData name="Reuben Stephen" userId="6a6eda1f0b9c2b70" providerId="LiveId" clId="{0BAA3B9D-DD00-42B3-8ABD-CEC17112987C}" dt="2025-09-05T13:41:25.388" v="274" actId="207"/>
          <ac:spMkLst>
            <pc:docMk/>
            <pc:sldMk cId="4224147954" sldId="2577"/>
            <ac:spMk id="8" creationId="{23941E9C-F62B-24E3-DA24-5A16BF52A03B}"/>
          </ac:spMkLst>
        </pc:spChg>
        <pc:spChg chg="mod">
          <ac:chgData name="Reuben Stephen" userId="6a6eda1f0b9c2b70" providerId="LiveId" clId="{0BAA3B9D-DD00-42B3-8ABD-CEC17112987C}" dt="2025-09-05T13:41:40.645" v="278" actId="14100"/>
          <ac:spMkLst>
            <pc:docMk/>
            <pc:sldMk cId="4224147954" sldId="2577"/>
            <ac:spMk id="10" creationId="{2A166103-6673-BD49-E1DE-5406808031A5}"/>
          </ac:spMkLst>
        </pc:spChg>
      </pc:sldChg>
      <pc:sldChg chg="modSp mod">
        <pc:chgData name="Reuben Stephen" userId="6a6eda1f0b9c2b70" providerId="LiveId" clId="{0BAA3B9D-DD00-42B3-8ABD-CEC17112987C}" dt="2025-09-05T14:37:53.381" v="557" actId="20577"/>
        <pc:sldMkLst>
          <pc:docMk/>
          <pc:sldMk cId="2386359465" sldId="2583"/>
        </pc:sldMkLst>
        <pc:spChg chg="mod">
          <ac:chgData name="Reuben Stephen" userId="6a6eda1f0b9c2b70" providerId="LiveId" clId="{0BAA3B9D-DD00-42B3-8ABD-CEC17112987C}" dt="2025-09-05T14:37:53.381" v="557" actId="20577"/>
          <ac:spMkLst>
            <pc:docMk/>
            <pc:sldMk cId="2386359465" sldId="2583"/>
            <ac:spMk id="2" creationId="{79F00105-1852-1242-3368-25B091EF70EB}"/>
          </ac:spMkLst>
        </pc:spChg>
        <pc:spChg chg="mod">
          <ac:chgData name="Reuben Stephen" userId="6a6eda1f0b9c2b70" providerId="LiveId" clId="{0BAA3B9D-DD00-42B3-8ABD-CEC17112987C}" dt="2025-09-05T14:34:40.255" v="518" actId="20577"/>
          <ac:spMkLst>
            <pc:docMk/>
            <pc:sldMk cId="2386359465" sldId="2583"/>
            <ac:spMk id="3" creationId="{900E950C-D900-7AD4-E4C9-D0C1409D9F3E}"/>
          </ac:spMkLst>
        </pc:spChg>
        <pc:spChg chg="mod">
          <ac:chgData name="Reuben Stephen" userId="6a6eda1f0b9c2b70" providerId="LiveId" clId="{0BAA3B9D-DD00-42B3-8ABD-CEC17112987C}" dt="2025-09-05T14:36:25.070" v="529" actId="20577"/>
          <ac:spMkLst>
            <pc:docMk/>
            <pc:sldMk cId="2386359465" sldId="2583"/>
            <ac:spMk id="4" creationId="{1C195839-5AD3-1E7F-C7F9-C385D7C9D41A}"/>
          </ac:spMkLst>
        </pc:spChg>
      </pc:sldChg>
      <pc:sldChg chg="modSp mod">
        <pc:chgData name="Reuben Stephen" userId="6a6eda1f0b9c2b70" providerId="LiveId" clId="{0BAA3B9D-DD00-42B3-8ABD-CEC17112987C}" dt="2025-09-05T14:34:25.081" v="515" actId="404"/>
        <pc:sldMkLst>
          <pc:docMk/>
          <pc:sldMk cId="385301351" sldId="2584"/>
        </pc:sldMkLst>
        <pc:spChg chg="mod">
          <ac:chgData name="Reuben Stephen" userId="6a6eda1f0b9c2b70" providerId="LiveId" clId="{0BAA3B9D-DD00-42B3-8ABD-CEC17112987C}" dt="2025-09-05T14:30:27.361" v="507" actId="20577"/>
          <ac:spMkLst>
            <pc:docMk/>
            <pc:sldMk cId="385301351" sldId="2584"/>
            <ac:spMk id="2" creationId="{11EEC5E2-2693-7954-1D09-E727AF8116EA}"/>
          </ac:spMkLst>
        </pc:spChg>
        <pc:spChg chg="mod">
          <ac:chgData name="Reuben Stephen" userId="6a6eda1f0b9c2b70" providerId="LiveId" clId="{0BAA3B9D-DD00-42B3-8ABD-CEC17112987C}" dt="2025-09-05T14:34:25.081" v="515" actId="404"/>
          <ac:spMkLst>
            <pc:docMk/>
            <pc:sldMk cId="385301351" sldId="2584"/>
            <ac:spMk id="3" creationId="{01AA4701-C925-E207-98C5-28A777B9ABAB}"/>
          </ac:spMkLst>
        </pc:spChg>
        <pc:spChg chg="mod">
          <ac:chgData name="Reuben Stephen" userId="6a6eda1f0b9c2b70" providerId="LiveId" clId="{0BAA3B9D-DD00-42B3-8ABD-CEC17112987C}" dt="2025-09-05T14:34:20.888" v="513" actId="403"/>
          <ac:spMkLst>
            <pc:docMk/>
            <pc:sldMk cId="385301351" sldId="2584"/>
            <ac:spMk id="4" creationId="{85565237-126E-0ACA-9421-719CEC91C806}"/>
          </ac:spMkLst>
        </pc:spChg>
      </pc:sldChg>
      <pc:sldChg chg="modSp mod">
        <pc:chgData name="Reuben Stephen" userId="6a6eda1f0b9c2b70" providerId="LiveId" clId="{0BAA3B9D-DD00-42B3-8ABD-CEC17112987C}" dt="2025-09-05T14:34:35.750" v="517" actId="404"/>
        <pc:sldMkLst>
          <pc:docMk/>
          <pc:sldMk cId="246380417" sldId="2585"/>
        </pc:sldMkLst>
        <pc:spChg chg="mod">
          <ac:chgData name="Reuben Stephen" userId="6a6eda1f0b9c2b70" providerId="LiveId" clId="{0BAA3B9D-DD00-42B3-8ABD-CEC17112987C}" dt="2025-09-05T14:30:23.292" v="505" actId="20577"/>
          <ac:spMkLst>
            <pc:docMk/>
            <pc:sldMk cId="246380417" sldId="2585"/>
            <ac:spMk id="2" creationId="{A5B9FDA3-73DB-39AC-2EF2-AC32959E0C65}"/>
          </ac:spMkLst>
        </pc:spChg>
        <pc:spChg chg="mod">
          <ac:chgData name="Reuben Stephen" userId="6a6eda1f0b9c2b70" providerId="LiveId" clId="{0BAA3B9D-DD00-42B3-8ABD-CEC17112987C}" dt="2025-09-05T14:22:39.258" v="493" actId="6549"/>
          <ac:spMkLst>
            <pc:docMk/>
            <pc:sldMk cId="246380417" sldId="2585"/>
            <ac:spMk id="3" creationId="{EF7BC2E1-9C5D-2064-FFF7-F0E9C97FE298}"/>
          </ac:spMkLst>
        </pc:spChg>
        <pc:spChg chg="mod">
          <ac:chgData name="Reuben Stephen" userId="6a6eda1f0b9c2b70" providerId="LiveId" clId="{0BAA3B9D-DD00-42B3-8ABD-CEC17112987C}" dt="2025-09-05T14:34:35.750" v="517" actId="404"/>
          <ac:spMkLst>
            <pc:docMk/>
            <pc:sldMk cId="246380417" sldId="2585"/>
            <ac:spMk id="4" creationId="{B52A4433-53F0-A25A-303B-5FC5638BD41C}"/>
          </ac:spMkLst>
        </pc:spChg>
      </pc:sldChg>
      <pc:sldChg chg="modSp mod">
        <pc:chgData name="Reuben Stephen" userId="6a6eda1f0b9c2b70" providerId="LiveId" clId="{0BAA3B9D-DD00-42B3-8ABD-CEC17112987C}" dt="2025-09-05T14:38:02.851" v="560" actId="20577"/>
        <pc:sldMkLst>
          <pc:docMk/>
          <pc:sldMk cId="1299642399" sldId="2587"/>
        </pc:sldMkLst>
        <pc:spChg chg="mod">
          <ac:chgData name="Reuben Stephen" userId="6a6eda1f0b9c2b70" providerId="LiveId" clId="{0BAA3B9D-DD00-42B3-8ABD-CEC17112987C}" dt="2025-09-05T14:37:57.035" v="559" actId="20577"/>
          <ac:spMkLst>
            <pc:docMk/>
            <pc:sldMk cId="1299642399" sldId="2587"/>
            <ac:spMk id="2" creationId="{8E29BBC2-0C62-1A9B-FDA8-7041BC2A5CD6}"/>
          </ac:spMkLst>
        </pc:spChg>
        <pc:spChg chg="mod">
          <ac:chgData name="Reuben Stephen" userId="6a6eda1f0b9c2b70" providerId="LiveId" clId="{0BAA3B9D-DD00-42B3-8ABD-CEC17112987C}" dt="2025-09-05T14:34:57.059" v="524" actId="6549"/>
          <ac:spMkLst>
            <pc:docMk/>
            <pc:sldMk cId="1299642399" sldId="2587"/>
            <ac:spMk id="3" creationId="{CA5E34C8-B352-1790-4766-5880707A301B}"/>
          </ac:spMkLst>
        </pc:spChg>
        <pc:spChg chg="mod">
          <ac:chgData name="Reuben Stephen" userId="6a6eda1f0b9c2b70" providerId="LiveId" clId="{0BAA3B9D-DD00-42B3-8ABD-CEC17112987C}" dt="2025-09-05T14:36:45.739" v="537" actId="403"/>
          <ac:spMkLst>
            <pc:docMk/>
            <pc:sldMk cId="1299642399" sldId="2587"/>
            <ac:spMk id="4" creationId="{47B8705D-5F38-B567-BC32-24AB060F95D0}"/>
          </ac:spMkLst>
        </pc:spChg>
        <pc:spChg chg="mod">
          <ac:chgData name="Reuben Stephen" userId="6a6eda1f0b9c2b70" providerId="LiveId" clId="{0BAA3B9D-DD00-42B3-8ABD-CEC17112987C}" dt="2025-09-05T14:38:02.851" v="560" actId="20577"/>
          <ac:spMkLst>
            <pc:docMk/>
            <pc:sldMk cId="1299642399" sldId="2587"/>
            <ac:spMk id="13" creationId="{13F1F67A-674B-1C9C-CAC2-A3277337606D}"/>
          </ac:spMkLst>
        </pc:spChg>
      </pc:sldChg>
      <pc:sldChg chg="modSp mod">
        <pc:chgData name="Reuben Stephen" userId="6a6eda1f0b9c2b70" providerId="LiveId" clId="{0BAA3B9D-DD00-42B3-8ABD-CEC17112987C}" dt="2025-09-05T14:38:12.442" v="563" actId="20577"/>
        <pc:sldMkLst>
          <pc:docMk/>
          <pc:sldMk cId="837123314" sldId="2588"/>
        </pc:sldMkLst>
        <pc:spChg chg="mod">
          <ac:chgData name="Reuben Stephen" userId="6a6eda1f0b9c2b70" providerId="LiveId" clId="{0BAA3B9D-DD00-42B3-8ABD-CEC17112987C}" dt="2025-09-05T14:38:07.634" v="562" actId="20577"/>
          <ac:spMkLst>
            <pc:docMk/>
            <pc:sldMk cId="837123314" sldId="2588"/>
            <ac:spMk id="2" creationId="{94A57BD2-F5D2-2370-4D08-4ECBB5453000}"/>
          </ac:spMkLst>
        </pc:spChg>
        <pc:spChg chg="mod">
          <ac:chgData name="Reuben Stephen" userId="6a6eda1f0b9c2b70" providerId="LiveId" clId="{0BAA3B9D-DD00-42B3-8ABD-CEC17112987C}" dt="2025-09-05T14:37:22.894" v="551" actId="1076"/>
          <ac:spMkLst>
            <pc:docMk/>
            <pc:sldMk cId="837123314" sldId="2588"/>
            <ac:spMk id="3" creationId="{F47884BC-DEE9-F50A-FB32-362C7F2E4465}"/>
          </ac:spMkLst>
        </pc:spChg>
        <pc:spChg chg="mod">
          <ac:chgData name="Reuben Stephen" userId="6a6eda1f0b9c2b70" providerId="LiveId" clId="{0BAA3B9D-DD00-42B3-8ABD-CEC17112987C}" dt="2025-09-05T14:37:20.427" v="550" actId="1076"/>
          <ac:spMkLst>
            <pc:docMk/>
            <pc:sldMk cId="837123314" sldId="2588"/>
            <ac:spMk id="4" creationId="{A33EE586-7133-F495-B22F-4C8F2C08AEA6}"/>
          </ac:spMkLst>
        </pc:spChg>
        <pc:spChg chg="mod">
          <ac:chgData name="Reuben Stephen" userId="6a6eda1f0b9c2b70" providerId="LiveId" clId="{0BAA3B9D-DD00-42B3-8ABD-CEC17112987C}" dt="2025-09-05T14:38:12.442" v="563" actId="20577"/>
          <ac:spMkLst>
            <pc:docMk/>
            <pc:sldMk cId="837123314" sldId="2588"/>
            <ac:spMk id="13" creationId="{3F035FA7-900E-97B2-B34A-FB5499F6CB9E}"/>
          </ac:spMkLst>
        </pc:spChg>
      </pc:sldChg>
      <pc:sldChg chg="modSp mod">
        <pc:chgData name="Reuben Stephen" userId="6a6eda1f0b9c2b70" providerId="LiveId" clId="{0BAA3B9D-DD00-42B3-8ABD-CEC17112987C}" dt="2025-09-05T14:38:33.783" v="569" actId="20577"/>
        <pc:sldMkLst>
          <pc:docMk/>
          <pc:sldMk cId="2582896643" sldId="2589"/>
        </pc:sldMkLst>
        <pc:spChg chg="mod">
          <ac:chgData name="Reuben Stephen" userId="6a6eda1f0b9c2b70" providerId="LiveId" clId="{0BAA3B9D-DD00-42B3-8ABD-CEC17112987C}" dt="2025-09-05T14:38:33.783" v="569" actId="20577"/>
          <ac:spMkLst>
            <pc:docMk/>
            <pc:sldMk cId="2582896643" sldId="2589"/>
            <ac:spMk id="3" creationId="{8EB103C4-7B9E-1293-DE20-E3C05837FC08}"/>
          </ac:spMkLst>
        </pc:spChg>
        <pc:spChg chg="mod">
          <ac:chgData name="Reuben Stephen" userId="6a6eda1f0b9c2b70" providerId="LiveId" clId="{0BAA3B9D-DD00-42B3-8ABD-CEC17112987C}" dt="2025-09-05T14:37:33.806" v="555" actId="403"/>
          <ac:spMkLst>
            <pc:docMk/>
            <pc:sldMk cId="2582896643" sldId="2589"/>
            <ac:spMk id="4" creationId="{9DFA8854-133C-F6E8-8AE0-28CD332B4FF9}"/>
          </ac:spMkLst>
        </pc:spChg>
        <pc:spChg chg="mod">
          <ac:chgData name="Reuben Stephen" userId="6a6eda1f0b9c2b70" providerId="LiveId" clId="{0BAA3B9D-DD00-42B3-8ABD-CEC17112987C}" dt="2025-09-05T14:38:22.972" v="564" actId="20577"/>
          <ac:spMkLst>
            <pc:docMk/>
            <pc:sldMk cId="2582896643" sldId="2589"/>
            <ac:spMk id="13" creationId="{DC9A3BB7-6CE7-A7F1-BE31-923CA8CB7820}"/>
          </ac:spMkLst>
        </pc:spChg>
      </pc:sldChg>
      <pc:sldChg chg="modSp mod">
        <pc:chgData name="Reuben Stephen" userId="6a6eda1f0b9c2b70" providerId="LiveId" clId="{0BAA3B9D-DD00-42B3-8ABD-CEC17112987C}" dt="2025-09-05T14:38:55.801" v="573" actId="20577"/>
        <pc:sldMkLst>
          <pc:docMk/>
          <pc:sldMk cId="2302657353" sldId="2590"/>
        </pc:sldMkLst>
        <pc:spChg chg="mod">
          <ac:chgData name="Reuben Stephen" userId="6a6eda1f0b9c2b70" providerId="LiveId" clId="{0BAA3B9D-DD00-42B3-8ABD-CEC17112987C}" dt="2025-09-05T14:38:42.294" v="571" actId="6549"/>
          <ac:spMkLst>
            <pc:docMk/>
            <pc:sldMk cId="2302657353" sldId="2590"/>
            <ac:spMk id="3" creationId="{0CF95DE0-7A7E-6541-74DF-C5202A9612EB}"/>
          </ac:spMkLst>
        </pc:spChg>
        <pc:spChg chg="mod">
          <ac:chgData name="Reuben Stephen" userId="6a6eda1f0b9c2b70" providerId="LiveId" clId="{0BAA3B9D-DD00-42B3-8ABD-CEC17112987C}" dt="2025-09-05T14:38:46.702" v="572" actId="403"/>
          <ac:spMkLst>
            <pc:docMk/>
            <pc:sldMk cId="2302657353" sldId="2590"/>
            <ac:spMk id="4" creationId="{16317A30-DDF2-5EE4-58D1-87864D54E09D}"/>
          </ac:spMkLst>
        </pc:spChg>
        <pc:spChg chg="mod">
          <ac:chgData name="Reuben Stephen" userId="6a6eda1f0b9c2b70" providerId="LiveId" clId="{0BAA3B9D-DD00-42B3-8ABD-CEC17112987C}" dt="2025-09-05T14:38:55.801" v="573" actId="20577"/>
          <ac:spMkLst>
            <pc:docMk/>
            <pc:sldMk cId="2302657353" sldId="2590"/>
            <ac:spMk id="13" creationId="{0AA157DE-C2E2-5848-73EB-F285FA8C177E}"/>
          </ac:spMkLst>
        </pc:spChg>
      </pc:sldChg>
      <pc:sldChg chg="modSp mod">
        <pc:chgData name="Reuben Stephen" userId="6a6eda1f0b9c2b70" providerId="LiveId" clId="{0BAA3B9D-DD00-42B3-8ABD-CEC17112987C}" dt="2025-09-05T14:39:07.948" v="578" actId="403"/>
        <pc:sldMkLst>
          <pc:docMk/>
          <pc:sldMk cId="314193542" sldId="2591"/>
        </pc:sldMkLst>
        <pc:spChg chg="mod">
          <ac:chgData name="Reuben Stephen" userId="6a6eda1f0b9c2b70" providerId="LiveId" clId="{0BAA3B9D-DD00-42B3-8ABD-CEC17112987C}" dt="2025-09-05T14:39:04.721" v="577" actId="6549"/>
          <ac:spMkLst>
            <pc:docMk/>
            <pc:sldMk cId="314193542" sldId="2591"/>
            <ac:spMk id="3" creationId="{D51F6A14-30D4-51BA-D40C-F97660E31035}"/>
          </ac:spMkLst>
        </pc:spChg>
        <pc:spChg chg="mod">
          <ac:chgData name="Reuben Stephen" userId="6a6eda1f0b9c2b70" providerId="LiveId" clId="{0BAA3B9D-DD00-42B3-8ABD-CEC17112987C}" dt="2025-09-05T14:39:07.948" v="578" actId="403"/>
          <ac:spMkLst>
            <pc:docMk/>
            <pc:sldMk cId="314193542" sldId="2591"/>
            <ac:spMk id="4" creationId="{EE89B2C9-568B-9E22-E8B4-C10831D69497}"/>
          </ac:spMkLst>
        </pc:spChg>
        <pc:spChg chg="mod">
          <ac:chgData name="Reuben Stephen" userId="6a6eda1f0b9c2b70" providerId="LiveId" clId="{0BAA3B9D-DD00-42B3-8ABD-CEC17112987C}" dt="2025-09-05T14:38:59.037" v="574" actId="20577"/>
          <ac:spMkLst>
            <pc:docMk/>
            <pc:sldMk cId="314193542" sldId="2591"/>
            <ac:spMk id="13" creationId="{CC4D1327-2361-E93A-E190-90E72AA7F355}"/>
          </ac:spMkLst>
        </pc:spChg>
      </pc:sldChg>
      <pc:sldChg chg="modSp mod">
        <pc:chgData name="Reuben Stephen" userId="6a6eda1f0b9c2b70" providerId="LiveId" clId="{0BAA3B9D-DD00-42B3-8ABD-CEC17112987C}" dt="2025-09-05T14:07:36.759" v="363" actId="20577"/>
        <pc:sldMkLst>
          <pc:docMk/>
          <pc:sldMk cId="904749228" sldId="2592"/>
        </pc:sldMkLst>
        <pc:spChg chg="mod">
          <ac:chgData name="Reuben Stephen" userId="6a6eda1f0b9c2b70" providerId="LiveId" clId="{0BAA3B9D-DD00-42B3-8ABD-CEC17112987C}" dt="2025-09-05T14:02:27.830" v="362" actId="20577"/>
          <ac:spMkLst>
            <pc:docMk/>
            <pc:sldMk cId="904749228" sldId="2592"/>
            <ac:spMk id="6" creationId="{2B6D9A41-677C-F6C0-6435-64566490CA45}"/>
          </ac:spMkLst>
        </pc:spChg>
        <pc:spChg chg="mod">
          <ac:chgData name="Reuben Stephen" userId="6a6eda1f0b9c2b70" providerId="LiveId" clId="{0BAA3B9D-DD00-42B3-8ABD-CEC17112987C}" dt="2025-09-05T13:45:27.569" v="325" actId="1076"/>
          <ac:spMkLst>
            <pc:docMk/>
            <pc:sldMk cId="904749228" sldId="2592"/>
            <ac:spMk id="9" creationId="{EC37BD93-F89F-B34F-BB03-7B2C0BB6AE14}"/>
          </ac:spMkLst>
        </pc:spChg>
        <pc:spChg chg="mod">
          <ac:chgData name="Reuben Stephen" userId="6a6eda1f0b9c2b70" providerId="LiveId" clId="{0BAA3B9D-DD00-42B3-8ABD-CEC17112987C}" dt="2025-09-05T14:07:36.759" v="363" actId="20577"/>
          <ac:spMkLst>
            <pc:docMk/>
            <pc:sldMk cId="904749228" sldId="2592"/>
            <ac:spMk id="10" creationId="{97404975-513C-47D1-5E07-21A365DF9BF9}"/>
          </ac:spMkLst>
        </pc:spChg>
      </pc:sldChg>
      <pc:sldChg chg="modSp mod">
        <pc:chgData name="Reuben Stephen" userId="6a6eda1f0b9c2b70" providerId="LiveId" clId="{0BAA3B9D-DD00-42B3-8ABD-CEC17112987C}" dt="2025-09-05T14:08:46.888" v="381"/>
        <pc:sldMkLst>
          <pc:docMk/>
          <pc:sldMk cId="2410336032" sldId="2593"/>
        </pc:sldMkLst>
        <pc:spChg chg="mod">
          <ac:chgData name="Reuben Stephen" userId="6a6eda1f0b9c2b70" providerId="LiveId" clId="{0BAA3B9D-DD00-42B3-8ABD-CEC17112987C}" dt="2025-09-05T14:08:46.888" v="381"/>
          <ac:spMkLst>
            <pc:docMk/>
            <pc:sldMk cId="2410336032" sldId="2593"/>
            <ac:spMk id="6" creationId="{00948BE4-3D7A-C988-CCF0-3541770B8D97}"/>
          </ac:spMkLst>
        </pc:spChg>
        <pc:spChg chg="mod">
          <ac:chgData name="Reuben Stephen" userId="6a6eda1f0b9c2b70" providerId="LiveId" clId="{0BAA3B9D-DD00-42B3-8ABD-CEC17112987C}" dt="2025-09-05T14:07:59.227" v="370" actId="1076"/>
          <ac:spMkLst>
            <pc:docMk/>
            <pc:sldMk cId="2410336032" sldId="2593"/>
            <ac:spMk id="9" creationId="{CD6A0180-9232-0835-5B0F-57741EF72EBA}"/>
          </ac:spMkLst>
        </pc:spChg>
        <pc:spChg chg="mod">
          <ac:chgData name="Reuben Stephen" userId="6a6eda1f0b9c2b70" providerId="LiveId" clId="{0BAA3B9D-DD00-42B3-8ABD-CEC17112987C}" dt="2025-09-05T14:07:51.556" v="367" actId="20577"/>
          <ac:spMkLst>
            <pc:docMk/>
            <pc:sldMk cId="2410336032" sldId="2593"/>
            <ac:spMk id="10" creationId="{C275458A-A28E-73C5-DB72-B0BE5E4C1230}"/>
          </ac:spMkLst>
        </pc:spChg>
      </pc:sldChg>
      <pc:sldChg chg="del">
        <pc:chgData name="Reuben Stephen" userId="6a6eda1f0b9c2b70" providerId="LiveId" clId="{0BAA3B9D-DD00-42B3-8ABD-CEC17112987C}" dt="2025-09-05T13:45:13.864" v="321" actId="47"/>
        <pc:sldMkLst>
          <pc:docMk/>
          <pc:sldMk cId="3360397397" sldId="2594"/>
        </pc:sldMkLst>
      </pc:sldChg>
      <pc:sldChg chg="del">
        <pc:chgData name="Reuben Stephen" userId="6a6eda1f0b9c2b70" providerId="LiveId" clId="{0BAA3B9D-DD00-42B3-8ABD-CEC17112987C}" dt="2025-09-05T14:07:48.381" v="366" actId="47"/>
        <pc:sldMkLst>
          <pc:docMk/>
          <pc:sldMk cId="1398752693" sldId="2595"/>
        </pc:sldMkLst>
      </pc:sldChg>
      <pc:sldChg chg="del">
        <pc:chgData name="Reuben Stephen" userId="6a6eda1f0b9c2b70" providerId="LiveId" clId="{0BAA3B9D-DD00-42B3-8ABD-CEC17112987C}" dt="2025-09-05T14:09:02.861" v="384" actId="47"/>
        <pc:sldMkLst>
          <pc:docMk/>
          <pc:sldMk cId="2917377743" sldId="2596"/>
        </pc:sldMkLst>
      </pc:sldChg>
      <pc:sldChg chg="modSp del mod">
        <pc:chgData name="Reuben Stephen" userId="6a6eda1f0b9c2b70" providerId="LiveId" clId="{0BAA3B9D-DD00-42B3-8ABD-CEC17112987C}" dt="2025-09-05T13:29:55.300" v="165" actId="47"/>
        <pc:sldMkLst>
          <pc:docMk/>
          <pc:sldMk cId="2345890991" sldId="2598"/>
        </pc:sldMkLst>
        <pc:spChg chg="mod">
          <ac:chgData name="Reuben Stephen" userId="6a6eda1f0b9c2b70" providerId="LiveId" clId="{0BAA3B9D-DD00-42B3-8ABD-CEC17112987C}" dt="2025-09-05T13:20:42.410" v="82" actId="14100"/>
          <ac:spMkLst>
            <pc:docMk/>
            <pc:sldMk cId="2345890991" sldId="2598"/>
            <ac:spMk id="7" creationId="{34B7DC8B-6EDD-66F5-36D2-8DAF147CE901}"/>
          </ac:spMkLst>
        </pc:spChg>
        <pc:spChg chg="mod">
          <ac:chgData name="Reuben Stephen" userId="6a6eda1f0b9c2b70" providerId="LiveId" clId="{0BAA3B9D-DD00-42B3-8ABD-CEC17112987C}" dt="2025-09-05T13:20:35.475" v="81" actId="14100"/>
          <ac:spMkLst>
            <pc:docMk/>
            <pc:sldMk cId="2345890991" sldId="2598"/>
            <ac:spMk id="10" creationId="{F96534B1-1891-8213-0132-2B8687D371C0}"/>
          </ac:spMkLst>
        </pc:spChg>
      </pc:sldChg>
      <pc:sldChg chg="modSp mod">
        <pc:chgData name="Reuben Stephen" userId="6a6eda1f0b9c2b70" providerId="LiveId" clId="{0BAA3B9D-DD00-42B3-8ABD-CEC17112987C}" dt="2025-09-05T13:37:47.024" v="264" actId="20577"/>
        <pc:sldMkLst>
          <pc:docMk/>
          <pc:sldMk cId="2221394601" sldId="2599"/>
        </pc:sldMkLst>
        <pc:spChg chg="mod">
          <ac:chgData name="Reuben Stephen" userId="6a6eda1f0b9c2b70" providerId="LiveId" clId="{0BAA3B9D-DD00-42B3-8ABD-CEC17112987C}" dt="2025-09-05T13:37:47.024" v="264" actId="20577"/>
          <ac:spMkLst>
            <pc:docMk/>
            <pc:sldMk cId="2221394601" sldId="2599"/>
            <ac:spMk id="2" creationId="{0B8E983B-037B-1CB2-43F1-4BABD3E6BEC9}"/>
          </ac:spMkLst>
        </pc:spChg>
        <pc:spChg chg="mod">
          <ac:chgData name="Reuben Stephen" userId="6a6eda1f0b9c2b70" providerId="LiveId" clId="{0BAA3B9D-DD00-42B3-8ABD-CEC17112987C}" dt="2025-09-05T13:33:03.460" v="210" actId="207"/>
          <ac:spMkLst>
            <pc:docMk/>
            <pc:sldMk cId="2221394601" sldId="2599"/>
            <ac:spMk id="7" creationId="{2169623C-D6A0-DC62-F365-74B1A233CEBF}"/>
          </ac:spMkLst>
        </pc:spChg>
        <pc:spChg chg="mod">
          <ac:chgData name="Reuben Stephen" userId="6a6eda1f0b9c2b70" providerId="LiveId" clId="{0BAA3B9D-DD00-42B3-8ABD-CEC17112987C}" dt="2025-09-05T13:33:06.998" v="211" actId="207"/>
          <ac:spMkLst>
            <pc:docMk/>
            <pc:sldMk cId="2221394601" sldId="2599"/>
            <ac:spMk id="10" creationId="{373681D3-A092-4964-590D-34EE9B4A13C6}"/>
          </ac:spMkLst>
        </pc:spChg>
      </pc:sldChg>
      <pc:sldChg chg="modSp mod">
        <pc:chgData name="Reuben Stephen" userId="6a6eda1f0b9c2b70" providerId="LiveId" clId="{0BAA3B9D-DD00-42B3-8ABD-CEC17112987C}" dt="2025-09-05T13:37:53.324" v="267" actId="20577"/>
        <pc:sldMkLst>
          <pc:docMk/>
          <pc:sldMk cId="179623643" sldId="2600"/>
        </pc:sldMkLst>
        <pc:spChg chg="mod">
          <ac:chgData name="Reuben Stephen" userId="6a6eda1f0b9c2b70" providerId="LiveId" clId="{0BAA3B9D-DD00-42B3-8ABD-CEC17112987C}" dt="2025-09-05T13:37:50.523" v="266" actId="20577"/>
          <ac:spMkLst>
            <pc:docMk/>
            <pc:sldMk cId="179623643" sldId="2600"/>
            <ac:spMk id="2" creationId="{81BB25DA-4E2E-5CCB-C36B-878CE8A4A522}"/>
          </ac:spMkLst>
        </pc:spChg>
        <pc:spChg chg="mod">
          <ac:chgData name="Reuben Stephen" userId="6a6eda1f0b9c2b70" providerId="LiveId" clId="{0BAA3B9D-DD00-42B3-8ABD-CEC17112987C}" dt="2025-09-05T13:33:12.903" v="212" actId="207"/>
          <ac:spMkLst>
            <pc:docMk/>
            <pc:sldMk cId="179623643" sldId="2600"/>
            <ac:spMk id="7" creationId="{653F6D83-3DAB-96B6-51D7-5C37C4941F61}"/>
          </ac:spMkLst>
        </pc:spChg>
        <pc:spChg chg="mod">
          <ac:chgData name="Reuben Stephen" userId="6a6eda1f0b9c2b70" providerId="LiveId" clId="{0BAA3B9D-DD00-42B3-8ABD-CEC17112987C}" dt="2025-09-05T13:33:54.057" v="214" actId="20577"/>
          <ac:spMkLst>
            <pc:docMk/>
            <pc:sldMk cId="179623643" sldId="2600"/>
            <ac:spMk id="10" creationId="{2DF8275B-CCBF-E5CE-A3B1-61F15F804904}"/>
          </ac:spMkLst>
        </pc:spChg>
        <pc:spChg chg="mod">
          <ac:chgData name="Reuben Stephen" userId="6a6eda1f0b9c2b70" providerId="LiveId" clId="{0BAA3B9D-DD00-42B3-8ABD-CEC17112987C}" dt="2025-09-05T13:37:53.324" v="267" actId="20577"/>
          <ac:spMkLst>
            <pc:docMk/>
            <pc:sldMk cId="179623643" sldId="2600"/>
            <ac:spMk id="11" creationId="{B6FB80AB-74D4-1ADD-BDB8-11C0687E76FF}"/>
          </ac:spMkLst>
        </pc:spChg>
      </pc:sldChg>
      <pc:sldChg chg="modSp mod">
        <pc:chgData name="Reuben Stephen" userId="6a6eda1f0b9c2b70" providerId="LiveId" clId="{0BAA3B9D-DD00-42B3-8ABD-CEC17112987C}" dt="2025-09-05T13:38:01.895" v="270" actId="20577"/>
        <pc:sldMkLst>
          <pc:docMk/>
          <pc:sldMk cId="1054732467" sldId="2601"/>
        </pc:sldMkLst>
        <pc:spChg chg="mod">
          <ac:chgData name="Reuben Stephen" userId="6a6eda1f0b9c2b70" providerId="LiveId" clId="{0BAA3B9D-DD00-42B3-8ABD-CEC17112987C}" dt="2025-09-05T13:37:58.877" v="269" actId="20577"/>
          <ac:spMkLst>
            <pc:docMk/>
            <pc:sldMk cId="1054732467" sldId="2601"/>
            <ac:spMk id="2" creationId="{CDFD9330-EA4B-9A50-C53F-BAE2D4C2BAED}"/>
          </ac:spMkLst>
        </pc:spChg>
        <pc:spChg chg="mod">
          <ac:chgData name="Reuben Stephen" userId="6a6eda1f0b9c2b70" providerId="LiveId" clId="{0BAA3B9D-DD00-42B3-8ABD-CEC17112987C}" dt="2025-09-05T13:34:25.954" v="231" actId="20577"/>
          <ac:spMkLst>
            <pc:docMk/>
            <pc:sldMk cId="1054732467" sldId="2601"/>
            <ac:spMk id="7" creationId="{EE6906A6-C192-056C-9683-C79A9F234F70}"/>
          </ac:spMkLst>
        </pc:spChg>
        <pc:spChg chg="mod">
          <ac:chgData name="Reuben Stephen" userId="6a6eda1f0b9c2b70" providerId="LiveId" clId="{0BAA3B9D-DD00-42B3-8ABD-CEC17112987C}" dt="2025-09-05T13:35:53.367" v="248" actId="207"/>
          <ac:spMkLst>
            <pc:docMk/>
            <pc:sldMk cId="1054732467" sldId="2601"/>
            <ac:spMk id="10" creationId="{BB636842-5154-475C-D52F-5548D0A8ACC7}"/>
          </ac:spMkLst>
        </pc:spChg>
        <pc:spChg chg="mod">
          <ac:chgData name="Reuben Stephen" userId="6a6eda1f0b9c2b70" providerId="LiveId" clId="{0BAA3B9D-DD00-42B3-8ABD-CEC17112987C}" dt="2025-09-05T13:38:01.895" v="270" actId="20577"/>
          <ac:spMkLst>
            <pc:docMk/>
            <pc:sldMk cId="1054732467" sldId="2601"/>
            <ac:spMk id="11" creationId="{1BB651F0-8BF4-2A60-ABCC-97A2E6E1F1E5}"/>
          </ac:spMkLst>
        </pc:spChg>
      </pc:sldChg>
      <pc:sldChg chg="modSp mod">
        <pc:chgData name="Reuben Stephen" userId="6a6eda1f0b9c2b70" providerId="LiveId" clId="{0BAA3B9D-DD00-42B3-8ABD-CEC17112987C}" dt="2025-09-05T13:38:09.828" v="273" actId="20577"/>
        <pc:sldMkLst>
          <pc:docMk/>
          <pc:sldMk cId="3400326199" sldId="2602"/>
        </pc:sldMkLst>
        <pc:spChg chg="mod">
          <ac:chgData name="Reuben Stephen" userId="6a6eda1f0b9c2b70" providerId="LiveId" clId="{0BAA3B9D-DD00-42B3-8ABD-CEC17112987C}" dt="2025-09-05T13:38:06.458" v="272" actId="20577"/>
          <ac:spMkLst>
            <pc:docMk/>
            <pc:sldMk cId="3400326199" sldId="2602"/>
            <ac:spMk id="2" creationId="{2E3CCD30-8EDD-6568-7CA9-7120EBF27829}"/>
          </ac:spMkLst>
        </pc:spChg>
        <pc:spChg chg="mod">
          <ac:chgData name="Reuben Stephen" userId="6a6eda1f0b9c2b70" providerId="LiveId" clId="{0BAA3B9D-DD00-42B3-8ABD-CEC17112987C}" dt="2025-09-05T13:37:27.205" v="260" actId="207"/>
          <ac:spMkLst>
            <pc:docMk/>
            <pc:sldMk cId="3400326199" sldId="2602"/>
            <ac:spMk id="7" creationId="{F63DC324-BE24-B7BD-B497-60F106C08430}"/>
          </ac:spMkLst>
        </pc:spChg>
        <pc:spChg chg="mod">
          <ac:chgData name="Reuben Stephen" userId="6a6eda1f0b9c2b70" providerId="LiveId" clId="{0BAA3B9D-DD00-42B3-8ABD-CEC17112987C}" dt="2025-09-05T13:37:19.252" v="259" actId="20577"/>
          <ac:spMkLst>
            <pc:docMk/>
            <pc:sldMk cId="3400326199" sldId="2602"/>
            <ac:spMk id="10" creationId="{49390698-41C5-0D1A-5586-F24AB9E0C3A5}"/>
          </ac:spMkLst>
        </pc:spChg>
        <pc:spChg chg="mod">
          <ac:chgData name="Reuben Stephen" userId="6a6eda1f0b9c2b70" providerId="LiveId" clId="{0BAA3B9D-DD00-42B3-8ABD-CEC17112987C}" dt="2025-09-05T13:38:09.828" v="273" actId="20577"/>
          <ac:spMkLst>
            <pc:docMk/>
            <pc:sldMk cId="3400326199" sldId="2602"/>
            <ac:spMk id="11" creationId="{4AE4D15B-ABDF-7C26-ACCD-6B9E949AF608}"/>
          </ac:spMkLst>
        </pc:spChg>
      </pc:sldChg>
      <pc:sldChg chg="modSp mod">
        <pc:chgData name="Reuben Stephen" userId="6a6eda1f0b9c2b70" providerId="LiveId" clId="{0BAA3B9D-DD00-42B3-8ABD-CEC17112987C}" dt="2025-09-05T13:43:20.914" v="299" actId="207"/>
        <pc:sldMkLst>
          <pc:docMk/>
          <pc:sldMk cId="2992673123" sldId="2603"/>
        </pc:sldMkLst>
        <pc:spChg chg="mod">
          <ac:chgData name="Reuben Stephen" userId="6a6eda1f0b9c2b70" providerId="LiveId" clId="{0BAA3B9D-DD00-42B3-8ABD-CEC17112987C}" dt="2025-09-05T13:43:20.914" v="299" actId="207"/>
          <ac:spMkLst>
            <pc:docMk/>
            <pc:sldMk cId="2992673123" sldId="2603"/>
            <ac:spMk id="7" creationId="{E6F745A6-F02D-217A-3B8D-6AB168FF29D0}"/>
          </ac:spMkLst>
        </pc:spChg>
        <pc:spChg chg="mod">
          <ac:chgData name="Reuben Stephen" userId="6a6eda1f0b9c2b70" providerId="LiveId" clId="{0BAA3B9D-DD00-42B3-8ABD-CEC17112987C}" dt="2025-09-05T13:43:17.150" v="298" actId="6549"/>
          <ac:spMkLst>
            <pc:docMk/>
            <pc:sldMk cId="2992673123" sldId="2603"/>
            <ac:spMk id="10" creationId="{B0E8CDC8-E782-4410-1F49-6F5A81404AD7}"/>
          </ac:spMkLst>
        </pc:spChg>
      </pc:sldChg>
      <pc:sldChg chg="modSp mod">
        <pc:chgData name="Reuben Stephen" userId="6a6eda1f0b9c2b70" providerId="LiveId" clId="{0BAA3B9D-DD00-42B3-8ABD-CEC17112987C}" dt="2025-09-05T13:42:39.874" v="292" actId="6549"/>
        <pc:sldMkLst>
          <pc:docMk/>
          <pc:sldMk cId="1042204961" sldId="2604"/>
        </pc:sldMkLst>
        <pc:spChg chg="mod">
          <ac:chgData name="Reuben Stephen" userId="6a6eda1f0b9c2b70" providerId="LiveId" clId="{0BAA3B9D-DD00-42B3-8ABD-CEC17112987C}" dt="2025-09-05T13:42:33.046" v="289" actId="2710"/>
          <ac:spMkLst>
            <pc:docMk/>
            <pc:sldMk cId="1042204961" sldId="2604"/>
            <ac:spMk id="7" creationId="{CD7F6110-B8BE-C14F-0A54-95D5B49BA69E}"/>
          </ac:spMkLst>
        </pc:spChg>
        <pc:spChg chg="mod">
          <ac:chgData name="Reuben Stephen" userId="6a6eda1f0b9c2b70" providerId="LiveId" clId="{0BAA3B9D-DD00-42B3-8ABD-CEC17112987C}" dt="2025-09-05T13:42:39.874" v="292" actId="6549"/>
          <ac:spMkLst>
            <pc:docMk/>
            <pc:sldMk cId="1042204961" sldId="2604"/>
            <ac:spMk id="10" creationId="{32662A11-4AA2-D47D-9C52-58693820AFE1}"/>
          </ac:spMkLst>
        </pc:spChg>
      </pc:sldChg>
      <pc:sldChg chg="modSp mod">
        <pc:chgData name="Reuben Stephen" userId="6a6eda1f0b9c2b70" providerId="LiveId" clId="{0BAA3B9D-DD00-42B3-8ABD-CEC17112987C}" dt="2025-09-05T13:43:59.368" v="309" actId="14100"/>
        <pc:sldMkLst>
          <pc:docMk/>
          <pc:sldMk cId="1793367228" sldId="2605"/>
        </pc:sldMkLst>
        <pc:spChg chg="mod">
          <ac:chgData name="Reuben Stephen" userId="6a6eda1f0b9c2b70" providerId="LiveId" clId="{0BAA3B9D-DD00-42B3-8ABD-CEC17112987C}" dt="2025-09-05T13:43:41.795" v="303" actId="207"/>
          <ac:spMkLst>
            <pc:docMk/>
            <pc:sldMk cId="1793367228" sldId="2605"/>
            <ac:spMk id="7" creationId="{E6F745A6-F02D-217A-3B8D-6AB168FF29D0}"/>
          </ac:spMkLst>
        </pc:spChg>
        <pc:spChg chg="mod">
          <ac:chgData name="Reuben Stephen" userId="6a6eda1f0b9c2b70" providerId="LiveId" clId="{0BAA3B9D-DD00-42B3-8ABD-CEC17112987C}" dt="2025-09-05T13:43:59.368" v="309" actId="14100"/>
          <ac:spMkLst>
            <pc:docMk/>
            <pc:sldMk cId="1793367228" sldId="2605"/>
            <ac:spMk id="10" creationId="{B0E8CDC8-E782-4410-1F49-6F5A81404AD7}"/>
          </ac:spMkLst>
        </pc:spChg>
      </pc:sldChg>
      <pc:sldChg chg="modSp add mod">
        <pc:chgData name="Reuben Stephen" userId="6a6eda1f0b9c2b70" providerId="LiveId" clId="{0BAA3B9D-DD00-42B3-8ABD-CEC17112987C}" dt="2025-09-05T13:37:43.344" v="262" actId="20577"/>
        <pc:sldMkLst>
          <pc:docMk/>
          <pc:sldMk cId="1412444364" sldId="2606"/>
        </pc:sldMkLst>
        <pc:spChg chg="mod">
          <ac:chgData name="Reuben Stephen" userId="6a6eda1f0b9c2b70" providerId="LiveId" clId="{0BAA3B9D-DD00-42B3-8ABD-CEC17112987C}" dt="2025-09-05T13:37:43.344" v="262" actId="20577"/>
          <ac:spMkLst>
            <pc:docMk/>
            <pc:sldMk cId="1412444364" sldId="2606"/>
            <ac:spMk id="2" creationId="{39BB20BD-6FDC-D431-8372-416C9C55F4D5}"/>
          </ac:spMkLst>
        </pc:spChg>
        <pc:spChg chg="mod">
          <ac:chgData name="Reuben Stephen" userId="6a6eda1f0b9c2b70" providerId="LiveId" clId="{0BAA3B9D-DD00-42B3-8ABD-CEC17112987C}" dt="2025-09-05T13:32:55.654" v="208" actId="207"/>
          <ac:spMkLst>
            <pc:docMk/>
            <pc:sldMk cId="1412444364" sldId="2606"/>
            <ac:spMk id="7" creationId="{FB99FDA5-6132-CB47-A8AC-B981A301067E}"/>
          </ac:spMkLst>
        </pc:spChg>
        <pc:spChg chg="mod">
          <ac:chgData name="Reuben Stephen" userId="6a6eda1f0b9c2b70" providerId="LiveId" clId="{0BAA3B9D-DD00-42B3-8ABD-CEC17112987C}" dt="2025-09-05T13:35:09.446" v="239" actId="14100"/>
          <ac:spMkLst>
            <pc:docMk/>
            <pc:sldMk cId="1412444364" sldId="2606"/>
            <ac:spMk id="10" creationId="{ABE495D8-4564-F522-A46F-312727AC97D9}"/>
          </ac:spMkLst>
        </pc:spChg>
        <pc:spChg chg="mod">
          <ac:chgData name="Reuben Stephen" userId="6a6eda1f0b9c2b70" providerId="LiveId" clId="{0BAA3B9D-DD00-42B3-8ABD-CEC17112987C}" dt="2025-09-05T13:29:59.735" v="166" actId="20577"/>
          <ac:spMkLst>
            <pc:docMk/>
            <pc:sldMk cId="1412444364" sldId="2606"/>
            <ac:spMk id="11" creationId="{508BF005-D426-5657-19A7-596587A43E0D}"/>
          </ac:spMkLst>
        </pc:spChg>
      </pc:sldChg>
      <pc:sldChg chg="modSp add mod">
        <pc:chgData name="Reuben Stephen" userId="6a6eda1f0b9c2b70" providerId="LiveId" clId="{0BAA3B9D-DD00-42B3-8ABD-CEC17112987C}" dt="2025-09-05T13:45:17.356" v="322" actId="20577"/>
        <pc:sldMkLst>
          <pc:docMk/>
          <pc:sldMk cId="3850353382" sldId="2607"/>
        </pc:sldMkLst>
        <pc:spChg chg="mod">
          <ac:chgData name="Reuben Stephen" userId="6a6eda1f0b9c2b70" providerId="LiveId" clId="{0BAA3B9D-DD00-42B3-8ABD-CEC17112987C}" dt="2025-09-05T13:45:17.356" v="322" actId="20577"/>
          <ac:spMkLst>
            <pc:docMk/>
            <pc:sldMk cId="3850353382" sldId="2607"/>
            <ac:spMk id="5" creationId="{9D2DA790-2438-37B5-3B58-01CE06CCE40F}"/>
          </ac:spMkLst>
        </pc:spChg>
      </pc:sldChg>
      <pc:sldChg chg="modSp add mod">
        <pc:chgData name="Reuben Stephen" userId="6a6eda1f0b9c2b70" providerId="LiveId" clId="{0BAA3B9D-DD00-42B3-8ABD-CEC17112987C}" dt="2025-09-05T14:07:44.236" v="365" actId="20577"/>
        <pc:sldMkLst>
          <pc:docMk/>
          <pc:sldMk cId="1576089744" sldId="2608"/>
        </pc:sldMkLst>
        <pc:spChg chg="mod">
          <ac:chgData name="Reuben Stephen" userId="6a6eda1f0b9c2b70" providerId="LiveId" clId="{0BAA3B9D-DD00-42B3-8ABD-CEC17112987C}" dt="2025-09-05T14:07:44.236" v="365" actId="20577"/>
          <ac:spMkLst>
            <pc:docMk/>
            <pc:sldMk cId="1576089744" sldId="2608"/>
            <ac:spMk id="5" creationId="{18C1FAB0-7AC0-E18D-FB59-5638A2191DE2}"/>
          </ac:spMkLst>
        </pc:spChg>
      </pc:sldChg>
      <pc:sldChg chg="modSp add mod">
        <pc:chgData name="Reuben Stephen" userId="6a6eda1f0b9c2b70" providerId="LiveId" clId="{0BAA3B9D-DD00-42B3-8ABD-CEC17112987C}" dt="2025-09-05T14:08:59.890" v="383" actId="20577"/>
        <pc:sldMkLst>
          <pc:docMk/>
          <pc:sldMk cId="3348974923" sldId="2609"/>
        </pc:sldMkLst>
        <pc:spChg chg="mod">
          <ac:chgData name="Reuben Stephen" userId="6a6eda1f0b9c2b70" providerId="LiveId" clId="{0BAA3B9D-DD00-42B3-8ABD-CEC17112987C}" dt="2025-09-05T14:08:59.890" v="383" actId="20577"/>
          <ac:spMkLst>
            <pc:docMk/>
            <pc:sldMk cId="3348974923" sldId="2609"/>
            <ac:spMk id="5" creationId="{05808BF3-9473-BF84-2B1C-D544D0AB6702}"/>
          </ac:spMkLst>
        </pc:spChg>
      </pc:sldChg>
    </pc:docChg>
  </pc:docChgLst>
  <pc:docChgLst>
    <pc:chgData name="Sini Mathew" userId="3875fe58a975fc01" providerId="LiveId" clId="{9CC5D18F-469F-4F2A-B398-86DEB9AB8528}"/>
    <pc:docChg chg="custSel addSld delSld modSld">
      <pc:chgData name="Sini Mathew" userId="3875fe58a975fc01" providerId="LiveId" clId="{9CC5D18F-469F-4F2A-B398-86DEB9AB8528}" dt="2025-08-27T08:24:29.067" v="60" actId="14100"/>
      <pc:docMkLst>
        <pc:docMk/>
      </pc:docMkLst>
      <pc:sldChg chg="modSp mod">
        <pc:chgData name="Sini Mathew" userId="3875fe58a975fc01" providerId="LiveId" clId="{9CC5D18F-469F-4F2A-B398-86DEB9AB8528}" dt="2025-08-27T08:17:20.132" v="23" actId="255"/>
        <pc:sldMkLst>
          <pc:docMk/>
          <pc:sldMk cId="2329691217" sldId="511"/>
        </pc:sldMkLst>
        <pc:spChg chg="mod">
          <ac:chgData name="Sini Mathew" userId="3875fe58a975fc01" providerId="LiveId" clId="{9CC5D18F-469F-4F2A-B398-86DEB9AB8528}" dt="2025-08-27T08:17:20.132" v="23" actId="255"/>
          <ac:spMkLst>
            <pc:docMk/>
            <pc:sldMk cId="2329691217" sldId="511"/>
            <ac:spMk id="2" creationId="{A310C7A2-B140-7C31-BCBA-76CAF5F59BEF}"/>
          </ac:spMkLst>
        </pc:spChg>
      </pc:sldChg>
      <pc:sldChg chg="modSp mod">
        <pc:chgData name="Sini Mathew" userId="3875fe58a975fc01" providerId="LiveId" clId="{9CC5D18F-469F-4F2A-B398-86DEB9AB8528}" dt="2025-08-27T08:18:10.595" v="46" actId="6549"/>
        <pc:sldMkLst>
          <pc:docMk/>
          <pc:sldMk cId="347759732" sldId="952"/>
        </pc:sldMkLst>
        <pc:spChg chg="mod">
          <ac:chgData name="Sini Mathew" userId="3875fe58a975fc01" providerId="LiveId" clId="{9CC5D18F-469F-4F2A-B398-86DEB9AB8528}" dt="2025-08-27T08:18:10.595" v="46" actId="6549"/>
          <ac:spMkLst>
            <pc:docMk/>
            <pc:sldMk cId="347759732" sldId="952"/>
            <ac:spMk id="3" creationId="{6DD02174-DEBC-400F-A4DF-B2DD71DE45B9}"/>
          </ac:spMkLst>
        </pc:spChg>
      </pc:sldChg>
      <pc:sldChg chg="addSp delSp modSp mod">
        <pc:chgData name="Sini Mathew" userId="3875fe58a975fc01" providerId="LiveId" clId="{9CC5D18F-469F-4F2A-B398-86DEB9AB8528}" dt="2025-08-27T08:24:29.067" v="60" actId="14100"/>
        <pc:sldMkLst>
          <pc:docMk/>
          <pc:sldMk cId="2430628198" sldId="1888"/>
        </pc:sldMkLst>
        <pc:spChg chg="add mod">
          <ac:chgData name="Sini Mathew" userId="3875fe58a975fc01" providerId="LiveId" clId="{9CC5D18F-469F-4F2A-B398-86DEB9AB8528}" dt="2025-08-27T08:24:29.067" v="60" actId="14100"/>
          <ac:spMkLst>
            <pc:docMk/>
            <pc:sldMk cId="2430628198" sldId="1888"/>
            <ac:spMk id="5" creationId="{7CD81CCF-1708-4AC7-9D99-94E49D7642C1}"/>
          </ac:spMkLst>
        </pc:spChg>
      </pc:sldChg>
      <pc:sldChg chg="addSp delSp modSp mod">
        <pc:chgData name="Sini Mathew" userId="3875fe58a975fc01" providerId="LiveId" clId="{9CC5D18F-469F-4F2A-B398-86DEB9AB8528}" dt="2025-08-27T08:18:36.207" v="52" actId="1076"/>
        <pc:sldMkLst>
          <pc:docMk/>
          <pc:sldMk cId="3780779953" sldId="2228"/>
        </pc:sldMkLst>
        <pc:spChg chg="add mod">
          <ac:chgData name="Sini Mathew" userId="3875fe58a975fc01" providerId="LiveId" clId="{9CC5D18F-469F-4F2A-B398-86DEB9AB8528}" dt="2025-08-27T08:18:24.336" v="49" actId="1076"/>
          <ac:spMkLst>
            <pc:docMk/>
            <pc:sldMk cId="3780779953" sldId="2228"/>
            <ac:spMk id="3" creationId="{439B7278-8459-1697-88A8-4033F7961FA9}"/>
          </ac:spMkLst>
        </pc:spChg>
        <pc:spChg chg="add mod">
          <ac:chgData name="Sini Mathew" userId="3875fe58a975fc01" providerId="LiveId" clId="{9CC5D18F-469F-4F2A-B398-86DEB9AB8528}" dt="2025-08-27T08:18:36.207" v="52" actId="1076"/>
          <ac:spMkLst>
            <pc:docMk/>
            <pc:sldMk cId="3780779953" sldId="2228"/>
            <ac:spMk id="7" creationId="{B0E5A7D4-028B-8BE6-880F-871EC4186588}"/>
          </ac:spMkLst>
        </pc:spChg>
      </pc:sldChg>
      <pc:sldChg chg="modSp mod">
        <pc:chgData name="Sini Mathew" userId="3875fe58a975fc01" providerId="LiveId" clId="{9CC5D18F-469F-4F2A-B398-86DEB9AB8528}" dt="2025-08-27T08:09:37.541" v="22" actId="20577"/>
        <pc:sldMkLst>
          <pc:docMk/>
          <pc:sldMk cId="878737466" sldId="2529"/>
        </pc:sldMkLst>
        <pc:spChg chg="mod">
          <ac:chgData name="Sini Mathew" userId="3875fe58a975fc01" providerId="LiveId" clId="{9CC5D18F-469F-4F2A-B398-86DEB9AB8528}" dt="2025-08-27T08:09:37.541" v="22" actId="20577"/>
          <ac:spMkLst>
            <pc:docMk/>
            <pc:sldMk cId="878737466" sldId="2529"/>
            <ac:spMk id="2" creationId="{00000000-0000-0000-0000-000000000000}"/>
          </ac:spMkLst>
        </pc:spChg>
      </pc:sldChg>
      <pc:sldChg chg="del">
        <pc:chgData name="Sini Mathew" userId="3875fe58a975fc01" providerId="LiveId" clId="{9CC5D18F-469F-4F2A-B398-86DEB9AB8528}" dt="2025-08-27T08:23:39.366" v="53" actId="47"/>
        <pc:sldMkLst>
          <pc:docMk/>
          <pc:sldMk cId="3906018364" sldId="2567"/>
        </pc:sldMkLst>
      </pc:sldChg>
      <pc:sldChg chg="del">
        <pc:chgData name="Sini Mathew" userId="3875fe58a975fc01" providerId="LiveId" clId="{9CC5D18F-469F-4F2A-B398-86DEB9AB8528}" dt="2025-08-27T08:23:40.553" v="54" actId="47"/>
        <pc:sldMkLst>
          <pc:docMk/>
          <pc:sldMk cId="3486427165" sldId="2568"/>
        </pc:sldMkLst>
      </pc:sldChg>
      <pc:sldChg chg="add">
        <pc:chgData name="Sini Mathew" userId="3875fe58a975fc01" providerId="LiveId" clId="{9CC5D18F-469F-4F2A-B398-86DEB9AB8528}" dt="2025-08-27T08:06:49.287" v="2" actId="2890"/>
        <pc:sldMkLst>
          <pc:docMk/>
          <pc:sldMk cId="1251021446" sldId="2569"/>
        </pc:sldMkLst>
      </pc:sldChg>
    </pc:docChg>
  </pc:docChgLst>
  <pc:docChgLst>
    <pc:chgData name="shaji mammen" userId="69a618d9c4dcde2c" providerId="Windows Live" clId="Web-{0AD591E6-03C5-68C1-B25E-CB8910A54310}"/>
    <pc:docChg chg="addSld modSld">
      <pc:chgData name="shaji mammen" userId="69a618d9c4dcde2c" providerId="Windows Live" clId="Web-{0AD591E6-03C5-68C1-B25E-CB8910A54310}" dt="2025-09-01T14:47:12.178" v="150" actId="20577"/>
      <pc:docMkLst>
        <pc:docMk/>
      </pc:docMkLst>
      <pc:sldChg chg="modSp">
        <pc:chgData name="shaji mammen" userId="69a618d9c4dcde2c" providerId="Windows Live" clId="Web-{0AD591E6-03C5-68C1-B25E-CB8910A54310}" dt="2025-09-01T13:58:09.520" v="2" actId="20577"/>
        <pc:sldMkLst>
          <pc:docMk/>
          <pc:sldMk cId="2941896406" sldId="2542"/>
        </pc:sldMkLst>
      </pc:sldChg>
      <pc:sldChg chg="modSp">
        <pc:chgData name="shaji mammen" userId="69a618d9c4dcde2c" providerId="Windows Live" clId="Web-{0AD591E6-03C5-68C1-B25E-CB8910A54310}" dt="2025-09-01T14:46:25.520" v="129" actId="20577"/>
        <pc:sldMkLst>
          <pc:docMk/>
          <pc:sldMk cId="502872916" sldId="2543"/>
        </pc:sldMkLst>
        <pc:spChg chg="mod">
          <ac:chgData name="shaji mammen" userId="69a618d9c4dcde2c" providerId="Windows Live" clId="Web-{0AD591E6-03C5-68C1-B25E-CB8910A54310}" dt="2025-09-01T14:46:25.520" v="129" actId="20577"/>
          <ac:spMkLst>
            <pc:docMk/>
            <pc:sldMk cId="502872916" sldId="2543"/>
            <ac:spMk id="6" creationId="{026C01C3-FA99-6AD2-068E-4EA3EF1EFEFE}"/>
          </ac:spMkLst>
        </pc:spChg>
      </pc:sldChg>
      <pc:sldChg chg="modSp">
        <pc:chgData name="shaji mammen" userId="69a618d9c4dcde2c" providerId="Windows Live" clId="Web-{0AD591E6-03C5-68C1-B25E-CB8910A54310}" dt="2025-09-01T14:46:29.848" v="132" actId="20577"/>
        <pc:sldMkLst>
          <pc:docMk/>
          <pc:sldMk cId="3222053443" sldId="2550"/>
        </pc:sldMkLst>
        <pc:spChg chg="mod">
          <ac:chgData name="shaji mammen" userId="69a618d9c4dcde2c" providerId="Windows Live" clId="Web-{0AD591E6-03C5-68C1-B25E-CB8910A54310}" dt="2025-09-01T14:46:29.848" v="132" actId="20577"/>
          <ac:spMkLst>
            <pc:docMk/>
            <pc:sldMk cId="3222053443" sldId="2550"/>
            <ac:spMk id="4" creationId="{8693D100-51EE-AEAB-1934-C58F2387E880}"/>
          </ac:spMkLst>
        </pc:spChg>
        <pc:spChg chg="mod">
          <ac:chgData name="shaji mammen" userId="69a618d9c4dcde2c" providerId="Windows Live" clId="Web-{0AD591E6-03C5-68C1-B25E-CB8910A54310}" dt="2025-09-01T14:19:05.220" v="100" actId="14100"/>
          <ac:spMkLst>
            <pc:docMk/>
            <pc:sldMk cId="3222053443" sldId="2550"/>
            <ac:spMk id="5" creationId="{DD5E66AA-E715-FC87-0B9C-F1C472D05CD4}"/>
          </ac:spMkLst>
        </pc:spChg>
        <pc:spChg chg="mod">
          <ac:chgData name="shaji mammen" userId="69a618d9c4dcde2c" providerId="Windows Live" clId="Web-{0AD591E6-03C5-68C1-B25E-CB8910A54310}" dt="2025-09-01T13:59:43.179" v="9" actId="20577"/>
          <ac:spMkLst>
            <pc:docMk/>
            <pc:sldMk cId="3222053443" sldId="2550"/>
            <ac:spMk id="11" creationId="{C9EE68C6-6DDD-11A6-76A4-0CAEFB0BC107}"/>
          </ac:spMkLst>
        </pc:spChg>
      </pc:sldChg>
      <pc:sldChg chg="modSp">
        <pc:chgData name="shaji mammen" userId="69a618d9c4dcde2c" providerId="Windows Live" clId="Web-{0AD591E6-03C5-68C1-B25E-CB8910A54310}" dt="2025-09-01T14:46:40.286" v="137" actId="20577"/>
        <pc:sldMkLst>
          <pc:docMk/>
          <pc:sldMk cId="843527850" sldId="2552"/>
        </pc:sldMkLst>
        <pc:spChg chg="mod">
          <ac:chgData name="shaji mammen" userId="69a618d9c4dcde2c" providerId="Windows Live" clId="Web-{0AD591E6-03C5-68C1-B25E-CB8910A54310}" dt="2025-09-01T14:46:40.286" v="137" actId="20577"/>
          <ac:spMkLst>
            <pc:docMk/>
            <pc:sldMk cId="843527850" sldId="2552"/>
            <ac:spMk id="4" creationId="{31BBEDD6-2E81-6F98-6372-90A09B70CEAE}"/>
          </ac:spMkLst>
        </pc:spChg>
        <pc:spChg chg="mod">
          <ac:chgData name="shaji mammen" userId="69a618d9c4dcde2c" providerId="Windows Live" clId="Web-{0AD591E6-03C5-68C1-B25E-CB8910A54310}" dt="2025-09-01T14:15:01.852" v="76" actId="20577"/>
          <ac:spMkLst>
            <pc:docMk/>
            <pc:sldMk cId="843527850" sldId="2552"/>
            <ac:spMk id="5" creationId="{9116B4BC-A623-7640-59B1-1A02D720A110}"/>
          </ac:spMkLst>
        </pc:spChg>
        <pc:spChg chg="mod">
          <ac:chgData name="shaji mammen" userId="69a618d9c4dcde2c" providerId="Windows Live" clId="Web-{0AD591E6-03C5-68C1-B25E-CB8910A54310}" dt="2025-09-01T14:11:20.235" v="48" actId="20577"/>
          <ac:spMkLst>
            <pc:docMk/>
            <pc:sldMk cId="843527850" sldId="2552"/>
            <ac:spMk id="11" creationId="{C1F7DFB9-F8CA-9740-78EC-6A2B43AEB03D}"/>
          </ac:spMkLst>
        </pc:spChg>
      </pc:sldChg>
      <pc:sldChg chg="modSp">
        <pc:chgData name="shaji mammen" userId="69a618d9c4dcde2c" providerId="Windows Live" clId="Web-{0AD591E6-03C5-68C1-B25E-CB8910A54310}" dt="2025-09-01T14:46:49.834" v="141" actId="20577"/>
        <pc:sldMkLst>
          <pc:docMk/>
          <pc:sldMk cId="511641275" sldId="2553"/>
        </pc:sldMkLst>
        <pc:spChg chg="mod">
          <ac:chgData name="shaji mammen" userId="69a618d9c4dcde2c" providerId="Windows Live" clId="Web-{0AD591E6-03C5-68C1-B25E-CB8910A54310}" dt="2025-09-01T14:46:49.834" v="141" actId="20577"/>
          <ac:spMkLst>
            <pc:docMk/>
            <pc:sldMk cId="511641275" sldId="2553"/>
            <ac:spMk id="4" creationId="{48A1797E-5F25-EE96-307D-CAC2443B3D82}"/>
          </ac:spMkLst>
        </pc:spChg>
        <pc:spChg chg="mod">
          <ac:chgData name="shaji mammen" userId="69a618d9c4dcde2c" providerId="Windows Live" clId="Web-{0AD591E6-03C5-68C1-B25E-CB8910A54310}" dt="2025-09-01T14:17:35.795" v="94" actId="20577"/>
          <ac:spMkLst>
            <pc:docMk/>
            <pc:sldMk cId="511641275" sldId="2553"/>
            <ac:spMk id="5" creationId="{BF411723-FA55-CDC6-CFD5-DFA8C85C2E13}"/>
          </ac:spMkLst>
        </pc:spChg>
        <pc:spChg chg="mod">
          <ac:chgData name="shaji mammen" userId="69a618d9c4dcde2c" providerId="Windows Live" clId="Web-{0AD591E6-03C5-68C1-B25E-CB8910A54310}" dt="2025-09-01T14:16:16.511" v="85" actId="20577"/>
          <ac:spMkLst>
            <pc:docMk/>
            <pc:sldMk cId="511641275" sldId="2553"/>
            <ac:spMk id="11" creationId="{1348C7F1-A392-22F3-3927-C197D8D410DE}"/>
          </ac:spMkLst>
        </pc:spChg>
      </pc:sldChg>
      <pc:sldChg chg="modSp">
        <pc:chgData name="shaji mammen" userId="69a618d9c4dcde2c" providerId="Windows Live" clId="Web-{0AD591E6-03C5-68C1-B25E-CB8910A54310}" dt="2025-09-01T14:46:56.584" v="144" actId="20577"/>
        <pc:sldMkLst>
          <pc:docMk/>
          <pc:sldMk cId="3743245928" sldId="2554"/>
        </pc:sldMkLst>
      </pc:sldChg>
      <pc:sldChg chg="modSp">
        <pc:chgData name="shaji mammen" userId="69a618d9c4dcde2c" providerId="Windows Live" clId="Web-{0AD591E6-03C5-68C1-B25E-CB8910A54310}" dt="2025-09-01T14:46:45.208" v="140" actId="20577"/>
        <pc:sldMkLst>
          <pc:docMk/>
          <pc:sldMk cId="60262653" sldId="2556"/>
        </pc:sldMkLst>
      </pc:sldChg>
      <pc:sldChg chg="modSp add replId">
        <pc:chgData name="shaji mammen" userId="69a618d9c4dcde2c" providerId="Windows Live" clId="Web-{0AD591E6-03C5-68C1-B25E-CB8910A54310}" dt="2025-09-01T14:46:35.052" v="134" actId="20577"/>
        <pc:sldMkLst>
          <pc:docMk/>
          <pc:sldMk cId="3668755841" sldId="2573"/>
        </pc:sldMkLst>
      </pc:sldChg>
      <pc:sldChg chg="modSp add replId">
        <pc:chgData name="shaji mammen" userId="69a618d9c4dcde2c" providerId="Windows Live" clId="Web-{0AD591E6-03C5-68C1-B25E-CB8910A54310}" dt="2025-09-01T14:47:03.850" v="147" actId="20577"/>
        <pc:sldMkLst>
          <pc:docMk/>
          <pc:sldMk cId="3067439013" sldId="2574"/>
        </pc:sldMkLst>
        <pc:spChg chg="mod">
          <ac:chgData name="shaji mammen" userId="69a618d9c4dcde2c" providerId="Windows Live" clId="Web-{0AD591E6-03C5-68C1-B25E-CB8910A54310}" dt="2025-09-01T14:47:03.850" v="147" actId="20577"/>
          <ac:spMkLst>
            <pc:docMk/>
            <pc:sldMk cId="3067439013" sldId="2574"/>
            <ac:spMk id="4" creationId="{38007371-25E2-88D1-D6A7-BB5E245EDD7E}"/>
          </ac:spMkLst>
        </pc:spChg>
        <pc:spChg chg="mod">
          <ac:chgData name="shaji mammen" userId="69a618d9c4dcde2c" providerId="Windows Live" clId="Web-{0AD591E6-03C5-68C1-B25E-CB8910A54310}" dt="2025-09-01T14:21:57.288" v="114"/>
          <ac:spMkLst>
            <pc:docMk/>
            <pc:sldMk cId="3067439013" sldId="2574"/>
            <ac:spMk id="5" creationId="{A4B9349A-9A7C-1F45-9E63-D2292D2E25E3}"/>
          </ac:spMkLst>
        </pc:spChg>
        <pc:spChg chg="mod">
          <ac:chgData name="shaji mammen" userId="69a618d9c4dcde2c" providerId="Windows Live" clId="Web-{0AD591E6-03C5-68C1-B25E-CB8910A54310}" dt="2025-09-01T14:20:57.661" v="110" actId="20577"/>
          <ac:spMkLst>
            <pc:docMk/>
            <pc:sldMk cId="3067439013" sldId="2574"/>
            <ac:spMk id="11" creationId="{82B1EB4A-827C-F347-D847-BB197C154255}"/>
          </ac:spMkLst>
        </pc:spChg>
      </pc:sldChg>
      <pc:sldChg chg="modSp add replId">
        <pc:chgData name="shaji mammen" userId="69a618d9c4dcde2c" providerId="Windows Live" clId="Web-{0AD591E6-03C5-68C1-B25E-CB8910A54310}" dt="2025-09-01T14:47:12.178" v="150" actId="20577"/>
        <pc:sldMkLst>
          <pc:docMk/>
          <pc:sldMk cId="950132722" sldId="2575"/>
        </pc:sldMkLst>
      </pc:sldChg>
    </pc:docChg>
  </pc:docChgLst>
  <pc:docChgLst>
    <pc:chgData name="shaji mammen" userId="69a618d9c4dcde2c" providerId="Windows Live" clId="Web-{BDD54256-FD4A-6129-3E3F-A1FD4C72CB1A}"/>
    <pc:docChg chg="addSld delSld modSld">
      <pc:chgData name="shaji mammen" userId="69a618d9c4dcde2c" providerId="Windows Live" clId="Web-{BDD54256-FD4A-6129-3E3F-A1FD4C72CB1A}" dt="2025-08-31T15:13:46.843" v="676"/>
      <pc:docMkLst>
        <pc:docMk/>
      </pc:docMkLst>
      <pc:sldChg chg="modSp">
        <pc:chgData name="shaji mammen" userId="69a618d9c4dcde2c" providerId="Windows Live" clId="Web-{BDD54256-FD4A-6129-3E3F-A1FD4C72CB1A}" dt="2025-08-30T14:25:49.173" v="667" actId="20577"/>
        <pc:sldMkLst>
          <pc:docMk/>
          <pc:sldMk cId="996924738" sldId="528"/>
        </pc:sldMkLst>
      </pc:sldChg>
      <pc:sldChg chg="modSp">
        <pc:chgData name="shaji mammen" userId="69a618d9c4dcde2c" providerId="Windows Live" clId="Web-{BDD54256-FD4A-6129-3E3F-A1FD4C72CB1A}" dt="2025-08-30T14:02:14.091" v="548" actId="1076"/>
        <pc:sldMkLst>
          <pc:docMk/>
          <pc:sldMk cId="3368756669" sldId="1545"/>
        </pc:sldMkLst>
        <pc:spChg chg="mod">
          <ac:chgData name="shaji mammen" userId="69a618d9c4dcde2c" providerId="Windows Live" clId="Web-{BDD54256-FD4A-6129-3E3F-A1FD4C72CB1A}" dt="2025-08-30T13:52:32.248" v="391" actId="20577"/>
          <ac:spMkLst>
            <pc:docMk/>
            <pc:sldMk cId="3368756669" sldId="1545"/>
            <ac:spMk id="2" creationId="{69072751-0DFD-E04D-8DBC-6192EE4B4B2A}"/>
          </ac:spMkLst>
        </pc:spChg>
        <pc:spChg chg="mod">
          <ac:chgData name="shaji mammen" userId="69a618d9c4dcde2c" providerId="Windows Live" clId="Web-{BDD54256-FD4A-6129-3E3F-A1FD4C72CB1A}" dt="2025-08-30T13:48:32.617" v="322" actId="20577"/>
          <ac:spMkLst>
            <pc:docMk/>
            <pc:sldMk cId="3368756669" sldId="1545"/>
            <ac:spMk id="3" creationId="{22CF0560-3F22-41A3-82CC-2D2BAD840D7B}"/>
          </ac:spMkLst>
        </pc:spChg>
        <pc:spChg chg="mod">
          <ac:chgData name="shaji mammen" userId="69a618d9c4dcde2c" providerId="Windows Live" clId="Web-{BDD54256-FD4A-6129-3E3F-A1FD4C72CB1A}" dt="2025-08-30T14:02:14.091" v="548" actId="1076"/>
          <ac:spMkLst>
            <pc:docMk/>
            <pc:sldMk cId="3368756669" sldId="1545"/>
            <ac:spMk id="4" creationId="{B59A55C3-6162-42A2-B11B-78D558091B4A}"/>
          </ac:spMkLst>
        </pc:spChg>
      </pc:sldChg>
      <pc:sldChg chg="add">
        <pc:chgData name="shaji mammen" userId="69a618d9c4dcde2c" providerId="Windows Live" clId="Web-{BDD54256-FD4A-6129-3E3F-A1FD4C72CB1A}" dt="2025-08-31T15:13:46.186" v="668"/>
        <pc:sldMkLst>
          <pc:docMk/>
          <pc:sldMk cId="2073351709" sldId="1649"/>
        </pc:sldMkLst>
      </pc:sldChg>
      <pc:sldChg chg="add">
        <pc:chgData name="shaji mammen" userId="69a618d9c4dcde2c" providerId="Windows Live" clId="Web-{BDD54256-FD4A-6129-3E3F-A1FD4C72CB1A}" dt="2025-08-31T15:13:46.296" v="669"/>
        <pc:sldMkLst>
          <pc:docMk/>
          <pc:sldMk cId="2386726509" sldId="1689"/>
        </pc:sldMkLst>
      </pc:sldChg>
      <pc:sldChg chg="add">
        <pc:chgData name="shaji mammen" userId="69a618d9c4dcde2c" providerId="Windows Live" clId="Web-{BDD54256-FD4A-6129-3E3F-A1FD4C72CB1A}" dt="2025-08-31T15:13:46.389" v="670"/>
        <pc:sldMkLst>
          <pc:docMk/>
          <pc:sldMk cId="3040895271" sldId="1758"/>
        </pc:sldMkLst>
      </pc:sldChg>
      <pc:sldChg chg="add">
        <pc:chgData name="shaji mammen" userId="69a618d9c4dcde2c" providerId="Windows Live" clId="Web-{BDD54256-FD4A-6129-3E3F-A1FD4C72CB1A}" dt="2025-08-31T15:13:46.468" v="671"/>
        <pc:sldMkLst>
          <pc:docMk/>
          <pc:sldMk cId="3696153613" sldId="1759"/>
        </pc:sldMkLst>
      </pc:sldChg>
      <pc:sldChg chg="add">
        <pc:chgData name="shaji mammen" userId="69a618d9c4dcde2c" providerId="Windows Live" clId="Web-{BDD54256-FD4A-6129-3E3F-A1FD4C72CB1A}" dt="2025-08-31T15:13:46.546" v="672"/>
        <pc:sldMkLst>
          <pc:docMk/>
          <pc:sldMk cId="3575758634" sldId="1760"/>
        </pc:sldMkLst>
      </pc:sldChg>
      <pc:sldChg chg="add">
        <pc:chgData name="shaji mammen" userId="69a618d9c4dcde2c" providerId="Windows Live" clId="Web-{BDD54256-FD4A-6129-3E3F-A1FD4C72CB1A}" dt="2025-08-31T15:13:46.608" v="673"/>
        <pc:sldMkLst>
          <pc:docMk/>
          <pc:sldMk cId="3057697972" sldId="1761"/>
        </pc:sldMkLst>
      </pc:sldChg>
      <pc:sldChg chg="add">
        <pc:chgData name="shaji mammen" userId="69a618d9c4dcde2c" providerId="Windows Live" clId="Web-{BDD54256-FD4A-6129-3E3F-A1FD4C72CB1A}" dt="2025-08-31T15:13:46.686" v="674"/>
        <pc:sldMkLst>
          <pc:docMk/>
          <pc:sldMk cId="4100383940" sldId="1762"/>
        </pc:sldMkLst>
      </pc:sldChg>
      <pc:sldChg chg="add">
        <pc:chgData name="shaji mammen" userId="69a618d9c4dcde2c" providerId="Windows Live" clId="Web-{BDD54256-FD4A-6129-3E3F-A1FD4C72CB1A}" dt="2025-08-31T15:13:46.765" v="675"/>
        <pc:sldMkLst>
          <pc:docMk/>
          <pc:sldMk cId="631600823" sldId="1763"/>
        </pc:sldMkLst>
      </pc:sldChg>
      <pc:sldChg chg="add">
        <pc:chgData name="shaji mammen" userId="69a618d9c4dcde2c" providerId="Windows Live" clId="Web-{BDD54256-FD4A-6129-3E3F-A1FD4C72CB1A}" dt="2025-08-31T15:13:46.843" v="676"/>
        <pc:sldMkLst>
          <pc:docMk/>
          <pc:sldMk cId="3749661622" sldId="1764"/>
        </pc:sldMkLst>
      </pc:sldChg>
      <pc:sldChg chg="modSp">
        <pc:chgData name="shaji mammen" userId="69a618d9c4dcde2c" providerId="Windows Live" clId="Web-{BDD54256-FD4A-6129-3E3F-A1FD4C72CB1A}" dt="2025-08-30T14:11:33.792" v="665" actId="1076"/>
        <pc:sldMkLst>
          <pc:docMk/>
          <pc:sldMk cId="2430628198" sldId="1888"/>
        </pc:sldMkLst>
        <pc:spChg chg="mod">
          <ac:chgData name="shaji mammen" userId="69a618d9c4dcde2c" providerId="Windows Live" clId="Web-{BDD54256-FD4A-6129-3E3F-A1FD4C72CB1A}" dt="2025-08-30T14:11:06.292" v="664" actId="20577"/>
          <ac:spMkLst>
            <pc:docMk/>
            <pc:sldMk cId="2430628198" sldId="1888"/>
            <ac:spMk id="2" creationId="{69072751-0DFD-E04D-8DBC-6192EE4B4B2A}"/>
          </ac:spMkLst>
        </pc:spChg>
        <pc:spChg chg="mod">
          <ac:chgData name="shaji mammen" userId="69a618d9c4dcde2c" providerId="Windows Live" clId="Web-{BDD54256-FD4A-6129-3E3F-A1FD4C72CB1A}" dt="2025-08-30T14:11:33.792" v="665" actId="1076"/>
          <ac:spMkLst>
            <pc:docMk/>
            <pc:sldMk cId="2430628198" sldId="1888"/>
            <ac:spMk id="5" creationId="{7CD81CCF-1708-4AC7-9D99-94E49D7642C1}"/>
          </ac:spMkLst>
        </pc:spChg>
        <pc:spChg chg="mod">
          <ac:chgData name="shaji mammen" userId="69a618d9c4dcde2c" providerId="Windows Live" clId="Web-{BDD54256-FD4A-6129-3E3F-A1FD4C72CB1A}" dt="2025-08-30T14:10:10.165" v="651" actId="20577"/>
          <ac:spMkLst>
            <pc:docMk/>
            <pc:sldMk cId="2430628198" sldId="1888"/>
            <ac:spMk id="6" creationId="{05910A4F-B842-1063-B538-A5D4E268884D}"/>
          </ac:spMkLst>
        </pc:spChg>
      </pc:sldChg>
      <pc:sldChg chg="delSp modSp">
        <pc:chgData name="shaji mammen" userId="69a618d9c4dcde2c" providerId="Windows Live" clId="Web-{BDD54256-FD4A-6129-3E3F-A1FD4C72CB1A}" dt="2025-08-30T13:16:49.038" v="62" actId="20577"/>
        <pc:sldMkLst>
          <pc:docMk/>
          <pc:sldMk cId="4046410781" sldId="2127"/>
        </pc:sldMkLst>
        <pc:spChg chg="mod">
          <ac:chgData name="shaji mammen" userId="69a618d9c4dcde2c" providerId="Windows Live" clId="Web-{BDD54256-FD4A-6129-3E3F-A1FD4C72CB1A}" dt="2025-08-30T13:15:07.066" v="51" actId="20577"/>
          <ac:spMkLst>
            <pc:docMk/>
            <pc:sldMk cId="4046410781" sldId="2127"/>
            <ac:spMk id="2" creationId="{449640D6-A24B-09A1-4FED-9139A446DDCA}"/>
          </ac:spMkLst>
        </pc:spChg>
        <pc:spChg chg="mod">
          <ac:chgData name="shaji mammen" userId="69a618d9c4dcde2c" providerId="Windows Live" clId="Web-{BDD54256-FD4A-6129-3E3F-A1FD4C72CB1A}" dt="2025-08-30T13:16:49.038" v="62" actId="20577"/>
          <ac:spMkLst>
            <pc:docMk/>
            <pc:sldMk cId="4046410781" sldId="2127"/>
            <ac:spMk id="5" creationId="{726B0097-91C4-5FB0-4E23-F379E290453E}"/>
          </ac:spMkLst>
        </pc:spChg>
        <pc:spChg chg="mod">
          <ac:chgData name="shaji mammen" userId="69a618d9c4dcde2c" providerId="Windows Live" clId="Web-{BDD54256-FD4A-6129-3E3F-A1FD4C72CB1A}" dt="2025-08-30T13:14:36.738" v="47" actId="20577"/>
          <ac:spMkLst>
            <pc:docMk/>
            <pc:sldMk cId="4046410781" sldId="2127"/>
            <ac:spMk id="12" creationId="{68F1D7EB-0773-4AEA-08EA-3371F7148245}"/>
          </ac:spMkLst>
        </pc:spChg>
      </pc:sldChg>
      <pc:sldChg chg="addSp delSp modSp">
        <pc:chgData name="shaji mammen" userId="69a618d9c4dcde2c" providerId="Windows Live" clId="Web-{BDD54256-FD4A-6129-3E3F-A1FD4C72CB1A}" dt="2025-08-30T13:26:49.851" v="98"/>
        <pc:sldMkLst>
          <pc:docMk/>
          <pc:sldMk cId="1278113787" sldId="2128"/>
        </pc:sldMkLst>
        <pc:spChg chg="mod">
          <ac:chgData name="shaji mammen" userId="69a618d9c4dcde2c" providerId="Windows Live" clId="Web-{BDD54256-FD4A-6129-3E3F-A1FD4C72CB1A}" dt="2025-08-30T13:18:24.696" v="64" actId="20577"/>
          <ac:spMkLst>
            <pc:docMk/>
            <pc:sldMk cId="1278113787" sldId="2128"/>
            <ac:spMk id="2" creationId="{2A7BDA80-E738-DD19-3300-61CD767417FE}"/>
          </ac:spMkLst>
        </pc:spChg>
        <pc:spChg chg="mod">
          <ac:chgData name="shaji mammen" userId="69a618d9c4dcde2c" providerId="Windows Live" clId="Web-{BDD54256-FD4A-6129-3E3F-A1FD4C72CB1A}" dt="2025-08-30T13:26:39.866" v="95" actId="1076"/>
          <ac:spMkLst>
            <pc:docMk/>
            <pc:sldMk cId="1278113787" sldId="2128"/>
            <ac:spMk id="5" creationId="{8C863216-045F-8329-CDF9-485999340A9F}"/>
          </ac:spMkLst>
        </pc:spChg>
        <pc:spChg chg="mod">
          <ac:chgData name="shaji mammen" userId="69a618d9c4dcde2c" providerId="Windows Live" clId="Web-{BDD54256-FD4A-6129-3E3F-A1FD4C72CB1A}" dt="2025-08-30T13:25:33.958" v="86" actId="14100"/>
          <ac:spMkLst>
            <pc:docMk/>
            <pc:sldMk cId="1278113787" sldId="2128"/>
            <ac:spMk id="12" creationId="{88F4B2BD-87D6-30F3-4DE9-508D01EF9A25}"/>
          </ac:spMkLst>
        </pc:spChg>
      </pc:sldChg>
      <pc:sldChg chg="delSp modSp">
        <pc:chgData name="shaji mammen" userId="69a618d9c4dcde2c" providerId="Windows Live" clId="Web-{BDD54256-FD4A-6129-3E3F-A1FD4C72CB1A}" dt="2025-08-30T13:33:13.516" v="164" actId="20577"/>
        <pc:sldMkLst>
          <pc:docMk/>
          <pc:sldMk cId="616756977" sldId="2129"/>
        </pc:sldMkLst>
        <pc:spChg chg="mod">
          <ac:chgData name="shaji mammen" userId="69a618d9c4dcde2c" providerId="Windows Live" clId="Web-{BDD54256-FD4A-6129-3E3F-A1FD4C72CB1A}" dt="2025-08-30T13:18:33.603" v="66" actId="20577"/>
          <ac:spMkLst>
            <pc:docMk/>
            <pc:sldMk cId="616756977" sldId="2129"/>
            <ac:spMk id="2" creationId="{8FA42A20-A48C-FD0D-24A1-AF886DDA9BB2}"/>
          </ac:spMkLst>
        </pc:spChg>
        <pc:spChg chg="mod">
          <ac:chgData name="shaji mammen" userId="69a618d9c4dcde2c" providerId="Windows Live" clId="Web-{BDD54256-FD4A-6129-3E3F-A1FD4C72CB1A}" dt="2025-08-30T13:31:44.327" v="114" actId="20577"/>
          <ac:spMkLst>
            <pc:docMk/>
            <pc:sldMk cId="616756977" sldId="2129"/>
            <ac:spMk id="5" creationId="{15B7F004-7DED-8987-7F5D-BD659FC46ADF}"/>
          </ac:spMkLst>
        </pc:spChg>
        <pc:spChg chg="mod">
          <ac:chgData name="shaji mammen" userId="69a618d9c4dcde2c" providerId="Windows Live" clId="Web-{BDD54256-FD4A-6129-3E3F-A1FD4C72CB1A}" dt="2025-08-30T13:33:13.516" v="164" actId="20577"/>
          <ac:spMkLst>
            <pc:docMk/>
            <pc:sldMk cId="616756977" sldId="2129"/>
            <ac:spMk id="12" creationId="{518E15F4-4EE9-65FE-8644-BA65174FE0A0}"/>
          </ac:spMkLst>
        </pc:spChg>
      </pc:sldChg>
      <pc:sldChg chg="delSp modSp">
        <pc:chgData name="shaji mammen" userId="69a618d9c4dcde2c" providerId="Windows Live" clId="Web-{BDD54256-FD4A-6129-3E3F-A1FD4C72CB1A}" dt="2025-08-30T13:39:30.182" v="225" actId="1076"/>
        <pc:sldMkLst>
          <pc:docMk/>
          <pc:sldMk cId="3667561014" sldId="2130"/>
        </pc:sldMkLst>
        <pc:spChg chg="mod">
          <ac:chgData name="shaji mammen" userId="69a618d9c4dcde2c" providerId="Windows Live" clId="Web-{BDD54256-FD4A-6129-3E3F-A1FD4C72CB1A}" dt="2025-08-30T13:18:40.540" v="68" actId="20577"/>
          <ac:spMkLst>
            <pc:docMk/>
            <pc:sldMk cId="3667561014" sldId="2130"/>
            <ac:spMk id="2" creationId="{5D224F16-9A81-DEFE-BB49-223A73BF0158}"/>
          </ac:spMkLst>
        </pc:spChg>
        <pc:spChg chg="mod">
          <ac:chgData name="shaji mammen" userId="69a618d9c4dcde2c" providerId="Windows Live" clId="Web-{BDD54256-FD4A-6129-3E3F-A1FD4C72CB1A}" dt="2025-08-30T13:39:30.182" v="225" actId="1076"/>
          <ac:spMkLst>
            <pc:docMk/>
            <pc:sldMk cId="3667561014" sldId="2130"/>
            <ac:spMk id="5" creationId="{11C4A1CD-E871-3C06-AECC-E0FA1BB58762}"/>
          </ac:spMkLst>
        </pc:spChg>
        <pc:spChg chg="mod">
          <ac:chgData name="shaji mammen" userId="69a618d9c4dcde2c" providerId="Windows Live" clId="Web-{BDD54256-FD4A-6129-3E3F-A1FD4C72CB1A}" dt="2025-08-30T13:34:44.628" v="210" actId="20577"/>
          <ac:spMkLst>
            <pc:docMk/>
            <pc:sldMk cId="3667561014" sldId="2130"/>
            <ac:spMk id="12" creationId="{C1585363-9F7B-619B-FF46-6702E813D77C}"/>
          </ac:spMkLst>
        </pc:spChg>
      </pc:sldChg>
      <pc:sldChg chg="modSp">
        <pc:chgData name="shaji mammen" userId="69a618d9c4dcde2c" providerId="Windows Live" clId="Web-{BDD54256-FD4A-6129-3E3F-A1FD4C72CB1A}" dt="2025-08-30T13:43:22.250" v="248" actId="20577"/>
        <pc:sldMkLst>
          <pc:docMk/>
          <pc:sldMk cId="3780779953" sldId="2228"/>
        </pc:sldMkLst>
        <pc:spChg chg="mod">
          <ac:chgData name="shaji mammen" userId="69a618d9c4dcde2c" providerId="Windows Live" clId="Web-{BDD54256-FD4A-6129-3E3F-A1FD4C72CB1A}" dt="2025-08-30T13:43:22.250" v="248" actId="20577"/>
          <ac:spMkLst>
            <pc:docMk/>
            <pc:sldMk cId="3780779953" sldId="2228"/>
            <ac:spMk id="2" creationId="{28119393-2E07-9BA8-3601-874709AD6190}"/>
          </ac:spMkLst>
        </pc:spChg>
      </pc:sldChg>
      <pc:sldChg chg="delSp modSp">
        <pc:chgData name="shaji mammen" userId="69a618d9c4dcde2c" providerId="Windows Live" clId="Web-{BDD54256-FD4A-6129-3E3F-A1FD4C72CB1A}" dt="2025-08-30T13:40:54.856" v="228" actId="20577"/>
        <pc:sldMkLst>
          <pc:docMk/>
          <pc:sldMk cId="878737466" sldId="2529"/>
        </pc:sldMkLst>
        <pc:spChg chg="mod">
          <ac:chgData name="shaji mammen" userId="69a618d9c4dcde2c" providerId="Windows Live" clId="Web-{BDD54256-FD4A-6129-3E3F-A1FD4C72CB1A}" dt="2025-08-30T13:40:54.856" v="228" actId="20577"/>
          <ac:spMkLst>
            <pc:docMk/>
            <pc:sldMk cId="878737466" sldId="2529"/>
            <ac:spMk id="5" creationId="{7DAD38E4-2FFE-92B6-2E7F-5AE5C074EC16}"/>
          </ac:spMkLst>
        </pc:spChg>
        <pc:spChg chg="mod">
          <ac:chgData name="shaji mammen" userId="69a618d9c4dcde2c" providerId="Windows Live" clId="Web-{BDD54256-FD4A-6129-3E3F-A1FD4C72CB1A}" dt="2025-08-30T13:07:05.600" v="8" actId="20577"/>
          <ac:spMkLst>
            <pc:docMk/>
            <pc:sldMk cId="878737466" sldId="2529"/>
            <ac:spMk id="12" creationId="{7905A2DF-1131-91B8-F9F4-29C2BA98F4E1}"/>
          </ac:spMkLst>
        </pc:spChg>
      </pc:sldChg>
      <pc:sldChg chg="modSp">
        <pc:chgData name="shaji mammen" userId="69a618d9c4dcde2c" providerId="Windows Live" clId="Web-{BDD54256-FD4A-6129-3E3F-A1FD4C72CB1A}" dt="2025-08-30T14:06:11.363" v="639" actId="20577"/>
        <pc:sldMkLst>
          <pc:docMk/>
          <pc:sldMk cId="2878167523" sldId="2530"/>
        </pc:sldMkLst>
        <pc:spChg chg="mod">
          <ac:chgData name="shaji mammen" userId="69a618d9c4dcde2c" providerId="Windows Live" clId="Web-{BDD54256-FD4A-6129-3E3F-A1FD4C72CB1A}" dt="2025-08-30T14:06:11.363" v="639" actId="20577"/>
          <ac:spMkLst>
            <pc:docMk/>
            <pc:sldMk cId="2878167523" sldId="2530"/>
            <ac:spMk id="3" creationId="{AA329FEA-70BD-3426-4FD8-749CA82CB5F0}"/>
          </ac:spMkLst>
        </pc:spChg>
      </pc:sldChg>
      <pc:sldChg chg="modSp">
        <pc:chgData name="shaji mammen" userId="69a618d9c4dcde2c" providerId="Windows Live" clId="Web-{BDD54256-FD4A-6129-3E3F-A1FD4C72CB1A}" dt="2025-08-30T13:42:32.342" v="239" actId="20577"/>
        <pc:sldMkLst>
          <pc:docMk/>
          <pc:sldMk cId="2529940584" sldId="2531"/>
        </pc:sldMkLst>
        <pc:spChg chg="mod">
          <ac:chgData name="shaji mammen" userId="69a618d9c4dcde2c" providerId="Windows Live" clId="Web-{BDD54256-FD4A-6129-3E3F-A1FD4C72CB1A}" dt="2025-08-30T13:42:32.342" v="239" actId="20577"/>
          <ac:spMkLst>
            <pc:docMk/>
            <pc:sldMk cId="2529940584" sldId="2531"/>
            <ac:spMk id="3" creationId="{4C08F0CF-E130-1E56-09B5-C304D8804A80}"/>
          </ac:spMkLst>
        </pc:spChg>
      </pc:sldChg>
      <pc:sldChg chg="modSp">
        <pc:chgData name="shaji mammen" userId="69a618d9c4dcde2c" providerId="Windows Live" clId="Web-{BDD54256-FD4A-6129-3E3F-A1FD4C72CB1A}" dt="2025-08-30T14:02:07.794" v="547" actId="1076"/>
        <pc:sldMkLst>
          <pc:docMk/>
          <pc:sldMk cId="937874253" sldId="2532"/>
        </pc:sldMkLst>
        <pc:spChg chg="mod">
          <ac:chgData name="shaji mammen" userId="69a618d9c4dcde2c" providerId="Windows Live" clId="Web-{BDD54256-FD4A-6129-3E3F-A1FD4C72CB1A}" dt="2025-08-30T13:52:51.061" v="398" actId="20577"/>
          <ac:spMkLst>
            <pc:docMk/>
            <pc:sldMk cId="937874253" sldId="2532"/>
            <ac:spMk id="2" creationId="{434D166F-8C42-B5CB-96A9-1BD6ECD0667D}"/>
          </ac:spMkLst>
        </pc:spChg>
        <pc:spChg chg="mod">
          <ac:chgData name="shaji mammen" userId="69a618d9c4dcde2c" providerId="Windows Live" clId="Web-{BDD54256-FD4A-6129-3E3F-A1FD4C72CB1A}" dt="2025-08-30T13:50:55.776" v="374" actId="20577"/>
          <ac:spMkLst>
            <pc:docMk/>
            <pc:sldMk cId="937874253" sldId="2532"/>
            <ac:spMk id="3" creationId="{43F6199C-DC54-66EF-B9B4-045016E5D1C8}"/>
          </ac:spMkLst>
        </pc:spChg>
        <pc:spChg chg="mod">
          <ac:chgData name="shaji mammen" userId="69a618d9c4dcde2c" providerId="Windows Live" clId="Web-{BDD54256-FD4A-6129-3E3F-A1FD4C72CB1A}" dt="2025-08-30T14:02:07.794" v="547" actId="1076"/>
          <ac:spMkLst>
            <pc:docMk/>
            <pc:sldMk cId="937874253" sldId="2532"/>
            <ac:spMk id="4" creationId="{E68AE9A2-88F0-C5AF-881A-601E59E98B3A}"/>
          </ac:spMkLst>
        </pc:spChg>
      </pc:sldChg>
      <pc:sldChg chg="modSp">
        <pc:chgData name="shaji mammen" userId="69a618d9c4dcde2c" providerId="Windows Live" clId="Web-{BDD54256-FD4A-6129-3E3F-A1FD4C72CB1A}" dt="2025-08-30T14:02:00.575" v="546" actId="1076"/>
        <pc:sldMkLst>
          <pc:docMk/>
          <pc:sldMk cId="3833528310" sldId="2533"/>
        </pc:sldMkLst>
        <pc:spChg chg="mod">
          <ac:chgData name="shaji mammen" userId="69a618d9c4dcde2c" providerId="Windows Live" clId="Web-{BDD54256-FD4A-6129-3E3F-A1FD4C72CB1A}" dt="2025-08-30T13:55:57.239" v="462" actId="20577"/>
          <ac:spMkLst>
            <pc:docMk/>
            <pc:sldMk cId="3833528310" sldId="2533"/>
            <ac:spMk id="2" creationId="{951CA544-5179-8CC3-F37C-54381CDD3BEB}"/>
          </ac:spMkLst>
        </pc:spChg>
        <pc:spChg chg="mod">
          <ac:chgData name="shaji mammen" userId="69a618d9c4dcde2c" providerId="Windows Live" clId="Web-{BDD54256-FD4A-6129-3E3F-A1FD4C72CB1A}" dt="2025-08-30T13:55:04.112" v="457" actId="20577"/>
          <ac:spMkLst>
            <pc:docMk/>
            <pc:sldMk cId="3833528310" sldId="2533"/>
            <ac:spMk id="3" creationId="{43B954FC-F59E-A29E-4A49-49B5611E0152}"/>
          </ac:spMkLst>
        </pc:spChg>
        <pc:spChg chg="mod">
          <ac:chgData name="shaji mammen" userId="69a618d9c4dcde2c" providerId="Windows Live" clId="Web-{BDD54256-FD4A-6129-3E3F-A1FD4C72CB1A}" dt="2025-08-30T14:02:00.575" v="546" actId="1076"/>
          <ac:spMkLst>
            <pc:docMk/>
            <pc:sldMk cId="3833528310" sldId="2533"/>
            <ac:spMk id="4" creationId="{6AA26CAF-880D-EDA2-FDCF-C35151702633}"/>
          </ac:spMkLst>
        </pc:spChg>
      </pc:sldChg>
      <pc:sldChg chg="modSp">
        <pc:chgData name="shaji mammen" userId="69a618d9c4dcde2c" providerId="Windows Live" clId="Web-{BDD54256-FD4A-6129-3E3F-A1FD4C72CB1A}" dt="2025-08-30T14:01:53.700" v="545" actId="1076"/>
        <pc:sldMkLst>
          <pc:docMk/>
          <pc:sldMk cId="4132870420" sldId="2534"/>
        </pc:sldMkLst>
        <pc:spChg chg="mod">
          <ac:chgData name="shaji mammen" userId="69a618d9c4dcde2c" providerId="Windows Live" clId="Web-{BDD54256-FD4A-6129-3E3F-A1FD4C72CB1A}" dt="2025-08-30T13:56:12.911" v="467" actId="20577"/>
          <ac:spMkLst>
            <pc:docMk/>
            <pc:sldMk cId="4132870420" sldId="2534"/>
            <ac:spMk id="2" creationId="{9FEBCA21-6728-77E3-3CF8-ECB6026EBC64}"/>
          </ac:spMkLst>
        </pc:spChg>
        <pc:spChg chg="mod">
          <ac:chgData name="shaji mammen" userId="69a618d9c4dcde2c" providerId="Windows Live" clId="Web-{BDD54256-FD4A-6129-3E3F-A1FD4C72CB1A}" dt="2025-08-30T14:00:24.495" v="537" actId="20577"/>
          <ac:spMkLst>
            <pc:docMk/>
            <pc:sldMk cId="4132870420" sldId="2534"/>
            <ac:spMk id="3" creationId="{6FF0ACA4-2882-EDCE-A6F5-FDD7D2F9B1E0}"/>
          </ac:spMkLst>
        </pc:spChg>
        <pc:spChg chg="mod">
          <ac:chgData name="shaji mammen" userId="69a618d9c4dcde2c" providerId="Windows Live" clId="Web-{BDD54256-FD4A-6129-3E3F-A1FD4C72CB1A}" dt="2025-08-30T14:01:53.700" v="545" actId="1076"/>
          <ac:spMkLst>
            <pc:docMk/>
            <pc:sldMk cId="4132870420" sldId="2534"/>
            <ac:spMk id="4" creationId="{AB162D31-C3AB-BA14-3445-C2D90A377D47}"/>
          </ac:spMkLst>
        </pc:spChg>
      </pc:sldChg>
      <pc:sldChg chg="modSp">
        <pc:chgData name="shaji mammen" userId="69a618d9c4dcde2c" providerId="Windows Live" clId="Web-{BDD54256-FD4A-6129-3E3F-A1FD4C72CB1A}" dt="2025-08-30T14:03:57.250" v="608" actId="20577"/>
        <pc:sldMkLst>
          <pc:docMk/>
          <pc:sldMk cId="2860845061" sldId="2535"/>
        </pc:sldMkLst>
        <pc:spChg chg="mod">
          <ac:chgData name="shaji mammen" userId="69a618d9c4dcde2c" providerId="Windows Live" clId="Web-{BDD54256-FD4A-6129-3E3F-A1FD4C72CB1A}" dt="2025-08-30T13:56:30.161" v="474" actId="20577"/>
          <ac:spMkLst>
            <pc:docMk/>
            <pc:sldMk cId="2860845061" sldId="2535"/>
            <ac:spMk id="2" creationId="{D05E4496-85C2-708D-3678-8A39AD54437B}"/>
          </ac:spMkLst>
        </pc:spChg>
        <pc:spChg chg="mod">
          <ac:chgData name="shaji mammen" userId="69a618d9c4dcde2c" providerId="Windows Live" clId="Web-{BDD54256-FD4A-6129-3E3F-A1FD4C72CB1A}" dt="2025-08-30T14:03:57.250" v="608" actId="20577"/>
          <ac:spMkLst>
            <pc:docMk/>
            <pc:sldMk cId="2860845061" sldId="2535"/>
            <ac:spMk id="3" creationId="{7680250F-EB54-9933-03AC-C5E84A63B6A7}"/>
          </ac:spMkLst>
        </pc:spChg>
        <pc:spChg chg="mod">
          <ac:chgData name="shaji mammen" userId="69a618d9c4dcde2c" providerId="Windows Live" clId="Web-{BDD54256-FD4A-6129-3E3F-A1FD4C72CB1A}" dt="2025-08-30T14:01:42.919" v="544" actId="1076"/>
          <ac:spMkLst>
            <pc:docMk/>
            <pc:sldMk cId="2860845061" sldId="2535"/>
            <ac:spMk id="4" creationId="{CF3206F9-E890-58AC-0628-DDAF51E2655E}"/>
          </ac:spMkLst>
        </pc:spChg>
      </pc:sldChg>
      <pc:sldChg chg="modSp del">
        <pc:chgData name="shaji mammen" userId="69a618d9c4dcde2c" providerId="Windows Live" clId="Web-{BDD54256-FD4A-6129-3E3F-A1FD4C72CB1A}" dt="2025-08-30T14:00:33.589" v="538"/>
        <pc:sldMkLst>
          <pc:docMk/>
          <pc:sldMk cId="1339012502" sldId="2536"/>
        </pc:sldMkLst>
      </pc:sldChg>
      <pc:sldChg chg="del">
        <pc:chgData name="shaji mammen" userId="69a618d9c4dcde2c" providerId="Windows Live" clId="Web-{BDD54256-FD4A-6129-3E3F-A1FD4C72CB1A}" dt="2025-08-30T13:56:55.287" v="480"/>
        <pc:sldMkLst>
          <pc:docMk/>
          <pc:sldMk cId="3107852942" sldId="2538"/>
        </pc:sldMkLst>
      </pc:sldChg>
      <pc:sldChg chg="del">
        <pc:chgData name="shaji mammen" userId="69a618d9c4dcde2c" providerId="Windows Live" clId="Web-{BDD54256-FD4A-6129-3E3F-A1FD4C72CB1A}" dt="2025-08-30T13:56:55.287" v="481"/>
        <pc:sldMkLst>
          <pc:docMk/>
          <pc:sldMk cId="2760541648" sldId="2563"/>
        </pc:sldMkLst>
      </pc:sldChg>
      <pc:sldChg chg="add replId">
        <pc:chgData name="shaji mammen" userId="69a618d9c4dcde2c" providerId="Windows Live" clId="Web-{BDD54256-FD4A-6129-3E3F-A1FD4C72CB1A}" dt="2025-08-30T14:04:45.033" v="611"/>
        <pc:sldMkLst>
          <pc:docMk/>
          <pc:sldMk cId="1235129006" sldId="2570"/>
        </pc:sldMkLst>
      </pc:sldChg>
      <pc:sldChg chg="add del replId">
        <pc:chgData name="shaji mammen" userId="69a618d9c4dcde2c" providerId="Windows Live" clId="Web-{BDD54256-FD4A-6129-3E3F-A1FD4C72CB1A}" dt="2025-08-30T14:04:29.235" v="610"/>
        <pc:sldMkLst>
          <pc:docMk/>
          <pc:sldMk cId="2626802600" sldId="2570"/>
        </pc:sldMkLst>
      </pc:sldChg>
      <pc:sldChg chg="add replId">
        <pc:chgData name="shaji mammen" userId="69a618d9c4dcde2c" providerId="Windows Live" clId="Web-{BDD54256-FD4A-6129-3E3F-A1FD4C72CB1A}" dt="2025-08-30T14:04:51.986" v="612"/>
        <pc:sldMkLst>
          <pc:docMk/>
          <pc:sldMk cId="1410120791" sldId="2571"/>
        </pc:sldMkLst>
      </pc:sldChg>
      <pc:sldChg chg="add replId">
        <pc:chgData name="shaji mammen" userId="69a618d9c4dcde2c" providerId="Windows Live" clId="Web-{BDD54256-FD4A-6129-3E3F-A1FD4C72CB1A}" dt="2025-08-30T14:05:02.939" v="613"/>
        <pc:sldMkLst>
          <pc:docMk/>
          <pc:sldMk cId="3547887317" sldId="25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72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211F5-A38D-3C99-E2F1-9856C99F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D0C6-6ED3-E1CB-CB72-0BABD058F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FB9F4-92BE-79CA-C2B1-2078FD5CA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DFF68-F3FC-04FF-F7CF-F1C9ED636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793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34DE-E92C-8E7B-5561-D10E5305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8949C-FE5B-795A-7C2C-1C003C124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9FDAD-2FA4-4F2F-191C-8A7CCCE53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E044C-AC93-EFC1-DC2A-2D6405108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5361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22B0-2DA8-2AE6-BC5F-E3A387C6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83EB1-54AA-6568-E35E-9568C06F4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F8C77-36A6-3771-408C-2383954FB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2AAFA-44AC-AD3C-B4A9-784909235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863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F214-CD10-C852-15BF-1211AB50A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63422-1CCE-8F66-7260-2231BC501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83EDE-187C-1FBD-9B3F-92CD26C2A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85B4-4C99-6701-BF8A-CAC82AEDE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349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6EFF0-06FD-CC34-822A-68A0D2B8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1FE61-D1AA-84DC-C42F-B68CF1CDA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CBA75-5ABF-9236-4681-644022AF0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425C6-C8BF-0D79-C449-CB34F0C34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978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10FA4-5B68-A6DF-6394-CB1B3CC7EF93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>
                <a:latin typeface="Algerian" panose="04020705040A02060702" pitchFamily="82" charset="0"/>
              </a:rPr>
              <a:t>Senior Citizens Day</a:t>
            </a:r>
            <a:endParaRPr lang="en-US" sz="3200">
              <a:latin typeface="Algerian" panose="04020705040A02060702" pitchFamily="82" charset="0"/>
            </a:endParaRPr>
          </a:p>
          <a:p>
            <a:pPr algn="ctr"/>
            <a:endParaRPr lang="en-US" sz="2800"/>
          </a:p>
          <a:p>
            <a:pPr algn="ctr"/>
            <a:r>
              <a:rPr lang="en-US" sz="280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89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DB3394-51C5-1600-C74D-9C3799EB4105}"/>
              </a:ext>
            </a:extLst>
          </p:cNvPr>
          <p:cNvSpPr/>
          <p:nvPr userDrawn="1"/>
        </p:nvSpPr>
        <p:spPr>
          <a:xfrm>
            <a:off x="4346917" y="4986996"/>
            <a:ext cx="436098" cy="1354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775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03 August 2025</a:t>
            </a:r>
          </a:p>
        </p:txBody>
      </p:sp>
    </p:spTree>
    <p:extLst>
      <p:ext uri="{BB962C8B-B14F-4D97-AF65-F5344CB8AC3E}">
        <p14:creationId xmlns:p14="http://schemas.microsoft.com/office/powerpoint/2010/main" val="180014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0167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5423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6363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0006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90471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696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0277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1723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07823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2355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68524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21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838D85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8179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002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1683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10235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16099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23163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25560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62255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38231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61650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2535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3763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80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June 2025</a:t>
            </a:r>
          </a:p>
        </p:txBody>
      </p:sp>
    </p:spTree>
    <p:extLst>
      <p:ext uri="{BB962C8B-B14F-4D97-AF65-F5344CB8AC3E}">
        <p14:creationId xmlns:p14="http://schemas.microsoft.com/office/powerpoint/2010/main" val="201582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A35C0-E370-32B5-1E9B-723017E94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23" r:id="rId12"/>
    <p:sldLayoutId id="2147483837" r:id="rId13"/>
    <p:sldLayoutId id="2147483722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083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51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294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6" r:id="rId12"/>
    <p:sldLayoutId id="2147483850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10C7A2-B140-7C31-BCBA-76CAF5F59BEF}"/>
              </a:ext>
            </a:extLst>
          </p:cNvPr>
          <p:cNvSpPr txBox="1">
            <a:spLocks/>
          </p:cNvSpPr>
          <p:nvPr/>
        </p:nvSpPr>
        <p:spPr>
          <a:xfrm>
            <a:off x="-146038" y="458140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Sept 7th HQ( mal)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Theme:Senior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Citizens:Models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of God’s righteousness 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Opening:36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Yeshuve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dhyaanikumbol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njaan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B/A67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Ennodulla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nin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sarva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nammakalkaayi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Offertory279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Enikkayoruthama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Sambathehttps://youtu.be/O7_dtNd18ZE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Confession218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Swantham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ninakkini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Njaan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Yeshu Devahttps://youtu.be/vaz-BlVo9l4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Communion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315 Sneha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virunn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anubhavipaan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263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Kripayerrum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karthaavil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en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vishwasamhttps://youtu.be/35XM7HQ8e0Y?si=IBl2A_nSd7zusIKr182 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Jeevitha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yaathrakara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1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94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Enullil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ennum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vasichiduvaan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218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Swantham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ninakkini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Njaan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Yeshu Deva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67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Ennodulla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nin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sarva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Closing Dox IV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Daivame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 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anugrahikka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232969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0E412-B584-996E-7D02-E6E305F17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E9C2AE-2D54-26AE-915F-E161696CB66E}"/>
              </a:ext>
            </a:extLst>
          </p:cNvPr>
          <p:cNvSpPr txBox="1">
            <a:spLocks/>
          </p:cNvSpPr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No. 36</a:t>
            </a:r>
          </a:p>
        </p:txBody>
      </p:sp>
    </p:spTree>
    <p:extLst>
      <p:ext uri="{BB962C8B-B14F-4D97-AF65-F5344CB8AC3E}">
        <p14:creationId xmlns:p14="http://schemas.microsoft.com/office/powerpoint/2010/main" val="125102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36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1 of 5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2234208" y="2961140"/>
            <a:ext cx="5846324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tbipth [ym\n¡pt¼mÄ Rm³ </a:t>
            </a:r>
          </a:p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k</a:t>
            </a:r>
            <a:r>
              <a:rPr lang="en-US" sz="3200" dirty="0">
                <a:latin typeface="ML-TTKarthika" panose="04000000000000000000" pitchFamily="82" charset="0"/>
              </a:rPr>
              <a:t>´</a:t>
            </a:r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pãam\k³</a:t>
            </a:r>
          </a:p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Gähpw B\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vZ</a:t>
            </a:r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w Ah³ </a:t>
            </a:r>
          </a:p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F{X at\mlc³</a:t>
            </a:r>
            <a:endParaRPr lang="en-US" sz="3200" dirty="0">
              <a:latin typeface="ML-TTKarthik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1323882" y="827042"/>
            <a:ext cx="6496237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err="1">
                <a:latin typeface="Calibri"/>
                <a:ea typeface="Calibri"/>
                <a:cs typeface="Segoe UI"/>
              </a:rPr>
              <a:t>yeshuve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dhyanikkumbol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njan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santhushtamanasan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err="1">
                <a:latin typeface="Calibri"/>
                <a:ea typeface="Calibri"/>
                <a:cs typeface="Calibri"/>
              </a:rPr>
              <a:t>ettavum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aanandam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avan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endParaRPr lang="en-US" sz="2800">
              <a:latin typeface="Calibri"/>
              <a:ea typeface="Calibri"/>
              <a:cs typeface="Calibri"/>
            </a:endParaRPr>
          </a:p>
          <a:p>
            <a:r>
              <a:rPr lang="en-US" sz="2800" err="1">
                <a:latin typeface="Calibri"/>
                <a:ea typeface="Calibri"/>
                <a:cs typeface="Segoe UI"/>
              </a:rPr>
              <a:t>ethra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manoharan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8737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6A4A-C228-FF69-CC41-762C9BB8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40D6-A24B-09A1-4FED-9139A446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Opening Song – Hymn 36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D043F89-EF71-FC6A-184E-A7C5C7399A4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7C43C-13BC-E44C-668E-3E33C87FC7C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2 of 5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B0097-91C4-5FB0-4E23-F379E290453E}"/>
              </a:ext>
            </a:extLst>
          </p:cNvPr>
          <p:cNvSpPr txBox="1"/>
          <p:nvPr/>
        </p:nvSpPr>
        <p:spPr>
          <a:xfrm>
            <a:off x="2174400" y="2927913"/>
            <a:ext cx="5622587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lrZbw AXn¶oh®w </a:t>
            </a:r>
            <a:endParaRPr lang="en-US" sz="32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am[pcyw Gdp¶ </a:t>
            </a:r>
            <a:endParaRPr lang="en-US" sz="32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pt-BR" sz="3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bmsXmcp</a:t>
            </a:r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\</a:t>
            </a:r>
            <a:r>
              <a:rPr lang="pt-BR" sz="3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maanÃ</a:t>
            </a:r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</a:t>
            </a:r>
            <a:endParaRPr lang="en-US" sz="32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kzÀ`qXe</a:t>
            </a:r>
            <a:r>
              <a:rPr lang="en-US" sz="3200" dirty="0">
                <a:latin typeface="ML-TTKarthika" panose="04000000000000000000" pitchFamily="82" charset="0"/>
              </a:rPr>
              <a:t>§</a:t>
            </a:r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fnepw</a:t>
            </a:r>
            <a:endParaRPr lang="en-US" sz="3200" dirty="0" err="1">
              <a:latin typeface="ML-TTKarthik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1D7EB-0773-4AEA-08EA-3371F7148245}"/>
              </a:ext>
            </a:extLst>
          </p:cNvPr>
          <p:cNvSpPr txBox="1"/>
          <p:nvPr/>
        </p:nvSpPr>
        <p:spPr>
          <a:xfrm>
            <a:off x="1324800" y="827042"/>
            <a:ext cx="6004921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Segoe UI"/>
              </a:rPr>
              <a:t>hridayam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athinneevannam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</a:p>
          <a:p>
            <a:r>
              <a:rPr lang="en-US" sz="2800" dirty="0" err="1">
                <a:latin typeface="Calibri"/>
                <a:ea typeface="Calibri"/>
                <a:cs typeface="Calibri"/>
              </a:rPr>
              <a:t>madhuryam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erunna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 err="1">
                <a:latin typeface="Calibri"/>
                <a:ea typeface="Calibri"/>
                <a:cs typeface="Calibri"/>
              </a:rPr>
              <a:t>yathoru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namamilla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swarbhoothalangalilum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6410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46CD5-BA11-4249-F72E-0A91835D4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DA80-E738-DD19-3300-61CD7674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Opening Song – Hymn 36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AE5603-D841-3BD5-8EB0-F1CFB0B1D85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8219F-D797-75DD-9504-40800806AFA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3 of 5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63216-045F-8329-CDF9-485999340A9F}"/>
              </a:ext>
            </a:extLst>
          </p:cNvPr>
          <p:cNvSpPr txBox="1"/>
          <p:nvPr/>
        </p:nvSpPr>
        <p:spPr>
          <a:xfrm>
            <a:off x="2172510" y="2874750"/>
            <a:ext cx="4798978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{]nbw Gdp¶ \masa, </a:t>
            </a:r>
            <a:endParaRPr lang="en-US" sz="32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CubpeInÂ h¶p </a:t>
            </a:r>
            <a:endParaRPr lang="en-US" sz="32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kz</a:t>
            </a:r>
            <a:r>
              <a:rPr lang="en-US" sz="3200" dirty="0">
                <a:latin typeface="ML-TTKarthika" panose="04000000000000000000" pitchFamily="82" charset="0"/>
              </a:rPr>
              <a:t>´</a:t>
            </a:r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càw AXmses¶ </a:t>
            </a:r>
            <a:endParaRPr lang="en-US" sz="32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ho</a:t>
            </a:r>
            <a:r>
              <a:rPr lang="pt-BR" sz="20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ണ്ട</a:t>
            </a:r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cpa\mY³</a:t>
            </a:r>
            <a:endParaRPr lang="en-US" sz="32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F4B2BD-87D6-30F3-4DE9-508D01EF9A25}"/>
              </a:ext>
            </a:extLst>
          </p:cNvPr>
          <p:cNvSpPr txBox="1"/>
          <p:nvPr/>
        </p:nvSpPr>
        <p:spPr>
          <a:xfrm>
            <a:off x="1324800" y="827042"/>
            <a:ext cx="5478618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Segoe UI"/>
              </a:rPr>
              <a:t>preeyam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erunna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namame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endParaRPr lang="en-US" sz="2800" dirty="0" err="1">
              <a:latin typeface="Calibri"/>
              <a:ea typeface="Calibri"/>
              <a:cs typeface="Calibri"/>
            </a:endParaRPr>
          </a:p>
          <a:p>
            <a:r>
              <a:rPr lang="en-US" sz="2800" dirty="0" err="1">
                <a:latin typeface="Calibri"/>
                <a:ea typeface="Calibri"/>
                <a:cs typeface="Calibri"/>
              </a:rPr>
              <a:t>iyulakilum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vannu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 err="1">
                <a:latin typeface="Calibri"/>
                <a:ea typeface="Calibri"/>
                <a:cs typeface="Segoe UI"/>
              </a:rPr>
              <a:t>swantaraktham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atalenne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r>
              <a:rPr lang="en-US" sz="2800" dirty="0" err="1">
                <a:latin typeface="Calibri"/>
                <a:ea typeface="Calibri"/>
                <a:cs typeface="Calibri"/>
              </a:rPr>
              <a:t>veendaruma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nathan</a:t>
            </a:r>
            <a:endParaRPr lang="en-US" sz="2800" dirty="0"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78113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3992-C310-D61F-6BD6-303D8B72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2A20-A48C-FD0D-24A1-AF886DDA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Opening Song – Hymn 36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2EAE8B3-7492-5918-EBFB-5210F9F45C6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579D6-1AB3-D9AD-986F-A21FA9EE47C8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4 of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7F004-7DED-8987-7F5D-BD659FC46ADF}"/>
              </a:ext>
            </a:extLst>
          </p:cNvPr>
          <p:cNvSpPr txBox="1"/>
          <p:nvPr/>
        </p:nvSpPr>
        <p:spPr>
          <a:xfrm>
            <a:off x="2174400" y="2715262"/>
            <a:ext cx="5003391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kuc`yapÅ \masa, </a:t>
            </a:r>
            <a:endParaRPr lang="en-US" sz="24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]mcn³ ZpxJ</a:t>
            </a:r>
            <a:r>
              <a:rPr lang="en-US" sz="3200" dirty="0">
                <a:latin typeface="ML-TTKarthika" panose="04000000000000000000" pitchFamily="82" charset="0"/>
              </a:rPr>
              <a:t>§</a:t>
            </a:r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fnÂ </a:t>
            </a:r>
            <a:endParaRPr lang="en-US" sz="24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BizmktaIp¶ \maw hnizmkns¡t¸mgpw</a:t>
            </a:r>
            <a:endParaRPr lang="en-US" sz="2400" dirty="0" err="1">
              <a:latin typeface="ML-TTKarthika"/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E15F4-4EE9-65FE-8644-BA65174FE0A0}"/>
              </a:ext>
            </a:extLst>
          </p:cNvPr>
          <p:cNvSpPr txBox="1"/>
          <p:nvPr/>
        </p:nvSpPr>
        <p:spPr>
          <a:xfrm>
            <a:off x="1324800" y="827042"/>
            <a:ext cx="5078583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sowrabhyamulla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naamame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Segoe UI"/>
            </a:endParaRPr>
          </a:p>
          <a:p>
            <a:r>
              <a:rPr lang="en-US" sz="2800" dirty="0" err="1">
                <a:ea typeface="Calibri"/>
                <a:cs typeface="Segoe UI"/>
              </a:rPr>
              <a:t>paarin</a:t>
            </a:r>
            <a:r>
              <a:rPr lang="en-US" sz="2800" dirty="0">
                <a:ea typeface="Calibri"/>
                <a:cs typeface="Segoe UI"/>
              </a:rPr>
              <a:t> </a:t>
            </a:r>
            <a:r>
              <a:rPr lang="en-US" sz="2800" dirty="0" err="1">
                <a:ea typeface="Calibri"/>
                <a:cs typeface="Segoe UI"/>
              </a:rPr>
              <a:t>dukhangalin</a:t>
            </a:r>
            <a:endParaRPr lang="en-US" sz="2800" dirty="0">
              <a:ea typeface="Calibri"/>
              <a:cs typeface="Segoe UI"/>
            </a:endParaRPr>
          </a:p>
          <a:p>
            <a:r>
              <a:rPr lang="en-US" sz="2800" dirty="0" err="1">
                <a:ea typeface="Calibri"/>
                <a:cs typeface="Segoe UI"/>
              </a:rPr>
              <a:t>aaswasamekunna</a:t>
            </a:r>
            <a:r>
              <a:rPr lang="en-US" sz="2800" dirty="0">
                <a:ea typeface="Calibri"/>
                <a:cs typeface="Segoe UI"/>
              </a:rPr>
              <a:t> </a:t>
            </a:r>
            <a:r>
              <a:rPr lang="en-US" sz="2800" dirty="0" err="1">
                <a:ea typeface="Calibri"/>
                <a:cs typeface="Segoe UI"/>
              </a:rPr>
              <a:t>naamam</a:t>
            </a:r>
            <a:endParaRPr lang="en-US" sz="2800" dirty="0">
              <a:ea typeface="Calibri"/>
              <a:cs typeface="Segoe UI"/>
            </a:endParaRPr>
          </a:p>
          <a:p>
            <a:r>
              <a:rPr lang="en-US" sz="2800" dirty="0" err="1">
                <a:ea typeface="Calibri"/>
                <a:cs typeface="Segoe UI"/>
              </a:rPr>
              <a:t>viswaasikkeppozhum</a:t>
            </a:r>
            <a:endParaRPr lang="en-US" sz="2800" dirty="0"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16756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6A9E-2DC3-9B02-09CC-296689BB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4F16-9A81-DEFE-BB49-223A73BF0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Opening Song – Hymn 36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E9C9336-A4CD-6C0B-41BF-01C1420B7F5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A3FFD-DFB0-267E-7D65-D1285A50AFC6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5 of 5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4A1CD-E871-3C06-AECC-E0FA1BB58762}"/>
              </a:ext>
            </a:extLst>
          </p:cNvPr>
          <p:cNvSpPr txBox="1"/>
          <p:nvPr/>
        </p:nvSpPr>
        <p:spPr>
          <a:xfrm>
            <a:off x="2181045" y="2848169"/>
            <a:ext cx="5202752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Xt¶mSpÅ kwkÀ¤w t]mÂ C¶nl¯nÂ Hcp </a:t>
            </a:r>
            <a:endParaRPr lang="en-US" sz="24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`mKym\p`hw CÃXp </a:t>
            </a:r>
            <a:endParaRPr lang="en-US" sz="24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pt-BR" sz="3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kzÀ¤w</a:t>
            </a:r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pt-BR" sz="3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Xs</a:t>
            </a:r>
            <a:r>
              <a:rPr lang="pt-BR" sz="3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¶ \q\w </a:t>
            </a:r>
            <a:endParaRPr lang="en-US" sz="2400" dirty="0">
              <a:latin typeface="ML-TTKarthik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585363-9F7B-619B-FF46-6702E813D77C}"/>
              </a:ext>
            </a:extLst>
          </p:cNvPr>
          <p:cNvSpPr txBox="1"/>
          <p:nvPr/>
        </p:nvSpPr>
        <p:spPr>
          <a:xfrm>
            <a:off x="1324800" y="827042"/>
            <a:ext cx="4633980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Segoe UI"/>
              </a:rPr>
              <a:t>thannodulla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samsargampol</a:t>
            </a:r>
            <a:endParaRPr lang="en-US" sz="2800" dirty="0">
              <a:latin typeface="Calibri"/>
              <a:ea typeface="Calibri"/>
              <a:cs typeface="Segoe UI"/>
            </a:endParaRPr>
          </a:p>
          <a:p>
            <a:r>
              <a:rPr lang="en-US" sz="2800" dirty="0" err="1">
                <a:ea typeface="Calibri"/>
                <a:cs typeface="Segoe UI"/>
              </a:rPr>
              <a:t>innihathil</a:t>
            </a:r>
            <a:r>
              <a:rPr lang="en-US" sz="2800" dirty="0">
                <a:ea typeface="Calibri"/>
                <a:cs typeface="Segoe UI"/>
              </a:rPr>
              <a:t> </a:t>
            </a:r>
            <a:r>
              <a:rPr lang="en-US" sz="2800" dirty="0" err="1">
                <a:ea typeface="Calibri"/>
                <a:cs typeface="Segoe UI"/>
              </a:rPr>
              <a:t>oru</a:t>
            </a:r>
            <a:endParaRPr lang="en-US" sz="2800" dirty="0">
              <a:ea typeface="Calibri"/>
              <a:cs typeface="Segoe UI"/>
            </a:endParaRPr>
          </a:p>
          <a:p>
            <a:r>
              <a:rPr lang="en-US" sz="2800" dirty="0" err="1">
                <a:ea typeface="Calibri"/>
                <a:cs typeface="Segoe UI"/>
              </a:rPr>
              <a:t>bhagyanubhavam</a:t>
            </a:r>
            <a:r>
              <a:rPr lang="en-US" sz="2800" dirty="0">
                <a:ea typeface="Calibri"/>
                <a:cs typeface="Segoe UI"/>
              </a:rPr>
              <a:t> </a:t>
            </a:r>
            <a:r>
              <a:rPr lang="en-US" sz="2800" dirty="0" err="1">
                <a:ea typeface="Calibri"/>
                <a:cs typeface="Segoe UI"/>
              </a:rPr>
              <a:t>illathu</a:t>
            </a:r>
            <a:endParaRPr lang="en-US" sz="2800" dirty="0">
              <a:ea typeface="Calibri"/>
              <a:cs typeface="Segoe UI"/>
            </a:endParaRPr>
          </a:p>
          <a:p>
            <a:r>
              <a:rPr lang="en-US" sz="2800" dirty="0" err="1">
                <a:ea typeface="Calibri"/>
                <a:cs typeface="Segoe UI"/>
              </a:rPr>
              <a:t>swargam</a:t>
            </a:r>
            <a:r>
              <a:rPr lang="en-US" sz="2800" dirty="0">
                <a:ea typeface="Calibri"/>
                <a:cs typeface="Segoe UI"/>
              </a:rPr>
              <a:t> </a:t>
            </a:r>
            <a:r>
              <a:rPr lang="en-US" sz="2800" dirty="0" err="1">
                <a:ea typeface="Calibri"/>
                <a:cs typeface="Segoe UI"/>
              </a:rPr>
              <a:t>thanne</a:t>
            </a:r>
            <a:r>
              <a:rPr lang="en-US" sz="2800" dirty="0">
                <a:ea typeface="Calibri"/>
                <a:cs typeface="Segoe UI"/>
              </a:rPr>
              <a:t> </a:t>
            </a:r>
            <a:r>
              <a:rPr lang="en-US" sz="2800" dirty="0" err="1">
                <a:ea typeface="Calibri"/>
                <a:cs typeface="Segoe UI"/>
              </a:rPr>
              <a:t>noonam</a:t>
            </a:r>
            <a:endParaRPr lang="en-US" sz="2800" dirty="0"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6756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Prayers: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Ennodulla</a:t>
            </a: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nin</a:t>
            </a: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sarva</a:t>
            </a: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(67)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9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95D6-263B-3E11-7BEE-94815392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9393-2E07-9BA8-3601-874709AD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Thanksgiving Prayers – </a:t>
            </a:r>
            <a:r>
              <a:rPr lang="en-SG" dirty="0" err="1">
                <a:latin typeface="Segoe UI"/>
                <a:cs typeface="Segoe UI"/>
              </a:rPr>
              <a:t>ennodulla</a:t>
            </a:r>
            <a:r>
              <a:rPr lang="en-SG" dirty="0">
                <a:latin typeface="Segoe UI"/>
                <a:cs typeface="Segoe UI"/>
              </a:rPr>
              <a:t> </a:t>
            </a:r>
            <a:r>
              <a:rPr lang="en-SG" dirty="0" err="1">
                <a:latin typeface="Segoe UI"/>
                <a:cs typeface="Segoe UI"/>
              </a:rPr>
              <a:t>nin</a:t>
            </a:r>
            <a:r>
              <a:rPr lang="en-SG" dirty="0">
                <a:latin typeface="Segoe UI"/>
                <a:cs typeface="Segoe UI"/>
              </a:rPr>
              <a:t> </a:t>
            </a:r>
            <a:r>
              <a:rPr lang="en-SG" dirty="0" err="1">
                <a:latin typeface="Segoe UI"/>
                <a:cs typeface="Segoe UI"/>
              </a:rPr>
              <a:t>sarva</a:t>
            </a:r>
            <a:endParaRPr lang="en-SG" i="1" dirty="0" err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E0C6967-EF0A-E504-0E46-4C1AF83739E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4F7B6-9E31-10FC-E2D5-95C9D46485E8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Thanksgiving: 1 of 3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9B7278-8459-1697-88A8-4033F7961FA9}"/>
              </a:ext>
            </a:extLst>
          </p:cNvPr>
          <p:cNvSpPr/>
          <p:nvPr/>
        </p:nvSpPr>
        <p:spPr>
          <a:xfrm>
            <a:off x="1227166" y="884260"/>
            <a:ext cx="78139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ennodulla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sarva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nanmakalkkaayi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njan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cheyendu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ninakkeshupara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ippol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cheyendu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ninakkeshuparaa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E5A7D4-028B-8BE6-880F-871EC4186588}"/>
              </a:ext>
            </a:extLst>
          </p:cNvPr>
          <p:cNvSpPr/>
          <p:nvPr/>
        </p:nvSpPr>
        <p:spPr>
          <a:xfrm>
            <a:off x="1227166" y="2859992"/>
            <a:ext cx="78139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Ft¶mSpÅ</a:t>
            </a:r>
            <a:r>
              <a:rPr lang="en-US" sz="2800" dirty="0">
                <a:latin typeface="ML-TTKarthika" panose="04000000000000000000" pitchFamily="82" charset="0"/>
              </a:rPr>
              <a:t> \n³ </a:t>
            </a:r>
            <a:r>
              <a:rPr lang="en-US" sz="2800" dirty="0" err="1">
                <a:latin typeface="ML-TTKarthika" panose="04000000000000000000" pitchFamily="82" charset="0"/>
              </a:rPr>
              <a:t>kÀÆ</a:t>
            </a:r>
            <a:r>
              <a:rPr lang="en-US" sz="2800" dirty="0">
                <a:latin typeface="ML-TTKarthika" panose="04000000000000000000" pitchFamily="82" charset="0"/>
              </a:rPr>
              <a:t> \·</a:t>
            </a:r>
            <a:r>
              <a:rPr lang="en-US" sz="2800" dirty="0" err="1">
                <a:latin typeface="ML-TTKarthika" panose="04000000000000000000" pitchFamily="82" charset="0"/>
              </a:rPr>
              <a:t>IÄ¡mbn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F´psNt</a:t>
            </a:r>
            <a:r>
              <a:rPr lang="en-US" sz="2800" dirty="0">
                <a:latin typeface="ML-TTKarthika" panose="04000000000000000000" pitchFamily="82" charset="0"/>
              </a:rPr>
              <a:t>¿¬</a:t>
            </a:r>
            <a:r>
              <a:rPr lang="en-US" sz="2800" dirty="0" err="1">
                <a:latin typeface="ML-TTKarthika" panose="04000000000000000000" pitchFamily="82" charset="0"/>
              </a:rPr>
              <a:t>Sp</a:t>
            </a:r>
            <a:r>
              <a:rPr lang="en-US" sz="2800" dirty="0">
                <a:latin typeface="ML-TTKarthika" panose="04000000000000000000" pitchFamily="82" charset="0"/>
              </a:rPr>
              <a:t> \n\</a:t>
            </a:r>
            <a:r>
              <a:rPr lang="en-US" sz="2800" dirty="0" err="1">
                <a:latin typeface="ML-TTKarthika" panose="04000000000000000000" pitchFamily="82" charset="0"/>
              </a:rPr>
              <a:t>t¡ip</a:t>
            </a:r>
            <a:r>
              <a:rPr lang="en-US" sz="2800" dirty="0">
                <a:latin typeface="ML-TTKarthika" panose="04000000000000000000" pitchFamily="82" charset="0"/>
              </a:rPr>
              <a:t>]cm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Ct¸mÄ</a:t>
            </a:r>
            <a:r>
              <a:rPr lang="en-US" sz="2800" dirty="0">
                <a:latin typeface="ML-TTKarthika" panose="04000000000000000000" pitchFamily="82" charset="0"/>
              </a:rPr>
              <a:t> þ </a:t>
            </a:r>
            <a:r>
              <a:rPr lang="en-US" sz="2800" dirty="0" err="1">
                <a:latin typeface="ML-TTKarthika" panose="04000000000000000000" pitchFamily="82" charset="0"/>
              </a:rPr>
              <a:t>F´psNt</a:t>
            </a:r>
            <a:r>
              <a:rPr lang="en-US" sz="2800" dirty="0">
                <a:latin typeface="ML-TTKarthika" panose="04000000000000000000" pitchFamily="82" charset="0"/>
              </a:rPr>
              <a:t>¿¬</a:t>
            </a:r>
            <a:r>
              <a:rPr lang="en-US" sz="2800" dirty="0" err="1">
                <a:latin typeface="ML-TTKarthika" panose="04000000000000000000" pitchFamily="82" charset="0"/>
              </a:rPr>
              <a:t>Sp</a:t>
            </a:r>
            <a:r>
              <a:rPr lang="en-US" sz="2800" dirty="0">
                <a:latin typeface="ML-TTKarthika" panose="04000000000000000000" pitchFamily="82" charset="0"/>
              </a:rPr>
              <a:t> \n\</a:t>
            </a:r>
            <a:r>
              <a:rPr lang="en-US" sz="2800" dirty="0" err="1">
                <a:latin typeface="ML-TTKarthika" panose="04000000000000000000" pitchFamily="82" charset="0"/>
              </a:rPr>
              <a:t>t¡ip</a:t>
            </a:r>
            <a:r>
              <a:rPr lang="en-US" sz="2800" dirty="0">
                <a:latin typeface="ML-TTKarthika" panose="04000000000000000000" pitchFamily="82" charset="0"/>
              </a:rPr>
              <a:t>]cm</a:t>
            </a:r>
          </a:p>
        </p:txBody>
      </p:sp>
    </p:spTree>
    <p:extLst>
      <p:ext uri="{BB962C8B-B14F-4D97-AF65-F5344CB8AC3E}">
        <p14:creationId xmlns:p14="http://schemas.microsoft.com/office/powerpoint/2010/main" val="3780779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8003-2318-D7EB-7E99-80913E6F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8F0CF-E130-1E56-09B5-C304D8804A80}"/>
              </a:ext>
            </a:extLst>
          </p:cNvPr>
          <p:cNvSpPr txBox="1">
            <a:spLocks/>
          </p:cNvSpPr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Offertory: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Enikkayoruthama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Sambath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9940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– Hymn 279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9201B77-84D1-A4FE-9F53-42BD53095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 err="1">
                <a:latin typeface="Calibri"/>
                <a:ea typeface="Calibri"/>
                <a:cs typeface="Calibri"/>
              </a:rPr>
              <a:t>enikkayoruthama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sampath</a:t>
            </a:r>
            <a:endParaRPr lang="en-US" dirty="0" err="1">
              <a:latin typeface="Calibri"/>
              <a:ea typeface="Calibri"/>
              <a:cs typeface="Calibri"/>
            </a:endParaRPr>
          </a:p>
          <a:p>
            <a:r>
              <a:rPr lang="sv-SE" sz="2800" dirty="0">
                <a:ea typeface="Calibri"/>
                <a:cs typeface="Calibri"/>
              </a:rPr>
              <a:t>swargarajyathilorukkunnathal</a:t>
            </a:r>
          </a:p>
          <a:p>
            <a:r>
              <a:rPr lang="sv-SE" sz="2800" dirty="0">
                <a:ea typeface="Calibri"/>
                <a:cs typeface="Calibri"/>
              </a:rPr>
              <a:t>ini </a:t>
            </a:r>
            <a:r>
              <a:rPr lang="sv-SE" sz="2800" dirty="0" err="1">
                <a:ea typeface="Calibri"/>
                <a:cs typeface="Calibri"/>
              </a:rPr>
              <a:t>lokathe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snehichiduvaan</a:t>
            </a:r>
            <a:endParaRPr lang="sv-SE" sz="2800" dirty="0"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orukalathum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pokayilla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njan</a:t>
            </a:r>
            <a:endParaRPr lang="sv-SE" sz="2800" dirty="0">
              <a:ea typeface="Calibri"/>
              <a:cs typeface="Calibri"/>
            </a:endParaRPr>
          </a:p>
          <a:p>
            <a:endParaRPr lang="sv-SE" sz="2800" dirty="0"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620858" y="2857373"/>
            <a:ext cx="5155257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000" dirty="0" err="1">
                <a:ea typeface="+mn-lt"/>
                <a:cs typeface="+mn-lt"/>
              </a:rPr>
              <a:t>എനിക്കായൊരുത്തമ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സമ്പത്ത്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സ്വർഗ്ഗരാജ്യത്തിലൊരുക്കുന്നതാ</a:t>
            </a:r>
            <a:r>
              <a:rPr lang="en-SG" sz="2000" dirty="0">
                <a:ea typeface="+mn-lt"/>
                <a:cs typeface="+mn-lt"/>
              </a:rPr>
              <a:t>ൽ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ഇനി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ലോകത്തെ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സ്നേഹിച്ചിടുവാ</a:t>
            </a:r>
            <a:r>
              <a:rPr lang="en-SG" sz="2000" dirty="0">
                <a:ea typeface="+mn-lt"/>
                <a:cs typeface="+mn-lt"/>
              </a:rPr>
              <a:t>ൻ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ഒരുകാലത്തും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പോകയില്ല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ഞാ</a:t>
            </a:r>
            <a:r>
              <a:rPr lang="en-SG" sz="2000" dirty="0">
                <a:ea typeface="+mn-lt"/>
                <a:cs typeface="+mn-lt"/>
              </a:rPr>
              <a:t>ൻ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68756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BFCFC-C7C8-BA56-1B19-6F97B7E3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166F-8C42-B5CB-96A9-1BD6ECD06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- Hymn 279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B4E78-6F5F-C5DF-DC2D-B1DDAD25A8D7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99E474-9551-C0EF-0AA4-B907351C7AEB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1952AD08-396A-BFF0-E3C1-D2FB78BD9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F6199C-DC54-66EF-B9B4-045016E5D1C8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 err="1">
                <a:latin typeface="Calibri"/>
                <a:ea typeface="Calibri"/>
                <a:cs typeface="Calibri"/>
              </a:rPr>
              <a:t>ente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aayusin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dinamokkeyum</a:t>
            </a:r>
            <a:endParaRPr lang="en-US" dirty="0" err="1">
              <a:latin typeface="Calibri"/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ninnemathram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njanini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sevikkum</a:t>
            </a:r>
          </a:p>
          <a:p>
            <a:r>
              <a:rPr lang="sv-SE" sz="2800" dirty="0">
                <a:ea typeface="Calibri"/>
                <a:cs typeface="Calibri"/>
              </a:rPr>
              <a:t>ente prananayakaneshuve</a:t>
            </a:r>
          </a:p>
          <a:p>
            <a:r>
              <a:rPr lang="sv-SE" sz="2800" dirty="0" err="1">
                <a:ea typeface="Calibri"/>
                <a:cs typeface="Calibri"/>
              </a:rPr>
              <a:t>ninte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sneham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nee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enikkekidane</a:t>
            </a:r>
            <a:endParaRPr lang="sv-SE" sz="2800" dirty="0"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68AE9A2-88F0-C5AF-881A-601E59E98B3A}"/>
              </a:ext>
            </a:extLst>
          </p:cNvPr>
          <p:cNvSpPr txBox="1"/>
          <p:nvPr/>
        </p:nvSpPr>
        <p:spPr>
          <a:xfrm>
            <a:off x="620858" y="2817501"/>
            <a:ext cx="5393522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000" dirty="0" err="1">
                <a:ea typeface="+mn-lt"/>
                <a:cs typeface="+mn-lt"/>
              </a:rPr>
              <a:t>എന്‍റെ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ആയുസ്സി</a:t>
            </a:r>
            <a:r>
              <a:rPr lang="en-SG" sz="2000" dirty="0">
                <a:ea typeface="+mn-lt"/>
                <a:cs typeface="+mn-lt"/>
              </a:rPr>
              <a:t>ൻ </a:t>
            </a:r>
            <a:r>
              <a:rPr lang="en-SG" sz="2000" dirty="0" err="1">
                <a:ea typeface="+mn-lt"/>
                <a:cs typeface="+mn-lt"/>
              </a:rPr>
              <a:t>ദിനമൊക്കെയും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നിന്നെമാത്രം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ഞാനിനി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സേവിക്കും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എന്‍റെ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പ്രാണനായകനേശുവേ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നിന്‍റെ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സ്നേഹം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നീ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എനിക്കേകിടണേ</a:t>
            </a:r>
            <a:endParaRPr lang="en-SG" sz="2800" i="0" dirty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74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4A48C-6BBC-0923-C3E1-07843CDB5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CA544-5179-8CC3-F37C-54381CDD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– Hymn 279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81F75-7C6C-6D23-12B9-352ACBA37AE1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947423-8FCE-6423-DFF7-A69E02B24701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67345B40-49B7-22FF-9B45-A1CD24EB4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B954FC-F59E-A29E-4A49-49B5611E0152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 err="1">
                <a:latin typeface="Calibri"/>
                <a:ea typeface="Calibri"/>
                <a:cs typeface="Calibri"/>
              </a:rPr>
              <a:t>ezhayakunna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enne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snehicha</a:t>
            </a:r>
            <a:endParaRPr lang="sv-SE" sz="2800" dirty="0">
              <a:latin typeface="Calibri"/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ninte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sneham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ethrayo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aascharyam</a:t>
            </a:r>
            <a:endParaRPr lang="sv-SE" sz="2800" dirty="0">
              <a:ea typeface="Calibri"/>
              <a:cs typeface="Calibri"/>
            </a:endParaRPr>
          </a:p>
          <a:p>
            <a:r>
              <a:rPr lang="sv-SE" sz="2800" dirty="0">
                <a:ea typeface="Calibri"/>
                <a:cs typeface="Calibri"/>
              </a:rPr>
              <a:t>ente paapasaapangal neekki nin</a:t>
            </a:r>
          </a:p>
          <a:p>
            <a:r>
              <a:rPr lang="sv-SE" sz="2800" dirty="0" err="1">
                <a:ea typeface="Calibri"/>
                <a:cs typeface="Calibri"/>
              </a:rPr>
              <a:t>thiru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jeevanaal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enne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nirachallo</a:t>
            </a:r>
            <a:endParaRPr lang="sv-SE" sz="2800" dirty="0">
              <a:ea typeface="Calibri"/>
              <a:cs typeface="Calibri"/>
            </a:endParaRPr>
          </a:p>
          <a:p>
            <a:endParaRPr lang="sv-SE" sz="2800" dirty="0"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AA26CAF-880D-EDA2-FDCF-C35151702633}"/>
              </a:ext>
            </a:extLst>
          </p:cNvPr>
          <p:cNvSpPr txBox="1"/>
          <p:nvPr/>
        </p:nvSpPr>
        <p:spPr>
          <a:xfrm>
            <a:off x="627504" y="2837437"/>
            <a:ext cx="5619464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000" dirty="0" err="1">
                <a:ea typeface="+mn-lt"/>
                <a:cs typeface="+mn-lt"/>
              </a:rPr>
              <a:t>ഏഴയാകുന്ന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എന്നെ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സ്നേഹിച്ച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നിന്‍റെ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സ്നേഹം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എത്രയോ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ആശ്ചര്യം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എന്‍റെ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പാപശാപങ്ങ</a:t>
            </a:r>
            <a:r>
              <a:rPr lang="en-SG" sz="2000" dirty="0">
                <a:ea typeface="+mn-lt"/>
                <a:cs typeface="+mn-lt"/>
              </a:rPr>
              <a:t>ൾ </a:t>
            </a:r>
            <a:r>
              <a:rPr lang="en-SG" sz="2000" dirty="0" err="1">
                <a:ea typeface="+mn-lt"/>
                <a:cs typeface="+mn-lt"/>
              </a:rPr>
              <a:t>നീക്കി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നി</a:t>
            </a:r>
            <a:r>
              <a:rPr lang="en-SG" sz="2000" dirty="0">
                <a:ea typeface="+mn-lt"/>
                <a:cs typeface="+mn-lt"/>
              </a:rPr>
              <a:t>ൻ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തിരു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ജീവനാ</a:t>
            </a:r>
            <a:r>
              <a:rPr lang="en-SG" sz="2000" dirty="0">
                <a:ea typeface="+mn-lt"/>
                <a:cs typeface="+mn-lt"/>
              </a:rPr>
              <a:t>ൽ </a:t>
            </a:r>
            <a:r>
              <a:rPr lang="en-SG" sz="2000" dirty="0" err="1">
                <a:ea typeface="+mn-lt"/>
                <a:cs typeface="+mn-lt"/>
              </a:rPr>
              <a:t>എന്നെ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നിറച്ചല്ലോ</a:t>
            </a:r>
            <a:r>
              <a:rPr lang="en-SG" sz="2000" dirty="0">
                <a:ea typeface="+mn-lt"/>
                <a:cs typeface="+mn-lt"/>
              </a:rPr>
              <a:t>;</a:t>
            </a:r>
            <a:endParaRPr lang="en-SG" sz="2800" i="0" dirty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528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AD58D-E4B4-C800-D817-28579F1F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6DCD-5646-33BC-1214-996B3601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- Hymn 279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706BB8-5550-5633-2064-1D7F17F394B6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C8DD3FA-A811-686B-F175-DB97054260BA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EB97F636-0C1B-86B4-5ACC-A8BDC207A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04A86E-A065-D1D2-8755-A112B85AEFDC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 err="1">
                <a:latin typeface="Calibri"/>
                <a:ea typeface="Calibri"/>
                <a:cs typeface="Calibri"/>
              </a:rPr>
              <a:t>ente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aayusin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dinamokkeyum</a:t>
            </a:r>
            <a:endParaRPr lang="en-US" dirty="0" err="1">
              <a:latin typeface="Calibri"/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ninnemathram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njanini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sevikkum</a:t>
            </a:r>
          </a:p>
          <a:p>
            <a:r>
              <a:rPr lang="sv-SE" sz="2800" err="1">
                <a:ea typeface="Calibri"/>
                <a:cs typeface="Calibri"/>
              </a:rPr>
              <a:t>ente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err="1">
                <a:ea typeface="Calibri"/>
                <a:cs typeface="Calibri"/>
              </a:rPr>
              <a:t>prananayakaneshuve</a:t>
            </a:r>
            <a:endParaRPr lang="sv-SE" sz="2800" dirty="0" err="1"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ninte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sneham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nee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enikkekidane</a:t>
            </a:r>
            <a:endParaRPr lang="sv-SE" sz="2800" dirty="0"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9DA5AC5-AF95-9CE7-3A32-3AD9B25256E5}"/>
              </a:ext>
            </a:extLst>
          </p:cNvPr>
          <p:cNvSpPr txBox="1"/>
          <p:nvPr/>
        </p:nvSpPr>
        <p:spPr>
          <a:xfrm>
            <a:off x="620858" y="2817501"/>
            <a:ext cx="5393522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000" dirty="0" err="1">
                <a:ea typeface="+mn-lt"/>
                <a:cs typeface="+mn-lt"/>
              </a:rPr>
              <a:t>എന്‍റെ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ആയുസ്സി</a:t>
            </a:r>
            <a:r>
              <a:rPr lang="en-SG" sz="2000" dirty="0">
                <a:ea typeface="+mn-lt"/>
                <a:cs typeface="+mn-lt"/>
              </a:rPr>
              <a:t>ൻ </a:t>
            </a:r>
            <a:r>
              <a:rPr lang="en-SG" sz="2000" dirty="0" err="1">
                <a:ea typeface="+mn-lt"/>
                <a:cs typeface="+mn-lt"/>
              </a:rPr>
              <a:t>ദിനമൊക്കെയും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നിന്നെമാത്രം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ഞാനിനി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സേവിക്കും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എന്‍റെ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പ്രാണനായകനേശുവേ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നിന്‍റെ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സ്നേഹം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നീ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എനിക്കേകിടണേ</a:t>
            </a:r>
            <a:endParaRPr lang="en-SG" sz="2800" i="0" dirty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129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75F4-8A10-CF23-301C-496460A85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CA21-6728-77E3-3CF8-ECB6026EB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– Hymn 279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5AC0F8-0DBD-D121-AF61-AAF98EECE0D3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4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386EAD-BC9B-EFA6-5ABE-524385751FA6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8136558E-7315-30B3-2C65-F4106EABA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F0ACA4-2882-EDCE-A6F5-FDD7D2F9B1E0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 err="1">
                <a:latin typeface="Calibri"/>
                <a:ea typeface="Calibri"/>
                <a:cs typeface="Calibri"/>
              </a:rPr>
              <a:t>ente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dehavum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thiru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aalayamai</a:t>
            </a:r>
          </a:p>
          <a:p>
            <a:r>
              <a:rPr lang="sv-SE" sz="2800" dirty="0" err="1">
                <a:ea typeface="Calibri"/>
                <a:cs typeface="Calibri"/>
              </a:rPr>
              <a:t>ninte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aathmave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enikkekiyathal</a:t>
            </a:r>
            <a:endParaRPr lang="sv-SE" sz="2800" dirty="0"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thirunaamathin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mahathwathinai</a:t>
            </a:r>
            <a:endParaRPr lang="sv-SE" sz="2800" dirty="0">
              <a:ea typeface="Calibri"/>
              <a:cs typeface="Calibri"/>
            </a:endParaRPr>
          </a:p>
          <a:p>
            <a:r>
              <a:rPr lang="sv-SE" sz="2800" dirty="0">
                <a:ea typeface="Calibri"/>
                <a:cs typeface="Calibri"/>
              </a:rPr>
              <a:t>ini </a:t>
            </a:r>
            <a:r>
              <a:rPr lang="sv-SE" sz="2800" dirty="0" err="1">
                <a:ea typeface="Calibri"/>
                <a:cs typeface="Calibri"/>
              </a:rPr>
              <a:t>jeevippan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kripa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nalkuka</a:t>
            </a:r>
            <a:endParaRPr lang="sv-SE" sz="2800" dirty="0"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B162D31-C3AB-BA14-3445-C2D90A377D47}"/>
              </a:ext>
            </a:extLst>
          </p:cNvPr>
          <p:cNvSpPr txBox="1"/>
          <p:nvPr/>
        </p:nvSpPr>
        <p:spPr>
          <a:xfrm>
            <a:off x="620858" y="2844082"/>
            <a:ext cx="5519784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000" dirty="0" err="1">
                <a:ea typeface="+mn-lt"/>
                <a:cs typeface="+mn-lt"/>
              </a:rPr>
              <a:t>എന്‍റെ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ദേഹവും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തിരു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ആലയമായ്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നിന്‍റെ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ആത്മാവേ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എനിക്കേകിയതാ</a:t>
            </a:r>
            <a:r>
              <a:rPr lang="en-SG" sz="2000" dirty="0">
                <a:ea typeface="+mn-lt"/>
                <a:cs typeface="+mn-lt"/>
              </a:rPr>
              <a:t>ൽ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തിരുനാമത്തി</a:t>
            </a:r>
            <a:r>
              <a:rPr lang="en-SG" sz="2000" dirty="0">
                <a:ea typeface="+mn-lt"/>
                <a:cs typeface="+mn-lt"/>
              </a:rPr>
              <a:t>ൻ </a:t>
            </a:r>
            <a:r>
              <a:rPr lang="en-SG" sz="2000" dirty="0" err="1">
                <a:ea typeface="+mn-lt"/>
                <a:cs typeface="+mn-lt"/>
              </a:rPr>
              <a:t>മഹത്വത്തിനായ്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ഇനി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ജീവിപ്പാ</a:t>
            </a:r>
            <a:r>
              <a:rPr lang="en-SG" sz="2000" dirty="0">
                <a:ea typeface="+mn-lt"/>
                <a:cs typeface="+mn-lt"/>
              </a:rPr>
              <a:t>ൻ </a:t>
            </a:r>
            <a:r>
              <a:rPr lang="en-SG" sz="2000" dirty="0" err="1">
                <a:ea typeface="+mn-lt"/>
                <a:cs typeface="+mn-lt"/>
              </a:rPr>
              <a:t>കൃപ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നൽകുക</a:t>
            </a:r>
            <a:r>
              <a:rPr lang="en-SG" sz="2000" dirty="0">
                <a:ea typeface="+mn-lt"/>
                <a:cs typeface="+mn-lt"/>
              </a:rPr>
              <a:t>;</a:t>
            </a:r>
            <a:endParaRPr lang="en-SG" sz="2800" i="0" dirty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870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E50BD-A4C9-8250-AEE1-7ADF7D4B2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DE18D-4034-7F5B-EB81-273D5DA7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- Hymn 279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1CF54-F614-1DE0-F7F9-3BECB3D85388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5DE10F9-A883-CF93-0E87-F92D8FA35440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834348AE-4B18-539D-66E6-3BFE43E96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C9D810-8301-7876-F86A-993828264FC2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 err="1">
                <a:latin typeface="Calibri"/>
                <a:ea typeface="Calibri"/>
                <a:cs typeface="Calibri"/>
              </a:rPr>
              <a:t>ente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aayusin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dinamokkeyum</a:t>
            </a:r>
            <a:endParaRPr lang="en-US" dirty="0" err="1">
              <a:latin typeface="Calibri"/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ninnemathram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njanini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sevikkum</a:t>
            </a:r>
          </a:p>
          <a:p>
            <a:r>
              <a:rPr lang="sv-SE" sz="2800" err="1">
                <a:ea typeface="Calibri"/>
                <a:cs typeface="Calibri"/>
              </a:rPr>
              <a:t>ente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err="1">
                <a:ea typeface="Calibri"/>
                <a:cs typeface="Calibri"/>
              </a:rPr>
              <a:t>prananayakaneshuve</a:t>
            </a:r>
            <a:endParaRPr lang="sv-SE" sz="2800" dirty="0" err="1"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ninte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sneham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nee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enikkekidane</a:t>
            </a:r>
            <a:endParaRPr lang="sv-SE" sz="2800" dirty="0"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9AFCB76-5F9B-1D04-D9EE-2924E4CE1897}"/>
              </a:ext>
            </a:extLst>
          </p:cNvPr>
          <p:cNvSpPr txBox="1"/>
          <p:nvPr/>
        </p:nvSpPr>
        <p:spPr>
          <a:xfrm>
            <a:off x="620858" y="2817501"/>
            <a:ext cx="5393522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000" dirty="0" err="1">
                <a:ea typeface="+mn-lt"/>
                <a:cs typeface="+mn-lt"/>
              </a:rPr>
              <a:t>എന്‍റെ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ആയുസ്സി</a:t>
            </a:r>
            <a:r>
              <a:rPr lang="en-SG" sz="2000" dirty="0">
                <a:ea typeface="+mn-lt"/>
                <a:cs typeface="+mn-lt"/>
              </a:rPr>
              <a:t>ൻ </a:t>
            </a:r>
            <a:r>
              <a:rPr lang="en-SG" sz="2000" dirty="0" err="1">
                <a:ea typeface="+mn-lt"/>
                <a:cs typeface="+mn-lt"/>
              </a:rPr>
              <a:t>ദിനമൊക്കെയും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നിന്നെമാത്രം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ഞാനിനി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സേവിക്കും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എന്‍റെ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പ്രാണനായകനേശുവേ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നിന്‍റെ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സ്നേഹം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നീ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എനിക്കേകിടണേ</a:t>
            </a:r>
            <a:endParaRPr lang="en-SG" sz="2800" i="0" dirty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120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7856-E441-1C0F-7EBB-785DC692F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E4496-85C2-708D-3678-8A39AD544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– Hymn 279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6232C1-22F5-F664-9F18-73DBC14B259D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5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86AA991-F3C9-BE2D-F377-81D31FDB32BF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C7371E7E-4DB5-293C-8F3E-2D3D813B5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80250F-EB54-9933-03AC-C5E84A63B6A7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 err="1">
                <a:latin typeface="Calibri"/>
                <a:ea typeface="Calibri"/>
                <a:cs typeface="Calibri"/>
              </a:rPr>
              <a:t>priyan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thejassil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velippedum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naalil</a:t>
            </a:r>
            <a:endParaRPr lang="sv-SE" sz="2800" dirty="0">
              <a:latin typeface="Calibri"/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njanum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thejassin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munpil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nilkkuvan</a:t>
            </a:r>
            <a:endParaRPr lang="sv-SE" sz="2800" dirty="0"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ente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dehavum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dehi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aathmavum</a:t>
            </a:r>
            <a:endParaRPr lang="sv-SE" sz="2800" dirty="0"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sampoornamai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samarppikkunne</a:t>
            </a:r>
            <a:endParaRPr lang="sv-SE" sz="2800" dirty="0"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CF3206F9-E890-58AC-0628-DDAF51E2655E}"/>
              </a:ext>
            </a:extLst>
          </p:cNvPr>
          <p:cNvSpPr txBox="1"/>
          <p:nvPr/>
        </p:nvSpPr>
        <p:spPr>
          <a:xfrm>
            <a:off x="620858" y="2744402"/>
            <a:ext cx="5898569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000" dirty="0" err="1">
                <a:ea typeface="+mn-lt"/>
                <a:cs typeface="+mn-lt"/>
              </a:rPr>
              <a:t>പ്രിയ</a:t>
            </a:r>
            <a:r>
              <a:rPr lang="en-SG" sz="2000" dirty="0">
                <a:ea typeface="+mn-lt"/>
                <a:cs typeface="+mn-lt"/>
              </a:rPr>
              <a:t>ൻ </a:t>
            </a:r>
            <a:r>
              <a:rPr lang="en-SG" sz="2000" dirty="0" err="1">
                <a:ea typeface="+mn-lt"/>
                <a:cs typeface="+mn-lt"/>
              </a:rPr>
              <a:t>തേജസ്സി</a:t>
            </a:r>
            <a:r>
              <a:rPr lang="en-SG" sz="2000" dirty="0">
                <a:ea typeface="+mn-lt"/>
                <a:cs typeface="+mn-lt"/>
              </a:rPr>
              <a:t>ൽ </a:t>
            </a:r>
            <a:r>
              <a:rPr lang="en-SG" sz="2000" dirty="0" err="1">
                <a:ea typeface="+mn-lt"/>
                <a:cs typeface="+mn-lt"/>
              </a:rPr>
              <a:t>വെളിപ്പെടും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നാളി</a:t>
            </a:r>
            <a:r>
              <a:rPr lang="en-SG" sz="2000" dirty="0">
                <a:ea typeface="+mn-lt"/>
                <a:cs typeface="+mn-lt"/>
              </a:rPr>
              <a:t>ൽ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ഞാനും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തേജസ്സി</a:t>
            </a:r>
            <a:r>
              <a:rPr lang="en-SG" sz="2000" dirty="0">
                <a:ea typeface="+mn-lt"/>
                <a:cs typeface="+mn-lt"/>
              </a:rPr>
              <a:t>ൻ </a:t>
            </a:r>
            <a:r>
              <a:rPr lang="en-SG" sz="2000" dirty="0" err="1">
                <a:ea typeface="+mn-lt"/>
                <a:cs typeface="+mn-lt"/>
              </a:rPr>
              <a:t>മുമ്പി</a:t>
            </a:r>
            <a:r>
              <a:rPr lang="en-SG" sz="2000" dirty="0">
                <a:ea typeface="+mn-lt"/>
                <a:cs typeface="+mn-lt"/>
              </a:rPr>
              <a:t>ൽ </a:t>
            </a:r>
            <a:r>
              <a:rPr lang="en-SG" sz="2000" dirty="0" err="1">
                <a:ea typeface="+mn-lt"/>
                <a:cs typeface="+mn-lt"/>
              </a:rPr>
              <a:t>നിൽക്കുവാ</a:t>
            </a:r>
            <a:r>
              <a:rPr lang="en-SG" sz="2000" dirty="0">
                <a:ea typeface="+mn-lt"/>
                <a:cs typeface="+mn-lt"/>
              </a:rPr>
              <a:t>ൻ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എന്‍റെ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ദേഹവും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ദേഹി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ആത്മാവും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സമ്പൂർണ്ണമായ്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സമർപ്പിക്കുന്നേ</a:t>
            </a:r>
            <a:r>
              <a:rPr lang="en-SG" sz="2000" dirty="0">
                <a:ea typeface="+mn-lt"/>
                <a:cs typeface="+mn-lt"/>
              </a:rPr>
              <a:t>;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0845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6F0C-42D3-41E2-85A0-D12B2CA65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77C9-E689-3B56-0BBA-32CB18E1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- Hymn 279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B638E-7DE3-60E6-2F60-79B3F2500B1A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F98E9B-E832-C351-5EA2-E234666988AD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8A59CD13-937D-C52F-7F8F-F07F76E93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8EA030-ED5A-E700-6456-A96A190AAEF1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 err="1">
                <a:latin typeface="Calibri"/>
                <a:ea typeface="Calibri"/>
                <a:cs typeface="Calibri"/>
              </a:rPr>
              <a:t>ente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aayusin</a:t>
            </a:r>
            <a:r>
              <a:rPr lang="sv-SE" sz="2800" dirty="0">
                <a:latin typeface="Calibri"/>
                <a:ea typeface="Calibri"/>
                <a:cs typeface="Calibri"/>
              </a:rPr>
              <a:t>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dinamokkeyum</a:t>
            </a:r>
            <a:endParaRPr lang="en-US" dirty="0" err="1">
              <a:latin typeface="Calibri"/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ninnemathram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njanini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sevikkum</a:t>
            </a:r>
          </a:p>
          <a:p>
            <a:r>
              <a:rPr lang="sv-SE" sz="2800" err="1">
                <a:ea typeface="Calibri"/>
                <a:cs typeface="Calibri"/>
              </a:rPr>
              <a:t>ente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err="1">
                <a:ea typeface="Calibri"/>
                <a:cs typeface="Calibri"/>
              </a:rPr>
              <a:t>prananayakaneshuve</a:t>
            </a:r>
            <a:endParaRPr lang="sv-SE" sz="2800" dirty="0" err="1">
              <a:ea typeface="Calibri"/>
              <a:cs typeface="Calibri"/>
            </a:endParaRPr>
          </a:p>
          <a:p>
            <a:r>
              <a:rPr lang="sv-SE" sz="2800" dirty="0" err="1">
                <a:ea typeface="Calibri"/>
                <a:cs typeface="Calibri"/>
              </a:rPr>
              <a:t>ninte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sneham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nee</a:t>
            </a:r>
            <a:r>
              <a:rPr lang="sv-SE" sz="2800" dirty="0">
                <a:ea typeface="Calibri"/>
                <a:cs typeface="Calibri"/>
              </a:rPr>
              <a:t> </a:t>
            </a:r>
            <a:r>
              <a:rPr lang="sv-SE" sz="2800" dirty="0" err="1">
                <a:ea typeface="Calibri"/>
                <a:cs typeface="Calibri"/>
              </a:rPr>
              <a:t>enikkekidane</a:t>
            </a:r>
            <a:endParaRPr lang="sv-SE" sz="2800" dirty="0"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06A7EAD-B438-735A-C1A9-2207460B0CA7}"/>
              </a:ext>
            </a:extLst>
          </p:cNvPr>
          <p:cNvSpPr txBox="1"/>
          <p:nvPr/>
        </p:nvSpPr>
        <p:spPr>
          <a:xfrm>
            <a:off x="620858" y="2817501"/>
            <a:ext cx="5393522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000" dirty="0" err="1">
                <a:ea typeface="+mn-lt"/>
                <a:cs typeface="+mn-lt"/>
              </a:rPr>
              <a:t>എന്‍റെ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ആയുസ്സി</a:t>
            </a:r>
            <a:r>
              <a:rPr lang="en-SG" sz="2000" dirty="0">
                <a:ea typeface="+mn-lt"/>
                <a:cs typeface="+mn-lt"/>
              </a:rPr>
              <a:t>ൻ </a:t>
            </a:r>
            <a:r>
              <a:rPr lang="en-SG" sz="2000" dirty="0" err="1">
                <a:ea typeface="+mn-lt"/>
                <a:cs typeface="+mn-lt"/>
              </a:rPr>
              <a:t>ദിനമൊക്കെയും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നിന്നെമാത്രം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ഞാനിനി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സേവിക്കും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എന്‍റെ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പ്രാണനായകനേശുവേ</a:t>
            </a:r>
            <a:br>
              <a:rPr lang="en-SG" sz="2000" dirty="0">
                <a:ea typeface="+mn-lt"/>
                <a:cs typeface="+mn-lt"/>
              </a:rPr>
            </a:br>
            <a:r>
              <a:rPr lang="en-SG" sz="2000" dirty="0" err="1">
                <a:ea typeface="+mn-lt"/>
                <a:cs typeface="+mn-lt"/>
              </a:rPr>
              <a:t>നിന്‍റെ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സ്നേഹം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നീ</a:t>
            </a:r>
            <a:r>
              <a:rPr lang="en-SG" sz="2000" dirty="0">
                <a:ea typeface="+mn-lt"/>
                <a:cs typeface="+mn-lt"/>
              </a:rPr>
              <a:t> </a:t>
            </a:r>
            <a:r>
              <a:rPr lang="en-SG" sz="2000" dirty="0" err="1">
                <a:ea typeface="+mn-lt"/>
                <a:cs typeface="+mn-lt"/>
              </a:rPr>
              <a:t>എനിക്കേകിടണേ</a:t>
            </a:r>
            <a:endParaRPr lang="en-SG" sz="2800" i="0" dirty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887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7255-1FAC-CCC8-F9C0-70805AC9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A8894A-03E8-2A4A-31A5-D5170570F7F7}"/>
              </a:ext>
            </a:extLst>
          </p:cNvPr>
          <p:cNvSpPr txBox="1">
            <a:spLocks/>
          </p:cNvSpPr>
          <p:nvPr/>
        </p:nvSpPr>
        <p:spPr>
          <a:xfrm>
            <a:off x="756000" y="1463290"/>
            <a:ext cx="7632000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  <a:defRPr/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2068073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C4298-C2CF-3D69-4C36-764DECDE0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29FEA-70BD-3426-4FD8-749CA82CB5F0}"/>
              </a:ext>
            </a:extLst>
          </p:cNvPr>
          <p:cNvSpPr txBox="1">
            <a:spLocks/>
          </p:cNvSpPr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Confession: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Swantham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ninkkini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Njaan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Yeshu deva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167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Confession – Hymn 218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466D9-7833-DDA1-D1BC-EBA82DC637B7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</a:t>
            </a:r>
            <a:r>
              <a:rPr lang="en-SG" sz="1400" err="1">
                <a:solidFill>
                  <a:prstClr val="black"/>
                </a:solidFill>
                <a:latin typeface="Segoe UI"/>
                <a:cs typeface="Segoe UI"/>
              </a:rPr>
              <a:t>nfess</a:t>
            </a: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ion: 1 of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10A4F-B842-1063-B538-A5D4E268884D}"/>
              </a:ext>
            </a:extLst>
          </p:cNvPr>
          <p:cNvSpPr txBox="1"/>
          <p:nvPr/>
        </p:nvSpPr>
        <p:spPr>
          <a:xfrm>
            <a:off x="2492879" y="2572933"/>
            <a:ext cx="4997945" cy="19005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ea typeface="+mn-lt"/>
                <a:cs typeface="+mn-lt"/>
              </a:rPr>
              <a:t>സ്വന്തം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നിനക്കിനി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ഞാ</a:t>
            </a:r>
            <a:r>
              <a:rPr lang="en-US" sz="2000" dirty="0">
                <a:ea typeface="+mn-lt"/>
                <a:cs typeface="+mn-lt"/>
              </a:rPr>
              <a:t>ൻ 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+mn-lt"/>
                <a:cs typeface="+mn-lt"/>
              </a:rPr>
              <a:t>യേശു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ദേവാ</a:t>
            </a:r>
            <a:r>
              <a:rPr lang="en-US" sz="2000" dirty="0">
                <a:ea typeface="+mn-lt"/>
                <a:cs typeface="+mn-lt"/>
              </a:rPr>
              <a:t>! </a:t>
            </a:r>
            <a:r>
              <a:rPr lang="en-US" sz="2000" dirty="0" err="1">
                <a:ea typeface="+mn-lt"/>
                <a:cs typeface="+mn-lt"/>
              </a:rPr>
              <a:t>പാപ</a:t>
            </a:r>
            <a:r>
              <a:rPr lang="en-US" sz="2000" dirty="0">
                <a:ea typeface="+mn-lt"/>
                <a:cs typeface="+mn-lt"/>
              </a:rPr>
              <a:t>- 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+mn-lt"/>
                <a:cs typeface="+mn-lt"/>
              </a:rPr>
              <a:t>ബന്ധം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നീക്കെന്നി</a:t>
            </a:r>
            <a:r>
              <a:rPr lang="en-US" sz="2000" dirty="0">
                <a:ea typeface="+mn-lt"/>
                <a:cs typeface="+mn-lt"/>
              </a:rPr>
              <a:t>ൽ </a:t>
            </a:r>
            <a:r>
              <a:rPr lang="en-US" sz="2000" dirty="0" err="1">
                <a:ea typeface="+mn-lt"/>
                <a:cs typeface="+mn-lt"/>
              </a:rPr>
              <a:t>നിന്നെ</a:t>
            </a:r>
            <a:r>
              <a:rPr lang="en-US" sz="2000" dirty="0">
                <a:ea typeface="+mn-lt"/>
                <a:cs typeface="+mn-lt"/>
              </a:rPr>
              <a:t>ൻ 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+mn-lt"/>
                <a:cs typeface="+mn-lt"/>
              </a:rPr>
              <a:t>പ്രീയ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നാഥാ</a:t>
            </a:r>
            <a:r>
              <a:rPr lang="en-US" sz="2000" dirty="0">
                <a:ea typeface="+mn-lt"/>
                <a:cs typeface="+mn-lt"/>
              </a:rPr>
              <a:t>!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D81CCF-1708-4AC7-9D99-94E49D7642C1}"/>
              </a:ext>
            </a:extLst>
          </p:cNvPr>
          <p:cNvSpPr txBox="1">
            <a:spLocks/>
          </p:cNvSpPr>
          <p:nvPr/>
        </p:nvSpPr>
        <p:spPr>
          <a:xfrm>
            <a:off x="637953" y="607434"/>
            <a:ext cx="9052560" cy="328590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800" dirty="0">
                <a:latin typeface="Calibri"/>
                <a:ea typeface="Calibri"/>
                <a:cs typeface="Segoe UI Light"/>
              </a:rPr>
              <a:t>swantham ninakkini njaan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800" dirty="0">
                <a:latin typeface="Calibri"/>
                <a:ea typeface="Calibri"/>
                <a:cs typeface="Segoe UI Light"/>
              </a:rPr>
              <a:t>yeshudheva! </a:t>
            </a:r>
            <a:r>
              <a:rPr lang="sv-SE" sz="2800" dirty="0" err="1">
                <a:latin typeface="Calibri"/>
                <a:ea typeface="Calibri"/>
                <a:cs typeface="Calibri"/>
              </a:rPr>
              <a:t>paapa</a:t>
            </a:r>
            <a:r>
              <a:rPr lang="sv-SE" sz="2800" dirty="0">
                <a:latin typeface="Calibri"/>
                <a:ea typeface="Calibri"/>
                <a:cs typeface="Calibri"/>
              </a:rPr>
              <a:t>-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800" dirty="0" err="1">
                <a:latin typeface="Calibri"/>
                <a:ea typeface="Calibri"/>
                <a:cs typeface="Segoe UI Light"/>
              </a:rPr>
              <a:t>bandham</a:t>
            </a:r>
            <a:r>
              <a:rPr lang="sv-SE" sz="2800" dirty="0">
                <a:latin typeface="Calibri"/>
                <a:ea typeface="Calibri"/>
                <a:cs typeface="Segoe UI Light"/>
              </a:rPr>
              <a:t> </a:t>
            </a:r>
            <a:r>
              <a:rPr lang="sv-SE" sz="2800" dirty="0" err="1">
                <a:latin typeface="Calibri"/>
                <a:ea typeface="Calibri"/>
                <a:cs typeface="Segoe UI Light"/>
              </a:rPr>
              <a:t>neekkennil</a:t>
            </a:r>
            <a:r>
              <a:rPr lang="sv-SE" sz="2800" dirty="0">
                <a:latin typeface="Calibri"/>
                <a:ea typeface="Calibri"/>
                <a:cs typeface="Segoe UI Light"/>
              </a:rPr>
              <a:t> </a:t>
            </a:r>
            <a:r>
              <a:rPr lang="sv-SE" sz="2800" dirty="0" err="1">
                <a:latin typeface="Calibri"/>
                <a:ea typeface="Calibri"/>
                <a:cs typeface="Segoe UI Light"/>
              </a:rPr>
              <a:t>ninnen</a:t>
            </a:r>
            <a:r>
              <a:rPr lang="sv-SE" sz="2800" dirty="0">
                <a:latin typeface="Calibri"/>
                <a:ea typeface="Calibri"/>
                <a:cs typeface="Segoe UI Light"/>
              </a:rPr>
              <a:t>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800" dirty="0" err="1">
                <a:latin typeface="Calibri"/>
                <a:ea typeface="Calibri"/>
                <a:cs typeface="Segoe UI Light"/>
              </a:rPr>
              <a:t>priya</a:t>
            </a:r>
            <a:r>
              <a:rPr lang="sv-SE" sz="2800" dirty="0">
                <a:latin typeface="Calibri"/>
                <a:ea typeface="Calibri"/>
                <a:cs typeface="Segoe UI Light"/>
              </a:rPr>
              <a:t> </a:t>
            </a:r>
            <a:r>
              <a:rPr lang="sv-SE" sz="2800" dirty="0" err="1">
                <a:latin typeface="Calibri"/>
                <a:ea typeface="Calibri"/>
                <a:cs typeface="Segoe UI Light"/>
              </a:rPr>
              <a:t>naadha</a:t>
            </a:r>
            <a:r>
              <a:rPr lang="sv-SE" sz="2800" dirty="0">
                <a:latin typeface="Calibri"/>
                <a:ea typeface="Calibri"/>
                <a:cs typeface="Segoe UI Light"/>
              </a:rPr>
              <a:t>!</a:t>
            </a:r>
            <a:endParaRPr lang="sv-SE" sz="1000" dirty="0">
              <a:latin typeface="Calibri"/>
              <a:ea typeface="Calibri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30628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F2E4-6CD7-C54A-96A9-EDD25A5854ED}"/>
              </a:ext>
            </a:extLst>
          </p:cNvPr>
          <p:cNvSpPr txBox="1">
            <a:spLocks/>
          </p:cNvSpPr>
          <p:nvPr/>
        </p:nvSpPr>
        <p:spPr>
          <a:xfrm>
            <a:off x="2004934" y="1543798"/>
            <a:ext cx="5134132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  <p:extLst>
      <p:ext uri="{BB962C8B-B14F-4D97-AF65-F5344CB8AC3E}">
        <p14:creationId xmlns:p14="http://schemas.microsoft.com/office/powerpoint/2010/main" val="290555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0F62-AFB7-2124-5EFD-1AD870D0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8F1AE04-A3D1-9E8C-E478-165795E1B4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08BBDB8-7BCB-898A-599C-983592B00AB8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36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EE1EC-4C96-F3D8-6215-9EADE5CA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BE495D8-4564-F522-A46F-312727AC97D9}"/>
              </a:ext>
            </a:extLst>
          </p:cNvPr>
          <p:cNvSpPr/>
          <p:nvPr/>
        </p:nvSpPr>
        <p:spPr>
          <a:xfrm>
            <a:off x="19051" y="2292198"/>
            <a:ext cx="9105898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ML-TTKarthika"/>
                <a:ea typeface="+mn-lt"/>
                <a:cs typeface="+mn-lt"/>
              </a:rPr>
              <a:t>kvt</a:t>
            </a:r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lhncp</a:t>
            </a:r>
            <a:r>
              <a:rPr lang="en-US" sz="2800" dirty="0">
                <a:latin typeface="ML-TTKarthika"/>
                <a:ea typeface="+mn-lt"/>
                <a:cs typeface="+mn-lt"/>
              </a:rPr>
              <a:t>¶\p`hn¸m³ (2)</a:t>
            </a:r>
          </a:p>
          <a:p>
            <a:r>
              <a:rPr lang="en-US" sz="2800" dirty="0">
                <a:latin typeface="ML-TTKarthika"/>
                <a:ea typeface="+mn-lt"/>
                <a:cs typeface="+mn-lt"/>
              </a:rPr>
              <a:t>kt\l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ssZh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a¡sfÃmcpw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IqSphn³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Pbw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Pbw</a:t>
            </a:r>
            <a:r>
              <a:rPr lang="en-US" sz="2800" dirty="0">
                <a:latin typeface="ML-TTKarthika"/>
                <a:ea typeface="+mn-lt"/>
                <a:cs typeface="+mn-lt"/>
              </a:rPr>
              <a:t> \apt¡! (2)</a:t>
            </a:r>
          </a:p>
          <a:p>
            <a:r>
              <a:rPr lang="en-US" sz="2800" dirty="0">
                <a:latin typeface="ML-TTKarthika"/>
                <a:ea typeface="+mn-lt"/>
                <a:cs typeface="+mn-lt"/>
              </a:rPr>
              <a:t>]I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Xn</a:t>
            </a:r>
            <a:r>
              <a:rPr lang="en-US" sz="2800" dirty="0" err="1">
                <a:latin typeface="ML-TTKarthika" panose="04000000000000000000" pitchFamily="82" charset="0"/>
              </a:rPr>
              <a:t>§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n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temIa¡Ä</a:t>
            </a:r>
            <a:r>
              <a:rPr lang="en-US" sz="2800" dirty="0">
                <a:latin typeface="ML-TTKarthika"/>
                <a:ea typeface="+mn-lt"/>
                <a:cs typeface="+mn-lt"/>
              </a:rPr>
              <a:t> (2)</a:t>
            </a:r>
          </a:p>
          <a:p>
            <a:r>
              <a:rPr lang="en-US" sz="2800" dirty="0">
                <a:latin typeface="ML-TTKarthika"/>
                <a:ea typeface="+mn-lt"/>
                <a:cs typeface="+mn-lt"/>
              </a:rPr>
              <a:t>]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eIpew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PmXnIfmbv</a:t>
            </a:r>
            <a:r>
              <a:rPr lang="en-US" sz="2800" dirty="0">
                <a:latin typeface="ML-TTKarthika"/>
                <a:ea typeface="+mn-lt"/>
                <a:cs typeface="+mn-lt"/>
              </a:rPr>
              <a:t> ]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ncnªp</a:t>
            </a:r>
            <a:r>
              <a:rPr lang="en-US" sz="2800" dirty="0">
                <a:latin typeface="ML-TTKarthika"/>
                <a:ea typeface="+mn-lt"/>
                <a:cs typeface="+mn-lt"/>
              </a:rPr>
              <a:t> 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mÄ¡p</a:t>
            </a:r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mÄ</a:t>
            </a:r>
            <a:r>
              <a:rPr lang="en-US" sz="2800" dirty="0">
                <a:latin typeface="ML-TTKarthika"/>
                <a:ea typeface="+mn-lt"/>
                <a:cs typeface="+mn-lt"/>
              </a:rPr>
              <a:t> ]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ct</a:t>
            </a:r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msSXnÀ¡p¶p</a:t>
            </a:r>
            <a:r>
              <a:rPr lang="en-US" sz="2800" dirty="0">
                <a:latin typeface="ML-TTKarthika"/>
                <a:ea typeface="+mn-lt"/>
                <a:cs typeface="+mn-lt"/>
              </a:rPr>
              <a:t> (2)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8BF005-D426-5657-19A7-596587A43E0D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1 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99FDA5-6132-CB47-A8AC-B981A301067E}"/>
              </a:ext>
            </a:extLst>
          </p:cNvPr>
          <p:cNvSpPr/>
          <p:nvPr/>
        </p:nvSpPr>
        <p:spPr>
          <a:xfrm>
            <a:off x="430305" y="511631"/>
            <a:ext cx="8541307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sneha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virunna-nubhavippan</a:t>
            </a:r>
            <a:r>
              <a:rPr lang="en-US" sz="2400" dirty="0">
                <a:ea typeface="+mn-lt"/>
                <a:cs typeface="+mn-lt"/>
              </a:rPr>
              <a:t> (2) 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sneha-deiva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makkalellarum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kuduvin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jayam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jayam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namukke</a:t>
            </a:r>
            <a:r>
              <a:rPr lang="en-US" sz="2400" dirty="0">
                <a:ea typeface="+mn-lt"/>
                <a:cs typeface="+mn-lt"/>
              </a:rPr>
              <a:t> (2)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paka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thinggi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lokamakkal</a:t>
            </a:r>
            <a:r>
              <a:rPr lang="en-US" sz="2400" dirty="0">
                <a:ea typeface="+mn-lt"/>
                <a:cs typeface="+mn-lt"/>
              </a:rPr>
              <a:t> (2)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pala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kulam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jathikalai</a:t>
            </a:r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 dirty="0" err="1">
                <a:ea typeface="+mn-lt"/>
                <a:cs typeface="+mn-lt"/>
              </a:rPr>
              <a:t>pirinju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nalkkunal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paranodethirkkunnu</a:t>
            </a:r>
            <a:r>
              <a:rPr lang="en-US" sz="2400" dirty="0">
                <a:ea typeface="+mn-lt"/>
                <a:cs typeface="+mn-lt"/>
              </a:rPr>
              <a:t> (2)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B20BD-6FDC-D431-8372-416C9C55F4D5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315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444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03C81-DA1F-3124-B2D1-8038C4A0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73681D3-A092-4964-590D-34EE9B4A13C6}"/>
              </a:ext>
            </a:extLst>
          </p:cNvPr>
          <p:cNvSpPr/>
          <p:nvPr/>
        </p:nvSpPr>
        <p:spPr>
          <a:xfrm>
            <a:off x="239844" y="2845746"/>
            <a:ext cx="8581868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aps¡mcp</a:t>
            </a:r>
            <a:r>
              <a:rPr lang="en-US" sz="2800" dirty="0">
                <a:latin typeface="ML-TTKarthika"/>
                <a:ea typeface="+mn-lt"/>
                <a:cs typeface="+mn-lt"/>
              </a:rPr>
              <a:t> ]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nXmhp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Xs</a:t>
            </a:r>
            <a:r>
              <a:rPr lang="en-US" sz="2800" dirty="0">
                <a:latin typeface="ML-TTKarthika"/>
                <a:ea typeface="+mn-lt"/>
                <a:cs typeface="+mn-lt"/>
              </a:rPr>
              <a:t>¶ (2) </a:t>
            </a:r>
          </a:p>
          <a:p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apt¡hÀ¡pw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Poh³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AcpfnSp¶Xpw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ssZhmßmhpXs</a:t>
            </a:r>
            <a:r>
              <a:rPr lang="en-US" sz="2800" dirty="0">
                <a:latin typeface="ML-TTKarthika"/>
                <a:ea typeface="+mn-lt"/>
                <a:cs typeface="+mn-lt"/>
              </a:rPr>
              <a:t>¶</a:t>
            </a:r>
            <a:r>
              <a:rPr lang="en-US" sz="28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endParaRPr lang="en-US" sz="24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apt¡I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c£I</a:t>
            </a:r>
            <a:r>
              <a:rPr lang="en-US" sz="2800" dirty="0">
                <a:latin typeface="ML-TTKarthika"/>
                <a:ea typeface="+mn-lt"/>
                <a:cs typeface="+mn-lt"/>
              </a:rPr>
              <a:t>\mw (2)</a:t>
            </a:r>
            <a:endParaRPr lang="en-US" sz="2400" dirty="0">
              <a:latin typeface="ML-TTKarthika"/>
              <a:ea typeface="+mn-lt"/>
              <a:cs typeface="+mn-lt"/>
            </a:endParaRPr>
          </a:p>
          <a:p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apt¡hÀ¡pw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IpSnbncn¸Xn</a:t>
            </a:r>
            <a:r>
              <a:rPr lang="en-US" sz="2800" dirty="0">
                <a:latin typeface="ML-TTKarthika"/>
                <a:ea typeface="+mn-lt"/>
                <a:cs typeface="+mn-lt"/>
              </a:rPr>
              <a:t>\n\n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kzÀ¤w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H¶pXs</a:t>
            </a:r>
            <a:r>
              <a:rPr lang="en-US" sz="2800" dirty="0">
                <a:latin typeface="ML-TTKarthika"/>
                <a:ea typeface="+mn-lt"/>
                <a:cs typeface="+mn-lt"/>
              </a:rPr>
              <a:t>¶-</a:t>
            </a:r>
            <a:endParaRPr lang="en-US" sz="3600" dirty="0">
              <a:latin typeface="ML-TTKarthika" panose="04000000000000000000" pitchFamily="8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5CB29-EDAD-6F18-4B87-68290029A134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2 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9623C-D6A0-DC62-F365-74B1A233CEBF}"/>
              </a:ext>
            </a:extLst>
          </p:cNvPr>
          <p:cNvSpPr/>
          <p:nvPr/>
        </p:nvSpPr>
        <p:spPr>
          <a:xfrm>
            <a:off x="347860" y="543428"/>
            <a:ext cx="8694644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namukkoru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pithavu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thanne</a:t>
            </a:r>
            <a:r>
              <a:rPr lang="en-US" sz="2400" dirty="0">
                <a:ea typeface="+mn-lt"/>
                <a:cs typeface="+mn-lt"/>
              </a:rPr>
              <a:t> (2)- </a:t>
            </a:r>
            <a:r>
              <a:rPr lang="en-US" sz="2400" dirty="0" err="1">
                <a:ea typeface="+mn-lt"/>
                <a:cs typeface="+mn-lt"/>
              </a:rPr>
              <a:t>namukkevarkkum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jeevan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arulidunnathum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daivatmavu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thanne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namukkeka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rakshakanam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(2)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namukkevarkkum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kudi-irippathinini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swarggam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onnu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thane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E983B-037B-1CB2-43F1-4BABD3E6BEC9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315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4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A8F8F-D286-FB75-E243-05D29F4FF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DF8275B-CCBF-E5CE-A3B1-61F15F804904}"/>
              </a:ext>
            </a:extLst>
          </p:cNvPr>
          <p:cNvSpPr/>
          <p:nvPr/>
        </p:nvSpPr>
        <p:spPr>
          <a:xfrm>
            <a:off x="202367" y="2845746"/>
            <a:ext cx="9513133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apt¡I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t`mP</a:t>
            </a:r>
            <a:r>
              <a:rPr lang="en-US" sz="2800" dirty="0">
                <a:latin typeface="ML-TTKarthika"/>
                <a:ea typeface="+mn-lt"/>
                <a:cs typeface="+mn-lt"/>
              </a:rPr>
              <a:t>\ta (2) </a:t>
            </a:r>
          </a:p>
          <a:p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apt¡hÀ¡pw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ngÂ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shfn</a:t>
            </a:r>
            <a:r>
              <a:rPr lang="en-US" sz="2800" dirty="0">
                <a:latin typeface="ML-TTKarthika" panose="04000000000000000000" pitchFamily="82" charset="0"/>
              </a:rPr>
              <a:t>¨</a:t>
            </a:r>
            <a:r>
              <a:rPr lang="en-US" sz="2800" dirty="0">
                <a:latin typeface="ML-TTKarthika"/>
                <a:ea typeface="+mn-lt"/>
                <a:cs typeface="+mn-lt"/>
              </a:rPr>
              <a:t>¯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qWXpw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tbip</a:t>
            </a:r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mbIt</a:t>
            </a:r>
            <a:r>
              <a:rPr lang="en-US" sz="2800" dirty="0">
                <a:latin typeface="ML-TTKarthika"/>
                <a:ea typeface="+mn-lt"/>
                <a:cs typeface="+mn-lt"/>
              </a:rPr>
              <a:t>\ </a:t>
            </a:r>
            <a:endParaRPr lang="en-US" sz="2400" dirty="0">
              <a:latin typeface="ML-TTKarthika"/>
              <a:ea typeface="+mn-lt"/>
              <a:cs typeface="+mn-lt"/>
            </a:endParaRPr>
          </a:p>
          <a:p>
            <a:r>
              <a:rPr lang="en-US" sz="2800" dirty="0" err="1">
                <a:latin typeface="ML-TTKarthika"/>
                <a:ea typeface="+mn-lt"/>
                <a:cs typeface="+mn-lt"/>
              </a:rPr>
              <a:t>hgnhmXnÂ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kv</a:t>
            </a:r>
            <a:r>
              <a:rPr lang="en-US" sz="2800" dirty="0">
                <a:latin typeface="ML-TTKarthika"/>
                <a:ea typeface="+mn-lt"/>
                <a:cs typeface="+mn-lt"/>
              </a:rPr>
              <a:t>\m\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samt</a:t>
            </a:r>
            <a:r>
              <a:rPr lang="en-US" sz="2800" dirty="0">
                <a:latin typeface="ML-TTKarthika"/>
                <a:ea typeface="+mn-lt"/>
                <a:cs typeface="+mn-lt"/>
              </a:rPr>
              <a:t>¶ (2) </a:t>
            </a:r>
            <a:endParaRPr lang="en-US" sz="2400" dirty="0">
              <a:latin typeface="ML-TTKarthika"/>
              <a:ea typeface="+mn-lt"/>
              <a:cs typeface="+mn-lt"/>
            </a:endParaRPr>
          </a:p>
          <a:p>
            <a:r>
              <a:rPr lang="en-US" sz="2800" dirty="0">
                <a:latin typeface="ML-TTKarthika"/>
                <a:ea typeface="+mn-lt"/>
                <a:cs typeface="+mn-lt"/>
              </a:rPr>
              <a:t>{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InkvXp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hn</a:t>
            </a:r>
            <a:r>
              <a:rPr lang="en-US" sz="2800" dirty="0">
                <a:latin typeface="ML-TTKarthika"/>
                <a:ea typeface="+mn-lt"/>
                <a:cs typeface="+mn-lt"/>
              </a:rPr>
              <a:t>[n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sNmÃpt¶cw</a:t>
            </a:r>
            <a:r>
              <a:rPr lang="en-US" sz="2800" dirty="0">
                <a:latin typeface="ML-TTKarthika"/>
                <a:ea typeface="+mn-lt"/>
                <a:cs typeface="+mn-lt"/>
              </a:rPr>
              <a:t> 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aps¡ÃmhÀ¡pw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he¯p</a:t>
            </a:r>
            <a:r>
              <a:rPr lang="en-US" sz="2800" dirty="0">
                <a:latin typeface="ML-TTKarthika"/>
                <a:ea typeface="+mn-lt"/>
                <a:cs typeface="+mn-lt"/>
              </a:rPr>
              <a:t> `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mKsamt</a:t>
            </a:r>
            <a:r>
              <a:rPr lang="en-US" sz="2800" dirty="0">
                <a:latin typeface="ML-TTKarthika"/>
                <a:ea typeface="+mn-lt"/>
                <a:cs typeface="+mn-lt"/>
              </a:rPr>
              <a:t>¶</a:t>
            </a:r>
            <a:endParaRPr lang="en-US" sz="2400" dirty="0">
              <a:latin typeface="ML-TTKarthika"/>
            </a:endParaRPr>
          </a:p>
          <a:p>
            <a:pPr indent="685165"/>
            <a:endParaRPr lang="en-US" sz="3600" dirty="0">
              <a:latin typeface="ML-TTKarthika" panose="04000000000000000000" pitchFamily="8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FB80AB-74D4-1ADD-BDB8-11C0687E76FF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3 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3F6D83-3DAB-96B6-51D7-5C37C4941F61}"/>
              </a:ext>
            </a:extLst>
          </p:cNvPr>
          <p:cNvSpPr/>
          <p:nvPr/>
        </p:nvSpPr>
        <p:spPr>
          <a:xfrm>
            <a:off x="0" y="632758"/>
            <a:ext cx="9124949" cy="193899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namukkeka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bhojaname</a:t>
            </a:r>
            <a:r>
              <a:rPr lang="en-US" sz="2400" dirty="0">
                <a:ea typeface="+mn-lt"/>
                <a:cs typeface="+mn-lt"/>
              </a:rPr>
              <a:t> (2)- </a:t>
            </a:r>
            <a:r>
              <a:rPr lang="en-US" sz="2400" dirty="0" err="1">
                <a:ea typeface="+mn-lt"/>
                <a:cs typeface="+mn-lt"/>
              </a:rPr>
              <a:t>namukkevarkkum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nizhal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velicha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thoonathum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yeshu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nayakane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vazhi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vaathil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snanamonne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(2)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kristhu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vidhi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chollum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neram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namukkellavarkkum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valathubhagamonne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B25DA-4E2E-5CCB-C36B-878CE8A4A522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315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23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59BDD-F251-EEB1-09A1-4E35A09B9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B636842-5154-475C-D52F-5548D0A8ACC7}"/>
              </a:ext>
            </a:extLst>
          </p:cNvPr>
          <p:cNvSpPr/>
          <p:nvPr/>
        </p:nvSpPr>
        <p:spPr>
          <a:xfrm>
            <a:off x="256877" y="2465844"/>
            <a:ext cx="869464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ML-TTKarthika"/>
                <a:ea typeface="+mn-lt"/>
                <a:cs typeface="+mn-lt"/>
              </a:rPr>
              <a:t>kvt</a:t>
            </a:r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l¡pdn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sXm«oSWw</a:t>
            </a:r>
            <a:r>
              <a:rPr lang="en-US" sz="2800" dirty="0">
                <a:latin typeface="ML-TTKarthika"/>
                <a:ea typeface="+mn-lt"/>
                <a:cs typeface="+mn-lt"/>
              </a:rPr>
              <a:t> \mw (2) 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nbaw</a:t>
            </a:r>
            <a:r>
              <a:rPr lang="en-US" sz="2800" dirty="0">
                <a:latin typeface="ML-TTKarthika"/>
                <a:ea typeface="+mn-lt"/>
                <a:cs typeface="+mn-lt"/>
              </a:rPr>
              <a:t> CtXiphn³ </a:t>
            </a:r>
          </a:p>
          <a:p>
            <a:r>
              <a:rPr lang="en-US" sz="2800" dirty="0">
                <a:latin typeface="ML-TTKarthika"/>
                <a:ea typeface="+mn-lt"/>
                <a:cs typeface="+mn-lt"/>
              </a:rPr>
              <a:t>P\</a:t>
            </a:r>
            <a:r>
              <a:rPr lang="en-US" sz="2800" dirty="0">
                <a:latin typeface="ML-TTKarthika" panose="04000000000000000000" pitchFamily="82" charset="0"/>
              </a:rPr>
              <a:t>§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Ät¡hÀ¡pw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nbant</a:t>
            </a:r>
            <a:r>
              <a:rPr lang="en-US" sz="2800" dirty="0" err="1">
                <a:latin typeface="ML-TTKarthika" panose="04000000000000000000" pitchFamily="82" charset="0"/>
              </a:rPr>
              <a:t>¨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ip</a:t>
            </a:r>
            <a:r>
              <a:rPr lang="en-US" sz="2800" dirty="0">
                <a:latin typeface="ML-TTKarthika"/>
                <a:ea typeface="+mn-lt"/>
                <a:cs typeface="+mn-lt"/>
              </a:rPr>
              <a:t>]c³ </a:t>
            </a:r>
          </a:p>
          <a:p>
            <a:r>
              <a:rPr lang="en-US" sz="2800" dirty="0">
                <a:latin typeface="ML-TTKarthika"/>
                <a:ea typeface="+mn-lt"/>
                <a:cs typeface="+mn-lt"/>
              </a:rPr>
              <a:t>]I t]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bpsS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Ipdnbmw</a:t>
            </a:r>
            <a:r>
              <a:rPr lang="en-US" sz="2800" dirty="0">
                <a:latin typeface="ML-TTKarthika"/>
                <a:ea typeface="+mn-lt"/>
                <a:cs typeface="+mn-lt"/>
              </a:rPr>
              <a:t> (2) </a:t>
            </a:r>
          </a:p>
          <a:p>
            <a:r>
              <a:rPr lang="en-US" sz="2800" dirty="0">
                <a:latin typeface="ML-TTKarthika"/>
                <a:ea typeface="+mn-lt"/>
                <a:cs typeface="+mn-lt"/>
              </a:rPr>
              <a:t>]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ct</a:t>
            </a:r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sd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k¦Sw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tIm</a:t>
            </a:r>
            <a:r>
              <a:rPr lang="en-US" sz="2800" dirty="0">
                <a:latin typeface="ML-TTKarthika"/>
                <a:ea typeface="+mn-lt"/>
                <a:cs typeface="+mn-lt"/>
              </a:rPr>
              <a:t>]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hpw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hcpw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]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nW</a:t>
            </a:r>
            <a:r>
              <a:rPr lang="en-US" sz="2800" dirty="0" err="1">
                <a:latin typeface="ML-TTKarthika" panose="04000000000000000000" pitchFamily="82" charset="0"/>
              </a:rPr>
              <a:t>§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temItcmSv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B651F0-8BF4-2A60-ABCC-97A2E6E1F1E5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4 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6906A6-C192-056C-9683-C79A9F234F70}"/>
              </a:ext>
            </a:extLst>
          </p:cNvPr>
          <p:cNvSpPr/>
          <p:nvPr/>
        </p:nvSpPr>
        <p:spPr>
          <a:xfrm>
            <a:off x="164892" y="468833"/>
            <a:ext cx="8878615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snehakkuri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thottidenam</a:t>
            </a:r>
            <a:r>
              <a:rPr lang="en-US" sz="2400" dirty="0">
                <a:ea typeface="+mn-lt"/>
                <a:cs typeface="+mn-lt"/>
              </a:rPr>
              <a:t> naam (2)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niyamam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itheshuvin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janangalkkevarkkum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niyamicheshu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paran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paka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peyude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kuriyam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(2)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paranere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sangadam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kopavum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varum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pinangum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lokarodu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D9330-EA4B-9A50-C53F-BAE2D4C2BAED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315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7324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DD5F-9632-F5AE-9D7A-4FC855DD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390698-41C5-0D1A-5586-F24AB9E0C3A5}"/>
              </a:ext>
            </a:extLst>
          </p:cNvPr>
          <p:cNvSpPr/>
          <p:nvPr/>
        </p:nvSpPr>
        <p:spPr>
          <a:xfrm>
            <a:off x="430305" y="2571750"/>
            <a:ext cx="869464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ML-TTKarthika"/>
                <a:ea typeface="+mn-lt"/>
                <a:cs typeface="+mn-lt"/>
              </a:rPr>
              <a:t>{InkvX³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XncpNn</a:t>
            </a:r>
            <a:r>
              <a:rPr lang="en-US" sz="2800" dirty="0">
                <a:latin typeface="ML-TTKarthika" panose="04000000000000000000" pitchFamily="82" charset="0"/>
              </a:rPr>
              <a:t>´</a:t>
            </a:r>
            <a:r>
              <a:rPr lang="en-US" sz="2800" dirty="0">
                <a:latin typeface="ML-TTKarthika"/>
                <a:ea typeface="+mn-lt"/>
                <a:cs typeface="+mn-lt"/>
              </a:rPr>
              <a:t>[cn¸n³ (2)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IpcnsiSp¯p</a:t>
            </a:r>
            <a:r>
              <a:rPr lang="en-US" sz="2800" dirty="0">
                <a:latin typeface="ML-TTKarthika"/>
                <a:ea typeface="+mn-lt"/>
                <a:cs typeface="+mn-lt"/>
              </a:rPr>
              <a:t> </a:t>
            </a:r>
          </a:p>
          <a:p>
            <a:r>
              <a:rPr lang="en-US" sz="2800" dirty="0">
                <a:latin typeface="ML-TTKarthika"/>
                <a:ea typeface="+mn-lt"/>
                <a:cs typeface="+mn-lt"/>
              </a:rPr>
              <a:t>XmgvatbmSh³ ]n³sNÃphn³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XncpIr</a:t>
            </a:r>
            <a:r>
              <a:rPr lang="en-US" sz="2800" dirty="0">
                <a:latin typeface="ML-TTKarthika"/>
                <a:ea typeface="+mn-lt"/>
                <a:cs typeface="+mn-lt"/>
              </a:rPr>
              <a:t>] e`n¸m³ </a:t>
            </a:r>
          </a:p>
          <a:p>
            <a:r>
              <a:rPr lang="en-US" sz="2800" dirty="0" err="1">
                <a:latin typeface="ML-TTKarthika"/>
                <a:ea typeface="+mn-lt"/>
                <a:cs typeface="+mn-lt"/>
              </a:rPr>
              <a:t>GIa</a:t>
            </a:r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tÊmsS</a:t>
            </a:r>
            <a:r>
              <a:rPr lang="en-US" sz="2800" dirty="0">
                <a:latin typeface="ML-TTKarthika"/>
                <a:ea typeface="+mn-lt"/>
                <a:cs typeface="+mn-lt"/>
              </a:rPr>
              <a:t> P]n¸n³ (2)</a:t>
            </a:r>
          </a:p>
          <a:p>
            <a:r>
              <a:rPr lang="en-US" sz="2800" dirty="0" err="1">
                <a:latin typeface="ML-TTKarthika"/>
                <a:ea typeface="+mn-lt"/>
                <a:cs typeface="+mn-lt"/>
              </a:rPr>
              <a:t>Ahkm</a:t>
            </a:r>
            <a:r>
              <a:rPr lang="en-US" sz="2800" dirty="0">
                <a:latin typeface="ML-TTKarthika"/>
                <a:ea typeface="+mn-lt"/>
                <a:cs typeface="+mn-lt"/>
              </a:rPr>
              <a:t>\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t¯mfhpw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\ne\n¶oSphn³ 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hcpw</a:t>
            </a:r>
            <a:r>
              <a:rPr lang="en-US" sz="2800" dirty="0">
                <a:latin typeface="ML-TTKarthika"/>
                <a:ea typeface="+mn-lt"/>
                <a:cs typeface="+mn-lt"/>
              </a:rPr>
              <a:t> `</a:t>
            </a:r>
            <a:r>
              <a:rPr lang="en-US" sz="2800" dirty="0" err="1">
                <a:latin typeface="ML-TTKarthika"/>
                <a:ea typeface="+mn-lt"/>
                <a:cs typeface="+mn-lt"/>
              </a:rPr>
              <a:t>mKyw</a:t>
            </a:r>
            <a:r>
              <a:rPr lang="en-US" sz="2800" dirty="0">
                <a:latin typeface="ML-TTKarthika"/>
                <a:ea typeface="+mn-lt"/>
                <a:cs typeface="+mn-lt"/>
              </a:rPr>
              <a:t> \apt¡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E4D15B-ABDF-7C26-ACCD-6B9E949AF608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5 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DC324-BE24-B7BD-B497-60F106C08430}"/>
              </a:ext>
            </a:extLst>
          </p:cNvPr>
          <p:cNvSpPr/>
          <p:nvPr/>
        </p:nvSpPr>
        <p:spPr>
          <a:xfrm>
            <a:off x="348862" y="468833"/>
            <a:ext cx="8694644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err="1">
                <a:ea typeface="+mn-lt"/>
                <a:cs typeface="+mn-lt"/>
              </a:rPr>
              <a:t>kristhan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thiru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chintha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dharippin</a:t>
            </a:r>
            <a:r>
              <a:rPr lang="en-US" sz="2400" dirty="0">
                <a:ea typeface="+mn-lt"/>
                <a:cs typeface="+mn-lt"/>
              </a:rPr>
              <a:t> (2)- </a:t>
            </a:r>
            <a:r>
              <a:rPr lang="en-US" sz="2400" err="1">
                <a:ea typeface="+mn-lt"/>
                <a:cs typeface="+mn-lt"/>
              </a:rPr>
              <a:t>kurisheduthu</a:t>
            </a:r>
            <a:r>
              <a:rPr lang="en-US" sz="2400" dirty="0">
                <a:ea typeface="+mn-lt"/>
                <a:cs typeface="+mn-lt"/>
              </a:rPr>
              <a:t> 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err="1">
                <a:ea typeface="+mn-lt"/>
                <a:cs typeface="+mn-lt"/>
              </a:rPr>
              <a:t>thazhmayodavan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pinchelluvin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thiru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krupa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labhippan</a:t>
            </a:r>
            <a:endParaRPr lang="en-US" sz="240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err="1">
                <a:ea typeface="+mn-lt"/>
                <a:cs typeface="+mn-lt"/>
              </a:rPr>
              <a:t>eeka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manassode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japippin</a:t>
            </a:r>
            <a:r>
              <a:rPr lang="en-US" sz="2400" dirty="0">
                <a:ea typeface="+mn-lt"/>
                <a:cs typeface="+mn-lt"/>
              </a:rPr>
              <a:t>(2)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err="1">
                <a:ea typeface="+mn-lt"/>
                <a:cs typeface="+mn-lt"/>
              </a:rPr>
              <a:t>avasanatholavum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nila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ninneduvin</a:t>
            </a:r>
            <a:r>
              <a:rPr lang="en-US" sz="2400" dirty="0">
                <a:ea typeface="+mn-lt"/>
                <a:cs typeface="+mn-lt"/>
              </a:rPr>
              <a:t> varum </a:t>
            </a:r>
            <a:r>
              <a:rPr lang="en-US" sz="2400" err="1">
                <a:ea typeface="+mn-lt"/>
                <a:cs typeface="+mn-lt"/>
              </a:rPr>
              <a:t>bhagyam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namukke-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CCD30-8EDD-6568-7CA9-7120EBF27829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315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261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3F16B-28E1-D89E-402D-04F868F4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DEA32EB7-5238-8915-E96E-2D819F1951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7D06476-CFE1-BC85-9A04-7F65F3BD4DCD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263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58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D55CE-2E35-7D0C-E0DB-F3C928CA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B9A0D4-5321-3C37-BA7A-17DE2AED3096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263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941E9C-F62B-24E3-DA24-5A16BF52A03B}"/>
              </a:ext>
            </a:extLst>
          </p:cNvPr>
          <p:cNvSpPr/>
          <p:nvPr/>
        </p:nvSpPr>
        <p:spPr>
          <a:xfrm>
            <a:off x="430306" y="760024"/>
            <a:ext cx="869464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kripayerum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karthavilen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viswasam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athinal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hruthy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enthu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nallaswasam</a:t>
            </a:r>
            <a:endParaRPr lang="en-US" sz="28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durithangal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nirayumee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bhoovaasam</a:t>
            </a:r>
            <a:endParaRPr lang="en-US" sz="28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kripayal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manoharamai</a:t>
            </a:r>
            <a:endParaRPr lang="en-US" sz="2800" dirty="0" err="1"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166103-6673-BD49-E1DE-5406808031A5}"/>
              </a:ext>
            </a:extLst>
          </p:cNvPr>
          <p:cNvSpPr/>
          <p:nvPr/>
        </p:nvSpPr>
        <p:spPr>
          <a:xfrm>
            <a:off x="1075304" y="2937735"/>
            <a:ext cx="6156076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കൃപയേറും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കർത്താവിലെ</a:t>
            </a:r>
            <a:r>
              <a:rPr lang="en-US" sz="2000" dirty="0">
                <a:latin typeface="ML-TTKarthika"/>
                <a:ea typeface="+mn-lt"/>
                <a:cs typeface="+mn-lt"/>
              </a:rPr>
              <a:t>ൻ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വിശ്വാസം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അതിനാ</a:t>
            </a:r>
            <a:r>
              <a:rPr lang="en-US" sz="2000" dirty="0">
                <a:latin typeface="ML-TTKarthika"/>
                <a:ea typeface="+mn-lt"/>
                <a:cs typeface="+mn-lt"/>
              </a:rPr>
              <a:t>ൽ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ഹൃദിയെന്തു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നല്ലാശ്വാസം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ദുരിതങ്ങ</a:t>
            </a:r>
            <a:r>
              <a:rPr lang="en-US" sz="2000" dirty="0">
                <a:latin typeface="ML-TTKarthika"/>
                <a:ea typeface="+mn-lt"/>
                <a:cs typeface="+mn-lt"/>
              </a:rPr>
              <a:t>ൾ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നിറയുമീ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ഭൂവാസം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കൃപയാ</a:t>
            </a:r>
            <a:r>
              <a:rPr lang="en-US" sz="2000" dirty="0">
                <a:latin typeface="ML-TTKarthika"/>
                <a:ea typeface="+mn-lt"/>
                <a:cs typeface="+mn-lt"/>
              </a:rPr>
              <a:t>ൽ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മനോഹരമായ്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E8487-B800-280C-3AFB-6A61DE4620C4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1 of 10</a:t>
            </a:r>
          </a:p>
        </p:txBody>
      </p:sp>
    </p:spTree>
    <p:extLst>
      <p:ext uri="{BB962C8B-B14F-4D97-AF65-F5344CB8AC3E}">
        <p14:creationId xmlns:p14="http://schemas.microsoft.com/office/powerpoint/2010/main" val="4224147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93955" y="2945426"/>
            <a:ext cx="8694644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കൃപയൊന്നെന്നാശ്രയമായ്</a:t>
            </a:r>
            <a:r>
              <a:rPr lang="en-US" sz="2000" dirty="0">
                <a:latin typeface="ML-TTKarthika"/>
                <a:ea typeface="+mn-lt"/>
                <a:cs typeface="+mn-lt"/>
              </a:rPr>
              <a:t> </a:t>
            </a:r>
            <a:endParaRPr lang="en-US" sz="2000" dirty="0">
              <a:latin typeface="ML-TTKarthika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കൃപയൊന്നെന്നാനന്ദമായ്</a:t>
            </a:r>
            <a:endParaRPr lang="en-US" sz="2000" dirty="0">
              <a:latin typeface="ML-TTKarthika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വൈരിക</a:t>
            </a:r>
            <a:r>
              <a:rPr lang="en-US" sz="2000" dirty="0">
                <a:latin typeface="ML-TTKarthika"/>
                <a:ea typeface="+mn-lt"/>
                <a:cs typeface="+mn-lt"/>
              </a:rPr>
              <a:t>ൾ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വന്നാലും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എതിരുയർന്നാലും</a:t>
            </a:r>
            <a:endParaRPr lang="en-US" sz="2000" dirty="0">
              <a:latin typeface="ML-TTKarthika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കൃപമതിയെന്നാളും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(2)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2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306" y="852985"/>
            <a:ext cx="869464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onnen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aasreyamay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sz="2800" dirty="0" err="1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onnen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aanandhamai</a:t>
            </a:r>
            <a:endParaRPr lang="en-US" sz="28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vairikal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vannalum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ethiruyarnnalum</a:t>
            </a:r>
            <a:endParaRPr lang="en-US" sz="28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mathi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ennalum</a:t>
            </a:r>
            <a:r>
              <a:rPr lang="en-US" sz="2800" dirty="0">
                <a:ea typeface="+mn-lt"/>
                <a:cs typeface="+mn-lt"/>
              </a:rPr>
              <a:t> (2)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EE8EE-EB1A-C378-B39D-0A63B6C3857C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263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69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1282" y="757108"/>
            <a:ext cx="8693880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41045" indent="-741045">
              <a:tabLst>
                <a:tab pos="741326" algn="l"/>
              </a:tabLst>
            </a:pPr>
            <a:r>
              <a:rPr lang="en-US" sz="1400" dirty="0">
                <a:ea typeface="+mn-lt"/>
                <a:cs typeface="+mn-lt"/>
              </a:rPr>
              <a:t>      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belaheenathayil</a:t>
            </a:r>
            <a:r>
              <a:rPr lang="en-US" sz="2800" dirty="0">
                <a:ea typeface="+mn-lt"/>
                <a:cs typeface="+mn-lt"/>
              </a:rPr>
              <a:t> nalla </a:t>
            </a:r>
            <a:r>
              <a:rPr lang="en-US" sz="2800" dirty="0" err="1">
                <a:ea typeface="+mn-lt"/>
                <a:cs typeface="+mn-lt"/>
              </a:rPr>
              <a:t>belamekum</a:t>
            </a:r>
            <a:r>
              <a:rPr lang="en-US" sz="2800" dirty="0">
                <a:ea typeface="+mn-lt"/>
                <a:cs typeface="+mn-lt"/>
              </a:rPr>
              <a:t>   </a:t>
            </a:r>
            <a:r>
              <a:rPr lang="en-US" sz="2800" dirty="0" err="1">
                <a:ea typeface="+mn-lt"/>
                <a:cs typeface="+mn-lt"/>
              </a:rPr>
              <a:t>marubhoomiyil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aanandha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thanalakum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irul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paathayil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anudinam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oli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nalkum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onnen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aasreyamai</a:t>
            </a:r>
            <a:endParaRPr lang="en-US" sz="2800" dirty="0" err="1">
              <a:ea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37396" y="2854753"/>
            <a:ext cx="8694644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ea typeface="+mn-lt"/>
                <a:cs typeface="+mn-lt"/>
              </a:rPr>
              <a:t>ബലഹീനതയി</a:t>
            </a:r>
            <a:r>
              <a:rPr lang="en-US" sz="2000" dirty="0">
                <a:ea typeface="+mn-lt"/>
                <a:cs typeface="+mn-lt"/>
              </a:rPr>
              <a:t>ൽ </a:t>
            </a:r>
            <a:r>
              <a:rPr lang="en-US" sz="2000" dirty="0" err="1">
                <a:ea typeface="+mn-lt"/>
                <a:cs typeface="+mn-lt"/>
              </a:rPr>
              <a:t>നല്ല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ബലമേകും</a:t>
            </a:r>
            <a:endParaRPr lang="en-US" sz="2000" dirty="0" err="1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+mn-lt"/>
                <a:cs typeface="+mn-lt"/>
              </a:rPr>
              <a:t>മരുഭൂമിയിലാനന്ദത്തണലാകും</a:t>
            </a: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+mn-lt"/>
                <a:cs typeface="+mn-lt"/>
              </a:rPr>
              <a:t>ഇരു</a:t>
            </a:r>
            <a:r>
              <a:rPr lang="en-US" sz="2000" dirty="0">
                <a:ea typeface="+mn-lt"/>
                <a:cs typeface="+mn-lt"/>
              </a:rPr>
              <a:t>ൾ </a:t>
            </a:r>
            <a:r>
              <a:rPr lang="en-US" sz="2000" dirty="0" err="1">
                <a:ea typeface="+mn-lt"/>
                <a:cs typeface="+mn-lt"/>
              </a:rPr>
              <a:t>പാതയിലനുദിനമൊളി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നൽകും</a:t>
            </a: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+mn-lt"/>
                <a:cs typeface="+mn-lt"/>
              </a:rPr>
              <a:t>കൃപയൊന്നെന്നാശ്രയമായ്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3 of 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28F9E-241D-97E7-0BAD-BCA0226850F8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263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21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B9A9B-19C6-2C73-BB7B-D224F864B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662A11-4AA2-D47D-9C52-58693820AFE1}"/>
              </a:ext>
            </a:extLst>
          </p:cNvPr>
          <p:cNvSpPr/>
          <p:nvPr/>
        </p:nvSpPr>
        <p:spPr>
          <a:xfrm>
            <a:off x="1093955" y="2945426"/>
            <a:ext cx="8694644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കൃപയൊന്നെന്നാശ്രയമായ്</a:t>
            </a:r>
            <a:r>
              <a:rPr lang="en-US" sz="2000" dirty="0">
                <a:latin typeface="ML-TTKarthika"/>
                <a:ea typeface="+mn-lt"/>
                <a:cs typeface="+mn-lt"/>
              </a:rPr>
              <a:t> </a:t>
            </a:r>
            <a:endParaRPr lang="en-US" sz="2000" dirty="0">
              <a:latin typeface="ML-TTKarthika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കൃപയൊന്നെന്നാനന്ദമായ്</a:t>
            </a:r>
            <a:endParaRPr lang="en-US" sz="2000" dirty="0">
              <a:latin typeface="ML-TTKarthika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വൈരിക</a:t>
            </a:r>
            <a:r>
              <a:rPr lang="en-US" sz="2000" dirty="0">
                <a:latin typeface="ML-TTKarthika"/>
                <a:ea typeface="+mn-lt"/>
                <a:cs typeface="+mn-lt"/>
              </a:rPr>
              <a:t>ൾ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വന്നാലും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എതിരുയർന്നാലും</a:t>
            </a:r>
            <a:endParaRPr lang="en-US" sz="2000" dirty="0">
              <a:latin typeface="ML-TTKarthika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കൃപമതിയെന്നാളും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(2)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1CD98-E581-6034-86A8-FE72C17FC2D6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2 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7F6110-B8BE-C14F-0A54-95D5B49BA69E}"/>
              </a:ext>
            </a:extLst>
          </p:cNvPr>
          <p:cNvSpPr/>
          <p:nvPr/>
        </p:nvSpPr>
        <p:spPr>
          <a:xfrm>
            <a:off x="430306" y="852985"/>
            <a:ext cx="869464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onnen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aasreyamay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sz="2800" dirty="0" err="1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onnen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aanandhamai</a:t>
            </a:r>
            <a:endParaRPr lang="en-US" sz="28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vairikal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vannalum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ethiruyarnnalum</a:t>
            </a:r>
            <a:endParaRPr lang="en-US" sz="28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mathi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ennalum</a:t>
            </a:r>
            <a:r>
              <a:rPr lang="en-US" sz="2800" dirty="0">
                <a:ea typeface="+mn-lt"/>
                <a:cs typeface="+mn-lt"/>
              </a:rPr>
              <a:t> (2)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62F9D1-99AB-F044-B857-F790C8FA6F54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263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04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76382" y="2830683"/>
            <a:ext cx="8694644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</a:rPr>
              <a:t>എന്റെ</a:t>
            </a:r>
            <a:r>
              <a:rPr lang="en-US" sz="2000" dirty="0">
                <a:latin typeface="ML-TTKarthika"/>
              </a:rPr>
              <a:t> </a:t>
            </a:r>
            <a:r>
              <a:rPr lang="en-US" sz="2000" dirty="0" err="1">
                <a:latin typeface="ML-TTKarthika"/>
              </a:rPr>
              <a:t>താഴ്ചയിലവനെന്നെയോർത്തല്ലോ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</a:rPr>
              <a:t>ഘോരവൈരിയി</a:t>
            </a:r>
            <a:r>
              <a:rPr lang="en-US" sz="2000" dirty="0">
                <a:latin typeface="ML-TTKarthika"/>
              </a:rPr>
              <a:t>ൻ </a:t>
            </a:r>
            <a:r>
              <a:rPr lang="en-US" sz="2000" dirty="0" err="1">
                <a:latin typeface="ML-TTKarthika"/>
              </a:rPr>
              <a:t>ബലമവ</a:t>
            </a:r>
            <a:r>
              <a:rPr lang="en-US" sz="2000" dirty="0">
                <a:latin typeface="ML-TTKarthika"/>
              </a:rPr>
              <a:t>ൻ </a:t>
            </a:r>
            <a:r>
              <a:rPr lang="en-US" sz="2000" dirty="0" err="1">
                <a:latin typeface="ML-TTKarthika"/>
              </a:rPr>
              <a:t>തകർത്തല്ലോ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</a:rPr>
              <a:t>തന്റെ</a:t>
            </a:r>
            <a:r>
              <a:rPr lang="en-US" sz="2000" dirty="0">
                <a:latin typeface="ML-TTKarthika"/>
              </a:rPr>
              <a:t> </a:t>
            </a:r>
            <a:r>
              <a:rPr lang="en-US" sz="2000" dirty="0" err="1">
                <a:latin typeface="ML-TTKarthika"/>
              </a:rPr>
              <a:t>കൈകളിലവനെന്നെ</a:t>
            </a:r>
            <a:r>
              <a:rPr lang="en-US" sz="2000" dirty="0">
                <a:latin typeface="ML-TTKarthika"/>
              </a:rPr>
              <a:t> </a:t>
            </a:r>
            <a:r>
              <a:rPr lang="en-US" sz="2000" dirty="0" err="1">
                <a:latin typeface="ML-TTKarthika"/>
              </a:rPr>
              <a:t>ചേർത്തല്ലോ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</a:rPr>
              <a:t>സ്തോത്രഗീതം</a:t>
            </a:r>
            <a:r>
              <a:rPr lang="en-US" sz="2000" dirty="0">
                <a:latin typeface="ML-TTKarthika"/>
              </a:rPr>
              <a:t> </a:t>
            </a:r>
            <a:r>
              <a:rPr lang="en-US" sz="2000" dirty="0" err="1">
                <a:latin typeface="ML-TTKarthika"/>
              </a:rPr>
              <a:t>പാടിടും</a:t>
            </a:r>
            <a:r>
              <a:rPr lang="en-US" sz="2000" dirty="0">
                <a:latin typeface="ML-TTKarthika"/>
              </a:rPr>
              <a:t> </a:t>
            </a:r>
            <a:r>
              <a:rPr lang="en-US" sz="2000" dirty="0" err="1">
                <a:latin typeface="ML-TTKarthika"/>
              </a:rPr>
              <a:t>ഞാ</a:t>
            </a:r>
            <a:r>
              <a:rPr lang="en-US" sz="2000" dirty="0">
                <a:latin typeface="ML-TTKarthika"/>
              </a:rPr>
              <a:t>ൻ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4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456" y="833935"/>
            <a:ext cx="869464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ente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thazhchayil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avanenne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orthallo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khora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vairiyil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balamavan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thakarthallo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thante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kaikalil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avanenne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cherthallo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sthothra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geetham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paadidum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njan</a:t>
            </a:r>
            <a:endParaRPr lang="en-US" sz="28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5F934-E77A-C501-6F0E-F72D62812C11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263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543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B77CC-3A3A-E210-BEA6-AB00A7B77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E8CDC8-E782-4410-1F49-6F5A81404AD7}"/>
              </a:ext>
            </a:extLst>
          </p:cNvPr>
          <p:cNvSpPr/>
          <p:nvPr/>
        </p:nvSpPr>
        <p:spPr>
          <a:xfrm>
            <a:off x="1020856" y="2845746"/>
            <a:ext cx="8694644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കൃപയൊന്നെന്നാശ്രയമായ്</a:t>
            </a:r>
            <a:r>
              <a:rPr lang="en-US" sz="2000" dirty="0">
                <a:latin typeface="ML-TTKarthika"/>
                <a:ea typeface="+mn-lt"/>
                <a:cs typeface="+mn-lt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കൃപയൊന്നെന്നാനന്ദമായ്</a:t>
            </a:r>
            <a:endParaRPr lang="en-US" sz="2000" dirty="0">
              <a:latin typeface="ML-TTKarthika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വൈരിക</a:t>
            </a:r>
            <a:r>
              <a:rPr lang="en-US" sz="2000" dirty="0">
                <a:latin typeface="ML-TTKarthika"/>
                <a:ea typeface="+mn-lt"/>
                <a:cs typeface="+mn-lt"/>
              </a:rPr>
              <a:t>ൾ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വന്നാലും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എതിരുയർന്നാലും</a:t>
            </a:r>
            <a:endParaRPr lang="en-US" sz="2000" dirty="0">
              <a:latin typeface="ML-TTKarthika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കൃപമതിയെന്നാളും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(2)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BDA305-FB44-6E2B-8B9D-E3250E66287C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2 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F745A6-F02D-217A-3B8D-6AB168FF29D0}"/>
              </a:ext>
            </a:extLst>
          </p:cNvPr>
          <p:cNvSpPr/>
          <p:nvPr/>
        </p:nvSpPr>
        <p:spPr>
          <a:xfrm>
            <a:off x="430306" y="852985"/>
            <a:ext cx="869464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onnen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aasreyamay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sz="2800" dirty="0" err="1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onnen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aanandhamai</a:t>
            </a:r>
            <a:endParaRPr lang="en-US" sz="28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vairikal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vannalum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ethiruyarnnalum</a:t>
            </a:r>
            <a:endParaRPr lang="en-US" sz="28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mathi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ennalum</a:t>
            </a:r>
            <a:r>
              <a:rPr lang="en-US" sz="2800" dirty="0">
                <a:ea typeface="+mn-lt"/>
                <a:cs typeface="+mn-lt"/>
              </a:rPr>
              <a:t> (2)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5C713-E376-F8ED-05A2-A1699197CCD7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263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731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9656" y="757108"/>
            <a:ext cx="8693880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41045" indent="-741045">
              <a:tabLst>
                <a:tab pos="741326" algn="l"/>
              </a:tabLst>
            </a:pPr>
            <a:r>
              <a:rPr lang="en-US" sz="2800" dirty="0">
                <a:ea typeface="+mn-lt"/>
                <a:cs typeface="+mn-lt"/>
              </a:rPr>
              <a:t>  </a:t>
            </a:r>
            <a:r>
              <a:rPr lang="en-US" sz="2800" dirty="0" err="1">
                <a:ea typeface="+mn-lt"/>
                <a:cs typeface="+mn-lt"/>
              </a:rPr>
              <a:t>prethikoolanagal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anavadhi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vannalum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anukoolam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enikkavan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ennalum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thiru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jeevane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thannavan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ini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melum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kripayal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nadathumenne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08156" y="2826696"/>
            <a:ext cx="6059706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</a:rPr>
              <a:t>പ്രതികൂലങ്ങളനവധി</a:t>
            </a:r>
            <a:r>
              <a:rPr lang="en-US" sz="2000" dirty="0">
                <a:latin typeface="ML-TTKarthika"/>
              </a:rPr>
              <a:t> </a:t>
            </a:r>
            <a:r>
              <a:rPr lang="en-US" sz="2000" dirty="0" err="1">
                <a:latin typeface="ML-TTKarthika"/>
              </a:rPr>
              <a:t>വന്നാലും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</a:rPr>
              <a:t>അനുകൂലമെനിക്കവനെന്നാളും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</a:rPr>
              <a:t>തിരുജീവനെത്തന്നവനിനിമേലും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</a:rPr>
              <a:t>കൃപയാ</a:t>
            </a:r>
            <a:r>
              <a:rPr lang="en-US" sz="2000" dirty="0">
                <a:latin typeface="ML-TTKarthika"/>
              </a:rPr>
              <a:t>ൽ </a:t>
            </a:r>
            <a:r>
              <a:rPr lang="en-US" sz="2000" dirty="0" err="1">
                <a:latin typeface="ML-TTKarthika"/>
              </a:rPr>
              <a:t>നടത്തുമെന്നെ</a:t>
            </a:r>
            <a:r>
              <a:rPr lang="en-US" sz="2000" dirty="0">
                <a:latin typeface="ML-TTKarthika"/>
              </a:rPr>
              <a:t>.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5 of 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7F3D5-9814-94F6-1A95-772CC050C3CF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263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259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B77CC-3A3A-E210-BEA6-AB00A7B77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E8CDC8-E782-4410-1F49-6F5A81404AD7}"/>
              </a:ext>
            </a:extLst>
          </p:cNvPr>
          <p:cNvSpPr/>
          <p:nvPr/>
        </p:nvSpPr>
        <p:spPr>
          <a:xfrm>
            <a:off x="1020856" y="2845746"/>
            <a:ext cx="6361018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കൃപയൊന്നെന്നാശ്രയമായ്</a:t>
            </a:r>
            <a:r>
              <a:rPr lang="en-US" sz="2000" dirty="0">
                <a:latin typeface="ML-TTKarthika"/>
                <a:ea typeface="+mn-lt"/>
                <a:cs typeface="+mn-lt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കൃപയൊന്നെന്നാനന്ദമായ്</a:t>
            </a:r>
            <a:endParaRPr lang="en-US" sz="2000" dirty="0">
              <a:latin typeface="ML-TTKarthika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വൈരിക</a:t>
            </a:r>
            <a:r>
              <a:rPr lang="en-US" sz="2000" dirty="0">
                <a:latin typeface="ML-TTKarthika"/>
                <a:ea typeface="+mn-lt"/>
                <a:cs typeface="+mn-lt"/>
              </a:rPr>
              <a:t>ൾ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വന്നാലും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എതിരുയർന്നാലും</a:t>
            </a:r>
            <a:endParaRPr lang="en-US" sz="2000" dirty="0">
              <a:latin typeface="ML-TTKarthika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കൃപമതിയെന്നാളും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(2)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BDA305-FB44-6E2B-8B9D-E3250E66287C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2 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F745A6-F02D-217A-3B8D-6AB168FF29D0}"/>
              </a:ext>
            </a:extLst>
          </p:cNvPr>
          <p:cNvSpPr/>
          <p:nvPr/>
        </p:nvSpPr>
        <p:spPr>
          <a:xfrm>
            <a:off x="430306" y="852985"/>
            <a:ext cx="869464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onnen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aasreyamay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sz="2800" dirty="0" err="1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onnen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aanandhamai</a:t>
            </a:r>
            <a:endParaRPr lang="en-US" sz="28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vairikal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vannalum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ethiruyarnnalum</a:t>
            </a:r>
            <a:endParaRPr lang="en-US" sz="28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mathi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ennalum</a:t>
            </a:r>
            <a:r>
              <a:rPr lang="en-US" sz="2800" dirty="0">
                <a:ea typeface="+mn-lt"/>
                <a:cs typeface="+mn-lt"/>
              </a:rPr>
              <a:t> (2)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5C713-E376-F8ED-05A2-A1699197CCD7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263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67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DDEA1-0684-B3A4-659E-AC5DBEB6C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83C91A7-C6FF-9681-6D92-4EEFFE2286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A66A2D-732A-B173-824E-693B870B6FF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182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809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4 : 1 of 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1830851" y="2939229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ജീവിത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യാത്രക്കാരാ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കാലടിക</a:t>
            </a:r>
            <a:r>
              <a:rPr lang="en-US" sz="2000" dirty="0">
                <a:latin typeface="ML-TTKarthika"/>
                <a:ea typeface="+mn-lt"/>
                <a:cs typeface="+mn-lt"/>
              </a:rPr>
              <a:t>ൾ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എങ്ങോട്ട്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നാശത്തി</a:t>
            </a:r>
            <a:r>
              <a:rPr lang="en-US" sz="2000" dirty="0">
                <a:latin typeface="ML-TTKarthika"/>
                <a:ea typeface="+mn-lt"/>
                <a:cs typeface="+mn-lt"/>
              </a:rPr>
              <a:t>ൻ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പാതയോ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ജീവന്റെ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മാർഗ്ഗമോ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ലക്‌ഷ്യം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നി</a:t>
            </a:r>
            <a:r>
              <a:rPr lang="en-US" sz="2000" dirty="0">
                <a:latin typeface="ML-TTKarthika"/>
                <a:ea typeface="+mn-lt"/>
                <a:cs typeface="+mn-lt"/>
              </a:rPr>
              <a:t>ൻ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മുന്പിലെന്ത്</a:t>
            </a:r>
            <a:r>
              <a:rPr lang="en-US" sz="2000" dirty="0">
                <a:latin typeface="ML-TTKarthika"/>
                <a:ea typeface="+mn-lt"/>
                <a:cs typeface="+mn-lt"/>
              </a:rPr>
              <a:t> ?</a:t>
            </a:r>
            <a:r>
              <a:rPr lang="en-US" sz="2800" dirty="0">
                <a:latin typeface="ML-TTKarthika"/>
              </a:rPr>
              <a:t>    (2)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1103086" y="929425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jeevitha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yathrakkaraa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kaladikal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engottu</a:t>
            </a:r>
            <a:br>
              <a:rPr lang="sv-SE" sz="2800" dirty="0">
                <a:latin typeface="Calibri"/>
                <a:ea typeface="Open Sans"/>
                <a:cs typeface="Open Sans"/>
              </a:rPr>
            </a:b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nashathin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pathayo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jeevante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margamo</a:t>
            </a:r>
            <a:br>
              <a:rPr lang="sv-SE" sz="2800" dirty="0">
                <a:latin typeface="Calibri"/>
                <a:ea typeface="Open Sans"/>
                <a:cs typeface="Open Sans"/>
              </a:rPr>
            </a:b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lakshyam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nin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munpilenthu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(2)</a:t>
            </a:r>
            <a:r>
              <a:rPr lang="sv-S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 </a:t>
            </a:r>
            <a:r>
              <a:rPr lang="sv-SE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  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3EE27E5-F700-0774-0EC4-82EC8DD26A65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182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332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1109829" y="2801391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</a:pPr>
            <a:r>
              <a:rPr lang="en-US" sz="1600" dirty="0" err="1">
                <a:latin typeface="ML-TTKarthika"/>
                <a:ea typeface="+mn-lt"/>
                <a:cs typeface="+mn-lt"/>
              </a:rPr>
              <a:t>അൻപി</a:t>
            </a:r>
            <a:r>
              <a:rPr lang="en-US" sz="1600" dirty="0">
                <a:latin typeface="ML-TTKarthika"/>
                <a:ea typeface="+mn-lt"/>
                <a:cs typeface="+mn-lt"/>
              </a:rPr>
              <a:t>ൻ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രൂപി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യേശു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നാഥ</a:t>
            </a:r>
            <a:r>
              <a:rPr lang="en-US" sz="1600" dirty="0">
                <a:latin typeface="ML-TTKarthika"/>
                <a:ea typeface="+mn-lt"/>
                <a:cs typeface="+mn-lt"/>
              </a:rPr>
              <a:t>ൻ 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നിന്നെ</a:t>
            </a:r>
            <a:r>
              <a:rPr lang="en-US" sz="1600" dirty="0">
                <a:latin typeface="ML-TTKarthika"/>
                <a:ea typeface="+mn-lt"/>
                <a:cs typeface="+mn-lt"/>
              </a:rPr>
              <a:t> 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വിളിക്കുന്നില്ലേ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endParaRPr lang="en-US" sz="16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/>
                <a:ea typeface="+mn-lt"/>
                <a:cs typeface="+mn-lt"/>
              </a:rPr>
              <a:t>പോകല്ലേ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നീ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അന്ധനായി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ലോക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സൗഭാഗ്യം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തേടി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endParaRPr lang="en-US" sz="16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/>
                <a:ea typeface="+mn-lt"/>
                <a:cs typeface="+mn-lt"/>
              </a:rPr>
              <a:t>പൊന്നി</a:t>
            </a:r>
            <a:r>
              <a:rPr lang="en-US" sz="1600" dirty="0">
                <a:latin typeface="ML-TTKarthika"/>
                <a:ea typeface="+mn-lt"/>
                <a:cs typeface="+mn-lt"/>
              </a:rPr>
              <a:t>ൻ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ചിറകു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നിനക്കു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മീതേ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endParaRPr lang="en-US" sz="16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/>
                <a:ea typeface="+mn-lt"/>
                <a:cs typeface="+mn-lt"/>
              </a:rPr>
              <a:t>കർത്ത</a:t>
            </a:r>
            <a:r>
              <a:rPr lang="en-US" sz="1600" dirty="0">
                <a:latin typeface="ML-TTKarthika"/>
                <a:ea typeface="+mn-lt"/>
                <a:cs typeface="+mn-lt"/>
              </a:rPr>
              <a:t>ൻ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വിരിച്ചതു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കാണുന്നില്ലേ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endParaRPr lang="en-US" sz="16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/>
                <a:ea typeface="+mn-lt"/>
                <a:cs typeface="+mn-lt"/>
              </a:rPr>
              <a:t>സൂര്യനി</a:t>
            </a:r>
            <a:r>
              <a:rPr lang="en-US" sz="1600" dirty="0">
                <a:latin typeface="ML-TTKarthika"/>
                <a:ea typeface="+mn-lt"/>
                <a:cs typeface="+mn-lt"/>
              </a:rPr>
              <a:t>ൻ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താപമോ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ഘോരമാം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മാരിയോ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endParaRPr lang="en-US" sz="16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/>
                <a:ea typeface="+mn-lt"/>
                <a:cs typeface="+mn-lt"/>
              </a:rPr>
              <a:t>നിന്നെ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അലട്ടാ</a:t>
            </a:r>
            <a:r>
              <a:rPr lang="en-US" sz="1600" dirty="0">
                <a:latin typeface="ML-TTKarthika"/>
                <a:ea typeface="+mn-lt"/>
                <a:cs typeface="+mn-lt"/>
              </a:rPr>
              <a:t> എൻ </a:t>
            </a:r>
            <a:r>
              <a:rPr lang="en-US" sz="1600" dirty="0" err="1">
                <a:latin typeface="ML-TTKarthika"/>
                <a:ea typeface="+mn-lt"/>
                <a:cs typeface="+mn-lt"/>
              </a:rPr>
              <a:t>പൊന്മകനെ</a:t>
            </a:r>
            <a:r>
              <a:rPr lang="en-US" sz="1600" dirty="0">
                <a:latin typeface="ML-TTKarthika"/>
                <a:ea typeface="+mn-lt"/>
                <a:cs typeface="+mn-lt"/>
              </a:rPr>
              <a:t> </a:t>
            </a:r>
            <a:endParaRPr lang="en-US" sz="1600" dirty="0">
              <a:latin typeface="ML-TTKarthik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1099860" y="468833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anpin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rupi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yeshunadhan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ninne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vilikkunnille</a:t>
            </a:r>
            <a:br>
              <a:rPr lang="sv-SE" sz="2400" dirty="0">
                <a:latin typeface="Calibri"/>
                <a:ea typeface="Open Sans"/>
                <a:cs typeface="Open Sans"/>
              </a:rPr>
            </a:b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pokalle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ne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andhanayi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loka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soubhagyam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thedi</a:t>
            </a:r>
            <a:endParaRPr lang="en-US" sz="2400" dirty="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ponnin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chiraku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ninakku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meethe</a:t>
            </a:r>
            <a:br>
              <a:rPr lang="sv-SE" sz="2400" dirty="0">
                <a:latin typeface="Calibri"/>
                <a:ea typeface="Open Sans"/>
                <a:cs typeface="Open Sans"/>
              </a:rPr>
            </a:b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karthan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virichathu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kanunnille</a:t>
            </a:r>
            <a:br>
              <a:rPr lang="sv-SE" sz="2400" dirty="0">
                <a:latin typeface="Calibri"/>
                <a:ea typeface="Open Sans"/>
                <a:cs typeface="Open Sans"/>
              </a:rPr>
            </a:b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suryanin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thapamo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khoramam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mariyo</a:t>
            </a:r>
            <a:br>
              <a:rPr lang="sv-SE" sz="2400" dirty="0">
                <a:latin typeface="Calibri"/>
                <a:ea typeface="Open Sans"/>
                <a:cs typeface="Open Sans"/>
              </a:rPr>
            </a:b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ninne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alatta</a:t>
            </a:r>
            <a:r>
              <a:rPr lang="sv-SE" sz="24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en </a:t>
            </a:r>
            <a:r>
              <a:rPr lang="sv-SE" sz="24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ponmakane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4 : 2 of 7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B10B96-99CD-8572-0877-06E77B8935BD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182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895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B52AD-8E71-FE44-5DA0-0164AB79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2DA790-2438-37B5-3B58-01CE06CCE40F}"/>
              </a:ext>
            </a:extLst>
          </p:cNvPr>
          <p:cNvSpPr txBox="1"/>
          <p:nvPr/>
        </p:nvSpPr>
        <p:spPr>
          <a:xfrm>
            <a:off x="6935639" y="4843418"/>
            <a:ext cx="2208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 : 3 of 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84A9F-9639-2029-24F6-F1B95EA53209}"/>
              </a:ext>
            </a:extLst>
          </p:cNvPr>
          <p:cNvSpPr txBox="1"/>
          <p:nvPr/>
        </p:nvSpPr>
        <p:spPr>
          <a:xfrm>
            <a:off x="1830851" y="2939229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ജീവിത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യാത്രക്കാരാ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കാലടിക</a:t>
            </a:r>
            <a:r>
              <a:rPr lang="en-US" sz="2000" dirty="0">
                <a:latin typeface="ML-TTKarthika"/>
                <a:ea typeface="+mn-lt"/>
                <a:cs typeface="+mn-lt"/>
              </a:rPr>
              <a:t>ൾ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എങ്ങോട്ട്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നാശത്തി</a:t>
            </a:r>
            <a:r>
              <a:rPr lang="en-US" sz="2000" dirty="0">
                <a:latin typeface="ML-TTKarthika"/>
                <a:ea typeface="+mn-lt"/>
                <a:cs typeface="+mn-lt"/>
              </a:rPr>
              <a:t>ൻ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പാതയോ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ജീവന്റെ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മാർഗ്ഗമോ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ലക്‌ഷ്യം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നി</a:t>
            </a:r>
            <a:r>
              <a:rPr lang="en-US" sz="2000" dirty="0">
                <a:latin typeface="ML-TTKarthika"/>
                <a:ea typeface="+mn-lt"/>
                <a:cs typeface="+mn-lt"/>
              </a:rPr>
              <a:t>ൻ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മുന്പിലെന്ത്</a:t>
            </a:r>
            <a:r>
              <a:rPr lang="en-US" sz="2000" dirty="0">
                <a:latin typeface="ML-TTKarthika"/>
                <a:ea typeface="+mn-lt"/>
                <a:cs typeface="+mn-lt"/>
              </a:rPr>
              <a:t> ?</a:t>
            </a:r>
            <a:r>
              <a:rPr lang="en-US" sz="2800" dirty="0">
                <a:latin typeface="ML-TTKarthika"/>
              </a:rPr>
              <a:t>    (2)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F955A-90C4-6530-48E8-E25C44D449C7}"/>
              </a:ext>
            </a:extLst>
          </p:cNvPr>
          <p:cNvSpPr/>
          <p:nvPr/>
        </p:nvSpPr>
        <p:spPr>
          <a:xfrm>
            <a:off x="1103086" y="929425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jeevitha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yathrakkaraa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kaladikal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engottu</a:t>
            </a:r>
            <a:br>
              <a:rPr lang="sv-SE" sz="2800" dirty="0">
                <a:latin typeface="Calibri"/>
                <a:ea typeface="Open Sans"/>
                <a:cs typeface="Open Sans"/>
              </a:rPr>
            </a:b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nashathin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pathayo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jeevante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margamo</a:t>
            </a:r>
            <a:br>
              <a:rPr lang="sv-SE" sz="2800" dirty="0">
                <a:latin typeface="Calibri"/>
                <a:ea typeface="Open Sans"/>
                <a:cs typeface="Open Sans"/>
              </a:rPr>
            </a:b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lakshyam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nin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munpilenthu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(2)</a:t>
            </a:r>
            <a:r>
              <a:rPr lang="sv-S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 </a:t>
            </a:r>
            <a:r>
              <a:rPr lang="sv-SE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  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EE1010E-B888-BBD1-5736-BBDB4120048D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182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533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C14A4-CBDB-3F57-4CFD-3A2E53B1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6D9A41-677C-F6C0-6435-64566490CA45}"/>
              </a:ext>
            </a:extLst>
          </p:cNvPr>
          <p:cNvSpPr txBox="1"/>
          <p:nvPr/>
        </p:nvSpPr>
        <p:spPr>
          <a:xfrm>
            <a:off x="1099860" y="2681533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400" dirty="0" err="1">
                <a:latin typeface="ML-TTKarthika"/>
                <a:ea typeface="+mn-lt"/>
                <a:cs typeface="+mn-lt"/>
              </a:rPr>
              <a:t>sshjayamw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taSpIfnÂ</a:t>
            </a:r>
            <a:r>
              <a:rPr lang="en-US" sz="2400" dirty="0">
                <a:latin typeface="ML-TTKarthika"/>
                <a:ea typeface="+mn-lt"/>
                <a:cs typeface="+mn-lt"/>
              </a:rPr>
              <a:t> F</a:t>
            </a:r>
            <a:r>
              <a:rPr lang="en-US" sz="2400" dirty="0">
                <a:latin typeface="ML-TTKarthika" panose="04000000000000000000" pitchFamily="82" charset="0"/>
              </a:rPr>
              <a:t>§</a:t>
            </a:r>
            <a:r>
              <a:rPr lang="en-US" sz="2400" dirty="0">
                <a:latin typeface="ML-TTKarthika"/>
                <a:ea typeface="+mn-lt"/>
                <a:cs typeface="+mn-lt"/>
              </a:rPr>
              <a:t>s\ \o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IS¡pw</a:t>
            </a:r>
            <a:r>
              <a:rPr lang="en-US" sz="2400" dirty="0">
                <a:latin typeface="ML-TTKarthika"/>
                <a:ea typeface="+mn-lt"/>
                <a:cs typeface="+mn-lt"/>
              </a:rPr>
              <a:t>? </a:t>
            </a:r>
          </a:p>
          <a:p>
            <a:r>
              <a:rPr lang="en-US" sz="2400" dirty="0">
                <a:latin typeface="ML-TTKarthika"/>
                <a:ea typeface="+mn-lt"/>
                <a:cs typeface="+mn-lt"/>
              </a:rPr>
              <a:t>F</a:t>
            </a:r>
            <a:r>
              <a:rPr lang="en-US" sz="2400" dirty="0">
                <a:solidFill>
                  <a:prstClr val="black"/>
                </a:solidFill>
                <a:latin typeface="ML-TTKarthika" panose="04000000000000000000" pitchFamily="82" charset="0"/>
              </a:rPr>
              <a:t>§</a:t>
            </a:r>
            <a:r>
              <a:rPr lang="en-US" sz="2400" dirty="0">
                <a:latin typeface="ML-TTKarthika"/>
                <a:ea typeface="+mn-lt"/>
                <a:cs typeface="+mn-lt"/>
              </a:rPr>
              <a:t>s\ \o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tbmÀ</a:t>
            </a:r>
            <a:r>
              <a:rPr lang="ml-IN" dirty="0">
                <a:latin typeface="ML-TTKarthika"/>
                <a:ea typeface="+mn-lt"/>
                <a:cs typeface="+mn-lt"/>
              </a:rPr>
              <a:t>ദ്ദാ</a:t>
            </a:r>
            <a:r>
              <a:rPr lang="en-US" sz="2400" dirty="0">
                <a:latin typeface="ML-TTKarthika"/>
                <a:ea typeface="+mn-lt"/>
                <a:cs typeface="+mn-lt"/>
              </a:rPr>
              <a:t>\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nsâ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A¡sc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sN¶ptNcpw</a:t>
            </a:r>
            <a:r>
              <a:rPr lang="en-US" sz="2400" dirty="0">
                <a:latin typeface="ML-TTKarthika"/>
                <a:ea typeface="+mn-lt"/>
                <a:cs typeface="+mn-lt"/>
              </a:rPr>
              <a:t>? </a:t>
            </a:r>
          </a:p>
          <a:p>
            <a:r>
              <a:rPr lang="en-US" sz="2400" dirty="0">
                <a:latin typeface="ML-TTKarthika"/>
                <a:ea typeface="+mn-lt"/>
                <a:cs typeface="+mn-lt"/>
              </a:rPr>
              <a:t>\n³tXmWnbnÂ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IÀ¯t</a:t>
            </a:r>
            <a:r>
              <a:rPr lang="en-US" sz="2400" dirty="0">
                <a:latin typeface="ML-TTKarthika"/>
                <a:ea typeface="+mn-lt"/>
                <a:cs typeface="+mn-lt"/>
              </a:rPr>
              <a:t>\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ip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Dt</a:t>
            </a:r>
            <a:r>
              <a:rPr lang="en-US" sz="2400" dirty="0" err="1">
                <a:latin typeface="ML-TTKarthika" panose="04000000000000000000" pitchFamily="82" charset="0"/>
              </a:rPr>
              <a:t>¬S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m</a:t>
            </a:r>
            <a:r>
              <a:rPr lang="en-US" sz="2400" dirty="0">
                <a:latin typeface="ML-TTKarthika"/>
                <a:ea typeface="+mn-lt"/>
                <a:cs typeface="+mn-lt"/>
              </a:rPr>
              <a:t>? </a:t>
            </a:r>
            <a:endParaRPr lang="en-US" sz="2800" dirty="0"/>
          </a:p>
          <a:p>
            <a:r>
              <a:rPr lang="en-US" sz="2400" dirty="0">
                <a:latin typeface="ML-TTKarthika"/>
                <a:ea typeface="+mn-lt"/>
                <a:cs typeface="+mn-lt"/>
              </a:rPr>
              <a:t>\n³ \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mhnÂ</a:t>
            </a:r>
            <a:r>
              <a:rPr lang="en-US" sz="2400" dirty="0">
                <a:latin typeface="ML-TTKarthika"/>
                <a:ea typeface="+mn-lt"/>
                <a:cs typeface="+mn-lt"/>
              </a:rPr>
              <a:t> {]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mÀ</a:t>
            </a:r>
            <a:r>
              <a:rPr lang="en-US" sz="2400" dirty="0">
                <a:solidFill>
                  <a:srgbClr val="000000"/>
                </a:solidFill>
                <a:latin typeface="ML-TTKarthika" panose="04000000000000000000" pitchFamily="82" charset="0"/>
              </a:rPr>
              <a:t>°</a:t>
            </a:r>
            <a:r>
              <a:rPr lang="en-US" sz="2400" dirty="0">
                <a:latin typeface="ML-TTKarthika"/>
                <a:ea typeface="+mn-lt"/>
                <a:cs typeface="+mn-lt"/>
              </a:rPr>
              <a:t>\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mKm</a:t>
            </a:r>
            <a:r>
              <a:rPr lang="en-US" sz="2400" dirty="0">
                <a:latin typeface="ML-TTKarthika"/>
                <a:ea typeface="+mn-lt"/>
                <a:cs typeface="+mn-lt"/>
              </a:rPr>
              <a:t>\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apt</a:t>
            </a:r>
            <a:r>
              <a:rPr lang="en-US" sz="2400" dirty="0" err="1">
                <a:latin typeface="ML-TTKarthika" panose="04000000000000000000" pitchFamily="82" charset="0"/>
              </a:rPr>
              <a:t>¬S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m</a:t>
            </a:r>
            <a:r>
              <a:rPr lang="en-US" sz="2400" dirty="0">
                <a:latin typeface="ML-TTKarthika"/>
                <a:ea typeface="+mn-lt"/>
                <a:cs typeface="+mn-lt"/>
              </a:rPr>
              <a:t>? </a:t>
            </a:r>
          </a:p>
          <a:p>
            <a:r>
              <a:rPr lang="en-US" sz="2400" dirty="0">
                <a:latin typeface="ML-TTKarthika"/>
                <a:ea typeface="+mn-lt"/>
                <a:cs typeface="+mn-lt"/>
              </a:rPr>
              <a:t>]p¯³ Km\mem]w ]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mSn</a:t>
            </a:r>
            <a:r>
              <a:rPr lang="en-US" sz="2400" dirty="0">
                <a:latin typeface="ML-TTKarthika"/>
                <a:ea typeface="+mn-lt"/>
                <a:cs typeface="+mn-lt"/>
              </a:rPr>
              <a:t> kvXpXn¡phm³ </a:t>
            </a:r>
          </a:p>
          <a:p>
            <a:r>
              <a:rPr lang="en-US" sz="2400" dirty="0" err="1">
                <a:latin typeface="ML-TTKarthika"/>
                <a:ea typeface="+mn-lt"/>
                <a:cs typeface="+mn-lt"/>
              </a:rPr>
              <a:t>lr¯nsS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kzÀ¤ob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im</a:t>
            </a:r>
            <a:r>
              <a:rPr lang="en-US" sz="2400" dirty="0" err="1">
                <a:latin typeface="ML-TTKarthika" panose="04000000000000000000" pitchFamily="82" charset="0"/>
              </a:rPr>
              <a:t>´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nbpt</a:t>
            </a:r>
            <a:r>
              <a:rPr lang="en-US" sz="2400" dirty="0" err="1">
                <a:latin typeface="ML-TTKarthika" panose="04000000000000000000" pitchFamily="82" charset="0"/>
              </a:rPr>
              <a:t>¬S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m</a:t>
            </a:r>
            <a:r>
              <a:rPr lang="en-US" sz="2400" dirty="0">
                <a:latin typeface="ML-TTKarthika"/>
                <a:ea typeface="+mn-lt"/>
                <a:cs typeface="+mn-lt"/>
              </a:rPr>
              <a:t>?</a:t>
            </a:r>
            <a:endParaRPr lang="en-US" sz="2400" dirty="0">
              <a:latin typeface="ML-TTKarthik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37BD93-F89F-B34F-BB03-7B2C0BB6AE14}"/>
              </a:ext>
            </a:extLst>
          </p:cNvPr>
          <p:cNvSpPr/>
          <p:nvPr/>
        </p:nvSpPr>
        <p:spPr>
          <a:xfrm>
            <a:off x="1099860" y="468833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400" dirty="0" err="1">
                <a:latin typeface="Calibri"/>
                <a:ea typeface="Calibri"/>
                <a:cs typeface="Segoe UI"/>
              </a:rPr>
              <a:t>vaishamyamam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r>
              <a:rPr lang="sv-SE" sz="2400" dirty="0" err="1">
                <a:latin typeface="Calibri"/>
                <a:ea typeface="Calibri"/>
                <a:cs typeface="Segoe UI"/>
              </a:rPr>
              <a:t>medukalil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r>
              <a:rPr lang="sv-SE" sz="2400" dirty="0" err="1">
                <a:latin typeface="Calibri"/>
                <a:ea typeface="Calibri"/>
                <a:cs typeface="Segoe UI"/>
              </a:rPr>
              <a:t>engane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r>
              <a:rPr lang="sv-SE" sz="2400" dirty="0" err="1">
                <a:latin typeface="Calibri"/>
                <a:ea typeface="Calibri"/>
                <a:cs typeface="Segoe UI"/>
              </a:rPr>
              <a:t>nee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r>
              <a:rPr lang="sv-SE" sz="2400" dirty="0" err="1">
                <a:latin typeface="Calibri"/>
                <a:ea typeface="Calibri"/>
                <a:cs typeface="Segoe UI"/>
              </a:rPr>
              <a:t>kadakkum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endParaRPr lang="en-US" sz="2400" dirty="0">
              <a:latin typeface="Calibri"/>
              <a:ea typeface="Calibri"/>
              <a:cs typeface="Calibri" panose="020F0502020204030204"/>
            </a:endParaRPr>
          </a:p>
          <a:p>
            <a:r>
              <a:rPr lang="sv-SE" sz="2400" dirty="0" err="1">
                <a:latin typeface="Calibri"/>
                <a:ea typeface="Calibri"/>
                <a:cs typeface="Segoe UI"/>
              </a:rPr>
              <a:t>engane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r>
              <a:rPr lang="sv-SE" sz="2400" dirty="0" err="1">
                <a:latin typeface="Calibri"/>
                <a:ea typeface="Calibri"/>
                <a:cs typeface="Segoe UI"/>
              </a:rPr>
              <a:t>nee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r>
              <a:rPr lang="sv-SE" sz="2400" dirty="0" err="1">
                <a:latin typeface="Calibri"/>
                <a:ea typeface="Calibri"/>
                <a:cs typeface="Segoe UI"/>
              </a:rPr>
              <a:t>yordaaninte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r>
              <a:rPr lang="sv-SE" sz="2400" dirty="0" err="1">
                <a:latin typeface="Calibri"/>
                <a:ea typeface="Calibri"/>
                <a:cs typeface="Segoe UI"/>
              </a:rPr>
              <a:t>akkare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r>
              <a:rPr lang="sv-SE" sz="2400" dirty="0" err="1">
                <a:latin typeface="Calibri"/>
                <a:ea typeface="Calibri"/>
                <a:cs typeface="Segoe UI"/>
              </a:rPr>
              <a:t>chennu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r>
              <a:rPr lang="sv-SE" sz="2400" dirty="0" err="1">
                <a:latin typeface="Calibri"/>
                <a:ea typeface="Calibri"/>
                <a:cs typeface="Segoe UI"/>
              </a:rPr>
              <a:t>cherum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sv-SE" sz="2400" dirty="0">
                <a:latin typeface="Calibri"/>
                <a:ea typeface="Calibri"/>
                <a:cs typeface="Segoe UI"/>
              </a:rPr>
              <a:t>ninnthoniyil karthaneshu undo 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sv-SE" sz="2400" dirty="0">
                <a:latin typeface="Calibri"/>
                <a:ea typeface="Calibri"/>
                <a:cs typeface="Segoe UI"/>
              </a:rPr>
              <a:t>nin naavil prarthana gaanamundo? 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sv-SE" sz="2400" dirty="0">
                <a:latin typeface="Calibri"/>
                <a:ea typeface="Calibri"/>
                <a:cs typeface="Segoe UI"/>
              </a:rPr>
              <a:t>puthen gaanaalaapam paadi sthithikkuvaan 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sv-SE" sz="2400" dirty="0" err="1">
                <a:latin typeface="Calibri"/>
                <a:ea typeface="Calibri"/>
                <a:cs typeface="Segoe UI"/>
              </a:rPr>
              <a:t>hrithide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r>
              <a:rPr lang="sv-SE" sz="2400" dirty="0" err="1">
                <a:latin typeface="Calibri"/>
                <a:ea typeface="Calibri"/>
                <a:cs typeface="Segoe UI"/>
              </a:rPr>
              <a:t>swargeeya</a:t>
            </a:r>
            <a:r>
              <a:rPr lang="sv-SE" sz="2400" dirty="0">
                <a:latin typeface="Calibri"/>
                <a:ea typeface="Calibri"/>
                <a:cs typeface="Segoe UI"/>
              </a:rPr>
              <a:t> </a:t>
            </a:r>
            <a:r>
              <a:rPr lang="sv-SE" sz="2400" dirty="0" err="1">
                <a:latin typeface="Calibri"/>
                <a:ea typeface="Calibri"/>
                <a:cs typeface="Segoe UI"/>
              </a:rPr>
              <a:t>shanthiyundo</a:t>
            </a:r>
            <a:r>
              <a:rPr lang="sv-SE" sz="2400" dirty="0">
                <a:latin typeface="Calibri"/>
                <a:ea typeface="Calibri"/>
                <a:cs typeface="Segoe UI"/>
              </a:rPr>
              <a:t>?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404975-513C-47D1-5E07-21A365DF9BF9}"/>
              </a:ext>
            </a:extLst>
          </p:cNvPr>
          <p:cNvSpPr txBox="1"/>
          <p:nvPr/>
        </p:nvSpPr>
        <p:spPr>
          <a:xfrm>
            <a:off x="6935639" y="4843418"/>
            <a:ext cx="2208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 : 4 of 7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283037D-0A96-B38E-F75E-32824710622B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182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492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D63F6-6F03-AA6D-4521-36B8B9C25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C1FAB0-7AC0-E18D-FB59-5638A2191DE2}"/>
              </a:ext>
            </a:extLst>
          </p:cNvPr>
          <p:cNvSpPr txBox="1"/>
          <p:nvPr/>
        </p:nvSpPr>
        <p:spPr>
          <a:xfrm>
            <a:off x="6935639" y="4843418"/>
            <a:ext cx="2208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 : 5 of 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93E4E2-A358-47CF-0004-B029FB3EB7C5}"/>
              </a:ext>
            </a:extLst>
          </p:cNvPr>
          <p:cNvSpPr txBox="1"/>
          <p:nvPr/>
        </p:nvSpPr>
        <p:spPr>
          <a:xfrm>
            <a:off x="1830851" y="2939229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ജീവിത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യാത്രക്കാരാ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കാലടിക</a:t>
            </a:r>
            <a:r>
              <a:rPr lang="en-US" sz="2000" dirty="0">
                <a:latin typeface="ML-TTKarthika"/>
                <a:ea typeface="+mn-lt"/>
                <a:cs typeface="+mn-lt"/>
              </a:rPr>
              <a:t>ൾ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എങ്ങോട്ട്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നാശത്തി</a:t>
            </a:r>
            <a:r>
              <a:rPr lang="en-US" sz="2000" dirty="0">
                <a:latin typeface="ML-TTKarthika"/>
                <a:ea typeface="+mn-lt"/>
                <a:cs typeface="+mn-lt"/>
              </a:rPr>
              <a:t>ൻ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പാതയോ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ജീവന്റെ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മാർഗ്ഗമോ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ലക്‌ഷ്യം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നി</a:t>
            </a:r>
            <a:r>
              <a:rPr lang="en-US" sz="2000" dirty="0">
                <a:latin typeface="ML-TTKarthika"/>
                <a:ea typeface="+mn-lt"/>
                <a:cs typeface="+mn-lt"/>
              </a:rPr>
              <a:t>ൻ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മുന്പിലെന്ത്</a:t>
            </a:r>
            <a:r>
              <a:rPr lang="en-US" sz="2000" dirty="0">
                <a:latin typeface="ML-TTKarthika"/>
                <a:ea typeface="+mn-lt"/>
                <a:cs typeface="+mn-lt"/>
              </a:rPr>
              <a:t> ?</a:t>
            </a:r>
            <a:r>
              <a:rPr lang="en-US" sz="2800" dirty="0">
                <a:latin typeface="ML-TTKarthika"/>
              </a:rPr>
              <a:t>    (2)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30CB9A-188E-B880-0850-A16819ACD2B5}"/>
              </a:ext>
            </a:extLst>
          </p:cNvPr>
          <p:cNvSpPr/>
          <p:nvPr/>
        </p:nvSpPr>
        <p:spPr>
          <a:xfrm>
            <a:off x="1103086" y="929425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jeevitha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yathrakkaraa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kaladikal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engottu</a:t>
            </a:r>
            <a:br>
              <a:rPr lang="sv-SE" sz="2800" dirty="0">
                <a:latin typeface="Calibri"/>
                <a:ea typeface="Open Sans"/>
                <a:cs typeface="Open Sans"/>
              </a:rPr>
            </a:b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nashathin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pathayo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jeevante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margamo</a:t>
            </a:r>
            <a:br>
              <a:rPr lang="sv-SE" sz="2800" dirty="0">
                <a:latin typeface="Calibri"/>
                <a:ea typeface="Open Sans"/>
                <a:cs typeface="Open Sans"/>
              </a:rPr>
            </a:b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lakshyam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nin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munpilenthu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(2)</a:t>
            </a:r>
            <a:r>
              <a:rPr lang="sv-S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 </a:t>
            </a:r>
            <a:r>
              <a:rPr lang="sv-SE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  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905AB0-C28A-C8F5-17DC-B13D29096E41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182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897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F232-E53B-5FB2-5E88-2AEDF888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948BE4-3D7A-C988-CCF0-3541770B8D97}"/>
              </a:ext>
            </a:extLst>
          </p:cNvPr>
          <p:cNvSpPr txBox="1"/>
          <p:nvPr/>
        </p:nvSpPr>
        <p:spPr>
          <a:xfrm>
            <a:off x="1099860" y="2571750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400" dirty="0">
                <a:latin typeface="ML-TTKarthika"/>
                <a:ea typeface="+mn-lt"/>
                <a:cs typeface="+mn-lt"/>
              </a:rPr>
              <a:t>hnizmk¯n³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tXmWn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X¶nÂ</a:t>
            </a:r>
            <a:r>
              <a:rPr lang="en-US" sz="2400" dirty="0">
                <a:latin typeface="ML-TTKarthika"/>
                <a:ea typeface="+mn-lt"/>
                <a:cs typeface="+mn-lt"/>
              </a:rPr>
              <a:t> t]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mIp</a:t>
            </a:r>
            <a:r>
              <a:rPr lang="en-US" sz="2400" dirty="0">
                <a:latin typeface="ML-TTKarthika"/>
                <a:ea typeface="+mn-lt"/>
                <a:cs typeface="+mn-lt"/>
              </a:rPr>
              <a:t>¶ bm{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X¡mcm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endParaRPr lang="en-US" sz="2800" dirty="0"/>
          </a:p>
          <a:p>
            <a:r>
              <a:rPr lang="en-US" sz="2400" dirty="0">
                <a:latin typeface="ML-TTKarthika"/>
                <a:ea typeface="+mn-lt"/>
                <a:cs typeface="+mn-lt"/>
              </a:rPr>
              <a:t>]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mds</a:t>
            </a:r>
            <a:r>
              <a:rPr lang="en-US" sz="2400" dirty="0">
                <a:latin typeface="ML-TTKarthika"/>
                <a:ea typeface="+mn-lt"/>
                <a:cs typeface="+mn-lt"/>
              </a:rPr>
              <a:t>¡«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nÂ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X«msX</a:t>
            </a:r>
            <a:r>
              <a:rPr lang="en-US" sz="2400" dirty="0">
                <a:latin typeface="ML-TTKarthika"/>
                <a:ea typeface="+mn-lt"/>
                <a:cs typeface="+mn-lt"/>
              </a:rPr>
              <a:t> \o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A¡sc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sN¶nSptam</a:t>
            </a:r>
            <a:r>
              <a:rPr lang="en-US" sz="2400" dirty="0">
                <a:latin typeface="ML-TTKarthika"/>
                <a:ea typeface="+mn-lt"/>
                <a:cs typeface="+mn-lt"/>
              </a:rPr>
              <a:t>? </a:t>
            </a:r>
            <a:endParaRPr lang="en-US" sz="2800" dirty="0"/>
          </a:p>
          <a:p>
            <a:r>
              <a:rPr lang="en-US" sz="2400" dirty="0" err="1">
                <a:latin typeface="ML-TTKarthika"/>
                <a:ea typeface="+mn-lt"/>
                <a:cs typeface="+mn-lt"/>
              </a:rPr>
              <a:t>Hmf</a:t>
            </a:r>
            <a:r>
              <a:rPr lang="en-US" sz="24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§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Ä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Gdp</a:t>
            </a:r>
            <a:r>
              <a:rPr lang="en-US" sz="2400" dirty="0">
                <a:latin typeface="ML-TTKarthika"/>
                <a:ea typeface="+mn-lt"/>
                <a:cs typeface="+mn-lt"/>
              </a:rPr>
              <a:t>¶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kmKc¯nÂ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</a:p>
          <a:p>
            <a:r>
              <a:rPr lang="en-US" sz="2400" dirty="0" err="1">
                <a:latin typeface="ML-TTKarthika"/>
                <a:ea typeface="+mn-lt"/>
                <a:cs typeface="+mn-lt"/>
              </a:rPr>
              <a:t>PohnXt¯mWn</a:t>
            </a:r>
            <a:r>
              <a:rPr lang="en-US" sz="2400" dirty="0">
                <a:latin typeface="ML-TTKarthika"/>
                <a:ea typeface="+mn-lt"/>
                <a:cs typeface="+mn-lt"/>
              </a:rPr>
              <a:t> AeªmSpt¼mÄ </a:t>
            </a:r>
          </a:p>
          <a:p>
            <a:r>
              <a:rPr lang="en-US" sz="2400" dirty="0" err="1">
                <a:latin typeface="ML-TTKarthika"/>
                <a:ea typeface="+mn-lt"/>
                <a:cs typeface="+mn-lt"/>
              </a:rPr>
              <a:t>Bcp</a:t>
            </a:r>
            <a:r>
              <a:rPr lang="en-US" sz="2400" dirty="0" err="1">
                <a:latin typeface="ML-TTKarthika" panose="04000000000000000000" pitchFamily="82" charset="0"/>
              </a:rPr>
              <a:t>¬S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v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ssI¯m</a:t>
            </a:r>
            <a:r>
              <a:rPr lang="en-US" sz="24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§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mbv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Bcp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klmbn¡pw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</a:p>
          <a:p>
            <a:r>
              <a:rPr lang="en-US" sz="2400" dirty="0">
                <a:latin typeface="ML-TTKarthika"/>
                <a:ea typeface="+mn-lt"/>
                <a:cs typeface="+mn-lt"/>
              </a:rPr>
              <a:t>I¸n¯m³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tbip</a:t>
            </a:r>
            <a:r>
              <a:rPr lang="en-US" sz="2400" dirty="0"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latin typeface="ML-TTKarthika"/>
                <a:ea typeface="+mn-lt"/>
                <a:cs typeface="+mn-lt"/>
              </a:rPr>
              <a:t>AÃmsX</a:t>
            </a:r>
            <a:r>
              <a:rPr lang="en-US" sz="2400" dirty="0">
                <a:latin typeface="ML-TTKarthika"/>
                <a:ea typeface="+mn-lt"/>
                <a:cs typeface="+mn-lt"/>
              </a:rPr>
              <a:t> \ns¶</a:t>
            </a:r>
            <a:endParaRPr lang="en-US" sz="2400" dirty="0">
              <a:latin typeface="ML-TTKarthik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6A0180-9232-0835-5B0F-57741EF72EBA}"/>
              </a:ext>
            </a:extLst>
          </p:cNvPr>
          <p:cNvSpPr/>
          <p:nvPr/>
        </p:nvSpPr>
        <p:spPr>
          <a:xfrm>
            <a:off x="1099860" y="607221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400" dirty="0">
                <a:latin typeface="Calibri"/>
                <a:ea typeface="Calibri"/>
                <a:cs typeface="Segoe UI"/>
              </a:rPr>
              <a:t>viswasathin thoni thannil pokunna yathrakkara</a:t>
            </a:r>
          </a:p>
          <a:p>
            <a:r>
              <a:rPr lang="sv-SE" sz="2400" dirty="0">
                <a:ea typeface="Calibri"/>
                <a:cs typeface="Segoe UI"/>
              </a:rPr>
              <a:t>paarakkettil thattathe nee akkare chenneedumo? </a:t>
            </a:r>
          </a:p>
          <a:p>
            <a:r>
              <a:rPr lang="sv-SE" sz="2400" dirty="0" err="1">
                <a:ea typeface="Calibri"/>
                <a:cs typeface="Segoe UI"/>
              </a:rPr>
              <a:t>olangal</a:t>
            </a:r>
            <a:r>
              <a:rPr lang="sv-SE" sz="2400" dirty="0">
                <a:ea typeface="Calibri"/>
                <a:cs typeface="Segoe UI"/>
              </a:rPr>
              <a:t> </a:t>
            </a:r>
            <a:r>
              <a:rPr lang="sv-SE" sz="2400" dirty="0" err="1">
                <a:ea typeface="Calibri"/>
                <a:cs typeface="Segoe UI"/>
              </a:rPr>
              <a:t>erunna</a:t>
            </a:r>
            <a:r>
              <a:rPr lang="sv-SE" sz="2400" dirty="0">
                <a:ea typeface="Calibri"/>
                <a:cs typeface="Segoe UI"/>
              </a:rPr>
              <a:t> </a:t>
            </a:r>
            <a:r>
              <a:rPr lang="sv-SE" sz="2400" dirty="0" err="1">
                <a:ea typeface="Calibri"/>
                <a:cs typeface="Segoe UI"/>
              </a:rPr>
              <a:t>saagarathil</a:t>
            </a:r>
            <a:r>
              <a:rPr lang="sv-SE" sz="2400" dirty="0">
                <a:ea typeface="Calibri"/>
                <a:cs typeface="Segoe UI"/>
              </a:rPr>
              <a:t> </a:t>
            </a:r>
            <a:r>
              <a:rPr lang="sv-SE" sz="2400" dirty="0" err="1">
                <a:ea typeface="Calibri"/>
                <a:cs typeface="Segoe UI"/>
              </a:rPr>
              <a:t>jeevitha</a:t>
            </a:r>
            <a:r>
              <a:rPr lang="sv-SE" sz="2400" dirty="0">
                <a:ea typeface="Calibri"/>
                <a:cs typeface="Segoe UI"/>
              </a:rPr>
              <a:t> </a:t>
            </a:r>
            <a:r>
              <a:rPr lang="sv-SE" sz="2400" dirty="0" err="1">
                <a:ea typeface="Calibri"/>
                <a:cs typeface="Segoe UI"/>
              </a:rPr>
              <a:t>thoni</a:t>
            </a:r>
            <a:r>
              <a:rPr lang="sv-SE" sz="2400" dirty="0">
                <a:ea typeface="Calibri"/>
                <a:cs typeface="Segoe UI"/>
              </a:rPr>
              <a:t> </a:t>
            </a:r>
            <a:r>
              <a:rPr lang="sv-SE" sz="2400" dirty="0" err="1">
                <a:ea typeface="Calibri"/>
                <a:cs typeface="Segoe UI"/>
              </a:rPr>
              <a:t>alanjadumbol</a:t>
            </a:r>
            <a:endParaRPr lang="sv-SE" sz="2400" dirty="0">
              <a:ea typeface="Calibri"/>
              <a:cs typeface="Segoe UI"/>
            </a:endParaRPr>
          </a:p>
          <a:p>
            <a:r>
              <a:rPr lang="sv-SE" sz="2400" dirty="0">
                <a:ea typeface="Calibri"/>
                <a:cs typeface="Segoe UI"/>
              </a:rPr>
              <a:t>aarundu kaithangai aaru sahayikkum </a:t>
            </a:r>
          </a:p>
          <a:p>
            <a:r>
              <a:rPr lang="sv-SE" sz="2400" dirty="0" err="1">
                <a:ea typeface="Calibri"/>
                <a:cs typeface="Segoe UI"/>
              </a:rPr>
              <a:t>kappithan</a:t>
            </a:r>
            <a:r>
              <a:rPr lang="sv-SE" sz="2400" dirty="0">
                <a:ea typeface="Calibri"/>
                <a:cs typeface="Segoe UI"/>
              </a:rPr>
              <a:t> </a:t>
            </a:r>
            <a:r>
              <a:rPr lang="sv-SE" sz="2400" dirty="0" err="1">
                <a:ea typeface="Calibri"/>
                <a:cs typeface="Segoe UI"/>
              </a:rPr>
              <a:t>yeshu</a:t>
            </a:r>
            <a:r>
              <a:rPr lang="sv-SE" sz="2400" dirty="0">
                <a:ea typeface="Calibri"/>
                <a:cs typeface="Segoe UI"/>
              </a:rPr>
              <a:t> </a:t>
            </a:r>
            <a:r>
              <a:rPr lang="sv-SE" sz="2400" dirty="0" err="1">
                <a:ea typeface="Calibri"/>
                <a:cs typeface="Segoe UI"/>
              </a:rPr>
              <a:t>allathe</a:t>
            </a:r>
            <a:r>
              <a:rPr lang="sv-SE" sz="2400" dirty="0">
                <a:ea typeface="Calibri"/>
                <a:cs typeface="Segoe UI"/>
              </a:rPr>
              <a:t> </a:t>
            </a:r>
            <a:r>
              <a:rPr lang="sv-SE" sz="2400" dirty="0" err="1">
                <a:ea typeface="Calibri"/>
                <a:cs typeface="Segoe UI"/>
              </a:rPr>
              <a:t>ninne</a:t>
            </a:r>
            <a:endParaRPr lang="sv-SE" sz="2400" dirty="0">
              <a:ea typeface="Calibri"/>
              <a:cs typeface="Segoe UI"/>
            </a:endParaRPr>
          </a:p>
          <a:p>
            <a:endParaRPr lang="sv-SE" sz="2400" dirty="0">
              <a:ea typeface="Calibr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75458A-A28E-73C5-DB72-B0BE5E4C1230}"/>
              </a:ext>
            </a:extLst>
          </p:cNvPr>
          <p:cNvSpPr txBox="1"/>
          <p:nvPr/>
        </p:nvSpPr>
        <p:spPr>
          <a:xfrm>
            <a:off x="6935639" y="4843418"/>
            <a:ext cx="2208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 : 6 of 7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08C899D-136C-67F9-69B6-D34530F0B5EA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182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360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B012-4FB3-D762-7976-51678EC1D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808BF3-9473-BF84-2B1C-D544D0AB6702}"/>
              </a:ext>
            </a:extLst>
          </p:cNvPr>
          <p:cNvSpPr txBox="1"/>
          <p:nvPr/>
        </p:nvSpPr>
        <p:spPr>
          <a:xfrm>
            <a:off x="6935639" y="4843418"/>
            <a:ext cx="2208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 : 7 of 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5BA24-578A-FAF4-803F-FE7829182C7A}"/>
              </a:ext>
            </a:extLst>
          </p:cNvPr>
          <p:cNvSpPr txBox="1"/>
          <p:nvPr/>
        </p:nvSpPr>
        <p:spPr>
          <a:xfrm>
            <a:off x="1830851" y="2939229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ജീവിത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യാത്രക്കാരാ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കാലടിക</a:t>
            </a:r>
            <a:r>
              <a:rPr lang="en-US" sz="2000" dirty="0">
                <a:latin typeface="ML-TTKarthika"/>
                <a:ea typeface="+mn-lt"/>
                <a:cs typeface="+mn-lt"/>
              </a:rPr>
              <a:t>ൾ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എങ്ങോട്ട്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നാശത്തി</a:t>
            </a:r>
            <a:r>
              <a:rPr lang="en-US" sz="2000" dirty="0">
                <a:latin typeface="ML-TTKarthika"/>
                <a:ea typeface="+mn-lt"/>
                <a:cs typeface="+mn-lt"/>
              </a:rPr>
              <a:t>ൻ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പാതയോ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ജീവന്റെ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മാർഗ്ഗമോ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/>
                <a:ea typeface="+mn-lt"/>
                <a:cs typeface="+mn-lt"/>
              </a:rPr>
              <a:t>ലക്‌ഷ്യം</a:t>
            </a:r>
            <a:r>
              <a:rPr lang="en-US" sz="2000" dirty="0"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നി</a:t>
            </a:r>
            <a:r>
              <a:rPr lang="en-US" sz="2000" dirty="0">
                <a:latin typeface="ML-TTKarthika"/>
                <a:ea typeface="+mn-lt"/>
                <a:cs typeface="+mn-lt"/>
              </a:rPr>
              <a:t>ൻ </a:t>
            </a:r>
            <a:r>
              <a:rPr lang="en-US" sz="2000" dirty="0" err="1">
                <a:latin typeface="ML-TTKarthika"/>
                <a:ea typeface="+mn-lt"/>
                <a:cs typeface="+mn-lt"/>
              </a:rPr>
              <a:t>മുന്പിലെന്ത്</a:t>
            </a:r>
            <a:r>
              <a:rPr lang="en-US" sz="2000" dirty="0">
                <a:latin typeface="ML-TTKarthika"/>
                <a:ea typeface="+mn-lt"/>
                <a:cs typeface="+mn-lt"/>
              </a:rPr>
              <a:t> ?</a:t>
            </a:r>
            <a:r>
              <a:rPr lang="en-US" sz="2800" dirty="0">
                <a:latin typeface="ML-TTKarthika"/>
              </a:rPr>
              <a:t>    (2)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1B81A5-F1C3-9CAF-517C-626A7BF12C2F}"/>
              </a:ext>
            </a:extLst>
          </p:cNvPr>
          <p:cNvSpPr/>
          <p:nvPr/>
        </p:nvSpPr>
        <p:spPr>
          <a:xfrm>
            <a:off x="1103086" y="929425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jeevitha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yathrakkaraa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kaladikal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engottu</a:t>
            </a:r>
            <a:br>
              <a:rPr lang="sv-SE" sz="2800" dirty="0">
                <a:latin typeface="Calibri"/>
                <a:ea typeface="Open Sans"/>
                <a:cs typeface="Open Sans"/>
              </a:rPr>
            </a:b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nashathin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pathayo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jeevante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margamo</a:t>
            </a:r>
            <a:br>
              <a:rPr lang="sv-SE" sz="2800" dirty="0">
                <a:latin typeface="Calibri"/>
                <a:ea typeface="Open Sans"/>
                <a:cs typeface="Open Sans"/>
              </a:rPr>
            </a:b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lakshyam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nin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sv-SE" sz="2800" dirty="0" err="1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munpilenthu</a:t>
            </a:r>
            <a:r>
              <a:rPr lang="sv-SE" sz="2800" dirty="0">
                <a:solidFill>
                  <a:srgbClr val="19272E"/>
                </a:solidFill>
                <a:latin typeface="Calibri"/>
                <a:ea typeface="Open Sans"/>
                <a:cs typeface="Open Sans"/>
              </a:rPr>
              <a:t> (2)</a:t>
            </a:r>
            <a:r>
              <a:rPr lang="sv-S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 </a:t>
            </a:r>
            <a:r>
              <a:rPr lang="sv-SE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  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9D9110E-2B9F-9C30-71D7-EAEE04DEA68D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182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74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- 194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33517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194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1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881918" y="626006"/>
            <a:ext cx="7380165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ennullhil-ennum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vasichchiduvaan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swargga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mandapam </a:t>
            </a:r>
            <a:r>
              <a:rPr lang="en-US" sz="2800" dirty="0" err="1">
                <a:solidFill>
                  <a:prstClr val="black"/>
                </a:solidFill>
                <a:latin typeface="Segoe UI"/>
                <a:cs typeface="Segoe UI"/>
              </a:rPr>
              <a:t>vittirangi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-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vanna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unnathanaam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thanka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/>
                <a:cs typeface="Segoe UI"/>
              </a:rPr>
              <a:t>praave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! nee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vannennil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adhivasikka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582224" y="2838450"/>
            <a:ext cx="597955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F¶pÅnse¶pw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hkn¨oSphm³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kzÀ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¤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aWvU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]w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hn«nd§n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þ h¶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D¶Xm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\mw X¦ {]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mth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\o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¶¶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F¶pa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[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nhkn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¡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8253675" y="1603078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8262083" y="3806462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67265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194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2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635" y="758913"/>
            <a:ext cx="874600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thanka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/>
                <a:cs typeface="Segoe UI"/>
              </a:rPr>
              <a:t>chirakadi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/>
                <a:cs typeface="Segoe UI"/>
              </a:rPr>
              <a:t>ethra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/>
                <a:cs typeface="Segoe UI"/>
              </a:rPr>
              <a:t>naal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kettittum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shanka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koodaathe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thallhi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sanketham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njaan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/>
                <a:cs typeface="Segoe UI"/>
              </a:rPr>
              <a:t>kodu-ththanyarhkk-enn-orthitha</a:t>
            </a:r>
            <a:endParaRPr kumimoji="0" lang="en-US" sz="2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sankadappettidunnu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082366" y="2838450"/>
            <a:ext cx="697926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X¦¨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ndISn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F{X\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mÄ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tI«n«pw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¦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IqSmsX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\ns¶ þ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XÅn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kt¦Xw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Rm³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sImSp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¯\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yÀs¡t¶mÀ¯nXm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k¦Ss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¸«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nSp¶p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8534400" y="1664038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8262083" y="3806462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08952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194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3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081554" y="606070"/>
            <a:ext cx="654230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karhththane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ethrha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anugrahangalh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ayyo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nashtamaakki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eevidham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innum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kashtatha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thannil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va-layunnu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itha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thatti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unarhththaname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082366" y="2838450"/>
            <a:ext cx="697926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IÀ¯t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\! F{X A\p{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Kl§ft¿m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jvSam¡o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Cu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[w þ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C¶pw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IjvSX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X¶nÂ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þ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hebp¶p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Rm\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nXm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X«nbpWÀ¯Wta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8262083" y="1670810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8262083" y="3806462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61536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194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4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89653" y="626006"/>
            <a:ext cx="765349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shoonyavum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paazhumaay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thallhiyathaamee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mandiram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thannilinnu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– deva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paarhthu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shuddhi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cheythu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veettinte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nindayakattename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082366" y="2838450"/>
            <a:ext cx="697926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iq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yhpw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mgpambv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XÅnbXmao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\n³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vZncw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X¶nen¶p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þ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tZhm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mÀ¯p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ip²nsNbvXp \n³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ho«nsâ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\n\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vZbItäWta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8262083" y="1670810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8262083" y="3806462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57586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194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5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944972" y="626006"/>
            <a:ext cx="725405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jeevitham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innum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shariyaayittillayyo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jeevippikkum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karhththane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shakthiyum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snehavum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thannenne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jeevippichcheedaname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082366" y="2838450"/>
            <a:ext cx="697926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PohnXan¶pw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icnbmbn«nÃt¿m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Pohn¸n¡pw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IÀ¯t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\! þ -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\pw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iànbpw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kvt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lhpw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Xs¶s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¶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Pohn¸n¨oSWta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8262083" y="1670810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8262083" y="3806462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76979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194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6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944972" y="626006"/>
            <a:ext cx="725405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shakthiyin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simhaasanam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athil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erhi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sikunna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–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ennil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shakthiyode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vaanhidum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neraththil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shakthanaay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jeevikkum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082366" y="2838450"/>
            <a:ext cx="697926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2800" dirty="0">
                <a:solidFill>
                  <a:prstClr val="black"/>
                </a:solidFill>
                <a:latin typeface="ML-TTKarthika"/>
              </a:rPr>
              <a:t>iànbn</a:t>
            </a:r>
            <a:r>
              <a:rPr lang="en-US" sz="2800" dirty="0">
                <a:solidFill>
                  <a:prstClr val="black"/>
                </a:solidFill>
                <a:latin typeface="ml-ttkarthika"/>
              </a:rPr>
              <a:t>³</a:t>
            </a:r>
            <a:r>
              <a:rPr lang="en-US" sz="2800" dirty="0">
                <a:solidFill>
                  <a:prstClr val="black"/>
                </a:solidFill>
                <a:latin typeface="ML-TTKarthika"/>
              </a:rPr>
              <a:t> 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knwlmk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aXntednh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þ</a:t>
            </a:r>
            <a:r>
              <a:rPr lang="en-US" sz="2800" dirty="0">
                <a:solidFill>
                  <a:prstClr val="black"/>
                </a:solidFill>
                <a:latin typeface="ML-TTKarthika"/>
              </a:rPr>
              <a:t> 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kn¡p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¶ tbipcmP³ þ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F¶nÂ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iàntbmsS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hmWnSpw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t\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c¯nÂ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ià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mbv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Pohn¡pw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Rm³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8262083" y="1670810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8262083" y="3806462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03839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194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7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494453" y="626006"/>
            <a:ext cx="770457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ennalankaara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vasthrham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dharichcheedum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innumuthal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melaal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ashuddhanum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chelayillaaththonum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cherhnnu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varikayilla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082366" y="2838450"/>
            <a:ext cx="697926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F¶e¦mchkv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{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[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cn¨oSpw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Rm³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C¶papXÂ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ssZhta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þ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taemÂ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F¶neip²\pw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tNebnÃmt¯m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\pw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tNÀ¶p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hcnIbnÃ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8262083" y="1670810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8262083" y="3806462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16008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194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8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792480" y="626006"/>
            <a:ext cx="740654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vidhaththil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paripaalikkappettidaan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daivaathmaave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vannennil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ennum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aavasichchu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thava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thejassaalennude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prashobhippikka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082366" y="2838450"/>
            <a:ext cx="697926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Cu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[¯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]men¡s¸«nSm³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ssZhmßmth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¶¶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þ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F¶pw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Bhkn¨p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tXPÊmse¶psS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Poh³ {]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tim`n¸n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¡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8262083" y="1670810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8262083" y="3806462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96616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09221-879A-F2C9-77FE-8F0F861A8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22B4A263-F2AB-4125-309E-1C6168262F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6C01C3-FA99-6AD2-068E-4EA3EF1EFEF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729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5C8E-7366-0CF4-CBC8-91A6FEDC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C9EE68C6-6DDD-11A6-76A4-0CAEFB0BC107}"/>
              </a:ext>
            </a:extLst>
          </p:cNvPr>
          <p:cNvSpPr txBox="1"/>
          <p:nvPr/>
        </p:nvSpPr>
        <p:spPr>
          <a:xfrm>
            <a:off x="477350" y="805637"/>
            <a:ext cx="8515706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800" dirty="0" err="1">
                <a:ea typeface="+mn-lt"/>
                <a:cs typeface="+mn-lt"/>
              </a:rPr>
              <a:t>swantham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ninakkini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njaan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yesudheva</a:t>
            </a:r>
            <a:r>
              <a:rPr lang="en-US" sz="2800" dirty="0">
                <a:ea typeface="+mn-lt"/>
                <a:cs typeface="+mn-lt"/>
              </a:rPr>
              <a:t>!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papa </a:t>
            </a:r>
            <a:r>
              <a:rPr lang="en-US" sz="2800" dirty="0" err="1">
                <a:ea typeface="+mn-lt"/>
                <a:cs typeface="+mn-lt"/>
              </a:rPr>
              <a:t>bandham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neekkennil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ninnen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priyanadha</a:t>
            </a:r>
            <a:r>
              <a:rPr lang="en-US" sz="2800" dirty="0">
                <a:ea typeface="+mn-lt"/>
                <a:cs typeface="+mn-lt"/>
              </a:rPr>
              <a:t>!</a:t>
            </a:r>
          </a:p>
          <a:p>
            <a:pPr defTabSz="457200"/>
            <a:r>
              <a:rPr lang="en-US" sz="2800" dirty="0" err="1">
                <a:ea typeface="+mn-lt"/>
                <a:cs typeface="+mn-lt"/>
              </a:rPr>
              <a:t>santhoshamennu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peyin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vazhi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nadannen-athu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chathivennunarnnu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ninno-daduthu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vannen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16C3C-3222-97CC-2F15-8B8842E3E41C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6 : 1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93D100-51EE-AEAB-1934-C58F2387E880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218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E66AA-E715-FC87-0B9C-F1C472D05CD4}"/>
              </a:ext>
            </a:extLst>
          </p:cNvPr>
          <p:cNvSpPr txBox="1"/>
          <p:nvPr/>
        </p:nvSpPr>
        <p:spPr>
          <a:xfrm>
            <a:off x="477350" y="2733374"/>
            <a:ext cx="8103932" cy="93764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</a:pPr>
            <a:r>
              <a:rPr lang="en-SG" sz="2000" dirty="0" err="1">
                <a:latin typeface="ML-TTKarthika"/>
              </a:rPr>
              <a:t>സ്വന്തം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നിനക്കിനി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ഞാ</a:t>
            </a:r>
            <a:r>
              <a:rPr lang="en-SG" sz="2000" dirty="0">
                <a:latin typeface="ML-TTKarthika"/>
              </a:rPr>
              <a:t>ൻ </a:t>
            </a:r>
            <a:r>
              <a:rPr lang="en-SG" sz="2000" dirty="0" err="1">
                <a:latin typeface="ML-TTKarthika"/>
              </a:rPr>
              <a:t>യേശുദേവാ</a:t>
            </a:r>
            <a:r>
              <a:rPr lang="en-SG" sz="2000" dirty="0">
                <a:latin typeface="ML-TTKarthika"/>
              </a:rPr>
              <a:t>! </a:t>
            </a:r>
            <a:br>
              <a:rPr lang="en-SG" sz="2000" dirty="0">
                <a:latin typeface="ML-TTKarthika"/>
              </a:rPr>
            </a:br>
            <a:r>
              <a:rPr lang="en-SG" sz="2000" dirty="0" err="1">
                <a:latin typeface="ML-TTKarthika"/>
              </a:rPr>
              <a:t>പാപ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ബന്ധം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നീക്കെന്നി</a:t>
            </a:r>
            <a:r>
              <a:rPr lang="en-SG" sz="2000" dirty="0">
                <a:latin typeface="ML-TTKarthika"/>
              </a:rPr>
              <a:t>ൽ </a:t>
            </a:r>
            <a:r>
              <a:rPr lang="en-SG" sz="2000" dirty="0" err="1">
                <a:latin typeface="ML-TTKarthika"/>
              </a:rPr>
              <a:t>നിന്നെ</a:t>
            </a:r>
            <a:r>
              <a:rPr lang="en-SG" sz="2000" dirty="0">
                <a:latin typeface="ML-TTKarthika"/>
              </a:rPr>
              <a:t>ൻ </a:t>
            </a:r>
            <a:r>
              <a:rPr lang="en-SG" sz="2000" dirty="0" err="1">
                <a:latin typeface="ML-TTKarthika"/>
              </a:rPr>
              <a:t>പ്രിയനാഥാ</a:t>
            </a:r>
            <a:r>
              <a:rPr lang="en-SG" sz="2000" dirty="0">
                <a:latin typeface="ML-TTKarthika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SG" sz="2000" dirty="0" err="1">
                <a:latin typeface="ML-TTKarthika"/>
              </a:rPr>
              <a:t>സന്തോഷമെന്നു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പേയി</a:t>
            </a:r>
            <a:r>
              <a:rPr lang="en-SG" sz="2000" dirty="0">
                <a:latin typeface="ML-TTKarthika"/>
              </a:rPr>
              <a:t>ൻ </a:t>
            </a:r>
            <a:r>
              <a:rPr lang="en-SG" sz="2000" dirty="0" err="1">
                <a:latin typeface="ML-TTKarthika"/>
              </a:rPr>
              <a:t>വഴി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നടന്നെ</a:t>
            </a:r>
            <a:r>
              <a:rPr lang="en-SG" sz="2000" dirty="0">
                <a:latin typeface="ML-TTKarthika"/>
              </a:rPr>
              <a:t>ൻ--- -- </a:t>
            </a:r>
            <a:r>
              <a:rPr lang="en-SG" sz="2000" dirty="0" err="1">
                <a:latin typeface="ML-TTKarthika"/>
              </a:rPr>
              <a:t>അതു</a:t>
            </a:r>
            <a:br>
              <a:rPr lang="en-SG" sz="2000" dirty="0">
                <a:latin typeface="ML-TTKarthika"/>
              </a:rPr>
            </a:br>
            <a:r>
              <a:rPr lang="en-SG" sz="2000" dirty="0" err="1">
                <a:latin typeface="ML-TTKarthika"/>
              </a:rPr>
              <a:t>ചതിവെന്നുണർന്നു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നിന്നോ-ടടുത്തു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വന്നേ</a:t>
            </a:r>
            <a:r>
              <a:rPr lang="en-SG" sz="2000" dirty="0">
                <a:latin typeface="ML-TTKarthika"/>
              </a:rPr>
              <a:t>ൻ</a:t>
            </a:r>
            <a:endParaRPr lang="en-US" sz="2000" dirty="0"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32220534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82A5-1103-FB92-0305-55273AE6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C1F7DFB9-F8CA-9740-78EC-6A2B43AEB03D}"/>
              </a:ext>
            </a:extLst>
          </p:cNvPr>
          <p:cNvSpPr txBox="1"/>
          <p:nvPr/>
        </p:nvSpPr>
        <p:spPr>
          <a:xfrm>
            <a:off x="562182" y="468833"/>
            <a:ext cx="7345918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800" dirty="0" err="1">
                <a:ea typeface="+mn-lt"/>
                <a:cs typeface="+mn-lt"/>
              </a:rPr>
              <a:t>impam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paapam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tharume’nnarinju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chaythen-athu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eare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thumpam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thannathal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bhayennu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vannen</a:t>
            </a:r>
            <a:endParaRPr lang="en-US" sz="2800" dirty="0">
              <a:ea typeface="+mn-lt"/>
              <a:cs typeface="+mn-lt"/>
            </a:endParaRPr>
          </a:p>
          <a:p>
            <a:pPr defTabSz="457200"/>
            <a:r>
              <a:rPr lang="en-US" sz="2800" dirty="0" err="1">
                <a:ea typeface="+mn-lt"/>
                <a:cs typeface="+mn-lt"/>
              </a:rPr>
              <a:t>lokam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thunekkumennu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cherinnirunnen-athil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ottum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sthirathayillanjodi-vannen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4CD88-9A42-4E05-E628-D34A3FCE738C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6 : 2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BBEDD6-2E81-6F98-6372-90A09B70CEA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218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16B4BC-A623-7640-59B1-1A02D720A110}"/>
              </a:ext>
            </a:extLst>
          </p:cNvPr>
          <p:cNvSpPr txBox="1"/>
          <p:nvPr/>
        </p:nvSpPr>
        <p:spPr>
          <a:xfrm>
            <a:off x="562182" y="2719898"/>
            <a:ext cx="8300782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</a:pPr>
            <a:r>
              <a:rPr lang="en-SG" sz="2000" dirty="0" err="1">
                <a:latin typeface="ML-TTKarthika"/>
              </a:rPr>
              <a:t>ഇമ്പം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പാപം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തരുമെ-ന്നറിഞ്ഞു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ചെയ്തേ</a:t>
            </a:r>
            <a:r>
              <a:rPr lang="en-SG" sz="2000" dirty="0">
                <a:latin typeface="ML-TTKarthika"/>
              </a:rPr>
              <a:t>ൻ- </a:t>
            </a:r>
            <a:r>
              <a:rPr lang="en-SG" sz="2000" dirty="0" err="1">
                <a:latin typeface="ML-TTKarthika"/>
              </a:rPr>
              <a:t>അതു</a:t>
            </a:r>
            <a:br>
              <a:rPr lang="en-SG" sz="2000" dirty="0">
                <a:latin typeface="ML-TTKarthika"/>
              </a:rPr>
            </a:br>
            <a:r>
              <a:rPr lang="en-SG" sz="2000" dirty="0" err="1">
                <a:latin typeface="ML-TTKarthika"/>
              </a:rPr>
              <a:t>ഏറെ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തുമ്പം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തന്നതാ</a:t>
            </a:r>
            <a:r>
              <a:rPr lang="en-SG" sz="2000" dirty="0">
                <a:latin typeface="ML-TTKarthika"/>
              </a:rPr>
              <a:t>ൽ </a:t>
            </a:r>
            <a:r>
              <a:rPr lang="en-SG" sz="2000" dirty="0" err="1">
                <a:latin typeface="ML-TTKarthika"/>
              </a:rPr>
              <a:t>ഭയന്നു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വന്നേ</a:t>
            </a:r>
            <a:r>
              <a:rPr lang="en-SG" sz="2000" dirty="0">
                <a:latin typeface="ML-TTKarthika"/>
              </a:rPr>
              <a:t>ൻ</a:t>
            </a:r>
          </a:p>
          <a:p>
            <a:pPr>
              <a:lnSpc>
                <a:spcPct val="150000"/>
              </a:lnSpc>
            </a:pPr>
            <a:r>
              <a:rPr lang="en-SG" sz="2000" dirty="0" err="1">
                <a:latin typeface="ML-TTKarthika"/>
              </a:rPr>
              <a:t>ലോകം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തുണെക്കുമെന്നു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ചേർന്നിരുന്നേ</a:t>
            </a:r>
            <a:r>
              <a:rPr lang="en-SG" sz="2000" dirty="0">
                <a:latin typeface="ML-TTKarthika"/>
              </a:rPr>
              <a:t>ൻ -</a:t>
            </a:r>
            <a:r>
              <a:rPr lang="en-SG" sz="2000" dirty="0" err="1">
                <a:latin typeface="ML-TTKarthika"/>
              </a:rPr>
              <a:t>അതി</a:t>
            </a:r>
            <a:r>
              <a:rPr lang="en-SG" sz="2000" dirty="0">
                <a:latin typeface="ML-TTKarthika"/>
              </a:rPr>
              <a:t>ൽ</a:t>
            </a:r>
            <a:br>
              <a:rPr lang="en-SG" sz="2000" dirty="0">
                <a:latin typeface="ML-TTKarthika"/>
              </a:rPr>
            </a:br>
            <a:r>
              <a:rPr lang="en-SG" sz="2000" dirty="0" err="1">
                <a:latin typeface="ML-TTKarthika"/>
              </a:rPr>
              <a:t>ഒട്ടും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സ്ഥിരതയില്ലാഞ്ഞോടിവന്നേ</a:t>
            </a:r>
            <a:r>
              <a:rPr lang="en-SG" sz="2000" dirty="0">
                <a:latin typeface="ML-TTKarthika"/>
              </a:rPr>
              <a:t>ൻ</a:t>
            </a:r>
            <a:endParaRPr lang="en-US" sz="2000" dirty="0"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8435278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B9113-757D-9A47-F82B-3DAED02D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1348C7F1-A392-22F3-3927-C197D8D410DE}"/>
              </a:ext>
            </a:extLst>
          </p:cNvPr>
          <p:cNvSpPr txBox="1"/>
          <p:nvPr/>
        </p:nvSpPr>
        <p:spPr>
          <a:xfrm>
            <a:off x="489935" y="569061"/>
            <a:ext cx="7345918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800" dirty="0" err="1">
                <a:ea typeface="+mn-lt"/>
                <a:cs typeface="+mn-lt"/>
              </a:rPr>
              <a:t>kayem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balam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sukhavum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karuthil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vechen-ithin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kazhcheya’nithyamenni-thaa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varunnen</a:t>
            </a:r>
            <a:endParaRPr lang="en-US" sz="2800" dirty="0">
              <a:ea typeface="+mn-lt"/>
              <a:cs typeface="+mn-lt"/>
            </a:endParaRPr>
          </a:p>
          <a:p>
            <a:pPr defTabSz="457200"/>
            <a:r>
              <a:rPr lang="en-US" sz="2800" dirty="0" err="1">
                <a:ea typeface="+mn-lt"/>
                <a:cs typeface="+mn-lt"/>
              </a:rPr>
              <a:t>deham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jeevanum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ninmun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kazhcha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vechen-ini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chayven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ninthirumanam</a:t>
            </a:r>
            <a:r>
              <a:rPr lang="en-US" sz="2800" dirty="0">
                <a:ea typeface="+mn-lt"/>
                <a:cs typeface="+mn-lt"/>
              </a:rPr>
              <a:t> pole </a:t>
            </a:r>
            <a:r>
              <a:rPr lang="en-US" sz="2800" dirty="0" err="1">
                <a:ea typeface="+mn-lt"/>
                <a:cs typeface="+mn-lt"/>
              </a:rPr>
              <a:t>ennum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536B7-B34A-1BAA-B241-5046808CAC02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6 : 4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A1797E-5F25-EE96-307D-CAC2443B3D82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218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11723-FA55-CDC6-CFD5-DFA8C85C2E13}"/>
              </a:ext>
            </a:extLst>
          </p:cNvPr>
          <p:cNvSpPr txBox="1"/>
          <p:nvPr/>
        </p:nvSpPr>
        <p:spPr>
          <a:xfrm>
            <a:off x="489935" y="2868446"/>
            <a:ext cx="8192832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</a:pPr>
            <a:r>
              <a:rPr lang="en-SG" sz="2000" dirty="0" err="1">
                <a:latin typeface="ML-TTKarthika"/>
              </a:rPr>
              <a:t>കായം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ബലം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സുഖവും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കരുത്തി</a:t>
            </a:r>
            <a:r>
              <a:rPr lang="en-SG" sz="2000" dirty="0">
                <a:latin typeface="ML-TTKarthika"/>
              </a:rPr>
              <a:t>ൽ </a:t>
            </a:r>
            <a:r>
              <a:rPr lang="en-SG" sz="2000" dirty="0" err="1">
                <a:latin typeface="ML-TTKarthika"/>
              </a:rPr>
              <a:t>വെച്ചേ</a:t>
            </a:r>
            <a:r>
              <a:rPr lang="en-SG" sz="2000" dirty="0">
                <a:latin typeface="ML-TTKarthika"/>
              </a:rPr>
              <a:t>ൻ -</a:t>
            </a:r>
            <a:r>
              <a:rPr lang="en-SG" sz="2000" dirty="0" err="1">
                <a:latin typeface="ML-TTKarthika"/>
              </a:rPr>
              <a:t>ഇതി</a:t>
            </a:r>
            <a:r>
              <a:rPr lang="en-SG" sz="2000" dirty="0">
                <a:latin typeface="ML-TTKarthika"/>
              </a:rPr>
              <a:t>ൻ</a:t>
            </a:r>
            <a:br>
              <a:rPr lang="en-SG" sz="2000" dirty="0">
                <a:latin typeface="ML-TTKarthika"/>
              </a:rPr>
            </a:br>
            <a:r>
              <a:rPr lang="en-SG" sz="2000" dirty="0" err="1">
                <a:latin typeface="ML-TTKarthika"/>
              </a:rPr>
              <a:t>കാഴ്ചയനിത്യമെന്നി-താ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വരുന്നേ</a:t>
            </a:r>
            <a:r>
              <a:rPr lang="en-SG" sz="2000" dirty="0">
                <a:latin typeface="ML-TTKarthika"/>
              </a:rPr>
              <a:t>ൻ</a:t>
            </a:r>
          </a:p>
          <a:p>
            <a:pPr>
              <a:lnSpc>
                <a:spcPct val="150000"/>
              </a:lnSpc>
            </a:pPr>
            <a:r>
              <a:rPr lang="en-SG" sz="2000" dirty="0" err="1">
                <a:latin typeface="ML-TTKarthika"/>
              </a:rPr>
              <a:t>ദേഹം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ജീവനും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നിന്മു</a:t>
            </a:r>
            <a:r>
              <a:rPr lang="en-SG" sz="2000" dirty="0">
                <a:latin typeface="ML-TTKarthika"/>
              </a:rPr>
              <a:t>ൻ </a:t>
            </a:r>
            <a:r>
              <a:rPr lang="en-SG" sz="2000" dirty="0" err="1">
                <a:latin typeface="ML-TTKarthika"/>
              </a:rPr>
              <a:t>കാഴ്ചവെച്ചേ</a:t>
            </a:r>
            <a:r>
              <a:rPr lang="en-SG" sz="2000" dirty="0">
                <a:latin typeface="ML-TTKarthika"/>
              </a:rPr>
              <a:t>ൻ- </a:t>
            </a:r>
            <a:r>
              <a:rPr lang="en-SG" sz="2000" dirty="0" err="1">
                <a:latin typeface="ML-TTKarthika"/>
              </a:rPr>
              <a:t>ഇനി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SG" sz="2000" dirty="0" err="1">
                <a:latin typeface="ML-TTKarthika"/>
              </a:rPr>
              <a:t>ചെയ്‌വേ</a:t>
            </a:r>
            <a:r>
              <a:rPr lang="en-SG" sz="2000" dirty="0">
                <a:latin typeface="ML-TTKarthika"/>
              </a:rPr>
              <a:t>ൻ </a:t>
            </a:r>
            <a:r>
              <a:rPr lang="en-SG" sz="2000" dirty="0" err="1">
                <a:latin typeface="ML-TTKarthika"/>
              </a:rPr>
              <a:t>നിന്തിരുമനം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പോലെ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എന്നും</a:t>
            </a:r>
            <a:endParaRPr lang="en-SG" sz="2000" dirty="0"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5116412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70DAC-7368-1A85-50F8-B80B1BA30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82B1EB4A-827C-F347-D847-BB197C154255}"/>
              </a:ext>
            </a:extLst>
          </p:cNvPr>
          <p:cNvSpPr txBox="1"/>
          <p:nvPr/>
        </p:nvSpPr>
        <p:spPr>
          <a:xfrm>
            <a:off x="455407" y="625913"/>
            <a:ext cx="7345918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800" dirty="0" err="1">
                <a:ea typeface="+mn-lt"/>
                <a:cs typeface="+mn-lt"/>
              </a:rPr>
              <a:t>shakthi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prapthi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dhanavum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kazhchavechen-thiru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santhosham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neduvan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jaan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aduthu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vannen</a:t>
            </a:r>
            <a:endParaRPr lang="en-US" sz="2800" dirty="0">
              <a:ea typeface="+mn-lt"/>
              <a:cs typeface="+mn-lt"/>
            </a:endParaRPr>
          </a:p>
          <a:p>
            <a:pPr defTabSz="457200"/>
            <a:r>
              <a:rPr lang="en-US" sz="2800" dirty="0" err="1">
                <a:ea typeface="+mn-lt"/>
                <a:cs typeface="+mn-lt"/>
              </a:rPr>
              <a:t>thangi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nadathename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karthave</a:t>
            </a:r>
            <a:r>
              <a:rPr lang="en-US" sz="2800" dirty="0">
                <a:ea typeface="+mn-lt"/>
                <a:cs typeface="+mn-lt"/>
              </a:rPr>
              <a:t> –</a:t>
            </a:r>
            <a:r>
              <a:rPr lang="en-US" sz="2800" dirty="0" err="1">
                <a:ea typeface="+mn-lt"/>
                <a:cs typeface="+mn-lt"/>
              </a:rPr>
              <a:t>paaram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 err="1">
                <a:ea typeface="+mn-lt"/>
                <a:cs typeface="+mn-lt"/>
              </a:rPr>
              <a:t>thalarnnitha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vannedunnen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dayavaney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7D47D9-09AE-4022-CCAD-2506EAA994FC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6 : 5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007371-25E2-88D1-D6A7-BB5E245EDD7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 dirty="0">
                <a:latin typeface="Segoe UI"/>
              </a:rPr>
              <a:t>Holy Communion - Hymn No </a:t>
            </a:r>
            <a:r>
              <a:rPr lang="en-GB">
                <a:latin typeface="Segoe UI"/>
              </a:rPr>
              <a:t>218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9349A-9A7C-1F45-9E63-D2292D2E25E3}"/>
              </a:ext>
            </a:extLst>
          </p:cNvPr>
          <p:cNvSpPr txBox="1"/>
          <p:nvPr/>
        </p:nvSpPr>
        <p:spPr>
          <a:xfrm>
            <a:off x="455407" y="2598875"/>
            <a:ext cx="7551482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</a:pPr>
            <a:r>
              <a:rPr lang="en-SG" sz="2000" dirty="0" err="1">
                <a:latin typeface="ML-TTKarthika"/>
              </a:rPr>
              <a:t>ശക്തി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പ്രാപ്തി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ധനവും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കാഴ്ചവെച്ചേ</a:t>
            </a:r>
            <a:r>
              <a:rPr lang="en-SG" sz="2000" dirty="0">
                <a:latin typeface="ML-TTKarthika"/>
              </a:rPr>
              <a:t>ൻ-</a:t>
            </a:r>
            <a:r>
              <a:rPr lang="en-SG" sz="2000" dirty="0" err="1">
                <a:latin typeface="ML-TTKarthika"/>
              </a:rPr>
              <a:t>തിരു</a:t>
            </a:r>
            <a:br>
              <a:rPr lang="en-SG" sz="2000" dirty="0">
                <a:latin typeface="ML-TTKarthika"/>
              </a:rPr>
            </a:br>
            <a:r>
              <a:rPr lang="en-SG" sz="2000" dirty="0" err="1">
                <a:latin typeface="ML-TTKarthika"/>
              </a:rPr>
              <a:t>സന്തോഷം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നേടുവാ</a:t>
            </a:r>
            <a:r>
              <a:rPr lang="en-SG" sz="2000" dirty="0">
                <a:latin typeface="ML-TTKarthika"/>
              </a:rPr>
              <a:t>ൻ </a:t>
            </a:r>
            <a:r>
              <a:rPr lang="en-SG" sz="2000" dirty="0" err="1">
                <a:latin typeface="ML-TTKarthika"/>
              </a:rPr>
              <a:t>ഞാ</a:t>
            </a:r>
            <a:r>
              <a:rPr lang="en-SG" sz="2000" dirty="0">
                <a:latin typeface="ML-TTKarthika"/>
              </a:rPr>
              <a:t>ൻ </a:t>
            </a:r>
            <a:r>
              <a:rPr lang="en-SG" sz="2000" dirty="0" err="1">
                <a:latin typeface="ML-TTKarthika"/>
              </a:rPr>
              <a:t>അടുത്തു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വന്നേ</a:t>
            </a:r>
            <a:r>
              <a:rPr lang="en-SG" sz="2000" dirty="0">
                <a:latin typeface="ML-TTKarthika"/>
              </a:rPr>
              <a:t>ൻ</a:t>
            </a:r>
          </a:p>
          <a:p>
            <a:pPr>
              <a:lnSpc>
                <a:spcPct val="150000"/>
              </a:lnSpc>
            </a:pPr>
            <a:r>
              <a:rPr lang="en-SG" sz="2000" dirty="0" err="1">
                <a:latin typeface="ML-TTKarthika"/>
              </a:rPr>
              <a:t>താങ്ങി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നടത്തേണം</a:t>
            </a:r>
            <a:r>
              <a:rPr lang="en-SG" sz="2000" dirty="0">
                <a:latin typeface="ML-TTKarthika"/>
              </a:rPr>
              <a:t> എൻ </a:t>
            </a:r>
            <a:r>
              <a:rPr lang="en-SG" sz="2000" dirty="0" err="1">
                <a:latin typeface="ML-TTKarthika"/>
              </a:rPr>
              <a:t>കർത്താവേ</a:t>
            </a:r>
            <a:r>
              <a:rPr lang="en-SG" sz="2000" dirty="0">
                <a:latin typeface="ML-TTKarthika"/>
              </a:rPr>
              <a:t> -</a:t>
            </a:r>
            <a:r>
              <a:rPr lang="en-SG" sz="2000" dirty="0" err="1">
                <a:latin typeface="ML-TTKarthika"/>
              </a:rPr>
              <a:t>പാരം</a:t>
            </a:r>
            <a:br>
              <a:rPr lang="en-SG" sz="2000" dirty="0">
                <a:latin typeface="ML-TTKarthika"/>
              </a:rPr>
            </a:br>
            <a:r>
              <a:rPr lang="en-SG" sz="2000" dirty="0" err="1">
                <a:latin typeface="ML-TTKarthika"/>
              </a:rPr>
              <a:t>തളർന്നിതാ</a:t>
            </a:r>
            <a:r>
              <a:rPr lang="en-SG" sz="2000" dirty="0">
                <a:latin typeface="ML-TTKarthika"/>
              </a:rPr>
              <a:t> </a:t>
            </a:r>
            <a:r>
              <a:rPr lang="en-SG" sz="2000" dirty="0" err="1">
                <a:latin typeface="ML-TTKarthika"/>
              </a:rPr>
              <a:t>വന്നീടുന്നേ</a:t>
            </a:r>
            <a:r>
              <a:rPr lang="en-SG" sz="2000" dirty="0">
                <a:latin typeface="ML-TTKarthika"/>
              </a:rPr>
              <a:t>ൻ </a:t>
            </a:r>
            <a:r>
              <a:rPr lang="en-SG" sz="2000" dirty="0" err="1">
                <a:latin typeface="ML-TTKarthika"/>
              </a:rPr>
              <a:t>ദയവാനേ</a:t>
            </a:r>
            <a:endParaRPr lang="en-US" sz="2000" dirty="0">
              <a:latin typeface="ML-TTKarthika"/>
            </a:endParaRPr>
          </a:p>
          <a:p>
            <a:pPr>
              <a:lnSpc>
                <a:spcPct val="150000"/>
              </a:lnSpc>
            </a:pPr>
            <a:endParaRPr lang="en-SG" sz="2400" dirty="0">
              <a:latin typeface="ML-TTKarthika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30674390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ABC10-D1C2-54F0-0BED-9177EAB2B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00C7-1960-9BEB-AF1A-19B62D61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Hymn - 67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FF137-F19E-EE49-38DE-5AE3508736D5}"/>
              </a:ext>
            </a:extLst>
          </p:cNvPr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B1AE3BC-E226-9D02-ABD0-BB6192DF96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78289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5E94A-5CB0-7FE4-10F9-21D98CF3F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FDA3-73DB-39AC-2EF2-AC32959E0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67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33FCD41-40FF-7F06-E58A-58EBD791D130}"/>
              </a:ext>
            </a:extLst>
          </p:cNvPr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8B12B-A1AD-2AC0-4846-2D15FFC052E5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1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7BC2E1-9C5D-2064-FFF7-F0E9C97FE298}"/>
              </a:ext>
            </a:extLst>
          </p:cNvPr>
          <p:cNvSpPr/>
          <p:nvPr/>
        </p:nvSpPr>
        <p:spPr>
          <a:xfrm>
            <a:off x="881918" y="626006"/>
            <a:ext cx="7380165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2800" dirty="0" err="1">
                <a:latin typeface="Calibri"/>
                <a:ea typeface="Calibri"/>
                <a:cs typeface="Segoe UI"/>
              </a:rPr>
              <a:t>ennodulla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nin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sarvva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nanmakalkkaayi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njaan</a:t>
            </a:r>
            <a:br>
              <a:rPr lang="en-US" sz="2800" dirty="0">
                <a:latin typeface="Calibri"/>
                <a:cs typeface="Segoe UI" panose="020B0502040204020203" pitchFamily="34" charset="0"/>
              </a:rPr>
            </a:br>
            <a:r>
              <a:rPr lang="en-US" sz="2800" dirty="0" err="1">
                <a:latin typeface="Calibri"/>
                <a:ea typeface="Calibri"/>
                <a:cs typeface="Segoe UI"/>
              </a:rPr>
              <a:t>enthu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cheyyendu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ninakkeshupara</a:t>
            </a:r>
            <a:r>
              <a:rPr lang="en-US" sz="2800" dirty="0">
                <a:latin typeface="Calibri"/>
                <a:ea typeface="Calibri"/>
                <a:cs typeface="Segoe UI"/>
              </a:rPr>
              <a:t>!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Ippol</a:t>
            </a:r>
            <a:br>
              <a:rPr lang="en-US" sz="2800" dirty="0">
                <a:latin typeface="Calibri"/>
                <a:cs typeface="Segoe UI" panose="020B0502040204020203" pitchFamily="34" charset="0"/>
              </a:rPr>
            </a:br>
            <a:r>
              <a:rPr lang="en-US" sz="2800" dirty="0" err="1">
                <a:latin typeface="Calibri"/>
                <a:ea typeface="Calibri"/>
                <a:cs typeface="Segoe UI"/>
              </a:rPr>
              <a:t>enthu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cheyyendu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ninakkeshu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paraa</a:t>
            </a:r>
            <a:r>
              <a:rPr lang="en-US" sz="2800" dirty="0">
                <a:latin typeface="Calibri"/>
                <a:ea typeface="Calibri"/>
                <a:cs typeface="Segoe UI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2A4433-53F0-A25A-303B-5FC5638BD41C}"/>
              </a:ext>
            </a:extLst>
          </p:cNvPr>
          <p:cNvSpPr/>
          <p:nvPr/>
        </p:nvSpPr>
        <p:spPr>
          <a:xfrm>
            <a:off x="884462" y="2785287"/>
            <a:ext cx="6590924" cy="143885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lnSpc>
                <a:spcPct val="150000"/>
              </a:lnSpc>
              <a:defRPr/>
            </a:pPr>
            <a:r>
              <a:rPr lang="en-US" sz="20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എന്നോടുള്ള</a:t>
            </a:r>
            <a:r>
              <a:rPr lang="en-US" sz="20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നി</a:t>
            </a:r>
            <a:r>
              <a:rPr lang="en-US" sz="20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ൻ </a:t>
            </a:r>
            <a:r>
              <a:rPr lang="en-US" sz="20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സർവ്വ</a:t>
            </a:r>
            <a:r>
              <a:rPr lang="en-US" sz="20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നന്മയ്ക്കായി</a:t>
            </a:r>
            <a:r>
              <a:rPr lang="en-US" sz="20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ഞാ</a:t>
            </a:r>
            <a:r>
              <a:rPr lang="en-US" sz="20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ൻ </a:t>
            </a:r>
          </a:p>
          <a:p>
            <a:pPr defTabSz="685800">
              <a:lnSpc>
                <a:spcPct val="150000"/>
              </a:lnSpc>
              <a:defRPr/>
            </a:pPr>
            <a:r>
              <a:rPr lang="en-US" sz="20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എന്തു</a:t>
            </a:r>
            <a:r>
              <a:rPr lang="en-US" sz="20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ചെയ്യേണ്ടു</a:t>
            </a:r>
            <a:r>
              <a:rPr lang="en-US" sz="20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നിനക്കേശുപരാ</a:t>
            </a:r>
            <a:r>
              <a:rPr lang="en-US" sz="20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! - </a:t>
            </a:r>
            <a:r>
              <a:rPr lang="en-US" sz="20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ഇപ്പോ</a:t>
            </a:r>
            <a:r>
              <a:rPr lang="en-US" sz="20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ൾ </a:t>
            </a:r>
            <a:r>
              <a:rPr lang="en-US" sz="20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എന്തു</a:t>
            </a:r>
            <a:r>
              <a:rPr lang="en-US" sz="20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ചെയ്യേണ്ടു</a:t>
            </a:r>
            <a:r>
              <a:rPr lang="en-US" sz="20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നിനക്കേശുപരാ</a:t>
            </a:r>
            <a:r>
              <a:rPr lang="en-US" sz="20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! </a:t>
            </a:r>
          </a:p>
        </p:txBody>
      </p:sp>
    </p:spTree>
    <p:extLst>
      <p:ext uri="{BB962C8B-B14F-4D97-AF65-F5344CB8AC3E}">
        <p14:creationId xmlns:p14="http://schemas.microsoft.com/office/powerpoint/2010/main" val="2463804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1A91-E339-6EF5-071E-E75FEF25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EC5E2-2693-7954-1D09-E727AF811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67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919CC8C-B4C6-660B-617E-71F79F8EB88F}"/>
              </a:ext>
            </a:extLst>
          </p:cNvPr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A97F40-FE75-9A2D-9FCB-88FD361EA8AA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2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AA4701-C925-E207-98C5-28A777B9ABAB}"/>
              </a:ext>
            </a:extLst>
          </p:cNvPr>
          <p:cNvSpPr/>
          <p:nvPr/>
        </p:nvSpPr>
        <p:spPr>
          <a:xfrm>
            <a:off x="945274" y="705750"/>
            <a:ext cx="6976809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2800" dirty="0" err="1">
                <a:latin typeface="Calibri"/>
                <a:ea typeface="Calibri"/>
                <a:cs typeface="Segoe UI"/>
              </a:rPr>
              <a:t>nandikontente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ullam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nanne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nirayunne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sanna</a:t>
            </a:r>
            <a:br>
              <a:rPr lang="en-US" sz="2800" dirty="0">
                <a:latin typeface="Calibri"/>
                <a:cs typeface="Segoe UI" panose="020B0502040204020203" pitchFamily="34" charset="0"/>
              </a:rPr>
            </a:br>
            <a:r>
              <a:rPr lang="en-US" sz="2800" dirty="0" err="1">
                <a:latin typeface="Calibri"/>
                <a:ea typeface="Calibri"/>
                <a:cs typeface="Segoe UI"/>
              </a:rPr>
              <a:t>hamode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sthuthi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paadidunnen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devaa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sanna</a:t>
            </a:r>
            <a:r>
              <a:rPr lang="en-US" sz="2800" dirty="0">
                <a:latin typeface="Calibri"/>
                <a:ea typeface="Calibri"/>
                <a:cs typeface="Segoe UI"/>
              </a:rPr>
              <a:t>-</a:t>
            </a:r>
            <a:br>
              <a:rPr lang="en-US" sz="2800" dirty="0">
                <a:latin typeface="Calibri"/>
                <a:cs typeface="Segoe UI" panose="020B0502040204020203" pitchFamily="34" charset="0"/>
              </a:rPr>
            </a:br>
            <a:r>
              <a:rPr lang="en-US" sz="2800" dirty="0" err="1">
                <a:latin typeface="Calibri"/>
                <a:ea typeface="Calibri"/>
                <a:cs typeface="Segoe UI"/>
              </a:rPr>
              <a:t>hamode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sthuthi</a:t>
            </a:r>
            <a:r>
              <a:rPr lang="en-US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latin typeface="Calibri"/>
                <a:ea typeface="Calibri"/>
                <a:cs typeface="Segoe UI"/>
              </a:rPr>
              <a:t>paadidunnen</a:t>
            </a:r>
            <a:endParaRPr lang="en-US" sz="2800" dirty="0">
              <a:latin typeface="Calibri"/>
              <a:ea typeface="Calibr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565237-126E-0ACA-9421-719CEC91C806}"/>
              </a:ext>
            </a:extLst>
          </p:cNvPr>
          <p:cNvSpPr/>
          <p:nvPr/>
        </p:nvSpPr>
        <p:spPr>
          <a:xfrm>
            <a:off x="942814" y="2791933"/>
            <a:ext cx="6979269" cy="20621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L-TTKarthika"/>
                <a:ea typeface="+mn-lt"/>
                <a:cs typeface="+mn-lt"/>
              </a:rPr>
              <a:t>\</a:t>
            </a:r>
            <a:r>
              <a:rPr lang="en-US" sz="3200" dirty="0">
                <a:latin typeface="ML-TTKarthika"/>
                <a:ea typeface="+mn-lt"/>
                <a:cs typeface="+mn-lt"/>
              </a:rPr>
              <a:t>µn </a:t>
            </a:r>
            <a:r>
              <a:rPr lang="en-US" sz="3200" dirty="0" err="1">
                <a:latin typeface="ML-TTKarthika"/>
                <a:ea typeface="+mn-lt"/>
                <a:cs typeface="+mn-lt"/>
              </a:rPr>
              <a:t>sIms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WvU</a:t>
            </a:r>
            <a:r>
              <a:rPr lang="en-US" sz="3200" dirty="0" err="1">
                <a:latin typeface="ML-TTKarthika"/>
                <a:ea typeface="+mn-lt"/>
                <a:cs typeface="+mn-lt"/>
              </a:rPr>
              <a:t>sâbpÅw</a:t>
            </a:r>
            <a:r>
              <a:rPr lang="en-US" sz="3200" dirty="0">
                <a:latin typeface="ML-TTKarthika"/>
                <a:ea typeface="+mn-lt"/>
                <a:cs typeface="+mn-lt"/>
              </a:rPr>
              <a:t> \s¶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L-TTKarthika"/>
                <a:ea typeface="+mn-lt"/>
                <a:cs typeface="+mn-lt"/>
              </a:rPr>
              <a:t>\</a:t>
            </a:r>
            <a:r>
              <a:rPr lang="en-US" sz="3200" dirty="0" err="1">
                <a:latin typeface="ML-TTKarthika"/>
                <a:ea typeface="+mn-lt"/>
                <a:cs typeface="+mn-lt"/>
              </a:rPr>
              <a:t>ndbpt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L-TTKarthika"/>
                <a:ea typeface="+mn-lt"/>
                <a:cs typeface="+mn-lt"/>
              </a:rPr>
              <a:t>¶ </a:t>
            </a:r>
            <a:r>
              <a:rPr lang="en-US" sz="3200" dirty="0" err="1">
                <a:latin typeface="ML-TTKarthika"/>
                <a:ea typeface="+mn-lt"/>
                <a:cs typeface="+mn-lt"/>
              </a:rPr>
              <a:t>k¶mltamsS</a:t>
            </a:r>
            <a:r>
              <a:rPr lang="en-US" sz="3200" dirty="0"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latin typeface="ML-TTKarthika"/>
                <a:ea typeface="+mn-lt"/>
                <a:cs typeface="+mn-lt"/>
              </a:rPr>
              <a:t>kvXpXn</a:t>
            </a:r>
            <a:r>
              <a:rPr lang="en-US" sz="3200" dirty="0">
                <a:latin typeface="ML-TTKarthika"/>
                <a:ea typeface="+mn-lt"/>
                <a:cs typeface="+mn-lt"/>
              </a:rPr>
              <a:t> ]mSnSpt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L-TTKarthika"/>
                <a:ea typeface="+mn-lt"/>
                <a:cs typeface="+mn-lt"/>
              </a:rPr>
              <a:t>¶</a:t>
            </a:r>
            <a:r>
              <a:rPr lang="en-US" sz="3200" dirty="0">
                <a:latin typeface="ML-TTKarthika"/>
                <a:ea typeface="+mn-lt"/>
                <a:cs typeface="+mn-lt"/>
              </a:rPr>
              <a:t>³ </a:t>
            </a:r>
            <a:r>
              <a:rPr lang="en-US" sz="3200" dirty="0" err="1">
                <a:latin typeface="ML-TTKarthika"/>
                <a:ea typeface="+mn-lt"/>
                <a:cs typeface="+mn-lt"/>
              </a:rPr>
              <a:t>tZhm</a:t>
            </a:r>
            <a:r>
              <a:rPr lang="en-US" sz="3200" dirty="0">
                <a:latin typeface="ML-TTKarthika"/>
                <a:ea typeface="+mn-lt"/>
                <a:cs typeface="+mn-lt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L-TTKarthika"/>
                <a:ea typeface="+mn-lt"/>
                <a:cs typeface="+mn-lt"/>
              </a:rPr>
              <a:t>k¶</a:t>
            </a:r>
            <a:r>
              <a:rPr lang="en-US" sz="3200" dirty="0" err="1">
                <a:latin typeface="ML-TTKarthika"/>
                <a:ea typeface="+mn-lt"/>
                <a:cs typeface="+mn-lt"/>
              </a:rPr>
              <a:t>mltamsS</a:t>
            </a:r>
            <a:r>
              <a:rPr lang="en-US" sz="3200" dirty="0"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latin typeface="ML-TTKarthika"/>
                <a:ea typeface="+mn-lt"/>
                <a:cs typeface="+mn-lt"/>
              </a:rPr>
              <a:t>kvXpXn</a:t>
            </a:r>
            <a:r>
              <a:rPr lang="en-US" sz="3200" dirty="0">
                <a:latin typeface="ML-TTKarthika"/>
                <a:ea typeface="+mn-lt"/>
                <a:cs typeface="+mn-lt"/>
              </a:rPr>
              <a:t> ]mSnSpt¶³</a:t>
            </a:r>
            <a:endParaRPr lang="en-US" sz="2000" dirty="0">
              <a:latin typeface="ML-TTKarthik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3013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791A1-8311-9473-620C-A006AB26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0105-1852-1242-3368-25B091EF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67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61046AF-9B7A-ACD5-8B6F-DCD982125D4D}"/>
              </a:ext>
            </a:extLst>
          </p:cNvPr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E237D7-79E7-88BB-9E30-E531BA0524B1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3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0E950C-D900-7AD4-E4C9-D0C1409D9F3E}"/>
              </a:ext>
            </a:extLst>
          </p:cNvPr>
          <p:cNvSpPr/>
          <p:nvPr/>
        </p:nvSpPr>
        <p:spPr>
          <a:xfrm>
            <a:off x="1081554" y="772204"/>
            <a:ext cx="6542301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paapathil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ninnu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koriyeduppanai</a:t>
            </a:r>
            <a:endParaRPr lang="en-US" sz="2800" dirty="0">
              <a:solidFill>
                <a:prstClr val="black"/>
              </a:solidFill>
              <a:latin typeface="Calibri"/>
              <a:ea typeface="Calibri"/>
              <a:cs typeface="Segoe UI"/>
            </a:endParaRPr>
          </a:p>
          <a:p>
            <a:pPr defTabSz="685800">
              <a:defRPr/>
            </a:pP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shaapa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sikshakaletta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devathmaja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maha -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shaapa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sikshakaletta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devathmaja</a:t>
            </a:r>
            <a:endParaRPr lang="en-US" sz="2800" dirty="0">
              <a:solidFill>
                <a:prstClr val="black"/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195839-5AD3-1E7F-C7F9-C385D7C9D41A}"/>
              </a:ext>
            </a:extLst>
          </p:cNvPr>
          <p:cNvSpPr/>
          <p:nvPr/>
        </p:nvSpPr>
        <p:spPr>
          <a:xfrm>
            <a:off x="1082366" y="2838450"/>
            <a:ext cx="6979269" cy="20621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]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  <a:ea typeface="+mn-lt"/>
                <a:cs typeface="+mn-lt"/>
              </a:rPr>
              <a:t>m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]¯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  <a:ea typeface="+mn-lt"/>
                <a:cs typeface="+mn-lt"/>
              </a:rPr>
              <a:t>nÂ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  <a:ea typeface="+mn-lt"/>
                <a:cs typeface="+mn-lt"/>
              </a:rPr>
              <a:t> 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\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n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  <a:ea typeface="+mn-lt"/>
                <a:cs typeface="+mn-lt"/>
              </a:rPr>
              <a:t>¶p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  <a:ea typeface="+mn-lt"/>
                <a:cs typeface="+mn-lt"/>
              </a:rPr>
              <a:t> 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Fs¶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tImcnsbSp¸m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  <a:ea typeface="+mn-lt"/>
                <a:cs typeface="+mn-lt"/>
              </a:rPr>
              <a:t>\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mbv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im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]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in£Itfä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tZhmßPm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almþ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</a:p>
          <a:p>
            <a:pPr marL="0" marR="0" lvl="0" indent="0" algn="l" defTabSz="685800"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im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]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in£Itfä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tZhmßPm</a:t>
            </a:r>
            <a:r>
              <a:rPr lang="en-US" sz="3200" dirty="0">
                <a:solidFill>
                  <a:prstClr val="black"/>
                </a:solidFill>
                <a:latin typeface="ML-TTKarthika"/>
              </a:rPr>
              <a:t> </a:t>
            </a:r>
            <a:endParaRPr lang="en-US" sz="2000" dirty="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3594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D18C2-9C20-63AB-361C-E2CF787B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BBC2-0C62-1A9B-FDA8-7041BC2A5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67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A64072-CE80-006A-A36A-8E6124FABFAB}"/>
              </a:ext>
            </a:extLst>
          </p:cNvPr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F1F67A-674B-1C9C-CAC2-A3277337606D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4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5E34C8-B352-1790-4766-5880707A301B}"/>
              </a:ext>
            </a:extLst>
          </p:cNvPr>
          <p:cNvSpPr/>
          <p:nvPr/>
        </p:nvSpPr>
        <p:spPr>
          <a:xfrm>
            <a:off x="1081554" y="772204"/>
            <a:ext cx="6542301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anpodudinam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thorum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nadathunna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ponnidayanantham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vandaname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ente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ponnidaya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nanantham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vandaname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8705D-5F38-B567-BC32-24AB060F95D0}"/>
              </a:ext>
            </a:extLst>
          </p:cNvPr>
          <p:cNvSpPr/>
          <p:nvPr/>
        </p:nvSpPr>
        <p:spPr>
          <a:xfrm>
            <a:off x="1082366" y="2838450"/>
            <a:ext cx="6979269" cy="175432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36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Fs¶b³t]</a:t>
            </a:r>
            <a:r>
              <a:rPr lang="en-US" sz="36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mSp</a:t>
            </a:r>
            <a:r>
              <a:rPr lang="en-US" sz="36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Zn\</a:t>
            </a:r>
            <a:r>
              <a:rPr lang="en-US" sz="36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wþ</a:t>
            </a:r>
            <a:r>
              <a:rPr lang="en-US" sz="36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tXmdpw</a:t>
            </a:r>
            <a:r>
              <a:rPr lang="en-US" sz="36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\</a:t>
            </a:r>
            <a:r>
              <a:rPr lang="en-US" sz="36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S¯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  <a:ea typeface="+mn-lt"/>
                <a:cs typeface="+mn-lt"/>
              </a:rPr>
              <a:t>p</a:t>
            </a:r>
            <a:r>
              <a:rPr lang="en-US" sz="36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¶ s]</a:t>
            </a:r>
            <a:r>
              <a:rPr lang="en-US" sz="36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m¶nSb</a:t>
            </a:r>
            <a:r>
              <a:rPr lang="en-US" sz="36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\\</a:t>
            </a:r>
            <a:r>
              <a:rPr lang="en-US" sz="3600" dirty="0">
                <a:latin typeface="ML-TTKarthika" panose="04000000000000000000" pitchFamily="82" charset="0"/>
              </a:rPr>
              <a:t>´</a:t>
            </a:r>
            <a:r>
              <a:rPr lang="en-US" sz="36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w hµ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  <a:ea typeface="+mn-lt"/>
                <a:cs typeface="+mn-lt"/>
              </a:rPr>
              <a:t>\</a:t>
            </a:r>
            <a:r>
              <a:rPr lang="en-US" sz="36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ta </a:t>
            </a:r>
            <a:r>
              <a:rPr lang="en-US" sz="36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Fsâ</a:t>
            </a:r>
            <a:r>
              <a:rPr lang="en-US" sz="36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s]</a:t>
            </a:r>
            <a:r>
              <a:rPr lang="en-US" sz="36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m¶nSb</a:t>
            </a:r>
            <a:r>
              <a:rPr lang="en-US" sz="36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\\</a:t>
            </a:r>
            <a:r>
              <a:rPr lang="en-US" sz="3600" dirty="0">
                <a:latin typeface="ML-TTKarthika" panose="04000000000000000000" pitchFamily="82" charset="0"/>
              </a:rPr>
              <a:t>´</a:t>
            </a:r>
            <a:r>
              <a:rPr lang="en-US" sz="36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w hµ\ta</a:t>
            </a:r>
            <a:endParaRPr lang="en-US" sz="2400" dirty="0">
              <a:solidFill>
                <a:prstClr val="black"/>
              </a:solidFill>
              <a:latin typeface="ML-TTKarthik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6423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414FF-1E03-C78C-0ED6-F38E22DA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57BD2-F5D2-2370-4D08-4ECBB5453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67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C4ADCB1-06CA-4ABA-423E-469DF9D30A21}"/>
              </a:ext>
            </a:extLst>
          </p:cNvPr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035FA7-900E-97B2-B34A-FB5499F6CB9E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5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7884BC-DEE9-F50A-FB32-362C7F2E4465}"/>
              </a:ext>
            </a:extLst>
          </p:cNvPr>
          <p:cNvSpPr/>
          <p:nvPr/>
        </p:nvSpPr>
        <p:spPr>
          <a:xfrm>
            <a:off x="1082365" y="610482"/>
            <a:ext cx="6542301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anthyam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vareyumenne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kaaval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cheytheeduvan</a:t>
            </a:r>
          </a:p>
          <a:p>
            <a:pPr defTabSz="685800">
              <a:defRPr/>
            </a:pP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anthikeyulla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mahal –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sakthi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neeye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nadha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anthikeyulla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 mahal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sakthi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neeye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3EE586-7133-F495-B22F-4C8F2C08AEA6}"/>
              </a:ext>
            </a:extLst>
          </p:cNvPr>
          <p:cNvSpPr/>
          <p:nvPr/>
        </p:nvSpPr>
        <p:spPr>
          <a:xfrm>
            <a:off x="1082365" y="2734141"/>
            <a:ext cx="6979269" cy="20621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A</a:t>
            </a:r>
            <a:r>
              <a:rPr lang="en-US" sz="3200" dirty="0" err="1">
                <a:latin typeface="ML-TTKarthika" panose="04000000000000000000" pitchFamily="82" charset="0"/>
              </a:rPr>
              <a:t>´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yw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hscbpsas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¶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ImhÂ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sNbvXoSphm³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A</a:t>
            </a:r>
            <a:r>
              <a:rPr lang="en-US" sz="3200" dirty="0" err="1">
                <a:latin typeface="ML-TTKarthika" panose="04000000000000000000" pitchFamily="82" charset="0"/>
              </a:rPr>
              <a:t>´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nsIbpÅ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alÂþ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iàn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\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otb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  <a:ea typeface="+mn-lt"/>
                <a:cs typeface="+mn-lt"/>
              </a:rPr>
              <a:t>\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mYm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endParaRPr lang="en-US" sz="2000" dirty="0">
              <a:solidFill>
                <a:prstClr val="black"/>
              </a:solidFill>
              <a:latin typeface="ML-TTKarthika"/>
              <a:ea typeface="+mn-lt"/>
              <a:cs typeface="+mn-lt"/>
            </a:endParaRPr>
          </a:p>
          <a:p>
            <a:pPr defTabSz="685800">
              <a:defRPr/>
            </a:pP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A</a:t>
            </a:r>
            <a:r>
              <a:rPr lang="en-US" sz="3200" dirty="0" err="1">
                <a:latin typeface="ML-TTKarthika" panose="04000000000000000000" pitchFamily="82" charset="0"/>
              </a:rPr>
              <a:t>´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nsIbpÅ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alÂ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iàn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\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otb</a:t>
            </a:r>
            <a:endParaRPr lang="en-US" sz="2000" dirty="0">
              <a:solidFill>
                <a:prstClr val="black"/>
              </a:solidFill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8371233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952F-49AB-0437-A970-8A5EA759B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DB06-CDB9-0F6D-9678-C672048F8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194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A715286-46CF-634E-BF14-3BDADCE30388}"/>
              </a:ext>
            </a:extLst>
          </p:cNvPr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9A3BB7-6CE7-A7F1-BE31-923CA8CB7820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6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B103C4-7B9E-1293-DE20-E3C05837FC08}"/>
              </a:ext>
            </a:extLst>
          </p:cNvPr>
          <p:cNvSpPr/>
          <p:nvPr/>
        </p:nvSpPr>
        <p:spPr>
          <a:xfrm>
            <a:off x="1082366" y="579840"/>
            <a:ext cx="7466004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thaathan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sannidhiyilen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perkku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sada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paksha</a:t>
            </a:r>
            <a:endParaRPr lang="en-US" sz="2000" dirty="0">
              <a:solidFill>
                <a:prstClr val="black"/>
              </a:solidFill>
            </a:endParaRPr>
          </a:p>
          <a:p>
            <a:pPr defTabSz="685800">
              <a:defRPr/>
            </a:pP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vaadam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cheyyunna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mama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jeevanadha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! </a:t>
            </a:r>
          </a:p>
          <a:p>
            <a:pPr defTabSz="685800">
              <a:defRPr/>
            </a:pP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paksha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vaadam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cheyyunna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mama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jeeva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naadha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!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A8854-133C-F6E8-8AE0-28CD332B4FF9}"/>
              </a:ext>
            </a:extLst>
          </p:cNvPr>
          <p:cNvSpPr/>
          <p:nvPr/>
        </p:nvSpPr>
        <p:spPr>
          <a:xfrm>
            <a:off x="1082366" y="2838450"/>
            <a:ext cx="6979269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XmX³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k¶n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[nbnse³þ t]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À¡p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kZm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]£þ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hmZw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sN¿p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¶ aa Poh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  <a:ea typeface="+mn-lt"/>
                <a:cs typeface="+mn-lt"/>
              </a:rPr>
              <a:t>\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mYm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! ]£þ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hmZw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sN¿p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¶ aa Poh\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mYm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!</a:t>
            </a:r>
            <a:endParaRPr lang="en-US" sz="2000" dirty="0">
              <a:solidFill>
                <a:prstClr val="black"/>
              </a:solidFill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25828966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26D1-E869-5F01-1AC4-528B6BA2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2ED9F-7EB7-81D1-6B40-DA12B505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194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2F2081B-450B-F1C9-B983-21A86C098115}"/>
              </a:ext>
            </a:extLst>
          </p:cNvPr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A157DE-C2E2-5848-73EB-F285FA8C177E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7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F95DE0-7A7E-6541-74DF-C5202A9612EB}"/>
              </a:ext>
            </a:extLst>
          </p:cNvPr>
          <p:cNvSpPr/>
          <p:nvPr/>
        </p:nvSpPr>
        <p:spPr>
          <a:xfrm>
            <a:off x="1081554" y="772204"/>
            <a:ext cx="746600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kuttam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koodatheyenne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thejassin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mumbake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muttum</a:t>
            </a:r>
            <a:endParaRPr lang="en-US" sz="2800" dirty="0" err="1">
              <a:solidFill>
                <a:prstClr val="black"/>
              </a:solidFill>
              <a:ea typeface="Calibri"/>
              <a:cs typeface="Segoe UI"/>
            </a:endParaRPr>
          </a:p>
          <a:p>
            <a:pPr defTabSz="685800">
              <a:defRPr/>
            </a:pP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niruthan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kazhivullavane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enne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muttum</a:t>
            </a:r>
            <a:endParaRPr lang="en-US" sz="2800" dirty="0">
              <a:solidFill>
                <a:prstClr val="black"/>
              </a:solidFill>
              <a:ea typeface="Calibri"/>
              <a:cs typeface="Segoe UI"/>
            </a:endParaRPr>
          </a:p>
          <a:p>
            <a:pPr defTabSz="685800">
              <a:defRPr/>
            </a:pP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niruthan</a:t>
            </a:r>
            <a:r>
              <a:rPr lang="en-US" sz="2800" dirty="0">
                <a:solidFill>
                  <a:prstClr val="black"/>
                </a:solidFill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Segoe UI"/>
              </a:rPr>
              <a:t>kazhivullavane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317A30-DDF2-5EE4-58D1-87864D54E09D}"/>
              </a:ext>
            </a:extLst>
          </p:cNvPr>
          <p:cNvSpPr/>
          <p:nvPr/>
        </p:nvSpPr>
        <p:spPr>
          <a:xfrm>
            <a:off x="1082366" y="2838450"/>
            <a:ext cx="6979269" cy="20621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Ipäw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IqSmsXsbs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¶ tXPÊn³ ap¼msI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apäpw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\ndp¯m³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Ignþ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hpÅ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ht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  <a:ea typeface="+mn-lt"/>
                <a:cs typeface="+mn-lt"/>
              </a:rPr>
              <a:t>\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Fs¶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apäpw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\ndp¯m³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Ignþ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hpÅ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ht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\</a:t>
            </a:r>
            <a:endParaRPr lang="en-US" sz="2000" dirty="0">
              <a:solidFill>
                <a:prstClr val="black"/>
              </a:solidFill>
              <a:latin typeface="ML-TTKarthika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26573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BD5E0-8E64-4773-31EA-8C4114BC5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E43B9-47AE-D2EA-1B98-1D0AFB81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194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1BB381C-5726-999D-84B4-BF53022793F5}"/>
              </a:ext>
            </a:extLst>
          </p:cNvPr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4D1327-2361-E93A-E190-90E72AA7F355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8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1F6A14-30D4-51BA-D40C-F97660E31035}"/>
              </a:ext>
            </a:extLst>
          </p:cNvPr>
          <p:cNvSpPr/>
          <p:nvPr/>
        </p:nvSpPr>
        <p:spPr>
          <a:xfrm>
            <a:off x="1081554" y="772204"/>
            <a:ext cx="7466004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mannidathiladiyan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jeevikkum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naalennum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vandanam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cheyyum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thiru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naamathinu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devaa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vandanam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cheyyum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thiru</a:t>
            </a:r>
            <a:r>
              <a:rPr lang="en-US" sz="2800" dirty="0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/>
                <a:ea typeface="Calibri"/>
                <a:cs typeface="Segoe UI"/>
              </a:rPr>
              <a:t>naamathinu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89B2C9-568B-9E22-E8B4-C10831D69497}"/>
              </a:ext>
            </a:extLst>
          </p:cNvPr>
          <p:cNvSpPr/>
          <p:nvPr/>
        </p:nvSpPr>
        <p:spPr>
          <a:xfrm>
            <a:off x="1082366" y="2838450"/>
            <a:ext cx="6979269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a¶nS¯n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eSnb³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Pohn¡pw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  <a:ea typeface="+mn-lt"/>
                <a:cs typeface="+mn-lt"/>
              </a:rPr>
              <a:t>\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msf¶pw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hµ\w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sN¿pw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Xncpþ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\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ma¯n¶p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tZhm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hµ\w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sN¿pw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Xncpþ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\</a:t>
            </a:r>
            <a:r>
              <a:rPr lang="en-US" sz="3200" dirty="0" err="1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ma¯n¶p</a:t>
            </a:r>
            <a:r>
              <a:rPr lang="en-US" sz="3200" dirty="0">
                <a:solidFill>
                  <a:prstClr val="black"/>
                </a:solidFill>
                <a:latin typeface="ML-TTKarthika"/>
                <a:ea typeface="+mn-lt"/>
                <a:cs typeface="+mn-lt"/>
              </a:rPr>
              <a:t> </a:t>
            </a:r>
            <a:endParaRPr lang="en-US" sz="2000" dirty="0">
              <a:solidFill>
                <a:prstClr val="black"/>
              </a:solidFill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3141935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3D52CF-E261-624A-BC5A-964DA31E576D}"/>
              </a:ext>
            </a:extLst>
          </p:cNvPr>
          <p:cNvSpPr txBox="1">
            <a:spLocks/>
          </p:cNvSpPr>
          <p:nvPr/>
        </p:nvSpPr>
        <p:spPr>
          <a:xfrm>
            <a:off x="973756" y="1615256"/>
            <a:ext cx="6858100" cy="191298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/>
              </a:rPr>
              <a:t>Doxology IV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kumimoji="0" lang="en-US" sz="6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daivame</a:t>
            </a:r>
            <a:r>
              <a:rPr kumimoji="0" lang="en-US" sz="6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 </a:t>
            </a:r>
            <a:r>
              <a:rPr kumimoji="0" lang="en-US" sz="6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anugrahikka</a:t>
            </a:r>
            <a:endParaRPr kumimoji="0" lang="en-US" sz="6000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26466981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0EDBA-98A6-F1DC-2FBA-2FAFF74C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6BEB-C3C6-C44E-CCA6-FA4251F66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Doxology – IV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56BFFFC-A89D-E303-EA68-94E0C1D9980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C7B14-A3FF-EB74-3B0F-E6394D2682B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D7E497-16E3-4D0B-D67F-B0783CD0DB3A}"/>
              </a:ext>
            </a:extLst>
          </p:cNvPr>
          <p:cNvSpPr/>
          <p:nvPr/>
        </p:nvSpPr>
        <p:spPr>
          <a:xfrm>
            <a:off x="383644" y="1128514"/>
            <a:ext cx="8381627" cy="10772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3200" dirty="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daivame</a:t>
            </a:r>
            <a:r>
              <a:rPr lang="en-SG" sz="3200" dirty="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3200" dirty="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anugrahikka</a:t>
            </a:r>
            <a:r>
              <a:rPr lang="en-SG" sz="3200" dirty="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3200" dirty="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samadhaanamai</a:t>
            </a:r>
            <a:r>
              <a:rPr lang="en-SG" sz="3200" dirty="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3200" dirty="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ayakka</a:t>
            </a:r>
            <a:endParaRPr lang="en-SG" sz="3200" dirty="0">
              <a:solidFill>
                <a:srgbClr val="000000"/>
              </a:solidFill>
              <a:latin typeface="Calibri"/>
              <a:ea typeface="Calibri"/>
              <a:cs typeface="Segoe UI"/>
            </a:endParaRPr>
          </a:p>
          <a:p>
            <a:r>
              <a:rPr lang="en-SG" sz="3200" dirty="0" err="1">
                <a:ea typeface="Calibri"/>
                <a:cs typeface="Segoe UI"/>
              </a:rPr>
              <a:t>nin</a:t>
            </a:r>
            <a:r>
              <a:rPr lang="en-SG" sz="3200" dirty="0">
                <a:ea typeface="Calibri"/>
                <a:cs typeface="Segoe UI"/>
              </a:rPr>
              <a:t> </a:t>
            </a:r>
            <a:r>
              <a:rPr lang="en-SG" sz="3200" dirty="0" err="1">
                <a:ea typeface="Calibri"/>
                <a:cs typeface="Segoe UI"/>
              </a:rPr>
              <a:t>daasare</a:t>
            </a:r>
            <a:r>
              <a:rPr lang="en-SG" sz="3200" dirty="0">
                <a:ea typeface="Calibri"/>
                <a:cs typeface="Segoe UI"/>
              </a:rPr>
              <a:t> </a:t>
            </a:r>
            <a:r>
              <a:rPr lang="en-SG" sz="3200" dirty="0" err="1">
                <a:ea typeface="Calibri"/>
                <a:cs typeface="Segoe UI"/>
              </a:rPr>
              <a:t>innum</a:t>
            </a:r>
            <a:r>
              <a:rPr lang="en-SG" sz="3200" dirty="0">
                <a:ea typeface="Calibri"/>
                <a:cs typeface="Segoe UI"/>
              </a:rPr>
              <a:t> </a:t>
            </a:r>
            <a:r>
              <a:rPr lang="en-SG" sz="3200" dirty="0" err="1">
                <a:ea typeface="Calibri"/>
                <a:cs typeface="Segoe UI"/>
              </a:rPr>
              <a:t>ennum</a:t>
            </a:r>
            <a:r>
              <a:rPr lang="en-SG" sz="3200" dirty="0">
                <a:ea typeface="Calibri"/>
                <a:cs typeface="Segoe UI"/>
              </a:rPr>
              <a:t>; </a:t>
            </a:r>
            <a:r>
              <a:rPr lang="en-SG" sz="3200" dirty="0" err="1">
                <a:ea typeface="Calibri"/>
                <a:cs typeface="Segoe UI"/>
              </a:rPr>
              <a:t>karunayode</a:t>
            </a:r>
            <a:r>
              <a:rPr lang="en-SG" sz="3200" dirty="0">
                <a:ea typeface="Calibri"/>
                <a:cs typeface="Segoe UI"/>
              </a:rPr>
              <a:t> </a:t>
            </a:r>
            <a:r>
              <a:rPr lang="en-SG" sz="3200" dirty="0" err="1">
                <a:ea typeface="Calibri"/>
                <a:cs typeface="Segoe UI"/>
              </a:rPr>
              <a:t>kaakkuka</a:t>
            </a:r>
            <a:endParaRPr lang="en-SG" sz="3200" dirty="0">
              <a:ea typeface="Calibr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BBD47-7977-4655-A781-8B38BA463E61}"/>
              </a:ext>
            </a:extLst>
          </p:cNvPr>
          <p:cNvSpPr txBox="1"/>
          <p:nvPr/>
        </p:nvSpPr>
        <p:spPr>
          <a:xfrm>
            <a:off x="385714" y="2841353"/>
            <a:ext cx="8730673" cy="11541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SG" sz="2400" err="1">
                <a:ea typeface="+mn-lt"/>
                <a:cs typeface="+mn-lt"/>
              </a:rPr>
              <a:t>ദൈവമേ</a:t>
            </a:r>
            <a:r>
              <a:rPr lang="en-SG" sz="2400" dirty="0">
                <a:ea typeface="+mn-lt"/>
                <a:cs typeface="+mn-lt"/>
              </a:rPr>
              <a:t> </a:t>
            </a:r>
            <a:r>
              <a:rPr lang="en-SG" sz="2400" err="1">
                <a:ea typeface="+mn-lt"/>
                <a:cs typeface="+mn-lt"/>
              </a:rPr>
              <a:t>അനുഗ്രഹിക്ക</a:t>
            </a:r>
            <a:r>
              <a:rPr lang="en-SG" sz="2400" dirty="0">
                <a:ea typeface="+mn-lt"/>
                <a:cs typeface="+mn-lt"/>
              </a:rPr>
              <a:t> </a:t>
            </a:r>
            <a:r>
              <a:rPr lang="en-SG" sz="2400" err="1">
                <a:ea typeface="+mn-lt"/>
                <a:cs typeface="+mn-lt"/>
              </a:rPr>
              <a:t>സമാധാനമായ്</a:t>
            </a:r>
            <a:r>
              <a:rPr lang="en-SG" sz="2400" dirty="0">
                <a:ea typeface="+mn-lt"/>
                <a:cs typeface="+mn-lt"/>
              </a:rPr>
              <a:t>‌ </a:t>
            </a:r>
            <a:r>
              <a:rPr lang="en-SG" sz="2400" err="1">
                <a:ea typeface="+mn-lt"/>
                <a:cs typeface="+mn-lt"/>
              </a:rPr>
              <a:t>അയക്ക</a:t>
            </a:r>
            <a:r>
              <a:rPr lang="en-SG" sz="2400" dirty="0">
                <a:ea typeface="+mn-lt"/>
                <a:cs typeface="+mn-lt"/>
              </a:rPr>
              <a:t> </a:t>
            </a:r>
            <a:endParaRPr lang="en-US" sz="24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SG" sz="2400" err="1">
                <a:ea typeface="+mn-lt"/>
                <a:cs typeface="+mn-lt"/>
              </a:rPr>
              <a:t>നി</a:t>
            </a:r>
            <a:r>
              <a:rPr lang="en-SG" sz="2400" dirty="0">
                <a:ea typeface="+mn-lt"/>
                <a:cs typeface="+mn-lt"/>
              </a:rPr>
              <a:t>ൻ </a:t>
            </a:r>
            <a:r>
              <a:rPr lang="en-SG" sz="2400" err="1">
                <a:ea typeface="+mn-lt"/>
                <a:cs typeface="+mn-lt"/>
              </a:rPr>
              <a:t>ദാസരെ</a:t>
            </a:r>
            <a:r>
              <a:rPr lang="en-SG" sz="2400" dirty="0">
                <a:ea typeface="+mn-lt"/>
                <a:cs typeface="+mn-lt"/>
              </a:rPr>
              <a:t> </a:t>
            </a:r>
            <a:r>
              <a:rPr lang="en-SG" sz="2400" err="1">
                <a:ea typeface="+mn-lt"/>
                <a:cs typeface="+mn-lt"/>
              </a:rPr>
              <a:t>ഇന്നും</a:t>
            </a:r>
            <a:r>
              <a:rPr lang="en-SG" sz="2400" dirty="0">
                <a:ea typeface="+mn-lt"/>
                <a:cs typeface="+mn-lt"/>
              </a:rPr>
              <a:t> </a:t>
            </a:r>
            <a:r>
              <a:rPr lang="en-SG" sz="2400" err="1">
                <a:ea typeface="+mn-lt"/>
                <a:cs typeface="+mn-lt"/>
              </a:rPr>
              <a:t>എന്നും</a:t>
            </a:r>
            <a:r>
              <a:rPr lang="en-SG" sz="2400" dirty="0">
                <a:ea typeface="+mn-lt"/>
                <a:cs typeface="+mn-lt"/>
              </a:rPr>
              <a:t>; </a:t>
            </a:r>
            <a:r>
              <a:rPr lang="en-SG" sz="2400" err="1">
                <a:ea typeface="+mn-lt"/>
                <a:cs typeface="+mn-lt"/>
              </a:rPr>
              <a:t>കരുണയോടെ</a:t>
            </a:r>
            <a:r>
              <a:rPr lang="en-SG" sz="2400" dirty="0">
                <a:ea typeface="+mn-lt"/>
                <a:cs typeface="+mn-lt"/>
              </a:rPr>
              <a:t> </a:t>
            </a:r>
            <a:r>
              <a:rPr lang="en-SG" sz="2400" err="1">
                <a:ea typeface="+mn-lt"/>
                <a:cs typeface="+mn-lt"/>
              </a:rPr>
              <a:t>കാക്കുക</a:t>
            </a:r>
            <a:r>
              <a:rPr lang="en-SG" sz="2400" dirty="0">
                <a:ea typeface="+mn-lt"/>
                <a:cs typeface="+mn-lt"/>
              </a:rPr>
              <a:t>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4892979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6dBBeSu/ChDoQm/xOTgfAsFAAAAAAADAAAAAwADAAAAAQADAAIA////////BAAAAAMAEAALUgxNcRTWykmGVx4BBhAR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KdBBeSu/ChDoQm/xOTgfAsDRGF0YQAbAAAABExpbmtlZFNoYXBlRGF0YQAFAAAAAAACTmFtZQAZAAAATGlua2VkU2hhcGVzRGF0YVByb3BlcnR5ABBWZXJzaW9uAAAAAAAJTGFzdFdyaXRlAPX7JeOKAQAAAAEA/////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3240</Words>
  <Application>Microsoft Office PowerPoint</Application>
  <PresentationFormat>On-screen Show (16:9)</PresentationFormat>
  <Paragraphs>537</Paragraphs>
  <Slides>70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70</vt:i4>
      </vt:variant>
    </vt:vector>
  </HeadingPairs>
  <TitlesOfParts>
    <vt:vector size="85" baseType="lpstr">
      <vt:lpstr>Algerian</vt:lpstr>
      <vt:lpstr>Amasis MT Pro Medium</vt:lpstr>
      <vt:lpstr>Aptos</vt:lpstr>
      <vt:lpstr>Arial</vt:lpstr>
      <vt:lpstr>Bahnschrift</vt:lpstr>
      <vt:lpstr>Calibri</vt:lpstr>
      <vt:lpstr>Calibri Light</vt:lpstr>
      <vt:lpstr>Gabriola</vt:lpstr>
      <vt:lpstr>Gill Sans MT</vt:lpstr>
      <vt:lpstr>ml-ttkarthika</vt:lpstr>
      <vt:lpstr>ml-ttkarthika</vt:lpstr>
      <vt:lpstr>Segoe UI</vt:lpstr>
      <vt:lpstr>1_Office Theme</vt:lpstr>
      <vt:lpstr>6_Office Theme</vt:lpstr>
      <vt:lpstr>Office 2013 - 2022 Theme</vt:lpstr>
      <vt:lpstr>PowerPoint Presentation</vt:lpstr>
      <vt:lpstr>PowerPoint Presentation</vt:lpstr>
      <vt:lpstr>Opening Song – Hymn 36</vt:lpstr>
      <vt:lpstr>Opening Song – Hymn 36</vt:lpstr>
      <vt:lpstr>Opening Song – Hymn 36</vt:lpstr>
      <vt:lpstr>Opening Song – Hymn 36</vt:lpstr>
      <vt:lpstr>Opening Song – Hymn 36</vt:lpstr>
      <vt:lpstr>PowerPoint Presentation</vt:lpstr>
      <vt:lpstr>Thanksgiving Prayers – ennodulla nin sarva</vt:lpstr>
      <vt:lpstr>PowerPoint Presentation</vt:lpstr>
      <vt:lpstr>Offertory – Hymn 279</vt:lpstr>
      <vt:lpstr>Offertory - Hymn 279</vt:lpstr>
      <vt:lpstr>Offertory – Hymn 279</vt:lpstr>
      <vt:lpstr>Offertory - Hymn 279</vt:lpstr>
      <vt:lpstr>Offertory – Hymn 279</vt:lpstr>
      <vt:lpstr>Offertory - Hymn 279</vt:lpstr>
      <vt:lpstr>Offertory – Hymn 279</vt:lpstr>
      <vt:lpstr>Offertory - Hymn 279</vt:lpstr>
      <vt:lpstr>PowerPoint Presentation</vt:lpstr>
      <vt:lpstr>PowerPoint Presentation</vt:lpstr>
      <vt:lpstr>Confession – Hymn 218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Holy Communion Hymn - 194</vt:lpstr>
      <vt:lpstr>Holy Communion Hymn – 194</vt:lpstr>
      <vt:lpstr>Holy Communion Hymn – 194</vt:lpstr>
      <vt:lpstr>Holy Communion Hymn – 194</vt:lpstr>
      <vt:lpstr>Holy Communion Hymn – 194</vt:lpstr>
      <vt:lpstr>Holy Communion Hymn – 194</vt:lpstr>
      <vt:lpstr>Holy Communion Hymn – 194</vt:lpstr>
      <vt:lpstr>Holy Communion Hymn – 194</vt:lpstr>
      <vt:lpstr>Holy Communion Hymn – 194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Holy Communion Hymn - 67</vt:lpstr>
      <vt:lpstr>Holy Communion Hymn – 67</vt:lpstr>
      <vt:lpstr>Holy Communion Hymn – 67</vt:lpstr>
      <vt:lpstr>Holy Communion Hymn – 67</vt:lpstr>
      <vt:lpstr>Holy Communion Hymn – 67</vt:lpstr>
      <vt:lpstr>Holy Communion Hymn – 67</vt:lpstr>
      <vt:lpstr>Holy Communion Hymn – 194</vt:lpstr>
      <vt:lpstr>Holy Communion Hymn – 194</vt:lpstr>
      <vt:lpstr>Holy Communion Hymn – 194</vt:lpstr>
      <vt:lpstr>PowerPoint Presentation</vt:lpstr>
      <vt:lpstr>Doxology – IV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Reuben Stephen</cp:lastModifiedBy>
  <cp:revision>1065</cp:revision>
  <cp:lastPrinted>2025-07-05T14:18:11Z</cp:lastPrinted>
  <dcterms:created xsi:type="dcterms:W3CDTF">2020-09-02T02:55:07Z</dcterms:created>
  <dcterms:modified xsi:type="dcterms:W3CDTF">2025-09-06T14:04:19Z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