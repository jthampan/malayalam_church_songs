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 id="2147483810" r:id="rId2"/>
    <p:sldMasterId id="2147483823" r:id="rId3"/>
  </p:sldMasterIdLst>
  <p:notesMasterIdLst>
    <p:notesMasterId r:id="rId99"/>
  </p:notesMasterIdLst>
  <p:sldIdLst>
    <p:sldId id="511" r:id="rId4"/>
    <p:sldId id="1980" r:id="rId5"/>
    <p:sldId id="2348" r:id="rId6"/>
    <p:sldId id="2349" r:id="rId7"/>
    <p:sldId id="2407" r:id="rId8"/>
    <p:sldId id="2409" r:id="rId9"/>
    <p:sldId id="2352" r:id="rId10"/>
    <p:sldId id="2411" r:id="rId11"/>
    <p:sldId id="2354" r:id="rId12"/>
    <p:sldId id="2412" r:id="rId13"/>
    <p:sldId id="2356" r:id="rId14"/>
    <p:sldId id="2413" r:id="rId15"/>
    <p:sldId id="952" r:id="rId16"/>
    <p:sldId id="2228" r:id="rId17"/>
    <p:sldId id="439" r:id="rId18"/>
    <p:sldId id="1545" r:id="rId19"/>
    <p:sldId id="2358" r:id="rId20"/>
    <p:sldId id="2359" r:id="rId21"/>
    <p:sldId id="2414" r:id="rId22"/>
    <p:sldId id="2361" r:id="rId23"/>
    <p:sldId id="2418" r:id="rId24"/>
    <p:sldId id="2363" r:id="rId25"/>
    <p:sldId id="2415" r:id="rId26"/>
    <p:sldId id="2373" r:id="rId27"/>
    <p:sldId id="2374" r:id="rId28"/>
    <p:sldId id="633" r:id="rId29"/>
    <p:sldId id="2431" r:id="rId30"/>
    <p:sldId id="2436" r:id="rId31"/>
    <p:sldId id="2432" r:id="rId32"/>
    <p:sldId id="2433" r:id="rId33"/>
    <p:sldId id="2434" r:id="rId34"/>
    <p:sldId id="2437" r:id="rId35"/>
    <p:sldId id="2438" r:id="rId36"/>
    <p:sldId id="2435" r:id="rId37"/>
    <p:sldId id="2439" r:id="rId38"/>
    <p:sldId id="2440" r:id="rId39"/>
    <p:sldId id="2441" r:id="rId40"/>
    <p:sldId id="2442" r:id="rId41"/>
    <p:sldId id="2443" r:id="rId42"/>
    <p:sldId id="2444" r:id="rId43"/>
    <p:sldId id="2445" r:id="rId44"/>
    <p:sldId id="2446" r:id="rId45"/>
    <p:sldId id="2448" r:id="rId46"/>
    <p:sldId id="2447" r:id="rId47"/>
    <p:sldId id="2449" r:id="rId48"/>
    <p:sldId id="2450" r:id="rId49"/>
    <p:sldId id="2430" r:id="rId50"/>
    <p:sldId id="1888" r:id="rId51"/>
    <p:sldId id="2419" r:id="rId52"/>
    <p:sldId id="1539" r:id="rId53"/>
    <p:sldId id="1564" r:id="rId54"/>
    <p:sldId id="2332" r:id="rId55"/>
    <p:sldId id="2421" r:id="rId56"/>
    <p:sldId id="2376" r:id="rId57"/>
    <p:sldId id="2375" r:id="rId58"/>
    <p:sldId id="2378" r:id="rId59"/>
    <p:sldId id="2422" r:id="rId60"/>
    <p:sldId id="2241" r:id="rId61"/>
    <p:sldId id="2315" r:id="rId62"/>
    <p:sldId id="2380" r:id="rId63"/>
    <p:sldId id="2381" r:id="rId64"/>
    <p:sldId id="2382" r:id="rId65"/>
    <p:sldId id="2297" r:id="rId66"/>
    <p:sldId id="2268" r:id="rId67"/>
    <p:sldId id="2383" r:id="rId68"/>
    <p:sldId id="2384" r:id="rId69"/>
    <p:sldId id="2385" r:id="rId70"/>
    <p:sldId id="2429" r:id="rId71"/>
    <p:sldId id="2249" r:id="rId72"/>
    <p:sldId id="2308" r:id="rId73"/>
    <p:sldId id="2386" r:id="rId74"/>
    <p:sldId id="2387" r:id="rId75"/>
    <p:sldId id="2390" r:id="rId76"/>
    <p:sldId id="2420" r:id="rId77"/>
    <p:sldId id="2307" r:id="rId78"/>
    <p:sldId id="2250" r:id="rId79"/>
    <p:sldId id="2391" r:id="rId80"/>
    <p:sldId id="2392" r:id="rId81"/>
    <p:sldId id="2251" r:id="rId82"/>
    <p:sldId id="2252" r:id="rId83"/>
    <p:sldId id="2393" r:id="rId84"/>
    <p:sldId id="2394" r:id="rId85"/>
    <p:sldId id="2423" r:id="rId86"/>
    <p:sldId id="2396" r:id="rId87"/>
    <p:sldId id="2424" r:id="rId88"/>
    <p:sldId id="2398" r:id="rId89"/>
    <p:sldId id="2425" r:id="rId90"/>
    <p:sldId id="2400" r:id="rId91"/>
    <p:sldId id="2426" r:id="rId92"/>
    <p:sldId id="2402" r:id="rId93"/>
    <p:sldId id="2427" r:id="rId94"/>
    <p:sldId id="2404" r:id="rId95"/>
    <p:sldId id="2428" r:id="rId96"/>
    <p:sldId id="1444" r:id="rId97"/>
    <p:sldId id="2231" r:id="rId98"/>
  </p:sldIdLst>
  <p:sldSz cx="9144000" cy="5143500" type="screen16x9"/>
  <p:notesSz cx="6858000" cy="9144000"/>
  <p:custDataLst>
    <p:tags r:id="rId10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C5DCF09-FC5E-8246-38A5-7BDD29DA3586}" name="Sherin Sarah Varghese" initials="SSV" userId="dc22cf68baf0230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diti samuel" initials="as" lastIdx="1" clrIdx="0">
    <p:extLst>
      <p:ext uri="{19B8F6BF-5375-455C-9EA6-DF929625EA0E}">
        <p15:presenceInfo xmlns:p15="http://schemas.microsoft.com/office/powerpoint/2012/main" userId="810fea6f6deeb52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00"/>
    <a:srgbClr val="FAF5F0"/>
    <a:srgbClr val="E8D3D3"/>
    <a:srgbClr val="D1CDC4"/>
    <a:srgbClr val="A78B86"/>
    <a:srgbClr val="FFD9C8"/>
    <a:srgbClr val="C09C6F"/>
    <a:srgbClr val="AACDE2"/>
    <a:srgbClr val="7E5F73"/>
    <a:srgbClr val="B3818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B97C58-0A9F-7C1F-EDF0-C4A84FABD70B}" v="415" dt="2025-05-29T16:03:24.590"/>
    <p1510:client id="{56A7729C-9260-3782-84FD-16CC6192A94D}" v="88" dt="2025-05-30T05:33:55.453"/>
    <p1510:client id="{6089C79C-D33C-8A7A-D22D-D23E17CF2C36}" v="10" dt="2025-05-29T11:13:18.637"/>
    <p1510:client id="{A57C8C1D-4B98-27B0-0BEA-9FB24CCBE5E1}" v="2" dt="2025-05-30T23:42:27.2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400" y="5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07" Type="http://schemas.microsoft.com/office/2015/10/relationships/revisionInfo" Target="revisionInfo.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presProps" Target="presProps.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viewProps" Target="viewProps.xml"/><Relationship Id="rId108" Type="http://schemas.microsoft.com/office/2018/10/relationships/authors" Target="author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microsoft.com/office/2016/11/relationships/changesInfo" Target="changesInfos/changesInfo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notesMaster" Target="notesMasters/notesMaster1.xml"/><Relationship Id="rId101" Type="http://schemas.openxmlformats.org/officeDocument/2006/relationships/commentAuthors" Target="commentAuthor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theme" Target="theme/theme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tags" Target="tags/tag1.xml"/><Relationship Id="rId105"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thomas" userId="f41c0e13ea8416dc" providerId="Windows Live" clId="Web-{FDEAD228-4D66-ABAD-37FD-AC7C2932B4C1}"/>
    <pc:docChg chg="modSld">
      <pc:chgData name="arun thomas" userId="f41c0e13ea8416dc" providerId="Windows Live" clId="Web-{FDEAD228-4D66-ABAD-37FD-AC7C2932B4C1}" dt="2025-05-26T12:51:20.182" v="5" actId="20577"/>
      <pc:docMkLst>
        <pc:docMk/>
      </pc:docMkLst>
      <pc:sldChg chg="modSp">
        <pc:chgData name="arun thomas" userId="f41c0e13ea8416dc" providerId="Windows Live" clId="Web-{FDEAD228-4D66-ABAD-37FD-AC7C2932B4C1}" dt="2025-05-26T12:51:05.385" v="4" actId="14100"/>
        <pc:sldMkLst>
          <pc:docMk/>
          <pc:sldMk cId="2430628198" sldId="1888"/>
        </pc:sldMkLst>
        <pc:spChg chg="mod">
          <ac:chgData name="arun thomas" userId="f41c0e13ea8416dc" providerId="Windows Live" clId="Web-{FDEAD228-4D66-ABAD-37FD-AC7C2932B4C1}" dt="2025-05-26T12:50:57.650" v="3" actId="14100"/>
          <ac:spMkLst>
            <pc:docMk/>
            <pc:sldMk cId="2430628198" sldId="1888"/>
            <ac:spMk id="5" creationId="{02C53BC5-988A-A798-8447-A905728C8D21}"/>
          </ac:spMkLst>
        </pc:spChg>
        <pc:spChg chg="mod">
          <ac:chgData name="arun thomas" userId="f41c0e13ea8416dc" providerId="Windows Live" clId="Web-{FDEAD228-4D66-ABAD-37FD-AC7C2932B4C1}" dt="2025-05-26T12:51:05.385" v="4" actId="14100"/>
          <ac:spMkLst>
            <pc:docMk/>
            <pc:sldMk cId="2430628198" sldId="1888"/>
            <ac:spMk id="8" creationId="{A81B1AA9-5D93-2061-11E2-D25715B53FFD}"/>
          </ac:spMkLst>
        </pc:spChg>
      </pc:sldChg>
      <pc:sldChg chg="modSp">
        <pc:chgData name="arun thomas" userId="f41c0e13ea8416dc" providerId="Windows Live" clId="Web-{FDEAD228-4D66-ABAD-37FD-AC7C2932B4C1}" dt="2025-05-26T12:51:20.182" v="5" actId="20577"/>
        <pc:sldMkLst>
          <pc:docMk/>
          <pc:sldMk cId="1259612734" sldId="2332"/>
        </pc:sldMkLst>
        <pc:spChg chg="mod">
          <ac:chgData name="arun thomas" userId="f41c0e13ea8416dc" providerId="Windows Live" clId="Web-{FDEAD228-4D66-ABAD-37FD-AC7C2932B4C1}" dt="2025-05-26T12:51:20.182" v="5" actId="20577"/>
          <ac:spMkLst>
            <pc:docMk/>
            <pc:sldMk cId="1259612734" sldId="2332"/>
            <ac:spMk id="4" creationId="{652CBF36-0BB8-CDED-0449-91DC5C463106}"/>
          </ac:spMkLst>
        </pc:spChg>
      </pc:sldChg>
    </pc:docChg>
  </pc:docChgLst>
  <pc:docChgLst>
    <pc:chgData name="Sini Mathew" userId="3875fe58a975fc01" providerId="LiveId" clId="{684AC0C9-20FA-4B26-9B35-D755FBD1043B}"/>
    <pc:docChg chg="undo custSel addSld delSld modSld sldOrd">
      <pc:chgData name="Sini Mathew" userId="3875fe58a975fc01" providerId="LiveId" clId="{684AC0C9-20FA-4B26-9B35-D755FBD1043B}" dt="2025-05-29T01:55:08.741" v="3851" actId="1076"/>
      <pc:docMkLst>
        <pc:docMk/>
      </pc:docMkLst>
      <pc:sldChg chg="modSp mod">
        <pc:chgData name="Sini Mathew" userId="3875fe58a975fc01" providerId="LiveId" clId="{684AC0C9-20FA-4B26-9B35-D755FBD1043B}" dt="2025-05-25T08:17:16.553" v="23" actId="20577"/>
        <pc:sldMkLst>
          <pc:docMk/>
          <pc:sldMk cId="2329691217" sldId="511"/>
        </pc:sldMkLst>
        <pc:spChg chg="mod">
          <ac:chgData name="Sini Mathew" userId="3875fe58a975fc01" providerId="LiveId" clId="{684AC0C9-20FA-4B26-9B35-D755FBD1043B}" dt="2025-05-25T08:17:16.553" v="23" actId="20577"/>
          <ac:spMkLst>
            <pc:docMk/>
            <pc:sldMk cId="2329691217" sldId="511"/>
            <ac:spMk id="2" creationId="{A310C7A2-B140-7C31-BCBA-76CAF5F59BEF}"/>
          </ac:spMkLst>
        </pc:spChg>
      </pc:sldChg>
      <pc:sldChg chg="modSp mod">
        <pc:chgData name="Sini Mathew" userId="3875fe58a975fc01" providerId="LiveId" clId="{684AC0C9-20FA-4B26-9B35-D755FBD1043B}" dt="2025-05-25T08:50:02.718" v="1585" actId="20577"/>
        <pc:sldMkLst>
          <pc:docMk/>
          <pc:sldMk cId="2078510117" sldId="633"/>
        </pc:sldMkLst>
        <pc:spChg chg="mod">
          <ac:chgData name="Sini Mathew" userId="3875fe58a975fc01" providerId="LiveId" clId="{684AC0C9-20FA-4B26-9B35-D755FBD1043B}" dt="2025-05-25T08:50:02.718" v="1585" actId="20577"/>
          <ac:spMkLst>
            <pc:docMk/>
            <pc:sldMk cId="2078510117" sldId="633"/>
            <ac:spMk id="6" creationId="{2A77E361-0731-5941-80D2-641C47A02C93}"/>
          </ac:spMkLst>
        </pc:spChg>
      </pc:sldChg>
      <pc:sldChg chg="modSp mod">
        <pc:chgData name="Sini Mathew" userId="3875fe58a975fc01" providerId="LiveId" clId="{684AC0C9-20FA-4B26-9B35-D755FBD1043B}" dt="2025-05-25T08:29:16.993" v="198" actId="20577"/>
        <pc:sldMkLst>
          <pc:docMk/>
          <pc:sldMk cId="347759732" sldId="952"/>
        </pc:sldMkLst>
        <pc:spChg chg="mod">
          <ac:chgData name="Sini Mathew" userId="3875fe58a975fc01" providerId="LiveId" clId="{684AC0C9-20FA-4B26-9B35-D755FBD1043B}" dt="2025-05-25T08:29:16.993" v="198" actId="20577"/>
          <ac:spMkLst>
            <pc:docMk/>
            <pc:sldMk cId="347759732" sldId="952"/>
            <ac:spMk id="3" creationId="{6DD02174-DEBC-400F-A4DF-B2DD71DE45B9}"/>
          </ac:spMkLst>
        </pc:spChg>
      </pc:sldChg>
      <pc:sldChg chg="modSp mod">
        <pc:chgData name="Sini Mathew" userId="3875fe58a975fc01" providerId="LiveId" clId="{684AC0C9-20FA-4B26-9B35-D755FBD1043B}" dt="2025-05-25T09:45:40.907" v="2774" actId="20577"/>
        <pc:sldMkLst>
          <pc:docMk/>
          <pc:sldMk cId="2646698185" sldId="1444"/>
        </pc:sldMkLst>
        <pc:spChg chg="mod">
          <ac:chgData name="Sini Mathew" userId="3875fe58a975fc01" providerId="LiveId" clId="{684AC0C9-20FA-4B26-9B35-D755FBD1043B}" dt="2025-05-25T09:45:40.907" v="2774" actId="20577"/>
          <ac:spMkLst>
            <pc:docMk/>
            <pc:sldMk cId="2646698185" sldId="1444"/>
            <ac:spMk id="12" creationId="{A03D52CF-E261-624A-BC5A-964DA31E576D}"/>
          </ac:spMkLst>
        </pc:spChg>
      </pc:sldChg>
      <pc:sldChg chg="modSp mod">
        <pc:chgData name="Sini Mathew" userId="3875fe58a975fc01" providerId="LiveId" clId="{684AC0C9-20FA-4B26-9B35-D755FBD1043B}" dt="2025-05-25T08:37:38.240" v="356" actId="13926"/>
        <pc:sldMkLst>
          <pc:docMk/>
          <pc:sldMk cId="3368756669" sldId="1545"/>
        </pc:sldMkLst>
        <pc:spChg chg="mod">
          <ac:chgData name="Sini Mathew" userId="3875fe58a975fc01" providerId="LiveId" clId="{684AC0C9-20FA-4B26-9B35-D755FBD1043B}" dt="2025-05-25T08:37:22.572" v="355" actId="20577"/>
          <ac:spMkLst>
            <pc:docMk/>
            <pc:sldMk cId="3368756669" sldId="1545"/>
            <ac:spMk id="3" creationId="{22CF0560-3F22-41A3-82CC-2D2BAD840D7B}"/>
          </ac:spMkLst>
        </pc:spChg>
        <pc:spChg chg="mod">
          <ac:chgData name="Sini Mathew" userId="3875fe58a975fc01" providerId="LiveId" clId="{684AC0C9-20FA-4B26-9B35-D755FBD1043B}" dt="2025-05-25T08:37:38.240" v="356" actId="13926"/>
          <ac:spMkLst>
            <pc:docMk/>
            <pc:sldMk cId="3368756669" sldId="1545"/>
            <ac:spMk id="4" creationId="{B59A55C3-6162-42A2-B11B-78D558091B4A}"/>
          </ac:spMkLst>
        </pc:spChg>
      </pc:sldChg>
      <pc:sldChg chg="modSp mod">
        <pc:chgData name="Sini Mathew" userId="3875fe58a975fc01" providerId="LiveId" clId="{684AC0C9-20FA-4B26-9B35-D755FBD1043B}" dt="2025-05-25T08:54:50.770" v="1717" actId="20577"/>
        <pc:sldMkLst>
          <pc:docMk/>
          <pc:sldMk cId="1563557240" sldId="1564"/>
        </pc:sldMkLst>
        <pc:spChg chg="mod">
          <ac:chgData name="Sini Mathew" userId="3875fe58a975fc01" providerId="LiveId" clId="{684AC0C9-20FA-4B26-9B35-D755FBD1043B}" dt="2025-05-25T08:54:50.770" v="1717" actId="20577"/>
          <ac:spMkLst>
            <pc:docMk/>
            <pc:sldMk cId="1563557240" sldId="1564"/>
            <ac:spMk id="2" creationId="{00000000-0000-0000-0000-000000000000}"/>
          </ac:spMkLst>
        </pc:spChg>
      </pc:sldChg>
      <pc:sldChg chg="addSp delSp modSp mod">
        <pc:chgData name="Sini Mathew" userId="3875fe58a975fc01" providerId="LiveId" clId="{684AC0C9-20FA-4B26-9B35-D755FBD1043B}" dt="2025-05-25T16:28:44.922" v="3798" actId="20577"/>
        <pc:sldMkLst>
          <pc:docMk/>
          <pc:sldMk cId="2430628198" sldId="1888"/>
        </pc:sldMkLst>
        <pc:spChg chg="mod">
          <ac:chgData name="Sini Mathew" userId="3875fe58a975fc01" providerId="LiveId" clId="{684AC0C9-20FA-4B26-9B35-D755FBD1043B}" dt="2025-05-25T08:50:39.883" v="1612" actId="20577"/>
          <ac:spMkLst>
            <pc:docMk/>
            <pc:sldMk cId="2430628198" sldId="1888"/>
            <ac:spMk id="2" creationId="{69072751-0DFD-E04D-8DBC-6192EE4B4B2A}"/>
          </ac:spMkLst>
        </pc:spChg>
        <pc:spChg chg="mod">
          <ac:chgData name="Sini Mathew" userId="3875fe58a975fc01" providerId="LiveId" clId="{684AC0C9-20FA-4B26-9B35-D755FBD1043B}" dt="2025-05-25T16:28:44.922" v="3798" actId="20577"/>
          <ac:spMkLst>
            <pc:docMk/>
            <pc:sldMk cId="2430628198" sldId="1888"/>
            <ac:spMk id="3" creationId="{83A466D9-7833-DDA1-D1BC-EBA82DC637B7}"/>
          </ac:spMkLst>
        </pc:spChg>
        <pc:spChg chg="mod">
          <ac:chgData name="Sini Mathew" userId="3875fe58a975fc01" providerId="LiveId" clId="{684AC0C9-20FA-4B26-9B35-D755FBD1043B}" dt="2025-05-25T16:28:41.375" v="3797" actId="1076"/>
          <ac:spMkLst>
            <pc:docMk/>
            <pc:sldMk cId="2430628198" sldId="1888"/>
            <ac:spMk id="5" creationId="{02C53BC5-988A-A798-8447-A905728C8D21}"/>
          </ac:spMkLst>
        </pc:spChg>
        <pc:spChg chg="add mod">
          <ac:chgData name="Sini Mathew" userId="3875fe58a975fc01" providerId="LiveId" clId="{684AC0C9-20FA-4B26-9B35-D755FBD1043B}" dt="2025-05-25T16:27:17.122" v="3784" actId="1076"/>
          <ac:spMkLst>
            <pc:docMk/>
            <pc:sldMk cId="2430628198" sldId="1888"/>
            <ac:spMk id="8" creationId="{A81B1AA9-5D93-2061-11E2-D25715B53FFD}"/>
          </ac:spMkLst>
        </pc:spChg>
      </pc:sldChg>
      <pc:sldChg chg="addSp delSp modSp mod">
        <pc:chgData name="Sini Mathew" userId="3875fe58a975fc01" providerId="LiveId" clId="{684AC0C9-20FA-4B26-9B35-D755FBD1043B}" dt="2025-05-25T08:28:14.070" v="173" actId="20577"/>
        <pc:sldMkLst>
          <pc:docMk/>
          <pc:sldMk cId="88404620" sldId="1980"/>
        </pc:sldMkLst>
        <pc:spChg chg="mod">
          <ac:chgData name="Sini Mathew" userId="3875fe58a975fc01" providerId="LiveId" clId="{684AC0C9-20FA-4B26-9B35-D755FBD1043B}" dt="2025-05-25T08:17:46.892" v="33" actId="20577"/>
          <ac:spMkLst>
            <pc:docMk/>
            <pc:sldMk cId="88404620" sldId="1980"/>
            <ac:spMk id="2" creationId="{00000000-0000-0000-0000-000000000000}"/>
          </ac:spMkLst>
        </pc:spChg>
        <pc:spChg chg="add mod">
          <ac:chgData name="Sini Mathew" userId="3875fe58a975fc01" providerId="LiveId" clId="{684AC0C9-20FA-4B26-9B35-D755FBD1043B}" dt="2025-05-25T08:17:43.994" v="29" actId="1076"/>
          <ac:spMkLst>
            <pc:docMk/>
            <pc:sldMk cId="88404620" sldId="1980"/>
            <ac:spMk id="3" creationId="{094E9A69-B612-35E4-DEEF-5092DA0A0A97}"/>
          </ac:spMkLst>
        </pc:spChg>
        <pc:spChg chg="mod">
          <ac:chgData name="Sini Mathew" userId="3875fe58a975fc01" providerId="LiveId" clId="{684AC0C9-20FA-4B26-9B35-D755FBD1043B}" dt="2025-05-25T08:28:14.070" v="173" actId="20577"/>
          <ac:spMkLst>
            <pc:docMk/>
            <pc:sldMk cId="88404620" sldId="1980"/>
            <ac:spMk id="4" creationId="{11638D45-CE17-40C1-F11F-770D918C473D}"/>
          </ac:spMkLst>
        </pc:spChg>
      </pc:sldChg>
      <pc:sldChg chg="modSp mod">
        <pc:chgData name="Sini Mathew" userId="3875fe58a975fc01" providerId="LiveId" clId="{684AC0C9-20FA-4B26-9B35-D755FBD1043B}" dt="2025-05-25T08:15:31.416" v="21" actId="20577"/>
        <pc:sldMkLst>
          <pc:docMk/>
          <pc:sldMk cId="3121947046" sldId="2224"/>
        </pc:sldMkLst>
      </pc:sldChg>
      <pc:sldChg chg="addSp delSp modSp mod">
        <pc:chgData name="Sini Mathew" userId="3875fe58a975fc01" providerId="LiveId" clId="{684AC0C9-20FA-4B26-9B35-D755FBD1043B}" dt="2025-05-29T01:50:55.369" v="3822" actId="1076"/>
        <pc:sldMkLst>
          <pc:docMk/>
          <pc:sldMk cId="3780779953" sldId="2228"/>
        </pc:sldMkLst>
        <pc:spChg chg="mod">
          <ac:chgData name="Sini Mathew" userId="3875fe58a975fc01" providerId="LiveId" clId="{684AC0C9-20FA-4B26-9B35-D755FBD1043B}" dt="2025-05-29T01:50:55.369" v="3822" actId="1076"/>
          <ac:spMkLst>
            <pc:docMk/>
            <pc:sldMk cId="3780779953" sldId="2228"/>
            <ac:spMk id="9" creationId="{1D593D98-1A73-D535-7BC0-08AE5424274B}"/>
          </ac:spMkLst>
        </pc:spChg>
        <pc:spChg chg="add mod">
          <ac:chgData name="Sini Mathew" userId="3875fe58a975fc01" providerId="LiveId" clId="{684AC0C9-20FA-4B26-9B35-D755FBD1043B}" dt="2025-05-29T01:50:46.012" v="3819" actId="1076"/>
          <ac:spMkLst>
            <pc:docMk/>
            <pc:sldMk cId="3780779953" sldId="2228"/>
            <ac:spMk id="14" creationId="{B0841596-1B04-25C1-363C-4B3353D837AF}"/>
          </ac:spMkLst>
        </pc:spChg>
      </pc:sldChg>
      <pc:sldChg chg="addSp delSp modSp mod">
        <pc:chgData name="Sini Mathew" userId="3875fe58a975fc01" providerId="LiveId" clId="{684AC0C9-20FA-4B26-9B35-D755FBD1043B}" dt="2025-05-25T09:46:18.900" v="2782" actId="1076"/>
        <pc:sldMkLst>
          <pc:docMk/>
          <pc:sldMk cId="3489297901" sldId="2231"/>
        </pc:sldMkLst>
        <pc:spChg chg="mod">
          <ac:chgData name="Sini Mathew" userId="3875fe58a975fc01" providerId="LiveId" clId="{684AC0C9-20FA-4B26-9B35-D755FBD1043B}" dt="2025-05-25T09:45:35.330" v="2772" actId="20577"/>
          <ac:spMkLst>
            <pc:docMk/>
            <pc:sldMk cId="3489297901" sldId="2231"/>
            <ac:spMk id="2" creationId="{7A3C6BEB-C3C6-C44E-CCA6-FA4251F664E3}"/>
          </ac:spMkLst>
        </pc:spChg>
        <pc:spChg chg="add mod">
          <ac:chgData name="Sini Mathew" userId="3875fe58a975fc01" providerId="LiveId" clId="{684AC0C9-20FA-4B26-9B35-D755FBD1043B}" dt="2025-05-25T09:45:55.446" v="2777" actId="1076"/>
          <ac:spMkLst>
            <pc:docMk/>
            <pc:sldMk cId="3489297901" sldId="2231"/>
            <ac:spMk id="5" creationId="{3DD7E497-16E3-4D0B-D67F-B0783CD0DB3A}"/>
          </ac:spMkLst>
        </pc:spChg>
        <pc:spChg chg="add mod">
          <ac:chgData name="Sini Mathew" userId="3875fe58a975fc01" providerId="LiveId" clId="{684AC0C9-20FA-4B26-9B35-D755FBD1043B}" dt="2025-05-25T09:46:18.900" v="2782" actId="1076"/>
          <ac:spMkLst>
            <pc:docMk/>
            <pc:sldMk cId="3489297901" sldId="2231"/>
            <ac:spMk id="11" creationId="{112E09B5-E893-4800-2C09-D538794564EC}"/>
          </ac:spMkLst>
        </pc:spChg>
      </pc:sldChg>
      <pc:sldChg chg="modSp mod">
        <pc:chgData name="Sini Mathew" userId="3875fe58a975fc01" providerId="LiveId" clId="{684AC0C9-20FA-4B26-9B35-D755FBD1043B}" dt="2025-05-25T09:09:34.677" v="1950" actId="20577"/>
        <pc:sldMkLst>
          <pc:docMk/>
          <pc:sldMk cId="2734071704" sldId="2241"/>
        </pc:sldMkLst>
        <pc:spChg chg="mod">
          <ac:chgData name="Sini Mathew" userId="3875fe58a975fc01" providerId="LiveId" clId="{684AC0C9-20FA-4B26-9B35-D755FBD1043B}" dt="2025-05-25T09:09:34.677" v="1950" actId="20577"/>
          <ac:spMkLst>
            <pc:docMk/>
            <pc:sldMk cId="2734071704" sldId="2241"/>
            <ac:spMk id="2" creationId="{3FAD3966-F8B5-C09A-2EF3-823484DD2F01}"/>
          </ac:spMkLst>
        </pc:spChg>
      </pc:sldChg>
      <pc:sldChg chg="modSp mod">
        <pc:chgData name="Sini Mathew" userId="3875fe58a975fc01" providerId="LiveId" clId="{684AC0C9-20FA-4B26-9B35-D755FBD1043B}" dt="2025-05-25T09:34:41.443" v="2205" actId="20577"/>
        <pc:sldMkLst>
          <pc:docMk/>
          <pc:sldMk cId="3615593209" sldId="2249"/>
        </pc:sldMkLst>
        <pc:spChg chg="mod">
          <ac:chgData name="Sini Mathew" userId="3875fe58a975fc01" providerId="LiveId" clId="{684AC0C9-20FA-4B26-9B35-D755FBD1043B}" dt="2025-05-25T09:34:41.443" v="2205" actId="20577"/>
          <ac:spMkLst>
            <pc:docMk/>
            <pc:sldMk cId="3615593209" sldId="2249"/>
            <ac:spMk id="2" creationId="{E97ACE52-F541-4533-7506-0CFFAF7E77AA}"/>
          </ac:spMkLst>
        </pc:spChg>
      </pc:sldChg>
      <pc:sldChg chg="modSp mod">
        <pc:chgData name="Sini Mathew" userId="3875fe58a975fc01" providerId="LiveId" clId="{684AC0C9-20FA-4B26-9B35-D755FBD1043B}" dt="2025-05-25T09:42:47.553" v="2761" actId="114"/>
        <pc:sldMkLst>
          <pc:docMk/>
          <pc:sldMk cId="3477834588" sldId="2250"/>
        </pc:sldMkLst>
        <pc:spChg chg="mod">
          <ac:chgData name="Sini Mathew" userId="3875fe58a975fc01" providerId="LiveId" clId="{684AC0C9-20FA-4B26-9B35-D755FBD1043B}" dt="2025-05-25T09:40:55.240" v="2736" actId="20577"/>
          <ac:spMkLst>
            <pc:docMk/>
            <pc:sldMk cId="3477834588" sldId="2250"/>
            <ac:spMk id="2" creationId="{29DF2C2A-FD10-1636-1F20-AA4FE3AD9810}"/>
          </ac:spMkLst>
        </pc:spChg>
        <pc:spChg chg="mod">
          <ac:chgData name="Sini Mathew" userId="3875fe58a975fc01" providerId="LiveId" clId="{684AC0C9-20FA-4B26-9B35-D755FBD1043B}" dt="2025-05-25T09:42:47.553" v="2761" actId="114"/>
          <ac:spMkLst>
            <pc:docMk/>
            <pc:sldMk cId="3477834588" sldId="2250"/>
            <ac:spMk id="3" creationId="{F8E060D1-B40B-E1E5-A80F-9C6428879BB3}"/>
          </ac:spMkLst>
        </pc:spChg>
      </pc:sldChg>
      <pc:sldChg chg="modSp mod">
        <pc:chgData name="Sini Mathew" userId="3875fe58a975fc01" providerId="LiveId" clId="{684AC0C9-20FA-4B26-9B35-D755FBD1043B}" dt="2025-05-25T09:47:10.856" v="2790" actId="20577"/>
        <pc:sldMkLst>
          <pc:docMk/>
          <pc:sldMk cId="735456393" sldId="2251"/>
        </pc:sldMkLst>
        <pc:spChg chg="mod">
          <ac:chgData name="Sini Mathew" userId="3875fe58a975fc01" providerId="LiveId" clId="{684AC0C9-20FA-4B26-9B35-D755FBD1043B}" dt="2025-05-25T09:47:10.856" v="2790" actId="20577"/>
          <ac:spMkLst>
            <pc:docMk/>
            <pc:sldMk cId="735456393" sldId="2251"/>
            <ac:spMk id="2" creationId="{1A3EFCDF-FD09-C62E-0815-9961D2102623}"/>
          </ac:spMkLst>
        </pc:spChg>
      </pc:sldChg>
      <pc:sldChg chg="modSp mod">
        <pc:chgData name="Sini Mathew" userId="3875fe58a975fc01" providerId="LiveId" clId="{684AC0C9-20FA-4B26-9B35-D755FBD1043B}" dt="2025-05-25T09:47:58.892" v="2894" actId="13926"/>
        <pc:sldMkLst>
          <pc:docMk/>
          <pc:sldMk cId="1064694149" sldId="2252"/>
        </pc:sldMkLst>
        <pc:spChg chg="mod">
          <ac:chgData name="Sini Mathew" userId="3875fe58a975fc01" providerId="LiveId" clId="{684AC0C9-20FA-4B26-9B35-D755FBD1043B}" dt="2025-05-25T09:47:05.788" v="2787" actId="20577"/>
          <ac:spMkLst>
            <pc:docMk/>
            <pc:sldMk cId="1064694149" sldId="2252"/>
            <ac:spMk id="2" creationId="{24F61270-3C10-0018-E599-7530B6718D65}"/>
          </ac:spMkLst>
        </pc:spChg>
        <pc:spChg chg="mod">
          <ac:chgData name="Sini Mathew" userId="3875fe58a975fc01" providerId="LiveId" clId="{684AC0C9-20FA-4B26-9B35-D755FBD1043B}" dt="2025-05-25T09:47:53.431" v="2893" actId="20577"/>
          <ac:spMkLst>
            <pc:docMk/>
            <pc:sldMk cId="1064694149" sldId="2252"/>
            <ac:spMk id="3" creationId="{0DC18226-E030-B418-FB53-2686F2EAD0E1}"/>
          </ac:spMkLst>
        </pc:spChg>
      </pc:sldChg>
      <pc:sldChg chg="modSp mod">
        <pc:chgData name="Sini Mathew" userId="3875fe58a975fc01" providerId="LiveId" clId="{684AC0C9-20FA-4B26-9B35-D755FBD1043B}" dt="2025-05-25T16:30:05.824" v="3810" actId="1076"/>
        <pc:sldMkLst>
          <pc:docMk/>
          <pc:sldMk cId="563162819" sldId="2268"/>
        </pc:sldMkLst>
        <pc:spChg chg="mod">
          <ac:chgData name="Sini Mathew" userId="3875fe58a975fc01" providerId="LiveId" clId="{684AC0C9-20FA-4B26-9B35-D755FBD1043B}" dt="2025-05-25T09:14:08.356" v="2061" actId="20577"/>
          <ac:spMkLst>
            <pc:docMk/>
            <pc:sldMk cId="563162819" sldId="2268"/>
            <ac:spMk id="2" creationId="{12192B97-A1B2-7FC6-53E5-09D6FCBF72F1}"/>
          </ac:spMkLst>
        </pc:spChg>
        <pc:spChg chg="mod">
          <ac:chgData name="Sini Mathew" userId="3875fe58a975fc01" providerId="LiveId" clId="{684AC0C9-20FA-4B26-9B35-D755FBD1043B}" dt="2025-05-25T16:30:01.377" v="3809" actId="1076"/>
          <ac:spMkLst>
            <pc:docMk/>
            <pc:sldMk cId="563162819" sldId="2268"/>
            <ac:spMk id="3" creationId="{61D88EF5-A0EB-E7CF-1CF8-C932B981DD7D}"/>
          </ac:spMkLst>
        </pc:spChg>
        <pc:spChg chg="mod">
          <ac:chgData name="Sini Mathew" userId="3875fe58a975fc01" providerId="LiveId" clId="{684AC0C9-20FA-4B26-9B35-D755FBD1043B}" dt="2025-05-25T09:27:52.651" v="2178" actId="20577"/>
          <ac:spMkLst>
            <pc:docMk/>
            <pc:sldMk cId="563162819" sldId="2268"/>
            <ac:spMk id="4" creationId="{B6B93BAE-CA1F-B239-B950-1FBB6696417C}"/>
          </ac:spMkLst>
        </pc:spChg>
        <pc:spChg chg="mod">
          <ac:chgData name="Sini Mathew" userId="3875fe58a975fc01" providerId="LiveId" clId="{684AC0C9-20FA-4B26-9B35-D755FBD1043B}" dt="2025-05-25T16:30:05.824" v="3810" actId="1076"/>
          <ac:spMkLst>
            <pc:docMk/>
            <pc:sldMk cId="563162819" sldId="2268"/>
            <ac:spMk id="5" creationId="{BE000013-62DA-DAA0-6B52-EDF88EE07509}"/>
          </ac:spMkLst>
        </pc:spChg>
      </pc:sldChg>
      <pc:sldChg chg="del">
        <pc:chgData name="Sini Mathew" userId="3875fe58a975fc01" providerId="LiveId" clId="{684AC0C9-20FA-4B26-9B35-D755FBD1043B}" dt="2025-05-25T08:18:06.382" v="38" actId="47"/>
        <pc:sldMkLst>
          <pc:docMk/>
          <pc:sldMk cId="38124688" sldId="2276"/>
        </pc:sldMkLst>
      </pc:sldChg>
      <pc:sldChg chg="del">
        <pc:chgData name="Sini Mathew" userId="3875fe58a975fc01" providerId="LiveId" clId="{684AC0C9-20FA-4B26-9B35-D755FBD1043B}" dt="2025-05-25T08:18:06.956" v="39" actId="47"/>
        <pc:sldMkLst>
          <pc:docMk/>
          <pc:sldMk cId="891443072" sldId="2277"/>
        </pc:sldMkLst>
      </pc:sldChg>
      <pc:sldChg chg="del">
        <pc:chgData name="Sini Mathew" userId="3875fe58a975fc01" providerId="LiveId" clId="{684AC0C9-20FA-4B26-9B35-D755FBD1043B}" dt="2025-05-25T08:18:07.580" v="40" actId="47"/>
        <pc:sldMkLst>
          <pc:docMk/>
          <pc:sldMk cId="2231030714" sldId="2278"/>
        </pc:sldMkLst>
      </pc:sldChg>
      <pc:sldChg chg="del">
        <pc:chgData name="Sini Mathew" userId="3875fe58a975fc01" providerId="LiveId" clId="{684AC0C9-20FA-4B26-9B35-D755FBD1043B}" dt="2025-05-25T08:18:08.212" v="41" actId="47"/>
        <pc:sldMkLst>
          <pc:docMk/>
          <pc:sldMk cId="568060574" sldId="2279"/>
        </pc:sldMkLst>
      </pc:sldChg>
      <pc:sldChg chg="del">
        <pc:chgData name="Sini Mathew" userId="3875fe58a975fc01" providerId="LiveId" clId="{684AC0C9-20FA-4B26-9B35-D755FBD1043B}" dt="2025-05-25T08:37:41.761" v="357" actId="47"/>
        <pc:sldMkLst>
          <pc:docMk/>
          <pc:sldMk cId="3208742788" sldId="2280"/>
        </pc:sldMkLst>
      </pc:sldChg>
      <pc:sldChg chg="del">
        <pc:chgData name="Sini Mathew" userId="3875fe58a975fc01" providerId="LiveId" clId="{684AC0C9-20FA-4B26-9B35-D755FBD1043B}" dt="2025-05-25T08:37:42.297" v="358" actId="47"/>
        <pc:sldMkLst>
          <pc:docMk/>
          <pc:sldMk cId="2833012072" sldId="2281"/>
        </pc:sldMkLst>
      </pc:sldChg>
      <pc:sldChg chg="del">
        <pc:chgData name="Sini Mathew" userId="3875fe58a975fc01" providerId="LiveId" clId="{684AC0C9-20FA-4B26-9B35-D755FBD1043B}" dt="2025-05-25T08:37:43.449" v="360" actId="47"/>
        <pc:sldMkLst>
          <pc:docMk/>
          <pc:sldMk cId="2252046312" sldId="2283"/>
        </pc:sldMkLst>
      </pc:sldChg>
      <pc:sldChg chg="del">
        <pc:chgData name="Sini Mathew" userId="3875fe58a975fc01" providerId="LiveId" clId="{684AC0C9-20FA-4B26-9B35-D755FBD1043B}" dt="2025-05-25T08:37:44.714" v="362" actId="47"/>
        <pc:sldMkLst>
          <pc:docMk/>
          <pc:sldMk cId="2932874654" sldId="2285"/>
        </pc:sldMkLst>
      </pc:sldChg>
      <pc:sldChg chg="del">
        <pc:chgData name="Sini Mathew" userId="3875fe58a975fc01" providerId="LiveId" clId="{684AC0C9-20FA-4B26-9B35-D755FBD1043B}" dt="2025-05-25T09:42:06.688" v="2747" actId="47"/>
        <pc:sldMkLst>
          <pc:docMk/>
          <pc:sldMk cId="1064775659" sldId="2291"/>
        </pc:sldMkLst>
      </pc:sldChg>
      <pc:sldChg chg="del">
        <pc:chgData name="Sini Mathew" userId="3875fe58a975fc01" providerId="LiveId" clId="{684AC0C9-20FA-4B26-9B35-D755FBD1043B}" dt="2025-05-25T09:42:07.539" v="2748" actId="47"/>
        <pc:sldMkLst>
          <pc:docMk/>
          <pc:sldMk cId="1744450" sldId="2292"/>
        </pc:sldMkLst>
      </pc:sldChg>
      <pc:sldChg chg="del">
        <pc:chgData name="Sini Mathew" userId="3875fe58a975fc01" providerId="LiveId" clId="{684AC0C9-20FA-4B26-9B35-D755FBD1043B}" dt="2025-05-25T09:48:00.562" v="2895" actId="47"/>
        <pc:sldMkLst>
          <pc:docMk/>
          <pc:sldMk cId="355799041" sldId="2293"/>
        </pc:sldMkLst>
      </pc:sldChg>
      <pc:sldChg chg="del">
        <pc:chgData name="Sini Mathew" userId="3875fe58a975fc01" providerId="LiveId" clId="{684AC0C9-20FA-4B26-9B35-D755FBD1043B}" dt="2025-05-25T09:48:01.114" v="2896" actId="47"/>
        <pc:sldMkLst>
          <pc:docMk/>
          <pc:sldMk cId="4112920349" sldId="2294"/>
        </pc:sldMkLst>
      </pc:sldChg>
      <pc:sldChg chg="del">
        <pc:chgData name="Sini Mathew" userId="3875fe58a975fc01" providerId="LiveId" clId="{684AC0C9-20FA-4B26-9B35-D755FBD1043B}" dt="2025-05-25T09:48:01.683" v="2897" actId="47"/>
        <pc:sldMkLst>
          <pc:docMk/>
          <pc:sldMk cId="2933781662" sldId="2295"/>
        </pc:sldMkLst>
      </pc:sldChg>
      <pc:sldChg chg="modSp mod">
        <pc:chgData name="Sini Mathew" userId="3875fe58a975fc01" providerId="LiveId" clId="{684AC0C9-20FA-4B26-9B35-D755FBD1043B}" dt="2025-05-25T09:13:32.155" v="2033" actId="20577"/>
        <pc:sldMkLst>
          <pc:docMk/>
          <pc:sldMk cId="3995819178" sldId="2297"/>
        </pc:sldMkLst>
        <pc:spChg chg="mod">
          <ac:chgData name="Sini Mathew" userId="3875fe58a975fc01" providerId="LiveId" clId="{684AC0C9-20FA-4B26-9B35-D755FBD1043B}" dt="2025-05-25T09:13:32.155" v="2033" actId="20577"/>
          <ac:spMkLst>
            <pc:docMk/>
            <pc:sldMk cId="3995819178" sldId="2297"/>
            <ac:spMk id="2" creationId="{EC90BCD1-860D-2680-28F1-943B8EBF1D48}"/>
          </ac:spMkLst>
        </pc:spChg>
      </pc:sldChg>
      <pc:sldChg chg="del">
        <pc:chgData name="Sini Mathew" userId="3875fe58a975fc01" providerId="LiveId" clId="{684AC0C9-20FA-4B26-9B35-D755FBD1043B}" dt="2025-05-25T09:21:22.590" v="2128" actId="47"/>
        <pc:sldMkLst>
          <pc:docMk/>
          <pc:sldMk cId="1775833484" sldId="2298"/>
        </pc:sldMkLst>
      </pc:sldChg>
      <pc:sldChg chg="modSp mod">
        <pc:chgData name="Sini Mathew" userId="3875fe58a975fc01" providerId="LiveId" clId="{684AC0C9-20FA-4B26-9B35-D755FBD1043B}" dt="2025-05-25T09:40:46.081" v="2716" actId="20577"/>
        <pc:sldMkLst>
          <pc:docMk/>
          <pc:sldMk cId="2175277863" sldId="2307"/>
        </pc:sldMkLst>
        <pc:spChg chg="mod">
          <ac:chgData name="Sini Mathew" userId="3875fe58a975fc01" providerId="LiveId" clId="{684AC0C9-20FA-4B26-9B35-D755FBD1043B}" dt="2025-05-25T09:40:46.081" v="2716" actId="20577"/>
          <ac:spMkLst>
            <pc:docMk/>
            <pc:sldMk cId="2175277863" sldId="2307"/>
            <ac:spMk id="2" creationId="{23A354EB-FF23-D535-0808-74E04515FC87}"/>
          </ac:spMkLst>
        </pc:spChg>
      </pc:sldChg>
      <pc:sldChg chg="delSp modSp mod">
        <pc:chgData name="Sini Mathew" userId="3875fe58a975fc01" providerId="LiveId" clId="{684AC0C9-20FA-4B26-9B35-D755FBD1043B}" dt="2025-05-25T09:36:39.834" v="2299" actId="478"/>
        <pc:sldMkLst>
          <pc:docMk/>
          <pc:sldMk cId="2534454059" sldId="2308"/>
        </pc:sldMkLst>
        <pc:spChg chg="mod">
          <ac:chgData name="Sini Mathew" userId="3875fe58a975fc01" providerId="LiveId" clId="{684AC0C9-20FA-4B26-9B35-D755FBD1043B}" dt="2025-05-25T09:34:48.934" v="2216" actId="20577"/>
          <ac:spMkLst>
            <pc:docMk/>
            <pc:sldMk cId="2534454059" sldId="2308"/>
            <ac:spMk id="2" creationId="{914370E0-3970-9495-2071-FB1A50302931}"/>
          </ac:spMkLst>
        </pc:spChg>
        <pc:spChg chg="mod">
          <ac:chgData name="Sini Mathew" userId="3875fe58a975fc01" providerId="LiveId" clId="{684AC0C9-20FA-4B26-9B35-D755FBD1043B}" dt="2025-05-25T09:36:21.625" v="2296" actId="1076"/>
          <ac:spMkLst>
            <pc:docMk/>
            <pc:sldMk cId="2534454059" sldId="2308"/>
            <ac:spMk id="3" creationId="{9C394727-0B11-7450-036A-0010FAAC4ECA}"/>
          </ac:spMkLst>
        </pc:spChg>
        <pc:spChg chg="mod">
          <ac:chgData name="Sini Mathew" userId="3875fe58a975fc01" providerId="LiveId" clId="{684AC0C9-20FA-4B26-9B35-D755FBD1043B}" dt="2025-05-25T09:36:33.181" v="2298" actId="13926"/>
          <ac:spMkLst>
            <pc:docMk/>
            <pc:sldMk cId="2534454059" sldId="2308"/>
            <ac:spMk id="5" creationId="{3D866C93-CAE2-E40E-CCD6-88AB4857E3BC}"/>
          </ac:spMkLst>
        </pc:spChg>
      </pc:sldChg>
      <pc:sldChg chg="addSp delSp modSp mod">
        <pc:chgData name="Sini Mathew" userId="3875fe58a975fc01" providerId="LiveId" clId="{684AC0C9-20FA-4B26-9B35-D755FBD1043B}" dt="2025-05-25T09:13:08.601" v="2017" actId="20577"/>
        <pc:sldMkLst>
          <pc:docMk/>
          <pc:sldMk cId="2805091335" sldId="2315"/>
        </pc:sldMkLst>
        <pc:spChg chg="mod">
          <ac:chgData name="Sini Mathew" userId="3875fe58a975fc01" providerId="LiveId" clId="{684AC0C9-20FA-4B26-9B35-D755FBD1043B}" dt="2025-05-25T09:09:40.612" v="1953" actId="20577"/>
          <ac:spMkLst>
            <pc:docMk/>
            <pc:sldMk cId="2805091335" sldId="2315"/>
            <ac:spMk id="2" creationId="{DE4FED61-CB94-DA4B-DF7E-DEF7FF7FB2D8}"/>
          </ac:spMkLst>
        </pc:spChg>
        <pc:spChg chg="add mod">
          <ac:chgData name="Sini Mathew" userId="3875fe58a975fc01" providerId="LiveId" clId="{684AC0C9-20FA-4B26-9B35-D755FBD1043B}" dt="2025-05-25T09:10:07.503" v="1959" actId="1076"/>
          <ac:spMkLst>
            <pc:docMk/>
            <pc:sldMk cId="2805091335" sldId="2315"/>
            <ac:spMk id="3" creationId="{7A9E4F5E-F433-A77D-054E-01E586305C40}"/>
          </ac:spMkLst>
        </pc:spChg>
        <pc:spChg chg="mod">
          <ac:chgData name="Sini Mathew" userId="3875fe58a975fc01" providerId="LiveId" clId="{684AC0C9-20FA-4B26-9B35-D755FBD1043B}" dt="2025-05-25T09:13:08.601" v="2017" actId="20577"/>
          <ac:spMkLst>
            <pc:docMk/>
            <pc:sldMk cId="2805091335" sldId="2315"/>
            <ac:spMk id="4" creationId="{92C15F71-9C4A-2FE0-F1FC-5C815C704BA2}"/>
          </ac:spMkLst>
        </pc:spChg>
        <pc:spChg chg="add mod">
          <ac:chgData name="Sini Mathew" userId="3875fe58a975fc01" providerId="LiveId" clId="{684AC0C9-20FA-4B26-9B35-D755FBD1043B}" dt="2025-05-25T09:10:21.381" v="1962" actId="1076"/>
          <ac:spMkLst>
            <pc:docMk/>
            <pc:sldMk cId="2805091335" sldId="2315"/>
            <ac:spMk id="9" creationId="{911E9448-57F3-BEE2-3014-88DC125C3AF6}"/>
          </ac:spMkLst>
        </pc:spChg>
      </pc:sldChg>
      <pc:sldChg chg="del">
        <pc:chgData name="Sini Mathew" userId="3875fe58a975fc01" providerId="LiveId" clId="{684AC0C9-20FA-4B26-9B35-D755FBD1043B}" dt="2025-05-25T09:10:25.205" v="1963" actId="47"/>
        <pc:sldMkLst>
          <pc:docMk/>
          <pc:sldMk cId="3064558805" sldId="2316"/>
        </pc:sldMkLst>
      </pc:sldChg>
      <pc:sldChg chg="del">
        <pc:chgData name="Sini Mathew" userId="3875fe58a975fc01" providerId="LiveId" clId="{684AC0C9-20FA-4B26-9B35-D755FBD1043B}" dt="2025-05-25T09:10:26.125" v="1964" actId="47"/>
        <pc:sldMkLst>
          <pc:docMk/>
          <pc:sldMk cId="4181651038" sldId="2317"/>
        </pc:sldMkLst>
      </pc:sldChg>
      <pc:sldChg chg="del">
        <pc:chgData name="Sini Mathew" userId="3875fe58a975fc01" providerId="LiveId" clId="{684AC0C9-20FA-4B26-9B35-D755FBD1043B}" dt="2025-05-25T09:10:26.942" v="1965" actId="47"/>
        <pc:sldMkLst>
          <pc:docMk/>
          <pc:sldMk cId="4106324001" sldId="2318"/>
        </pc:sldMkLst>
      </pc:sldChg>
      <pc:sldChg chg="del">
        <pc:chgData name="Sini Mathew" userId="3875fe58a975fc01" providerId="LiveId" clId="{684AC0C9-20FA-4B26-9B35-D755FBD1043B}" dt="2025-05-25T09:10:28.328" v="1967" actId="47"/>
        <pc:sldMkLst>
          <pc:docMk/>
          <pc:sldMk cId="1989908657" sldId="2319"/>
        </pc:sldMkLst>
      </pc:sldChg>
      <pc:sldChg chg="del">
        <pc:chgData name="Sini Mathew" userId="3875fe58a975fc01" providerId="LiveId" clId="{684AC0C9-20FA-4B26-9B35-D755FBD1043B}" dt="2025-05-25T09:10:27.713" v="1966" actId="47"/>
        <pc:sldMkLst>
          <pc:docMk/>
          <pc:sldMk cId="2324880794" sldId="2320"/>
        </pc:sldMkLst>
      </pc:sldChg>
      <pc:sldChg chg="del">
        <pc:chgData name="Sini Mathew" userId="3875fe58a975fc01" providerId="LiveId" clId="{684AC0C9-20FA-4B26-9B35-D755FBD1043B}" dt="2025-05-25T09:21:23.030" v="2129" actId="47"/>
        <pc:sldMkLst>
          <pc:docMk/>
          <pc:sldMk cId="2006108729" sldId="2321"/>
        </pc:sldMkLst>
      </pc:sldChg>
      <pc:sldChg chg="del">
        <pc:chgData name="Sini Mathew" userId="3875fe58a975fc01" providerId="LiveId" clId="{684AC0C9-20FA-4B26-9B35-D755FBD1043B}" dt="2025-05-25T09:21:24.973" v="2131" actId="47"/>
        <pc:sldMkLst>
          <pc:docMk/>
          <pc:sldMk cId="2288274840" sldId="2323"/>
        </pc:sldMkLst>
      </pc:sldChg>
      <pc:sldChg chg="del">
        <pc:chgData name="Sini Mathew" userId="3875fe58a975fc01" providerId="LiveId" clId="{684AC0C9-20FA-4B26-9B35-D755FBD1043B}" dt="2025-05-25T09:21:26.720" v="2133" actId="47"/>
        <pc:sldMkLst>
          <pc:docMk/>
          <pc:sldMk cId="3315332989" sldId="2325"/>
        </pc:sldMkLst>
      </pc:sldChg>
      <pc:sldChg chg="del">
        <pc:chgData name="Sini Mathew" userId="3875fe58a975fc01" providerId="LiveId" clId="{684AC0C9-20FA-4B26-9B35-D755FBD1043B}" dt="2025-05-25T09:21:28.657" v="2135" actId="47"/>
        <pc:sldMkLst>
          <pc:docMk/>
          <pc:sldMk cId="412178599" sldId="2327"/>
        </pc:sldMkLst>
      </pc:sldChg>
      <pc:sldChg chg="del">
        <pc:chgData name="Sini Mathew" userId="3875fe58a975fc01" providerId="LiveId" clId="{684AC0C9-20FA-4B26-9B35-D755FBD1043B}" dt="2025-05-25T08:37:42.864" v="359" actId="47"/>
        <pc:sldMkLst>
          <pc:docMk/>
          <pc:sldMk cId="930117678" sldId="2329"/>
        </pc:sldMkLst>
      </pc:sldChg>
      <pc:sldChg chg="del">
        <pc:chgData name="Sini Mathew" userId="3875fe58a975fc01" providerId="LiveId" clId="{684AC0C9-20FA-4B26-9B35-D755FBD1043B}" dt="2025-05-25T08:37:44.033" v="361" actId="47"/>
        <pc:sldMkLst>
          <pc:docMk/>
          <pc:sldMk cId="1900592391" sldId="2330"/>
        </pc:sldMkLst>
      </pc:sldChg>
      <pc:sldChg chg="del">
        <pc:chgData name="Sini Mathew" userId="3875fe58a975fc01" providerId="LiveId" clId="{684AC0C9-20FA-4B26-9B35-D755FBD1043B}" dt="2025-05-25T08:37:45.249" v="363" actId="47"/>
        <pc:sldMkLst>
          <pc:docMk/>
          <pc:sldMk cId="514524049" sldId="2331"/>
        </pc:sldMkLst>
      </pc:sldChg>
      <pc:sldChg chg="addSp delSp modSp mod">
        <pc:chgData name="Sini Mathew" userId="3875fe58a975fc01" providerId="LiveId" clId="{684AC0C9-20FA-4B26-9B35-D755FBD1043B}" dt="2025-05-25T09:07:43.794" v="1925" actId="20577"/>
        <pc:sldMkLst>
          <pc:docMk/>
          <pc:sldMk cId="1259612734" sldId="2332"/>
        </pc:sldMkLst>
        <pc:spChg chg="mod">
          <ac:chgData name="Sini Mathew" userId="3875fe58a975fc01" providerId="LiveId" clId="{684AC0C9-20FA-4B26-9B35-D755FBD1043B}" dt="2025-05-25T09:05:31.035" v="1859" actId="20577"/>
          <ac:spMkLst>
            <pc:docMk/>
            <pc:sldMk cId="1259612734" sldId="2332"/>
            <ac:spMk id="2" creationId="{761452F6-25BD-97BB-B4C8-1C7B1502542D}"/>
          </ac:spMkLst>
        </pc:spChg>
        <pc:spChg chg="mod">
          <ac:chgData name="Sini Mathew" userId="3875fe58a975fc01" providerId="LiveId" clId="{684AC0C9-20FA-4B26-9B35-D755FBD1043B}" dt="2025-05-25T09:07:43.794" v="1925" actId="20577"/>
          <ac:spMkLst>
            <pc:docMk/>
            <pc:sldMk cId="1259612734" sldId="2332"/>
            <ac:spMk id="3" creationId="{A3FDFA01-80AD-3452-633D-3F894ACF9A9F}"/>
          </ac:spMkLst>
        </pc:spChg>
        <pc:spChg chg="add mod">
          <ac:chgData name="Sini Mathew" userId="3875fe58a975fc01" providerId="LiveId" clId="{684AC0C9-20FA-4B26-9B35-D755FBD1043B}" dt="2025-05-25T09:01:06.843" v="1789" actId="255"/>
          <ac:spMkLst>
            <pc:docMk/>
            <pc:sldMk cId="1259612734" sldId="2332"/>
            <ac:spMk id="4" creationId="{652CBF36-0BB8-CDED-0449-91DC5C463106}"/>
          </ac:spMkLst>
        </pc:spChg>
        <pc:spChg chg="add mod">
          <ac:chgData name="Sini Mathew" userId="3875fe58a975fc01" providerId="LiveId" clId="{684AC0C9-20FA-4B26-9B35-D755FBD1043B}" dt="2025-05-25T09:01:13.713" v="1791" actId="1076"/>
          <ac:spMkLst>
            <pc:docMk/>
            <pc:sldMk cId="1259612734" sldId="2332"/>
            <ac:spMk id="8" creationId="{F7B28E9B-671F-EDDD-6418-16026F19FCFB}"/>
          </ac:spMkLst>
        </pc:spChg>
      </pc:sldChg>
      <pc:sldChg chg="del">
        <pc:chgData name="Sini Mathew" userId="3875fe58a975fc01" providerId="LiveId" clId="{684AC0C9-20FA-4B26-9B35-D755FBD1043B}" dt="2025-05-25T09:00:01.056" v="1771" actId="47"/>
        <pc:sldMkLst>
          <pc:docMk/>
          <pc:sldMk cId="4043138376" sldId="2333"/>
        </pc:sldMkLst>
      </pc:sldChg>
      <pc:sldChg chg="del">
        <pc:chgData name="Sini Mathew" userId="3875fe58a975fc01" providerId="LiveId" clId="{684AC0C9-20FA-4B26-9B35-D755FBD1043B}" dt="2025-05-25T09:00:01.607" v="1772" actId="47"/>
        <pc:sldMkLst>
          <pc:docMk/>
          <pc:sldMk cId="2223698258" sldId="2334"/>
        </pc:sldMkLst>
      </pc:sldChg>
      <pc:sldChg chg="del">
        <pc:chgData name="Sini Mathew" userId="3875fe58a975fc01" providerId="LiveId" clId="{684AC0C9-20FA-4B26-9B35-D755FBD1043B}" dt="2025-05-25T09:00:02.932" v="1773" actId="47"/>
        <pc:sldMkLst>
          <pc:docMk/>
          <pc:sldMk cId="472975972" sldId="2335"/>
        </pc:sldMkLst>
      </pc:sldChg>
      <pc:sldChg chg="del">
        <pc:chgData name="Sini Mathew" userId="3875fe58a975fc01" providerId="LiveId" clId="{684AC0C9-20FA-4B26-9B35-D755FBD1043B}" dt="2025-05-25T09:21:23.725" v="2130" actId="47"/>
        <pc:sldMkLst>
          <pc:docMk/>
          <pc:sldMk cId="3285466367" sldId="2336"/>
        </pc:sldMkLst>
      </pc:sldChg>
      <pc:sldChg chg="del">
        <pc:chgData name="Sini Mathew" userId="3875fe58a975fc01" providerId="LiveId" clId="{684AC0C9-20FA-4B26-9B35-D755FBD1043B}" dt="2025-05-25T09:21:25.842" v="2132" actId="47"/>
        <pc:sldMkLst>
          <pc:docMk/>
          <pc:sldMk cId="84235035" sldId="2337"/>
        </pc:sldMkLst>
      </pc:sldChg>
      <pc:sldChg chg="del">
        <pc:chgData name="Sini Mathew" userId="3875fe58a975fc01" providerId="LiveId" clId="{684AC0C9-20FA-4B26-9B35-D755FBD1043B}" dt="2025-05-25T09:21:27.491" v="2134" actId="47"/>
        <pc:sldMkLst>
          <pc:docMk/>
          <pc:sldMk cId="2089586301" sldId="2338"/>
        </pc:sldMkLst>
      </pc:sldChg>
      <pc:sldChg chg="del">
        <pc:chgData name="Sini Mathew" userId="3875fe58a975fc01" providerId="LiveId" clId="{684AC0C9-20FA-4B26-9B35-D755FBD1043B}" dt="2025-05-25T09:21:29.794" v="2136" actId="47"/>
        <pc:sldMkLst>
          <pc:docMk/>
          <pc:sldMk cId="2921558523" sldId="2339"/>
        </pc:sldMkLst>
      </pc:sldChg>
      <pc:sldChg chg="del">
        <pc:chgData name="Sini Mathew" userId="3875fe58a975fc01" providerId="LiveId" clId="{684AC0C9-20FA-4B26-9B35-D755FBD1043B}" dt="2025-05-25T09:34:51.784" v="2217" actId="47"/>
        <pc:sldMkLst>
          <pc:docMk/>
          <pc:sldMk cId="1975040391" sldId="2340"/>
        </pc:sldMkLst>
      </pc:sldChg>
      <pc:sldChg chg="del">
        <pc:chgData name="Sini Mathew" userId="3875fe58a975fc01" providerId="LiveId" clId="{684AC0C9-20FA-4B26-9B35-D755FBD1043B}" dt="2025-05-25T09:34:52.555" v="2218" actId="47"/>
        <pc:sldMkLst>
          <pc:docMk/>
          <pc:sldMk cId="111089668" sldId="2341"/>
        </pc:sldMkLst>
      </pc:sldChg>
      <pc:sldChg chg="del">
        <pc:chgData name="Sini Mathew" userId="3875fe58a975fc01" providerId="LiveId" clId="{684AC0C9-20FA-4B26-9B35-D755FBD1043B}" dt="2025-05-25T09:34:53.233" v="2219" actId="47"/>
        <pc:sldMkLst>
          <pc:docMk/>
          <pc:sldMk cId="36995440" sldId="2342"/>
        </pc:sldMkLst>
      </pc:sldChg>
      <pc:sldChg chg="del">
        <pc:chgData name="Sini Mathew" userId="3875fe58a975fc01" providerId="LiveId" clId="{684AC0C9-20FA-4B26-9B35-D755FBD1043B}" dt="2025-05-25T09:34:54.259" v="2220" actId="47"/>
        <pc:sldMkLst>
          <pc:docMk/>
          <pc:sldMk cId="3776300116" sldId="2343"/>
        </pc:sldMkLst>
      </pc:sldChg>
      <pc:sldChg chg="del">
        <pc:chgData name="Sini Mathew" userId="3875fe58a975fc01" providerId="LiveId" clId="{684AC0C9-20FA-4B26-9B35-D755FBD1043B}" dt="2025-05-25T09:34:55.032" v="2221" actId="47"/>
        <pc:sldMkLst>
          <pc:docMk/>
          <pc:sldMk cId="3536448126" sldId="2344"/>
        </pc:sldMkLst>
      </pc:sldChg>
      <pc:sldChg chg="del">
        <pc:chgData name="Sini Mathew" userId="3875fe58a975fc01" providerId="LiveId" clId="{684AC0C9-20FA-4B26-9B35-D755FBD1043B}" dt="2025-05-25T09:34:55.756" v="2222" actId="47"/>
        <pc:sldMkLst>
          <pc:docMk/>
          <pc:sldMk cId="3104687839" sldId="2345"/>
        </pc:sldMkLst>
      </pc:sldChg>
      <pc:sldChg chg="del">
        <pc:chgData name="Sini Mathew" userId="3875fe58a975fc01" providerId="LiveId" clId="{684AC0C9-20FA-4B26-9B35-D755FBD1043B}" dt="2025-05-25T09:46:35.287" v="2783" actId="47"/>
        <pc:sldMkLst>
          <pc:docMk/>
          <pc:sldMk cId="1624335913" sldId="2346"/>
        </pc:sldMkLst>
      </pc:sldChg>
      <pc:sldChg chg="del">
        <pc:chgData name="Sini Mathew" userId="3875fe58a975fc01" providerId="LiveId" clId="{684AC0C9-20FA-4B26-9B35-D755FBD1043B}" dt="2025-05-25T09:46:36.186" v="2784" actId="47"/>
        <pc:sldMkLst>
          <pc:docMk/>
          <pc:sldMk cId="2778065829" sldId="2347"/>
        </pc:sldMkLst>
      </pc:sldChg>
      <pc:sldChg chg="addSp delSp modSp add mod ord">
        <pc:chgData name="Sini Mathew" userId="3875fe58a975fc01" providerId="LiveId" clId="{684AC0C9-20FA-4B26-9B35-D755FBD1043B}" dt="2025-05-25T08:28:08.888" v="170" actId="20577"/>
        <pc:sldMkLst>
          <pc:docMk/>
          <pc:sldMk cId="2963506360" sldId="2348"/>
        </pc:sldMkLst>
        <pc:spChg chg="mod">
          <ac:chgData name="Sini Mathew" userId="3875fe58a975fc01" providerId="LiveId" clId="{684AC0C9-20FA-4B26-9B35-D755FBD1043B}" dt="2025-05-25T08:28:08.888" v="170" actId="20577"/>
          <ac:spMkLst>
            <pc:docMk/>
            <pc:sldMk cId="2963506360" sldId="2348"/>
            <ac:spMk id="4" creationId="{33D3D3A1-FE3E-38CB-469A-194ACB166D3A}"/>
          </ac:spMkLst>
        </pc:spChg>
        <pc:spChg chg="add mod">
          <ac:chgData name="Sini Mathew" userId="3875fe58a975fc01" providerId="LiveId" clId="{684AC0C9-20FA-4B26-9B35-D755FBD1043B}" dt="2025-05-25T08:20:20.498" v="62" actId="1076"/>
          <ac:spMkLst>
            <pc:docMk/>
            <pc:sldMk cId="2963506360" sldId="2348"/>
            <ac:spMk id="5" creationId="{094E9A69-B612-35E4-DEEF-5092DA0A0A97}"/>
          </ac:spMkLst>
        </pc:spChg>
        <pc:spChg chg="add mod">
          <ac:chgData name="Sini Mathew" userId="3875fe58a975fc01" providerId="LiveId" clId="{684AC0C9-20FA-4B26-9B35-D755FBD1043B}" dt="2025-05-25T08:19:04.303" v="51" actId="1076"/>
          <ac:spMkLst>
            <pc:docMk/>
            <pc:sldMk cId="2963506360" sldId="2348"/>
            <ac:spMk id="10" creationId="{804FD5A9-EB5B-5715-6119-B25151066A7C}"/>
          </ac:spMkLst>
        </pc:spChg>
        <pc:spChg chg="add mod">
          <ac:chgData name="Sini Mathew" userId="3875fe58a975fc01" providerId="LiveId" clId="{684AC0C9-20FA-4B26-9B35-D755FBD1043B}" dt="2025-05-25T08:19:24.763" v="53" actId="1076"/>
          <ac:spMkLst>
            <pc:docMk/>
            <pc:sldMk cId="2963506360" sldId="2348"/>
            <ac:spMk id="11" creationId="{AC54A8F9-8125-6C34-EE99-EC10FE55D65B}"/>
          </ac:spMkLst>
        </pc:spChg>
        <pc:spChg chg="add mod">
          <ac:chgData name="Sini Mathew" userId="3875fe58a975fc01" providerId="LiveId" clId="{684AC0C9-20FA-4B26-9B35-D755FBD1043B}" dt="2025-05-25T08:19:41.992" v="56" actId="1076"/>
          <ac:spMkLst>
            <pc:docMk/>
            <pc:sldMk cId="2963506360" sldId="2348"/>
            <ac:spMk id="12" creationId="{E15D8B6F-B75E-49DE-8804-FA702615DED3}"/>
          </ac:spMkLst>
        </pc:spChg>
        <pc:spChg chg="add mod">
          <ac:chgData name="Sini Mathew" userId="3875fe58a975fc01" providerId="LiveId" clId="{684AC0C9-20FA-4B26-9B35-D755FBD1043B}" dt="2025-05-25T08:19:57.171" v="58" actId="1076"/>
          <ac:spMkLst>
            <pc:docMk/>
            <pc:sldMk cId="2963506360" sldId="2348"/>
            <ac:spMk id="13" creationId="{8E01B078-0B16-F473-0497-A82F3CBEA75E}"/>
          </ac:spMkLst>
        </pc:spChg>
        <pc:spChg chg="add mod">
          <ac:chgData name="Sini Mathew" userId="3875fe58a975fc01" providerId="LiveId" clId="{684AC0C9-20FA-4B26-9B35-D755FBD1043B}" dt="2025-05-25T08:20:27.223" v="63" actId="1076"/>
          <ac:spMkLst>
            <pc:docMk/>
            <pc:sldMk cId="2963506360" sldId="2348"/>
            <ac:spMk id="14" creationId="{E0EE5F0C-07B3-FD16-7C7D-73F1E28DF834}"/>
          </ac:spMkLst>
        </pc:spChg>
      </pc:sldChg>
      <pc:sldChg chg="modSp add mod">
        <pc:chgData name="Sini Mathew" userId="3875fe58a975fc01" providerId="LiveId" clId="{684AC0C9-20FA-4B26-9B35-D755FBD1043B}" dt="2025-05-25T08:28:00.940" v="165" actId="20577"/>
        <pc:sldMkLst>
          <pc:docMk/>
          <pc:sldMk cId="1498723085" sldId="2349"/>
        </pc:sldMkLst>
        <pc:spChg chg="mod">
          <ac:chgData name="Sini Mathew" userId="3875fe58a975fc01" providerId="LiveId" clId="{684AC0C9-20FA-4B26-9B35-D755FBD1043B}" dt="2025-05-25T08:28:00.940" v="165" actId="20577"/>
          <ac:spMkLst>
            <pc:docMk/>
            <pc:sldMk cId="1498723085" sldId="2349"/>
            <ac:spMk id="4" creationId="{720FCF33-0067-FA0A-4682-711C21A08CB3}"/>
          </ac:spMkLst>
        </pc:spChg>
      </pc:sldChg>
      <pc:sldChg chg="addSp delSp modSp add mod ord">
        <pc:chgData name="Sini Mathew" userId="3875fe58a975fc01" providerId="LiveId" clId="{684AC0C9-20FA-4B26-9B35-D755FBD1043B}" dt="2025-05-25T08:27:54.246" v="160" actId="20577"/>
        <pc:sldMkLst>
          <pc:docMk/>
          <pc:sldMk cId="693807728" sldId="2350"/>
        </pc:sldMkLst>
      </pc:sldChg>
      <pc:sldChg chg="modSp add mod ord">
        <pc:chgData name="Sini Mathew" userId="3875fe58a975fc01" providerId="LiveId" clId="{684AC0C9-20FA-4B26-9B35-D755FBD1043B}" dt="2025-05-25T08:27:45.048" v="155" actId="20577"/>
        <pc:sldMkLst>
          <pc:docMk/>
          <pc:sldMk cId="1415818905" sldId="2351"/>
        </pc:sldMkLst>
      </pc:sldChg>
      <pc:sldChg chg="addSp delSp modSp add mod ord">
        <pc:chgData name="Sini Mathew" userId="3875fe58a975fc01" providerId="LiveId" clId="{684AC0C9-20FA-4B26-9B35-D755FBD1043B}" dt="2025-05-25T08:27:35.785" v="150" actId="20577"/>
        <pc:sldMkLst>
          <pc:docMk/>
          <pc:sldMk cId="1196556405" sldId="2352"/>
        </pc:sldMkLst>
        <pc:spChg chg="add mod">
          <ac:chgData name="Sini Mathew" userId="3875fe58a975fc01" providerId="LiveId" clId="{684AC0C9-20FA-4B26-9B35-D755FBD1043B}" dt="2025-05-25T08:22:42.184" v="89" actId="1076"/>
          <ac:spMkLst>
            <pc:docMk/>
            <pc:sldMk cId="1196556405" sldId="2352"/>
            <ac:spMk id="3" creationId="{094E9A69-B612-35E4-DEEF-5092DA0A0A97}"/>
          </ac:spMkLst>
        </pc:spChg>
        <pc:spChg chg="mod">
          <ac:chgData name="Sini Mathew" userId="3875fe58a975fc01" providerId="LiveId" clId="{684AC0C9-20FA-4B26-9B35-D755FBD1043B}" dt="2025-05-25T08:27:35.785" v="150" actId="20577"/>
          <ac:spMkLst>
            <pc:docMk/>
            <pc:sldMk cId="1196556405" sldId="2352"/>
            <ac:spMk id="4" creationId="{5F1607EA-C7B4-9DBB-024A-67409DE0EA89}"/>
          </ac:spMkLst>
        </pc:spChg>
        <pc:spChg chg="add mod">
          <ac:chgData name="Sini Mathew" userId="3875fe58a975fc01" providerId="LiveId" clId="{684AC0C9-20FA-4B26-9B35-D755FBD1043B}" dt="2025-05-25T08:23:11.812" v="95" actId="1076"/>
          <ac:spMkLst>
            <pc:docMk/>
            <pc:sldMk cId="1196556405" sldId="2352"/>
            <ac:spMk id="5" creationId="{E15D8B6F-B75E-49DE-8804-FA702615DED3}"/>
          </ac:spMkLst>
        </pc:spChg>
        <pc:spChg chg="mod">
          <ac:chgData name="Sini Mathew" userId="3875fe58a975fc01" providerId="LiveId" clId="{684AC0C9-20FA-4B26-9B35-D755FBD1043B}" dt="2025-05-25T08:22:28.298" v="87" actId="1076"/>
          <ac:spMkLst>
            <pc:docMk/>
            <pc:sldMk cId="1196556405" sldId="2352"/>
            <ac:spMk id="10" creationId="{3B8B5D6C-DCB0-5587-996F-D7267E473100}"/>
          </ac:spMkLst>
        </pc:spChg>
        <pc:spChg chg="mod">
          <ac:chgData name="Sini Mathew" userId="3875fe58a975fc01" providerId="LiveId" clId="{684AC0C9-20FA-4B26-9B35-D755FBD1043B}" dt="2025-05-25T08:22:36.193" v="88" actId="1076"/>
          <ac:spMkLst>
            <pc:docMk/>
            <pc:sldMk cId="1196556405" sldId="2352"/>
            <ac:spMk id="11" creationId="{56872EE3-71F9-62B2-AF98-518363B44B11}"/>
          </ac:spMkLst>
        </pc:spChg>
        <pc:spChg chg="mod">
          <ac:chgData name="Sini Mathew" userId="3875fe58a975fc01" providerId="LiveId" clId="{684AC0C9-20FA-4B26-9B35-D755FBD1043B}" dt="2025-05-25T08:22:55.180" v="91" actId="1076"/>
          <ac:spMkLst>
            <pc:docMk/>
            <pc:sldMk cId="1196556405" sldId="2352"/>
            <ac:spMk id="13" creationId="{F657763C-A86D-878A-30E1-F1B3DAE60763}"/>
          </ac:spMkLst>
        </pc:spChg>
        <pc:spChg chg="mod">
          <ac:chgData name="Sini Mathew" userId="3875fe58a975fc01" providerId="LiveId" clId="{684AC0C9-20FA-4B26-9B35-D755FBD1043B}" dt="2025-05-25T08:23:01.982" v="92" actId="1076"/>
          <ac:spMkLst>
            <pc:docMk/>
            <pc:sldMk cId="1196556405" sldId="2352"/>
            <ac:spMk id="14" creationId="{B1ED2417-F0A6-7C99-889E-473CBE6DC45E}"/>
          </ac:spMkLst>
        </pc:spChg>
      </pc:sldChg>
      <pc:sldChg chg="modSp add mod ord">
        <pc:chgData name="Sini Mathew" userId="3875fe58a975fc01" providerId="LiveId" clId="{684AC0C9-20FA-4B26-9B35-D755FBD1043B}" dt="2025-05-25T08:27:26.930" v="145" actId="20577"/>
        <pc:sldMkLst>
          <pc:docMk/>
          <pc:sldMk cId="582444300" sldId="2353"/>
        </pc:sldMkLst>
      </pc:sldChg>
      <pc:sldChg chg="addSp delSp modSp add mod ord">
        <pc:chgData name="Sini Mathew" userId="3875fe58a975fc01" providerId="LiveId" clId="{684AC0C9-20FA-4B26-9B35-D755FBD1043B}" dt="2025-05-25T08:27:17.485" v="140" actId="20577"/>
        <pc:sldMkLst>
          <pc:docMk/>
          <pc:sldMk cId="704002503" sldId="2354"/>
        </pc:sldMkLst>
        <pc:spChg chg="mod">
          <ac:chgData name="Sini Mathew" userId="3875fe58a975fc01" providerId="LiveId" clId="{684AC0C9-20FA-4B26-9B35-D755FBD1043B}" dt="2025-05-25T08:27:17.485" v="140" actId="20577"/>
          <ac:spMkLst>
            <pc:docMk/>
            <pc:sldMk cId="704002503" sldId="2354"/>
            <ac:spMk id="4" creationId="{9806802D-C48F-3251-ACE2-5D003D5F5940}"/>
          </ac:spMkLst>
        </pc:spChg>
        <pc:spChg chg="add mod">
          <ac:chgData name="Sini Mathew" userId="3875fe58a975fc01" providerId="LiveId" clId="{684AC0C9-20FA-4B26-9B35-D755FBD1043B}" dt="2025-05-25T08:23:50.387" v="104" actId="1076"/>
          <ac:spMkLst>
            <pc:docMk/>
            <pc:sldMk cId="704002503" sldId="2354"/>
            <ac:spMk id="7" creationId="{094E9A69-B612-35E4-DEEF-5092DA0A0A97}"/>
          </ac:spMkLst>
        </pc:spChg>
        <pc:spChg chg="add mod">
          <ac:chgData name="Sini Mathew" userId="3875fe58a975fc01" providerId="LiveId" clId="{684AC0C9-20FA-4B26-9B35-D755FBD1043B}" dt="2025-05-25T08:24:07.635" v="107" actId="1076"/>
          <ac:spMkLst>
            <pc:docMk/>
            <pc:sldMk cId="704002503" sldId="2354"/>
            <ac:spMk id="8" creationId="{E15D8B6F-B75E-49DE-8804-FA702615DED3}"/>
          </ac:spMkLst>
        </pc:spChg>
      </pc:sldChg>
      <pc:sldChg chg="modSp add mod ord">
        <pc:chgData name="Sini Mathew" userId="3875fe58a975fc01" providerId="LiveId" clId="{684AC0C9-20FA-4B26-9B35-D755FBD1043B}" dt="2025-05-25T08:27:08.104" v="135" actId="20577"/>
        <pc:sldMkLst>
          <pc:docMk/>
          <pc:sldMk cId="664228614" sldId="2355"/>
        </pc:sldMkLst>
      </pc:sldChg>
      <pc:sldChg chg="addSp delSp modSp add mod ord">
        <pc:chgData name="Sini Mathew" userId="3875fe58a975fc01" providerId="LiveId" clId="{684AC0C9-20FA-4B26-9B35-D755FBD1043B}" dt="2025-05-25T08:27:00.040" v="130" actId="20577"/>
        <pc:sldMkLst>
          <pc:docMk/>
          <pc:sldMk cId="435573267" sldId="2356"/>
        </pc:sldMkLst>
        <pc:spChg chg="add mod">
          <ac:chgData name="Sini Mathew" userId="3875fe58a975fc01" providerId="LiveId" clId="{684AC0C9-20FA-4B26-9B35-D755FBD1043B}" dt="2025-05-25T08:24:46.660" v="116" actId="1076"/>
          <ac:spMkLst>
            <pc:docMk/>
            <pc:sldMk cId="435573267" sldId="2356"/>
            <ac:spMk id="3" creationId="{094E9A69-B612-35E4-DEEF-5092DA0A0A97}"/>
          </ac:spMkLst>
        </pc:spChg>
        <pc:spChg chg="mod">
          <ac:chgData name="Sini Mathew" userId="3875fe58a975fc01" providerId="LiveId" clId="{684AC0C9-20FA-4B26-9B35-D755FBD1043B}" dt="2025-05-25T08:27:00.040" v="130" actId="20577"/>
          <ac:spMkLst>
            <pc:docMk/>
            <pc:sldMk cId="435573267" sldId="2356"/>
            <ac:spMk id="4" creationId="{D94D003A-6405-CFD5-5727-341FC9953FE9}"/>
          </ac:spMkLst>
        </pc:spChg>
        <pc:spChg chg="add mod">
          <ac:chgData name="Sini Mathew" userId="3875fe58a975fc01" providerId="LiveId" clId="{684AC0C9-20FA-4B26-9B35-D755FBD1043B}" dt="2025-05-25T08:25:01.566" v="119" actId="1076"/>
          <ac:spMkLst>
            <pc:docMk/>
            <pc:sldMk cId="435573267" sldId="2356"/>
            <ac:spMk id="5" creationId="{E15D8B6F-B75E-49DE-8804-FA702615DED3}"/>
          </ac:spMkLst>
        </pc:spChg>
      </pc:sldChg>
      <pc:sldChg chg="modSp add mod">
        <pc:chgData name="Sini Mathew" userId="3875fe58a975fc01" providerId="LiveId" clId="{684AC0C9-20FA-4B26-9B35-D755FBD1043B}" dt="2025-05-25T08:26:50.122" v="126" actId="20577"/>
        <pc:sldMkLst>
          <pc:docMk/>
          <pc:sldMk cId="1999095450" sldId="2357"/>
        </pc:sldMkLst>
      </pc:sldChg>
      <pc:sldChg chg="addSp delSp modSp add mod ord">
        <pc:chgData name="Sini Mathew" userId="3875fe58a975fc01" providerId="LiveId" clId="{684AC0C9-20FA-4B26-9B35-D755FBD1043B}" dt="2025-05-25T16:19:22.342" v="3701" actId="207"/>
        <pc:sldMkLst>
          <pc:docMk/>
          <pc:sldMk cId="2375547672" sldId="2358"/>
        </pc:sldMkLst>
        <pc:spChg chg="mod">
          <ac:chgData name="Sini Mathew" userId="3875fe58a975fc01" providerId="LiveId" clId="{684AC0C9-20FA-4B26-9B35-D755FBD1043B}" dt="2025-05-25T16:19:19.203" v="3700" actId="207"/>
          <ac:spMkLst>
            <pc:docMk/>
            <pc:sldMk cId="2375547672" sldId="2358"/>
            <ac:spMk id="3" creationId="{139A6A3E-22D3-686D-7AC3-0E55668E19D0}"/>
          </ac:spMkLst>
        </pc:spChg>
        <pc:spChg chg="add mod">
          <ac:chgData name="Sini Mathew" userId="3875fe58a975fc01" providerId="LiveId" clId="{684AC0C9-20FA-4B26-9B35-D755FBD1043B}" dt="2025-05-25T16:19:22.342" v="3701" actId="207"/>
          <ac:spMkLst>
            <pc:docMk/>
            <pc:sldMk cId="2375547672" sldId="2358"/>
            <ac:spMk id="6" creationId="{E5A6B70C-E105-7D61-147A-07D1DA488D4B}"/>
          </ac:spMkLst>
        </pc:spChg>
      </pc:sldChg>
      <pc:sldChg chg="modSp add mod ord">
        <pc:chgData name="Sini Mathew" userId="3875fe58a975fc01" providerId="LiveId" clId="{684AC0C9-20FA-4B26-9B35-D755FBD1043B}" dt="2025-05-25T16:23:03.830" v="3724" actId="20577"/>
        <pc:sldMkLst>
          <pc:docMk/>
          <pc:sldMk cId="1665518632" sldId="2359"/>
        </pc:sldMkLst>
        <pc:spChg chg="mod">
          <ac:chgData name="Sini Mathew" userId="3875fe58a975fc01" providerId="LiveId" clId="{684AC0C9-20FA-4B26-9B35-D755FBD1043B}" dt="2025-05-25T16:23:03.830" v="3724" actId="20577"/>
          <ac:spMkLst>
            <pc:docMk/>
            <pc:sldMk cId="1665518632" sldId="2359"/>
            <ac:spMk id="2" creationId="{72E5F435-0E56-B6CE-9142-113ACF098F86}"/>
          </ac:spMkLst>
        </pc:spChg>
        <pc:spChg chg="mod">
          <ac:chgData name="Sini Mathew" userId="3875fe58a975fc01" providerId="LiveId" clId="{684AC0C9-20FA-4B26-9B35-D755FBD1043B}" dt="2025-05-25T08:41:05.959" v="596" actId="20577"/>
          <ac:spMkLst>
            <pc:docMk/>
            <pc:sldMk cId="1665518632" sldId="2359"/>
            <ac:spMk id="3" creationId="{FF4B95B1-F663-C436-372A-3FE9EBEA082B}"/>
          </ac:spMkLst>
        </pc:spChg>
        <pc:spChg chg="mod">
          <ac:chgData name="Sini Mathew" userId="3875fe58a975fc01" providerId="LiveId" clId="{684AC0C9-20FA-4B26-9B35-D755FBD1043B}" dt="2025-05-25T08:42:20.602" v="760" actId="20577"/>
          <ac:spMkLst>
            <pc:docMk/>
            <pc:sldMk cId="1665518632" sldId="2359"/>
            <ac:spMk id="4" creationId="{B31BC4C4-E331-9812-8FE4-B6CE0E9A102B}"/>
          </ac:spMkLst>
        </pc:spChg>
      </pc:sldChg>
      <pc:sldChg chg="add del ord">
        <pc:chgData name="Sini Mathew" userId="3875fe58a975fc01" providerId="LiveId" clId="{684AC0C9-20FA-4B26-9B35-D755FBD1043B}" dt="2025-05-25T16:20:27.582" v="3711" actId="47"/>
        <pc:sldMkLst>
          <pc:docMk/>
          <pc:sldMk cId="1717596512" sldId="2360"/>
        </pc:sldMkLst>
      </pc:sldChg>
      <pc:sldChg chg="modSp add mod ord">
        <pc:chgData name="Sini Mathew" userId="3875fe58a975fc01" providerId="LiveId" clId="{684AC0C9-20FA-4B26-9B35-D755FBD1043B}" dt="2025-05-25T16:22:58.772" v="3721" actId="20577"/>
        <pc:sldMkLst>
          <pc:docMk/>
          <pc:sldMk cId="3881947884" sldId="2361"/>
        </pc:sldMkLst>
        <pc:spChg chg="mod">
          <ac:chgData name="Sini Mathew" userId="3875fe58a975fc01" providerId="LiveId" clId="{684AC0C9-20FA-4B26-9B35-D755FBD1043B}" dt="2025-05-25T16:22:58.772" v="3721" actId="20577"/>
          <ac:spMkLst>
            <pc:docMk/>
            <pc:sldMk cId="3881947884" sldId="2361"/>
            <ac:spMk id="2" creationId="{A1B4F801-EF5C-0E0F-E79D-736B5DF4C5A1}"/>
          </ac:spMkLst>
        </pc:spChg>
        <pc:spChg chg="mod">
          <ac:chgData name="Sini Mathew" userId="3875fe58a975fc01" providerId="LiveId" clId="{684AC0C9-20FA-4B26-9B35-D755FBD1043B}" dt="2025-05-25T08:43:23.511" v="876" actId="20577"/>
          <ac:spMkLst>
            <pc:docMk/>
            <pc:sldMk cId="3881947884" sldId="2361"/>
            <ac:spMk id="3" creationId="{264C6F24-C48A-9F89-CD77-9B3A76059424}"/>
          </ac:spMkLst>
        </pc:spChg>
      </pc:sldChg>
      <pc:sldChg chg="add del ord">
        <pc:chgData name="Sini Mathew" userId="3875fe58a975fc01" providerId="LiveId" clId="{684AC0C9-20FA-4B26-9B35-D755FBD1043B}" dt="2025-05-25T16:20:40.003" v="3716" actId="47"/>
        <pc:sldMkLst>
          <pc:docMk/>
          <pc:sldMk cId="309455196" sldId="2362"/>
        </pc:sldMkLst>
      </pc:sldChg>
      <pc:sldChg chg="modSp add mod ord">
        <pc:chgData name="Sini Mathew" userId="3875fe58a975fc01" providerId="LiveId" clId="{684AC0C9-20FA-4B26-9B35-D755FBD1043B}" dt="2025-05-25T16:23:25.800" v="3730" actId="20577"/>
        <pc:sldMkLst>
          <pc:docMk/>
          <pc:sldMk cId="1885611815" sldId="2363"/>
        </pc:sldMkLst>
        <pc:spChg chg="mod">
          <ac:chgData name="Sini Mathew" userId="3875fe58a975fc01" providerId="LiveId" clId="{684AC0C9-20FA-4B26-9B35-D755FBD1043B}" dt="2025-05-25T16:23:25.800" v="3730" actId="20577"/>
          <ac:spMkLst>
            <pc:docMk/>
            <pc:sldMk cId="1885611815" sldId="2363"/>
            <ac:spMk id="2" creationId="{8BD3C73E-6A3E-5D6B-F65E-8914DDCBAEF4}"/>
          </ac:spMkLst>
        </pc:spChg>
        <pc:spChg chg="mod">
          <ac:chgData name="Sini Mathew" userId="3875fe58a975fc01" providerId="LiveId" clId="{684AC0C9-20FA-4B26-9B35-D755FBD1043B}" dt="2025-05-25T08:44:20.177" v="986" actId="20577"/>
          <ac:spMkLst>
            <pc:docMk/>
            <pc:sldMk cId="1885611815" sldId="2363"/>
            <ac:spMk id="3" creationId="{A7BCDEA9-0BCF-6A98-5B2A-8FEEE4EC7CB5}"/>
          </ac:spMkLst>
        </pc:spChg>
      </pc:sldChg>
      <pc:sldChg chg="add del ord">
        <pc:chgData name="Sini Mathew" userId="3875fe58a975fc01" providerId="LiveId" clId="{684AC0C9-20FA-4B26-9B35-D755FBD1043B}" dt="2025-05-25T16:23:43.098" v="3732" actId="47"/>
        <pc:sldMkLst>
          <pc:docMk/>
          <pc:sldMk cId="1037840316" sldId="2364"/>
        </pc:sldMkLst>
      </pc:sldChg>
      <pc:sldChg chg="modSp add mod ord">
        <pc:chgData name="Sini Mathew" userId="3875fe58a975fc01" providerId="LiveId" clId="{684AC0C9-20FA-4B26-9B35-D755FBD1043B}" dt="2025-05-25T08:45:20.301" v="1098"/>
        <pc:sldMkLst>
          <pc:docMk/>
          <pc:sldMk cId="2084923507" sldId="2365"/>
        </pc:sldMkLst>
      </pc:sldChg>
      <pc:sldChg chg="add del ord">
        <pc:chgData name="Sini Mathew" userId="3875fe58a975fc01" providerId="LiveId" clId="{684AC0C9-20FA-4B26-9B35-D755FBD1043B}" dt="2025-05-25T16:23:45.937" v="3733" actId="47"/>
        <pc:sldMkLst>
          <pc:docMk/>
          <pc:sldMk cId="780269499" sldId="2366"/>
        </pc:sldMkLst>
      </pc:sldChg>
      <pc:sldChg chg="modSp add mod ord">
        <pc:chgData name="Sini Mathew" userId="3875fe58a975fc01" providerId="LiveId" clId="{684AC0C9-20FA-4B26-9B35-D755FBD1043B}" dt="2025-05-25T16:24:08.210" v="3736" actId="20577"/>
        <pc:sldMkLst>
          <pc:docMk/>
          <pc:sldMk cId="2979845899" sldId="2367"/>
        </pc:sldMkLst>
      </pc:sldChg>
      <pc:sldChg chg="modSp add mod ord">
        <pc:chgData name="Sini Mathew" userId="3875fe58a975fc01" providerId="LiveId" clId="{684AC0C9-20FA-4B26-9B35-D755FBD1043B}" dt="2025-05-25T16:24:26.129" v="3741" actId="20577"/>
        <pc:sldMkLst>
          <pc:docMk/>
          <pc:sldMk cId="3002683814" sldId="2368"/>
        </pc:sldMkLst>
      </pc:sldChg>
      <pc:sldChg chg="modSp add mod ord">
        <pc:chgData name="Sini Mathew" userId="3875fe58a975fc01" providerId="LiveId" clId="{684AC0C9-20FA-4B26-9B35-D755FBD1043B}" dt="2025-05-25T16:24:40.116" v="3744" actId="20577"/>
        <pc:sldMkLst>
          <pc:docMk/>
          <pc:sldMk cId="995034639" sldId="2369"/>
        </pc:sldMkLst>
      </pc:sldChg>
      <pc:sldChg chg="modSp add mod ord">
        <pc:chgData name="Sini Mathew" userId="3875fe58a975fc01" providerId="LiveId" clId="{684AC0C9-20FA-4B26-9B35-D755FBD1043B}" dt="2025-05-25T16:24:53.061" v="3749" actId="20577"/>
        <pc:sldMkLst>
          <pc:docMk/>
          <pc:sldMk cId="2164660571" sldId="2370"/>
        </pc:sldMkLst>
      </pc:sldChg>
      <pc:sldChg chg="modSp add mod ord">
        <pc:chgData name="Sini Mathew" userId="3875fe58a975fc01" providerId="LiveId" clId="{684AC0C9-20FA-4B26-9B35-D755FBD1043B}" dt="2025-05-25T16:24:59.205" v="3752" actId="20577"/>
        <pc:sldMkLst>
          <pc:docMk/>
          <pc:sldMk cId="61995564" sldId="2371"/>
        </pc:sldMkLst>
      </pc:sldChg>
      <pc:sldChg chg="modSp add mod ord">
        <pc:chgData name="Sini Mathew" userId="3875fe58a975fc01" providerId="LiveId" clId="{684AC0C9-20FA-4B26-9B35-D755FBD1043B}" dt="2025-05-25T16:25:16.168" v="3757" actId="20577"/>
        <pc:sldMkLst>
          <pc:docMk/>
          <pc:sldMk cId="1072112127" sldId="2372"/>
        </pc:sldMkLst>
      </pc:sldChg>
      <pc:sldChg chg="modSp add mod ord">
        <pc:chgData name="Sini Mathew" userId="3875fe58a975fc01" providerId="LiveId" clId="{684AC0C9-20FA-4B26-9B35-D755FBD1043B}" dt="2025-05-25T16:25:25.211" v="3760" actId="20577"/>
        <pc:sldMkLst>
          <pc:docMk/>
          <pc:sldMk cId="1382849182" sldId="2373"/>
        </pc:sldMkLst>
        <pc:spChg chg="mod">
          <ac:chgData name="Sini Mathew" userId="3875fe58a975fc01" providerId="LiveId" clId="{684AC0C9-20FA-4B26-9B35-D755FBD1043B}" dt="2025-05-25T16:25:25.211" v="3760" actId="20577"/>
          <ac:spMkLst>
            <pc:docMk/>
            <pc:sldMk cId="1382849182" sldId="2373"/>
            <ac:spMk id="2" creationId="{F0441D32-4C15-1E38-B5EF-7EC54D71C241}"/>
          </ac:spMkLst>
        </pc:spChg>
        <pc:spChg chg="mod">
          <ac:chgData name="Sini Mathew" userId="3875fe58a975fc01" providerId="LiveId" clId="{684AC0C9-20FA-4B26-9B35-D755FBD1043B}" dt="2025-05-25T08:48:57.517" v="1551" actId="20577"/>
          <ac:spMkLst>
            <pc:docMk/>
            <pc:sldMk cId="1382849182" sldId="2373"/>
            <ac:spMk id="3" creationId="{430B85E5-73BA-A9A7-37BB-CB85F3D28EF1}"/>
          </ac:spMkLst>
        </pc:spChg>
      </pc:sldChg>
      <pc:sldChg chg="modSp add mod">
        <pc:chgData name="Sini Mathew" userId="3875fe58a975fc01" providerId="LiveId" clId="{684AC0C9-20FA-4B26-9B35-D755FBD1043B}" dt="2025-05-25T16:25:43.176" v="3762" actId="207"/>
        <pc:sldMkLst>
          <pc:docMk/>
          <pc:sldMk cId="4211253958" sldId="2374"/>
        </pc:sldMkLst>
      </pc:sldChg>
      <pc:sldChg chg="delSp modSp add mod ord">
        <pc:chgData name="Sini Mathew" userId="3875fe58a975fc01" providerId="LiveId" clId="{684AC0C9-20FA-4B26-9B35-D755FBD1043B}" dt="2025-05-25T09:07:52.119" v="1931" actId="20577"/>
        <pc:sldMkLst>
          <pc:docMk/>
          <pc:sldMk cId="3763329317" sldId="2375"/>
        </pc:sldMkLst>
        <pc:spChg chg="mod">
          <ac:chgData name="Sini Mathew" userId="3875fe58a975fc01" providerId="LiveId" clId="{684AC0C9-20FA-4B26-9B35-D755FBD1043B}" dt="2025-05-25T09:05:40.373" v="1882" actId="20577"/>
          <ac:spMkLst>
            <pc:docMk/>
            <pc:sldMk cId="3763329317" sldId="2375"/>
            <ac:spMk id="2" creationId="{BB98EE05-2746-E4A3-E77C-117FBB88B39F}"/>
          </ac:spMkLst>
        </pc:spChg>
        <pc:spChg chg="mod">
          <ac:chgData name="Sini Mathew" userId="3875fe58a975fc01" providerId="LiveId" clId="{684AC0C9-20FA-4B26-9B35-D755FBD1043B}" dt="2025-05-25T09:07:52.119" v="1931" actId="20577"/>
          <ac:spMkLst>
            <pc:docMk/>
            <pc:sldMk cId="3763329317" sldId="2375"/>
            <ac:spMk id="3" creationId="{36B266B1-BAE8-35A0-E72E-E94A41BE1C3D}"/>
          </ac:spMkLst>
        </pc:spChg>
        <pc:spChg chg="mod">
          <ac:chgData name="Sini Mathew" userId="3875fe58a975fc01" providerId="LiveId" clId="{684AC0C9-20FA-4B26-9B35-D755FBD1043B}" dt="2025-05-25T09:02:42.517" v="1811" actId="114"/>
          <ac:spMkLst>
            <pc:docMk/>
            <pc:sldMk cId="3763329317" sldId="2375"/>
            <ac:spMk id="11" creationId="{9EC68614-8C31-531E-F024-1CCA14A13FD6}"/>
          </ac:spMkLst>
        </pc:spChg>
        <pc:spChg chg="mod">
          <ac:chgData name="Sini Mathew" userId="3875fe58a975fc01" providerId="LiveId" clId="{684AC0C9-20FA-4B26-9B35-D755FBD1043B}" dt="2025-05-25T09:02:28.576" v="1809" actId="1076"/>
          <ac:spMkLst>
            <pc:docMk/>
            <pc:sldMk cId="3763329317" sldId="2375"/>
            <ac:spMk id="12" creationId="{9DE4D25A-FEAB-A194-4BAC-2B8EF9C176C5}"/>
          </ac:spMkLst>
        </pc:spChg>
      </pc:sldChg>
      <pc:sldChg chg="modSp add mod ord">
        <pc:chgData name="Sini Mathew" userId="3875fe58a975fc01" providerId="LiveId" clId="{684AC0C9-20FA-4B26-9B35-D755FBD1043B}" dt="2025-05-25T09:08:00.041" v="1935" actId="20577"/>
        <pc:sldMkLst>
          <pc:docMk/>
          <pc:sldMk cId="3178611561" sldId="2376"/>
        </pc:sldMkLst>
        <pc:spChg chg="mod">
          <ac:chgData name="Sini Mathew" userId="3875fe58a975fc01" providerId="LiveId" clId="{684AC0C9-20FA-4B26-9B35-D755FBD1043B}" dt="2025-05-25T09:05:50.031" v="1905" actId="20577"/>
          <ac:spMkLst>
            <pc:docMk/>
            <pc:sldMk cId="3178611561" sldId="2376"/>
            <ac:spMk id="2" creationId="{42E0AB52-6123-7F09-FD34-D192714A8BEB}"/>
          </ac:spMkLst>
        </pc:spChg>
        <pc:spChg chg="mod">
          <ac:chgData name="Sini Mathew" userId="3875fe58a975fc01" providerId="LiveId" clId="{684AC0C9-20FA-4B26-9B35-D755FBD1043B}" dt="2025-05-25T09:08:00.041" v="1935" actId="20577"/>
          <ac:spMkLst>
            <pc:docMk/>
            <pc:sldMk cId="3178611561" sldId="2376"/>
            <ac:spMk id="3" creationId="{19B7B0C8-CB34-153D-1EB4-43D5AC5D3B8A}"/>
          </ac:spMkLst>
        </pc:spChg>
        <pc:spChg chg="mod">
          <ac:chgData name="Sini Mathew" userId="3875fe58a975fc01" providerId="LiveId" clId="{684AC0C9-20FA-4B26-9B35-D755FBD1043B}" dt="2025-05-25T09:04:14.958" v="1817" actId="255"/>
          <ac:spMkLst>
            <pc:docMk/>
            <pc:sldMk cId="3178611561" sldId="2376"/>
            <ac:spMk id="4" creationId="{7A8A047D-158E-0CAB-9744-0BD0A6FD5998}"/>
          </ac:spMkLst>
        </pc:spChg>
        <pc:spChg chg="mod">
          <ac:chgData name="Sini Mathew" userId="3875fe58a975fc01" providerId="LiveId" clId="{684AC0C9-20FA-4B26-9B35-D755FBD1043B}" dt="2025-05-25T09:05:10.229" v="1827" actId="1076"/>
          <ac:spMkLst>
            <pc:docMk/>
            <pc:sldMk cId="3178611561" sldId="2376"/>
            <ac:spMk id="8" creationId="{D06ABCCF-5E89-D762-25A2-F68049164F5D}"/>
          </ac:spMkLst>
        </pc:spChg>
      </pc:sldChg>
      <pc:sldChg chg="modSp add mod ord">
        <pc:chgData name="Sini Mathew" userId="3875fe58a975fc01" providerId="LiveId" clId="{684AC0C9-20FA-4B26-9B35-D755FBD1043B}" dt="2025-05-25T09:08:07.230" v="1939" actId="20577"/>
        <pc:sldMkLst>
          <pc:docMk/>
          <pc:sldMk cId="1093914280" sldId="2377"/>
        </pc:sldMkLst>
      </pc:sldChg>
      <pc:sldChg chg="modSp add mod">
        <pc:chgData name="Sini Mathew" userId="3875fe58a975fc01" providerId="LiveId" clId="{684AC0C9-20FA-4B26-9B35-D755FBD1043B}" dt="2025-05-25T09:08:13.546" v="1943" actId="20577"/>
        <pc:sldMkLst>
          <pc:docMk/>
          <pc:sldMk cId="4040433060" sldId="2378"/>
        </pc:sldMkLst>
        <pc:spChg chg="mod">
          <ac:chgData name="Sini Mathew" userId="3875fe58a975fc01" providerId="LiveId" clId="{684AC0C9-20FA-4B26-9B35-D755FBD1043B}" dt="2025-05-25T09:08:13.546" v="1943" actId="20577"/>
          <ac:spMkLst>
            <pc:docMk/>
            <pc:sldMk cId="4040433060" sldId="2378"/>
            <ac:spMk id="3" creationId="{3322E769-9766-9701-49E8-94C614D4B27B}"/>
          </ac:spMkLst>
        </pc:spChg>
        <pc:spChg chg="mod">
          <ac:chgData name="Sini Mathew" userId="3875fe58a975fc01" providerId="LiveId" clId="{684AC0C9-20FA-4B26-9B35-D755FBD1043B}" dt="2025-05-25T09:06:43.133" v="1914" actId="255"/>
          <ac:spMkLst>
            <pc:docMk/>
            <pc:sldMk cId="4040433060" sldId="2378"/>
            <ac:spMk id="4" creationId="{A0118179-919B-A04D-61A3-EBC6DC6F2EB9}"/>
          </ac:spMkLst>
        </pc:spChg>
        <pc:spChg chg="mod">
          <ac:chgData name="Sini Mathew" userId="3875fe58a975fc01" providerId="LiveId" clId="{684AC0C9-20FA-4B26-9B35-D755FBD1043B}" dt="2025-05-25T09:07:30.959" v="1920" actId="122"/>
          <ac:spMkLst>
            <pc:docMk/>
            <pc:sldMk cId="4040433060" sldId="2378"/>
            <ac:spMk id="8" creationId="{11B5E1B7-DD37-797F-3825-25E7DFC90DB8}"/>
          </ac:spMkLst>
        </pc:spChg>
      </pc:sldChg>
      <pc:sldChg chg="modSp add mod ord">
        <pc:chgData name="Sini Mathew" userId="3875fe58a975fc01" providerId="LiveId" clId="{684AC0C9-20FA-4B26-9B35-D755FBD1043B}" dt="2025-05-25T09:08:21.590" v="1947" actId="20577"/>
        <pc:sldMkLst>
          <pc:docMk/>
          <pc:sldMk cId="227317419" sldId="2379"/>
        </pc:sldMkLst>
      </pc:sldChg>
      <pc:sldChg chg="addSp delSp modSp add mod">
        <pc:chgData name="Sini Mathew" userId="3875fe58a975fc01" providerId="LiveId" clId="{684AC0C9-20FA-4B26-9B35-D755FBD1043B}" dt="2025-05-25T09:13:01.819" v="2014" actId="20577"/>
        <pc:sldMkLst>
          <pc:docMk/>
          <pc:sldMk cId="2558850899" sldId="2380"/>
        </pc:sldMkLst>
        <pc:spChg chg="mod">
          <ac:chgData name="Sini Mathew" userId="3875fe58a975fc01" providerId="LiveId" clId="{684AC0C9-20FA-4B26-9B35-D755FBD1043B}" dt="2025-05-25T09:13:01.819" v="2014" actId="20577"/>
          <ac:spMkLst>
            <pc:docMk/>
            <pc:sldMk cId="2558850899" sldId="2380"/>
            <ac:spMk id="4" creationId="{B8D67AFB-3EB1-3422-E408-FE8ADA4C7835}"/>
          </ac:spMkLst>
        </pc:spChg>
        <pc:spChg chg="add mod">
          <ac:chgData name="Sini Mathew" userId="3875fe58a975fc01" providerId="LiveId" clId="{684AC0C9-20FA-4B26-9B35-D755FBD1043B}" dt="2025-05-25T09:11:07.976" v="1975" actId="1076"/>
          <ac:spMkLst>
            <pc:docMk/>
            <pc:sldMk cId="2558850899" sldId="2380"/>
            <ac:spMk id="5" creationId="{B1914874-F73C-3422-ABDB-79F41EA15139}"/>
          </ac:spMkLst>
        </pc:spChg>
        <pc:spChg chg="add mod">
          <ac:chgData name="Sini Mathew" userId="3875fe58a975fc01" providerId="LiveId" clId="{684AC0C9-20FA-4B26-9B35-D755FBD1043B}" dt="2025-05-25T09:11:04.385" v="1974" actId="1076"/>
          <ac:spMkLst>
            <pc:docMk/>
            <pc:sldMk cId="2558850899" sldId="2380"/>
            <ac:spMk id="8" creationId="{C254D51C-B323-51C0-DF4E-9CEA87481973}"/>
          </ac:spMkLst>
        </pc:spChg>
      </pc:sldChg>
      <pc:sldChg chg="addSp delSp modSp add mod">
        <pc:chgData name="Sini Mathew" userId="3875fe58a975fc01" providerId="LiveId" clId="{684AC0C9-20FA-4B26-9B35-D755FBD1043B}" dt="2025-05-25T09:12:49.835" v="2007" actId="20577"/>
        <pc:sldMkLst>
          <pc:docMk/>
          <pc:sldMk cId="3155958482" sldId="2381"/>
        </pc:sldMkLst>
        <pc:spChg chg="add mod">
          <ac:chgData name="Sini Mathew" userId="3875fe58a975fc01" providerId="LiveId" clId="{684AC0C9-20FA-4B26-9B35-D755FBD1043B}" dt="2025-05-25T09:11:31.950" v="1979" actId="1076"/>
          <ac:spMkLst>
            <pc:docMk/>
            <pc:sldMk cId="3155958482" sldId="2381"/>
            <ac:spMk id="3" creationId="{722BCE68-42CE-021C-0701-45522B6BB37E}"/>
          </ac:spMkLst>
        </pc:spChg>
        <pc:spChg chg="mod">
          <ac:chgData name="Sini Mathew" userId="3875fe58a975fc01" providerId="LiveId" clId="{684AC0C9-20FA-4B26-9B35-D755FBD1043B}" dt="2025-05-25T09:12:49.835" v="2007" actId="20577"/>
          <ac:spMkLst>
            <pc:docMk/>
            <pc:sldMk cId="3155958482" sldId="2381"/>
            <ac:spMk id="4" creationId="{3DCCAEE3-4EA0-66FC-0552-7DE169F83F75}"/>
          </ac:spMkLst>
        </pc:spChg>
        <pc:spChg chg="add mod">
          <ac:chgData name="Sini Mathew" userId="3875fe58a975fc01" providerId="LiveId" clId="{684AC0C9-20FA-4B26-9B35-D755FBD1043B}" dt="2025-05-25T09:11:46.572" v="1982" actId="1076"/>
          <ac:spMkLst>
            <pc:docMk/>
            <pc:sldMk cId="3155958482" sldId="2381"/>
            <ac:spMk id="9" creationId="{90AB8FCF-7EC3-AF8A-3267-53BCB7CCE796}"/>
          </ac:spMkLst>
        </pc:spChg>
      </pc:sldChg>
      <pc:sldChg chg="addSp delSp modSp add mod">
        <pc:chgData name="Sini Mathew" userId="3875fe58a975fc01" providerId="LiveId" clId="{684AC0C9-20FA-4B26-9B35-D755FBD1043B}" dt="2025-05-25T09:12:42.284" v="2001" actId="20577"/>
        <pc:sldMkLst>
          <pc:docMk/>
          <pc:sldMk cId="2618990443" sldId="2382"/>
        </pc:sldMkLst>
        <pc:spChg chg="mod">
          <ac:chgData name="Sini Mathew" userId="3875fe58a975fc01" providerId="LiveId" clId="{684AC0C9-20FA-4B26-9B35-D755FBD1043B}" dt="2025-05-25T09:12:42.284" v="2001" actId="20577"/>
          <ac:spMkLst>
            <pc:docMk/>
            <pc:sldMk cId="2618990443" sldId="2382"/>
            <ac:spMk id="4" creationId="{D2FBA9F0-F0BD-881F-B6DB-679FBD0FA8D2}"/>
          </ac:spMkLst>
        </pc:spChg>
        <pc:spChg chg="add mod">
          <ac:chgData name="Sini Mathew" userId="3875fe58a975fc01" providerId="LiveId" clId="{684AC0C9-20FA-4B26-9B35-D755FBD1043B}" dt="2025-05-25T09:12:10.976" v="1986" actId="1076"/>
          <ac:spMkLst>
            <pc:docMk/>
            <pc:sldMk cId="2618990443" sldId="2382"/>
            <ac:spMk id="5" creationId="{3AF18C6A-2147-CA63-919E-E0EA327DB95A}"/>
          </ac:spMkLst>
        </pc:spChg>
        <pc:spChg chg="add mod">
          <ac:chgData name="Sini Mathew" userId="3875fe58a975fc01" providerId="LiveId" clId="{684AC0C9-20FA-4B26-9B35-D755FBD1043B}" dt="2025-05-25T09:12:22.467" v="1989" actId="1076"/>
          <ac:spMkLst>
            <pc:docMk/>
            <pc:sldMk cId="2618990443" sldId="2382"/>
            <ac:spMk id="8" creationId="{5555FA10-F913-7BDE-132B-049EA66F8F92}"/>
          </ac:spMkLst>
        </pc:spChg>
      </pc:sldChg>
      <pc:sldChg chg="modSp add mod">
        <pc:chgData name="Sini Mathew" userId="3875fe58a975fc01" providerId="LiveId" clId="{684AC0C9-20FA-4B26-9B35-D755FBD1043B}" dt="2025-05-25T16:30:15.126" v="3811" actId="1076"/>
        <pc:sldMkLst>
          <pc:docMk/>
          <pc:sldMk cId="1709694121" sldId="2383"/>
        </pc:sldMkLst>
        <pc:spChg chg="mod">
          <ac:chgData name="Sini Mathew" userId="3875fe58a975fc01" providerId="LiveId" clId="{684AC0C9-20FA-4B26-9B35-D755FBD1043B}" dt="2025-05-25T16:30:15.126" v="3811" actId="1076"/>
          <ac:spMkLst>
            <pc:docMk/>
            <pc:sldMk cId="1709694121" sldId="2383"/>
            <ac:spMk id="3" creationId="{8E3A7B4D-0604-D6D7-DAE1-A663148AED96}"/>
          </ac:spMkLst>
        </pc:spChg>
        <pc:spChg chg="mod">
          <ac:chgData name="Sini Mathew" userId="3875fe58a975fc01" providerId="LiveId" clId="{684AC0C9-20FA-4B26-9B35-D755FBD1043B}" dt="2025-05-25T09:28:02.792" v="2183" actId="20577"/>
          <ac:spMkLst>
            <pc:docMk/>
            <pc:sldMk cId="1709694121" sldId="2383"/>
            <ac:spMk id="4" creationId="{E5D734EF-24D6-F2E8-9A27-29F0FDB952BF}"/>
          </ac:spMkLst>
        </pc:spChg>
        <pc:spChg chg="mod">
          <ac:chgData name="Sini Mathew" userId="3875fe58a975fc01" providerId="LiveId" clId="{684AC0C9-20FA-4B26-9B35-D755FBD1043B}" dt="2025-05-25T09:22:38.612" v="2140" actId="255"/>
          <ac:spMkLst>
            <pc:docMk/>
            <pc:sldMk cId="1709694121" sldId="2383"/>
            <ac:spMk id="5" creationId="{3AC3FFF5-EE7A-E6B5-418B-D5EC1685C2FC}"/>
          </ac:spMkLst>
        </pc:spChg>
      </pc:sldChg>
      <pc:sldChg chg="modSp add mod">
        <pc:chgData name="Sini Mathew" userId="3875fe58a975fc01" providerId="LiveId" clId="{684AC0C9-20FA-4B26-9B35-D755FBD1043B}" dt="2025-05-25T16:30:26.236" v="3812" actId="1076"/>
        <pc:sldMkLst>
          <pc:docMk/>
          <pc:sldMk cId="3523189780" sldId="2384"/>
        </pc:sldMkLst>
        <pc:spChg chg="mod">
          <ac:chgData name="Sini Mathew" userId="3875fe58a975fc01" providerId="LiveId" clId="{684AC0C9-20FA-4B26-9B35-D755FBD1043B}" dt="2025-05-25T16:30:26.236" v="3812" actId="1076"/>
          <ac:spMkLst>
            <pc:docMk/>
            <pc:sldMk cId="3523189780" sldId="2384"/>
            <ac:spMk id="3" creationId="{97BEF389-CAD6-23E8-DB88-9C1C1819F2E1}"/>
          </ac:spMkLst>
        </pc:spChg>
        <pc:spChg chg="mod">
          <ac:chgData name="Sini Mathew" userId="3875fe58a975fc01" providerId="LiveId" clId="{684AC0C9-20FA-4B26-9B35-D755FBD1043B}" dt="2025-05-25T09:28:12.495" v="2188" actId="20577"/>
          <ac:spMkLst>
            <pc:docMk/>
            <pc:sldMk cId="3523189780" sldId="2384"/>
            <ac:spMk id="4" creationId="{DCDD21A2-A76A-9151-16A3-3AD65C638336}"/>
          </ac:spMkLst>
        </pc:spChg>
        <pc:spChg chg="mod">
          <ac:chgData name="Sini Mathew" userId="3875fe58a975fc01" providerId="LiveId" clId="{684AC0C9-20FA-4B26-9B35-D755FBD1043B}" dt="2025-05-25T09:24:28.441" v="2150" actId="255"/>
          <ac:spMkLst>
            <pc:docMk/>
            <pc:sldMk cId="3523189780" sldId="2384"/>
            <ac:spMk id="5" creationId="{FEEEC3D8-2D12-A75D-BC98-8BED56DFB3D9}"/>
          </ac:spMkLst>
        </pc:spChg>
      </pc:sldChg>
      <pc:sldChg chg="modSp add mod">
        <pc:chgData name="Sini Mathew" userId="3875fe58a975fc01" providerId="LiveId" clId="{684AC0C9-20FA-4B26-9B35-D755FBD1043B}" dt="2025-05-29T01:55:08.741" v="3851" actId="1076"/>
        <pc:sldMkLst>
          <pc:docMk/>
          <pc:sldMk cId="3921090380" sldId="2385"/>
        </pc:sldMkLst>
        <pc:spChg chg="mod">
          <ac:chgData name="Sini Mathew" userId="3875fe58a975fc01" providerId="LiveId" clId="{684AC0C9-20FA-4B26-9B35-D755FBD1043B}" dt="2025-05-25T16:30:32.267" v="3813" actId="1076"/>
          <ac:spMkLst>
            <pc:docMk/>
            <pc:sldMk cId="3921090380" sldId="2385"/>
            <ac:spMk id="3" creationId="{9F3C7716-9256-3B7E-3264-1CFB64E2B6DB}"/>
          </ac:spMkLst>
        </pc:spChg>
        <pc:spChg chg="mod">
          <ac:chgData name="Sini Mathew" userId="3875fe58a975fc01" providerId="LiveId" clId="{684AC0C9-20FA-4B26-9B35-D755FBD1043B}" dt="2025-05-25T09:28:22.693" v="2193" actId="20577"/>
          <ac:spMkLst>
            <pc:docMk/>
            <pc:sldMk cId="3921090380" sldId="2385"/>
            <ac:spMk id="4" creationId="{425814E2-96B7-8DC4-51BB-0DD3DA02527B}"/>
          </ac:spMkLst>
        </pc:spChg>
        <pc:spChg chg="mod">
          <ac:chgData name="Sini Mathew" userId="3875fe58a975fc01" providerId="LiveId" clId="{684AC0C9-20FA-4B26-9B35-D755FBD1043B}" dt="2025-05-29T01:55:08.741" v="3851" actId="1076"/>
          <ac:spMkLst>
            <pc:docMk/>
            <pc:sldMk cId="3921090380" sldId="2385"/>
            <ac:spMk id="5" creationId="{AE8CC777-BD10-A65F-7C61-A41C7FB12754}"/>
          </ac:spMkLst>
        </pc:spChg>
      </pc:sldChg>
      <pc:sldChg chg="modSp add mod">
        <pc:chgData name="Sini Mathew" userId="3875fe58a975fc01" providerId="LiveId" clId="{684AC0C9-20FA-4B26-9B35-D755FBD1043B}" dt="2025-05-25T09:37:22.709" v="2374" actId="1076"/>
        <pc:sldMkLst>
          <pc:docMk/>
          <pc:sldMk cId="3021718961" sldId="2386"/>
        </pc:sldMkLst>
        <pc:spChg chg="mod">
          <ac:chgData name="Sini Mathew" userId="3875fe58a975fc01" providerId="LiveId" clId="{684AC0C9-20FA-4B26-9B35-D755FBD1043B}" dt="2025-05-25T09:37:22.709" v="2374" actId="1076"/>
          <ac:spMkLst>
            <pc:docMk/>
            <pc:sldMk cId="3021718961" sldId="2386"/>
            <ac:spMk id="3" creationId="{656E826A-8C45-184C-43D5-AB7F3D1B1A6D}"/>
          </ac:spMkLst>
        </pc:spChg>
      </pc:sldChg>
      <pc:sldChg chg="modSp add mod">
        <pc:chgData name="Sini Mathew" userId="3875fe58a975fc01" providerId="LiveId" clId="{684AC0C9-20FA-4B26-9B35-D755FBD1043B}" dt="2025-05-25T09:38:05.118" v="2445" actId="1076"/>
        <pc:sldMkLst>
          <pc:docMk/>
          <pc:sldMk cId="397139102" sldId="2387"/>
        </pc:sldMkLst>
        <pc:spChg chg="mod">
          <ac:chgData name="Sini Mathew" userId="3875fe58a975fc01" providerId="LiveId" clId="{684AC0C9-20FA-4B26-9B35-D755FBD1043B}" dt="2025-05-25T09:38:05.118" v="2445" actId="1076"/>
          <ac:spMkLst>
            <pc:docMk/>
            <pc:sldMk cId="397139102" sldId="2387"/>
            <ac:spMk id="3" creationId="{FA9F2E1F-9ADC-B638-AF60-82A55CC2E283}"/>
          </ac:spMkLst>
        </pc:spChg>
      </pc:sldChg>
      <pc:sldChg chg="modSp add mod">
        <pc:chgData name="Sini Mathew" userId="3875fe58a975fc01" providerId="LiveId" clId="{684AC0C9-20FA-4B26-9B35-D755FBD1043B}" dt="2025-05-25T09:38:43.157" v="2520" actId="20577"/>
        <pc:sldMkLst>
          <pc:docMk/>
          <pc:sldMk cId="2414679831" sldId="2388"/>
        </pc:sldMkLst>
      </pc:sldChg>
      <pc:sldChg chg="modSp add mod">
        <pc:chgData name="Sini Mathew" userId="3875fe58a975fc01" providerId="LiveId" clId="{684AC0C9-20FA-4B26-9B35-D755FBD1043B}" dt="2025-05-25T09:39:25.525" v="2599" actId="14100"/>
        <pc:sldMkLst>
          <pc:docMk/>
          <pc:sldMk cId="828810092" sldId="2389"/>
        </pc:sldMkLst>
      </pc:sldChg>
      <pc:sldChg chg="modSp add mod">
        <pc:chgData name="Sini Mathew" userId="3875fe58a975fc01" providerId="LiveId" clId="{684AC0C9-20FA-4B26-9B35-D755FBD1043B}" dt="2025-05-25T09:40:06.118" v="2692" actId="5793"/>
        <pc:sldMkLst>
          <pc:docMk/>
          <pc:sldMk cId="342482431" sldId="2390"/>
        </pc:sldMkLst>
        <pc:spChg chg="mod">
          <ac:chgData name="Sini Mathew" userId="3875fe58a975fc01" providerId="LiveId" clId="{684AC0C9-20FA-4B26-9B35-D755FBD1043B}" dt="2025-05-25T09:40:06.118" v="2692" actId="5793"/>
          <ac:spMkLst>
            <pc:docMk/>
            <pc:sldMk cId="342482431" sldId="2390"/>
            <ac:spMk id="3" creationId="{C2E0566D-71C4-714B-C887-74F357B65FBF}"/>
          </ac:spMkLst>
        </pc:spChg>
      </pc:sldChg>
      <pc:sldChg chg="modSp add mod">
        <pc:chgData name="Sini Mathew" userId="3875fe58a975fc01" providerId="LiveId" clId="{684AC0C9-20FA-4B26-9B35-D755FBD1043B}" dt="2025-05-25T09:42:39.577" v="2759" actId="114"/>
        <pc:sldMkLst>
          <pc:docMk/>
          <pc:sldMk cId="943012970" sldId="2391"/>
        </pc:sldMkLst>
        <pc:spChg chg="mod">
          <ac:chgData name="Sini Mathew" userId="3875fe58a975fc01" providerId="LiveId" clId="{684AC0C9-20FA-4B26-9B35-D755FBD1043B}" dt="2025-05-25T09:42:39.577" v="2759" actId="114"/>
          <ac:spMkLst>
            <pc:docMk/>
            <pc:sldMk cId="943012970" sldId="2391"/>
            <ac:spMk id="3" creationId="{07B3F196-9D45-45A8-3E44-6B5CF3016BDB}"/>
          </ac:spMkLst>
        </pc:spChg>
      </pc:sldChg>
      <pc:sldChg chg="modSp add mod">
        <pc:chgData name="Sini Mathew" userId="3875fe58a975fc01" providerId="LiveId" clId="{684AC0C9-20FA-4B26-9B35-D755FBD1043B}" dt="2025-05-25T09:43:30.466" v="2766" actId="255"/>
        <pc:sldMkLst>
          <pc:docMk/>
          <pc:sldMk cId="2733932937" sldId="2392"/>
        </pc:sldMkLst>
        <pc:spChg chg="mod">
          <ac:chgData name="Sini Mathew" userId="3875fe58a975fc01" providerId="LiveId" clId="{684AC0C9-20FA-4B26-9B35-D755FBD1043B}" dt="2025-05-25T09:43:30.466" v="2766" actId="255"/>
          <ac:spMkLst>
            <pc:docMk/>
            <pc:sldMk cId="2733932937" sldId="2392"/>
            <ac:spMk id="3" creationId="{91EA1DA1-B087-7B2F-059E-0EB08F74B46F}"/>
          </ac:spMkLst>
        </pc:spChg>
      </pc:sldChg>
      <pc:sldChg chg="modSp add mod ord">
        <pc:chgData name="Sini Mathew" userId="3875fe58a975fc01" providerId="LiveId" clId="{684AC0C9-20FA-4B26-9B35-D755FBD1043B}" dt="2025-05-25T09:49:30.831" v="3019"/>
        <pc:sldMkLst>
          <pc:docMk/>
          <pc:sldMk cId="2293860912" sldId="2393"/>
        </pc:sldMkLst>
        <pc:spChg chg="mod">
          <ac:chgData name="Sini Mathew" userId="3875fe58a975fc01" providerId="LiveId" clId="{684AC0C9-20FA-4B26-9B35-D755FBD1043B}" dt="2025-05-25T09:49:15.584" v="3016" actId="122"/>
          <ac:spMkLst>
            <pc:docMk/>
            <pc:sldMk cId="2293860912" sldId="2393"/>
            <ac:spMk id="3" creationId="{330DA70D-4725-DF21-F910-B7D41ADDE6C5}"/>
          </ac:spMkLst>
        </pc:spChg>
      </pc:sldChg>
      <pc:sldChg chg="modSp add mod ord">
        <pc:chgData name="Sini Mathew" userId="3875fe58a975fc01" providerId="LiveId" clId="{684AC0C9-20FA-4B26-9B35-D755FBD1043B}" dt="2025-05-25T09:50:25.663" v="3131"/>
        <pc:sldMkLst>
          <pc:docMk/>
          <pc:sldMk cId="3171420277" sldId="2394"/>
        </pc:sldMkLst>
        <pc:spChg chg="mod">
          <ac:chgData name="Sini Mathew" userId="3875fe58a975fc01" providerId="LiveId" clId="{684AC0C9-20FA-4B26-9B35-D755FBD1043B}" dt="2025-05-25T09:50:15.499" v="3128" actId="20577"/>
          <ac:spMkLst>
            <pc:docMk/>
            <pc:sldMk cId="3171420277" sldId="2394"/>
            <ac:spMk id="3" creationId="{295CE31C-85DB-9312-54DA-87019E714996}"/>
          </ac:spMkLst>
        </pc:spChg>
      </pc:sldChg>
      <pc:sldChg chg="add ord">
        <pc:chgData name="Sini Mathew" userId="3875fe58a975fc01" providerId="LiveId" clId="{684AC0C9-20FA-4B26-9B35-D755FBD1043B}" dt="2025-05-25T09:50:29.496" v="3134"/>
        <pc:sldMkLst>
          <pc:docMk/>
          <pc:sldMk cId="1165368182" sldId="2395"/>
        </pc:sldMkLst>
      </pc:sldChg>
      <pc:sldChg chg="modSp add mod ord">
        <pc:chgData name="Sini Mathew" userId="3875fe58a975fc01" providerId="LiveId" clId="{684AC0C9-20FA-4B26-9B35-D755FBD1043B}" dt="2025-05-25T09:51:24.822" v="3237"/>
        <pc:sldMkLst>
          <pc:docMk/>
          <pc:sldMk cId="1585868484" sldId="2396"/>
        </pc:sldMkLst>
        <pc:spChg chg="mod">
          <ac:chgData name="Sini Mathew" userId="3875fe58a975fc01" providerId="LiveId" clId="{684AC0C9-20FA-4B26-9B35-D755FBD1043B}" dt="2025-05-25T09:51:16.768" v="3234" actId="20577"/>
          <ac:spMkLst>
            <pc:docMk/>
            <pc:sldMk cId="1585868484" sldId="2396"/>
            <ac:spMk id="3" creationId="{FD33E4D5-B80D-F148-53CF-BF0AA7BFE124}"/>
          </ac:spMkLst>
        </pc:spChg>
      </pc:sldChg>
      <pc:sldChg chg="add ord">
        <pc:chgData name="Sini Mathew" userId="3875fe58a975fc01" providerId="LiveId" clId="{684AC0C9-20FA-4B26-9B35-D755FBD1043B}" dt="2025-05-25T09:51:29.757" v="3242"/>
        <pc:sldMkLst>
          <pc:docMk/>
          <pc:sldMk cId="1035151135" sldId="2397"/>
        </pc:sldMkLst>
      </pc:sldChg>
      <pc:sldChg chg="modSp add mod ord">
        <pc:chgData name="Sini Mathew" userId="3875fe58a975fc01" providerId="LiveId" clId="{684AC0C9-20FA-4B26-9B35-D755FBD1043B}" dt="2025-05-25T09:52:34.362" v="3361"/>
        <pc:sldMkLst>
          <pc:docMk/>
          <pc:sldMk cId="1248569953" sldId="2398"/>
        </pc:sldMkLst>
        <pc:spChg chg="mod">
          <ac:chgData name="Sini Mathew" userId="3875fe58a975fc01" providerId="LiveId" clId="{684AC0C9-20FA-4B26-9B35-D755FBD1043B}" dt="2025-05-25T09:52:28.721" v="3358" actId="20577"/>
          <ac:spMkLst>
            <pc:docMk/>
            <pc:sldMk cId="1248569953" sldId="2398"/>
            <ac:spMk id="3" creationId="{17652C35-D2BC-06E2-E3C5-7E09437AEB61}"/>
          </ac:spMkLst>
        </pc:spChg>
      </pc:sldChg>
      <pc:sldChg chg="add ord">
        <pc:chgData name="Sini Mathew" userId="3875fe58a975fc01" providerId="LiveId" clId="{684AC0C9-20FA-4B26-9B35-D755FBD1043B}" dt="2025-05-25T09:52:38.825" v="3364"/>
        <pc:sldMkLst>
          <pc:docMk/>
          <pc:sldMk cId="1763173131" sldId="2399"/>
        </pc:sldMkLst>
      </pc:sldChg>
      <pc:sldChg chg="modSp add mod ord">
        <pc:chgData name="Sini Mathew" userId="3875fe58a975fc01" providerId="LiveId" clId="{684AC0C9-20FA-4B26-9B35-D755FBD1043B}" dt="2025-05-25T09:53:35.634" v="3478"/>
        <pc:sldMkLst>
          <pc:docMk/>
          <pc:sldMk cId="4226083997" sldId="2400"/>
        </pc:sldMkLst>
        <pc:spChg chg="mod">
          <ac:chgData name="Sini Mathew" userId="3875fe58a975fc01" providerId="LiveId" clId="{684AC0C9-20FA-4B26-9B35-D755FBD1043B}" dt="2025-05-25T09:53:27.722" v="3475" actId="20577"/>
          <ac:spMkLst>
            <pc:docMk/>
            <pc:sldMk cId="4226083997" sldId="2400"/>
            <ac:spMk id="3" creationId="{DBF9D3E0-023C-6B0A-33AA-57ABDCFC88DF}"/>
          </ac:spMkLst>
        </pc:spChg>
      </pc:sldChg>
      <pc:sldChg chg="add ord">
        <pc:chgData name="Sini Mathew" userId="3875fe58a975fc01" providerId="LiveId" clId="{684AC0C9-20FA-4B26-9B35-D755FBD1043B}" dt="2025-05-25T09:53:42.660" v="3481"/>
        <pc:sldMkLst>
          <pc:docMk/>
          <pc:sldMk cId="2429998223" sldId="2401"/>
        </pc:sldMkLst>
      </pc:sldChg>
      <pc:sldChg chg="modSp add mod ord">
        <pc:chgData name="Sini Mathew" userId="3875fe58a975fc01" providerId="LiveId" clId="{684AC0C9-20FA-4B26-9B35-D755FBD1043B}" dt="2025-05-25T09:54:35.747" v="3587"/>
        <pc:sldMkLst>
          <pc:docMk/>
          <pc:sldMk cId="1301575294" sldId="2402"/>
        </pc:sldMkLst>
        <pc:spChg chg="mod">
          <ac:chgData name="Sini Mathew" userId="3875fe58a975fc01" providerId="LiveId" clId="{684AC0C9-20FA-4B26-9B35-D755FBD1043B}" dt="2025-05-25T09:54:28.741" v="3584" actId="20577"/>
          <ac:spMkLst>
            <pc:docMk/>
            <pc:sldMk cId="1301575294" sldId="2402"/>
            <ac:spMk id="3" creationId="{3B170A83-5E1B-6796-7F72-74F454FC5BE8}"/>
          </ac:spMkLst>
        </pc:spChg>
      </pc:sldChg>
      <pc:sldChg chg="add ord">
        <pc:chgData name="Sini Mathew" userId="3875fe58a975fc01" providerId="LiveId" clId="{684AC0C9-20FA-4B26-9B35-D755FBD1043B}" dt="2025-05-25T09:54:39.012" v="3590"/>
        <pc:sldMkLst>
          <pc:docMk/>
          <pc:sldMk cId="3454080866" sldId="2403"/>
        </pc:sldMkLst>
      </pc:sldChg>
      <pc:sldChg chg="modSp add mod ord">
        <pc:chgData name="Sini Mathew" userId="3875fe58a975fc01" providerId="LiveId" clId="{684AC0C9-20FA-4B26-9B35-D755FBD1043B}" dt="2025-05-25T09:55:22.893" v="3689"/>
        <pc:sldMkLst>
          <pc:docMk/>
          <pc:sldMk cId="320728818" sldId="2404"/>
        </pc:sldMkLst>
        <pc:spChg chg="mod">
          <ac:chgData name="Sini Mathew" userId="3875fe58a975fc01" providerId="LiveId" clId="{684AC0C9-20FA-4B26-9B35-D755FBD1043B}" dt="2025-05-25T09:55:17.156" v="3686" actId="20577"/>
          <ac:spMkLst>
            <pc:docMk/>
            <pc:sldMk cId="320728818" sldId="2404"/>
            <ac:spMk id="3" creationId="{968A4681-688B-6AA9-2301-0857C12FD999}"/>
          </ac:spMkLst>
        </pc:spChg>
      </pc:sldChg>
      <pc:sldChg chg="add">
        <pc:chgData name="Sini Mathew" userId="3875fe58a975fc01" providerId="LiveId" clId="{684AC0C9-20FA-4B26-9B35-D755FBD1043B}" dt="2025-05-25T09:55:21.440" v="3687" actId="2890"/>
        <pc:sldMkLst>
          <pc:docMk/>
          <pc:sldMk cId="1096927789" sldId="2405"/>
        </pc:sldMkLst>
      </pc:sldChg>
      <pc:sldChg chg="modSp mod">
        <pc:chgData name="Sini Mathew" userId="3875fe58a975fc01" providerId="LiveId" clId="{684AC0C9-20FA-4B26-9B35-D755FBD1043B}" dt="2025-05-25T16:19:37.020" v="3703" actId="207"/>
        <pc:sldMkLst>
          <pc:docMk/>
          <pc:sldMk cId="523973766" sldId="2414"/>
        </pc:sldMkLst>
        <pc:spChg chg="mod">
          <ac:chgData name="Sini Mathew" userId="3875fe58a975fc01" providerId="LiveId" clId="{684AC0C9-20FA-4B26-9B35-D755FBD1043B}" dt="2025-05-25T16:19:33.803" v="3702" actId="207"/>
          <ac:spMkLst>
            <pc:docMk/>
            <pc:sldMk cId="523973766" sldId="2414"/>
            <ac:spMk id="3" creationId="{D3B25E01-1DF2-5A25-52EB-7A7BBEB54841}"/>
          </ac:spMkLst>
        </pc:spChg>
        <pc:spChg chg="mod">
          <ac:chgData name="Sini Mathew" userId="3875fe58a975fc01" providerId="LiveId" clId="{684AC0C9-20FA-4B26-9B35-D755FBD1043B}" dt="2025-05-25T16:19:37.020" v="3703" actId="207"/>
          <ac:spMkLst>
            <pc:docMk/>
            <pc:sldMk cId="523973766" sldId="2414"/>
            <ac:spMk id="6" creationId="{65B43A44-721F-AC4B-715C-317E88891B6E}"/>
          </ac:spMkLst>
        </pc:spChg>
      </pc:sldChg>
      <pc:sldChg chg="modSp mod">
        <pc:chgData name="Sini Mathew" userId="3875fe58a975fc01" providerId="LiveId" clId="{684AC0C9-20FA-4B26-9B35-D755FBD1043B}" dt="2025-05-25T16:19:51.554" v="3705" actId="207"/>
        <pc:sldMkLst>
          <pc:docMk/>
          <pc:sldMk cId="3147296261" sldId="2415"/>
        </pc:sldMkLst>
        <pc:spChg chg="mod">
          <ac:chgData name="Sini Mathew" userId="3875fe58a975fc01" providerId="LiveId" clId="{684AC0C9-20FA-4B26-9B35-D755FBD1043B}" dt="2025-05-25T16:19:45.606" v="3704" actId="207"/>
          <ac:spMkLst>
            <pc:docMk/>
            <pc:sldMk cId="3147296261" sldId="2415"/>
            <ac:spMk id="3" creationId="{BE8FCE9E-344A-979F-E788-CBA034F426CA}"/>
          </ac:spMkLst>
        </pc:spChg>
        <pc:spChg chg="mod">
          <ac:chgData name="Sini Mathew" userId="3875fe58a975fc01" providerId="LiveId" clId="{684AC0C9-20FA-4B26-9B35-D755FBD1043B}" dt="2025-05-25T16:19:51.554" v="3705" actId="207"/>
          <ac:spMkLst>
            <pc:docMk/>
            <pc:sldMk cId="3147296261" sldId="2415"/>
            <ac:spMk id="6" creationId="{853135D4-50C3-F051-D595-17C7880045D0}"/>
          </ac:spMkLst>
        </pc:spChg>
      </pc:sldChg>
      <pc:sldChg chg="del ord">
        <pc:chgData name="Sini Mathew" userId="3875fe58a975fc01" providerId="LiveId" clId="{684AC0C9-20FA-4B26-9B35-D755FBD1043B}" dt="2025-05-25T16:23:12.555" v="3725" actId="47"/>
        <pc:sldMkLst>
          <pc:docMk/>
          <pc:sldMk cId="3760576123" sldId="2416"/>
        </pc:sldMkLst>
      </pc:sldChg>
      <pc:sldChg chg="del">
        <pc:chgData name="Sini Mathew" userId="3875fe58a975fc01" providerId="LiveId" clId="{684AC0C9-20FA-4B26-9B35-D755FBD1043B}" dt="2025-05-25T16:23:40.361" v="3731" actId="47"/>
        <pc:sldMkLst>
          <pc:docMk/>
          <pc:sldMk cId="2226931650" sldId="2417"/>
        </pc:sldMkLst>
      </pc:sldChg>
      <pc:sldChg chg="add">
        <pc:chgData name="Sini Mathew" userId="3875fe58a975fc01" providerId="LiveId" clId="{684AC0C9-20FA-4B26-9B35-D755FBD1043B}" dt="2025-05-25T16:20:05.857" v="3706" actId="2890"/>
        <pc:sldMkLst>
          <pc:docMk/>
          <pc:sldMk cId="2416805286" sldId="2418"/>
        </pc:sldMkLst>
      </pc:sldChg>
      <pc:sldChg chg="delSp modSp add mod">
        <pc:chgData name="Sini Mathew" userId="3875fe58a975fc01" providerId="LiveId" clId="{684AC0C9-20FA-4B26-9B35-D755FBD1043B}" dt="2025-05-25T16:29:10.966" v="3804" actId="207"/>
        <pc:sldMkLst>
          <pc:docMk/>
          <pc:sldMk cId="1968197715" sldId="2419"/>
        </pc:sldMkLst>
        <pc:spChg chg="mod">
          <ac:chgData name="Sini Mathew" userId="3875fe58a975fc01" providerId="LiveId" clId="{684AC0C9-20FA-4B26-9B35-D755FBD1043B}" dt="2025-05-25T16:28:52.242" v="3802" actId="20577"/>
          <ac:spMkLst>
            <pc:docMk/>
            <pc:sldMk cId="1968197715" sldId="2419"/>
            <ac:spMk id="3" creationId="{7C198123-DEE5-E44D-EF53-F3A7B6CAEB12}"/>
          </ac:spMkLst>
        </pc:spChg>
        <pc:spChg chg="mod">
          <ac:chgData name="Sini Mathew" userId="3875fe58a975fc01" providerId="LiveId" clId="{684AC0C9-20FA-4B26-9B35-D755FBD1043B}" dt="2025-05-25T16:29:07.940" v="3803" actId="207"/>
          <ac:spMkLst>
            <pc:docMk/>
            <pc:sldMk cId="1968197715" sldId="2419"/>
            <ac:spMk id="9" creationId="{ACD63E46-09CC-DEB4-A3D0-E66E325965A8}"/>
          </ac:spMkLst>
        </pc:spChg>
        <pc:spChg chg="mod">
          <ac:chgData name="Sini Mathew" userId="3875fe58a975fc01" providerId="LiveId" clId="{684AC0C9-20FA-4B26-9B35-D755FBD1043B}" dt="2025-05-25T16:29:10.966" v="3804" actId="207"/>
          <ac:spMkLst>
            <pc:docMk/>
            <pc:sldMk cId="1968197715" sldId="2419"/>
            <ac:spMk id="10" creationId="{BC8699E5-301E-A723-688E-C5414CA4E61B}"/>
          </ac:spMkLst>
        </pc:spChg>
      </pc:sldChg>
      <pc:sldChg chg="modSp mod">
        <pc:chgData name="Sini Mathew" userId="3875fe58a975fc01" providerId="LiveId" clId="{684AC0C9-20FA-4B26-9B35-D755FBD1043B}" dt="2025-05-29T01:54:47.761" v="3847" actId="1076"/>
        <pc:sldMkLst>
          <pc:docMk/>
          <pc:sldMk cId="1683388014" sldId="2429"/>
        </pc:sldMkLst>
        <pc:spChg chg="mod">
          <ac:chgData name="Sini Mathew" userId="3875fe58a975fc01" providerId="LiveId" clId="{684AC0C9-20FA-4B26-9B35-D755FBD1043B}" dt="2025-05-29T01:54:47.761" v="3847" actId="1076"/>
          <ac:spMkLst>
            <pc:docMk/>
            <pc:sldMk cId="1683388014" sldId="2429"/>
            <ac:spMk id="3" creationId="{FCE6FD89-9FF5-65FE-4512-6DEFFB8C0331}"/>
          </ac:spMkLst>
        </pc:spChg>
        <pc:spChg chg="mod">
          <ac:chgData name="Sini Mathew" userId="3875fe58a975fc01" providerId="LiveId" clId="{684AC0C9-20FA-4B26-9B35-D755FBD1043B}" dt="2025-05-29T01:54:25.294" v="3842" actId="1076"/>
          <ac:spMkLst>
            <pc:docMk/>
            <pc:sldMk cId="1683388014" sldId="2429"/>
            <ac:spMk id="5" creationId="{CB2DFE7C-B088-9719-6E22-25D4ABB6F677}"/>
          </ac:spMkLst>
        </pc:spChg>
      </pc:sldChg>
      <pc:sldChg chg="modSp mod">
        <pc:chgData name="Sini Mathew" userId="3875fe58a975fc01" providerId="LiveId" clId="{684AC0C9-20FA-4B26-9B35-D755FBD1043B}" dt="2025-05-29T01:53:05.203" v="3839" actId="207"/>
        <pc:sldMkLst>
          <pc:docMk/>
          <pc:sldMk cId="1016261707" sldId="2432"/>
        </pc:sldMkLst>
        <pc:spChg chg="mod">
          <ac:chgData name="Sini Mathew" userId="3875fe58a975fc01" providerId="LiveId" clId="{684AC0C9-20FA-4B26-9B35-D755FBD1043B}" dt="2025-05-29T01:53:05.203" v="3839" actId="207"/>
          <ac:spMkLst>
            <pc:docMk/>
            <pc:sldMk cId="1016261707" sldId="2432"/>
            <ac:spMk id="7" creationId="{8437B4BC-1131-FC7C-4C49-06DF4AC6DF8F}"/>
          </ac:spMkLst>
        </pc:spChg>
      </pc:sldChg>
      <pc:sldChg chg="modSp mod">
        <pc:chgData name="Sini Mathew" userId="3875fe58a975fc01" providerId="LiveId" clId="{684AC0C9-20FA-4B26-9B35-D755FBD1043B}" dt="2025-05-29T01:52:45.646" v="3835" actId="207"/>
        <pc:sldMkLst>
          <pc:docMk/>
          <pc:sldMk cId="984132980" sldId="2433"/>
        </pc:sldMkLst>
        <pc:spChg chg="mod">
          <ac:chgData name="Sini Mathew" userId="3875fe58a975fc01" providerId="LiveId" clId="{684AC0C9-20FA-4B26-9B35-D755FBD1043B}" dt="2025-05-29T01:52:45.646" v="3835" actId="207"/>
          <ac:spMkLst>
            <pc:docMk/>
            <pc:sldMk cId="984132980" sldId="2433"/>
            <ac:spMk id="7" creationId="{EC44236B-E9D2-ABA0-BE11-FF88AF9FE44E}"/>
          </ac:spMkLst>
        </pc:spChg>
      </pc:sldChg>
      <pc:sldChg chg="modSp mod">
        <pc:chgData name="Sini Mathew" userId="3875fe58a975fc01" providerId="LiveId" clId="{684AC0C9-20FA-4B26-9B35-D755FBD1043B}" dt="2025-05-29T01:52:38.075" v="3833" actId="207"/>
        <pc:sldMkLst>
          <pc:docMk/>
          <pc:sldMk cId="1822332934" sldId="2434"/>
        </pc:sldMkLst>
        <pc:spChg chg="mod">
          <ac:chgData name="Sini Mathew" userId="3875fe58a975fc01" providerId="LiveId" clId="{684AC0C9-20FA-4B26-9B35-D755FBD1043B}" dt="2025-05-29T01:52:38.075" v="3833" actId="207"/>
          <ac:spMkLst>
            <pc:docMk/>
            <pc:sldMk cId="1822332934" sldId="2434"/>
            <ac:spMk id="7" creationId="{59BDAD98-91BC-F22E-C5B7-55FF48F17CB9}"/>
          </ac:spMkLst>
        </pc:spChg>
      </pc:sldChg>
      <pc:sldChg chg="modSp mod">
        <pc:chgData name="Sini Mathew" userId="3875fe58a975fc01" providerId="LiveId" clId="{684AC0C9-20FA-4B26-9B35-D755FBD1043B}" dt="2025-05-29T01:51:48.774" v="3823" actId="207"/>
        <pc:sldMkLst>
          <pc:docMk/>
          <pc:sldMk cId="2094124828" sldId="2435"/>
        </pc:sldMkLst>
        <pc:spChg chg="mod">
          <ac:chgData name="Sini Mathew" userId="3875fe58a975fc01" providerId="LiveId" clId="{684AC0C9-20FA-4B26-9B35-D755FBD1043B}" dt="2025-05-29T01:51:48.774" v="3823" actId="207"/>
          <ac:spMkLst>
            <pc:docMk/>
            <pc:sldMk cId="2094124828" sldId="2435"/>
            <ac:spMk id="7" creationId="{94F33602-4D60-823A-DBCF-C7E163FC045C}"/>
          </ac:spMkLst>
        </pc:spChg>
      </pc:sldChg>
      <pc:sldChg chg="modSp mod">
        <pc:chgData name="Sini Mathew" userId="3875fe58a975fc01" providerId="LiveId" clId="{684AC0C9-20FA-4B26-9B35-D755FBD1043B}" dt="2025-05-29T01:53:09.736" v="3840" actId="207"/>
        <pc:sldMkLst>
          <pc:docMk/>
          <pc:sldMk cId="1409621638" sldId="2436"/>
        </pc:sldMkLst>
        <pc:spChg chg="mod">
          <ac:chgData name="Sini Mathew" userId="3875fe58a975fc01" providerId="LiveId" clId="{684AC0C9-20FA-4B26-9B35-D755FBD1043B}" dt="2025-05-29T01:53:09.736" v="3840" actId="207"/>
          <ac:spMkLst>
            <pc:docMk/>
            <pc:sldMk cId="1409621638" sldId="2436"/>
            <ac:spMk id="7" creationId="{88BE1E7B-169A-E23E-E772-C7F77D16A572}"/>
          </ac:spMkLst>
        </pc:spChg>
      </pc:sldChg>
      <pc:sldChg chg="modSp mod">
        <pc:chgData name="Sini Mathew" userId="3875fe58a975fc01" providerId="LiveId" clId="{684AC0C9-20FA-4B26-9B35-D755FBD1043B}" dt="2025-05-29T01:52:21.196" v="3830" actId="207"/>
        <pc:sldMkLst>
          <pc:docMk/>
          <pc:sldMk cId="513384616" sldId="2437"/>
        </pc:sldMkLst>
        <pc:spChg chg="mod">
          <ac:chgData name="Sini Mathew" userId="3875fe58a975fc01" providerId="LiveId" clId="{684AC0C9-20FA-4B26-9B35-D755FBD1043B}" dt="2025-05-29T01:52:21.196" v="3830" actId="207"/>
          <ac:spMkLst>
            <pc:docMk/>
            <pc:sldMk cId="513384616" sldId="2437"/>
            <ac:spMk id="7" creationId="{C288598B-EF67-3B82-69D7-DF94865F5FAD}"/>
          </ac:spMkLst>
        </pc:spChg>
      </pc:sldChg>
      <pc:sldChg chg="modSp mod">
        <pc:chgData name="Sini Mathew" userId="3875fe58a975fc01" providerId="LiveId" clId="{684AC0C9-20FA-4B26-9B35-D755FBD1043B}" dt="2025-05-29T01:51:59.186" v="3825" actId="207"/>
        <pc:sldMkLst>
          <pc:docMk/>
          <pc:sldMk cId="1530577501" sldId="2438"/>
        </pc:sldMkLst>
        <pc:spChg chg="mod">
          <ac:chgData name="Sini Mathew" userId="3875fe58a975fc01" providerId="LiveId" clId="{684AC0C9-20FA-4B26-9B35-D755FBD1043B}" dt="2025-05-29T01:51:59.186" v="3825" actId="207"/>
          <ac:spMkLst>
            <pc:docMk/>
            <pc:sldMk cId="1530577501" sldId="2438"/>
            <ac:spMk id="7" creationId="{C0BC2123-98F7-CC1E-DC6F-FC173A78F2D8}"/>
          </ac:spMkLst>
        </pc:spChg>
      </pc:sldChg>
    </pc:docChg>
  </pc:docChgLst>
  <pc:docChgLst>
    <pc:chgData name="arun thomas" userId="f41c0e13ea8416dc" providerId="Windows Live" clId="Web-{0FB47612-A6EE-CF25-0E66-AD53F92363B3}"/>
    <pc:docChg chg="modSld">
      <pc:chgData name="arun thomas" userId="f41c0e13ea8416dc" providerId="Windows Live" clId="Web-{0FB47612-A6EE-CF25-0E66-AD53F92363B3}" dt="2025-05-26T04:20:54.765" v="31" actId="20577"/>
      <pc:docMkLst>
        <pc:docMk/>
      </pc:docMkLst>
      <pc:sldChg chg="delSp modSp">
        <pc:chgData name="arun thomas" userId="f41c0e13ea8416dc" providerId="Windows Live" clId="Web-{0FB47612-A6EE-CF25-0E66-AD53F92363B3}" dt="2025-05-26T04:20:54.765" v="31" actId="20577"/>
        <pc:sldMkLst>
          <pc:docMk/>
          <pc:sldMk cId="3780779953" sldId="2228"/>
        </pc:sldMkLst>
        <pc:spChg chg="mod">
          <ac:chgData name="arun thomas" userId="f41c0e13ea8416dc" providerId="Windows Live" clId="Web-{0FB47612-A6EE-CF25-0E66-AD53F92363B3}" dt="2025-05-26T04:20:16.827" v="26" actId="1076"/>
          <ac:spMkLst>
            <pc:docMk/>
            <pc:sldMk cId="3780779953" sldId="2228"/>
            <ac:spMk id="9" creationId="{1D593D98-1A73-D535-7BC0-08AE5424274B}"/>
          </ac:spMkLst>
        </pc:spChg>
        <pc:spChg chg="mod">
          <ac:chgData name="arun thomas" userId="f41c0e13ea8416dc" providerId="Windows Live" clId="Web-{0FB47612-A6EE-CF25-0E66-AD53F92363B3}" dt="2025-05-26T04:20:54.765" v="31" actId="20577"/>
          <ac:spMkLst>
            <pc:docMk/>
            <pc:sldMk cId="3780779953" sldId="2228"/>
            <ac:spMk id="14" creationId="{B0841596-1B04-25C1-363C-4B3353D837AF}"/>
          </ac:spMkLst>
        </pc:spChg>
      </pc:sldChg>
    </pc:docChg>
  </pc:docChgLst>
  <pc:docChgLst>
    <pc:chgData name="Guest User" providerId="Windows Live" clId="Web-{A57C8C1D-4B98-27B0-0BEA-9FB24CCBE5E1}"/>
    <pc:docChg chg="modSld">
      <pc:chgData name="Guest User" userId="" providerId="Windows Live" clId="Web-{A57C8C1D-4B98-27B0-0BEA-9FB24CCBE5E1}" dt="2025-05-30T23:42:27.273" v="1" actId="1076"/>
      <pc:docMkLst>
        <pc:docMk/>
      </pc:docMkLst>
      <pc:sldChg chg="modSp">
        <pc:chgData name="Guest User" userId="" providerId="Windows Live" clId="Web-{A57C8C1D-4B98-27B0-0BEA-9FB24CCBE5E1}" dt="2025-05-30T23:42:27.273" v="1" actId="1076"/>
        <pc:sldMkLst>
          <pc:docMk/>
          <pc:sldMk cId="3993745727" sldId="2444"/>
        </pc:sldMkLst>
        <pc:picChg chg="mod">
          <ac:chgData name="Guest User" userId="" providerId="Windows Live" clId="Web-{A57C8C1D-4B98-27B0-0BEA-9FB24CCBE5E1}" dt="2025-05-30T23:42:27.273" v="1" actId="1076"/>
          <ac:picMkLst>
            <pc:docMk/>
            <pc:sldMk cId="3993745727" sldId="2444"/>
            <ac:picMk id="4" creationId="{4F67BDCF-2E4E-9D0C-CBAF-96D24B848888}"/>
          </ac:picMkLst>
        </pc:picChg>
      </pc:sldChg>
    </pc:docChg>
  </pc:docChgLst>
  <pc:docChgLst>
    <pc:chgData name="Sini Mathew" userId="3875fe58a975fc01" providerId="Windows Live" clId="Web-{E61CEEEB-52B4-3B41-C85D-C6D602779EA8}"/>
    <pc:docChg chg="sldOrd">
      <pc:chgData name="Sini Mathew" userId="3875fe58a975fc01" providerId="Windows Live" clId="Web-{E61CEEEB-52B4-3B41-C85D-C6D602779EA8}" dt="2025-05-25T16:18:13.282" v="1"/>
      <pc:docMkLst>
        <pc:docMk/>
      </pc:docMkLst>
      <pc:sldChg chg="ord">
        <pc:chgData name="Sini Mathew" userId="3875fe58a975fc01" providerId="Windows Live" clId="Web-{E61CEEEB-52B4-3B41-C85D-C6D602779EA8}" dt="2025-05-25T16:18:13.282" v="1"/>
        <pc:sldMkLst>
          <pc:docMk/>
          <pc:sldMk cId="1665518632" sldId="2359"/>
        </pc:sldMkLst>
      </pc:sldChg>
    </pc:docChg>
  </pc:docChgLst>
  <pc:docChgLst>
    <pc:chgData name="Prince Chandapillai" userId="4fad049182ddc57b" providerId="LiveId" clId="{F67D852D-1F1A-47DE-9275-7ECE346BFCD9}"/>
    <pc:docChg chg="modSld modMainMaster">
      <pc:chgData name="Prince Chandapillai" userId="4fad049182ddc57b" providerId="LiveId" clId="{F67D852D-1F1A-47DE-9275-7ECE346BFCD9}" dt="2025-05-29T10:41:31.489" v="52" actId="20577"/>
      <pc:docMkLst>
        <pc:docMk/>
      </pc:docMkLst>
      <pc:sldChg chg="modSp mod">
        <pc:chgData name="Prince Chandapillai" userId="4fad049182ddc57b" providerId="LiveId" clId="{F67D852D-1F1A-47DE-9275-7ECE346BFCD9}" dt="2025-05-29T10:36:57.444" v="32" actId="20577"/>
        <pc:sldMkLst>
          <pc:docMk/>
          <pc:sldMk cId="3368756669" sldId="1545"/>
        </pc:sldMkLst>
        <pc:spChg chg="mod">
          <ac:chgData name="Prince Chandapillai" userId="4fad049182ddc57b" providerId="LiveId" clId="{F67D852D-1F1A-47DE-9275-7ECE346BFCD9}" dt="2025-05-29T10:36:57.444" v="32" actId="20577"/>
          <ac:spMkLst>
            <pc:docMk/>
            <pc:sldMk cId="3368756669" sldId="1545"/>
            <ac:spMk id="3" creationId="{22CF0560-3F22-41A3-82CC-2D2BAD840D7B}"/>
          </ac:spMkLst>
        </pc:spChg>
      </pc:sldChg>
      <pc:sldChg chg="modSp mod">
        <pc:chgData name="Prince Chandapillai" userId="4fad049182ddc57b" providerId="LiveId" clId="{F67D852D-1F1A-47DE-9275-7ECE346BFCD9}" dt="2025-05-29T10:40:27.458" v="46" actId="20577"/>
        <pc:sldMkLst>
          <pc:docMk/>
          <pc:sldMk cId="2375547672" sldId="2358"/>
        </pc:sldMkLst>
        <pc:spChg chg="mod">
          <ac:chgData name="Prince Chandapillai" userId="4fad049182ddc57b" providerId="LiveId" clId="{F67D852D-1F1A-47DE-9275-7ECE346BFCD9}" dt="2025-05-29T10:40:27.458" v="46" actId="20577"/>
          <ac:spMkLst>
            <pc:docMk/>
            <pc:sldMk cId="2375547672" sldId="2358"/>
            <ac:spMk id="3" creationId="{139A6A3E-22D3-686D-7AC3-0E55668E19D0}"/>
          </ac:spMkLst>
        </pc:spChg>
      </pc:sldChg>
      <pc:sldChg chg="modSp mod">
        <pc:chgData name="Prince Chandapillai" userId="4fad049182ddc57b" providerId="LiveId" clId="{F67D852D-1F1A-47DE-9275-7ECE346BFCD9}" dt="2025-05-29T10:39:26.911" v="40" actId="20577"/>
        <pc:sldMkLst>
          <pc:docMk/>
          <pc:sldMk cId="1665518632" sldId="2359"/>
        </pc:sldMkLst>
        <pc:spChg chg="mod">
          <ac:chgData name="Prince Chandapillai" userId="4fad049182ddc57b" providerId="LiveId" clId="{F67D852D-1F1A-47DE-9275-7ECE346BFCD9}" dt="2025-05-29T10:38:47.108" v="37" actId="20577"/>
          <ac:spMkLst>
            <pc:docMk/>
            <pc:sldMk cId="1665518632" sldId="2359"/>
            <ac:spMk id="3" creationId="{FF4B95B1-F663-C436-372A-3FE9EBEA082B}"/>
          </ac:spMkLst>
        </pc:spChg>
        <pc:spChg chg="mod">
          <ac:chgData name="Prince Chandapillai" userId="4fad049182ddc57b" providerId="LiveId" clId="{F67D852D-1F1A-47DE-9275-7ECE346BFCD9}" dt="2025-05-29T10:39:26.911" v="40" actId="20577"/>
          <ac:spMkLst>
            <pc:docMk/>
            <pc:sldMk cId="1665518632" sldId="2359"/>
            <ac:spMk id="4" creationId="{B31BC4C4-E331-9812-8FE4-B6CE0E9A102B}"/>
          </ac:spMkLst>
        </pc:spChg>
      </pc:sldChg>
      <pc:sldChg chg="modSp mod">
        <pc:chgData name="Prince Chandapillai" userId="4fad049182ddc57b" providerId="LiveId" clId="{F67D852D-1F1A-47DE-9275-7ECE346BFCD9}" dt="2025-05-29T10:41:31.489" v="52" actId="20577"/>
        <pc:sldMkLst>
          <pc:docMk/>
          <pc:sldMk cId="3881947884" sldId="2361"/>
        </pc:sldMkLst>
        <pc:spChg chg="mod">
          <ac:chgData name="Prince Chandapillai" userId="4fad049182ddc57b" providerId="LiveId" clId="{F67D852D-1F1A-47DE-9275-7ECE346BFCD9}" dt="2025-05-29T10:41:31.489" v="52" actId="20577"/>
          <ac:spMkLst>
            <pc:docMk/>
            <pc:sldMk cId="3881947884" sldId="2361"/>
            <ac:spMk id="4" creationId="{8CCAF46C-91AC-7260-2A99-4A035439DF09}"/>
          </ac:spMkLst>
        </pc:spChg>
      </pc:sldChg>
      <pc:sldChg chg="modSp mod">
        <pc:chgData name="Prince Chandapillai" userId="4fad049182ddc57b" providerId="LiveId" clId="{F67D852D-1F1A-47DE-9275-7ECE346BFCD9}" dt="2025-05-29T10:40:43.752" v="49" actId="20577"/>
        <pc:sldMkLst>
          <pc:docMk/>
          <pc:sldMk cId="523973766" sldId="2414"/>
        </pc:sldMkLst>
        <pc:spChg chg="mod">
          <ac:chgData name="Prince Chandapillai" userId="4fad049182ddc57b" providerId="LiveId" clId="{F67D852D-1F1A-47DE-9275-7ECE346BFCD9}" dt="2025-05-29T10:40:43.752" v="49" actId="20577"/>
          <ac:spMkLst>
            <pc:docMk/>
            <pc:sldMk cId="523973766" sldId="2414"/>
            <ac:spMk id="3" creationId="{D3B25E01-1DF2-5A25-52EB-7A7BBEB54841}"/>
          </ac:spMkLst>
        </pc:spChg>
      </pc:sldChg>
      <pc:sldMasterChg chg="modSldLayout">
        <pc:chgData name="Prince Chandapillai" userId="4fad049182ddc57b" providerId="LiveId" clId="{F67D852D-1F1A-47DE-9275-7ECE346BFCD9}" dt="2025-05-29T10:32:09.916" v="6" actId="20577"/>
        <pc:sldMasterMkLst>
          <pc:docMk/>
          <pc:sldMasterMk cId="2021402228" sldId="2147483673"/>
        </pc:sldMasterMkLst>
        <pc:sldLayoutChg chg="modSp mod">
          <pc:chgData name="Prince Chandapillai" userId="4fad049182ddc57b" providerId="LiveId" clId="{F67D852D-1F1A-47DE-9275-7ECE346BFCD9}" dt="2025-05-29T10:32:09.916" v="6" actId="20577"/>
          <pc:sldLayoutMkLst>
            <pc:docMk/>
            <pc:sldMasterMk cId="2021402228" sldId="2147483673"/>
            <pc:sldLayoutMk cId="1800146765" sldId="2147483722"/>
          </pc:sldLayoutMkLst>
          <pc:spChg chg="mod">
            <ac:chgData name="Prince Chandapillai" userId="4fad049182ddc57b" providerId="LiveId" clId="{F67D852D-1F1A-47DE-9275-7ECE346BFCD9}" dt="2025-05-29T10:32:09.916" v="6" actId="20577"/>
            <ac:spMkLst>
              <pc:docMk/>
              <pc:sldMasterMk cId="2021402228" sldId="2147483673"/>
              <pc:sldLayoutMk cId="1800146765" sldId="2147483722"/>
              <ac:spMk id="10" creationId="{2ABC3181-23C2-4E58-A642-35AA820BC599}"/>
            </ac:spMkLst>
          </pc:spChg>
        </pc:sldLayoutChg>
      </pc:sldMasterChg>
      <pc:sldMasterChg chg="modSldLayout">
        <pc:chgData name="Prince Chandapillai" userId="4fad049182ddc57b" providerId="LiveId" clId="{F67D852D-1F1A-47DE-9275-7ECE346BFCD9}" dt="2025-05-29T10:32:53.045" v="21" actId="20577"/>
        <pc:sldMasterMkLst>
          <pc:docMk/>
          <pc:sldMasterMk cId="682945313" sldId="2147483823"/>
        </pc:sldMasterMkLst>
        <pc:sldLayoutChg chg="modSp mod">
          <pc:chgData name="Prince Chandapillai" userId="4fad049182ddc57b" providerId="LiveId" clId="{F67D852D-1F1A-47DE-9275-7ECE346BFCD9}" dt="2025-05-29T10:32:53.045" v="21" actId="20577"/>
          <pc:sldLayoutMkLst>
            <pc:docMk/>
            <pc:sldMasterMk cId="682945313" sldId="2147483823"/>
            <pc:sldLayoutMk cId="2015821350" sldId="2147483850"/>
          </pc:sldLayoutMkLst>
          <pc:spChg chg="mod">
            <ac:chgData name="Prince Chandapillai" userId="4fad049182ddc57b" providerId="LiveId" clId="{F67D852D-1F1A-47DE-9275-7ECE346BFCD9}" dt="2025-05-29T10:32:53.045" v="21" actId="20577"/>
            <ac:spMkLst>
              <pc:docMk/>
              <pc:sldMasterMk cId="682945313" sldId="2147483823"/>
              <pc:sldLayoutMk cId="2015821350" sldId="2147483850"/>
              <ac:spMk id="10" creationId="{2ABC3181-23C2-4E58-A642-35AA820BC599}"/>
            </ac:spMkLst>
          </pc:spChg>
        </pc:sldLayoutChg>
      </pc:sldMasterChg>
    </pc:docChg>
  </pc:docChgLst>
  <pc:docChgLst>
    <pc:chgData name="Sini Mathew" userId="3875fe58a975fc01" providerId="Windows Live" clId="Web-{9D5498EC-B66B-D43F-69D4-9EFF6DF96455}"/>
    <pc:docChg chg="modSld">
      <pc:chgData name="Sini Mathew" userId="3875fe58a975fc01" providerId="Windows Live" clId="Web-{9D5498EC-B66B-D43F-69D4-9EFF6DF96455}" dt="2025-05-29T01:49:28.961" v="1" actId="20577"/>
      <pc:docMkLst>
        <pc:docMk/>
      </pc:docMkLst>
      <pc:sldChg chg="modSp">
        <pc:chgData name="Sini Mathew" userId="3875fe58a975fc01" providerId="Windows Live" clId="Web-{9D5498EC-B66B-D43F-69D4-9EFF6DF96455}" dt="2025-05-29T01:49:28.961" v="1" actId="20577"/>
        <pc:sldMkLst>
          <pc:docMk/>
          <pc:sldMk cId="3780779953" sldId="2228"/>
        </pc:sldMkLst>
        <pc:spChg chg="mod">
          <ac:chgData name="Sini Mathew" userId="3875fe58a975fc01" providerId="Windows Live" clId="Web-{9D5498EC-B66B-D43F-69D4-9EFF6DF96455}" dt="2025-05-29T01:49:28.961" v="1" actId="20577"/>
          <ac:spMkLst>
            <pc:docMk/>
            <pc:sldMk cId="3780779953" sldId="2228"/>
            <ac:spMk id="14" creationId="{B0841596-1B04-25C1-363C-4B3353D837AF}"/>
          </ac:spMkLst>
        </pc:spChg>
      </pc:sldChg>
    </pc:docChg>
  </pc:docChgLst>
  <pc:docChgLst>
    <pc:chgData name="Prince Chandapillai" userId="4fad049182ddc57b" providerId="Windows Live" clId="Web-{C9902A43-546B-C5F4-4413-DA0FDFD46973}"/>
    <pc:docChg chg="delSld modSld">
      <pc:chgData name="Prince Chandapillai" userId="4fad049182ddc57b" providerId="Windows Live" clId="Web-{C9902A43-546B-C5F4-4413-DA0FDFD46973}" dt="2025-05-29T10:29:58.660" v="5" actId="20577"/>
      <pc:docMkLst>
        <pc:docMk/>
      </pc:docMkLst>
      <pc:sldChg chg="del">
        <pc:chgData name="Prince Chandapillai" userId="4fad049182ddc57b" providerId="Windows Live" clId="Web-{C9902A43-546B-C5F4-4413-DA0FDFD46973}" dt="2025-05-29T04:28:02.732" v="0"/>
        <pc:sldMkLst>
          <pc:docMk/>
          <pc:sldMk cId="3121947046" sldId="2224"/>
        </pc:sldMkLst>
      </pc:sldChg>
      <pc:sldChg chg="modSp">
        <pc:chgData name="Prince Chandapillai" userId="4fad049182ddc57b" providerId="Windows Live" clId="Web-{C9902A43-546B-C5F4-4413-DA0FDFD46973}" dt="2025-05-29T10:29:58.660" v="5" actId="20577"/>
        <pc:sldMkLst>
          <pc:docMk/>
          <pc:sldMk cId="435573267" sldId="2356"/>
        </pc:sldMkLst>
        <pc:spChg chg="mod">
          <ac:chgData name="Prince Chandapillai" userId="4fad049182ddc57b" providerId="Windows Live" clId="Web-{C9902A43-546B-C5F4-4413-DA0FDFD46973}" dt="2025-05-29T10:29:58.660" v="5" actId="20577"/>
          <ac:spMkLst>
            <pc:docMk/>
            <pc:sldMk cId="435573267" sldId="2356"/>
            <ac:spMk id="3" creationId="{094E9A69-B612-35E4-DEEF-5092DA0A0A97}"/>
          </ac:spMkLst>
        </pc:spChg>
      </pc:sldChg>
      <pc:sldChg chg="modSp">
        <pc:chgData name="Prince Chandapillai" userId="4fad049182ddc57b" providerId="Windows Live" clId="Web-{C9902A43-546B-C5F4-4413-DA0FDFD46973}" dt="2025-05-29T10:28:24.766" v="1" actId="20577"/>
        <pc:sldMkLst>
          <pc:docMk/>
          <pc:sldMk cId="1298037465" sldId="2409"/>
        </pc:sldMkLst>
        <pc:spChg chg="mod">
          <ac:chgData name="Prince Chandapillai" userId="4fad049182ddc57b" providerId="Windows Live" clId="Web-{C9902A43-546B-C5F4-4413-DA0FDFD46973}" dt="2025-05-29T10:28:24.766" v="1" actId="20577"/>
          <ac:spMkLst>
            <pc:docMk/>
            <pc:sldMk cId="1298037465" sldId="2409"/>
            <ac:spMk id="4" creationId="{1249BC09-5E90-8210-688B-F66EE24D0768}"/>
          </ac:spMkLst>
        </pc:spChg>
      </pc:sldChg>
      <pc:sldChg chg="modSp">
        <pc:chgData name="Prince Chandapillai" userId="4fad049182ddc57b" providerId="Windows Live" clId="Web-{C9902A43-546B-C5F4-4413-DA0FDFD46973}" dt="2025-05-29T10:28:55.205" v="3" actId="20577"/>
        <pc:sldMkLst>
          <pc:docMk/>
          <pc:sldMk cId="213232774" sldId="2411"/>
        </pc:sldMkLst>
        <pc:spChg chg="mod">
          <ac:chgData name="Prince Chandapillai" userId="4fad049182ddc57b" providerId="Windows Live" clId="Web-{C9902A43-546B-C5F4-4413-DA0FDFD46973}" dt="2025-05-29T10:28:55.205" v="3" actId="20577"/>
          <ac:spMkLst>
            <pc:docMk/>
            <pc:sldMk cId="213232774" sldId="2411"/>
            <ac:spMk id="4" creationId="{348AFB03-3D19-B15D-F9B2-1214F0872815}"/>
          </ac:spMkLst>
        </pc:spChg>
      </pc:sldChg>
    </pc:docChg>
  </pc:docChgLst>
  <pc:docChgLst>
    <pc:chgData name="arun thomas" userId="f41c0e13ea8416dc" providerId="LiveId" clId="{EE71F055-9492-48AE-8CA3-6FB7D8E539C0}"/>
    <pc:docChg chg="undo custSel addSld delSld modSld sldOrd">
      <pc:chgData name="arun thomas" userId="f41c0e13ea8416dc" providerId="LiveId" clId="{EE71F055-9492-48AE-8CA3-6FB7D8E539C0}" dt="2025-05-30T10:24:23.847" v="4315" actId="207"/>
      <pc:docMkLst>
        <pc:docMk/>
      </pc:docMkLst>
      <pc:sldChg chg="modSp mod">
        <pc:chgData name="arun thomas" userId="f41c0e13ea8416dc" providerId="LiveId" clId="{EE71F055-9492-48AE-8CA3-6FB7D8E539C0}" dt="2025-05-25T13:06:58.394" v="277" actId="20577"/>
        <pc:sldMkLst>
          <pc:docMk/>
          <pc:sldMk cId="3749989706" sldId="439"/>
        </pc:sldMkLst>
        <pc:spChg chg="mod">
          <ac:chgData name="arun thomas" userId="f41c0e13ea8416dc" providerId="LiveId" clId="{EE71F055-9492-48AE-8CA3-6FB7D8E539C0}" dt="2025-05-25T13:06:58.394" v="277" actId="20577"/>
          <ac:spMkLst>
            <pc:docMk/>
            <pc:sldMk cId="3749989706" sldId="439"/>
            <ac:spMk id="4" creationId="{24B59398-515B-40E4-9922-357DB2AB5477}"/>
          </ac:spMkLst>
        </pc:spChg>
      </pc:sldChg>
      <pc:sldChg chg="modSp mod">
        <pc:chgData name="arun thomas" userId="f41c0e13ea8416dc" providerId="LiveId" clId="{EE71F055-9492-48AE-8CA3-6FB7D8E539C0}" dt="2025-05-28T05:29:09.024" v="3500" actId="20577"/>
        <pc:sldMkLst>
          <pc:docMk/>
          <pc:sldMk cId="2078510117" sldId="633"/>
        </pc:sldMkLst>
        <pc:spChg chg="mod">
          <ac:chgData name="arun thomas" userId="f41c0e13ea8416dc" providerId="LiveId" clId="{EE71F055-9492-48AE-8CA3-6FB7D8E539C0}" dt="2025-05-28T05:29:09.024" v="3500" actId="20577"/>
          <ac:spMkLst>
            <pc:docMk/>
            <pc:sldMk cId="2078510117" sldId="633"/>
            <ac:spMk id="6" creationId="{2A77E361-0731-5941-80D2-641C47A02C93}"/>
          </ac:spMkLst>
        </pc:spChg>
      </pc:sldChg>
      <pc:sldChg chg="modSp mod">
        <pc:chgData name="arun thomas" userId="f41c0e13ea8416dc" providerId="LiveId" clId="{EE71F055-9492-48AE-8CA3-6FB7D8E539C0}" dt="2025-05-26T12:37:33.381" v="3029" actId="1076"/>
        <pc:sldMkLst>
          <pc:docMk/>
          <pc:sldMk cId="290555766" sldId="1539"/>
        </pc:sldMkLst>
        <pc:spChg chg="mod">
          <ac:chgData name="arun thomas" userId="f41c0e13ea8416dc" providerId="LiveId" clId="{EE71F055-9492-48AE-8CA3-6FB7D8E539C0}" dt="2025-05-26T12:37:33.381" v="3029" actId="1076"/>
          <ac:spMkLst>
            <pc:docMk/>
            <pc:sldMk cId="290555766" sldId="1539"/>
            <ac:spMk id="3" creationId="{53CFF2E4-6CD7-C54A-96A9-EDD25A5854ED}"/>
          </ac:spMkLst>
        </pc:spChg>
      </pc:sldChg>
      <pc:sldChg chg="modSp mod">
        <pc:chgData name="arun thomas" userId="f41c0e13ea8416dc" providerId="LiveId" clId="{EE71F055-9492-48AE-8CA3-6FB7D8E539C0}" dt="2025-05-26T12:35:06.439" v="3004" actId="20577"/>
        <pc:sldMkLst>
          <pc:docMk/>
          <pc:sldMk cId="3368756669" sldId="1545"/>
        </pc:sldMkLst>
        <pc:spChg chg="mod">
          <ac:chgData name="arun thomas" userId="f41c0e13ea8416dc" providerId="LiveId" clId="{EE71F055-9492-48AE-8CA3-6FB7D8E539C0}" dt="2025-05-25T13:08:45.199" v="286" actId="20577"/>
          <ac:spMkLst>
            <pc:docMk/>
            <pc:sldMk cId="3368756669" sldId="1545"/>
            <ac:spMk id="2" creationId="{69072751-0DFD-E04D-8DBC-6192EE4B4B2A}"/>
          </ac:spMkLst>
        </pc:spChg>
        <pc:spChg chg="mod">
          <ac:chgData name="arun thomas" userId="f41c0e13ea8416dc" providerId="LiveId" clId="{EE71F055-9492-48AE-8CA3-6FB7D8E539C0}" dt="2025-05-26T12:28:51.062" v="2958"/>
          <ac:spMkLst>
            <pc:docMk/>
            <pc:sldMk cId="3368756669" sldId="1545"/>
            <ac:spMk id="3" creationId="{22CF0560-3F22-41A3-82CC-2D2BAD840D7B}"/>
          </ac:spMkLst>
        </pc:spChg>
        <pc:spChg chg="mod">
          <ac:chgData name="arun thomas" userId="f41c0e13ea8416dc" providerId="LiveId" clId="{EE71F055-9492-48AE-8CA3-6FB7D8E539C0}" dt="2025-05-26T12:28:22.727" v="2956" actId="1076"/>
          <ac:spMkLst>
            <pc:docMk/>
            <pc:sldMk cId="3368756669" sldId="1545"/>
            <ac:spMk id="4" creationId="{B59A55C3-6162-42A2-B11B-78D558091B4A}"/>
          </ac:spMkLst>
        </pc:spChg>
        <pc:spChg chg="mod">
          <ac:chgData name="arun thomas" userId="f41c0e13ea8416dc" providerId="LiveId" clId="{EE71F055-9492-48AE-8CA3-6FB7D8E539C0}" dt="2025-05-26T12:35:06.439" v="3004" actId="20577"/>
          <ac:spMkLst>
            <pc:docMk/>
            <pc:sldMk cId="3368756669" sldId="1545"/>
            <ac:spMk id="5" creationId="{CAE21420-34C8-30C5-50CE-1D01ED744F93}"/>
          </ac:spMkLst>
        </pc:spChg>
      </pc:sldChg>
      <pc:sldChg chg="addSp delSp modSp mod">
        <pc:chgData name="arun thomas" userId="f41c0e13ea8416dc" providerId="LiveId" clId="{EE71F055-9492-48AE-8CA3-6FB7D8E539C0}" dt="2025-05-26T10:42:38.958" v="2181" actId="20577"/>
        <pc:sldMkLst>
          <pc:docMk/>
          <pc:sldMk cId="2430628198" sldId="1888"/>
        </pc:sldMkLst>
        <pc:spChg chg="mod">
          <ac:chgData name="arun thomas" userId="f41c0e13ea8416dc" providerId="LiveId" clId="{EE71F055-9492-48AE-8CA3-6FB7D8E539C0}" dt="2025-05-26T10:42:38.958" v="2181" actId="20577"/>
          <ac:spMkLst>
            <pc:docMk/>
            <pc:sldMk cId="2430628198" sldId="1888"/>
            <ac:spMk id="5" creationId="{02C53BC5-988A-A798-8447-A905728C8D21}"/>
          </ac:spMkLst>
        </pc:spChg>
        <pc:spChg chg="mod">
          <ac:chgData name="arun thomas" userId="f41c0e13ea8416dc" providerId="LiveId" clId="{EE71F055-9492-48AE-8CA3-6FB7D8E539C0}" dt="2025-05-26T10:39:51.163" v="2147" actId="1076"/>
          <ac:spMkLst>
            <pc:docMk/>
            <pc:sldMk cId="2430628198" sldId="1888"/>
            <ac:spMk id="8" creationId="{A81B1AA9-5D93-2061-11E2-D25715B53FFD}"/>
          </ac:spMkLst>
        </pc:spChg>
      </pc:sldChg>
      <pc:sldChg chg="addSp delSp modSp mod">
        <pc:chgData name="arun thomas" userId="f41c0e13ea8416dc" providerId="LiveId" clId="{EE71F055-9492-48AE-8CA3-6FB7D8E539C0}" dt="2025-05-25T12:36:49.827" v="80" actId="20577"/>
        <pc:sldMkLst>
          <pc:docMk/>
          <pc:sldMk cId="88404620" sldId="1980"/>
        </pc:sldMkLst>
        <pc:spChg chg="mod">
          <ac:chgData name="arun thomas" userId="f41c0e13ea8416dc" providerId="LiveId" clId="{EE71F055-9492-48AE-8CA3-6FB7D8E539C0}" dt="2025-05-25T12:36:49.827" v="80" actId="20577"/>
          <ac:spMkLst>
            <pc:docMk/>
            <pc:sldMk cId="88404620" sldId="1980"/>
            <ac:spMk id="3" creationId="{094E9A69-B612-35E4-DEEF-5092DA0A0A97}"/>
          </ac:spMkLst>
        </pc:spChg>
        <pc:spChg chg="add mod">
          <ac:chgData name="arun thomas" userId="f41c0e13ea8416dc" providerId="LiveId" clId="{EE71F055-9492-48AE-8CA3-6FB7D8E539C0}" dt="2025-05-25T12:36:46.515" v="79" actId="20577"/>
          <ac:spMkLst>
            <pc:docMk/>
            <pc:sldMk cId="88404620" sldId="1980"/>
            <ac:spMk id="7" creationId="{9DEDDCDA-4CCC-8343-F7D9-189B7B45512B}"/>
          </ac:spMkLst>
        </pc:spChg>
      </pc:sldChg>
      <pc:sldChg chg="modSp mod">
        <pc:chgData name="arun thomas" userId="f41c0e13ea8416dc" providerId="LiveId" clId="{EE71F055-9492-48AE-8CA3-6FB7D8E539C0}" dt="2025-05-26T12:23:29.887" v="2934" actId="20577"/>
        <pc:sldMkLst>
          <pc:docMk/>
          <pc:sldMk cId="3121947046" sldId="2224"/>
        </pc:sldMkLst>
      </pc:sldChg>
      <pc:sldChg chg="addSp delSp modSp mod">
        <pc:chgData name="arun thomas" userId="f41c0e13ea8416dc" providerId="LiveId" clId="{EE71F055-9492-48AE-8CA3-6FB7D8E539C0}" dt="2025-05-26T12:27:40.606" v="2952"/>
        <pc:sldMkLst>
          <pc:docMk/>
          <pc:sldMk cId="3780779953" sldId="2228"/>
        </pc:sldMkLst>
        <pc:spChg chg="mod">
          <ac:chgData name="arun thomas" userId="f41c0e13ea8416dc" providerId="LiveId" clId="{EE71F055-9492-48AE-8CA3-6FB7D8E539C0}" dt="2025-05-26T12:27:31.245" v="2951" actId="1076"/>
          <ac:spMkLst>
            <pc:docMk/>
            <pc:sldMk cId="3780779953" sldId="2228"/>
            <ac:spMk id="9" creationId="{1D593D98-1A73-D535-7BC0-08AE5424274B}"/>
          </ac:spMkLst>
        </pc:spChg>
        <pc:spChg chg="mod">
          <ac:chgData name="arun thomas" userId="f41c0e13ea8416dc" providerId="LiveId" clId="{EE71F055-9492-48AE-8CA3-6FB7D8E539C0}" dt="2025-05-26T12:27:40.606" v="2952"/>
          <ac:spMkLst>
            <pc:docMk/>
            <pc:sldMk cId="3780779953" sldId="2228"/>
            <ac:spMk id="14" creationId="{B0841596-1B04-25C1-363C-4B3353D837AF}"/>
          </ac:spMkLst>
        </pc:spChg>
      </pc:sldChg>
      <pc:sldChg chg="modSp mod">
        <pc:chgData name="arun thomas" userId="f41c0e13ea8416dc" providerId="LiveId" clId="{EE71F055-9492-48AE-8CA3-6FB7D8E539C0}" dt="2025-05-26T12:22:55.397" v="2925" actId="255"/>
        <pc:sldMkLst>
          <pc:docMk/>
          <pc:sldMk cId="3489297901" sldId="2231"/>
        </pc:sldMkLst>
        <pc:spChg chg="mod">
          <ac:chgData name="arun thomas" userId="f41c0e13ea8416dc" providerId="LiveId" clId="{EE71F055-9492-48AE-8CA3-6FB7D8E539C0}" dt="2025-05-26T12:21:44.679" v="2920" actId="1076"/>
          <ac:spMkLst>
            <pc:docMk/>
            <pc:sldMk cId="3489297901" sldId="2231"/>
            <ac:spMk id="5" creationId="{3DD7E497-16E3-4D0B-D67F-B0783CD0DB3A}"/>
          </ac:spMkLst>
        </pc:spChg>
        <pc:spChg chg="mod">
          <ac:chgData name="arun thomas" userId="f41c0e13ea8416dc" providerId="LiveId" clId="{EE71F055-9492-48AE-8CA3-6FB7D8E539C0}" dt="2025-05-26T12:22:55.397" v="2925" actId="255"/>
          <ac:spMkLst>
            <pc:docMk/>
            <pc:sldMk cId="3489297901" sldId="2231"/>
            <ac:spMk id="11" creationId="{112E09B5-E893-4800-2C09-D538794564EC}"/>
          </ac:spMkLst>
        </pc:spChg>
      </pc:sldChg>
      <pc:sldChg chg="delSp modSp mod">
        <pc:chgData name="arun thomas" userId="f41c0e13ea8416dc" providerId="LiveId" clId="{EE71F055-9492-48AE-8CA3-6FB7D8E539C0}" dt="2025-05-29T11:07:50.028" v="4298" actId="207"/>
        <pc:sldMkLst>
          <pc:docMk/>
          <pc:sldMk cId="3477834588" sldId="2250"/>
        </pc:sldMkLst>
        <pc:spChg chg="mod">
          <ac:chgData name="arun thomas" userId="f41c0e13ea8416dc" providerId="LiveId" clId="{EE71F055-9492-48AE-8CA3-6FB7D8E539C0}" dt="2025-05-26T12:43:51.458" v="3041" actId="20577"/>
          <ac:spMkLst>
            <pc:docMk/>
            <pc:sldMk cId="3477834588" sldId="2250"/>
            <ac:spMk id="2" creationId="{29DF2C2A-FD10-1636-1F20-AA4FE3AD9810}"/>
          </ac:spMkLst>
        </pc:spChg>
        <pc:spChg chg="mod">
          <ac:chgData name="arun thomas" userId="f41c0e13ea8416dc" providerId="LiveId" clId="{EE71F055-9492-48AE-8CA3-6FB7D8E539C0}" dt="2025-05-29T11:07:50.028" v="4298" actId="207"/>
          <ac:spMkLst>
            <pc:docMk/>
            <pc:sldMk cId="3477834588" sldId="2250"/>
            <ac:spMk id="3" creationId="{F8E060D1-B40B-E1E5-A80F-9C6428879BB3}"/>
          </ac:spMkLst>
        </pc:spChg>
      </pc:sldChg>
      <pc:sldChg chg="delSp modSp mod">
        <pc:chgData name="arun thomas" userId="f41c0e13ea8416dc" providerId="LiveId" clId="{EE71F055-9492-48AE-8CA3-6FB7D8E539C0}" dt="2025-05-28T07:51:38.281" v="4284" actId="20577"/>
        <pc:sldMkLst>
          <pc:docMk/>
          <pc:sldMk cId="1064694149" sldId="2252"/>
        </pc:sldMkLst>
        <pc:spChg chg="mod">
          <ac:chgData name="arun thomas" userId="f41c0e13ea8416dc" providerId="LiveId" clId="{EE71F055-9492-48AE-8CA3-6FB7D8E539C0}" dt="2025-05-28T07:51:38.281" v="4284" actId="20577"/>
          <ac:spMkLst>
            <pc:docMk/>
            <pc:sldMk cId="1064694149" sldId="2252"/>
            <ac:spMk id="3" creationId="{0DC18226-E030-B418-FB53-2686F2EAD0E1}"/>
          </ac:spMkLst>
        </pc:spChg>
        <pc:spChg chg="mod">
          <ac:chgData name="arun thomas" userId="f41c0e13ea8416dc" providerId="LiveId" clId="{EE71F055-9492-48AE-8CA3-6FB7D8E539C0}" dt="2025-05-26T12:47:55.056" v="3076" actId="20577"/>
          <ac:spMkLst>
            <pc:docMk/>
            <pc:sldMk cId="1064694149" sldId="2252"/>
            <ac:spMk id="4" creationId="{84EF326A-FE36-3468-2B6A-FCBA20761AE9}"/>
          </ac:spMkLst>
        </pc:spChg>
      </pc:sldChg>
      <pc:sldChg chg="modSp mod">
        <pc:chgData name="arun thomas" userId="f41c0e13ea8416dc" providerId="LiveId" clId="{EE71F055-9492-48AE-8CA3-6FB7D8E539C0}" dt="2025-05-26T11:10:31.618" v="2419" actId="114"/>
        <pc:sldMkLst>
          <pc:docMk/>
          <pc:sldMk cId="563162819" sldId="2268"/>
        </pc:sldMkLst>
        <pc:spChg chg="mod">
          <ac:chgData name="arun thomas" userId="f41c0e13ea8416dc" providerId="LiveId" clId="{EE71F055-9492-48AE-8CA3-6FB7D8E539C0}" dt="2025-05-26T11:10:31.618" v="2419" actId="114"/>
          <ac:spMkLst>
            <pc:docMk/>
            <pc:sldMk cId="563162819" sldId="2268"/>
            <ac:spMk id="3" creationId="{61D88EF5-A0EB-E7CF-1CF8-C932B981DD7D}"/>
          </ac:spMkLst>
        </pc:spChg>
        <pc:spChg chg="mod">
          <ac:chgData name="arun thomas" userId="f41c0e13ea8416dc" providerId="LiveId" clId="{EE71F055-9492-48AE-8CA3-6FB7D8E539C0}" dt="2025-05-26T11:10:26.299" v="2418" actId="114"/>
          <ac:spMkLst>
            <pc:docMk/>
            <pc:sldMk cId="563162819" sldId="2268"/>
            <ac:spMk id="5" creationId="{BE000013-62DA-DAA0-6B52-EDF88EE07509}"/>
          </ac:spMkLst>
        </pc:spChg>
      </pc:sldChg>
      <pc:sldChg chg="modSp mod">
        <pc:chgData name="arun thomas" userId="f41c0e13ea8416dc" providerId="LiveId" clId="{EE71F055-9492-48AE-8CA3-6FB7D8E539C0}" dt="2025-05-26T12:44:03.428" v="3046" actId="20577"/>
        <pc:sldMkLst>
          <pc:docMk/>
          <pc:sldMk cId="2175277863" sldId="2307"/>
        </pc:sldMkLst>
        <pc:spChg chg="mod">
          <ac:chgData name="arun thomas" userId="f41c0e13ea8416dc" providerId="LiveId" clId="{EE71F055-9492-48AE-8CA3-6FB7D8E539C0}" dt="2025-05-26T12:44:03.428" v="3046" actId="20577"/>
          <ac:spMkLst>
            <pc:docMk/>
            <pc:sldMk cId="2175277863" sldId="2307"/>
            <ac:spMk id="2" creationId="{23A354EB-FF23-D535-0808-74E04515FC87}"/>
          </ac:spMkLst>
        </pc:spChg>
      </pc:sldChg>
      <pc:sldChg chg="addSp delSp modSp mod">
        <pc:chgData name="arun thomas" userId="f41c0e13ea8416dc" providerId="LiveId" clId="{EE71F055-9492-48AE-8CA3-6FB7D8E539C0}" dt="2025-05-28T07:49:04.727" v="4278" actId="20577"/>
        <pc:sldMkLst>
          <pc:docMk/>
          <pc:sldMk cId="2534454059" sldId="2308"/>
        </pc:sldMkLst>
        <pc:spChg chg="mod">
          <ac:chgData name="arun thomas" userId="f41c0e13ea8416dc" providerId="LiveId" clId="{EE71F055-9492-48AE-8CA3-6FB7D8E539C0}" dt="2025-05-28T04:14:16.752" v="3141" actId="20577"/>
          <ac:spMkLst>
            <pc:docMk/>
            <pc:sldMk cId="2534454059" sldId="2308"/>
            <ac:spMk id="3" creationId="{9C394727-0B11-7450-036A-0010FAAC4ECA}"/>
          </ac:spMkLst>
        </pc:spChg>
        <pc:spChg chg="mod">
          <ac:chgData name="arun thomas" userId="f41c0e13ea8416dc" providerId="LiveId" clId="{EE71F055-9492-48AE-8CA3-6FB7D8E539C0}" dt="2025-05-28T07:49:04.727" v="4278" actId="20577"/>
          <ac:spMkLst>
            <pc:docMk/>
            <pc:sldMk cId="2534454059" sldId="2308"/>
            <ac:spMk id="4" creationId="{71D41EC2-1548-90B4-ED31-562A75E5D9B7}"/>
          </ac:spMkLst>
        </pc:spChg>
        <pc:spChg chg="add del mod">
          <ac:chgData name="arun thomas" userId="f41c0e13ea8416dc" providerId="LiveId" clId="{EE71F055-9492-48AE-8CA3-6FB7D8E539C0}" dt="2025-05-28T04:13:44.920" v="3117" actId="20577"/>
          <ac:spMkLst>
            <pc:docMk/>
            <pc:sldMk cId="2534454059" sldId="2308"/>
            <ac:spMk id="5" creationId="{3D866C93-CAE2-E40E-CCD6-88AB4857E3BC}"/>
          </ac:spMkLst>
        </pc:spChg>
      </pc:sldChg>
      <pc:sldChg chg="modSp mod">
        <pc:chgData name="arun thomas" userId="f41c0e13ea8416dc" providerId="LiveId" clId="{EE71F055-9492-48AE-8CA3-6FB7D8E539C0}" dt="2025-05-26T11:05:30.972" v="2379" actId="14100"/>
        <pc:sldMkLst>
          <pc:docMk/>
          <pc:sldMk cId="2805091335" sldId="2315"/>
        </pc:sldMkLst>
        <pc:spChg chg="mod">
          <ac:chgData name="arun thomas" userId="f41c0e13ea8416dc" providerId="LiveId" clId="{EE71F055-9492-48AE-8CA3-6FB7D8E539C0}" dt="2025-05-26T11:03:13.787" v="2353" actId="403"/>
          <ac:spMkLst>
            <pc:docMk/>
            <pc:sldMk cId="2805091335" sldId="2315"/>
            <ac:spMk id="3" creationId="{7A9E4F5E-F433-A77D-054E-01E586305C40}"/>
          </ac:spMkLst>
        </pc:spChg>
        <pc:spChg chg="mod">
          <ac:chgData name="arun thomas" userId="f41c0e13ea8416dc" providerId="LiveId" clId="{EE71F055-9492-48AE-8CA3-6FB7D8E539C0}" dt="2025-05-26T11:05:30.972" v="2379" actId="14100"/>
          <ac:spMkLst>
            <pc:docMk/>
            <pc:sldMk cId="2805091335" sldId="2315"/>
            <ac:spMk id="9" creationId="{911E9448-57F3-BEE2-3014-88DC125C3AF6}"/>
          </ac:spMkLst>
        </pc:spChg>
      </pc:sldChg>
      <pc:sldChg chg="addSp modSp mod">
        <pc:chgData name="arun thomas" userId="f41c0e13ea8416dc" providerId="LiveId" clId="{EE71F055-9492-48AE-8CA3-6FB7D8E539C0}" dt="2025-05-26T10:56:31.422" v="2298" actId="164"/>
        <pc:sldMkLst>
          <pc:docMk/>
          <pc:sldMk cId="1259612734" sldId="2332"/>
        </pc:sldMkLst>
        <pc:spChg chg="mod">
          <ac:chgData name="arun thomas" userId="f41c0e13ea8416dc" providerId="LiveId" clId="{EE71F055-9492-48AE-8CA3-6FB7D8E539C0}" dt="2025-05-26T10:44:45.370" v="2211" actId="1076"/>
          <ac:spMkLst>
            <pc:docMk/>
            <pc:sldMk cId="1259612734" sldId="2332"/>
            <ac:spMk id="4" creationId="{652CBF36-0BB8-CDED-0449-91DC5C463106}"/>
          </ac:spMkLst>
        </pc:spChg>
        <pc:spChg chg="add mod">
          <ac:chgData name="arun thomas" userId="f41c0e13ea8416dc" providerId="LiveId" clId="{EE71F055-9492-48AE-8CA3-6FB7D8E539C0}" dt="2025-05-26T10:56:31.422" v="2298" actId="164"/>
          <ac:spMkLst>
            <pc:docMk/>
            <pc:sldMk cId="1259612734" sldId="2332"/>
            <ac:spMk id="5" creationId="{DFBA905D-D7B7-B870-2573-12FD69A25370}"/>
          </ac:spMkLst>
        </pc:spChg>
        <pc:spChg chg="add mod">
          <ac:chgData name="arun thomas" userId="f41c0e13ea8416dc" providerId="LiveId" clId="{EE71F055-9492-48AE-8CA3-6FB7D8E539C0}" dt="2025-05-26T10:46:02.734" v="2216" actId="1076"/>
          <ac:spMkLst>
            <pc:docMk/>
            <pc:sldMk cId="1259612734" sldId="2332"/>
            <ac:spMk id="6" creationId="{5D9898E4-EEAD-DF61-0B17-1E630966A8BB}"/>
          </ac:spMkLst>
        </pc:spChg>
        <pc:spChg chg="add mod">
          <ac:chgData name="arun thomas" userId="f41c0e13ea8416dc" providerId="LiveId" clId="{EE71F055-9492-48AE-8CA3-6FB7D8E539C0}" dt="2025-05-26T10:56:31.422" v="2298" actId="164"/>
          <ac:spMkLst>
            <pc:docMk/>
            <pc:sldMk cId="1259612734" sldId="2332"/>
            <ac:spMk id="7" creationId="{E976AE7A-AA17-AE57-C83D-C77499F8971A}"/>
          </ac:spMkLst>
        </pc:spChg>
        <pc:spChg chg="mod">
          <ac:chgData name="arun thomas" userId="f41c0e13ea8416dc" providerId="LiveId" clId="{EE71F055-9492-48AE-8CA3-6FB7D8E539C0}" dt="2025-05-26T10:47:15.668" v="2225" actId="1076"/>
          <ac:spMkLst>
            <pc:docMk/>
            <pc:sldMk cId="1259612734" sldId="2332"/>
            <ac:spMk id="8" creationId="{F7B28E9B-671F-EDDD-6418-16026F19FCFB}"/>
          </ac:spMkLst>
        </pc:spChg>
        <pc:spChg chg="add mod">
          <ac:chgData name="arun thomas" userId="f41c0e13ea8416dc" providerId="LiveId" clId="{EE71F055-9492-48AE-8CA3-6FB7D8E539C0}" dt="2025-05-26T10:47:27.912" v="2228" actId="1076"/>
          <ac:spMkLst>
            <pc:docMk/>
            <pc:sldMk cId="1259612734" sldId="2332"/>
            <ac:spMk id="10" creationId="{E36ED18A-73B3-6F33-17EB-BEA0DF11C142}"/>
          </ac:spMkLst>
        </pc:spChg>
        <pc:grpChg chg="add mod">
          <ac:chgData name="arun thomas" userId="f41c0e13ea8416dc" providerId="LiveId" clId="{EE71F055-9492-48AE-8CA3-6FB7D8E539C0}" dt="2025-05-26T10:56:31.422" v="2298" actId="164"/>
          <ac:grpSpMkLst>
            <pc:docMk/>
            <pc:sldMk cId="1259612734" sldId="2332"/>
            <ac:grpSpMk id="11" creationId="{73AC1B37-3C88-F23E-9F2F-DCCBAD5278CD}"/>
          </ac:grpSpMkLst>
        </pc:grpChg>
      </pc:sldChg>
      <pc:sldChg chg="modSp mod">
        <pc:chgData name="arun thomas" userId="f41c0e13ea8416dc" providerId="LiveId" clId="{EE71F055-9492-48AE-8CA3-6FB7D8E539C0}" dt="2025-05-26T12:26:14.070" v="2942" actId="1076"/>
        <pc:sldMkLst>
          <pc:docMk/>
          <pc:sldMk cId="2963506360" sldId="2348"/>
        </pc:sldMkLst>
        <pc:spChg chg="mod">
          <ac:chgData name="arun thomas" userId="f41c0e13ea8416dc" providerId="LiveId" clId="{EE71F055-9492-48AE-8CA3-6FB7D8E539C0}" dt="2025-05-26T12:24:33.273" v="2935" actId="14100"/>
          <ac:spMkLst>
            <pc:docMk/>
            <pc:sldMk cId="2963506360" sldId="2348"/>
            <ac:spMk id="5" creationId="{094E9A69-B612-35E4-DEEF-5092DA0A0A97}"/>
          </ac:spMkLst>
        </pc:spChg>
        <pc:spChg chg="mod">
          <ac:chgData name="arun thomas" userId="f41c0e13ea8416dc" providerId="LiveId" clId="{EE71F055-9492-48AE-8CA3-6FB7D8E539C0}" dt="2025-05-26T12:26:14.070" v="2942" actId="1076"/>
          <ac:spMkLst>
            <pc:docMk/>
            <pc:sldMk cId="2963506360" sldId="2348"/>
            <ac:spMk id="11" creationId="{AC54A8F9-8125-6C34-EE99-EC10FE55D65B}"/>
          </ac:spMkLst>
        </pc:spChg>
        <pc:spChg chg="mod">
          <ac:chgData name="arun thomas" userId="f41c0e13ea8416dc" providerId="LiveId" clId="{EE71F055-9492-48AE-8CA3-6FB7D8E539C0}" dt="2025-05-25T12:42:44.687" v="121" actId="1076"/>
          <ac:spMkLst>
            <pc:docMk/>
            <pc:sldMk cId="2963506360" sldId="2348"/>
            <ac:spMk id="12" creationId="{E15D8B6F-B75E-49DE-8804-FA702615DED3}"/>
          </ac:spMkLst>
        </pc:spChg>
      </pc:sldChg>
      <pc:sldChg chg="modSp mod">
        <pc:chgData name="arun thomas" userId="f41c0e13ea8416dc" providerId="LiveId" clId="{EE71F055-9492-48AE-8CA3-6FB7D8E539C0}" dt="2025-05-25T12:38:39.486" v="95" actId="20577"/>
        <pc:sldMkLst>
          <pc:docMk/>
          <pc:sldMk cId="1498723085" sldId="2349"/>
        </pc:sldMkLst>
        <pc:spChg chg="mod">
          <ac:chgData name="arun thomas" userId="f41c0e13ea8416dc" providerId="LiveId" clId="{EE71F055-9492-48AE-8CA3-6FB7D8E539C0}" dt="2025-05-25T12:38:39.486" v="95" actId="20577"/>
          <ac:spMkLst>
            <pc:docMk/>
            <pc:sldMk cId="1498723085" sldId="2349"/>
            <ac:spMk id="3" creationId="{085C4A68-A384-9858-35C6-6806455A0E7A}"/>
          </ac:spMkLst>
        </pc:spChg>
        <pc:spChg chg="mod">
          <ac:chgData name="arun thomas" userId="f41c0e13ea8416dc" providerId="LiveId" clId="{EE71F055-9492-48AE-8CA3-6FB7D8E539C0}" dt="2025-05-25T12:38:35.595" v="93" actId="20577"/>
          <ac:spMkLst>
            <pc:docMk/>
            <pc:sldMk cId="1498723085" sldId="2349"/>
            <ac:spMk id="9" creationId="{9311369D-5905-6C0C-8112-331120131BA1}"/>
          </ac:spMkLst>
        </pc:spChg>
      </pc:sldChg>
      <pc:sldChg chg="modSp del mod">
        <pc:chgData name="arun thomas" userId="f41c0e13ea8416dc" providerId="LiveId" clId="{EE71F055-9492-48AE-8CA3-6FB7D8E539C0}" dt="2025-05-25T12:42:28.851" v="120" actId="2696"/>
        <pc:sldMkLst>
          <pc:docMk/>
          <pc:sldMk cId="693807728" sldId="2350"/>
        </pc:sldMkLst>
      </pc:sldChg>
      <pc:sldChg chg="del">
        <pc:chgData name="arun thomas" userId="f41c0e13ea8416dc" providerId="LiveId" clId="{EE71F055-9492-48AE-8CA3-6FB7D8E539C0}" dt="2025-05-25T12:39:46.069" v="105" actId="47"/>
        <pc:sldMkLst>
          <pc:docMk/>
          <pc:sldMk cId="1415818905" sldId="2351"/>
        </pc:sldMkLst>
      </pc:sldChg>
      <pc:sldChg chg="modSp mod">
        <pc:chgData name="arun thomas" userId="f41c0e13ea8416dc" providerId="LiveId" clId="{EE71F055-9492-48AE-8CA3-6FB7D8E539C0}" dt="2025-05-25T12:40:17.781" v="112" actId="5793"/>
        <pc:sldMkLst>
          <pc:docMk/>
          <pc:sldMk cId="1196556405" sldId="2352"/>
        </pc:sldMkLst>
        <pc:spChg chg="mod">
          <ac:chgData name="arun thomas" userId="f41c0e13ea8416dc" providerId="LiveId" clId="{EE71F055-9492-48AE-8CA3-6FB7D8E539C0}" dt="2025-05-25T12:40:17.781" v="112" actId="5793"/>
          <ac:spMkLst>
            <pc:docMk/>
            <pc:sldMk cId="1196556405" sldId="2352"/>
            <ac:spMk id="3" creationId="{094E9A69-B612-35E4-DEEF-5092DA0A0A97}"/>
          </ac:spMkLst>
        </pc:spChg>
      </pc:sldChg>
      <pc:sldChg chg="del">
        <pc:chgData name="arun thomas" userId="f41c0e13ea8416dc" providerId="LiveId" clId="{EE71F055-9492-48AE-8CA3-6FB7D8E539C0}" dt="2025-05-25T12:43:38.874" v="129" actId="2696"/>
        <pc:sldMkLst>
          <pc:docMk/>
          <pc:sldMk cId="582444300" sldId="2353"/>
        </pc:sldMkLst>
      </pc:sldChg>
      <pc:sldChg chg="del">
        <pc:chgData name="arun thomas" userId="f41c0e13ea8416dc" providerId="LiveId" clId="{EE71F055-9492-48AE-8CA3-6FB7D8E539C0}" dt="2025-05-25T12:44:10.441" v="137" actId="2696"/>
        <pc:sldMkLst>
          <pc:docMk/>
          <pc:sldMk cId="664228614" sldId="2355"/>
        </pc:sldMkLst>
      </pc:sldChg>
      <pc:sldChg chg="del">
        <pc:chgData name="arun thomas" userId="f41c0e13ea8416dc" providerId="LiveId" clId="{EE71F055-9492-48AE-8CA3-6FB7D8E539C0}" dt="2025-05-25T12:44:30.989" v="141" actId="2696"/>
        <pc:sldMkLst>
          <pc:docMk/>
          <pc:sldMk cId="1999095450" sldId="2357"/>
        </pc:sldMkLst>
      </pc:sldChg>
      <pc:sldChg chg="modSp mod">
        <pc:chgData name="arun thomas" userId="f41c0e13ea8416dc" providerId="LiveId" clId="{EE71F055-9492-48AE-8CA3-6FB7D8E539C0}" dt="2025-05-26T12:35:10.561" v="3006" actId="20577"/>
        <pc:sldMkLst>
          <pc:docMk/>
          <pc:sldMk cId="2375547672" sldId="2358"/>
        </pc:sldMkLst>
        <pc:spChg chg="mod">
          <ac:chgData name="arun thomas" userId="f41c0e13ea8416dc" providerId="LiveId" clId="{EE71F055-9492-48AE-8CA3-6FB7D8E539C0}" dt="2025-05-25T13:08:50.308" v="289" actId="20577"/>
          <ac:spMkLst>
            <pc:docMk/>
            <pc:sldMk cId="2375547672" sldId="2358"/>
            <ac:spMk id="2" creationId="{03A43E9B-4D43-4753-4AEC-47E1D04C8A22}"/>
          </ac:spMkLst>
        </pc:spChg>
        <pc:spChg chg="mod">
          <ac:chgData name="arun thomas" userId="f41c0e13ea8416dc" providerId="LiveId" clId="{EE71F055-9492-48AE-8CA3-6FB7D8E539C0}" dt="2025-05-26T12:29:00.110" v="2959"/>
          <ac:spMkLst>
            <pc:docMk/>
            <pc:sldMk cId="2375547672" sldId="2358"/>
            <ac:spMk id="3" creationId="{139A6A3E-22D3-686D-7AC3-0E55668E19D0}"/>
          </ac:spMkLst>
        </pc:spChg>
        <pc:spChg chg="mod">
          <ac:chgData name="arun thomas" userId="f41c0e13ea8416dc" providerId="LiveId" clId="{EE71F055-9492-48AE-8CA3-6FB7D8E539C0}" dt="2025-05-26T12:35:10.561" v="3006" actId="20577"/>
          <ac:spMkLst>
            <pc:docMk/>
            <pc:sldMk cId="2375547672" sldId="2358"/>
            <ac:spMk id="5" creationId="{1ED14E19-5807-E7AD-23E7-5780311E76C8}"/>
          </ac:spMkLst>
        </pc:spChg>
        <pc:spChg chg="mod">
          <ac:chgData name="arun thomas" userId="f41c0e13ea8416dc" providerId="LiveId" clId="{EE71F055-9492-48AE-8CA3-6FB7D8E539C0}" dt="2025-05-26T12:28:33.330" v="2957" actId="1076"/>
          <ac:spMkLst>
            <pc:docMk/>
            <pc:sldMk cId="2375547672" sldId="2358"/>
            <ac:spMk id="6" creationId="{E5A6B70C-E105-7D61-147A-07D1DA488D4B}"/>
          </ac:spMkLst>
        </pc:spChg>
      </pc:sldChg>
      <pc:sldChg chg="modSp mod">
        <pc:chgData name="arun thomas" userId="f41c0e13ea8416dc" providerId="LiveId" clId="{EE71F055-9492-48AE-8CA3-6FB7D8E539C0}" dt="2025-05-26T12:35:14.996" v="3008" actId="20577"/>
        <pc:sldMkLst>
          <pc:docMk/>
          <pc:sldMk cId="1665518632" sldId="2359"/>
        </pc:sldMkLst>
        <pc:spChg chg="mod">
          <ac:chgData name="arun thomas" userId="f41c0e13ea8416dc" providerId="LiveId" clId="{EE71F055-9492-48AE-8CA3-6FB7D8E539C0}" dt="2025-05-26T12:30:05.752" v="2960"/>
          <ac:spMkLst>
            <pc:docMk/>
            <pc:sldMk cId="1665518632" sldId="2359"/>
            <ac:spMk id="3" creationId="{FF4B95B1-F663-C436-372A-3FE9EBEA082B}"/>
          </ac:spMkLst>
        </pc:spChg>
        <pc:spChg chg="mod">
          <ac:chgData name="arun thomas" userId="f41c0e13ea8416dc" providerId="LiveId" clId="{EE71F055-9492-48AE-8CA3-6FB7D8E539C0}" dt="2025-05-26T05:05:38.175" v="573" actId="13926"/>
          <ac:spMkLst>
            <pc:docMk/>
            <pc:sldMk cId="1665518632" sldId="2359"/>
            <ac:spMk id="4" creationId="{B31BC4C4-E331-9812-8FE4-B6CE0E9A102B}"/>
          </ac:spMkLst>
        </pc:spChg>
        <pc:spChg chg="mod">
          <ac:chgData name="arun thomas" userId="f41c0e13ea8416dc" providerId="LiveId" clId="{EE71F055-9492-48AE-8CA3-6FB7D8E539C0}" dt="2025-05-26T12:35:14.996" v="3008" actId="20577"/>
          <ac:spMkLst>
            <pc:docMk/>
            <pc:sldMk cId="1665518632" sldId="2359"/>
            <ac:spMk id="5" creationId="{7A9281C0-21D4-6EDE-E36A-3E78CB195050}"/>
          </ac:spMkLst>
        </pc:spChg>
      </pc:sldChg>
      <pc:sldChg chg="addSp delSp modSp mod">
        <pc:chgData name="arun thomas" userId="f41c0e13ea8416dc" providerId="LiveId" clId="{EE71F055-9492-48AE-8CA3-6FB7D8E539C0}" dt="2025-05-26T12:32:44.829" v="2993" actId="20577"/>
        <pc:sldMkLst>
          <pc:docMk/>
          <pc:sldMk cId="3881947884" sldId="2361"/>
        </pc:sldMkLst>
        <pc:spChg chg="mod">
          <ac:chgData name="arun thomas" userId="f41c0e13ea8416dc" providerId="LiveId" clId="{EE71F055-9492-48AE-8CA3-6FB7D8E539C0}" dt="2025-05-26T12:30:28.894" v="2962"/>
          <ac:spMkLst>
            <pc:docMk/>
            <pc:sldMk cId="3881947884" sldId="2361"/>
            <ac:spMk id="3" creationId="{264C6F24-C48A-9F89-CD77-9B3A76059424}"/>
          </ac:spMkLst>
        </pc:spChg>
        <pc:spChg chg="mod">
          <ac:chgData name="arun thomas" userId="f41c0e13ea8416dc" providerId="LiveId" clId="{EE71F055-9492-48AE-8CA3-6FB7D8E539C0}" dt="2025-05-26T05:17:14.106" v="712" actId="13926"/>
          <ac:spMkLst>
            <pc:docMk/>
            <pc:sldMk cId="3881947884" sldId="2361"/>
            <ac:spMk id="4" creationId="{8CCAF46C-91AC-7260-2A99-4A035439DF09}"/>
          </ac:spMkLst>
        </pc:spChg>
        <pc:spChg chg="mod">
          <ac:chgData name="arun thomas" userId="f41c0e13ea8416dc" providerId="LiveId" clId="{EE71F055-9492-48AE-8CA3-6FB7D8E539C0}" dt="2025-05-26T12:32:44.829" v="2993" actId="20577"/>
          <ac:spMkLst>
            <pc:docMk/>
            <pc:sldMk cId="3881947884" sldId="2361"/>
            <ac:spMk id="5" creationId="{CFF1EB0E-213E-EC09-AD1A-ABF1FAF4056D}"/>
          </ac:spMkLst>
        </pc:spChg>
      </pc:sldChg>
      <pc:sldChg chg="modSp mod">
        <pc:chgData name="arun thomas" userId="f41c0e13ea8416dc" providerId="LiveId" clId="{EE71F055-9492-48AE-8CA3-6FB7D8E539C0}" dt="2025-05-26T12:35:33.568" v="3014" actId="20577"/>
        <pc:sldMkLst>
          <pc:docMk/>
          <pc:sldMk cId="1885611815" sldId="2363"/>
        </pc:sldMkLst>
        <pc:spChg chg="mod">
          <ac:chgData name="arun thomas" userId="f41c0e13ea8416dc" providerId="LiveId" clId="{EE71F055-9492-48AE-8CA3-6FB7D8E539C0}" dt="2025-05-26T12:30:57.232" v="2964"/>
          <ac:spMkLst>
            <pc:docMk/>
            <pc:sldMk cId="1885611815" sldId="2363"/>
            <ac:spMk id="3" creationId="{A7BCDEA9-0BCF-6A98-5B2A-8FEEE4EC7CB5}"/>
          </ac:spMkLst>
        </pc:spChg>
        <pc:spChg chg="mod">
          <ac:chgData name="arun thomas" userId="f41c0e13ea8416dc" providerId="LiveId" clId="{EE71F055-9492-48AE-8CA3-6FB7D8E539C0}" dt="2025-05-26T05:17:06.209" v="711" actId="13926"/>
          <ac:spMkLst>
            <pc:docMk/>
            <pc:sldMk cId="1885611815" sldId="2363"/>
            <ac:spMk id="4" creationId="{4AD249A9-2441-67FC-7C28-26DD8C646A80}"/>
          </ac:spMkLst>
        </pc:spChg>
        <pc:spChg chg="mod">
          <ac:chgData name="arun thomas" userId="f41c0e13ea8416dc" providerId="LiveId" clId="{EE71F055-9492-48AE-8CA3-6FB7D8E539C0}" dt="2025-05-26T12:35:33.568" v="3014" actId="20577"/>
          <ac:spMkLst>
            <pc:docMk/>
            <pc:sldMk cId="1885611815" sldId="2363"/>
            <ac:spMk id="5" creationId="{49CB6398-6CA2-7258-3943-D0FA8A355751}"/>
          </ac:spMkLst>
        </pc:spChg>
      </pc:sldChg>
      <pc:sldChg chg="modSp del mod">
        <pc:chgData name="arun thomas" userId="f41c0e13ea8416dc" providerId="LiveId" clId="{EE71F055-9492-48AE-8CA3-6FB7D8E539C0}" dt="2025-05-26T10:36:22.979" v="2127" actId="47"/>
        <pc:sldMkLst>
          <pc:docMk/>
          <pc:sldMk cId="2084923507" sldId="2365"/>
        </pc:sldMkLst>
      </pc:sldChg>
      <pc:sldChg chg="del">
        <pc:chgData name="arun thomas" userId="f41c0e13ea8416dc" providerId="LiveId" clId="{EE71F055-9492-48AE-8CA3-6FB7D8E539C0}" dt="2025-05-26T05:11:52.841" v="695" actId="47"/>
        <pc:sldMkLst>
          <pc:docMk/>
          <pc:sldMk cId="2979845899" sldId="2367"/>
        </pc:sldMkLst>
      </pc:sldChg>
      <pc:sldChg chg="addSp delSp modSp del mod">
        <pc:chgData name="arun thomas" userId="f41c0e13ea8416dc" providerId="LiveId" clId="{EE71F055-9492-48AE-8CA3-6FB7D8E539C0}" dt="2025-05-26T10:36:27.643" v="2128" actId="47"/>
        <pc:sldMkLst>
          <pc:docMk/>
          <pc:sldMk cId="3002683814" sldId="2368"/>
        </pc:sldMkLst>
      </pc:sldChg>
      <pc:sldChg chg="del">
        <pc:chgData name="arun thomas" userId="f41c0e13ea8416dc" providerId="LiveId" clId="{EE71F055-9492-48AE-8CA3-6FB7D8E539C0}" dt="2025-05-26T05:12:16.036" v="696" actId="47"/>
        <pc:sldMkLst>
          <pc:docMk/>
          <pc:sldMk cId="995034639" sldId="2369"/>
        </pc:sldMkLst>
      </pc:sldChg>
      <pc:sldChg chg="del">
        <pc:chgData name="arun thomas" userId="f41c0e13ea8416dc" providerId="LiveId" clId="{EE71F055-9492-48AE-8CA3-6FB7D8E539C0}" dt="2025-05-26T05:15:05.675" v="704" actId="47"/>
        <pc:sldMkLst>
          <pc:docMk/>
          <pc:sldMk cId="2164660571" sldId="2370"/>
        </pc:sldMkLst>
      </pc:sldChg>
      <pc:sldChg chg="del">
        <pc:chgData name="arun thomas" userId="f41c0e13ea8416dc" providerId="LiveId" clId="{EE71F055-9492-48AE-8CA3-6FB7D8E539C0}" dt="2025-05-26T05:12:27.626" v="697" actId="47"/>
        <pc:sldMkLst>
          <pc:docMk/>
          <pc:sldMk cId="61995564" sldId="2371"/>
        </pc:sldMkLst>
      </pc:sldChg>
      <pc:sldChg chg="del">
        <pc:chgData name="arun thomas" userId="f41c0e13ea8416dc" providerId="LiveId" clId="{EE71F055-9492-48AE-8CA3-6FB7D8E539C0}" dt="2025-05-26T05:15:16.367" v="705" actId="47"/>
        <pc:sldMkLst>
          <pc:docMk/>
          <pc:sldMk cId="1072112127" sldId="2372"/>
        </pc:sldMkLst>
      </pc:sldChg>
      <pc:sldChg chg="addSp delSp modSp mod">
        <pc:chgData name="arun thomas" userId="f41c0e13ea8416dc" providerId="LiveId" clId="{EE71F055-9492-48AE-8CA3-6FB7D8E539C0}" dt="2025-05-28T07:26:43.342" v="4231"/>
        <pc:sldMkLst>
          <pc:docMk/>
          <pc:sldMk cId="1382849182" sldId="2373"/>
        </pc:sldMkLst>
        <pc:spChg chg="mod">
          <ac:chgData name="arun thomas" userId="f41c0e13ea8416dc" providerId="LiveId" clId="{EE71F055-9492-48AE-8CA3-6FB7D8E539C0}" dt="2025-05-28T07:25:11.216" v="4218" actId="20578"/>
          <ac:spMkLst>
            <pc:docMk/>
            <pc:sldMk cId="1382849182" sldId="2373"/>
            <ac:spMk id="3" creationId="{430B85E5-73BA-A9A7-37BB-CB85F3D28EF1}"/>
          </ac:spMkLst>
        </pc:spChg>
        <pc:spChg chg="mod">
          <ac:chgData name="arun thomas" userId="f41c0e13ea8416dc" providerId="LiveId" clId="{EE71F055-9492-48AE-8CA3-6FB7D8E539C0}" dt="2025-05-28T07:26:41.276" v="4229" actId="2711"/>
          <ac:spMkLst>
            <pc:docMk/>
            <pc:sldMk cId="1382849182" sldId="2373"/>
            <ac:spMk id="4" creationId="{CB134A87-8FB4-343D-F34A-5612CBA21B53}"/>
          </ac:spMkLst>
        </pc:spChg>
        <pc:spChg chg="mod">
          <ac:chgData name="arun thomas" userId="f41c0e13ea8416dc" providerId="LiveId" clId="{EE71F055-9492-48AE-8CA3-6FB7D8E539C0}" dt="2025-05-26T12:35:52.086" v="3020" actId="20577"/>
          <ac:spMkLst>
            <pc:docMk/>
            <pc:sldMk cId="1382849182" sldId="2373"/>
            <ac:spMk id="5" creationId="{89B3995F-E17F-34C4-4F2B-E80F70F5969D}"/>
          </ac:spMkLst>
        </pc:spChg>
      </pc:sldChg>
      <pc:sldChg chg="addSp delSp modSp mod">
        <pc:chgData name="arun thomas" userId="f41c0e13ea8416dc" providerId="LiveId" clId="{EE71F055-9492-48AE-8CA3-6FB7D8E539C0}" dt="2025-05-26T12:36:27.618" v="3026"/>
        <pc:sldMkLst>
          <pc:docMk/>
          <pc:sldMk cId="4211253958" sldId="2374"/>
        </pc:sldMkLst>
        <pc:spChg chg="mod">
          <ac:chgData name="arun thomas" userId="f41c0e13ea8416dc" providerId="LiveId" clId="{EE71F055-9492-48AE-8CA3-6FB7D8E539C0}" dt="2025-05-26T10:35:15.360" v="2126" actId="20577"/>
          <ac:spMkLst>
            <pc:docMk/>
            <pc:sldMk cId="4211253958" sldId="2374"/>
            <ac:spMk id="2" creationId="{550F7748-8919-F859-C1C7-159020040D10}"/>
          </ac:spMkLst>
        </pc:spChg>
        <pc:spChg chg="add mod">
          <ac:chgData name="arun thomas" userId="f41c0e13ea8416dc" providerId="LiveId" clId="{EE71F055-9492-48AE-8CA3-6FB7D8E539C0}" dt="2025-05-26T12:36:27.618" v="3026"/>
          <ac:spMkLst>
            <pc:docMk/>
            <pc:sldMk cId="4211253958" sldId="2374"/>
            <ac:spMk id="4" creationId="{BE6D2FCA-6ED2-5F23-8319-93D73C27158B}"/>
          </ac:spMkLst>
        </pc:spChg>
        <pc:spChg chg="mod">
          <ac:chgData name="arun thomas" userId="f41c0e13ea8416dc" providerId="LiveId" clId="{EE71F055-9492-48AE-8CA3-6FB7D8E539C0}" dt="2025-05-26T12:36:18.499" v="3025" actId="20577"/>
          <ac:spMkLst>
            <pc:docMk/>
            <pc:sldMk cId="4211253958" sldId="2374"/>
            <ac:spMk id="5" creationId="{1F10DAAE-F230-1B9A-61E3-95F4F21AB5BE}"/>
          </ac:spMkLst>
        </pc:spChg>
        <pc:spChg chg="add mod">
          <ac:chgData name="arun thomas" userId="f41c0e13ea8416dc" providerId="LiveId" clId="{EE71F055-9492-48AE-8CA3-6FB7D8E539C0}" dt="2025-05-26T05:15:38.195" v="708"/>
          <ac:spMkLst>
            <pc:docMk/>
            <pc:sldMk cId="4211253958" sldId="2374"/>
            <ac:spMk id="8" creationId="{091C932D-F7BB-C045-3CDC-402B277DD593}"/>
          </ac:spMkLst>
        </pc:spChg>
      </pc:sldChg>
      <pc:sldChg chg="addSp modSp mod ord">
        <pc:chgData name="arun thomas" userId="f41c0e13ea8416dc" providerId="LiveId" clId="{EE71F055-9492-48AE-8CA3-6FB7D8E539C0}" dt="2025-05-28T05:21:14.720" v="3381" actId="1076"/>
        <pc:sldMkLst>
          <pc:docMk/>
          <pc:sldMk cId="3763329317" sldId="2375"/>
        </pc:sldMkLst>
        <pc:spChg chg="mod">
          <ac:chgData name="arun thomas" userId="f41c0e13ea8416dc" providerId="LiveId" clId="{EE71F055-9492-48AE-8CA3-6FB7D8E539C0}" dt="2025-05-26T12:37:56.101" v="3030" actId="20577"/>
          <ac:spMkLst>
            <pc:docMk/>
            <pc:sldMk cId="3763329317" sldId="2375"/>
            <ac:spMk id="3" creationId="{36B266B1-BAE8-35A0-E72E-E94A41BE1C3D}"/>
          </ac:spMkLst>
        </pc:spChg>
        <pc:spChg chg="add mod">
          <ac:chgData name="arun thomas" userId="f41c0e13ea8416dc" providerId="LiveId" clId="{EE71F055-9492-48AE-8CA3-6FB7D8E539C0}" dt="2025-05-26T10:48:18.745" v="2231" actId="1076"/>
          <ac:spMkLst>
            <pc:docMk/>
            <pc:sldMk cId="3763329317" sldId="2375"/>
            <ac:spMk id="4" creationId="{A2DC80C1-260C-D84C-ABAF-D1D894485134}"/>
          </ac:spMkLst>
        </pc:spChg>
        <pc:spChg chg="add mod">
          <ac:chgData name="arun thomas" userId="f41c0e13ea8416dc" providerId="LiveId" clId="{EE71F055-9492-48AE-8CA3-6FB7D8E539C0}" dt="2025-05-26T10:49:04.770" v="2232" actId="1076"/>
          <ac:spMkLst>
            <pc:docMk/>
            <pc:sldMk cId="3763329317" sldId="2375"/>
            <ac:spMk id="5" creationId="{913AF0A3-BB83-3AC2-6CF0-6CD4B122C67C}"/>
          </ac:spMkLst>
        </pc:spChg>
        <pc:spChg chg="add mod">
          <ac:chgData name="arun thomas" userId="f41c0e13ea8416dc" providerId="LiveId" clId="{EE71F055-9492-48AE-8CA3-6FB7D8E539C0}" dt="2025-05-26T10:57:56.852" v="2304" actId="164"/>
          <ac:spMkLst>
            <pc:docMk/>
            <pc:sldMk cId="3763329317" sldId="2375"/>
            <ac:spMk id="6" creationId="{C0B2C911-A3F4-0F2C-BC7B-63BC2F65A7C4}"/>
          </ac:spMkLst>
        </pc:spChg>
        <pc:spChg chg="add mod">
          <ac:chgData name="arun thomas" userId="f41c0e13ea8416dc" providerId="LiveId" clId="{EE71F055-9492-48AE-8CA3-6FB7D8E539C0}" dt="2025-05-26T10:57:56.852" v="2304" actId="164"/>
          <ac:spMkLst>
            <pc:docMk/>
            <pc:sldMk cId="3763329317" sldId="2375"/>
            <ac:spMk id="7" creationId="{AEB81369-AEC0-8228-5279-96B69D349566}"/>
          </ac:spMkLst>
        </pc:spChg>
        <pc:spChg chg="mod">
          <ac:chgData name="arun thomas" userId="f41c0e13ea8416dc" providerId="LiveId" clId="{EE71F055-9492-48AE-8CA3-6FB7D8E539C0}" dt="2025-05-26T10:47:47.213" v="2229" actId="14100"/>
          <ac:spMkLst>
            <pc:docMk/>
            <pc:sldMk cId="3763329317" sldId="2375"/>
            <ac:spMk id="11" creationId="{9EC68614-8C31-531E-F024-1CCA14A13FD6}"/>
          </ac:spMkLst>
        </pc:spChg>
        <pc:spChg chg="mod">
          <ac:chgData name="arun thomas" userId="f41c0e13ea8416dc" providerId="LiveId" clId="{EE71F055-9492-48AE-8CA3-6FB7D8E539C0}" dt="2025-05-26T10:52:45.113" v="2264" actId="20577"/>
          <ac:spMkLst>
            <pc:docMk/>
            <pc:sldMk cId="3763329317" sldId="2375"/>
            <ac:spMk id="12" creationId="{9DE4D25A-FEAB-A194-4BAC-2B8EF9C176C5}"/>
          </ac:spMkLst>
        </pc:spChg>
        <pc:grpChg chg="add mod">
          <ac:chgData name="arun thomas" userId="f41c0e13ea8416dc" providerId="LiveId" clId="{EE71F055-9492-48AE-8CA3-6FB7D8E539C0}" dt="2025-05-28T05:21:14.720" v="3381" actId="1076"/>
          <ac:grpSpMkLst>
            <pc:docMk/>
            <pc:sldMk cId="3763329317" sldId="2375"/>
            <ac:grpSpMk id="8" creationId="{43766743-51F2-F2D8-D6FE-E2E2992940B2}"/>
          </ac:grpSpMkLst>
        </pc:grpChg>
      </pc:sldChg>
      <pc:sldChg chg="addSp modSp mod">
        <pc:chgData name="arun thomas" userId="f41c0e13ea8416dc" providerId="LiveId" clId="{EE71F055-9492-48AE-8CA3-6FB7D8E539C0}" dt="2025-05-28T04:50:28.575" v="3369" actId="20577"/>
        <pc:sldMkLst>
          <pc:docMk/>
          <pc:sldMk cId="3178611561" sldId="2376"/>
        </pc:sldMkLst>
        <pc:spChg chg="mod">
          <ac:chgData name="arun thomas" userId="f41c0e13ea8416dc" providerId="LiveId" clId="{EE71F055-9492-48AE-8CA3-6FB7D8E539C0}" dt="2025-05-26T10:55:17.971" v="2288" actId="1076"/>
          <ac:spMkLst>
            <pc:docMk/>
            <pc:sldMk cId="3178611561" sldId="2376"/>
            <ac:spMk id="4" creationId="{7A8A047D-158E-0CAB-9744-0BD0A6FD5998}"/>
          </ac:spMkLst>
        </pc:spChg>
        <pc:spChg chg="mod">
          <ac:chgData name="arun thomas" userId="f41c0e13ea8416dc" providerId="LiveId" clId="{EE71F055-9492-48AE-8CA3-6FB7D8E539C0}" dt="2025-05-26T10:57:00.695" v="2299"/>
          <ac:spMkLst>
            <pc:docMk/>
            <pc:sldMk cId="3178611561" sldId="2376"/>
            <ac:spMk id="6" creationId="{A2CE1D23-44C8-B759-6C23-9DBC0EB31DF3}"/>
          </ac:spMkLst>
        </pc:spChg>
        <pc:spChg chg="mod">
          <ac:chgData name="arun thomas" userId="f41c0e13ea8416dc" providerId="LiveId" clId="{EE71F055-9492-48AE-8CA3-6FB7D8E539C0}" dt="2025-05-26T10:57:00.695" v="2299"/>
          <ac:spMkLst>
            <pc:docMk/>
            <pc:sldMk cId="3178611561" sldId="2376"/>
            <ac:spMk id="7" creationId="{5AE8D239-0024-5D40-2B53-3C158706C88A}"/>
          </ac:spMkLst>
        </pc:spChg>
        <pc:spChg chg="mod">
          <ac:chgData name="arun thomas" userId="f41c0e13ea8416dc" providerId="LiveId" clId="{EE71F055-9492-48AE-8CA3-6FB7D8E539C0}" dt="2025-05-28T04:50:28.575" v="3369" actId="20577"/>
          <ac:spMkLst>
            <pc:docMk/>
            <pc:sldMk cId="3178611561" sldId="2376"/>
            <ac:spMk id="8" creationId="{D06ABCCF-5E89-D762-25A2-F68049164F5D}"/>
          </ac:spMkLst>
        </pc:spChg>
        <pc:spChg chg="mod">
          <ac:chgData name="arun thomas" userId="f41c0e13ea8416dc" providerId="LiveId" clId="{EE71F055-9492-48AE-8CA3-6FB7D8E539C0}" dt="2025-05-26T10:57:24.218" v="2302"/>
          <ac:spMkLst>
            <pc:docMk/>
            <pc:sldMk cId="3178611561" sldId="2376"/>
            <ac:spMk id="10" creationId="{F97BD4D7-E967-C49D-EE7E-748AE5711F84}"/>
          </ac:spMkLst>
        </pc:spChg>
        <pc:spChg chg="mod">
          <ac:chgData name="arun thomas" userId="f41c0e13ea8416dc" providerId="LiveId" clId="{EE71F055-9492-48AE-8CA3-6FB7D8E539C0}" dt="2025-05-26T10:57:24.218" v="2302"/>
          <ac:spMkLst>
            <pc:docMk/>
            <pc:sldMk cId="3178611561" sldId="2376"/>
            <ac:spMk id="11" creationId="{7178B3E0-B215-9310-EDF8-58955BE07DA2}"/>
          </ac:spMkLst>
        </pc:spChg>
        <pc:grpChg chg="add mod">
          <ac:chgData name="arun thomas" userId="f41c0e13ea8416dc" providerId="LiveId" clId="{EE71F055-9492-48AE-8CA3-6FB7D8E539C0}" dt="2025-05-26T10:57:18.201" v="2301" actId="1076"/>
          <ac:grpSpMkLst>
            <pc:docMk/>
            <pc:sldMk cId="3178611561" sldId="2376"/>
            <ac:grpSpMk id="5" creationId="{90E471D1-F200-FA62-B650-8F987EF1AA07}"/>
          </ac:grpSpMkLst>
        </pc:grpChg>
        <pc:grpChg chg="add mod">
          <ac:chgData name="arun thomas" userId="f41c0e13ea8416dc" providerId="LiveId" clId="{EE71F055-9492-48AE-8CA3-6FB7D8E539C0}" dt="2025-05-26T10:57:30.255" v="2303" actId="1076"/>
          <ac:grpSpMkLst>
            <pc:docMk/>
            <pc:sldMk cId="3178611561" sldId="2376"/>
            <ac:grpSpMk id="9" creationId="{F7B2C039-1F0D-4412-78A8-96B224BBFBFD}"/>
          </ac:grpSpMkLst>
        </pc:grpChg>
      </pc:sldChg>
      <pc:sldChg chg="modSp del mod">
        <pc:chgData name="arun thomas" userId="f41c0e13ea8416dc" providerId="LiveId" clId="{EE71F055-9492-48AE-8CA3-6FB7D8E539C0}" dt="2025-05-26T10:54:03.439" v="2280" actId="2696"/>
        <pc:sldMkLst>
          <pc:docMk/>
          <pc:sldMk cId="1093914280" sldId="2377"/>
        </pc:sldMkLst>
      </pc:sldChg>
      <pc:sldChg chg="addSp modSp mod">
        <pc:chgData name="arun thomas" userId="f41c0e13ea8416dc" providerId="LiveId" clId="{EE71F055-9492-48AE-8CA3-6FB7D8E539C0}" dt="2025-05-26T11:01:42.651" v="2345" actId="1076"/>
        <pc:sldMkLst>
          <pc:docMk/>
          <pc:sldMk cId="4040433060" sldId="2378"/>
        </pc:sldMkLst>
        <pc:spChg chg="mod">
          <ac:chgData name="arun thomas" userId="f41c0e13ea8416dc" providerId="LiveId" clId="{EE71F055-9492-48AE-8CA3-6FB7D8E539C0}" dt="2025-05-26T11:01:08.667" v="2341" actId="1076"/>
          <ac:spMkLst>
            <pc:docMk/>
            <pc:sldMk cId="4040433060" sldId="2378"/>
            <ac:spMk id="4" creationId="{A0118179-919B-A04D-61A3-EBC6DC6F2EB9}"/>
          </ac:spMkLst>
        </pc:spChg>
        <pc:spChg chg="mod">
          <ac:chgData name="arun thomas" userId="f41c0e13ea8416dc" providerId="LiveId" clId="{EE71F055-9492-48AE-8CA3-6FB7D8E539C0}" dt="2025-05-26T11:01:21.752" v="2342"/>
          <ac:spMkLst>
            <pc:docMk/>
            <pc:sldMk cId="4040433060" sldId="2378"/>
            <ac:spMk id="6" creationId="{3FFB369E-CE97-361B-79AA-0DC91F08CBF6}"/>
          </ac:spMkLst>
        </pc:spChg>
        <pc:spChg chg="mod">
          <ac:chgData name="arun thomas" userId="f41c0e13ea8416dc" providerId="LiveId" clId="{EE71F055-9492-48AE-8CA3-6FB7D8E539C0}" dt="2025-05-26T11:01:21.752" v="2342"/>
          <ac:spMkLst>
            <pc:docMk/>
            <pc:sldMk cId="4040433060" sldId="2378"/>
            <ac:spMk id="7" creationId="{5F4D44D6-2C3C-001A-3354-CE13BC52417A}"/>
          </ac:spMkLst>
        </pc:spChg>
        <pc:spChg chg="mod">
          <ac:chgData name="arun thomas" userId="f41c0e13ea8416dc" providerId="LiveId" clId="{EE71F055-9492-48AE-8CA3-6FB7D8E539C0}" dt="2025-05-26T11:01:04.409" v="2340" actId="1076"/>
          <ac:spMkLst>
            <pc:docMk/>
            <pc:sldMk cId="4040433060" sldId="2378"/>
            <ac:spMk id="8" creationId="{11B5E1B7-DD37-797F-3825-25E7DFC90DB8}"/>
          </ac:spMkLst>
        </pc:spChg>
        <pc:spChg chg="mod">
          <ac:chgData name="arun thomas" userId="f41c0e13ea8416dc" providerId="LiveId" clId="{EE71F055-9492-48AE-8CA3-6FB7D8E539C0}" dt="2025-05-26T11:01:22.543" v="2343"/>
          <ac:spMkLst>
            <pc:docMk/>
            <pc:sldMk cId="4040433060" sldId="2378"/>
            <ac:spMk id="10" creationId="{9B7EDC07-6D91-C2DE-2A51-134755309995}"/>
          </ac:spMkLst>
        </pc:spChg>
        <pc:spChg chg="mod">
          <ac:chgData name="arun thomas" userId="f41c0e13ea8416dc" providerId="LiveId" clId="{EE71F055-9492-48AE-8CA3-6FB7D8E539C0}" dt="2025-05-26T11:01:22.543" v="2343"/>
          <ac:spMkLst>
            <pc:docMk/>
            <pc:sldMk cId="4040433060" sldId="2378"/>
            <ac:spMk id="11" creationId="{FDFDE9D4-58AC-5BA9-E5B6-AE0B6078318A}"/>
          </ac:spMkLst>
        </pc:spChg>
        <pc:grpChg chg="add mod">
          <ac:chgData name="arun thomas" userId="f41c0e13ea8416dc" providerId="LiveId" clId="{EE71F055-9492-48AE-8CA3-6FB7D8E539C0}" dt="2025-05-26T11:01:42.651" v="2345" actId="1076"/>
          <ac:grpSpMkLst>
            <pc:docMk/>
            <pc:sldMk cId="4040433060" sldId="2378"/>
            <ac:grpSpMk id="5" creationId="{7C5A4E92-7B93-B943-1804-84D45660C958}"/>
          </ac:grpSpMkLst>
        </pc:grpChg>
        <pc:grpChg chg="add mod">
          <ac:chgData name="arun thomas" userId="f41c0e13ea8416dc" providerId="LiveId" clId="{EE71F055-9492-48AE-8CA3-6FB7D8E539C0}" dt="2025-05-26T11:01:30.655" v="2344" actId="1076"/>
          <ac:grpSpMkLst>
            <pc:docMk/>
            <pc:sldMk cId="4040433060" sldId="2378"/>
            <ac:grpSpMk id="9" creationId="{58B359B0-7834-4537-9F0E-2295C503E76D}"/>
          </ac:grpSpMkLst>
        </pc:grpChg>
      </pc:sldChg>
      <pc:sldChg chg="del">
        <pc:chgData name="arun thomas" userId="f41c0e13ea8416dc" providerId="LiveId" clId="{EE71F055-9492-48AE-8CA3-6FB7D8E539C0}" dt="2025-05-26T11:02:08.521" v="2349" actId="2696"/>
        <pc:sldMkLst>
          <pc:docMk/>
          <pc:sldMk cId="227317419" sldId="2379"/>
        </pc:sldMkLst>
      </pc:sldChg>
      <pc:sldChg chg="modSp mod">
        <pc:chgData name="arun thomas" userId="f41c0e13ea8416dc" providerId="LiveId" clId="{EE71F055-9492-48AE-8CA3-6FB7D8E539C0}" dt="2025-05-26T11:05:21.794" v="2377" actId="403"/>
        <pc:sldMkLst>
          <pc:docMk/>
          <pc:sldMk cId="2558850899" sldId="2380"/>
        </pc:sldMkLst>
        <pc:spChg chg="mod">
          <ac:chgData name="arun thomas" userId="f41c0e13ea8416dc" providerId="LiveId" clId="{EE71F055-9492-48AE-8CA3-6FB7D8E539C0}" dt="2025-05-26T11:04:16.872" v="2365" actId="403"/>
          <ac:spMkLst>
            <pc:docMk/>
            <pc:sldMk cId="2558850899" sldId="2380"/>
            <ac:spMk id="5" creationId="{B1914874-F73C-3422-ABDB-79F41EA15139}"/>
          </ac:spMkLst>
        </pc:spChg>
        <pc:spChg chg="mod">
          <ac:chgData name="arun thomas" userId="f41c0e13ea8416dc" providerId="LiveId" clId="{EE71F055-9492-48AE-8CA3-6FB7D8E539C0}" dt="2025-05-26T11:05:21.794" v="2377" actId="403"/>
          <ac:spMkLst>
            <pc:docMk/>
            <pc:sldMk cId="2558850899" sldId="2380"/>
            <ac:spMk id="8" creationId="{C254D51C-B323-51C0-DF4E-9CEA87481973}"/>
          </ac:spMkLst>
        </pc:spChg>
      </pc:sldChg>
      <pc:sldChg chg="modSp mod">
        <pc:chgData name="arun thomas" userId="f41c0e13ea8416dc" providerId="LiveId" clId="{EE71F055-9492-48AE-8CA3-6FB7D8E539C0}" dt="2025-05-26T11:05:12.966" v="2376" actId="403"/>
        <pc:sldMkLst>
          <pc:docMk/>
          <pc:sldMk cId="3155958482" sldId="2381"/>
        </pc:sldMkLst>
        <pc:spChg chg="mod">
          <ac:chgData name="arun thomas" userId="f41c0e13ea8416dc" providerId="LiveId" clId="{EE71F055-9492-48AE-8CA3-6FB7D8E539C0}" dt="2025-05-26T11:04:59.394" v="2373" actId="403"/>
          <ac:spMkLst>
            <pc:docMk/>
            <pc:sldMk cId="3155958482" sldId="2381"/>
            <ac:spMk id="3" creationId="{722BCE68-42CE-021C-0701-45522B6BB37E}"/>
          </ac:spMkLst>
        </pc:spChg>
        <pc:spChg chg="mod">
          <ac:chgData name="arun thomas" userId="f41c0e13ea8416dc" providerId="LiveId" clId="{EE71F055-9492-48AE-8CA3-6FB7D8E539C0}" dt="2025-05-26T11:05:12.966" v="2376" actId="403"/>
          <ac:spMkLst>
            <pc:docMk/>
            <pc:sldMk cId="3155958482" sldId="2381"/>
            <ac:spMk id="9" creationId="{90AB8FCF-7EC3-AF8A-3267-53BCB7CCE796}"/>
          </ac:spMkLst>
        </pc:spChg>
      </pc:sldChg>
      <pc:sldChg chg="modSp mod">
        <pc:chgData name="arun thomas" userId="f41c0e13ea8416dc" providerId="LiveId" clId="{EE71F055-9492-48AE-8CA3-6FB7D8E539C0}" dt="2025-05-26T11:06:19.580" v="2389" actId="1076"/>
        <pc:sldMkLst>
          <pc:docMk/>
          <pc:sldMk cId="2618990443" sldId="2382"/>
        </pc:sldMkLst>
        <pc:spChg chg="mod">
          <ac:chgData name="arun thomas" userId="f41c0e13ea8416dc" providerId="LiveId" clId="{EE71F055-9492-48AE-8CA3-6FB7D8E539C0}" dt="2025-05-26T11:06:05.725" v="2387" actId="27636"/>
          <ac:spMkLst>
            <pc:docMk/>
            <pc:sldMk cId="2618990443" sldId="2382"/>
            <ac:spMk id="5" creationId="{3AF18C6A-2147-CA63-919E-E0EA327DB95A}"/>
          </ac:spMkLst>
        </pc:spChg>
        <pc:spChg chg="mod">
          <ac:chgData name="arun thomas" userId="f41c0e13ea8416dc" providerId="LiveId" clId="{EE71F055-9492-48AE-8CA3-6FB7D8E539C0}" dt="2025-05-26T11:06:19.580" v="2389" actId="1076"/>
          <ac:spMkLst>
            <pc:docMk/>
            <pc:sldMk cId="2618990443" sldId="2382"/>
            <ac:spMk id="8" creationId="{5555FA10-F913-7BDE-132B-049EA66F8F92}"/>
          </ac:spMkLst>
        </pc:spChg>
      </pc:sldChg>
      <pc:sldChg chg="addSp modSp mod">
        <pc:chgData name="arun thomas" userId="f41c0e13ea8416dc" providerId="LiveId" clId="{EE71F055-9492-48AE-8CA3-6FB7D8E539C0}" dt="2025-05-28T05:23:31.086" v="3414" actId="1076"/>
        <pc:sldMkLst>
          <pc:docMk/>
          <pc:sldMk cId="1709694121" sldId="2383"/>
        </pc:sldMkLst>
        <pc:spChg chg="mod">
          <ac:chgData name="arun thomas" userId="f41c0e13ea8416dc" providerId="LiveId" clId="{EE71F055-9492-48AE-8CA3-6FB7D8E539C0}" dt="2025-05-28T05:22:19.769" v="3403" actId="20577"/>
          <ac:spMkLst>
            <pc:docMk/>
            <pc:sldMk cId="1709694121" sldId="2383"/>
            <ac:spMk id="3" creationId="{8E3A7B4D-0604-D6D7-DAE1-A663148AED96}"/>
          </ac:spMkLst>
        </pc:spChg>
        <pc:spChg chg="mod">
          <ac:chgData name="arun thomas" userId="f41c0e13ea8416dc" providerId="LiveId" clId="{EE71F055-9492-48AE-8CA3-6FB7D8E539C0}" dt="2025-05-28T05:22:21.675" v="3404" actId="1076"/>
          <ac:spMkLst>
            <pc:docMk/>
            <pc:sldMk cId="1709694121" sldId="2383"/>
            <ac:spMk id="4" creationId="{E5D734EF-24D6-F2E8-9A27-29F0FDB952BF}"/>
          </ac:spMkLst>
        </pc:spChg>
        <pc:spChg chg="mod">
          <ac:chgData name="arun thomas" userId="f41c0e13ea8416dc" providerId="LiveId" clId="{EE71F055-9492-48AE-8CA3-6FB7D8E539C0}" dt="2025-05-28T05:22:17.073" v="3400" actId="20577"/>
          <ac:spMkLst>
            <pc:docMk/>
            <pc:sldMk cId="1709694121" sldId="2383"/>
            <ac:spMk id="5" creationId="{3AC3FFF5-EE7A-E6B5-418B-D5EC1685C2FC}"/>
          </ac:spMkLst>
        </pc:spChg>
        <pc:spChg chg="mod">
          <ac:chgData name="arun thomas" userId="f41c0e13ea8416dc" providerId="LiveId" clId="{EE71F055-9492-48AE-8CA3-6FB7D8E539C0}" dt="2025-05-26T11:09:24.175" v="2407" actId="1076"/>
          <ac:spMkLst>
            <pc:docMk/>
            <pc:sldMk cId="1709694121" sldId="2383"/>
            <ac:spMk id="7" creationId="{53E938C5-2D4D-6152-034D-C3B4F7A4AE83}"/>
          </ac:spMkLst>
        </pc:spChg>
        <pc:spChg chg="mod">
          <ac:chgData name="arun thomas" userId="f41c0e13ea8416dc" providerId="LiveId" clId="{EE71F055-9492-48AE-8CA3-6FB7D8E539C0}" dt="2025-05-28T05:21:34.191" v="3386"/>
          <ac:spMkLst>
            <pc:docMk/>
            <pc:sldMk cId="1709694121" sldId="2383"/>
            <ac:spMk id="9" creationId="{E0D44BBE-6C67-5D89-0EB4-F55296BE531B}"/>
          </ac:spMkLst>
        </pc:spChg>
        <pc:spChg chg="mod">
          <ac:chgData name="arun thomas" userId="f41c0e13ea8416dc" providerId="LiveId" clId="{EE71F055-9492-48AE-8CA3-6FB7D8E539C0}" dt="2025-05-28T05:21:34.191" v="3386"/>
          <ac:spMkLst>
            <pc:docMk/>
            <pc:sldMk cId="1709694121" sldId="2383"/>
            <ac:spMk id="10" creationId="{3F70C279-0734-1B32-C21A-B078CF2125E1}"/>
          </ac:spMkLst>
        </pc:spChg>
        <pc:spChg chg="mod">
          <ac:chgData name="arun thomas" userId="f41c0e13ea8416dc" providerId="LiveId" clId="{EE71F055-9492-48AE-8CA3-6FB7D8E539C0}" dt="2025-05-28T05:21:35.176" v="3387"/>
          <ac:spMkLst>
            <pc:docMk/>
            <pc:sldMk cId="1709694121" sldId="2383"/>
            <ac:spMk id="12" creationId="{280EE2A7-25BB-F1FF-CD73-794BD7916CD8}"/>
          </ac:spMkLst>
        </pc:spChg>
        <pc:spChg chg="mod">
          <ac:chgData name="arun thomas" userId="f41c0e13ea8416dc" providerId="LiveId" clId="{EE71F055-9492-48AE-8CA3-6FB7D8E539C0}" dt="2025-05-28T05:21:35.176" v="3387"/>
          <ac:spMkLst>
            <pc:docMk/>
            <pc:sldMk cId="1709694121" sldId="2383"/>
            <ac:spMk id="13" creationId="{EEA0B4F1-FCE1-6FF6-8DE7-6A99D4E3C453}"/>
          </ac:spMkLst>
        </pc:spChg>
        <pc:spChg chg="mod">
          <ac:chgData name="arun thomas" userId="f41c0e13ea8416dc" providerId="LiveId" clId="{EE71F055-9492-48AE-8CA3-6FB7D8E539C0}" dt="2025-05-28T05:21:38.348" v="3388"/>
          <ac:spMkLst>
            <pc:docMk/>
            <pc:sldMk cId="1709694121" sldId="2383"/>
            <ac:spMk id="15" creationId="{842B105B-E2EA-3E5F-5EB5-2C194C118D28}"/>
          </ac:spMkLst>
        </pc:spChg>
        <pc:spChg chg="mod">
          <ac:chgData name="arun thomas" userId="f41c0e13ea8416dc" providerId="LiveId" clId="{EE71F055-9492-48AE-8CA3-6FB7D8E539C0}" dt="2025-05-28T05:21:38.348" v="3388"/>
          <ac:spMkLst>
            <pc:docMk/>
            <pc:sldMk cId="1709694121" sldId="2383"/>
            <ac:spMk id="16" creationId="{4BC5F996-5867-3543-60D8-B6DA62C4B5DF}"/>
          </ac:spMkLst>
        </pc:spChg>
        <pc:spChg chg="mod">
          <ac:chgData name="arun thomas" userId="f41c0e13ea8416dc" providerId="LiveId" clId="{EE71F055-9492-48AE-8CA3-6FB7D8E539C0}" dt="2025-05-28T05:21:38.757" v="3389"/>
          <ac:spMkLst>
            <pc:docMk/>
            <pc:sldMk cId="1709694121" sldId="2383"/>
            <ac:spMk id="18" creationId="{82F5583B-A012-EED8-9527-F1B0B10BF7EC}"/>
          </ac:spMkLst>
        </pc:spChg>
        <pc:spChg chg="mod">
          <ac:chgData name="arun thomas" userId="f41c0e13ea8416dc" providerId="LiveId" clId="{EE71F055-9492-48AE-8CA3-6FB7D8E539C0}" dt="2025-05-28T05:21:38.757" v="3389"/>
          <ac:spMkLst>
            <pc:docMk/>
            <pc:sldMk cId="1709694121" sldId="2383"/>
            <ac:spMk id="19" creationId="{88BBE81F-A4C2-5EC4-CB0F-8316517CB221}"/>
          </ac:spMkLst>
        </pc:spChg>
        <pc:grpChg chg="add mod">
          <ac:chgData name="arun thomas" userId="f41c0e13ea8416dc" providerId="LiveId" clId="{EE71F055-9492-48AE-8CA3-6FB7D8E539C0}" dt="2025-05-28T05:23:31.086" v="3414" actId="1076"/>
          <ac:grpSpMkLst>
            <pc:docMk/>
            <pc:sldMk cId="1709694121" sldId="2383"/>
            <ac:grpSpMk id="8" creationId="{98632E61-55CA-5782-0B67-B6D82AAC4140}"/>
          </ac:grpSpMkLst>
        </pc:grpChg>
        <pc:grpChg chg="add mod">
          <ac:chgData name="arun thomas" userId="f41c0e13ea8416dc" providerId="LiveId" clId="{EE71F055-9492-48AE-8CA3-6FB7D8E539C0}" dt="2025-05-28T05:23:15.474" v="3411" actId="1076"/>
          <ac:grpSpMkLst>
            <pc:docMk/>
            <pc:sldMk cId="1709694121" sldId="2383"/>
            <ac:grpSpMk id="11" creationId="{20966338-8B61-4178-8A4A-94E078A6F973}"/>
          </ac:grpSpMkLst>
        </pc:grpChg>
        <pc:grpChg chg="add mod">
          <ac:chgData name="arun thomas" userId="f41c0e13ea8416dc" providerId="LiveId" clId="{EE71F055-9492-48AE-8CA3-6FB7D8E539C0}" dt="2025-05-28T05:21:50.019" v="3391" actId="14100"/>
          <ac:grpSpMkLst>
            <pc:docMk/>
            <pc:sldMk cId="1709694121" sldId="2383"/>
            <ac:grpSpMk id="14" creationId="{A576B1F6-B1B1-1310-8F00-E48270F758F5}"/>
          </ac:grpSpMkLst>
        </pc:grpChg>
        <pc:grpChg chg="add mod">
          <ac:chgData name="arun thomas" userId="f41c0e13ea8416dc" providerId="LiveId" clId="{EE71F055-9492-48AE-8CA3-6FB7D8E539C0}" dt="2025-05-28T05:22:08.765" v="3394" actId="1076"/>
          <ac:grpSpMkLst>
            <pc:docMk/>
            <pc:sldMk cId="1709694121" sldId="2383"/>
            <ac:grpSpMk id="17" creationId="{7D7E717F-F92D-B1CC-1F44-AC21DCEE27AD}"/>
          </ac:grpSpMkLst>
        </pc:grpChg>
      </pc:sldChg>
      <pc:sldChg chg="addSp modSp mod">
        <pc:chgData name="arun thomas" userId="f41c0e13ea8416dc" providerId="LiveId" clId="{EE71F055-9492-48AE-8CA3-6FB7D8E539C0}" dt="2025-05-28T05:25:32.697" v="3444" actId="1076"/>
        <pc:sldMkLst>
          <pc:docMk/>
          <pc:sldMk cId="3523189780" sldId="2384"/>
        </pc:sldMkLst>
        <pc:spChg chg="mod">
          <ac:chgData name="arun thomas" userId="f41c0e13ea8416dc" providerId="LiveId" clId="{EE71F055-9492-48AE-8CA3-6FB7D8E539C0}" dt="2025-05-28T05:23:51.037" v="3420" actId="20577"/>
          <ac:spMkLst>
            <pc:docMk/>
            <pc:sldMk cId="3523189780" sldId="2384"/>
            <ac:spMk id="3" creationId="{97BEF389-CAD6-23E8-DB88-9C1C1819F2E1}"/>
          </ac:spMkLst>
        </pc:spChg>
        <pc:spChg chg="mod">
          <ac:chgData name="arun thomas" userId="f41c0e13ea8416dc" providerId="LiveId" clId="{EE71F055-9492-48AE-8CA3-6FB7D8E539C0}" dt="2025-05-28T05:23:54.761" v="3426" actId="20577"/>
          <ac:spMkLst>
            <pc:docMk/>
            <pc:sldMk cId="3523189780" sldId="2384"/>
            <ac:spMk id="5" creationId="{FEEEC3D8-2D12-A75D-BC98-8BED56DFB3D9}"/>
          </ac:spMkLst>
        </pc:spChg>
        <pc:spChg chg="mod">
          <ac:chgData name="arun thomas" userId="f41c0e13ea8416dc" providerId="LiveId" clId="{EE71F055-9492-48AE-8CA3-6FB7D8E539C0}" dt="2025-05-28T05:24:21.133" v="3431"/>
          <ac:spMkLst>
            <pc:docMk/>
            <pc:sldMk cId="3523189780" sldId="2384"/>
            <ac:spMk id="21" creationId="{440BE45B-71E3-407E-0257-624F1997DFEA}"/>
          </ac:spMkLst>
        </pc:spChg>
        <pc:spChg chg="mod">
          <ac:chgData name="arun thomas" userId="f41c0e13ea8416dc" providerId="LiveId" clId="{EE71F055-9492-48AE-8CA3-6FB7D8E539C0}" dt="2025-05-28T05:24:21.133" v="3431"/>
          <ac:spMkLst>
            <pc:docMk/>
            <pc:sldMk cId="3523189780" sldId="2384"/>
            <ac:spMk id="22" creationId="{E49424F2-1FF1-EEBE-DB4A-54A0E20CB0F4}"/>
          </ac:spMkLst>
        </pc:spChg>
        <pc:spChg chg="mod">
          <ac:chgData name="arun thomas" userId="f41c0e13ea8416dc" providerId="LiveId" clId="{EE71F055-9492-48AE-8CA3-6FB7D8E539C0}" dt="2025-05-28T05:24:21.713" v="3432"/>
          <ac:spMkLst>
            <pc:docMk/>
            <pc:sldMk cId="3523189780" sldId="2384"/>
            <ac:spMk id="24" creationId="{20CED3CC-544A-E521-08D8-F4D95A2CD95C}"/>
          </ac:spMkLst>
        </pc:spChg>
        <pc:spChg chg="mod">
          <ac:chgData name="arun thomas" userId="f41c0e13ea8416dc" providerId="LiveId" clId="{EE71F055-9492-48AE-8CA3-6FB7D8E539C0}" dt="2025-05-28T05:24:21.713" v="3432"/>
          <ac:spMkLst>
            <pc:docMk/>
            <pc:sldMk cId="3523189780" sldId="2384"/>
            <ac:spMk id="25" creationId="{F667469C-5934-F335-0550-5C29FC912D97}"/>
          </ac:spMkLst>
        </pc:spChg>
        <pc:spChg chg="mod">
          <ac:chgData name="arun thomas" userId="f41c0e13ea8416dc" providerId="LiveId" clId="{EE71F055-9492-48AE-8CA3-6FB7D8E539C0}" dt="2025-05-28T05:24:21.998" v="3433"/>
          <ac:spMkLst>
            <pc:docMk/>
            <pc:sldMk cId="3523189780" sldId="2384"/>
            <ac:spMk id="27" creationId="{AEF081B5-3B46-1BA8-187C-92236B03F621}"/>
          </ac:spMkLst>
        </pc:spChg>
        <pc:spChg chg="mod">
          <ac:chgData name="arun thomas" userId="f41c0e13ea8416dc" providerId="LiveId" clId="{EE71F055-9492-48AE-8CA3-6FB7D8E539C0}" dt="2025-05-28T05:24:21.998" v="3433"/>
          <ac:spMkLst>
            <pc:docMk/>
            <pc:sldMk cId="3523189780" sldId="2384"/>
            <ac:spMk id="28" creationId="{2EE6F8EA-5F06-3297-3CC7-9BE4E27D7343}"/>
          </ac:spMkLst>
        </pc:spChg>
        <pc:spChg chg="mod">
          <ac:chgData name="arun thomas" userId="f41c0e13ea8416dc" providerId="LiveId" clId="{EE71F055-9492-48AE-8CA3-6FB7D8E539C0}" dt="2025-05-28T05:24:22.298" v="3434"/>
          <ac:spMkLst>
            <pc:docMk/>
            <pc:sldMk cId="3523189780" sldId="2384"/>
            <ac:spMk id="30" creationId="{2E1C59C9-E970-7D9E-FA42-76317A8E8821}"/>
          </ac:spMkLst>
        </pc:spChg>
        <pc:spChg chg="mod">
          <ac:chgData name="arun thomas" userId="f41c0e13ea8416dc" providerId="LiveId" clId="{EE71F055-9492-48AE-8CA3-6FB7D8E539C0}" dt="2025-05-28T05:24:22.298" v="3434"/>
          <ac:spMkLst>
            <pc:docMk/>
            <pc:sldMk cId="3523189780" sldId="2384"/>
            <ac:spMk id="31" creationId="{13E37456-F75B-CCE7-38F9-B7136C1432C3}"/>
          </ac:spMkLst>
        </pc:spChg>
        <pc:grpChg chg="add mod">
          <ac:chgData name="arun thomas" userId="f41c0e13ea8416dc" providerId="LiveId" clId="{EE71F055-9492-48AE-8CA3-6FB7D8E539C0}" dt="2025-05-28T05:25:32.697" v="3444" actId="1076"/>
          <ac:grpSpMkLst>
            <pc:docMk/>
            <pc:sldMk cId="3523189780" sldId="2384"/>
            <ac:grpSpMk id="20" creationId="{9E8B90AB-ECA1-FF6C-CF02-C906DB7320FA}"/>
          </ac:grpSpMkLst>
        </pc:grpChg>
        <pc:grpChg chg="add mod">
          <ac:chgData name="arun thomas" userId="f41c0e13ea8416dc" providerId="LiveId" clId="{EE71F055-9492-48AE-8CA3-6FB7D8E539C0}" dt="2025-05-28T05:25:09.949" v="3440" actId="14100"/>
          <ac:grpSpMkLst>
            <pc:docMk/>
            <pc:sldMk cId="3523189780" sldId="2384"/>
            <ac:grpSpMk id="23" creationId="{E5172E1E-9F54-F0EB-4C05-D1F4732A066F}"/>
          </ac:grpSpMkLst>
        </pc:grpChg>
        <pc:grpChg chg="add mod">
          <ac:chgData name="arun thomas" userId="f41c0e13ea8416dc" providerId="LiveId" clId="{EE71F055-9492-48AE-8CA3-6FB7D8E539C0}" dt="2025-05-28T05:24:41.861" v="3436" actId="14100"/>
          <ac:grpSpMkLst>
            <pc:docMk/>
            <pc:sldMk cId="3523189780" sldId="2384"/>
            <ac:grpSpMk id="26" creationId="{3DACB36A-A6B4-CB96-A887-7FB0CB50F3F2}"/>
          </ac:grpSpMkLst>
        </pc:grpChg>
        <pc:grpChg chg="add mod">
          <ac:chgData name="arun thomas" userId="f41c0e13ea8416dc" providerId="LiveId" clId="{EE71F055-9492-48AE-8CA3-6FB7D8E539C0}" dt="2025-05-28T05:24:52.704" v="3438" actId="14100"/>
          <ac:grpSpMkLst>
            <pc:docMk/>
            <pc:sldMk cId="3523189780" sldId="2384"/>
            <ac:grpSpMk id="29" creationId="{5A18D165-6C6B-68BA-DAEB-3D22F35CA5BA}"/>
          </ac:grpSpMkLst>
        </pc:grpChg>
      </pc:sldChg>
      <pc:sldChg chg="addSp modSp mod">
        <pc:chgData name="arun thomas" userId="f41c0e13ea8416dc" providerId="LiveId" clId="{EE71F055-9492-48AE-8CA3-6FB7D8E539C0}" dt="2025-05-28T05:27:45.275" v="3474" actId="1076"/>
        <pc:sldMkLst>
          <pc:docMk/>
          <pc:sldMk cId="3921090380" sldId="2385"/>
        </pc:sldMkLst>
        <pc:spChg chg="mod">
          <ac:chgData name="arun thomas" userId="f41c0e13ea8416dc" providerId="LiveId" clId="{EE71F055-9492-48AE-8CA3-6FB7D8E539C0}" dt="2025-05-28T05:26:10.940" v="3458" actId="20577"/>
          <ac:spMkLst>
            <pc:docMk/>
            <pc:sldMk cId="3921090380" sldId="2385"/>
            <ac:spMk id="3" creationId="{9F3C7716-9256-3B7E-3264-1CFB64E2B6DB}"/>
          </ac:spMkLst>
        </pc:spChg>
        <pc:spChg chg="mod">
          <ac:chgData name="arun thomas" userId="f41c0e13ea8416dc" providerId="LiveId" clId="{EE71F055-9492-48AE-8CA3-6FB7D8E539C0}" dt="2025-05-28T05:27:27.750" v="3473" actId="1076"/>
          <ac:spMkLst>
            <pc:docMk/>
            <pc:sldMk cId="3921090380" sldId="2385"/>
            <ac:spMk id="5" creationId="{AE8CC777-BD10-A65F-7C61-A41C7FB12754}"/>
          </ac:spMkLst>
        </pc:spChg>
        <pc:spChg chg="mod">
          <ac:chgData name="arun thomas" userId="f41c0e13ea8416dc" providerId="LiveId" clId="{EE71F055-9492-48AE-8CA3-6FB7D8E539C0}" dt="2025-05-28T05:26:21.395" v="3460"/>
          <ac:spMkLst>
            <pc:docMk/>
            <pc:sldMk cId="3921090380" sldId="2385"/>
            <ac:spMk id="9" creationId="{98961AB6-B4A8-56ED-83BF-768E71533A99}"/>
          </ac:spMkLst>
        </pc:spChg>
        <pc:spChg chg="mod">
          <ac:chgData name="arun thomas" userId="f41c0e13ea8416dc" providerId="LiveId" clId="{EE71F055-9492-48AE-8CA3-6FB7D8E539C0}" dt="2025-05-28T05:26:21.395" v="3460"/>
          <ac:spMkLst>
            <pc:docMk/>
            <pc:sldMk cId="3921090380" sldId="2385"/>
            <ac:spMk id="10" creationId="{34902771-0D3B-C758-F05F-C3565612C816}"/>
          </ac:spMkLst>
        </pc:spChg>
        <pc:spChg chg="mod">
          <ac:chgData name="arun thomas" userId="f41c0e13ea8416dc" providerId="LiveId" clId="{EE71F055-9492-48AE-8CA3-6FB7D8E539C0}" dt="2025-05-28T05:26:21.668" v="3461"/>
          <ac:spMkLst>
            <pc:docMk/>
            <pc:sldMk cId="3921090380" sldId="2385"/>
            <ac:spMk id="12" creationId="{991A6727-CBA1-F2A4-A665-FBB39684874B}"/>
          </ac:spMkLst>
        </pc:spChg>
        <pc:spChg chg="mod">
          <ac:chgData name="arun thomas" userId="f41c0e13ea8416dc" providerId="LiveId" clId="{EE71F055-9492-48AE-8CA3-6FB7D8E539C0}" dt="2025-05-28T05:26:21.668" v="3461"/>
          <ac:spMkLst>
            <pc:docMk/>
            <pc:sldMk cId="3921090380" sldId="2385"/>
            <ac:spMk id="13" creationId="{890B0393-BC3D-685E-BBFA-354E630CD57B}"/>
          </ac:spMkLst>
        </pc:spChg>
        <pc:spChg chg="mod">
          <ac:chgData name="arun thomas" userId="f41c0e13ea8416dc" providerId="LiveId" clId="{EE71F055-9492-48AE-8CA3-6FB7D8E539C0}" dt="2025-05-28T05:26:21.930" v="3462"/>
          <ac:spMkLst>
            <pc:docMk/>
            <pc:sldMk cId="3921090380" sldId="2385"/>
            <ac:spMk id="15" creationId="{165DBC1A-A85F-A2A3-DE1D-BCE390F8BDB5}"/>
          </ac:spMkLst>
        </pc:spChg>
        <pc:spChg chg="mod">
          <ac:chgData name="arun thomas" userId="f41c0e13ea8416dc" providerId="LiveId" clId="{EE71F055-9492-48AE-8CA3-6FB7D8E539C0}" dt="2025-05-28T05:26:21.930" v="3462"/>
          <ac:spMkLst>
            <pc:docMk/>
            <pc:sldMk cId="3921090380" sldId="2385"/>
            <ac:spMk id="16" creationId="{8FB584B3-BD0E-0E1A-E8F1-0215916CF9E9}"/>
          </ac:spMkLst>
        </pc:spChg>
        <pc:spChg chg="mod">
          <ac:chgData name="arun thomas" userId="f41c0e13ea8416dc" providerId="LiveId" clId="{EE71F055-9492-48AE-8CA3-6FB7D8E539C0}" dt="2025-05-28T05:26:22.216" v="3463"/>
          <ac:spMkLst>
            <pc:docMk/>
            <pc:sldMk cId="3921090380" sldId="2385"/>
            <ac:spMk id="18" creationId="{04D99F11-6A65-276E-D6E5-E8D998B8B872}"/>
          </ac:spMkLst>
        </pc:spChg>
        <pc:spChg chg="mod">
          <ac:chgData name="arun thomas" userId="f41c0e13ea8416dc" providerId="LiveId" clId="{EE71F055-9492-48AE-8CA3-6FB7D8E539C0}" dt="2025-05-28T05:26:22.216" v="3463"/>
          <ac:spMkLst>
            <pc:docMk/>
            <pc:sldMk cId="3921090380" sldId="2385"/>
            <ac:spMk id="19" creationId="{DA8F52FF-3724-0B50-D68E-B0A647FFF500}"/>
          </ac:spMkLst>
        </pc:spChg>
        <pc:grpChg chg="add mod">
          <ac:chgData name="arun thomas" userId="f41c0e13ea8416dc" providerId="LiveId" clId="{EE71F055-9492-48AE-8CA3-6FB7D8E539C0}" dt="2025-05-28T05:27:45.275" v="3474" actId="1076"/>
          <ac:grpSpMkLst>
            <pc:docMk/>
            <pc:sldMk cId="3921090380" sldId="2385"/>
            <ac:grpSpMk id="8" creationId="{8B8EAAF1-E732-E59D-D97B-BFD516A5F50E}"/>
          </ac:grpSpMkLst>
        </pc:grpChg>
        <pc:grpChg chg="add mod">
          <ac:chgData name="arun thomas" userId="f41c0e13ea8416dc" providerId="LiveId" clId="{EE71F055-9492-48AE-8CA3-6FB7D8E539C0}" dt="2025-05-28T05:27:45.275" v="3474" actId="1076"/>
          <ac:grpSpMkLst>
            <pc:docMk/>
            <pc:sldMk cId="3921090380" sldId="2385"/>
            <ac:grpSpMk id="11" creationId="{A288092E-3FD7-BE1E-0D9F-2BF74B8494E2}"/>
          </ac:grpSpMkLst>
        </pc:grpChg>
        <pc:grpChg chg="add mod">
          <ac:chgData name="arun thomas" userId="f41c0e13ea8416dc" providerId="LiveId" clId="{EE71F055-9492-48AE-8CA3-6FB7D8E539C0}" dt="2025-05-28T05:27:45.275" v="3474" actId="1076"/>
          <ac:grpSpMkLst>
            <pc:docMk/>
            <pc:sldMk cId="3921090380" sldId="2385"/>
            <ac:grpSpMk id="14" creationId="{A9668D4E-34CD-0C64-FF8E-366D16EF950A}"/>
          </ac:grpSpMkLst>
        </pc:grpChg>
        <pc:grpChg chg="add mod">
          <ac:chgData name="arun thomas" userId="f41c0e13ea8416dc" providerId="LiveId" clId="{EE71F055-9492-48AE-8CA3-6FB7D8E539C0}" dt="2025-05-28T05:27:45.275" v="3474" actId="1076"/>
          <ac:grpSpMkLst>
            <pc:docMk/>
            <pc:sldMk cId="3921090380" sldId="2385"/>
            <ac:grpSpMk id="17" creationId="{F0F295EE-21D7-C3D0-9C99-962A192504B3}"/>
          </ac:grpSpMkLst>
        </pc:grpChg>
      </pc:sldChg>
      <pc:sldChg chg="modSp mod">
        <pc:chgData name="arun thomas" userId="f41c0e13ea8416dc" providerId="LiveId" clId="{EE71F055-9492-48AE-8CA3-6FB7D8E539C0}" dt="2025-05-28T07:49:00.270" v="4276" actId="20577"/>
        <pc:sldMkLst>
          <pc:docMk/>
          <pc:sldMk cId="3021718961" sldId="2386"/>
        </pc:sldMkLst>
        <pc:spChg chg="mod">
          <ac:chgData name="arun thomas" userId="f41c0e13ea8416dc" providerId="LiveId" clId="{EE71F055-9492-48AE-8CA3-6FB7D8E539C0}" dt="2025-05-28T04:15:54.781" v="3160" actId="1076"/>
          <ac:spMkLst>
            <pc:docMk/>
            <pc:sldMk cId="3021718961" sldId="2386"/>
            <ac:spMk id="3" creationId="{656E826A-8C45-184C-43D5-AB7F3D1B1A6D}"/>
          </ac:spMkLst>
        </pc:spChg>
        <pc:spChg chg="mod">
          <ac:chgData name="arun thomas" userId="f41c0e13ea8416dc" providerId="LiveId" clId="{EE71F055-9492-48AE-8CA3-6FB7D8E539C0}" dt="2025-05-28T07:49:00.270" v="4276" actId="20577"/>
          <ac:spMkLst>
            <pc:docMk/>
            <pc:sldMk cId="3021718961" sldId="2386"/>
            <ac:spMk id="4" creationId="{8D61FA5F-7CF7-1CCD-A6F1-E0939EA49B3C}"/>
          </ac:spMkLst>
        </pc:spChg>
        <pc:spChg chg="mod">
          <ac:chgData name="arun thomas" userId="f41c0e13ea8416dc" providerId="LiveId" clId="{EE71F055-9492-48AE-8CA3-6FB7D8E539C0}" dt="2025-05-28T04:16:23.923" v="3167" actId="20577"/>
          <ac:spMkLst>
            <pc:docMk/>
            <pc:sldMk cId="3021718961" sldId="2386"/>
            <ac:spMk id="5" creationId="{F0ECD1FC-FBCB-938B-5D79-E4F197FC3754}"/>
          </ac:spMkLst>
        </pc:spChg>
      </pc:sldChg>
      <pc:sldChg chg="modSp mod ord">
        <pc:chgData name="arun thomas" userId="f41c0e13ea8416dc" providerId="LiveId" clId="{EE71F055-9492-48AE-8CA3-6FB7D8E539C0}" dt="2025-05-28T07:48:53.885" v="4274" actId="20577"/>
        <pc:sldMkLst>
          <pc:docMk/>
          <pc:sldMk cId="397139102" sldId="2387"/>
        </pc:sldMkLst>
        <pc:spChg chg="mod">
          <ac:chgData name="arun thomas" userId="f41c0e13ea8416dc" providerId="LiveId" clId="{EE71F055-9492-48AE-8CA3-6FB7D8E539C0}" dt="2025-05-28T04:17:30.744" v="3179" actId="20577"/>
          <ac:spMkLst>
            <pc:docMk/>
            <pc:sldMk cId="397139102" sldId="2387"/>
            <ac:spMk id="3" creationId="{FA9F2E1F-9ADC-B638-AF60-82A55CC2E283}"/>
          </ac:spMkLst>
        </pc:spChg>
        <pc:spChg chg="mod">
          <ac:chgData name="arun thomas" userId="f41c0e13ea8416dc" providerId="LiveId" clId="{EE71F055-9492-48AE-8CA3-6FB7D8E539C0}" dt="2025-05-28T07:48:53.885" v="4274" actId="20577"/>
          <ac:spMkLst>
            <pc:docMk/>
            <pc:sldMk cId="397139102" sldId="2387"/>
            <ac:spMk id="4" creationId="{D1403508-6277-0C5D-2945-D4CEF69EE9C2}"/>
          </ac:spMkLst>
        </pc:spChg>
        <pc:spChg chg="mod">
          <ac:chgData name="arun thomas" userId="f41c0e13ea8416dc" providerId="LiveId" clId="{EE71F055-9492-48AE-8CA3-6FB7D8E539C0}" dt="2025-05-28T04:18:12.708" v="3189" actId="20577"/>
          <ac:spMkLst>
            <pc:docMk/>
            <pc:sldMk cId="397139102" sldId="2387"/>
            <ac:spMk id="5" creationId="{6861E664-48C2-D918-FB94-EC55FE441C5C}"/>
          </ac:spMkLst>
        </pc:spChg>
      </pc:sldChg>
      <pc:sldChg chg="modSp del mod ord">
        <pc:chgData name="arun thomas" userId="f41c0e13ea8416dc" providerId="LiveId" clId="{EE71F055-9492-48AE-8CA3-6FB7D8E539C0}" dt="2025-05-28T07:48:13.846" v="4247" actId="47"/>
        <pc:sldMkLst>
          <pc:docMk/>
          <pc:sldMk cId="2414679831" sldId="2388"/>
        </pc:sldMkLst>
      </pc:sldChg>
      <pc:sldChg chg="modSp del mod ord">
        <pc:chgData name="arun thomas" userId="f41c0e13ea8416dc" providerId="LiveId" clId="{EE71F055-9492-48AE-8CA3-6FB7D8E539C0}" dt="2025-05-28T07:48:25.836" v="4248" actId="47"/>
        <pc:sldMkLst>
          <pc:docMk/>
          <pc:sldMk cId="828810092" sldId="2389"/>
        </pc:sldMkLst>
      </pc:sldChg>
      <pc:sldChg chg="addSp delSp modSp mod ord">
        <pc:chgData name="arun thomas" userId="f41c0e13ea8416dc" providerId="LiveId" clId="{EE71F055-9492-48AE-8CA3-6FB7D8E539C0}" dt="2025-05-28T07:48:47.854" v="4272" actId="20577"/>
        <pc:sldMkLst>
          <pc:docMk/>
          <pc:sldMk cId="342482431" sldId="2390"/>
        </pc:sldMkLst>
        <pc:spChg chg="mod">
          <ac:chgData name="arun thomas" userId="f41c0e13ea8416dc" providerId="LiveId" clId="{EE71F055-9492-48AE-8CA3-6FB7D8E539C0}" dt="2025-05-28T04:39:16.845" v="3354" actId="20577"/>
          <ac:spMkLst>
            <pc:docMk/>
            <pc:sldMk cId="342482431" sldId="2390"/>
            <ac:spMk id="3" creationId="{C2E0566D-71C4-714B-C887-74F357B65FBF}"/>
          </ac:spMkLst>
        </pc:spChg>
        <pc:spChg chg="mod">
          <ac:chgData name="arun thomas" userId="f41c0e13ea8416dc" providerId="LiveId" clId="{EE71F055-9492-48AE-8CA3-6FB7D8E539C0}" dt="2025-05-28T07:48:47.854" v="4272" actId="20577"/>
          <ac:spMkLst>
            <pc:docMk/>
            <pc:sldMk cId="342482431" sldId="2390"/>
            <ac:spMk id="4" creationId="{FFDE3915-8902-9114-00F3-52C4E0473FC4}"/>
          </ac:spMkLst>
        </pc:spChg>
        <pc:spChg chg="add del mod">
          <ac:chgData name="arun thomas" userId="f41c0e13ea8416dc" providerId="LiveId" clId="{EE71F055-9492-48AE-8CA3-6FB7D8E539C0}" dt="2025-05-28T04:38:34.293" v="3327" actId="20577"/>
          <ac:spMkLst>
            <pc:docMk/>
            <pc:sldMk cId="342482431" sldId="2390"/>
            <ac:spMk id="5" creationId="{25D65B9C-3FFB-B7E1-79C7-BE869CCEDD50}"/>
          </ac:spMkLst>
        </pc:spChg>
      </pc:sldChg>
      <pc:sldChg chg="delSp modSp mod">
        <pc:chgData name="arun thomas" userId="f41c0e13ea8416dc" providerId="LiveId" clId="{EE71F055-9492-48AE-8CA3-6FB7D8E539C0}" dt="2025-05-29T11:08:06.801" v="4299" actId="207"/>
        <pc:sldMkLst>
          <pc:docMk/>
          <pc:sldMk cId="943012970" sldId="2391"/>
        </pc:sldMkLst>
        <pc:spChg chg="mod">
          <ac:chgData name="arun thomas" userId="f41c0e13ea8416dc" providerId="LiveId" clId="{EE71F055-9492-48AE-8CA3-6FB7D8E539C0}" dt="2025-05-26T11:39:24.267" v="2698" actId="20577"/>
          <ac:spMkLst>
            <pc:docMk/>
            <pc:sldMk cId="943012970" sldId="2391"/>
            <ac:spMk id="2" creationId="{657539DE-8C6A-456C-6B3A-EF4A028F431A}"/>
          </ac:spMkLst>
        </pc:spChg>
        <pc:spChg chg="mod">
          <ac:chgData name="arun thomas" userId="f41c0e13ea8416dc" providerId="LiveId" clId="{EE71F055-9492-48AE-8CA3-6FB7D8E539C0}" dt="2025-05-29T11:08:06.801" v="4299" actId="207"/>
          <ac:spMkLst>
            <pc:docMk/>
            <pc:sldMk cId="943012970" sldId="2391"/>
            <ac:spMk id="3" creationId="{07B3F196-9D45-45A8-3E44-6B5CF3016BDB}"/>
          </ac:spMkLst>
        </pc:spChg>
        <pc:spChg chg="mod">
          <ac:chgData name="arun thomas" userId="f41c0e13ea8416dc" providerId="LiveId" clId="{EE71F055-9492-48AE-8CA3-6FB7D8E539C0}" dt="2025-05-26T12:45:03.954" v="3054" actId="20577"/>
          <ac:spMkLst>
            <pc:docMk/>
            <pc:sldMk cId="943012970" sldId="2391"/>
            <ac:spMk id="4" creationId="{9E2FA0FB-7EBE-3201-9116-FA71BF319356}"/>
          </ac:spMkLst>
        </pc:spChg>
      </pc:sldChg>
      <pc:sldChg chg="addSp delSp modSp mod">
        <pc:chgData name="arun thomas" userId="f41c0e13ea8416dc" providerId="LiveId" clId="{EE71F055-9492-48AE-8CA3-6FB7D8E539C0}" dt="2025-05-29T11:08:36.768" v="4312" actId="207"/>
        <pc:sldMkLst>
          <pc:docMk/>
          <pc:sldMk cId="2733932937" sldId="2392"/>
        </pc:sldMkLst>
        <pc:spChg chg="mod">
          <ac:chgData name="arun thomas" userId="f41c0e13ea8416dc" providerId="LiveId" clId="{EE71F055-9492-48AE-8CA3-6FB7D8E539C0}" dt="2025-05-26T12:46:14.345" v="3063" actId="20577"/>
          <ac:spMkLst>
            <pc:docMk/>
            <pc:sldMk cId="2733932937" sldId="2392"/>
            <ac:spMk id="2" creationId="{EBC5EC8F-C8E2-9B3C-013D-9BF9DB59E524}"/>
          </ac:spMkLst>
        </pc:spChg>
        <pc:spChg chg="mod">
          <ac:chgData name="arun thomas" userId="f41c0e13ea8416dc" providerId="LiveId" clId="{EE71F055-9492-48AE-8CA3-6FB7D8E539C0}" dt="2025-05-29T11:08:36.768" v="4312" actId="207"/>
          <ac:spMkLst>
            <pc:docMk/>
            <pc:sldMk cId="2733932937" sldId="2392"/>
            <ac:spMk id="3" creationId="{91EA1DA1-B087-7B2F-059E-0EB08F74B46F}"/>
          </ac:spMkLst>
        </pc:spChg>
        <pc:spChg chg="mod">
          <ac:chgData name="arun thomas" userId="f41c0e13ea8416dc" providerId="LiveId" clId="{EE71F055-9492-48AE-8CA3-6FB7D8E539C0}" dt="2025-05-26T12:46:12.116" v="3062" actId="20577"/>
          <ac:spMkLst>
            <pc:docMk/>
            <pc:sldMk cId="2733932937" sldId="2392"/>
            <ac:spMk id="4" creationId="{C989C9C1-2C36-FFA9-D49F-5EC62F7920F4}"/>
          </ac:spMkLst>
        </pc:spChg>
        <pc:spChg chg="add mod">
          <ac:chgData name="arun thomas" userId="f41c0e13ea8416dc" providerId="LiveId" clId="{EE71F055-9492-48AE-8CA3-6FB7D8E539C0}" dt="2025-05-29T11:08:16.558" v="4301" actId="571"/>
          <ac:spMkLst>
            <pc:docMk/>
            <pc:sldMk cId="2733932937" sldId="2392"/>
            <ac:spMk id="5" creationId="{BA74E48A-E4E4-145E-75CD-973FBF806F1E}"/>
          </ac:spMkLst>
        </pc:spChg>
      </pc:sldChg>
      <pc:sldChg chg="modSp mod">
        <pc:chgData name="arun thomas" userId="f41c0e13ea8416dc" providerId="LiveId" clId="{EE71F055-9492-48AE-8CA3-6FB7D8E539C0}" dt="2025-05-26T12:47:59.689" v="3077" actId="20577"/>
        <pc:sldMkLst>
          <pc:docMk/>
          <pc:sldMk cId="2293860912" sldId="2393"/>
        </pc:sldMkLst>
        <pc:spChg chg="mod">
          <ac:chgData name="arun thomas" userId="f41c0e13ea8416dc" providerId="LiveId" clId="{EE71F055-9492-48AE-8CA3-6FB7D8E539C0}" dt="2025-05-26T12:46:57.585" v="3066" actId="1076"/>
          <ac:spMkLst>
            <pc:docMk/>
            <pc:sldMk cId="2293860912" sldId="2393"/>
            <ac:spMk id="3" creationId="{330DA70D-4725-DF21-F910-B7D41ADDE6C5}"/>
          </ac:spMkLst>
        </pc:spChg>
        <pc:spChg chg="mod">
          <ac:chgData name="arun thomas" userId="f41c0e13ea8416dc" providerId="LiveId" clId="{EE71F055-9492-48AE-8CA3-6FB7D8E539C0}" dt="2025-05-26T12:47:59.689" v="3077" actId="20577"/>
          <ac:spMkLst>
            <pc:docMk/>
            <pc:sldMk cId="2293860912" sldId="2393"/>
            <ac:spMk id="4" creationId="{4A3FCA2A-F98F-6DEF-2594-C74D60372AE3}"/>
          </ac:spMkLst>
        </pc:spChg>
        <pc:spChg chg="mod">
          <ac:chgData name="arun thomas" userId="f41c0e13ea8416dc" providerId="LiveId" clId="{EE71F055-9492-48AE-8CA3-6FB7D8E539C0}" dt="2025-05-26T12:46:54.568" v="3065" actId="1076"/>
          <ac:spMkLst>
            <pc:docMk/>
            <pc:sldMk cId="2293860912" sldId="2393"/>
            <ac:spMk id="5" creationId="{25DAAEB6-D1E1-B388-9ECB-6773FAFF66E5}"/>
          </ac:spMkLst>
        </pc:spChg>
      </pc:sldChg>
      <pc:sldChg chg="modSp mod">
        <pc:chgData name="arun thomas" userId="f41c0e13ea8416dc" providerId="LiveId" clId="{EE71F055-9492-48AE-8CA3-6FB7D8E539C0}" dt="2025-05-26T12:48:04.206" v="3078" actId="20577"/>
        <pc:sldMkLst>
          <pc:docMk/>
          <pc:sldMk cId="3171420277" sldId="2394"/>
        </pc:sldMkLst>
        <pc:spChg chg="mod">
          <ac:chgData name="arun thomas" userId="f41c0e13ea8416dc" providerId="LiveId" clId="{EE71F055-9492-48AE-8CA3-6FB7D8E539C0}" dt="2025-05-26T12:11:33.848" v="2856" actId="1076"/>
          <ac:spMkLst>
            <pc:docMk/>
            <pc:sldMk cId="3171420277" sldId="2394"/>
            <ac:spMk id="3" creationId="{295CE31C-85DB-9312-54DA-87019E714996}"/>
          </ac:spMkLst>
        </pc:spChg>
        <pc:spChg chg="mod">
          <ac:chgData name="arun thomas" userId="f41c0e13ea8416dc" providerId="LiveId" clId="{EE71F055-9492-48AE-8CA3-6FB7D8E539C0}" dt="2025-05-26T12:48:04.206" v="3078" actId="20577"/>
          <ac:spMkLst>
            <pc:docMk/>
            <pc:sldMk cId="3171420277" sldId="2394"/>
            <ac:spMk id="4" creationId="{98AE2A91-3BD8-16E5-A998-EC085AA6F88E}"/>
          </ac:spMkLst>
        </pc:spChg>
        <pc:spChg chg="mod">
          <ac:chgData name="arun thomas" userId="f41c0e13ea8416dc" providerId="LiveId" clId="{EE71F055-9492-48AE-8CA3-6FB7D8E539C0}" dt="2025-05-26T12:47:20.742" v="3073" actId="1076"/>
          <ac:spMkLst>
            <pc:docMk/>
            <pc:sldMk cId="3171420277" sldId="2394"/>
            <ac:spMk id="5" creationId="{185F8DB2-B9EF-DDEB-7BD4-F15D5D0D5862}"/>
          </ac:spMkLst>
        </pc:spChg>
      </pc:sldChg>
      <pc:sldChg chg="del">
        <pc:chgData name="arun thomas" userId="f41c0e13ea8416dc" providerId="LiveId" clId="{EE71F055-9492-48AE-8CA3-6FB7D8E539C0}" dt="2025-05-26T12:07:23.673" v="2814" actId="47"/>
        <pc:sldMkLst>
          <pc:docMk/>
          <pc:sldMk cId="1165368182" sldId="2395"/>
        </pc:sldMkLst>
      </pc:sldChg>
      <pc:sldChg chg="modSp mod">
        <pc:chgData name="arun thomas" userId="f41c0e13ea8416dc" providerId="LiveId" clId="{EE71F055-9492-48AE-8CA3-6FB7D8E539C0}" dt="2025-05-26T12:48:25.107" v="3086" actId="20577"/>
        <pc:sldMkLst>
          <pc:docMk/>
          <pc:sldMk cId="1585868484" sldId="2396"/>
        </pc:sldMkLst>
        <pc:spChg chg="mod">
          <ac:chgData name="arun thomas" userId="f41c0e13ea8416dc" providerId="LiveId" clId="{EE71F055-9492-48AE-8CA3-6FB7D8E539C0}" dt="2025-05-26T12:09:20.897" v="2836"/>
          <ac:spMkLst>
            <pc:docMk/>
            <pc:sldMk cId="1585868484" sldId="2396"/>
            <ac:spMk id="3" creationId="{FD33E4D5-B80D-F148-53CF-BF0AA7BFE124}"/>
          </ac:spMkLst>
        </pc:spChg>
        <pc:spChg chg="mod">
          <ac:chgData name="arun thomas" userId="f41c0e13ea8416dc" providerId="LiveId" clId="{EE71F055-9492-48AE-8CA3-6FB7D8E539C0}" dt="2025-05-26T12:48:25.107" v="3086" actId="20577"/>
          <ac:spMkLst>
            <pc:docMk/>
            <pc:sldMk cId="1585868484" sldId="2396"/>
            <ac:spMk id="4" creationId="{DFC04F08-1C5A-AA55-F9BD-B7D2EBCAC3B0}"/>
          </ac:spMkLst>
        </pc:spChg>
        <pc:spChg chg="mod">
          <ac:chgData name="arun thomas" userId="f41c0e13ea8416dc" providerId="LiveId" clId="{EE71F055-9492-48AE-8CA3-6FB7D8E539C0}" dt="2025-05-26T12:09:08.160" v="2834" actId="403"/>
          <ac:spMkLst>
            <pc:docMk/>
            <pc:sldMk cId="1585868484" sldId="2396"/>
            <ac:spMk id="5" creationId="{9067E025-A57B-147B-B757-E1295C820723}"/>
          </ac:spMkLst>
        </pc:spChg>
      </pc:sldChg>
      <pc:sldChg chg="del">
        <pc:chgData name="arun thomas" userId="f41c0e13ea8416dc" providerId="LiveId" clId="{EE71F055-9492-48AE-8CA3-6FB7D8E539C0}" dt="2025-05-26T12:07:53.550" v="2818" actId="47"/>
        <pc:sldMkLst>
          <pc:docMk/>
          <pc:sldMk cId="1035151135" sldId="2397"/>
        </pc:sldMkLst>
      </pc:sldChg>
      <pc:sldChg chg="modSp mod">
        <pc:chgData name="arun thomas" userId="f41c0e13ea8416dc" providerId="LiveId" clId="{EE71F055-9492-48AE-8CA3-6FB7D8E539C0}" dt="2025-05-26T12:48:44.620" v="3092" actId="20577"/>
        <pc:sldMkLst>
          <pc:docMk/>
          <pc:sldMk cId="1248569953" sldId="2398"/>
        </pc:sldMkLst>
        <pc:spChg chg="mod">
          <ac:chgData name="arun thomas" userId="f41c0e13ea8416dc" providerId="LiveId" clId="{EE71F055-9492-48AE-8CA3-6FB7D8E539C0}" dt="2025-05-26T12:13:07.300" v="2866" actId="14100"/>
          <ac:spMkLst>
            <pc:docMk/>
            <pc:sldMk cId="1248569953" sldId="2398"/>
            <ac:spMk id="3" creationId="{17652C35-D2BC-06E2-E3C5-7E09437AEB61}"/>
          </ac:spMkLst>
        </pc:spChg>
        <pc:spChg chg="mod">
          <ac:chgData name="arun thomas" userId="f41c0e13ea8416dc" providerId="LiveId" clId="{EE71F055-9492-48AE-8CA3-6FB7D8E539C0}" dt="2025-05-26T12:48:44.620" v="3092" actId="20577"/>
          <ac:spMkLst>
            <pc:docMk/>
            <pc:sldMk cId="1248569953" sldId="2398"/>
            <ac:spMk id="4" creationId="{D54DFF42-DAAC-C322-4CEC-8562FF70C9BC}"/>
          </ac:spMkLst>
        </pc:spChg>
        <pc:spChg chg="mod">
          <ac:chgData name="arun thomas" userId="f41c0e13ea8416dc" providerId="LiveId" clId="{EE71F055-9492-48AE-8CA3-6FB7D8E539C0}" dt="2025-05-26T12:13:33.714" v="2869" actId="1076"/>
          <ac:spMkLst>
            <pc:docMk/>
            <pc:sldMk cId="1248569953" sldId="2398"/>
            <ac:spMk id="5" creationId="{FCBA6D36-B306-A21B-E5DE-79112EA92892}"/>
          </ac:spMkLst>
        </pc:spChg>
      </pc:sldChg>
      <pc:sldChg chg="del">
        <pc:chgData name="arun thomas" userId="f41c0e13ea8416dc" providerId="LiveId" clId="{EE71F055-9492-48AE-8CA3-6FB7D8E539C0}" dt="2025-05-26T12:10:48.447" v="2852" actId="47"/>
        <pc:sldMkLst>
          <pc:docMk/>
          <pc:sldMk cId="1763173131" sldId="2399"/>
        </pc:sldMkLst>
      </pc:sldChg>
      <pc:sldChg chg="modSp mod">
        <pc:chgData name="arun thomas" userId="f41c0e13ea8416dc" providerId="LiveId" clId="{EE71F055-9492-48AE-8CA3-6FB7D8E539C0}" dt="2025-05-26T12:49:03.546" v="3099" actId="20577"/>
        <pc:sldMkLst>
          <pc:docMk/>
          <pc:sldMk cId="4226083997" sldId="2400"/>
        </pc:sldMkLst>
        <pc:spChg chg="mod">
          <ac:chgData name="arun thomas" userId="f41c0e13ea8416dc" providerId="LiveId" clId="{EE71F055-9492-48AE-8CA3-6FB7D8E539C0}" dt="2025-05-26T12:15:34.947" v="2882" actId="1076"/>
          <ac:spMkLst>
            <pc:docMk/>
            <pc:sldMk cId="4226083997" sldId="2400"/>
            <ac:spMk id="3" creationId="{DBF9D3E0-023C-6B0A-33AA-57ABDCFC88DF}"/>
          </ac:spMkLst>
        </pc:spChg>
        <pc:spChg chg="mod">
          <ac:chgData name="arun thomas" userId="f41c0e13ea8416dc" providerId="LiveId" clId="{EE71F055-9492-48AE-8CA3-6FB7D8E539C0}" dt="2025-05-26T12:49:03.546" v="3099" actId="20577"/>
          <ac:spMkLst>
            <pc:docMk/>
            <pc:sldMk cId="4226083997" sldId="2400"/>
            <ac:spMk id="4" creationId="{BA6A3012-BDB4-5BDD-A720-F794FFA12304}"/>
          </ac:spMkLst>
        </pc:spChg>
        <pc:spChg chg="mod">
          <ac:chgData name="arun thomas" userId="f41c0e13ea8416dc" providerId="LiveId" clId="{EE71F055-9492-48AE-8CA3-6FB7D8E539C0}" dt="2025-05-26T12:15:37.893" v="2883" actId="1076"/>
          <ac:spMkLst>
            <pc:docMk/>
            <pc:sldMk cId="4226083997" sldId="2400"/>
            <ac:spMk id="5" creationId="{D62B320E-9DE8-9E4A-30EE-B150CF816B7B}"/>
          </ac:spMkLst>
        </pc:spChg>
      </pc:sldChg>
      <pc:sldChg chg="del">
        <pc:chgData name="arun thomas" userId="f41c0e13ea8416dc" providerId="LiveId" clId="{EE71F055-9492-48AE-8CA3-6FB7D8E539C0}" dt="2025-05-26T12:10:41.243" v="2849" actId="47"/>
        <pc:sldMkLst>
          <pc:docMk/>
          <pc:sldMk cId="2429998223" sldId="2401"/>
        </pc:sldMkLst>
      </pc:sldChg>
      <pc:sldChg chg="modSp mod">
        <pc:chgData name="arun thomas" userId="f41c0e13ea8416dc" providerId="LiveId" clId="{EE71F055-9492-48AE-8CA3-6FB7D8E539C0}" dt="2025-05-26T12:49:18.742" v="3104" actId="20577"/>
        <pc:sldMkLst>
          <pc:docMk/>
          <pc:sldMk cId="1301575294" sldId="2402"/>
        </pc:sldMkLst>
        <pc:spChg chg="mod">
          <ac:chgData name="arun thomas" userId="f41c0e13ea8416dc" providerId="LiveId" clId="{EE71F055-9492-48AE-8CA3-6FB7D8E539C0}" dt="2025-05-26T12:16:22.734" v="2898"/>
          <ac:spMkLst>
            <pc:docMk/>
            <pc:sldMk cId="1301575294" sldId="2402"/>
            <ac:spMk id="3" creationId="{3B170A83-5E1B-6796-7F72-74F454FC5BE8}"/>
          </ac:spMkLst>
        </pc:spChg>
        <pc:spChg chg="mod">
          <ac:chgData name="arun thomas" userId="f41c0e13ea8416dc" providerId="LiveId" clId="{EE71F055-9492-48AE-8CA3-6FB7D8E539C0}" dt="2025-05-26T12:49:18.742" v="3104" actId="20577"/>
          <ac:spMkLst>
            <pc:docMk/>
            <pc:sldMk cId="1301575294" sldId="2402"/>
            <ac:spMk id="4" creationId="{4EE657F8-54FE-366E-B90E-48B2F46A9D3C}"/>
          </ac:spMkLst>
        </pc:spChg>
        <pc:spChg chg="mod">
          <ac:chgData name="arun thomas" userId="f41c0e13ea8416dc" providerId="LiveId" clId="{EE71F055-9492-48AE-8CA3-6FB7D8E539C0}" dt="2025-05-26T12:17:30.058" v="2905" actId="20577"/>
          <ac:spMkLst>
            <pc:docMk/>
            <pc:sldMk cId="1301575294" sldId="2402"/>
            <ac:spMk id="5" creationId="{27A1574A-5A2D-E4BC-D48A-460B429F1810}"/>
          </ac:spMkLst>
        </pc:spChg>
      </pc:sldChg>
      <pc:sldChg chg="del">
        <pc:chgData name="arun thomas" userId="f41c0e13ea8416dc" providerId="LiveId" clId="{EE71F055-9492-48AE-8CA3-6FB7D8E539C0}" dt="2025-05-26T12:10:36.447" v="2848" actId="47"/>
        <pc:sldMkLst>
          <pc:docMk/>
          <pc:sldMk cId="3454080866" sldId="2403"/>
        </pc:sldMkLst>
      </pc:sldChg>
      <pc:sldChg chg="modSp mod">
        <pc:chgData name="arun thomas" userId="f41c0e13ea8416dc" providerId="LiveId" clId="{EE71F055-9492-48AE-8CA3-6FB7D8E539C0}" dt="2025-05-26T12:49:31.736" v="3108" actId="20577"/>
        <pc:sldMkLst>
          <pc:docMk/>
          <pc:sldMk cId="320728818" sldId="2404"/>
        </pc:sldMkLst>
        <pc:spChg chg="mod">
          <ac:chgData name="arun thomas" userId="f41c0e13ea8416dc" providerId="LiveId" clId="{EE71F055-9492-48AE-8CA3-6FB7D8E539C0}" dt="2025-05-26T12:18:04.762" v="2909" actId="1076"/>
          <ac:spMkLst>
            <pc:docMk/>
            <pc:sldMk cId="320728818" sldId="2404"/>
            <ac:spMk id="3" creationId="{968A4681-688B-6AA9-2301-0857C12FD999}"/>
          </ac:spMkLst>
        </pc:spChg>
        <pc:spChg chg="mod">
          <ac:chgData name="arun thomas" userId="f41c0e13ea8416dc" providerId="LiveId" clId="{EE71F055-9492-48AE-8CA3-6FB7D8E539C0}" dt="2025-05-26T12:49:31.736" v="3108" actId="20577"/>
          <ac:spMkLst>
            <pc:docMk/>
            <pc:sldMk cId="320728818" sldId="2404"/>
            <ac:spMk id="4" creationId="{C53E4EC3-AF78-51A5-8268-C50F2BA1811A}"/>
          </ac:spMkLst>
        </pc:spChg>
        <pc:spChg chg="mod">
          <ac:chgData name="arun thomas" userId="f41c0e13ea8416dc" providerId="LiveId" clId="{EE71F055-9492-48AE-8CA3-6FB7D8E539C0}" dt="2025-05-26T12:17:54.667" v="2908" actId="13926"/>
          <ac:spMkLst>
            <pc:docMk/>
            <pc:sldMk cId="320728818" sldId="2404"/>
            <ac:spMk id="5" creationId="{51E8DAD9-47EC-6077-F2B3-DC7D04D08C6D}"/>
          </ac:spMkLst>
        </pc:spChg>
      </pc:sldChg>
      <pc:sldChg chg="del">
        <pc:chgData name="arun thomas" userId="f41c0e13ea8416dc" providerId="LiveId" clId="{EE71F055-9492-48AE-8CA3-6FB7D8E539C0}" dt="2025-05-26T12:10:19.073" v="2845" actId="47"/>
        <pc:sldMkLst>
          <pc:docMk/>
          <pc:sldMk cId="1096927789" sldId="2405"/>
        </pc:sldMkLst>
      </pc:sldChg>
      <pc:sldChg chg="add del ord">
        <pc:chgData name="arun thomas" userId="f41c0e13ea8416dc" providerId="LiveId" clId="{EE71F055-9492-48AE-8CA3-6FB7D8E539C0}" dt="2025-05-25T12:40:39.661" v="117" actId="47"/>
        <pc:sldMkLst>
          <pc:docMk/>
          <pc:sldMk cId="1873508911" sldId="2406"/>
        </pc:sldMkLst>
      </pc:sldChg>
      <pc:sldChg chg="modSp add mod ord">
        <pc:chgData name="arun thomas" userId="f41c0e13ea8416dc" providerId="LiveId" clId="{EE71F055-9492-48AE-8CA3-6FB7D8E539C0}" dt="2025-05-26T12:25:33.059" v="2940" actId="1076"/>
        <pc:sldMkLst>
          <pc:docMk/>
          <pc:sldMk cId="3157876367" sldId="2407"/>
        </pc:sldMkLst>
        <pc:spChg chg="mod">
          <ac:chgData name="arun thomas" userId="f41c0e13ea8416dc" providerId="LiveId" clId="{EE71F055-9492-48AE-8CA3-6FB7D8E539C0}" dt="2025-05-26T12:25:11.175" v="2937" actId="1076"/>
          <ac:spMkLst>
            <pc:docMk/>
            <pc:sldMk cId="3157876367" sldId="2407"/>
            <ac:spMk id="7" creationId="{26533C1B-2539-B9EC-9473-D1D90EE5BBF8}"/>
          </ac:spMkLst>
        </pc:spChg>
        <pc:spChg chg="mod">
          <ac:chgData name="arun thomas" userId="f41c0e13ea8416dc" providerId="LiveId" clId="{EE71F055-9492-48AE-8CA3-6FB7D8E539C0}" dt="2025-05-26T12:25:28.073" v="2939" actId="14100"/>
          <ac:spMkLst>
            <pc:docMk/>
            <pc:sldMk cId="3157876367" sldId="2407"/>
            <ac:spMk id="8" creationId="{D7BE07EF-EFF5-6141-2E22-C447EBB0093B}"/>
          </ac:spMkLst>
        </pc:spChg>
        <pc:spChg chg="mod">
          <ac:chgData name="arun thomas" userId="f41c0e13ea8416dc" providerId="LiveId" clId="{EE71F055-9492-48AE-8CA3-6FB7D8E539C0}" dt="2025-05-26T12:25:17.476" v="2938" actId="1076"/>
          <ac:spMkLst>
            <pc:docMk/>
            <pc:sldMk cId="3157876367" sldId="2407"/>
            <ac:spMk id="11" creationId="{7A523599-B764-437D-BBD9-299299E62C00}"/>
          </ac:spMkLst>
        </pc:spChg>
        <pc:spChg chg="mod">
          <ac:chgData name="arun thomas" userId="f41c0e13ea8416dc" providerId="LiveId" clId="{EE71F055-9492-48AE-8CA3-6FB7D8E539C0}" dt="2025-05-26T12:25:33.059" v="2940" actId="1076"/>
          <ac:spMkLst>
            <pc:docMk/>
            <pc:sldMk cId="3157876367" sldId="2407"/>
            <ac:spMk id="14" creationId="{50C0083C-5716-6CED-3E8E-88120B777165}"/>
          </ac:spMkLst>
        </pc:spChg>
      </pc:sldChg>
      <pc:sldChg chg="add del ord">
        <pc:chgData name="arun thomas" userId="f41c0e13ea8416dc" providerId="LiveId" clId="{EE71F055-9492-48AE-8CA3-6FB7D8E539C0}" dt="2025-05-25T12:43:11.924" v="123" actId="2696"/>
        <pc:sldMkLst>
          <pc:docMk/>
          <pc:sldMk cId="1205157577" sldId="2408"/>
        </pc:sldMkLst>
      </pc:sldChg>
      <pc:sldChg chg="add ord">
        <pc:chgData name="arun thomas" userId="f41c0e13ea8416dc" providerId="LiveId" clId="{EE71F055-9492-48AE-8CA3-6FB7D8E539C0}" dt="2025-05-25T12:43:19.312" v="125"/>
        <pc:sldMkLst>
          <pc:docMk/>
          <pc:sldMk cId="1298037465" sldId="2409"/>
        </pc:sldMkLst>
      </pc:sldChg>
      <pc:sldChg chg="add del ord">
        <pc:chgData name="arun thomas" userId="f41c0e13ea8416dc" providerId="LiveId" clId="{EE71F055-9492-48AE-8CA3-6FB7D8E539C0}" dt="2025-05-25T12:43:50.437" v="133" actId="2696"/>
        <pc:sldMkLst>
          <pc:docMk/>
          <pc:sldMk cId="2175583412" sldId="2410"/>
        </pc:sldMkLst>
      </pc:sldChg>
      <pc:sldChg chg="add ord">
        <pc:chgData name="arun thomas" userId="f41c0e13ea8416dc" providerId="LiveId" clId="{EE71F055-9492-48AE-8CA3-6FB7D8E539C0}" dt="2025-05-25T12:43:47.537" v="132"/>
        <pc:sldMkLst>
          <pc:docMk/>
          <pc:sldMk cId="213232774" sldId="2411"/>
        </pc:sldMkLst>
      </pc:sldChg>
      <pc:sldChg chg="modSp add mod ord">
        <pc:chgData name="arun thomas" userId="f41c0e13ea8416dc" providerId="LiveId" clId="{EE71F055-9492-48AE-8CA3-6FB7D8E539C0}" dt="2025-05-26T12:26:51.662" v="2944" actId="20577"/>
        <pc:sldMkLst>
          <pc:docMk/>
          <pc:sldMk cId="2677351796" sldId="2412"/>
        </pc:sldMkLst>
        <pc:spChg chg="mod">
          <ac:chgData name="arun thomas" userId="f41c0e13ea8416dc" providerId="LiveId" clId="{EE71F055-9492-48AE-8CA3-6FB7D8E539C0}" dt="2025-05-26T12:26:51.662" v="2944" actId="20577"/>
          <ac:spMkLst>
            <pc:docMk/>
            <pc:sldMk cId="2677351796" sldId="2412"/>
            <ac:spMk id="4" creationId="{A483351D-0CEB-CCF0-7630-2FE4135721F9}"/>
          </ac:spMkLst>
        </pc:spChg>
      </pc:sldChg>
      <pc:sldChg chg="modSp add mod ord">
        <pc:chgData name="arun thomas" userId="f41c0e13ea8416dc" providerId="LiveId" clId="{EE71F055-9492-48AE-8CA3-6FB7D8E539C0}" dt="2025-05-26T12:27:01.349" v="2949" actId="20577"/>
        <pc:sldMkLst>
          <pc:docMk/>
          <pc:sldMk cId="562931573" sldId="2413"/>
        </pc:sldMkLst>
        <pc:spChg chg="mod">
          <ac:chgData name="arun thomas" userId="f41c0e13ea8416dc" providerId="LiveId" clId="{EE71F055-9492-48AE-8CA3-6FB7D8E539C0}" dt="2025-05-26T12:27:01.349" v="2949" actId="20577"/>
          <ac:spMkLst>
            <pc:docMk/>
            <pc:sldMk cId="562931573" sldId="2413"/>
            <ac:spMk id="4" creationId="{0A6325F3-46E4-B270-D75E-09EE3737EC33}"/>
          </ac:spMkLst>
        </pc:spChg>
        <pc:spChg chg="mod">
          <ac:chgData name="arun thomas" userId="f41c0e13ea8416dc" providerId="LiveId" clId="{EE71F055-9492-48AE-8CA3-6FB7D8E539C0}" dt="2025-05-25T12:59:39.919" v="212" actId="20577"/>
          <ac:spMkLst>
            <pc:docMk/>
            <pc:sldMk cId="562931573" sldId="2413"/>
            <ac:spMk id="9" creationId="{217BFE65-5737-FC5C-D86E-C6FAD7321260}"/>
          </ac:spMkLst>
        </pc:spChg>
      </pc:sldChg>
      <pc:sldChg chg="modSp add mod">
        <pc:chgData name="arun thomas" userId="f41c0e13ea8416dc" providerId="LiveId" clId="{EE71F055-9492-48AE-8CA3-6FB7D8E539C0}" dt="2025-05-26T12:35:20.890" v="3010" actId="20577"/>
        <pc:sldMkLst>
          <pc:docMk/>
          <pc:sldMk cId="523973766" sldId="2414"/>
        </pc:sldMkLst>
        <pc:spChg chg="mod">
          <ac:chgData name="arun thomas" userId="f41c0e13ea8416dc" providerId="LiveId" clId="{EE71F055-9492-48AE-8CA3-6FB7D8E539C0}" dt="2025-05-26T12:30:20.036" v="2961"/>
          <ac:spMkLst>
            <pc:docMk/>
            <pc:sldMk cId="523973766" sldId="2414"/>
            <ac:spMk id="3" creationId="{D3B25E01-1DF2-5A25-52EB-7A7BBEB54841}"/>
          </ac:spMkLst>
        </pc:spChg>
        <pc:spChg chg="mod">
          <ac:chgData name="arun thomas" userId="f41c0e13ea8416dc" providerId="LiveId" clId="{EE71F055-9492-48AE-8CA3-6FB7D8E539C0}" dt="2025-05-26T12:35:20.890" v="3010" actId="20577"/>
          <ac:spMkLst>
            <pc:docMk/>
            <pc:sldMk cId="523973766" sldId="2414"/>
            <ac:spMk id="5" creationId="{64ADC0F0-B66B-DD27-B3F7-EA1B5EA6666B}"/>
          </ac:spMkLst>
        </pc:spChg>
      </pc:sldChg>
      <pc:sldChg chg="modSp add mod">
        <pc:chgData name="arun thomas" userId="f41c0e13ea8416dc" providerId="LiveId" clId="{EE71F055-9492-48AE-8CA3-6FB7D8E539C0}" dt="2025-05-26T12:35:40.976" v="3017" actId="20577"/>
        <pc:sldMkLst>
          <pc:docMk/>
          <pc:sldMk cId="3147296261" sldId="2415"/>
        </pc:sldMkLst>
        <pc:spChg chg="mod">
          <ac:chgData name="arun thomas" userId="f41c0e13ea8416dc" providerId="LiveId" clId="{EE71F055-9492-48AE-8CA3-6FB7D8E539C0}" dt="2025-05-26T12:31:05.644" v="2965"/>
          <ac:spMkLst>
            <pc:docMk/>
            <pc:sldMk cId="3147296261" sldId="2415"/>
            <ac:spMk id="3" creationId="{BE8FCE9E-344A-979F-E788-CBA034F426CA}"/>
          </ac:spMkLst>
        </pc:spChg>
        <pc:spChg chg="mod">
          <ac:chgData name="arun thomas" userId="f41c0e13ea8416dc" providerId="LiveId" clId="{EE71F055-9492-48AE-8CA3-6FB7D8E539C0}" dt="2025-05-26T12:35:40.976" v="3017" actId="20577"/>
          <ac:spMkLst>
            <pc:docMk/>
            <pc:sldMk cId="3147296261" sldId="2415"/>
            <ac:spMk id="5" creationId="{3387461D-E1B4-734A-1D29-B018634406AB}"/>
          </ac:spMkLst>
        </pc:spChg>
      </pc:sldChg>
      <pc:sldChg chg="add">
        <pc:chgData name="arun thomas" userId="f41c0e13ea8416dc" providerId="LiveId" clId="{EE71F055-9492-48AE-8CA3-6FB7D8E539C0}" dt="2025-05-25T13:12:56.068" v="399" actId="2890"/>
        <pc:sldMkLst>
          <pc:docMk/>
          <pc:sldMk cId="3760576123" sldId="2416"/>
        </pc:sldMkLst>
      </pc:sldChg>
      <pc:sldChg chg="add">
        <pc:chgData name="arun thomas" userId="f41c0e13ea8416dc" providerId="LiveId" clId="{EE71F055-9492-48AE-8CA3-6FB7D8E539C0}" dt="2025-05-25T13:12:58.911" v="400" actId="2890"/>
        <pc:sldMkLst>
          <pc:docMk/>
          <pc:sldMk cId="2226931650" sldId="2417"/>
        </pc:sldMkLst>
      </pc:sldChg>
      <pc:sldChg chg="modSp mod">
        <pc:chgData name="arun thomas" userId="f41c0e13ea8416dc" providerId="LiveId" clId="{EE71F055-9492-48AE-8CA3-6FB7D8E539C0}" dt="2025-05-26T12:35:29.180" v="3012" actId="20577"/>
        <pc:sldMkLst>
          <pc:docMk/>
          <pc:sldMk cId="2416805286" sldId="2418"/>
        </pc:sldMkLst>
        <pc:spChg chg="mod">
          <ac:chgData name="arun thomas" userId="f41c0e13ea8416dc" providerId="LiveId" clId="{EE71F055-9492-48AE-8CA3-6FB7D8E539C0}" dt="2025-05-26T12:30:40.647" v="2963"/>
          <ac:spMkLst>
            <pc:docMk/>
            <pc:sldMk cId="2416805286" sldId="2418"/>
            <ac:spMk id="3" creationId="{1A9DABE0-69CA-8CC8-BE79-A54ECD0B5F91}"/>
          </ac:spMkLst>
        </pc:spChg>
        <pc:spChg chg="mod">
          <ac:chgData name="arun thomas" userId="f41c0e13ea8416dc" providerId="LiveId" clId="{EE71F055-9492-48AE-8CA3-6FB7D8E539C0}" dt="2025-05-26T12:35:29.180" v="3012" actId="20577"/>
          <ac:spMkLst>
            <pc:docMk/>
            <pc:sldMk cId="2416805286" sldId="2418"/>
            <ac:spMk id="5" creationId="{B438BDF7-F433-2C2C-5EF0-4D71E6837D3C}"/>
          </ac:spMkLst>
        </pc:spChg>
      </pc:sldChg>
      <pc:sldChg chg="modSp mod">
        <pc:chgData name="arun thomas" userId="f41c0e13ea8416dc" providerId="LiveId" clId="{EE71F055-9492-48AE-8CA3-6FB7D8E539C0}" dt="2025-05-26T12:37:06.149" v="3027" actId="20577"/>
        <pc:sldMkLst>
          <pc:docMk/>
          <pc:sldMk cId="1968197715" sldId="2419"/>
        </pc:sldMkLst>
        <pc:spChg chg="mod">
          <ac:chgData name="arun thomas" userId="f41c0e13ea8416dc" providerId="LiveId" clId="{EE71F055-9492-48AE-8CA3-6FB7D8E539C0}" dt="2025-05-26T12:37:06.149" v="3027" actId="20577"/>
          <ac:spMkLst>
            <pc:docMk/>
            <pc:sldMk cId="1968197715" sldId="2419"/>
            <ac:spMk id="9" creationId="{ACD63E46-09CC-DEB4-A3D0-E66E325965A8}"/>
          </ac:spMkLst>
        </pc:spChg>
        <pc:spChg chg="mod">
          <ac:chgData name="arun thomas" userId="f41c0e13ea8416dc" providerId="LiveId" clId="{EE71F055-9492-48AE-8CA3-6FB7D8E539C0}" dt="2025-05-26T10:43:00.671" v="2185" actId="1076"/>
          <ac:spMkLst>
            <pc:docMk/>
            <pc:sldMk cId="1968197715" sldId="2419"/>
            <ac:spMk id="10" creationId="{BC8699E5-301E-A723-688E-C5414CA4E61B}"/>
          </ac:spMkLst>
        </pc:spChg>
      </pc:sldChg>
      <pc:sldChg chg="modSp add mod ord">
        <pc:chgData name="arun thomas" userId="f41c0e13ea8416dc" providerId="LiveId" clId="{EE71F055-9492-48AE-8CA3-6FB7D8E539C0}" dt="2025-05-28T07:48:41.583" v="4260" actId="20577"/>
        <pc:sldMkLst>
          <pc:docMk/>
          <pc:sldMk cId="688001675" sldId="2420"/>
        </pc:sldMkLst>
        <pc:spChg chg="mod">
          <ac:chgData name="arun thomas" userId="f41c0e13ea8416dc" providerId="LiveId" clId="{EE71F055-9492-48AE-8CA3-6FB7D8E539C0}" dt="2025-05-28T04:39:53.225" v="3360" actId="20577"/>
          <ac:spMkLst>
            <pc:docMk/>
            <pc:sldMk cId="688001675" sldId="2420"/>
            <ac:spMk id="3" creationId="{665BE3F6-8737-E7F0-EB18-BBEF2F8DF639}"/>
          </ac:spMkLst>
        </pc:spChg>
        <pc:spChg chg="mod">
          <ac:chgData name="arun thomas" userId="f41c0e13ea8416dc" providerId="LiveId" clId="{EE71F055-9492-48AE-8CA3-6FB7D8E539C0}" dt="2025-05-28T07:48:41.583" v="4260" actId="20577"/>
          <ac:spMkLst>
            <pc:docMk/>
            <pc:sldMk cId="688001675" sldId="2420"/>
            <ac:spMk id="4" creationId="{8E7262AF-B772-923C-9CF1-511381A5A067}"/>
          </ac:spMkLst>
        </pc:spChg>
        <pc:spChg chg="mod">
          <ac:chgData name="arun thomas" userId="f41c0e13ea8416dc" providerId="LiveId" clId="{EE71F055-9492-48AE-8CA3-6FB7D8E539C0}" dt="2025-05-28T04:40:30.212" v="3366" actId="1076"/>
          <ac:spMkLst>
            <pc:docMk/>
            <pc:sldMk cId="688001675" sldId="2420"/>
            <ac:spMk id="5" creationId="{9F5C4939-E2A7-C25F-3FE7-2F6ACF9BAD4E}"/>
          </ac:spMkLst>
        </pc:spChg>
      </pc:sldChg>
      <pc:sldChg chg="add">
        <pc:chgData name="arun thomas" userId="f41c0e13ea8416dc" providerId="LiveId" clId="{EE71F055-9492-48AE-8CA3-6FB7D8E539C0}" dt="2025-05-26T10:53:58.662" v="2279" actId="2890"/>
        <pc:sldMkLst>
          <pc:docMk/>
          <pc:sldMk cId="2071355846" sldId="2421"/>
        </pc:sldMkLst>
      </pc:sldChg>
      <pc:sldChg chg="modSp add mod ord">
        <pc:chgData name="arun thomas" userId="f41c0e13ea8416dc" providerId="LiveId" clId="{EE71F055-9492-48AE-8CA3-6FB7D8E539C0}" dt="2025-05-26T12:38:03.114" v="3031" actId="20577"/>
        <pc:sldMkLst>
          <pc:docMk/>
          <pc:sldMk cId="4291870095" sldId="2422"/>
        </pc:sldMkLst>
        <pc:spChg chg="mod">
          <ac:chgData name="arun thomas" userId="f41c0e13ea8416dc" providerId="LiveId" clId="{EE71F055-9492-48AE-8CA3-6FB7D8E539C0}" dt="2025-05-26T12:38:03.114" v="3031" actId="20577"/>
          <ac:spMkLst>
            <pc:docMk/>
            <pc:sldMk cId="4291870095" sldId="2422"/>
            <ac:spMk id="3" creationId="{053D24FD-C350-5003-BF23-5A188CBB3C88}"/>
          </ac:spMkLst>
        </pc:spChg>
      </pc:sldChg>
      <pc:sldChg chg="modSp add mod ord">
        <pc:chgData name="arun thomas" userId="f41c0e13ea8416dc" providerId="LiveId" clId="{EE71F055-9492-48AE-8CA3-6FB7D8E539C0}" dt="2025-05-26T12:48:12.489" v="3081" actId="20577"/>
        <pc:sldMkLst>
          <pc:docMk/>
          <pc:sldMk cId="2638256511" sldId="2423"/>
        </pc:sldMkLst>
        <pc:spChg chg="mod">
          <ac:chgData name="arun thomas" userId="f41c0e13ea8416dc" providerId="LiveId" clId="{EE71F055-9492-48AE-8CA3-6FB7D8E539C0}" dt="2025-05-26T12:47:30.343" v="3075" actId="1076"/>
          <ac:spMkLst>
            <pc:docMk/>
            <pc:sldMk cId="2638256511" sldId="2423"/>
            <ac:spMk id="3" creationId="{77C049A8-383F-AA6B-C7F1-1AD879D9D43D}"/>
          </ac:spMkLst>
        </pc:spChg>
        <pc:spChg chg="mod">
          <ac:chgData name="arun thomas" userId="f41c0e13ea8416dc" providerId="LiveId" clId="{EE71F055-9492-48AE-8CA3-6FB7D8E539C0}" dt="2025-05-26T12:48:12.489" v="3081" actId="20577"/>
          <ac:spMkLst>
            <pc:docMk/>
            <pc:sldMk cId="2638256511" sldId="2423"/>
            <ac:spMk id="4" creationId="{4B9C6FBC-92D8-FDB7-F352-04CD07333B14}"/>
          </ac:spMkLst>
        </pc:spChg>
        <pc:spChg chg="mod">
          <ac:chgData name="arun thomas" userId="f41c0e13ea8416dc" providerId="LiveId" clId="{EE71F055-9492-48AE-8CA3-6FB7D8E539C0}" dt="2025-05-26T12:47:26.821" v="3074" actId="1076"/>
          <ac:spMkLst>
            <pc:docMk/>
            <pc:sldMk cId="2638256511" sldId="2423"/>
            <ac:spMk id="5" creationId="{E406EF8E-E7F7-1A1B-3922-6C593D8288FD}"/>
          </ac:spMkLst>
        </pc:spChg>
      </pc:sldChg>
      <pc:sldChg chg="modSp add mod ord">
        <pc:chgData name="arun thomas" userId="f41c0e13ea8416dc" providerId="LiveId" clId="{EE71F055-9492-48AE-8CA3-6FB7D8E539C0}" dt="2025-05-26T12:48:34.286" v="3089" actId="20577"/>
        <pc:sldMkLst>
          <pc:docMk/>
          <pc:sldMk cId="1380690680" sldId="2424"/>
        </pc:sldMkLst>
        <pc:spChg chg="mod">
          <ac:chgData name="arun thomas" userId="f41c0e13ea8416dc" providerId="LiveId" clId="{EE71F055-9492-48AE-8CA3-6FB7D8E539C0}" dt="2025-05-26T12:09:31.432" v="2837" actId="1076"/>
          <ac:spMkLst>
            <pc:docMk/>
            <pc:sldMk cId="1380690680" sldId="2424"/>
            <ac:spMk id="3" creationId="{CCB4E4D9-B001-27F0-84EB-C3C1DA141516}"/>
          </ac:spMkLst>
        </pc:spChg>
        <pc:spChg chg="mod">
          <ac:chgData name="arun thomas" userId="f41c0e13ea8416dc" providerId="LiveId" clId="{EE71F055-9492-48AE-8CA3-6FB7D8E539C0}" dt="2025-05-26T12:48:34.286" v="3089" actId="20577"/>
          <ac:spMkLst>
            <pc:docMk/>
            <pc:sldMk cId="1380690680" sldId="2424"/>
            <ac:spMk id="4" creationId="{2AFB6201-742D-EA5B-0B2A-49C7EC3C3E92}"/>
          </ac:spMkLst>
        </pc:spChg>
        <pc:spChg chg="mod">
          <ac:chgData name="arun thomas" userId="f41c0e13ea8416dc" providerId="LiveId" clId="{EE71F055-9492-48AE-8CA3-6FB7D8E539C0}" dt="2025-05-26T12:09:32.216" v="2838" actId="1076"/>
          <ac:spMkLst>
            <pc:docMk/>
            <pc:sldMk cId="1380690680" sldId="2424"/>
            <ac:spMk id="5" creationId="{672AC6F6-98C9-C9F0-FDFC-7327BDB8D6F7}"/>
          </ac:spMkLst>
        </pc:spChg>
      </pc:sldChg>
      <pc:sldChg chg="modSp add mod ord">
        <pc:chgData name="arun thomas" userId="f41c0e13ea8416dc" providerId="LiveId" clId="{EE71F055-9492-48AE-8CA3-6FB7D8E539C0}" dt="2025-05-26T12:48:57.383" v="3096" actId="20577"/>
        <pc:sldMkLst>
          <pc:docMk/>
          <pc:sldMk cId="3563017465" sldId="2425"/>
        </pc:sldMkLst>
        <pc:spChg chg="mod">
          <ac:chgData name="arun thomas" userId="f41c0e13ea8416dc" providerId="LiveId" clId="{EE71F055-9492-48AE-8CA3-6FB7D8E539C0}" dt="2025-05-26T12:48:57.383" v="3096" actId="20577"/>
          <ac:spMkLst>
            <pc:docMk/>
            <pc:sldMk cId="3563017465" sldId="2425"/>
            <ac:spMk id="4" creationId="{5CF845E3-DF65-EA76-5370-B6CB6E682ACF}"/>
          </ac:spMkLst>
        </pc:spChg>
      </pc:sldChg>
      <pc:sldChg chg="modSp add mod ord">
        <pc:chgData name="arun thomas" userId="f41c0e13ea8416dc" providerId="LiveId" clId="{EE71F055-9492-48AE-8CA3-6FB7D8E539C0}" dt="2025-05-26T12:49:12.176" v="3101" actId="20577"/>
        <pc:sldMkLst>
          <pc:docMk/>
          <pc:sldMk cId="4158024723" sldId="2426"/>
        </pc:sldMkLst>
        <pc:spChg chg="mod">
          <ac:chgData name="arun thomas" userId="f41c0e13ea8416dc" providerId="LiveId" clId="{EE71F055-9492-48AE-8CA3-6FB7D8E539C0}" dt="2025-05-26T12:49:12.176" v="3101" actId="20577"/>
          <ac:spMkLst>
            <pc:docMk/>
            <pc:sldMk cId="4158024723" sldId="2426"/>
            <ac:spMk id="4" creationId="{1705D549-AB17-235F-7982-D90D5CF41795}"/>
          </ac:spMkLst>
        </pc:spChg>
      </pc:sldChg>
      <pc:sldChg chg="modSp add mod ord">
        <pc:chgData name="arun thomas" userId="f41c0e13ea8416dc" providerId="LiveId" clId="{EE71F055-9492-48AE-8CA3-6FB7D8E539C0}" dt="2025-05-26T12:49:25.368" v="3106" actId="20577"/>
        <pc:sldMkLst>
          <pc:docMk/>
          <pc:sldMk cId="697458949" sldId="2427"/>
        </pc:sldMkLst>
        <pc:spChg chg="mod">
          <ac:chgData name="arun thomas" userId="f41c0e13ea8416dc" providerId="LiveId" clId="{EE71F055-9492-48AE-8CA3-6FB7D8E539C0}" dt="2025-05-26T12:49:25.368" v="3106" actId="20577"/>
          <ac:spMkLst>
            <pc:docMk/>
            <pc:sldMk cId="697458949" sldId="2427"/>
            <ac:spMk id="4" creationId="{77E6E224-4A80-D6DE-7ABD-7101303EC6FE}"/>
          </ac:spMkLst>
        </pc:spChg>
      </pc:sldChg>
      <pc:sldChg chg="modSp add mod ord">
        <pc:chgData name="arun thomas" userId="f41c0e13ea8416dc" providerId="LiveId" clId="{EE71F055-9492-48AE-8CA3-6FB7D8E539C0}" dt="2025-05-26T12:49:37.320" v="3110" actId="20577"/>
        <pc:sldMkLst>
          <pc:docMk/>
          <pc:sldMk cId="3841962800" sldId="2428"/>
        </pc:sldMkLst>
        <pc:spChg chg="mod">
          <ac:chgData name="arun thomas" userId="f41c0e13ea8416dc" providerId="LiveId" clId="{EE71F055-9492-48AE-8CA3-6FB7D8E539C0}" dt="2025-05-26T12:49:37.320" v="3110" actId="20577"/>
          <ac:spMkLst>
            <pc:docMk/>
            <pc:sldMk cId="3841962800" sldId="2428"/>
            <ac:spMk id="4" creationId="{B621322C-E978-F01B-BABF-F0E9FC8C43C4}"/>
          </ac:spMkLst>
        </pc:spChg>
      </pc:sldChg>
      <pc:sldChg chg="add ord">
        <pc:chgData name="arun thomas" userId="f41c0e13ea8416dc" providerId="LiveId" clId="{EE71F055-9492-48AE-8CA3-6FB7D8E539C0}" dt="2025-05-28T05:20:00.595" v="3372"/>
        <pc:sldMkLst>
          <pc:docMk/>
          <pc:sldMk cId="1683388014" sldId="2429"/>
        </pc:sldMkLst>
      </pc:sldChg>
      <pc:sldChg chg="new del">
        <pc:chgData name="arun thomas" userId="f41c0e13ea8416dc" providerId="LiveId" clId="{EE71F055-9492-48AE-8CA3-6FB7D8E539C0}" dt="2025-05-28T05:28:47.160" v="3478" actId="2696"/>
        <pc:sldMkLst>
          <pc:docMk/>
          <pc:sldMk cId="885937655" sldId="2430"/>
        </pc:sldMkLst>
      </pc:sldChg>
      <pc:sldChg chg="new del">
        <pc:chgData name="arun thomas" userId="f41c0e13ea8416dc" providerId="LiveId" clId="{EE71F055-9492-48AE-8CA3-6FB7D8E539C0}" dt="2025-05-28T05:28:28.384" v="3476" actId="2696"/>
        <pc:sldMkLst>
          <pc:docMk/>
          <pc:sldMk cId="1103348876" sldId="2430"/>
        </pc:sldMkLst>
      </pc:sldChg>
      <pc:sldChg chg="add">
        <pc:chgData name="arun thomas" userId="f41c0e13ea8416dc" providerId="LiveId" clId="{EE71F055-9492-48AE-8CA3-6FB7D8E539C0}" dt="2025-05-28T05:28:50.205" v="3479" actId="2890"/>
        <pc:sldMkLst>
          <pc:docMk/>
          <pc:sldMk cId="2758917516" sldId="2430"/>
        </pc:sldMkLst>
      </pc:sldChg>
      <pc:sldChg chg="addSp delSp modSp add mod ord">
        <pc:chgData name="arun thomas" userId="f41c0e13ea8416dc" providerId="LiveId" clId="{EE71F055-9492-48AE-8CA3-6FB7D8E539C0}" dt="2025-05-28T07:15:51.441" v="4203" actId="20577"/>
        <pc:sldMkLst>
          <pc:docMk/>
          <pc:sldMk cId="2100166227" sldId="2431"/>
        </pc:sldMkLst>
        <pc:spChg chg="mod">
          <ac:chgData name="arun thomas" userId="f41c0e13ea8416dc" providerId="LiveId" clId="{EE71F055-9492-48AE-8CA3-6FB7D8E539C0}" dt="2025-05-28T05:44:16.865" v="3690" actId="20577"/>
          <ac:spMkLst>
            <pc:docMk/>
            <pc:sldMk cId="2100166227" sldId="2431"/>
            <ac:spMk id="2" creationId="{6985BA2F-E947-EC85-C94E-441B2D08085A}"/>
          </ac:spMkLst>
        </pc:spChg>
        <pc:spChg chg="mod">
          <ac:chgData name="arun thomas" userId="f41c0e13ea8416dc" providerId="LiveId" clId="{EE71F055-9492-48AE-8CA3-6FB7D8E539C0}" dt="2025-05-28T07:15:51.441" v="4203" actId="20577"/>
          <ac:spMkLst>
            <pc:docMk/>
            <pc:sldMk cId="2100166227" sldId="2431"/>
            <ac:spMk id="4" creationId="{FFAEC559-DEF9-5BCA-C286-C54CB8D86270}"/>
          </ac:spMkLst>
        </pc:spChg>
        <pc:spChg chg="add mod">
          <ac:chgData name="arun thomas" userId="f41c0e13ea8416dc" providerId="LiveId" clId="{EE71F055-9492-48AE-8CA3-6FB7D8E539C0}" dt="2025-05-28T07:09:45.664" v="4047" actId="20577"/>
          <ac:spMkLst>
            <pc:docMk/>
            <pc:sldMk cId="2100166227" sldId="2431"/>
            <ac:spMk id="7" creationId="{87DEBE21-E51E-27CE-5876-FE076F6AB5DC}"/>
          </ac:spMkLst>
        </pc:spChg>
      </pc:sldChg>
      <pc:sldChg chg="modSp add mod">
        <pc:chgData name="arun thomas" userId="f41c0e13ea8416dc" providerId="LiveId" clId="{EE71F055-9492-48AE-8CA3-6FB7D8E539C0}" dt="2025-05-29T11:04:27.923" v="4287" actId="207"/>
        <pc:sldMkLst>
          <pc:docMk/>
          <pc:sldMk cId="1016261707" sldId="2432"/>
        </pc:sldMkLst>
        <pc:spChg chg="mod">
          <ac:chgData name="arun thomas" userId="f41c0e13ea8416dc" providerId="LiveId" clId="{EE71F055-9492-48AE-8CA3-6FB7D8E539C0}" dt="2025-05-28T05:34:18.262" v="3607" actId="20577"/>
          <ac:spMkLst>
            <pc:docMk/>
            <pc:sldMk cId="1016261707" sldId="2432"/>
            <ac:spMk id="2" creationId="{2406EA35-269B-1701-F961-C164D2AB8CF2}"/>
          </ac:spMkLst>
        </pc:spChg>
        <pc:spChg chg="mod">
          <ac:chgData name="arun thomas" userId="f41c0e13ea8416dc" providerId="LiveId" clId="{EE71F055-9492-48AE-8CA3-6FB7D8E539C0}" dt="2025-05-28T07:15:32.242" v="4199" actId="20577"/>
          <ac:spMkLst>
            <pc:docMk/>
            <pc:sldMk cId="1016261707" sldId="2432"/>
            <ac:spMk id="4" creationId="{D640F714-B2FA-187C-09B7-AA0952D2D24A}"/>
          </ac:spMkLst>
        </pc:spChg>
        <pc:spChg chg="mod">
          <ac:chgData name="arun thomas" userId="f41c0e13ea8416dc" providerId="LiveId" clId="{EE71F055-9492-48AE-8CA3-6FB7D8E539C0}" dt="2025-05-29T11:04:27.923" v="4287" actId="207"/>
          <ac:spMkLst>
            <pc:docMk/>
            <pc:sldMk cId="1016261707" sldId="2432"/>
            <ac:spMk id="7" creationId="{8437B4BC-1131-FC7C-4C49-06DF4AC6DF8F}"/>
          </ac:spMkLst>
        </pc:spChg>
      </pc:sldChg>
      <pc:sldChg chg="modSp add mod">
        <pc:chgData name="arun thomas" userId="f41c0e13ea8416dc" providerId="LiveId" clId="{EE71F055-9492-48AE-8CA3-6FB7D8E539C0}" dt="2025-05-29T11:04:49.444" v="4288" actId="207"/>
        <pc:sldMkLst>
          <pc:docMk/>
          <pc:sldMk cId="984132980" sldId="2433"/>
        </pc:sldMkLst>
        <pc:spChg chg="mod">
          <ac:chgData name="arun thomas" userId="f41c0e13ea8416dc" providerId="LiveId" clId="{EE71F055-9492-48AE-8CA3-6FB7D8E539C0}" dt="2025-05-28T07:15:27.459" v="4197" actId="20577"/>
          <ac:spMkLst>
            <pc:docMk/>
            <pc:sldMk cId="984132980" sldId="2433"/>
            <ac:spMk id="4" creationId="{95963CC6-F3F2-54FD-8AD8-DA0BB0F0D07B}"/>
          </ac:spMkLst>
        </pc:spChg>
        <pc:spChg chg="mod">
          <ac:chgData name="arun thomas" userId="f41c0e13ea8416dc" providerId="LiveId" clId="{EE71F055-9492-48AE-8CA3-6FB7D8E539C0}" dt="2025-05-29T11:04:49.444" v="4288" actId="207"/>
          <ac:spMkLst>
            <pc:docMk/>
            <pc:sldMk cId="984132980" sldId="2433"/>
            <ac:spMk id="7" creationId="{EC44236B-E9D2-ABA0-BE11-FF88AF9FE44E}"/>
          </ac:spMkLst>
        </pc:spChg>
      </pc:sldChg>
      <pc:sldChg chg="addSp modSp add mod">
        <pc:chgData name="arun thomas" userId="f41c0e13ea8416dc" providerId="LiveId" clId="{EE71F055-9492-48AE-8CA3-6FB7D8E539C0}" dt="2025-05-29T11:05:27.713" v="4292" actId="20577"/>
        <pc:sldMkLst>
          <pc:docMk/>
          <pc:sldMk cId="1822332934" sldId="2434"/>
        </pc:sldMkLst>
        <pc:spChg chg="mod">
          <ac:chgData name="arun thomas" userId="f41c0e13ea8416dc" providerId="LiveId" clId="{EE71F055-9492-48AE-8CA3-6FB7D8E539C0}" dt="2025-05-28T05:45:03.296" v="3742" actId="20577"/>
          <ac:spMkLst>
            <pc:docMk/>
            <pc:sldMk cId="1822332934" sldId="2434"/>
            <ac:spMk id="2" creationId="{115C2786-A199-6F38-DBAF-85446E9CCA21}"/>
          </ac:spMkLst>
        </pc:spChg>
        <pc:spChg chg="add mod">
          <ac:chgData name="arun thomas" userId="f41c0e13ea8416dc" providerId="LiveId" clId="{EE71F055-9492-48AE-8CA3-6FB7D8E539C0}" dt="2025-05-29T11:05:01.221" v="4290" actId="571"/>
          <ac:spMkLst>
            <pc:docMk/>
            <pc:sldMk cId="1822332934" sldId="2434"/>
            <ac:spMk id="3" creationId="{7BF0D1DB-CB7D-7464-E8B8-A5A5A986ED99}"/>
          </ac:spMkLst>
        </pc:spChg>
        <pc:spChg chg="mod">
          <ac:chgData name="arun thomas" userId="f41c0e13ea8416dc" providerId="LiveId" clId="{EE71F055-9492-48AE-8CA3-6FB7D8E539C0}" dt="2025-05-28T07:15:24.088" v="4195" actId="20577"/>
          <ac:spMkLst>
            <pc:docMk/>
            <pc:sldMk cId="1822332934" sldId="2434"/>
            <ac:spMk id="4" creationId="{67A0B3C9-C301-84BD-355E-44FF2735B765}"/>
          </ac:spMkLst>
        </pc:spChg>
        <pc:spChg chg="mod">
          <ac:chgData name="arun thomas" userId="f41c0e13ea8416dc" providerId="LiveId" clId="{EE71F055-9492-48AE-8CA3-6FB7D8E539C0}" dt="2025-05-29T11:05:27.713" v="4292" actId="20577"/>
          <ac:spMkLst>
            <pc:docMk/>
            <pc:sldMk cId="1822332934" sldId="2434"/>
            <ac:spMk id="7" creationId="{59BDAD98-91BC-F22E-C5B7-55FF48F17CB9}"/>
          </ac:spMkLst>
        </pc:spChg>
      </pc:sldChg>
      <pc:sldChg chg="addSp modSp add mod">
        <pc:chgData name="arun thomas" userId="f41c0e13ea8416dc" providerId="LiveId" clId="{EE71F055-9492-48AE-8CA3-6FB7D8E539C0}" dt="2025-05-30T10:24:23.847" v="4315" actId="207"/>
        <pc:sldMkLst>
          <pc:docMk/>
          <pc:sldMk cId="2094124828" sldId="2435"/>
        </pc:sldMkLst>
        <pc:spChg chg="mod">
          <ac:chgData name="arun thomas" userId="f41c0e13ea8416dc" providerId="LiveId" clId="{EE71F055-9492-48AE-8CA3-6FB7D8E539C0}" dt="2025-05-28T05:53:45.523" v="3837" actId="20577"/>
          <ac:spMkLst>
            <pc:docMk/>
            <pc:sldMk cId="2094124828" sldId="2435"/>
            <ac:spMk id="2" creationId="{572B420F-F41A-6C4E-E9DE-5FBD16486BBE}"/>
          </ac:spMkLst>
        </pc:spChg>
        <pc:spChg chg="add mod">
          <ac:chgData name="arun thomas" userId="f41c0e13ea8416dc" providerId="LiveId" clId="{EE71F055-9492-48AE-8CA3-6FB7D8E539C0}" dt="2025-05-29T11:06:28.056" v="4296" actId="571"/>
          <ac:spMkLst>
            <pc:docMk/>
            <pc:sldMk cId="2094124828" sldId="2435"/>
            <ac:spMk id="3" creationId="{8EFCDD4E-8EC5-852C-F48E-DAE3818B804A}"/>
          </ac:spMkLst>
        </pc:spChg>
        <pc:spChg chg="mod">
          <ac:chgData name="arun thomas" userId="f41c0e13ea8416dc" providerId="LiveId" clId="{EE71F055-9492-48AE-8CA3-6FB7D8E539C0}" dt="2025-05-28T07:14:54.115" v="4188" actId="14100"/>
          <ac:spMkLst>
            <pc:docMk/>
            <pc:sldMk cId="2094124828" sldId="2435"/>
            <ac:spMk id="4" creationId="{D037827B-C759-EB11-A603-B720498A3482}"/>
          </ac:spMkLst>
        </pc:spChg>
        <pc:spChg chg="mod">
          <ac:chgData name="arun thomas" userId="f41c0e13ea8416dc" providerId="LiveId" clId="{EE71F055-9492-48AE-8CA3-6FB7D8E539C0}" dt="2025-05-30T10:24:23.847" v="4315" actId="207"/>
          <ac:spMkLst>
            <pc:docMk/>
            <pc:sldMk cId="2094124828" sldId="2435"/>
            <ac:spMk id="7" creationId="{94F33602-4D60-823A-DBCF-C7E163FC045C}"/>
          </ac:spMkLst>
        </pc:spChg>
      </pc:sldChg>
      <pc:sldChg chg="modSp add mod">
        <pc:chgData name="arun thomas" userId="f41c0e13ea8416dc" providerId="LiveId" clId="{EE71F055-9492-48AE-8CA3-6FB7D8E539C0}" dt="2025-05-29T11:03:56.596" v="4286" actId="207"/>
        <pc:sldMkLst>
          <pc:docMk/>
          <pc:sldMk cId="1409621638" sldId="2436"/>
        </pc:sldMkLst>
        <pc:spChg chg="mod">
          <ac:chgData name="arun thomas" userId="f41c0e13ea8416dc" providerId="LiveId" clId="{EE71F055-9492-48AE-8CA3-6FB7D8E539C0}" dt="2025-05-28T05:44:43.939" v="3713" actId="20577"/>
          <ac:spMkLst>
            <pc:docMk/>
            <pc:sldMk cId="1409621638" sldId="2436"/>
            <ac:spMk id="2" creationId="{0270DB45-3300-205D-5FBC-25463DF44782}"/>
          </ac:spMkLst>
        </pc:spChg>
        <pc:spChg chg="mod">
          <ac:chgData name="arun thomas" userId="f41c0e13ea8416dc" providerId="LiveId" clId="{EE71F055-9492-48AE-8CA3-6FB7D8E539C0}" dt="2025-05-28T07:15:39.161" v="4201" actId="20577"/>
          <ac:spMkLst>
            <pc:docMk/>
            <pc:sldMk cId="1409621638" sldId="2436"/>
            <ac:spMk id="4" creationId="{075FE5F2-4C27-1C23-05E3-E0FF66BC288F}"/>
          </ac:spMkLst>
        </pc:spChg>
        <pc:spChg chg="mod">
          <ac:chgData name="arun thomas" userId="f41c0e13ea8416dc" providerId="LiveId" clId="{EE71F055-9492-48AE-8CA3-6FB7D8E539C0}" dt="2025-05-29T11:03:56.596" v="4286" actId="207"/>
          <ac:spMkLst>
            <pc:docMk/>
            <pc:sldMk cId="1409621638" sldId="2436"/>
            <ac:spMk id="7" creationId="{88BE1E7B-169A-E23E-E772-C7F77D16A572}"/>
          </ac:spMkLst>
        </pc:spChg>
      </pc:sldChg>
      <pc:sldChg chg="addSp modSp add mod">
        <pc:chgData name="arun thomas" userId="f41c0e13ea8416dc" providerId="LiveId" clId="{EE71F055-9492-48AE-8CA3-6FB7D8E539C0}" dt="2025-05-29T11:06:00.512" v="4293" actId="207"/>
        <pc:sldMkLst>
          <pc:docMk/>
          <pc:sldMk cId="513384616" sldId="2437"/>
        </pc:sldMkLst>
        <pc:spChg chg="mod">
          <ac:chgData name="arun thomas" userId="f41c0e13ea8416dc" providerId="LiveId" clId="{EE71F055-9492-48AE-8CA3-6FB7D8E539C0}" dt="2025-05-28T07:16:15.068" v="4204" actId="14100"/>
          <ac:spMkLst>
            <pc:docMk/>
            <pc:sldMk cId="513384616" sldId="2437"/>
            <ac:spMk id="4" creationId="{03E22621-7EEA-0FDB-F84A-2E94784EC566}"/>
          </ac:spMkLst>
        </pc:spChg>
        <pc:spChg chg="mod">
          <ac:chgData name="arun thomas" userId="f41c0e13ea8416dc" providerId="LiveId" clId="{EE71F055-9492-48AE-8CA3-6FB7D8E539C0}" dt="2025-05-29T11:06:00.512" v="4293" actId="207"/>
          <ac:spMkLst>
            <pc:docMk/>
            <pc:sldMk cId="513384616" sldId="2437"/>
            <ac:spMk id="7" creationId="{C288598B-EF67-3B82-69D7-DF94865F5FAD}"/>
          </ac:spMkLst>
        </pc:spChg>
      </pc:sldChg>
      <pc:sldChg chg="addSp modSp add mod">
        <pc:chgData name="arun thomas" userId="f41c0e13ea8416dc" providerId="LiveId" clId="{EE71F055-9492-48AE-8CA3-6FB7D8E539C0}" dt="2025-05-30T10:24:08.347" v="4314" actId="207"/>
        <pc:sldMkLst>
          <pc:docMk/>
          <pc:sldMk cId="1530577501" sldId="2438"/>
        </pc:sldMkLst>
        <pc:spChg chg="mod">
          <ac:chgData name="arun thomas" userId="f41c0e13ea8416dc" providerId="LiveId" clId="{EE71F055-9492-48AE-8CA3-6FB7D8E539C0}" dt="2025-05-28T07:16:19.915" v="4205" actId="14100"/>
          <ac:spMkLst>
            <pc:docMk/>
            <pc:sldMk cId="1530577501" sldId="2438"/>
            <ac:spMk id="4" creationId="{F0C3979F-AC8C-FBBB-B01A-401B48D300B0}"/>
          </ac:spMkLst>
        </pc:spChg>
        <pc:spChg chg="mod">
          <ac:chgData name="arun thomas" userId="f41c0e13ea8416dc" providerId="LiveId" clId="{EE71F055-9492-48AE-8CA3-6FB7D8E539C0}" dt="2025-05-30T10:24:08.347" v="4314" actId="207"/>
          <ac:spMkLst>
            <pc:docMk/>
            <pc:sldMk cId="1530577501" sldId="2438"/>
            <ac:spMk id="7" creationId="{C0BC2123-98F7-CC1E-DC6F-FC173A78F2D8}"/>
          </ac:spMkLst>
        </pc:spChg>
      </pc:sldChg>
      <pc:sldChg chg="modSp add mod">
        <pc:chgData name="arun thomas" userId="f41c0e13ea8416dc" providerId="LiveId" clId="{EE71F055-9492-48AE-8CA3-6FB7D8E539C0}" dt="2025-05-28T07:35:08.344" v="4246" actId="27107"/>
        <pc:sldMkLst>
          <pc:docMk/>
          <pc:sldMk cId="2726957636" sldId="2439"/>
        </pc:sldMkLst>
        <pc:spChg chg="mod">
          <ac:chgData name="arun thomas" userId="f41c0e13ea8416dc" providerId="LiveId" clId="{EE71F055-9492-48AE-8CA3-6FB7D8E539C0}" dt="2025-05-28T05:56:21.044" v="3883" actId="20577"/>
          <ac:spMkLst>
            <pc:docMk/>
            <pc:sldMk cId="2726957636" sldId="2439"/>
            <ac:spMk id="2" creationId="{3B7B2389-491E-2831-B1E4-8D822680DB66}"/>
          </ac:spMkLst>
        </pc:spChg>
        <pc:spChg chg="mod">
          <ac:chgData name="arun thomas" userId="f41c0e13ea8416dc" providerId="LiveId" clId="{EE71F055-9492-48AE-8CA3-6FB7D8E539C0}" dt="2025-05-28T07:16:28.248" v="4206" actId="14100"/>
          <ac:spMkLst>
            <pc:docMk/>
            <pc:sldMk cId="2726957636" sldId="2439"/>
            <ac:spMk id="4" creationId="{6DAC7DC3-56B7-5943-D656-B6FFC773D594}"/>
          </ac:spMkLst>
        </pc:spChg>
        <pc:spChg chg="mod">
          <ac:chgData name="arun thomas" userId="f41c0e13ea8416dc" providerId="LiveId" clId="{EE71F055-9492-48AE-8CA3-6FB7D8E539C0}" dt="2025-05-28T07:35:08.344" v="4246" actId="27107"/>
          <ac:spMkLst>
            <pc:docMk/>
            <pc:sldMk cId="2726957636" sldId="2439"/>
            <ac:spMk id="7" creationId="{1373CE4E-0CFE-54E9-E8B1-442095278650}"/>
          </ac:spMkLst>
        </pc:spChg>
      </pc:sldChg>
      <pc:sldChg chg="modSp add mod">
        <pc:chgData name="arun thomas" userId="f41c0e13ea8416dc" providerId="LiveId" clId="{EE71F055-9492-48AE-8CA3-6FB7D8E539C0}" dt="2025-05-28T07:17:45.447" v="4211" actId="20577"/>
        <pc:sldMkLst>
          <pc:docMk/>
          <pc:sldMk cId="309345366" sldId="2440"/>
        </pc:sldMkLst>
        <pc:spChg chg="mod">
          <ac:chgData name="arun thomas" userId="f41c0e13ea8416dc" providerId="LiveId" clId="{EE71F055-9492-48AE-8CA3-6FB7D8E539C0}" dt="2025-05-28T05:59:54.734" v="3959" actId="20577"/>
          <ac:spMkLst>
            <pc:docMk/>
            <pc:sldMk cId="309345366" sldId="2440"/>
            <ac:spMk id="2" creationId="{7ED3DB36-5C34-6942-0A35-B99E01D31B30}"/>
          </ac:spMkLst>
        </pc:spChg>
        <pc:spChg chg="mod">
          <ac:chgData name="arun thomas" userId="f41c0e13ea8416dc" providerId="LiveId" clId="{EE71F055-9492-48AE-8CA3-6FB7D8E539C0}" dt="2025-05-28T07:16:33.837" v="4207" actId="14100"/>
          <ac:spMkLst>
            <pc:docMk/>
            <pc:sldMk cId="309345366" sldId="2440"/>
            <ac:spMk id="4" creationId="{312C1A69-211F-3EBC-6CC1-AA4AC623F919}"/>
          </ac:spMkLst>
        </pc:spChg>
        <pc:spChg chg="mod">
          <ac:chgData name="arun thomas" userId="f41c0e13ea8416dc" providerId="LiveId" clId="{EE71F055-9492-48AE-8CA3-6FB7D8E539C0}" dt="2025-05-28T07:17:45.447" v="4211" actId="20577"/>
          <ac:spMkLst>
            <pc:docMk/>
            <pc:sldMk cId="309345366" sldId="2440"/>
            <ac:spMk id="7" creationId="{62E844FC-CA7E-88C7-5308-CD786CD32EEF}"/>
          </ac:spMkLst>
        </pc:spChg>
      </pc:sldChg>
      <pc:sldChg chg="modSp add mod">
        <pc:chgData name="arun thomas" userId="f41c0e13ea8416dc" providerId="LiveId" clId="{EE71F055-9492-48AE-8CA3-6FB7D8E539C0}" dt="2025-05-28T07:16:39.361" v="4208" actId="14100"/>
        <pc:sldMkLst>
          <pc:docMk/>
          <pc:sldMk cId="2320316508" sldId="2441"/>
        </pc:sldMkLst>
        <pc:spChg chg="mod">
          <ac:chgData name="arun thomas" userId="f41c0e13ea8416dc" providerId="LiveId" clId="{EE71F055-9492-48AE-8CA3-6FB7D8E539C0}" dt="2025-05-28T06:01:55.053" v="4002" actId="20577"/>
          <ac:spMkLst>
            <pc:docMk/>
            <pc:sldMk cId="2320316508" sldId="2441"/>
            <ac:spMk id="2" creationId="{69D64836-BE87-8DA9-70DB-B2EC19AE6F92}"/>
          </ac:spMkLst>
        </pc:spChg>
        <pc:spChg chg="mod">
          <ac:chgData name="arun thomas" userId="f41c0e13ea8416dc" providerId="LiveId" clId="{EE71F055-9492-48AE-8CA3-6FB7D8E539C0}" dt="2025-05-28T07:16:39.361" v="4208" actId="14100"/>
          <ac:spMkLst>
            <pc:docMk/>
            <pc:sldMk cId="2320316508" sldId="2441"/>
            <ac:spMk id="4" creationId="{BF754AFD-E64A-D3E4-5F18-50CA8695364A}"/>
          </ac:spMkLst>
        </pc:spChg>
        <pc:spChg chg="mod">
          <ac:chgData name="arun thomas" userId="f41c0e13ea8416dc" providerId="LiveId" clId="{EE71F055-9492-48AE-8CA3-6FB7D8E539C0}" dt="2025-05-28T06:02:41.247" v="4006" actId="1076"/>
          <ac:spMkLst>
            <pc:docMk/>
            <pc:sldMk cId="2320316508" sldId="2441"/>
            <ac:spMk id="7" creationId="{F88F12D6-A2BA-C693-FCBE-7682F9E6E4FB}"/>
          </ac:spMkLst>
        </pc:spChg>
      </pc:sldChg>
      <pc:sldChg chg="modSp add del mod">
        <pc:chgData name="arun thomas" userId="f41c0e13ea8416dc" providerId="LiveId" clId="{EE71F055-9492-48AE-8CA3-6FB7D8E539C0}" dt="2025-05-28T06:01:15.896" v="3973" actId="2890"/>
        <pc:sldMkLst>
          <pc:docMk/>
          <pc:sldMk cId="3455039400" sldId="2441"/>
        </pc:sldMkLst>
      </pc:sldChg>
      <pc:sldChg chg="addSp delSp modSp new mod">
        <pc:chgData name="arun thomas" userId="f41c0e13ea8416dc" providerId="LiveId" clId="{EE71F055-9492-48AE-8CA3-6FB7D8E539C0}" dt="2025-05-28T06:41:38.370" v="4011"/>
        <pc:sldMkLst>
          <pc:docMk/>
          <pc:sldMk cId="245846095" sldId="2442"/>
        </pc:sldMkLst>
        <pc:picChg chg="add mod">
          <ac:chgData name="arun thomas" userId="f41c0e13ea8416dc" providerId="LiveId" clId="{EE71F055-9492-48AE-8CA3-6FB7D8E539C0}" dt="2025-05-28T06:41:38.370" v="4011"/>
          <ac:picMkLst>
            <pc:docMk/>
            <pc:sldMk cId="245846095" sldId="2442"/>
            <ac:picMk id="4" creationId="{9D444C27-D0D2-28A5-81B6-9E2EDB274D2C}"/>
          </ac:picMkLst>
        </pc:picChg>
      </pc:sldChg>
      <pc:sldChg chg="add del">
        <pc:chgData name="arun thomas" userId="f41c0e13ea8416dc" providerId="LiveId" clId="{EE71F055-9492-48AE-8CA3-6FB7D8E539C0}" dt="2025-05-28T06:02:57.685" v="4008" actId="2696"/>
        <pc:sldMkLst>
          <pc:docMk/>
          <pc:sldMk cId="1177115528" sldId="2442"/>
        </pc:sldMkLst>
      </pc:sldChg>
      <pc:sldChg chg="addSp delSp modSp new mod">
        <pc:chgData name="arun thomas" userId="f41c0e13ea8416dc" providerId="LiveId" clId="{EE71F055-9492-48AE-8CA3-6FB7D8E539C0}" dt="2025-05-28T06:42:17.290" v="4014"/>
        <pc:sldMkLst>
          <pc:docMk/>
          <pc:sldMk cId="4287378903" sldId="2443"/>
        </pc:sldMkLst>
        <pc:picChg chg="add mod">
          <ac:chgData name="arun thomas" userId="f41c0e13ea8416dc" providerId="LiveId" clId="{EE71F055-9492-48AE-8CA3-6FB7D8E539C0}" dt="2025-05-28T06:42:17.290" v="4014"/>
          <ac:picMkLst>
            <pc:docMk/>
            <pc:sldMk cId="4287378903" sldId="2443"/>
            <ac:picMk id="4" creationId="{A86AFFBA-5BB0-46C6-1AE1-75298C1F1AA6}"/>
          </ac:picMkLst>
        </pc:picChg>
      </pc:sldChg>
      <pc:sldChg chg="addSp delSp modSp new mod">
        <pc:chgData name="arun thomas" userId="f41c0e13ea8416dc" providerId="LiveId" clId="{EE71F055-9492-48AE-8CA3-6FB7D8E539C0}" dt="2025-05-28T07:07:16.071" v="4017"/>
        <pc:sldMkLst>
          <pc:docMk/>
          <pc:sldMk cId="3993745727" sldId="2444"/>
        </pc:sldMkLst>
        <pc:picChg chg="add mod">
          <ac:chgData name="arun thomas" userId="f41c0e13ea8416dc" providerId="LiveId" clId="{EE71F055-9492-48AE-8CA3-6FB7D8E539C0}" dt="2025-05-28T07:07:16.071" v="4017"/>
          <ac:picMkLst>
            <pc:docMk/>
            <pc:sldMk cId="3993745727" sldId="2444"/>
            <ac:picMk id="4" creationId="{4F67BDCF-2E4E-9D0C-CBAF-96D24B848888}"/>
          </ac:picMkLst>
        </pc:picChg>
      </pc:sldChg>
      <pc:sldChg chg="addSp delSp modSp new mod">
        <pc:chgData name="arun thomas" userId="f41c0e13ea8416dc" providerId="LiveId" clId="{EE71F055-9492-48AE-8CA3-6FB7D8E539C0}" dt="2025-05-28T07:07:41.097" v="4022"/>
        <pc:sldMkLst>
          <pc:docMk/>
          <pc:sldMk cId="3575488938" sldId="2445"/>
        </pc:sldMkLst>
        <pc:picChg chg="add mod">
          <ac:chgData name="arun thomas" userId="f41c0e13ea8416dc" providerId="LiveId" clId="{EE71F055-9492-48AE-8CA3-6FB7D8E539C0}" dt="2025-05-28T07:07:41.097" v="4022"/>
          <ac:picMkLst>
            <pc:docMk/>
            <pc:sldMk cId="3575488938" sldId="2445"/>
            <ac:picMk id="4" creationId="{524FAC45-5CAE-75E6-F858-6856C7620668}"/>
          </ac:picMkLst>
        </pc:picChg>
      </pc:sldChg>
      <pc:sldChg chg="addSp delSp modSp new mod">
        <pc:chgData name="arun thomas" userId="f41c0e13ea8416dc" providerId="LiveId" clId="{EE71F055-9492-48AE-8CA3-6FB7D8E539C0}" dt="2025-05-28T07:07:52.938" v="4024"/>
        <pc:sldMkLst>
          <pc:docMk/>
          <pc:sldMk cId="2897229875" sldId="2446"/>
        </pc:sldMkLst>
        <pc:picChg chg="add mod">
          <ac:chgData name="arun thomas" userId="f41c0e13ea8416dc" providerId="LiveId" clId="{EE71F055-9492-48AE-8CA3-6FB7D8E539C0}" dt="2025-05-28T07:07:52.938" v="4024"/>
          <ac:picMkLst>
            <pc:docMk/>
            <pc:sldMk cId="2897229875" sldId="2446"/>
            <ac:picMk id="4" creationId="{82B3B77C-4E5A-B785-1D3E-67F3EE15D0D2}"/>
          </ac:picMkLst>
        </pc:picChg>
      </pc:sldChg>
      <pc:sldChg chg="addSp delSp modSp new mod">
        <pc:chgData name="arun thomas" userId="f41c0e13ea8416dc" providerId="LiveId" clId="{EE71F055-9492-48AE-8CA3-6FB7D8E539C0}" dt="2025-05-28T07:08:30.138" v="4032"/>
        <pc:sldMkLst>
          <pc:docMk/>
          <pc:sldMk cId="2482887539" sldId="2447"/>
        </pc:sldMkLst>
        <pc:picChg chg="add mod">
          <ac:chgData name="arun thomas" userId="f41c0e13ea8416dc" providerId="LiveId" clId="{EE71F055-9492-48AE-8CA3-6FB7D8E539C0}" dt="2025-05-28T07:08:30.138" v="4032"/>
          <ac:picMkLst>
            <pc:docMk/>
            <pc:sldMk cId="2482887539" sldId="2447"/>
            <ac:picMk id="4" creationId="{90A8D5AE-70B3-712A-8BFF-0E8FAABD9962}"/>
          </ac:picMkLst>
        </pc:picChg>
      </pc:sldChg>
      <pc:sldChg chg="addSp delSp modSp new mod ord">
        <pc:chgData name="arun thomas" userId="f41c0e13ea8416dc" providerId="LiveId" clId="{EE71F055-9492-48AE-8CA3-6FB7D8E539C0}" dt="2025-05-28T07:08:10.554" v="4029"/>
        <pc:sldMkLst>
          <pc:docMk/>
          <pc:sldMk cId="3807354717" sldId="2448"/>
        </pc:sldMkLst>
        <pc:picChg chg="add mod">
          <ac:chgData name="arun thomas" userId="f41c0e13ea8416dc" providerId="LiveId" clId="{EE71F055-9492-48AE-8CA3-6FB7D8E539C0}" dt="2025-05-28T07:08:05.570" v="4027"/>
          <ac:picMkLst>
            <pc:docMk/>
            <pc:sldMk cId="3807354717" sldId="2448"/>
            <ac:picMk id="4" creationId="{3E008673-C4D2-C8C8-4AFD-967C33859560}"/>
          </ac:picMkLst>
        </pc:picChg>
      </pc:sldChg>
      <pc:sldChg chg="addSp delSp modSp new mod">
        <pc:chgData name="arun thomas" userId="f41c0e13ea8416dc" providerId="LiveId" clId="{EE71F055-9492-48AE-8CA3-6FB7D8E539C0}" dt="2025-05-28T07:08:52.488" v="4034"/>
        <pc:sldMkLst>
          <pc:docMk/>
          <pc:sldMk cId="4289671368" sldId="2449"/>
        </pc:sldMkLst>
        <pc:picChg chg="add mod">
          <ac:chgData name="arun thomas" userId="f41c0e13ea8416dc" providerId="LiveId" clId="{EE71F055-9492-48AE-8CA3-6FB7D8E539C0}" dt="2025-05-28T07:08:52.488" v="4034"/>
          <ac:picMkLst>
            <pc:docMk/>
            <pc:sldMk cId="4289671368" sldId="2449"/>
            <ac:picMk id="4" creationId="{A91E3D09-09D2-9791-3F86-5A9721574530}"/>
          </ac:picMkLst>
        </pc:picChg>
      </pc:sldChg>
      <pc:sldChg chg="modSp add mod ord">
        <pc:chgData name="arun thomas" userId="f41c0e13ea8416dc" providerId="LiveId" clId="{EE71F055-9492-48AE-8CA3-6FB7D8E539C0}" dt="2025-05-28T07:09:18.377" v="4044" actId="20577"/>
        <pc:sldMkLst>
          <pc:docMk/>
          <pc:sldMk cId="2068073372" sldId="2450"/>
        </pc:sldMkLst>
        <pc:spChg chg="mod">
          <ac:chgData name="arun thomas" userId="f41c0e13ea8416dc" providerId="LiveId" clId="{EE71F055-9492-48AE-8CA3-6FB7D8E539C0}" dt="2025-05-28T07:09:18.377" v="4044" actId="20577"/>
          <ac:spMkLst>
            <pc:docMk/>
            <pc:sldMk cId="2068073372" sldId="2450"/>
            <ac:spMk id="6" creationId="{1EA8894A-03E8-2A4A-31A5-D5170570F7F7}"/>
          </ac:spMkLst>
        </pc:spChg>
      </pc:sldChg>
    </pc:docChg>
  </pc:docChgLst>
  <pc:docChgLst>
    <pc:chgData name="Prince Chandapillai" userId="4fad049182ddc57b" providerId="Windows Live" clId="Web-{4EB97C58-0A9F-7C1F-EDF0-C4A84FABD70B}"/>
    <pc:docChg chg="modSld">
      <pc:chgData name="Prince Chandapillai" userId="4fad049182ddc57b" providerId="Windows Live" clId="Web-{4EB97C58-0A9F-7C1F-EDF0-C4A84FABD70B}" dt="2025-05-29T16:03:24.590" v="256"/>
      <pc:docMkLst>
        <pc:docMk/>
      </pc:docMkLst>
      <pc:sldChg chg="modSp">
        <pc:chgData name="Prince Chandapillai" userId="4fad049182ddc57b" providerId="Windows Live" clId="Web-{4EB97C58-0A9F-7C1F-EDF0-C4A84FABD70B}" dt="2025-05-29T15:08:49.495" v="70" actId="20577"/>
        <pc:sldMkLst>
          <pc:docMk/>
          <pc:sldMk cId="2430628198" sldId="1888"/>
        </pc:sldMkLst>
        <pc:spChg chg="mod">
          <ac:chgData name="Prince Chandapillai" userId="4fad049182ddc57b" providerId="Windows Live" clId="Web-{4EB97C58-0A9F-7C1F-EDF0-C4A84FABD70B}" dt="2025-05-29T15:08:49.495" v="70" actId="20577"/>
          <ac:spMkLst>
            <pc:docMk/>
            <pc:sldMk cId="2430628198" sldId="1888"/>
            <ac:spMk id="5" creationId="{02C53BC5-988A-A798-8447-A905728C8D21}"/>
          </ac:spMkLst>
        </pc:spChg>
      </pc:sldChg>
      <pc:sldChg chg="delSp modSp">
        <pc:chgData name="Prince Chandapillai" userId="4fad049182ddc57b" providerId="Windows Live" clId="Web-{4EB97C58-0A9F-7C1F-EDF0-C4A84FABD70B}" dt="2025-05-29T16:03:24.590" v="256"/>
        <pc:sldMkLst>
          <pc:docMk/>
          <pc:sldMk cId="3489297901" sldId="2231"/>
        </pc:sldMkLst>
        <pc:spChg chg="mod">
          <ac:chgData name="Prince Chandapillai" userId="4fad049182ddc57b" providerId="Windows Live" clId="Web-{4EB97C58-0A9F-7C1F-EDF0-C4A84FABD70B}" dt="2025-05-29T16:03:12.136" v="253" actId="20577"/>
          <ac:spMkLst>
            <pc:docMk/>
            <pc:sldMk cId="3489297901" sldId="2231"/>
            <ac:spMk id="5" creationId="{3DD7E497-16E3-4D0B-D67F-B0783CD0DB3A}"/>
          </ac:spMkLst>
        </pc:spChg>
        <pc:spChg chg="del mod">
          <ac:chgData name="Prince Chandapillai" userId="4fad049182ddc57b" providerId="Windows Live" clId="Web-{4EB97C58-0A9F-7C1F-EDF0-C4A84FABD70B}" dt="2025-05-29T16:03:14.292" v="255"/>
          <ac:spMkLst>
            <pc:docMk/>
            <pc:sldMk cId="3489297901" sldId="2231"/>
            <ac:spMk id="8" creationId="{A04E8964-BE44-B21F-225D-206A8990089C}"/>
          </ac:spMkLst>
        </pc:spChg>
        <pc:spChg chg="del">
          <ac:chgData name="Prince Chandapillai" userId="4fad049182ddc57b" providerId="Windows Live" clId="Web-{4EB97C58-0A9F-7C1F-EDF0-C4A84FABD70B}" dt="2025-05-29T16:03:24.590" v="256"/>
          <ac:spMkLst>
            <pc:docMk/>
            <pc:sldMk cId="3489297901" sldId="2231"/>
            <ac:spMk id="9" creationId="{7B2601E8-6355-2222-2FE7-C348635BA2B8}"/>
          </ac:spMkLst>
        </pc:spChg>
      </pc:sldChg>
      <pc:sldChg chg="modSp">
        <pc:chgData name="Prince Chandapillai" userId="4fad049182ddc57b" providerId="Windows Live" clId="Web-{4EB97C58-0A9F-7C1F-EDF0-C4A84FABD70B}" dt="2025-05-29T15:37:26.883" v="135" actId="20577"/>
        <pc:sldMkLst>
          <pc:docMk/>
          <pc:sldMk cId="563162819" sldId="2268"/>
        </pc:sldMkLst>
        <pc:spChg chg="mod">
          <ac:chgData name="Prince Chandapillai" userId="4fad049182ddc57b" providerId="Windows Live" clId="Web-{4EB97C58-0A9F-7C1F-EDF0-C4A84FABD70B}" dt="2025-05-29T15:37:26.883" v="135" actId="20577"/>
          <ac:spMkLst>
            <pc:docMk/>
            <pc:sldMk cId="563162819" sldId="2268"/>
            <ac:spMk id="4" creationId="{B6B93BAE-CA1F-B239-B950-1FBB6696417C}"/>
          </ac:spMkLst>
        </pc:spChg>
        <pc:spChg chg="mod">
          <ac:chgData name="Prince Chandapillai" userId="4fad049182ddc57b" providerId="Windows Live" clId="Web-{4EB97C58-0A9F-7C1F-EDF0-C4A84FABD70B}" dt="2025-05-29T15:30:19.647" v="123" actId="20577"/>
          <ac:spMkLst>
            <pc:docMk/>
            <pc:sldMk cId="563162819" sldId="2268"/>
            <ac:spMk id="5" creationId="{BE000013-62DA-DAA0-6B52-EDF88EE07509}"/>
          </ac:spMkLst>
        </pc:spChg>
      </pc:sldChg>
      <pc:sldChg chg="modSp">
        <pc:chgData name="Prince Chandapillai" userId="4fad049182ddc57b" providerId="Windows Live" clId="Web-{4EB97C58-0A9F-7C1F-EDF0-C4A84FABD70B}" dt="2025-05-29T15:41:32.912" v="159" actId="20577"/>
        <pc:sldMkLst>
          <pc:docMk/>
          <pc:sldMk cId="2534454059" sldId="2308"/>
        </pc:sldMkLst>
        <pc:spChg chg="mod">
          <ac:chgData name="Prince Chandapillai" userId="4fad049182ddc57b" providerId="Windows Live" clId="Web-{4EB97C58-0A9F-7C1F-EDF0-C4A84FABD70B}" dt="2025-05-29T15:40:50.566" v="156" actId="1076"/>
          <ac:spMkLst>
            <pc:docMk/>
            <pc:sldMk cId="2534454059" sldId="2308"/>
            <ac:spMk id="3" creationId="{9C394727-0B11-7450-036A-0010FAAC4ECA}"/>
          </ac:spMkLst>
        </pc:spChg>
        <pc:spChg chg="mod">
          <ac:chgData name="Prince Chandapillai" userId="4fad049182ddc57b" providerId="Windows Live" clId="Web-{4EB97C58-0A9F-7C1F-EDF0-C4A84FABD70B}" dt="2025-05-29T15:41:32.912" v="159" actId="20577"/>
          <ac:spMkLst>
            <pc:docMk/>
            <pc:sldMk cId="2534454059" sldId="2308"/>
            <ac:spMk id="5" creationId="{3D866C93-CAE2-E40E-CCD6-88AB4857E3BC}"/>
          </ac:spMkLst>
        </pc:spChg>
      </pc:sldChg>
      <pc:sldChg chg="modSp">
        <pc:chgData name="Prince Chandapillai" userId="4fad049182ddc57b" providerId="Windows Live" clId="Web-{4EB97C58-0A9F-7C1F-EDF0-C4A84FABD70B}" dt="2025-05-29T15:26:19.950" v="98" actId="20577"/>
        <pc:sldMkLst>
          <pc:docMk/>
          <pc:sldMk cId="1259612734" sldId="2332"/>
        </pc:sldMkLst>
        <pc:spChg chg="mod">
          <ac:chgData name="Prince Chandapillai" userId="4fad049182ddc57b" providerId="Windows Live" clId="Web-{4EB97C58-0A9F-7C1F-EDF0-C4A84FABD70B}" dt="2025-05-29T15:26:19.950" v="98" actId="20577"/>
          <ac:spMkLst>
            <pc:docMk/>
            <pc:sldMk cId="1259612734" sldId="2332"/>
            <ac:spMk id="3" creationId="{A3FDFA01-80AD-3452-633D-3F894ACF9A9F}"/>
          </ac:spMkLst>
        </pc:spChg>
        <pc:spChg chg="mod">
          <ac:chgData name="Prince Chandapillai" userId="4fad049182ddc57b" providerId="Windows Live" clId="Web-{4EB97C58-0A9F-7C1F-EDF0-C4A84FABD70B}" dt="2025-05-29T15:10:45.219" v="72" actId="20577"/>
          <ac:spMkLst>
            <pc:docMk/>
            <pc:sldMk cId="1259612734" sldId="2332"/>
            <ac:spMk id="4" creationId="{652CBF36-0BB8-CDED-0449-91DC5C463106}"/>
          </ac:spMkLst>
        </pc:spChg>
      </pc:sldChg>
      <pc:sldChg chg="modSp">
        <pc:chgData name="Prince Chandapillai" userId="4fad049182ddc57b" providerId="Windows Live" clId="Web-{4EB97C58-0A9F-7C1F-EDF0-C4A84FABD70B}" dt="2025-05-29T15:01:12.883" v="47" actId="20577"/>
        <pc:sldMkLst>
          <pc:docMk/>
          <pc:sldMk cId="2375547672" sldId="2358"/>
        </pc:sldMkLst>
        <pc:spChg chg="mod">
          <ac:chgData name="Prince Chandapillai" userId="4fad049182ddc57b" providerId="Windows Live" clId="Web-{4EB97C58-0A9F-7C1F-EDF0-C4A84FABD70B}" dt="2025-05-29T15:01:12.883" v="47" actId="20577"/>
          <ac:spMkLst>
            <pc:docMk/>
            <pc:sldMk cId="2375547672" sldId="2358"/>
            <ac:spMk id="3" creationId="{139A6A3E-22D3-686D-7AC3-0E55668E19D0}"/>
          </ac:spMkLst>
        </pc:spChg>
      </pc:sldChg>
      <pc:sldChg chg="modSp">
        <pc:chgData name="Prince Chandapillai" userId="4fad049182ddc57b" providerId="Windows Live" clId="Web-{4EB97C58-0A9F-7C1F-EDF0-C4A84FABD70B}" dt="2025-05-29T14:51:57.283" v="6" actId="20577"/>
        <pc:sldMkLst>
          <pc:docMk/>
          <pc:sldMk cId="1665518632" sldId="2359"/>
        </pc:sldMkLst>
        <pc:spChg chg="mod">
          <ac:chgData name="Prince Chandapillai" userId="4fad049182ddc57b" providerId="Windows Live" clId="Web-{4EB97C58-0A9F-7C1F-EDF0-C4A84FABD70B}" dt="2025-05-29T14:51:57.283" v="6" actId="20577"/>
          <ac:spMkLst>
            <pc:docMk/>
            <pc:sldMk cId="1665518632" sldId="2359"/>
            <ac:spMk id="4" creationId="{B31BC4C4-E331-9812-8FE4-B6CE0E9A102B}"/>
          </ac:spMkLst>
        </pc:spChg>
      </pc:sldChg>
      <pc:sldChg chg="modSp">
        <pc:chgData name="Prince Chandapillai" userId="4fad049182ddc57b" providerId="Windows Live" clId="Web-{4EB97C58-0A9F-7C1F-EDF0-C4A84FABD70B}" dt="2025-05-29T14:58:27.908" v="33" actId="20577"/>
        <pc:sldMkLst>
          <pc:docMk/>
          <pc:sldMk cId="1885611815" sldId="2363"/>
        </pc:sldMkLst>
        <pc:spChg chg="mod">
          <ac:chgData name="Prince Chandapillai" userId="4fad049182ddc57b" providerId="Windows Live" clId="Web-{4EB97C58-0A9F-7C1F-EDF0-C4A84FABD70B}" dt="2025-05-29T14:54:57.852" v="22" actId="20577"/>
          <ac:spMkLst>
            <pc:docMk/>
            <pc:sldMk cId="1885611815" sldId="2363"/>
            <ac:spMk id="3" creationId="{A7BCDEA9-0BCF-6A98-5B2A-8FEEE4EC7CB5}"/>
          </ac:spMkLst>
        </pc:spChg>
        <pc:spChg chg="mod">
          <ac:chgData name="Prince Chandapillai" userId="4fad049182ddc57b" providerId="Windows Live" clId="Web-{4EB97C58-0A9F-7C1F-EDF0-C4A84FABD70B}" dt="2025-05-29T14:58:27.908" v="33" actId="20577"/>
          <ac:spMkLst>
            <pc:docMk/>
            <pc:sldMk cId="1885611815" sldId="2363"/>
            <ac:spMk id="4" creationId="{4AD249A9-2441-67FC-7C28-26DD8C646A80}"/>
          </ac:spMkLst>
        </pc:spChg>
      </pc:sldChg>
      <pc:sldChg chg="modSp">
        <pc:chgData name="Prince Chandapillai" userId="4fad049182ddc57b" providerId="Windows Live" clId="Web-{4EB97C58-0A9F-7C1F-EDF0-C4A84FABD70B}" dt="2025-05-29T15:03:16.966" v="61" actId="20577"/>
        <pc:sldMkLst>
          <pc:docMk/>
          <pc:sldMk cId="1382849182" sldId="2373"/>
        </pc:sldMkLst>
        <pc:spChg chg="mod">
          <ac:chgData name="Prince Chandapillai" userId="4fad049182ddc57b" providerId="Windows Live" clId="Web-{4EB97C58-0A9F-7C1F-EDF0-C4A84FABD70B}" dt="2025-05-29T15:03:16.966" v="61" actId="20577"/>
          <ac:spMkLst>
            <pc:docMk/>
            <pc:sldMk cId="1382849182" sldId="2373"/>
            <ac:spMk id="3" creationId="{430B85E5-73BA-A9A7-37BB-CB85F3D28EF1}"/>
          </ac:spMkLst>
        </pc:spChg>
      </pc:sldChg>
      <pc:sldChg chg="modSp">
        <pc:chgData name="Prince Chandapillai" userId="4fad049182ddc57b" providerId="Windows Live" clId="Web-{4EB97C58-0A9F-7C1F-EDF0-C4A84FABD70B}" dt="2025-05-29T15:01:51.213" v="54" actId="20577"/>
        <pc:sldMkLst>
          <pc:docMk/>
          <pc:sldMk cId="4211253958" sldId="2374"/>
        </pc:sldMkLst>
        <pc:spChg chg="mod">
          <ac:chgData name="Prince Chandapillai" userId="4fad049182ddc57b" providerId="Windows Live" clId="Web-{4EB97C58-0A9F-7C1F-EDF0-C4A84FABD70B}" dt="2025-05-29T15:01:51.213" v="54" actId="20577"/>
          <ac:spMkLst>
            <pc:docMk/>
            <pc:sldMk cId="4211253958" sldId="2374"/>
            <ac:spMk id="4" creationId="{BE6D2FCA-6ED2-5F23-8319-93D73C27158B}"/>
          </ac:spMkLst>
        </pc:spChg>
      </pc:sldChg>
      <pc:sldChg chg="modSp">
        <pc:chgData name="Prince Chandapillai" userId="4fad049182ddc57b" providerId="Windows Live" clId="Web-{4EB97C58-0A9F-7C1F-EDF0-C4A84FABD70B}" dt="2025-05-29T15:26:42.045" v="106" actId="20577"/>
        <pc:sldMkLst>
          <pc:docMk/>
          <pc:sldMk cId="3763329317" sldId="2375"/>
        </pc:sldMkLst>
        <pc:spChg chg="mod">
          <ac:chgData name="Prince Chandapillai" userId="4fad049182ddc57b" providerId="Windows Live" clId="Web-{4EB97C58-0A9F-7C1F-EDF0-C4A84FABD70B}" dt="2025-05-29T15:26:42.045" v="106" actId="20577"/>
          <ac:spMkLst>
            <pc:docMk/>
            <pc:sldMk cId="3763329317" sldId="2375"/>
            <ac:spMk id="3" creationId="{36B266B1-BAE8-35A0-E72E-E94A41BE1C3D}"/>
          </ac:spMkLst>
        </pc:spChg>
        <pc:spChg chg="mod">
          <ac:chgData name="Prince Chandapillai" userId="4fad049182ddc57b" providerId="Windows Live" clId="Web-{4EB97C58-0A9F-7C1F-EDF0-C4A84FABD70B}" dt="2025-05-29T15:22:02.080" v="84" actId="20577"/>
          <ac:spMkLst>
            <pc:docMk/>
            <pc:sldMk cId="3763329317" sldId="2375"/>
            <ac:spMk id="12" creationId="{9DE4D25A-FEAB-A194-4BAC-2B8EF9C176C5}"/>
          </ac:spMkLst>
        </pc:spChg>
      </pc:sldChg>
      <pc:sldChg chg="modSp">
        <pc:chgData name="Prince Chandapillai" userId="4fad049182ddc57b" providerId="Windows Live" clId="Web-{4EB97C58-0A9F-7C1F-EDF0-C4A84FABD70B}" dt="2025-05-29T15:26:34.310" v="104" actId="20577"/>
        <pc:sldMkLst>
          <pc:docMk/>
          <pc:sldMk cId="3178611561" sldId="2376"/>
        </pc:sldMkLst>
        <pc:spChg chg="mod">
          <ac:chgData name="Prince Chandapillai" userId="4fad049182ddc57b" providerId="Windows Live" clId="Web-{4EB97C58-0A9F-7C1F-EDF0-C4A84FABD70B}" dt="2025-05-29T15:26:34.310" v="104" actId="20577"/>
          <ac:spMkLst>
            <pc:docMk/>
            <pc:sldMk cId="3178611561" sldId="2376"/>
            <ac:spMk id="3" creationId="{19B7B0C8-CB34-153D-1EB4-43D5AC5D3B8A}"/>
          </ac:spMkLst>
        </pc:spChg>
        <pc:spChg chg="mod">
          <ac:chgData name="Prince Chandapillai" userId="4fad049182ddc57b" providerId="Windows Live" clId="Web-{4EB97C58-0A9F-7C1F-EDF0-C4A84FABD70B}" dt="2025-05-29T15:21:22.985" v="76" actId="20577"/>
          <ac:spMkLst>
            <pc:docMk/>
            <pc:sldMk cId="3178611561" sldId="2376"/>
            <ac:spMk id="4" creationId="{7A8A047D-158E-0CAB-9744-0BD0A6FD5998}"/>
          </ac:spMkLst>
        </pc:spChg>
      </pc:sldChg>
      <pc:sldChg chg="modSp">
        <pc:chgData name="Prince Chandapillai" userId="4fad049182ddc57b" providerId="Windows Live" clId="Web-{4EB97C58-0A9F-7C1F-EDF0-C4A84FABD70B}" dt="2025-05-29T15:26:49.701" v="109" actId="20577"/>
        <pc:sldMkLst>
          <pc:docMk/>
          <pc:sldMk cId="4040433060" sldId="2378"/>
        </pc:sldMkLst>
        <pc:spChg chg="mod">
          <ac:chgData name="Prince Chandapillai" userId="4fad049182ddc57b" providerId="Windows Live" clId="Web-{4EB97C58-0A9F-7C1F-EDF0-C4A84FABD70B}" dt="2025-05-29T15:26:49.701" v="109" actId="20577"/>
          <ac:spMkLst>
            <pc:docMk/>
            <pc:sldMk cId="4040433060" sldId="2378"/>
            <ac:spMk id="3" creationId="{3322E769-9766-9701-49E8-94C614D4B27B}"/>
          </ac:spMkLst>
        </pc:spChg>
        <pc:spChg chg="mod">
          <ac:chgData name="Prince Chandapillai" userId="4fad049182ddc57b" providerId="Windows Live" clId="Web-{4EB97C58-0A9F-7C1F-EDF0-C4A84FABD70B}" dt="2025-05-29T15:23:58.835" v="91" actId="20577"/>
          <ac:spMkLst>
            <pc:docMk/>
            <pc:sldMk cId="4040433060" sldId="2378"/>
            <ac:spMk id="4" creationId="{A0118179-919B-A04D-61A3-EBC6DC6F2EB9}"/>
          </ac:spMkLst>
        </pc:spChg>
        <pc:spChg chg="mod">
          <ac:chgData name="Prince Chandapillai" userId="4fad049182ddc57b" providerId="Windows Live" clId="Web-{4EB97C58-0A9F-7C1F-EDF0-C4A84FABD70B}" dt="2025-05-29T15:23:21.521" v="89" actId="20577"/>
          <ac:spMkLst>
            <pc:docMk/>
            <pc:sldMk cId="4040433060" sldId="2378"/>
            <ac:spMk id="8" creationId="{11B5E1B7-DD37-797F-3825-25E7DFC90DB8}"/>
          </ac:spMkLst>
        </pc:spChg>
      </pc:sldChg>
      <pc:sldChg chg="modSp">
        <pc:chgData name="Prince Chandapillai" userId="4fad049182ddc57b" providerId="Windows Live" clId="Web-{4EB97C58-0A9F-7C1F-EDF0-C4A84FABD70B}" dt="2025-05-29T15:28:49.143" v="118" actId="20577"/>
        <pc:sldMkLst>
          <pc:docMk/>
          <pc:sldMk cId="3155958482" sldId="2381"/>
        </pc:sldMkLst>
        <pc:spChg chg="mod">
          <ac:chgData name="Prince Chandapillai" userId="4fad049182ddc57b" providerId="Windows Live" clId="Web-{4EB97C58-0A9F-7C1F-EDF0-C4A84FABD70B}" dt="2025-05-29T15:28:49.143" v="118" actId="20577"/>
          <ac:spMkLst>
            <pc:docMk/>
            <pc:sldMk cId="3155958482" sldId="2381"/>
            <ac:spMk id="3" creationId="{722BCE68-42CE-021C-0701-45522B6BB37E}"/>
          </ac:spMkLst>
        </pc:spChg>
      </pc:sldChg>
      <pc:sldChg chg="modSp">
        <pc:chgData name="Prince Chandapillai" userId="4fad049182ddc57b" providerId="Windows Live" clId="Web-{4EB97C58-0A9F-7C1F-EDF0-C4A84FABD70B}" dt="2025-05-29T15:29:46.646" v="121" actId="20577"/>
        <pc:sldMkLst>
          <pc:docMk/>
          <pc:sldMk cId="2618990443" sldId="2382"/>
        </pc:sldMkLst>
        <pc:spChg chg="mod">
          <ac:chgData name="Prince Chandapillai" userId="4fad049182ddc57b" providerId="Windows Live" clId="Web-{4EB97C58-0A9F-7C1F-EDF0-C4A84FABD70B}" dt="2025-05-29T15:29:46.646" v="121" actId="20577"/>
          <ac:spMkLst>
            <pc:docMk/>
            <pc:sldMk cId="2618990443" sldId="2382"/>
            <ac:spMk id="5" creationId="{3AF18C6A-2147-CA63-919E-E0EA327DB95A}"/>
          </ac:spMkLst>
        </pc:spChg>
      </pc:sldChg>
      <pc:sldChg chg="modSp">
        <pc:chgData name="Prince Chandapillai" userId="4fad049182ddc57b" providerId="Windows Live" clId="Web-{4EB97C58-0A9F-7C1F-EDF0-C4A84FABD70B}" dt="2025-05-29T15:37:32.055" v="136" actId="20577"/>
        <pc:sldMkLst>
          <pc:docMk/>
          <pc:sldMk cId="1709694121" sldId="2383"/>
        </pc:sldMkLst>
        <pc:spChg chg="mod">
          <ac:chgData name="Prince Chandapillai" userId="4fad049182ddc57b" providerId="Windows Live" clId="Web-{4EB97C58-0A9F-7C1F-EDF0-C4A84FABD70B}" dt="2025-05-29T15:37:32.055" v="136" actId="20577"/>
          <ac:spMkLst>
            <pc:docMk/>
            <pc:sldMk cId="1709694121" sldId="2383"/>
            <ac:spMk id="4" creationId="{E5D734EF-24D6-F2E8-9A27-29F0FDB952BF}"/>
          </ac:spMkLst>
        </pc:spChg>
        <pc:spChg chg="mod">
          <ac:chgData name="Prince Chandapillai" userId="4fad049182ddc57b" providerId="Windows Live" clId="Web-{4EB97C58-0A9F-7C1F-EDF0-C4A84FABD70B}" dt="2025-05-29T15:31:14.556" v="126" actId="20577"/>
          <ac:spMkLst>
            <pc:docMk/>
            <pc:sldMk cId="1709694121" sldId="2383"/>
            <ac:spMk id="5" creationId="{3AC3FFF5-EE7A-E6B5-418B-D5EC1685C2FC}"/>
          </ac:spMkLst>
        </pc:spChg>
      </pc:sldChg>
      <pc:sldChg chg="modSp">
        <pc:chgData name="Prince Chandapillai" userId="4fad049182ddc57b" providerId="Windows Live" clId="Web-{4EB97C58-0A9F-7C1F-EDF0-C4A84FABD70B}" dt="2025-05-29T15:37:38.993" v="137" actId="20577"/>
        <pc:sldMkLst>
          <pc:docMk/>
          <pc:sldMk cId="3523189780" sldId="2384"/>
        </pc:sldMkLst>
        <pc:spChg chg="mod">
          <ac:chgData name="Prince Chandapillai" userId="4fad049182ddc57b" providerId="Windows Live" clId="Web-{4EB97C58-0A9F-7C1F-EDF0-C4A84FABD70B}" dt="2025-05-29T15:37:38.993" v="137" actId="20577"/>
          <ac:spMkLst>
            <pc:docMk/>
            <pc:sldMk cId="3523189780" sldId="2384"/>
            <ac:spMk id="4" creationId="{DCDD21A2-A76A-9151-16A3-3AD65C638336}"/>
          </ac:spMkLst>
        </pc:spChg>
        <pc:spChg chg="mod">
          <ac:chgData name="Prince Chandapillai" userId="4fad049182ddc57b" providerId="Windows Live" clId="Web-{4EB97C58-0A9F-7C1F-EDF0-C4A84FABD70B}" dt="2025-05-29T15:36:11.630" v="134" actId="20577"/>
          <ac:spMkLst>
            <pc:docMk/>
            <pc:sldMk cId="3523189780" sldId="2384"/>
            <ac:spMk id="5" creationId="{FEEEC3D8-2D12-A75D-BC98-8BED56DFB3D9}"/>
          </ac:spMkLst>
        </pc:spChg>
      </pc:sldChg>
      <pc:sldChg chg="modSp">
        <pc:chgData name="Prince Chandapillai" userId="4fad049182ddc57b" providerId="Windows Live" clId="Web-{4EB97C58-0A9F-7C1F-EDF0-C4A84FABD70B}" dt="2025-05-29T15:37:45.478" v="138" actId="20577"/>
        <pc:sldMkLst>
          <pc:docMk/>
          <pc:sldMk cId="3921090380" sldId="2385"/>
        </pc:sldMkLst>
        <pc:spChg chg="mod">
          <ac:chgData name="Prince Chandapillai" userId="4fad049182ddc57b" providerId="Windows Live" clId="Web-{4EB97C58-0A9F-7C1F-EDF0-C4A84FABD70B}" dt="2025-05-29T15:37:45.478" v="138" actId="20577"/>
          <ac:spMkLst>
            <pc:docMk/>
            <pc:sldMk cId="3921090380" sldId="2385"/>
            <ac:spMk id="4" creationId="{425814E2-96B7-8DC4-51BB-0DD3DA02527B}"/>
          </ac:spMkLst>
        </pc:spChg>
      </pc:sldChg>
      <pc:sldChg chg="modSp">
        <pc:chgData name="Prince Chandapillai" userId="4fad049182ddc57b" providerId="Windows Live" clId="Web-{4EB97C58-0A9F-7C1F-EDF0-C4A84FABD70B}" dt="2025-05-29T15:43:38.933" v="184" actId="20577"/>
        <pc:sldMkLst>
          <pc:docMk/>
          <pc:sldMk cId="3021718961" sldId="2386"/>
        </pc:sldMkLst>
        <pc:spChg chg="mod">
          <ac:chgData name="Prince Chandapillai" userId="4fad049182ddc57b" providerId="Windows Live" clId="Web-{4EB97C58-0A9F-7C1F-EDF0-C4A84FABD70B}" dt="2025-05-29T15:41:59.929" v="163" actId="20577"/>
          <ac:spMkLst>
            <pc:docMk/>
            <pc:sldMk cId="3021718961" sldId="2386"/>
            <ac:spMk id="3" creationId="{656E826A-8C45-184C-43D5-AB7F3D1B1A6D}"/>
          </ac:spMkLst>
        </pc:spChg>
        <pc:spChg chg="mod">
          <ac:chgData name="Prince Chandapillai" userId="4fad049182ddc57b" providerId="Windows Live" clId="Web-{4EB97C58-0A9F-7C1F-EDF0-C4A84FABD70B}" dt="2025-05-29T15:43:38.933" v="184" actId="20577"/>
          <ac:spMkLst>
            <pc:docMk/>
            <pc:sldMk cId="3021718961" sldId="2386"/>
            <ac:spMk id="5" creationId="{F0ECD1FC-FBCB-938B-5D79-E4F197FC3754}"/>
          </ac:spMkLst>
        </pc:spChg>
      </pc:sldChg>
      <pc:sldChg chg="modSp">
        <pc:chgData name="Prince Chandapillai" userId="4fad049182ddc57b" providerId="Windows Live" clId="Web-{4EB97C58-0A9F-7C1F-EDF0-C4A84FABD70B}" dt="2025-05-29T15:48:59.289" v="227" actId="20577"/>
        <pc:sldMkLst>
          <pc:docMk/>
          <pc:sldMk cId="397139102" sldId="2387"/>
        </pc:sldMkLst>
        <pc:spChg chg="mod">
          <ac:chgData name="Prince Chandapillai" userId="4fad049182ddc57b" providerId="Windows Live" clId="Web-{4EB97C58-0A9F-7C1F-EDF0-C4A84FABD70B}" dt="2025-05-29T15:45:29.390" v="189" actId="20577"/>
          <ac:spMkLst>
            <pc:docMk/>
            <pc:sldMk cId="397139102" sldId="2387"/>
            <ac:spMk id="3" creationId="{FA9F2E1F-9ADC-B638-AF60-82A55CC2E283}"/>
          </ac:spMkLst>
        </pc:spChg>
        <pc:spChg chg="mod">
          <ac:chgData name="Prince Chandapillai" userId="4fad049182ddc57b" providerId="Windows Live" clId="Web-{4EB97C58-0A9F-7C1F-EDF0-C4A84FABD70B}" dt="2025-05-29T15:48:59.289" v="227" actId="20577"/>
          <ac:spMkLst>
            <pc:docMk/>
            <pc:sldMk cId="397139102" sldId="2387"/>
            <ac:spMk id="5" creationId="{6861E664-48C2-D918-FB94-EC55FE441C5C}"/>
          </ac:spMkLst>
        </pc:spChg>
      </pc:sldChg>
      <pc:sldChg chg="modSp">
        <pc:chgData name="Prince Chandapillai" userId="4fad049182ddc57b" providerId="Windows Live" clId="Web-{4EB97C58-0A9F-7C1F-EDF0-C4A84FABD70B}" dt="2025-05-29T15:49:23.868" v="236" actId="20577"/>
        <pc:sldMkLst>
          <pc:docMk/>
          <pc:sldMk cId="342482431" sldId="2390"/>
        </pc:sldMkLst>
        <pc:spChg chg="mod">
          <ac:chgData name="Prince Chandapillai" userId="4fad049182ddc57b" providerId="Windows Live" clId="Web-{4EB97C58-0A9F-7C1F-EDF0-C4A84FABD70B}" dt="2025-05-29T15:47:54.599" v="207" actId="20577"/>
          <ac:spMkLst>
            <pc:docMk/>
            <pc:sldMk cId="342482431" sldId="2390"/>
            <ac:spMk id="3" creationId="{C2E0566D-71C4-714B-C887-74F357B65FBF}"/>
          </ac:spMkLst>
        </pc:spChg>
        <pc:spChg chg="mod">
          <ac:chgData name="Prince Chandapillai" userId="4fad049182ddc57b" providerId="Windows Live" clId="Web-{4EB97C58-0A9F-7C1F-EDF0-C4A84FABD70B}" dt="2025-05-29T15:49:23.868" v="236" actId="20577"/>
          <ac:spMkLst>
            <pc:docMk/>
            <pc:sldMk cId="342482431" sldId="2390"/>
            <ac:spMk id="5" creationId="{25D65B9C-3FFB-B7E1-79C7-BE869CCEDD50}"/>
          </ac:spMkLst>
        </pc:spChg>
      </pc:sldChg>
      <pc:sldChg chg="modSp">
        <pc:chgData name="Prince Chandapillai" userId="4fad049182ddc57b" providerId="Windows Live" clId="Web-{4EB97C58-0A9F-7C1F-EDF0-C4A84FABD70B}" dt="2025-05-29T15:55:19.805" v="242" actId="20577"/>
        <pc:sldMkLst>
          <pc:docMk/>
          <pc:sldMk cId="2733932937" sldId="2392"/>
        </pc:sldMkLst>
        <pc:spChg chg="mod">
          <ac:chgData name="Prince Chandapillai" userId="4fad049182ddc57b" providerId="Windows Live" clId="Web-{4EB97C58-0A9F-7C1F-EDF0-C4A84FABD70B}" dt="2025-05-29T15:55:19.805" v="242" actId="20577"/>
          <ac:spMkLst>
            <pc:docMk/>
            <pc:sldMk cId="2733932937" sldId="2392"/>
            <ac:spMk id="4" creationId="{C989C9C1-2C36-FFA9-D49F-5EC62F7920F4}"/>
          </ac:spMkLst>
        </pc:spChg>
      </pc:sldChg>
      <pc:sldChg chg="modSp">
        <pc:chgData name="Prince Chandapillai" userId="4fad049182ddc57b" providerId="Windows Live" clId="Web-{4EB97C58-0A9F-7C1F-EDF0-C4A84FABD70B}" dt="2025-05-29T15:58:16.312" v="245" actId="20577"/>
        <pc:sldMkLst>
          <pc:docMk/>
          <pc:sldMk cId="1585868484" sldId="2396"/>
        </pc:sldMkLst>
        <pc:spChg chg="mod">
          <ac:chgData name="Prince Chandapillai" userId="4fad049182ddc57b" providerId="Windows Live" clId="Web-{4EB97C58-0A9F-7C1F-EDF0-C4A84FABD70B}" dt="2025-05-29T15:58:16.312" v="245" actId="20577"/>
          <ac:spMkLst>
            <pc:docMk/>
            <pc:sldMk cId="1585868484" sldId="2396"/>
            <ac:spMk id="3" creationId="{FD33E4D5-B80D-F148-53CF-BF0AA7BFE124}"/>
          </ac:spMkLst>
        </pc:spChg>
      </pc:sldChg>
      <pc:sldChg chg="modSp">
        <pc:chgData name="Prince Chandapillai" userId="4fad049182ddc57b" providerId="Windows Live" clId="Web-{4EB97C58-0A9F-7C1F-EDF0-C4A84FABD70B}" dt="2025-05-29T15:59:10.142" v="251" actId="20577"/>
        <pc:sldMkLst>
          <pc:docMk/>
          <pc:sldMk cId="320728818" sldId="2404"/>
        </pc:sldMkLst>
        <pc:spChg chg="mod">
          <ac:chgData name="Prince Chandapillai" userId="4fad049182ddc57b" providerId="Windows Live" clId="Web-{4EB97C58-0A9F-7C1F-EDF0-C4A84FABD70B}" dt="2025-05-29T15:59:10.142" v="251" actId="20577"/>
          <ac:spMkLst>
            <pc:docMk/>
            <pc:sldMk cId="320728818" sldId="2404"/>
            <ac:spMk id="3" creationId="{968A4681-688B-6AA9-2301-0857C12FD999}"/>
          </ac:spMkLst>
        </pc:spChg>
      </pc:sldChg>
      <pc:sldChg chg="modSp">
        <pc:chgData name="Prince Chandapillai" userId="4fad049182ddc57b" providerId="Windows Live" clId="Web-{4EB97C58-0A9F-7C1F-EDF0-C4A84FABD70B}" dt="2025-05-29T14:52:20.658" v="9" actId="20577"/>
        <pc:sldMkLst>
          <pc:docMk/>
          <pc:sldMk cId="523973766" sldId="2414"/>
        </pc:sldMkLst>
        <pc:spChg chg="mod">
          <ac:chgData name="Prince Chandapillai" userId="4fad049182ddc57b" providerId="Windows Live" clId="Web-{4EB97C58-0A9F-7C1F-EDF0-C4A84FABD70B}" dt="2025-05-29T14:52:20.658" v="9" actId="20577"/>
          <ac:spMkLst>
            <pc:docMk/>
            <pc:sldMk cId="523973766" sldId="2414"/>
            <ac:spMk id="3" creationId="{D3B25E01-1DF2-5A25-52EB-7A7BBEB54841}"/>
          </ac:spMkLst>
        </pc:spChg>
      </pc:sldChg>
      <pc:sldChg chg="modSp">
        <pc:chgData name="Prince Chandapillai" userId="4fad049182ddc57b" providerId="Windows Live" clId="Web-{4EB97C58-0A9F-7C1F-EDF0-C4A84FABD70B}" dt="2025-05-29T15:02:00.260" v="57" actId="20577"/>
        <pc:sldMkLst>
          <pc:docMk/>
          <pc:sldMk cId="3147296261" sldId="2415"/>
        </pc:sldMkLst>
        <pc:spChg chg="mod">
          <ac:chgData name="Prince Chandapillai" userId="4fad049182ddc57b" providerId="Windows Live" clId="Web-{4EB97C58-0A9F-7C1F-EDF0-C4A84FABD70B}" dt="2025-05-29T15:02:00.260" v="57" actId="20577"/>
          <ac:spMkLst>
            <pc:docMk/>
            <pc:sldMk cId="3147296261" sldId="2415"/>
            <ac:spMk id="3" creationId="{BE8FCE9E-344A-979F-E788-CBA034F426CA}"/>
          </ac:spMkLst>
        </pc:spChg>
      </pc:sldChg>
      <pc:sldChg chg="modSp">
        <pc:chgData name="Prince Chandapillai" userId="4fad049182ddc57b" providerId="Windows Live" clId="Web-{4EB97C58-0A9F-7C1F-EDF0-C4A84FABD70B}" dt="2025-05-29T15:02:02.979" v="58" actId="20577"/>
        <pc:sldMkLst>
          <pc:docMk/>
          <pc:sldMk cId="2416805286" sldId="2418"/>
        </pc:sldMkLst>
        <pc:spChg chg="mod">
          <ac:chgData name="Prince Chandapillai" userId="4fad049182ddc57b" providerId="Windows Live" clId="Web-{4EB97C58-0A9F-7C1F-EDF0-C4A84FABD70B}" dt="2025-05-29T15:02:02.979" v="58" actId="20577"/>
          <ac:spMkLst>
            <pc:docMk/>
            <pc:sldMk cId="2416805286" sldId="2418"/>
            <ac:spMk id="3" creationId="{1A9DABE0-69CA-8CC8-BE79-A54ECD0B5F91}"/>
          </ac:spMkLst>
        </pc:spChg>
      </pc:sldChg>
      <pc:sldChg chg="modSp">
        <pc:chgData name="Prince Chandapillai" userId="4fad049182ddc57b" providerId="Windows Live" clId="Web-{4EB97C58-0A9F-7C1F-EDF0-C4A84FABD70B}" dt="2025-05-29T15:52:54.846" v="240" actId="20577"/>
        <pc:sldMkLst>
          <pc:docMk/>
          <pc:sldMk cId="688001675" sldId="2420"/>
        </pc:sldMkLst>
        <pc:spChg chg="mod">
          <ac:chgData name="Prince Chandapillai" userId="4fad049182ddc57b" providerId="Windows Live" clId="Web-{4EB97C58-0A9F-7C1F-EDF0-C4A84FABD70B}" dt="2025-05-29T15:52:54.846" v="240" actId="20577"/>
          <ac:spMkLst>
            <pc:docMk/>
            <pc:sldMk cId="688001675" sldId="2420"/>
            <ac:spMk id="5" creationId="{9F5C4939-E2A7-C25F-3FE7-2F6ACF9BAD4E}"/>
          </ac:spMkLst>
        </pc:spChg>
      </pc:sldChg>
      <pc:sldChg chg="modSp">
        <pc:chgData name="Prince Chandapillai" userId="4fad049182ddc57b" providerId="Windows Live" clId="Web-{4EB97C58-0A9F-7C1F-EDF0-C4A84FABD70B}" dt="2025-05-29T15:26:27.060" v="101" actId="20577"/>
        <pc:sldMkLst>
          <pc:docMk/>
          <pc:sldMk cId="2071355846" sldId="2421"/>
        </pc:sldMkLst>
        <pc:spChg chg="mod">
          <ac:chgData name="Prince Chandapillai" userId="4fad049182ddc57b" providerId="Windows Live" clId="Web-{4EB97C58-0A9F-7C1F-EDF0-C4A84FABD70B}" dt="2025-05-29T15:26:27.060" v="101" actId="20577"/>
          <ac:spMkLst>
            <pc:docMk/>
            <pc:sldMk cId="2071355846" sldId="2421"/>
            <ac:spMk id="3" creationId="{480ED95E-39C6-DB0F-7468-699A74764841}"/>
          </ac:spMkLst>
        </pc:spChg>
        <pc:spChg chg="mod">
          <ac:chgData name="Prince Chandapillai" userId="4fad049182ddc57b" providerId="Windows Live" clId="Web-{4EB97C58-0A9F-7C1F-EDF0-C4A84FABD70B}" dt="2025-05-29T15:21:48.642" v="80" actId="20577"/>
          <ac:spMkLst>
            <pc:docMk/>
            <pc:sldMk cId="2071355846" sldId="2421"/>
            <ac:spMk id="12" creationId="{3D6180EF-92E0-69C6-17FA-0BFCBCAF8F9B}"/>
          </ac:spMkLst>
        </pc:spChg>
      </pc:sldChg>
      <pc:sldChg chg="modSp">
        <pc:chgData name="Prince Chandapillai" userId="4fad049182ddc57b" providerId="Windows Live" clId="Web-{4EB97C58-0A9F-7C1F-EDF0-C4A84FABD70B}" dt="2025-05-29T15:26:55.873" v="112" actId="20577"/>
        <pc:sldMkLst>
          <pc:docMk/>
          <pc:sldMk cId="4291870095" sldId="2422"/>
        </pc:sldMkLst>
        <pc:spChg chg="mod">
          <ac:chgData name="Prince Chandapillai" userId="4fad049182ddc57b" providerId="Windows Live" clId="Web-{4EB97C58-0A9F-7C1F-EDF0-C4A84FABD70B}" dt="2025-05-29T15:26:55.873" v="112" actId="20577"/>
          <ac:spMkLst>
            <pc:docMk/>
            <pc:sldMk cId="4291870095" sldId="2422"/>
            <ac:spMk id="3" creationId="{053D24FD-C350-5003-BF23-5A188CBB3C88}"/>
          </ac:spMkLst>
        </pc:spChg>
        <pc:spChg chg="mod">
          <ac:chgData name="Prince Chandapillai" userId="4fad049182ddc57b" providerId="Windows Live" clId="Web-{4EB97C58-0A9F-7C1F-EDF0-C4A84FABD70B}" dt="2025-05-29T15:24:12.054" v="95" actId="20577"/>
          <ac:spMkLst>
            <pc:docMk/>
            <pc:sldMk cId="4291870095" sldId="2422"/>
            <ac:spMk id="12" creationId="{55AA6DFD-4819-764E-793D-E4BA397DCB69}"/>
          </ac:spMkLst>
        </pc:spChg>
      </pc:sldChg>
      <pc:sldChg chg="modSp">
        <pc:chgData name="Prince Chandapillai" userId="4fad049182ddc57b" providerId="Windows Live" clId="Web-{4EB97C58-0A9F-7C1F-EDF0-C4A84FABD70B}" dt="2025-05-29T15:37:54.165" v="140" actId="20577"/>
        <pc:sldMkLst>
          <pc:docMk/>
          <pc:sldMk cId="1683388014" sldId="2429"/>
        </pc:sldMkLst>
        <pc:spChg chg="mod">
          <ac:chgData name="Prince Chandapillai" userId="4fad049182ddc57b" providerId="Windows Live" clId="Web-{4EB97C58-0A9F-7C1F-EDF0-C4A84FABD70B}" dt="2025-05-29T15:37:54.165" v="140" actId="20577"/>
          <ac:spMkLst>
            <pc:docMk/>
            <pc:sldMk cId="1683388014" sldId="2429"/>
            <ac:spMk id="4" creationId="{DE10DEEA-B89B-2659-91B4-0FC709CC4879}"/>
          </ac:spMkLst>
        </pc:spChg>
      </pc:sldChg>
      <pc:sldChg chg="modSp">
        <pc:chgData name="Prince Chandapillai" userId="4fad049182ddc57b" providerId="Windows Live" clId="Web-{4EB97C58-0A9F-7C1F-EDF0-C4A84FABD70B}" dt="2025-05-29T15:04:04.499" v="63" actId="20577"/>
        <pc:sldMkLst>
          <pc:docMk/>
          <pc:sldMk cId="2100166227" sldId="2431"/>
        </pc:sldMkLst>
        <pc:spChg chg="mod">
          <ac:chgData name="Prince Chandapillai" userId="4fad049182ddc57b" providerId="Windows Live" clId="Web-{4EB97C58-0A9F-7C1F-EDF0-C4A84FABD70B}" dt="2025-05-29T15:04:04.499" v="63" actId="20577"/>
          <ac:spMkLst>
            <pc:docMk/>
            <pc:sldMk cId="2100166227" sldId="2431"/>
            <ac:spMk id="7" creationId="{87DEBE21-E51E-27CE-5876-FE076F6AB5DC}"/>
          </ac:spMkLst>
        </pc:spChg>
      </pc:sldChg>
    </pc:docChg>
  </pc:docChgLst>
  <pc:docChgLst>
    <pc:chgData name="arun thomas" userId="f41c0e13ea8416dc" providerId="Windows Live" clId="Web-{6089C79C-D33C-8A7A-D22D-D23E17CF2C36}"/>
    <pc:docChg chg="modSld">
      <pc:chgData name="arun thomas" userId="f41c0e13ea8416dc" providerId="Windows Live" clId="Web-{6089C79C-D33C-8A7A-D22D-D23E17CF2C36}" dt="2025-05-29T11:13:17.262" v="2" actId="20577"/>
      <pc:docMkLst>
        <pc:docMk/>
      </pc:docMkLst>
      <pc:sldChg chg="modSp">
        <pc:chgData name="arun thomas" userId="f41c0e13ea8416dc" providerId="Windows Live" clId="Web-{6089C79C-D33C-8A7A-D22D-D23E17CF2C36}" dt="2025-05-29T11:13:17.262" v="2" actId="20577"/>
        <pc:sldMkLst>
          <pc:docMk/>
          <pc:sldMk cId="1409621638" sldId="2436"/>
        </pc:sldMkLst>
        <pc:spChg chg="mod">
          <ac:chgData name="arun thomas" userId="f41c0e13ea8416dc" providerId="Windows Live" clId="Web-{6089C79C-D33C-8A7A-D22D-D23E17CF2C36}" dt="2025-05-29T11:13:17.262" v="2" actId="20577"/>
          <ac:spMkLst>
            <pc:docMk/>
            <pc:sldMk cId="1409621638" sldId="2436"/>
            <ac:spMk id="7" creationId="{88BE1E7B-169A-E23E-E772-C7F77D16A572}"/>
          </ac:spMkLst>
        </pc:spChg>
      </pc:sldChg>
    </pc:docChg>
  </pc:docChgLst>
  <pc:docChgLst>
    <pc:chgData name="Sini Mathew" userId="3875fe58a975fc01" providerId="Windows Live" clId="Web-{56A7729C-9260-3782-84FD-16CC6192A94D}"/>
    <pc:docChg chg="modSld">
      <pc:chgData name="Sini Mathew" userId="3875fe58a975fc01" providerId="Windows Live" clId="Web-{56A7729C-9260-3782-84FD-16CC6192A94D}" dt="2025-05-30T05:33:55.437" v="47" actId="20577"/>
      <pc:docMkLst>
        <pc:docMk/>
      </pc:docMkLst>
      <pc:sldChg chg="modSp">
        <pc:chgData name="Sini Mathew" userId="3875fe58a975fc01" providerId="Windows Live" clId="Web-{56A7729C-9260-3782-84FD-16CC6192A94D}" dt="2025-05-30T05:33:24.592" v="33" actId="20577"/>
        <pc:sldMkLst>
          <pc:docMk/>
          <pc:sldMk cId="3477834588" sldId="2250"/>
        </pc:sldMkLst>
        <pc:spChg chg="mod">
          <ac:chgData name="Sini Mathew" userId="3875fe58a975fc01" providerId="Windows Live" clId="Web-{56A7729C-9260-3782-84FD-16CC6192A94D}" dt="2025-05-30T05:33:24.592" v="33" actId="20577"/>
          <ac:spMkLst>
            <pc:docMk/>
            <pc:sldMk cId="3477834588" sldId="2250"/>
            <ac:spMk id="3" creationId="{F8E060D1-B40B-E1E5-A80F-9C6428879BB3}"/>
          </ac:spMkLst>
        </pc:spChg>
      </pc:sldChg>
      <pc:sldChg chg="modSp">
        <pc:chgData name="Sini Mathew" userId="3875fe58a975fc01" providerId="Windows Live" clId="Web-{56A7729C-9260-3782-84FD-16CC6192A94D}" dt="2025-05-30T05:32:32.465" v="26" actId="1076"/>
        <pc:sldMkLst>
          <pc:docMk/>
          <pc:sldMk cId="2534454059" sldId="2308"/>
        </pc:sldMkLst>
        <pc:spChg chg="mod">
          <ac:chgData name="Sini Mathew" userId="3875fe58a975fc01" providerId="Windows Live" clId="Web-{56A7729C-9260-3782-84FD-16CC6192A94D}" dt="2025-05-30T05:32:32.465" v="26" actId="1076"/>
          <ac:spMkLst>
            <pc:docMk/>
            <pc:sldMk cId="2534454059" sldId="2308"/>
            <ac:spMk id="3" creationId="{9C394727-0B11-7450-036A-0010FAAC4ECA}"/>
          </ac:spMkLst>
        </pc:spChg>
      </pc:sldChg>
      <pc:sldChg chg="modSp">
        <pc:chgData name="Sini Mathew" userId="3875fe58a975fc01" providerId="Windows Live" clId="Web-{56A7729C-9260-3782-84FD-16CC6192A94D}" dt="2025-05-30T05:28:18.331" v="3" actId="20577"/>
        <pc:sldMkLst>
          <pc:docMk/>
          <pc:sldMk cId="435573267" sldId="2356"/>
        </pc:sldMkLst>
        <pc:spChg chg="mod">
          <ac:chgData name="Sini Mathew" userId="3875fe58a975fc01" providerId="Windows Live" clId="Web-{56A7729C-9260-3782-84FD-16CC6192A94D}" dt="2025-05-30T05:28:18.331" v="3" actId="20577"/>
          <ac:spMkLst>
            <pc:docMk/>
            <pc:sldMk cId="435573267" sldId="2356"/>
            <ac:spMk id="3" creationId="{094E9A69-B612-35E4-DEEF-5092DA0A0A97}"/>
          </ac:spMkLst>
        </pc:spChg>
      </pc:sldChg>
      <pc:sldChg chg="modSp">
        <pc:chgData name="Sini Mathew" userId="3875fe58a975fc01" providerId="Windows Live" clId="Web-{56A7729C-9260-3782-84FD-16CC6192A94D}" dt="2025-05-30T05:32:24.340" v="24" actId="1076"/>
        <pc:sldMkLst>
          <pc:docMk/>
          <pc:sldMk cId="3021718961" sldId="2386"/>
        </pc:sldMkLst>
        <pc:spChg chg="mod">
          <ac:chgData name="Sini Mathew" userId="3875fe58a975fc01" providerId="Windows Live" clId="Web-{56A7729C-9260-3782-84FD-16CC6192A94D}" dt="2025-05-30T05:32:24.340" v="24" actId="1076"/>
          <ac:spMkLst>
            <pc:docMk/>
            <pc:sldMk cId="3021718961" sldId="2386"/>
            <ac:spMk id="3" creationId="{656E826A-8C45-184C-43D5-AB7F3D1B1A6D}"/>
          </ac:spMkLst>
        </pc:spChg>
      </pc:sldChg>
      <pc:sldChg chg="modSp">
        <pc:chgData name="Sini Mathew" userId="3875fe58a975fc01" providerId="Windows Live" clId="Web-{56A7729C-9260-3782-84FD-16CC6192A94D}" dt="2025-05-30T05:32:37.340" v="27" actId="1076"/>
        <pc:sldMkLst>
          <pc:docMk/>
          <pc:sldMk cId="342482431" sldId="2390"/>
        </pc:sldMkLst>
        <pc:spChg chg="mod">
          <ac:chgData name="Sini Mathew" userId="3875fe58a975fc01" providerId="Windows Live" clId="Web-{56A7729C-9260-3782-84FD-16CC6192A94D}" dt="2025-05-30T05:32:37.340" v="27" actId="1076"/>
          <ac:spMkLst>
            <pc:docMk/>
            <pc:sldMk cId="342482431" sldId="2390"/>
            <ac:spMk id="3" creationId="{C2E0566D-71C4-714B-C887-74F357B65FBF}"/>
          </ac:spMkLst>
        </pc:spChg>
      </pc:sldChg>
      <pc:sldChg chg="modSp">
        <pc:chgData name="Sini Mathew" userId="3875fe58a975fc01" providerId="Windows Live" clId="Web-{56A7729C-9260-3782-84FD-16CC6192A94D}" dt="2025-05-30T05:33:31.139" v="35" actId="20577"/>
        <pc:sldMkLst>
          <pc:docMk/>
          <pc:sldMk cId="943012970" sldId="2391"/>
        </pc:sldMkLst>
        <pc:spChg chg="mod">
          <ac:chgData name="Sini Mathew" userId="3875fe58a975fc01" providerId="Windows Live" clId="Web-{56A7729C-9260-3782-84FD-16CC6192A94D}" dt="2025-05-30T05:33:31.139" v="35" actId="20577"/>
          <ac:spMkLst>
            <pc:docMk/>
            <pc:sldMk cId="943012970" sldId="2391"/>
            <ac:spMk id="3" creationId="{07B3F196-9D45-45A8-3E44-6B5CF3016BDB}"/>
          </ac:spMkLst>
        </pc:spChg>
      </pc:sldChg>
      <pc:sldChg chg="modSp">
        <pc:chgData name="Sini Mathew" userId="3875fe58a975fc01" providerId="Windows Live" clId="Web-{56A7729C-9260-3782-84FD-16CC6192A94D}" dt="2025-05-30T05:33:55.437" v="47" actId="20577"/>
        <pc:sldMkLst>
          <pc:docMk/>
          <pc:sldMk cId="2733932937" sldId="2392"/>
        </pc:sldMkLst>
        <pc:spChg chg="mod">
          <ac:chgData name="Sini Mathew" userId="3875fe58a975fc01" providerId="Windows Live" clId="Web-{56A7729C-9260-3782-84FD-16CC6192A94D}" dt="2025-05-30T05:33:55.437" v="47" actId="20577"/>
          <ac:spMkLst>
            <pc:docMk/>
            <pc:sldMk cId="2733932937" sldId="2392"/>
            <ac:spMk id="3" creationId="{91EA1DA1-B087-7B2F-059E-0EB08F74B46F}"/>
          </ac:spMkLst>
        </pc:spChg>
      </pc:sldChg>
      <pc:sldChg chg="modSp">
        <pc:chgData name="Sini Mathew" userId="3875fe58a975fc01" providerId="Windows Live" clId="Web-{56A7729C-9260-3782-84FD-16CC6192A94D}" dt="2025-05-30T05:32:44.638" v="28" actId="1076"/>
        <pc:sldMkLst>
          <pc:docMk/>
          <pc:sldMk cId="688001675" sldId="2420"/>
        </pc:sldMkLst>
        <pc:spChg chg="mod">
          <ac:chgData name="Sini Mathew" userId="3875fe58a975fc01" providerId="Windows Live" clId="Web-{56A7729C-9260-3782-84FD-16CC6192A94D}" dt="2025-05-30T05:32:44.638" v="28" actId="1076"/>
          <ac:spMkLst>
            <pc:docMk/>
            <pc:sldMk cId="688001675" sldId="2420"/>
            <ac:spMk id="5" creationId="{9F5C4939-E2A7-C25F-3FE7-2F6ACF9BAD4E}"/>
          </ac:spMkLst>
        </pc:spChg>
      </pc:sldChg>
      <pc:sldChg chg="modSp">
        <pc:chgData name="Sini Mathew" userId="3875fe58a975fc01" providerId="Windows Live" clId="Web-{56A7729C-9260-3782-84FD-16CC6192A94D}" dt="2025-05-30T05:30:39.680" v="23"/>
        <pc:sldMkLst>
          <pc:docMk/>
          <pc:sldMk cId="1016261707" sldId="2432"/>
        </pc:sldMkLst>
        <pc:spChg chg="mod">
          <ac:chgData name="Sini Mathew" userId="3875fe58a975fc01" providerId="Windows Live" clId="Web-{56A7729C-9260-3782-84FD-16CC6192A94D}" dt="2025-05-30T05:30:39.680" v="23"/>
          <ac:spMkLst>
            <pc:docMk/>
            <pc:sldMk cId="1016261707" sldId="2432"/>
            <ac:spMk id="7" creationId="{8437B4BC-1131-FC7C-4C49-06DF4AC6DF8F}"/>
          </ac:spMkLst>
        </pc:spChg>
      </pc:sldChg>
      <pc:sldChg chg="modSp">
        <pc:chgData name="Sini Mathew" userId="3875fe58a975fc01" providerId="Windows Live" clId="Web-{56A7729C-9260-3782-84FD-16CC6192A94D}" dt="2025-05-30T05:30:08.163" v="17" actId="20577"/>
        <pc:sldMkLst>
          <pc:docMk/>
          <pc:sldMk cId="984132980" sldId="2433"/>
        </pc:sldMkLst>
        <pc:spChg chg="mod">
          <ac:chgData name="Sini Mathew" userId="3875fe58a975fc01" providerId="Windows Live" clId="Web-{56A7729C-9260-3782-84FD-16CC6192A94D}" dt="2025-05-30T05:30:08.163" v="17" actId="20577"/>
          <ac:spMkLst>
            <pc:docMk/>
            <pc:sldMk cId="984132980" sldId="2433"/>
            <ac:spMk id="7" creationId="{EC44236B-E9D2-ABA0-BE11-FF88AF9FE44E}"/>
          </ac:spMkLst>
        </pc:spChg>
      </pc:sldChg>
      <pc:sldChg chg="modSp">
        <pc:chgData name="Sini Mathew" userId="3875fe58a975fc01" providerId="Windows Live" clId="Web-{56A7729C-9260-3782-84FD-16CC6192A94D}" dt="2025-05-30T05:29:58.381" v="14" actId="20577"/>
        <pc:sldMkLst>
          <pc:docMk/>
          <pc:sldMk cId="1822332934" sldId="2434"/>
        </pc:sldMkLst>
        <pc:spChg chg="mod">
          <ac:chgData name="Sini Mathew" userId="3875fe58a975fc01" providerId="Windows Live" clId="Web-{56A7729C-9260-3782-84FD-16CC6192A94D}" dt="2025-05-30T05:29:58.381" v="14" actId="20577"/>
          <ac:spMkLst>
            <pc:docMk/>
            <pc:sldMk cId="1822332934" sldId="2434"/>
            <ac:spMk id="7" creationId="{59BDAD98-91BC-F22E-C5B7-55FF48F17CB9}"/>
          </ac:spMkLst>
        </pc:spChg>
      </pc:sldChg>
      <pc:sldChg chg="modSp">
        <pc:chgData name="Sini Mathew" userId="3875fe58a975fc01" providerId="Windows Live" clId="Web-{56A7729C-9260-3782-84FD-16CC6192A94D}" dt="2025-05-30T05:29:16.645" v="5" actId="20577"/>
        <pc:sldMkLst>
          <pc:docMk/>
          <pc:sldMk cId="2094124828" sldId="2435"/>
        </pc:sldMkLst>
        <pc:spChg chg="mod">
          <ac:chgData name="Sini Mathew" userId="3875fe58a975fc01" providerId="Windows Live" clId="Web-{56A7729C-9260-3782-84FD-16CC6192A94D}" dt="2025-05-30T05:29:16.645" v="5" actId="20577"/>
          <ac:spMkLst>
            <pc:docMk/>
            <pc:sldMk cId="2094124828" sldId="2435"/>
            <ac:spMk id="7" creationId="{94F33602-4D60-823A-DBCF-C7E163FC045C}"/>
          </ac:spMkLst>
        </pc:spChg>
      </pc:sldChg>
      <pc:sldChg chg="modSp">
        <pc:chgData name="Sini Mathew" userId="3875fe58a975fc01" providerId="Windows Live" clId="Web-{56A7729C-9260-3782-84FD-16CC6192A94D}" dt="2025-05-30T05:30:11.069" v="18" actId="20577"/>
        <pc:sldMkLst>
          <pc:docMk/>
          <pc:sldMk cId="1409621638" sldId="2436"/>
        </pc:sldMkLst>
        <pc:spChg chg="mod">
          <ac:chgData name="Sini Mathew" userId="3875fe58a975fc01" providerId="Windows Live" clId="Web-{56A7729C-9260-3782-84FD-16CC6192A94D}" dt="2025-05-30T05:30:11.069" v="18" actId="20577"/>
          <ac:spMkLst>
            <pc:docMk/>
            <pc:sldMk cId="1409621638" sldId="2436"/>
            <ac:spMk id="7" creationId="{88BE1E7B-169A-E23E-E772-C7F77D16A572}"/>
          </ac:spMkLst>
        </pc:spChg>
      </pc:sldChg>
      <pc:sldChg chg="modSp">
        <pc:chgData name="Sini Mathew" userId="3875fe58a975fc01" providerId="Windows Live" clId="Web-{56A7729C-9260-3782-84FD-16CC6192A94D}" dt="2025-05-30T05:29:39.084" v="10" actId="20577"/>
        <pc:sldMkLst>
          <pc:docMk/>
          <pc:sldMk cId="513384616" sldId="2437"/>
        </pc:sldMkLst>
        <pc:spChg chg="mod">
          <ac:chgData name="Sini Mathew" userId="3875fe58a975fc01" providerId="Windows Live" clId="Web-{56A7729C-9260-3782-84FD-16CC6192A94D}" dt="2025-05-30T05:29:39.084" v="10" actId="20577"/>
          <ac:spMkLst>
            <pc:docMk/>
            <pc:sldMk cId="513384616" sldId="2437"/>
            <ac:spMk id="7" creationId="{C288598B-EF67-3B82-69D7-DF94865F5FAD}"/>
          </ac:spMkLst>
        </pc:spChg>
      </pc:sldChg>
      <pc:sldChg chg="modSp">
        <pc:chgData name="Sini Mathew" userId="3875fe58a975fc01" providerId="Windows Live" clId="Web-{56A7729C-9260-3782-84FD-16CC6192A94D}" dt="2025-05-30T05:29:12.364" v="4" actId="20577"/>
        <pc:sldMkLst>
          <pc:docMk/>
          <pc:sldMk cId="1530577501" sldId="2438"/>
        </pc:sldMkLst>
        <pc:spChg chg="mod">
          <ac:chgData name="Sini Mathew" userId="3875fe58a975fc01" providerId="Windows Live" clId="Web-{56A7729C-9260-3782-84FD-16CC6192A94D}" dt="2025-05-30T05:29:12.364" v="4" actId="20577"/>
          <ac:spMkLst>
            <pc:docMk/>
            <pc:sldMk cId="1530577501" sldId="2438"/>
            <ac:spMk id="7" creationId="{C0BC2123-98F7-CC1E-DC6F-FC173A78F2D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563A1F-755C-0546-8932-E860F2147B1A}" type="datetimeFigureOut">
              <a:rPr lang="en-GB" smtClean="0"/>
              <a:t>30/05/2025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4E53EA-ED27-5247-B6F2-F07834052059}" type="slidenum">
              <a:rPr lang="en-GB" smtClean="0"/>
              <a:t>‹#›</a:t>
            </a:fld>
            <a:endParaRPr lang="en-GB"/>
          </a:p>
        </p:txBody>
      </p:sp>
    </p:spTree>
    <p:extLst>
      <p:ext uri="{BB962C8B-B14F-4D97-AF65-F5344CB8AC3E}">
        <p14:creationId xmlns:p14="http://schemas.microsoft.com/office/powerpoint/2010/main" val="20095644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317218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9E412-580E-F02D-255B-F6B61D13EC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14B055-E42E-1544-A1FF-06783EBE99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E88B30-DA00-CE05-7DB5-3232F466EEA1}"/>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DF936E1F-4295-9758-B041-2BD4E9602A01}"/>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107306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B3983-AFC7-890D-F253-68B94EBCAB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5DC07F-786C-4EEB-2BCB-007EF6919B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068E36-66A6-90F5-B032-5E182127531B}"/>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B4DF603C-77D0-84E9-A12F-771FFED701D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467936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29339-306A-0D65-8D08-75A8344F49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FEC6A9-BD88-AAF5-444F-97622A9451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D95B95-A35F-681E-E2B4-D8426E3700CF}"/>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2A41A6F4-E3CF-8520-AF27-7A1BC1CEC7D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634965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5C21E-7CB9-4554-D23E-04C4FD1D24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CB59D8-C95D-A017-C45F-F7B6B27624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103D17-0FC9-1AD1-9BD4-907078612790}"/>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18ABBF76-852B-066E-C9B5-2BE819340F8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629122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B44B4-7560-26D3-E24E-AD4D42781C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84B793-25F4-A1A7-B777-E46BD9E9B6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BF4E05-D96F-A0BF-DDF2-9A890D485468}"/>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2C232709-5ED6-66C9-40EB-31692475B62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75037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A720A-19EC-071F-DC51-83A1BD138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41EBCE-77F7-29A1-84BC-F61113AB28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405E62-D6D1-E224-998A-1D2651E0094F}"/>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0E5B1C8B-9D75-900E-BF84-41FFDA43D0F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440139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87182-3D55-C8E4-ED91-BEB4831337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8E051F-303E-DA5D-B5DF-A82F4D339F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B49E34-2CA9-5F90-19B7-2D365EC8C869}"/>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8C0EA473-3847-A302-7305-8325E81E4D4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058267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E5F27-DE7D-BFF4-FFC7-FCDD856218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BA1239-F97A-459A-2626-D69BF3E6DB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A9E3A9-7DD6-6B16-EC5C-5CFA61DCC3F9}"/>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EDA76F6F-C209-43E2-561C-AB51F9706BD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362795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50B99-FF7D-7BE2-F88A-5424F18864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573167-00AB-3900-E6FE-C8A0818D1E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0B9041-3780-35A0-6F97-4DC4303F783E}"/>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842DE458-46D5-8C0A-5B39-DA774BAD541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647232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68F49-74B1-AC86-29BE-7E664AF974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D053FE-2B1C-C101-72DC-66F38FA99E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BEEDDC-A2F1-5914-CF3F-99AB41895AB0}"/>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25532AA1-35AC-18B9-065C-B0DE0BE5C21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6650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6229E-028E-982F-DE5C-9CB75C67A9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3C836-26C1-BB4B-4290-8932CB3CB0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E80E24-33C7-286B-CC79-A3AF9564FB1C}"/>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F2C836A1-02F2-258B-0B72-9A95475D488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712020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80C7F-F3E7-28EB-A48A-7C2A2229C4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B88BC1-9465-C1DC-000C-BC12D8D9A8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34B5FE-7523-239C-4B31-1987D2A50849}"/>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F110899E-F37B-576F-AC27-8A50D320FF8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251938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8EA18-CB5A-0CB5-D701-63CD54A146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54445C-1F3C-055D-E288-F1ACC43FD6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5CB57E-4FB7-DBF6-3CCC-6E8190B5C77D}"/>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7D165814-8840-3C04-5ADA-067470AF849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511545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31D25-50D9-F132-4533-CB3C3E6E59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558C06-81BE-D238-8CBF-BCA365942F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51F04D-2281-DB26-1D32-2E9E39E2F851}"/>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9BB1C759-49CF-72DF-D3B1-F189A3263A2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626903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0A099-27A8-C92B-FF39-05B2C5E366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4D8147-603D-4D85-B456-5CB805FEB0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FF39B2-DFED-312A-E141-0FF70AF7AFE2}"/>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F9D06474-C33B-5292-75D8-D28C74B88D5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577812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61F6D-2425-6FF3-F897-CFAC4754CC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506293-229F-1ED9-AE5E-3201201352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6C5F52-97AF-94F3-D93D-8EBEF0EBCC87}"/>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E038476B-9D4B-8810-0E60-A48222403161}"/>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956679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EDB21-7133-1410-0BBA-3B05C8CB7C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6CC664-1236-BD91-16F1-F7595A7D26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C6DFEB-E2FC-05A9-6E60-5264747783BB}"/>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EB9D9A91-25DA-4114-2B31-B5CA60B7C21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276941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358C5-D6FA-C9EB-72B4-50ADE7E47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4A94C0-927B-3395-E469-2706796B56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60908D-8689-E2EF-1C68-6881E0D4AE69}"/>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D0F5DBF3-BBEF-28F0-99C9-1E7675DCF9E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233247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6E32A-AFBC-8AA6-73E8-4E2A4549A3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572408-38BC-ABB1-91AB-2FD9C5D81F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06A298-07EB-FA83-60EB-5FD544A5655E}"/>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4D973702-316E-B47A-3514-C23B0BC8A45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18258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5B9FE-1DBF-B794-9C9B-B91BAC8717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086617-E02B-618D-9322-95645E5DD1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C2612D-CE27-3F15-8067-DFAC33A63F76}"/>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51982F5E-1049-D5F9-D1C3-9D650D81199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714647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92679-5392-70BC-AFA1-C2827D9D79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ABC071-3F3C-C690-46E7-D946E01777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242A31-B42B-AB42-5035-F2C3C9DA8B36}"/>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EB704FFA-4A59-D51E-6FDF-3F7C4A3A7901}"/>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232236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F7E2C-D8E2-2808-B080-B17D54E957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A60B83-AC15-91A2-B346-FF7D3D22B4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AF2FF0-0A75-BA77-B2AD-2BB341B96D04}"/>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7AEEDA17-BAF8-7060-6505-18A884F0341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59</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362076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8215F-9832-6777-4C36-CAD2C42B3B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2D9D53-EC70-583A-C919-7FE042B08A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74244D-DFA0-C4CE-96BB-78CE229327A7}"/>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2E808FF7-4A2C-BE4E-F62D-A22161E86F3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60</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476801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37AD6-C902-46F4-2E26-A9C5BAF8A4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0FE092-D7E3-6CEA-FAFC-45588CF5E9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729730-65AB-8FC0-27C2-BD1C8E9F49E0}"/>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7D79F52C-8333-9434-CBBF-553EDACDCE6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61</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108585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6B951-E948-6825-2E3D-156703FEFE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CDC626-55B5-EBBF-893D-3E02E92F6A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96E3C5-4864-B807-E615-64DF2962BD6B}"/>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8B5CDBCB-95FE-A046-CEF1-78CC0C40DDF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62</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375855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CE39F-4541-F5BC-1B0D-17105D5C61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F9C471-E01D-EC63-DDF3-65918F5982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1A361C-BF84-2745-8C40-8D864DFD480F}"/>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A7CE6239-A152-CB52-5DEC-C1DC48308B9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64</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482931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B47B1-C055-558E-6483-AAE0E3602A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7CFBAB-AE8D-405A-D680-9AA24D8D17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F838BB-F693-47C7-34F4-67712A2B2346}"/>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9F24A913-8DB4-EAF8-81A1-19413759903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65</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592797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7D30F-84F9-1A0E-2B94-D91689FEB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69BDDD-96C3-4808-2C88-4107184AB0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E43D02-33AC-7BD1-11FB-2ED4B01DCC1D}"/>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5CF4DCFE-3A8B-47D8-CD50-812B7A98483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66</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470022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9FFDF-3962-486E-7B3F-3CB2180421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FBC96A-8886-CA86-6990-D0B6AA5662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6E3F3D-08E4-563D-F03F-98F438A0BEB7}"/>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957A4666-17BC-D0D8-71E6-7E875E84D1E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67</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10523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FE227-F586-653E-395F-BC0D9286D5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79FAAD-2328-0146-EBC0-A67023FA24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C12C51-74CC-A75C-96F4-0796CFD9596B}"/>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F663E718-8198-31F0-DE15-C402373B008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68</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391276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AEE6B-37A6-4D13-911D-D110A192A2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9E1068-D5EC-DFCF-DCFB-016DC93599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36D584-53D4-2095-2EA7-5AC5A7F42760}"/>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6C84FA39-59ED-24EA-B12D-2F8002FC788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70</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674948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1F3BE-2797-AEC9-7F78-C03BFF0403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AD89D8-38E9-8701-12B4-64EB4D004F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548801-6BFA-0EE3-5E4B-2F57FC1D3863}"/>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3534B7BB-A315-F643-8FF6-2D76BE212A1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71</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178745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12745-3B92-AF2F-0B53-18905B76BA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F988D8-0CB6-1C0F-C3EC-5EDB724045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DF0E80-61F4-6EDE-826A-0E5408271B92}"/>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7F45DC65-4D5A-62F1-6381-6A386DFBD96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72</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603809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1268E-41DE-36C0-7404-F9735577BB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18AEE4-FF97-8ACB-8E50-AC9176B595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F6937F-58F8-C1BC-1028-F76E62EED33B}"/>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D14CEA29-D086-7DF1-879C-C83F3A8DBD8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73</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7659971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4B7F4-CCA0-5F70-B659-1A12EE574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6A4752-26B4-DA26-9B12-F650963723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39F973-CFDE-E00A-2764-5B52CE642929}"/>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3AA141F5-C0B7-C4F1-52CB-03191EACD98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74</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867352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499F2-A637-D09C-4B50-8728103296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F73A99-5899-3E5A-0775-243FFC5F97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BDC337-FF35-BC1C-C5CA-518EFC17556D}"/>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FE3BBF8F-AF1F-191E-6558-20E8D3EEDB31}"/>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76</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17148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F2B0B-3FC9-66B3-4DC7-3B6C670366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95DBC1-3BF6-74B4-2507-2E585AEA5C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87C92D-6245-8609-2085-C48E835BFE71}"/>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71CE3978-C8D2-5AF2-ECB5-93825854DBC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77</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360978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5A249-832A-7371-EAB6-37E687AAA4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9F1F16-968E-D9B6-0182-8138C3B62D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2B66EF-2D3B-747B-92C1-4065041B6770}"/>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6891DFBA-9E65-57E6-46DA-C2383AF1AEA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78</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3299533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611EC-E881-57D8-31A3-95A171AAE7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A0D52D-9832-4901-778B-8325396A36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94B926-A09B-A8A8-7C1F-43C8AA5AB781}"/>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B28E5185-6AEB-DBCA-64CA-1AFA4727D5F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80</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6097996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3D165-F6E6-1DC5-14B8-7D188DB504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C5E00D-2E0F-1BC2-6936-96BBA59769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E779EE-81C0-499B-DA69-3D86584C9328}"/>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E499F6E7-F095-E79B-8892-A6FA1D5782F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81</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5826899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F19D7-82C5-1F08-AE10-86F2455E82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502D0A-B24F-2591-86D5-CA54DC913E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6ABFE8-71C3-6E02-95C5-81F0E1053D67}"/>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D5A2A4A4-30FB-5F43-9989-993683A8C76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82</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8088346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85088-678E-61E0-000D-77243010D0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F786F7-43FF-414D-5467-33CB2BB49A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DF287C-1127-54F3-BB2C-F05A382D9895}"/>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309DDC88-738C-D144-5E8C-3CBE9FC154B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83</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7923299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17298-C97F-25C0-90E7-054424D6D2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403C54-79DC-48B1-CBB0-A2CB182F48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2FBFD8-B09A-FD85-F9DF-FD1B0B2E1DC8}"/>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0E2C83C0-74F0-2EFE-B957-DD59392731E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84</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173697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EAF7-DC1D-5692-A50D-BCF6674DE8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285EA5-BCC5-038C-3263-34877500CE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D51332-BB3B-F3FC-CDC1-C59CF1D37616}"/>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10205407-A64A-238F-6304-7BB5A6B4B95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85</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010676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A0000-3F18-DB5B-A6EA-51AC8AF7E1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8E64AC-256B-4086-84FC-B57D5EF558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8405F0-9CF4-B5B9-6E8E-846C3EC23B86}"/>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CAE9D78A-A26E-45B8-DCCC-020CD9C253B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86</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5366165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EB341-E4C0-17A3-94C0-8B306E1F26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16434F-239C-71D9-5B84-D7BDB4E99C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B8FA96-33AE-0477-C91D-B2FFD4DFAC55}"/>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3B36208D-38F1-7D22-4519-92686D5672A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87</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4585276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FFD89-4C13-532D-116B-005DDB9128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BF85D5-2EFC-5C8A-3307-6FFD26B1FC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C5EBC3-F947-D249-4947-FAEE99FF81DD}"/>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76C01848-98E1-6E28-BEE6-989188FE171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88</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4041859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599DF-2FE1-E835-BB94-74A88AC6D2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A3CBA2-3078-2C33-55EE-F5B74448A7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BE8AD6-6F92-D45B-55A6-227AAE37E407}"/>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41C427D1-3CC5-BA0C-F617-7C88B683D94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89</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5789871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34568-F4B6-6A18-5B65-4ACAF38546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259951-0904-2235-19F3-19E16B690B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3ACFE8-6078-18AC-2A17-ECEB2F5A1275}"/>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1274B150-DFF6-4130-969E-5D56C89708D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90</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2330749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92B6B-01C3-BA7E-CFDD-34C305B425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C9EFFB-EE59-3E22-58A0-86F06920CB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99150B-2C58-3137-6DA4-2E0C5A6E91C4}"/>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C3F17A7C-0C10-C20B-E415-EE6A5BB5843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91</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3978556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A5478-C97C-16AD-D81F-5EEFEC2E31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41B4CF-A932-A0D0-FDE9-F903E87E41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F3C724-DD04-70DE-BAE1-42F9FC040A30}"/>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7E805E8F-2204-C5E4-4506-106A9E3484E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92</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5727175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B59AC-C758-950F-150A-6CC89CB4CF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C44F0A-8318-72ED-E4EA-077EC9D1AC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695D00-3B72-1DA6-CFFB-B05C9CBDEAF2}"/>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7A843490-1C28-85F7-4166-9E3E4030068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93</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3822424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6EFF0-06FD-CC34-822A-68A0D2B820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F1FE61-D1AA-84DC-C42F-B68CF1CDAF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8CBA75-5ABF-9236-4681-644022AF0DFF}"/>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88E425C6-C8BF-0D79-C449-CB34F0C34ED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B8D068-427B-41D9-A73C-4B14D222A6EB}"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95</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199780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BD32DBC2-F449-49EF-AD7E-964553E48533}" type="datetimeFigureOut">
              <a:rPr lang="en-US" smtClean="0"/>
              <a:pPr/>
              <a:t>5/30/2025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a:p>
        </p:txBody>
      </p:sp>
    </p:spTree>
    <p:extLst>
      <p:ext uri="{BB962C8B-B14F-4D97-AF65-F5344CB8AC3E}">
        <p14:creationId xmlns:p14="http://schemas.microsoft.com/office/powerpoint/2010/main" val="333354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D32DBC2-F449-49EF-AD7E-964553E48533}" type="datetimeFigureOut">
              <a:rPr lang="en-US" smtClean="0"/>
              <a:pPr/>
              <a:t>5/30/2025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a:p>
        </p:txBody>
      </p:sp>
    </p:spTree>
    <p:extLst>
      <p:ext uri="{BB962C8B-B14F-4D97-AF65-F5344CB8AC3E}">
        <p14:creationId xmlns:p14="http://schemas.microsoft.com/office/powerpoint/2010/main" val="2137232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D32DBC2-F449-49EF-AD7E-964553E48533}" type="datetimeFigureOut">
              <a:rPr lang="en-US" smtClean="0"/>
              <a:pPr/>
              <a:t>5/30/2025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a:p>
        </p:txBody>
      </p:sp>
    </p:spTree>
    <p:extLst>
      <p:ext uri="{BB962C8B-B14F-4D97-AF65-F5344CB8AC3E}">
        <p14:creationId xmlns:p14="http://schemas.microsoft.com/office/powerpoint/2010/main" val="7321818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D32DBC2-F449-49EF-AD7E-964553E48533}" type="datetimeFigureOut">
              <a:rPr lang="en-US" smtClean="0"/>
              <a:pPr/>
              <a:t>5/30/2025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E890C3-63A1-4FEC-B0E0-7B9334D7547C}" type="slidenum">
              <a:rPr lang="en-US" smtClean="0"/>
              <a:pPr/>
              <a:t>‹#›</a:t>
            </a:fld>
            <a:endParaRPr lang="en-US"/>
          </a:p>
        </p:txBody>
      </p:sp>
    </p:spTree>
    <p:extLst>
      <p:ext uri="{BB962C8B-B14F-4D97-AF65-F5344CB8AC3E}">
        <p14:creationId xmlns:p14="http://schemas.microsoft.com/office/powerpoint/2010/main" val="75624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D32DBC2-F449-49EF-AD7E-964553E48533}" type="datetimeFigureOut">
              <a:rPr lang="en-US" smtClean="0"/>
              <a:pPr/>
              <a:t>5/30/2025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2E890C3-63A1-4FEC-B0E0-7B9334D7547C}" type="slidenum">
              <a:rPr lang="en-US" smtClean="0"/>
              <a:pPr/>
              <a:t>‹#›</a:t>
            </a:fld>
            <a:endParaRPr lang="en-US"/>
          </a:p>
        </p:txBody>
      </p:sp>
    </p:spTree>
    <p:extLst>
      <p:ext uri="{BB962C8B-B14F-4D97-AF65-F5344CB8AC3E}">
        <p14:creationId xmlns:p14="http://schemas.microsoft.com/office/powerpoint/2010/main" val="41070708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D32DBC2-F449-49EF-AD7E-964553E48533}" type="datetimeFigureOut">
              <a:rPr lang="en-US" smtClean="0"/>
              <a:pPr/>
              <a:t>5/30/2025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2E890C3-63A1-4FEC-B0E0-7B9334D7547C}" type="slidenum">
              <a:rPr lang="en-US" smtClean="0"/>
              <a:pPr/>
              <a:t>‹#›</a:t>
            </a:fld>
            <a:endParaRPr lang="en-US"/>
          </a:p>
        </p:txBody>
      </p:sp>
    </p:spTree>
    <p:extLst>
      <p:ext uri="{BB962C8B-B14F-4D97-AF65-F5344CB8AC3E}">
        <p14:creationId xmlns:p14="http://schemas.microsoft.com/office/powerpoint/2010/main" val="4271755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32DBC2-F449-49EF-AD7E-964553E48533}" type="datetimeFigureOut">
              <a:rPr lang="en-US" smtClean="0"/>
              <a:pPr/>
              <a:t>5/30/2025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2E890C3-63A1-4FEC-B0E0-7B9334D7547C}" type="slidenum">
              <a:rPr lang="en-US" smtClean="0"/>
              <a:pPr/>
              <a:t>‹#›</a:t>
            </a:fld>
            <a:endParaRPr lang="en-US"/>
          </a:p>
        </p:txBody>
      </p:sp>
    </p:spTree>
    <p:extLst>
      <p:ext uri="{BB962C8B-B14F-4D97-AF65-F5344CB8AC3E}">
        <p14:creationId xmlns:p14="http://schemas.microsoft.com/office/powerpoint/2010/main" val="41794933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BD32DBC2-F449-49EF-AD7E-964553E48533}" type="datetimeFigureOut">
              <a:rPr lang="en-US" smtClean="0"/>
              <a:pPr/>
              <a:t>5/30/2025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E890C3-63A1-4FEC-B0E0-7B9334D7547C}" type="slidenum">
              <a:rPr lang="en-US" smtClean="0"/>
              <a:pPr/>
              <a:t>‹#›</a:t>
            </a:fld>
            <a:endParaRPr lang="en-US"/>
          </a:p>
        </p:txBody>
      </p:sp>
    </p:spTree>
    <p:extLst>
      <p:ext uri="{BB962C8B-B14F-4D97-AF65-F5344CB8AC3E}">
        <p14:creationId xmlns:p14="http://schemas.microsoft.com/office/powerpoint/2010/main" val="230701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BD32DBC2-F449-49EF-AD7E-964553E48533}" type="datetimeFigureOut">
              <a:rPr lang="en-US" smtClean="0"/>
              <a:pPr/>
              <a:t>5/30/2025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E890C3-63A1-4FEC-B0E0-7B9334D7547C}" type="slidenum">
              <a:rPr lang="en-US" smtClean="0"/>
              <a:pPr/>
              <a:t>‹#›</a:t>
            </a:fld>
            <a:endParaRPr lang="en-US"/>
          </a:p>
        </p:txBody>
      </p:sp>
    </p:spTree>
    <p:extLst>
      <p:ext uri="{BB962C8B-B14F-4D97-AF65-F5344CB8AC3E}">
        <p14:creationId xmlns:p14="http://schemas.microsoft.com/office/powerpoint/2010/main" val="3097530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D32DBC2-F449-49EF-AD7E-964553E48533}" type="datetimeFigureOut">
              <a:rPr lang="en-US" smtClean="0"/>
              <a:pPr/>
              <a:t>5/30/2025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a:p>
        </p:txBody>
      </p:sp>
    </p:spTree>
    <p:extLst>
      <p:ext uri="{BB962C8B-B14F-4D97-AF65-F5344CB8AC3E}">
        <p14:creationId xmlns:p14="http://schemas.microsoft.com/office/powerpoint/2010/main" val="28605384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D32DBC2-F449-49EF-AD7E-964553E48533}" type="datetimeFigureOut">
              <a:rPr lang="en-US" smtClean="0"/>
              <a:pPr/>
              <a:t>5/30/2025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E890C3-63A1-4FEC-B0E0-7B9334D7547C}" type="slidenum">
              <a:rPr lang="en-US" smtClean="0"/>
              <a:pPr/>
              <a:t>‹#›</a:t>
            </a:fld>
            <a:endParaRPr lang="en-US"/>
          </a:p>
        </p:txBody>
      </p:sp>
    </p:spTree>
    <p:extLst>
      <p:ext uri="{BB962C8B-B14F-4D97-AF65-F5344CB8AC3E}">
        <p14:creationId xmlns:p14="http://schemas.microsoft.com/office/powerpoint/2010/main" val="40906694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Malayalam HC - 03 Jan 2021, 9:00AM">
    <p:bg>
      <p:bgRef idx="1001">
        <a:schemeClr val="bg2"/>
      </p:bgRef>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9B39CA7-ADE3-4147-9B4D-BE10E585E948}"/>
              </a:ext>
            </a:extLst>
          </p:cNvPr>
          <p:cNvSpPr txBox="1"/>
          <p:nvPr userDrawn="1"/>
        </p:nvSpPr>
        <p:spPr>
          <a:xfrm>
            <a:off x="0" y="4841404"/>
            <a:ext cx="9144000" cy="369332"/>
          </a:xfrm>
          <a:prstGeom prst="rect">
            <a:avLst/>
          </a:prstGeom>
          <a:noFill/>
          <a:ln>
            <a:noFill/>
          </a:ln>
        </p:spPr>
        <p:txBody>
          <a:bodyPr wrap="square" rtlCol="0">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chemeClr val="tx1"/>
                </a:solidFill>
                <a:effectLst/>
                <a:uLnTx/>
                <a:uFillTx/>
                <a:latin typeface="Gill Sans MT" panose="020B0502020104020203" pitchFamily="34" charset="0"/>
                <a:ea typeface="+mn-ea"/>
                <a:cs typeface="Segoe UI Light" panose="020B0502040204020203" pitchFamily="34" charset="0"/>
              </a:rPr>
              <a:t>Malayalam Holy Communion Service – 01 September 2024</a:t>
            </a:r>
          </a:p>
        </p:txBody>
      </p:sp>
      <p:sp>
        <p:nvSpPr>
          <p:cNvPr id="9" name="TextBox 8">
            <a:extLst>
              <a:ext uri="{FF2B5EF4-FFF2-40B4-BE49-F238E27FC236}">
                <a16:creationId xmlns:a16="http://schemas.microsoft.com/office/drawing/2014/main" id="{1186A184-FCDF-4B17-8669-07A0A6DFA42E}"/>
              </a:ext>
            </a:extLst>
          </p:cNvPr>
          <p:cNvSpPr txBox="1"/>
          <p:nvPr userDrawn="1"/>
        </p:nvSpPr>
        <p:spPr>
          <a:xfrm>
            <a:off x="0" y="0"/>
            <a:ext cx="9144000" cy="3693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chemeClr val="tx1"/>
                </a:solidFill>
                <a:effectLst/>
                <a:uLnTx/>
                <a:uFillTx/>
                <a:latin typeface="Gill Sans MT" panose="020B0502020104020203" pitchFamily="34" charset="0"/>
                <a:ea typeface="+mn-ea"/>
                <a:cs typeface="+mn-cs"/>
              </a:rPr>
              <a:t>Mar Thoma Syrian Church, Singapore</a:t>
            </a:r>
          </a:p>
        </p:txBody>
      </p:sp>
      <p:sp>
        <p:nvSpPr>
          <p:cNvPr id="3" name="TextBox 2">
            <a:extLst>
              <a:ext uri="{FF2B5EF4-FFF2-40B4-BE49-F238E27FC236}">
                <a16:creationId xmlns:a16="http://schemas.microsoft.com/office/drawing/2014/main" id="{3BA10FA4-5B68-A6DF-6394-CB1B3CC7EF93}"/>
              </a:ext>
            </a:extLst>
          </p:cNvPr>
          <p:cNvSpPr txBox="1"/>
          <p:nvPr userDrawn="1"/>
        </p:nvSpPr>
        <p:spPr>
          <a:xfrm>
            <a:off x="0" y="1761795"/>
            <a:ext cx="9144000" cy="1446550"/>
          </a:xfrm>
          <a:prstGeom prst="rect">
            <a:avLst/>
          </a:prstGeom>
          <a:noFill/>
        </p:spPr>
        <p:txBody>
          <a:bodyPr wrap="square">
            <a:spAutoFit/>
          </a:bodyPr>
          <a:lstStyle/>
          <a:p>
            <a:pPr algn="ctr"/>
            <a:r>
              <a:rPr lang="en-SG" sz="3200">
                <a:latin typeface="Algerian" panose="04020705040A02060702" pitchFamily="82" charset="0"/>
              </a:rPr>
              <a:t>Senior Citizens Day</a:t>
            </a:r>
            <a:endParaRPr lang="en-US" sz="3200">
              <a:latin typeface="Algerian" panose="04020705040A02060702" pitchFamily="82" charset="0"/>
            </a:endParaRPr>
          </a:p>
          <a:p>
            <a:pPr algn="ctr"/>
            <a:endParaRPr lang="en-US" sz="2800"/>
          </a:p>
          <a:p>
            <a:pPr algn="ctr"/>
            <a:r>
              <a:rPr lang="en-US" sz="2800">
                <a:latin typeface="Amasis MT Pro Medium" panose="02040604050005020304" pitchFamily="18" charset="0"/>
              </a:rPr>
              <a:t>Senior Citizens – Model for the generations</a:t>
            </a:r>
            <a:endParaRPr lang="en-SG" sz="2800">
              <a:latin typeface="Amasis MT Pro Medium" panose="02040604050005020304" pitchFamily="18" charset="0"/>
            </a:endParaRPr>
          </a:p>
        </p:txBody>
      </p:sp>
    </p:spTree>
    <p:extLst>
      <p:ext uri="{BB962C8B-B14F-4D97-AF65-F5344CB8AC3E}">
        <p14:creationId xmlns:p14="http://schemas.microsoft.com/office/powerpoint/2010/main" val="230888944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5" name="Title 1"/>
          <p:cNvSpPr>
            <a:spLocks noGrp="1"/>
          </p:cNvSpPr>
          <p:nvPr>
            <p:ph type="title"/>
          </p:nvPr>
        </p:nvSpPr>
        <p:spPr>
          <a:xfrm>
            <a:off x="-4187" y="-1"/>
            <a:ext cx="9144000" cy="486000"/>
          </a:xfrm>
          <a:solidFill>
            <a:srgbClr val="E8D3D3"/>
          </a:solidFill>
          <a:ln>
            <a:noFill/>
          </a:ln>
        </p:spPr>
        <p:txBody>
          <a:bodyPr>
            <a:noAutofit/>
          </a:bodyPr>
          <a:lstStyle>
            <a:lvl1pPr algn="ctr">
              <a:defRPr sz="2400" b="0">
                <a:solidFill>
                  <a:schemeClr val="tx1"/>
                </a:solidFill>
              </a:defRPr>
            </a:lvl1pPr>
          </a:lstStyle>
          <a:p>
            <a:pPr algn="ctr"/>
            <a:endParaRPr lang="en-US">
              <a:latin typeface="Segoe UI" panose="020B0502040204020203" pitchFamily="34" charset="0"/>
              <a:cs typeface="Segoe UI" panose="020B0502040204020203" pitchFamily="34" charset="0"/>
            </a:endParaRPr>
          </a:p>
        </p:txBody>
      </p:sp>
      <p:sp>
        <p:nvSpPr>
          <p:cNvPr id="3" name="Slide Number Placeholder 3"/>
          <p:cNvSpPr txBox="1">
            <a:spLocks/>
          </p:cNvSpPr>
          <p:nvPr userDrawn="1"/>
        </p:nvSpPr>
        <p:spPr>
          <a:xfrm>
            <a:off x="8473063" y="37866"/>
            <a:ext cx="666750" cy="273844"/>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a:t>
            </a:fld>
            <a:endParaRPr lang="en-US" sz="1400">
              <a:solidFill>
                <a:srgbClr val="FFFF00"/>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04775690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Malayalam HC - 03 Jan 2021">
    <p:bg>
      <p:bgRef idx="1001">
        <a:schemeClr val="bg2"/>
      </p:bgRef>
    </p:bg>
    <p:spTree>
      <p:nvGrpSpPr>
        <p:cNvPr id="1" name=""/>
        <p:cNvGrpSpPr/>
        <p:nvPr/>
      </p:nvGrpSpPr>
      <p:grpSpPr>
        <a:xfrm>
          <a:off x="0" y="0"/>
          <a:ext cx="0" cy="0"/>
          <a:chOff x="0" y="0"/>
          <a:chExt cx="0" cy="0"/>
        </a:xfrm>
      </p:grpSpPr>
      <p:pic>
        <p:nvPicPr>
          <p:cNvPr id="2" name="Picture 1" descr="A white and brown world map&#10;&#10;Description automatically generated">
            <a:extLst>
              <a:ext uri="{FF2B5EF4-FFF2-40B4-BE49-F238E27FC236}">
                <a16:creationId xmlns:a16="http://schemas.microsoft.com/office/drawing/2014/main" id="{AC254632-74E4-F909-D24F-744916F79CA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9143999" cy="5143499"/>
          </a:xfrm>
          <a:prstGeom prst="rect">
            <a:avLst/>
          </a:prstGeom>
        </p:spPr>
      </p:pic>
      <p:sp>
        <p:nvSpPr>
          <p:cNvPr id="8" name="TextBox 7">
            <a:extLst>
              <a:ext uri="{FF2B5EF4-FFF2-40B4-BE49-F238E27FC236}">
                <a16:creationId xmlns:a16="http://schemas.microsoft.com/office/drawing/2014/main" id="{A4020BE0-76F2-4CE7-89A1-2558CC1F1B9A}"/>
              </a:ext>
            </a:extLst>
          </p:cNvPr>
          <p:cNvSpPr txBox="1"/>
          <p:nvPr userDrawn="1"/>
        </p:nvSpPr>
        <p:spPr>
          <a:xfrm>
            <a:off x="0" y="0"/>
            <a:ext cx="9144000"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chemeClr val="tx1"/>
                </a:solidFill>
                <a:effectLst/>
                <a:uLnTx/>
                <a:uFillTx/>
                <a:latin typeface="Gill Sans MT" panose="020B0502020104020203" pitchFamily="34" charset="0"/>
                <a:ea typeface="+mn-ea"/>
                <a:cs typeface="+mn-cs"/>
              </a:rPr>
              <a:t>Mar Thoma Syrian Church, Singapore</a:t>
            </a:r>
          </a:p>
        </p:txBody>
      </p:sp>
      <p:sp>
        <p:nvSpPr>
          <p:cNvPr id="10" name="TextBox 9">
            <a:extLst>
              <a:ext uri="{FF2B5EF4-FFF2-40B4-BE49-F238E27FC236}">
                <a16:creationId xmlns:a16="http://schemas.microsoft.com/office/drawing/2014/main" id="{2ABC3181-23C2-4E58-A642-35AA820BC599}"/>
              </a:ext>
            </a:extLst>
          </p:cNvPr>
          <p:cNvSpPr txBox="1"/>
          <p:nvPr userDrawn="1"/>
        </p:nvSpPr>
        <p:spPr>
          <a:xfrm>
            <a:off x="0" y="4781663"/>
            <a:ext cx="9144000" cy="369332"/>
          </a:xfrm>
          <a:prstGeom prst="rect">
            <a:avLst/>
          </a:prstGeom>
          <a:noFill/>
          <a:ln>
            <a:noFill/>
          </a:ln>
        </p:spPr>
        <p:txBody>
          <a:bodyPr wrap="square" rtlCol="0">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chemeClr val="tx1"/>
                </a:solidFill>
                <a:effectLst/>
                <a:uLnTx/>
                <a:uFillTx/>
                <a:latin typeface="Gill Sans MT" panose="020B0502020104020203" pitchFamily="34" charset="0"/>
                <a:ea typeface="+mn-ea"/>
                <a:cs typeface="Segoe UI Light" panose="020B0502040204020203" pitchFamily="34" charset="0"/>
              </a:rPr>
              <a:t>Malayalam Holy Communion Service – 01 June 2025</a:t>
            </a:r>
          </a:p>
        </p:txBody>
      </p:sp>
    </p:spTree>
    <p:extLst>
      <p:ext uri="{BB962C8B-B14F-4D97-AF65-F5344CB8AC3E}">
        <p14:creationId xmlns:p14="http://schemas.microsoft.com/office/powerpoint/2010/main" val="180014676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2C8EFD2F-98B3-4E20-9488-48E9EABF7AD7}" type="datetimeFigureOut">
              <a:rPr lang="en-SG" smtClean="0"/>
              <a:t>30/5/2025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B12950E-40CD-4C18-A361-D6020200669A}" type="slidenum">
              <a:rPr lang="en-SG" smtClean="0"/>
              <a:t>‹#›</a:t>
            </a:fld>
            <a:endParaRPr lang="en-SG"/>
          </a:p>
        </p:txBody>
      </p:sp>
    </p:spTree>
    <p:extLst>
      <p:ext uri="{BB962C8B-B14F-4D97-AF65-F5344CB8AC3E}">
        <p14:creationId xmlns:p14="http://schemas.microsoft.com/office/powerpoint/2010/main" val="40501671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8EFD2F-98B3-4E20-9488-48E9EABF7AD7}" type="datetimeFigureOut">
              <a:rPr lang="en-SG" smtClean="0"/>
              <a:t>30/5/2025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B12950E-40CD-4C18-A361-D6020200669A}" type="slidenum">
              <a:rPr lang="en-SG" smtClean="0"/>
              <a:t>‹#›</a:t>
            </a:fld>
            <a:endParaRPr lang="en-SG"/>
          </a:p>
        </p:txBody>
      </p:sp>
    </p:spTree>
    <p:extLst>
      <p:ext uri="{BB962C8B-B14F-4D97-AF65-F5344CB8AC3E}">
        <p14:creationId xmlns:p14="http://schemas.microsoft.com/office/powerpoint/2010/main" val="8154232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8EFD2F-98B3-4E20-9488-48E9EABF7AD7}" type="datetimeFigureOut">
              <a:rPr lang="en-SG" smtClean="0"/>
              <a:t>30/5/2025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B12950E-40CD-4C18-A361-D6020200669A}" type="slidenum">
              <a:rPr lang="en-SG" smtClean="0"/>
              <a:t>‹#›</a:t>
            </a:fld>
            <a:endParaRPr lang="en-SG"/>
          </a:p>
        </p:txBody>
      </p:sp>
    </p:spTree>
    <p:extLst>
      <p:ext uri="{BB962C8B-B14F-4D97-AF65-F5344CB8AC3E}">
        <p14:creationId xmlns:p14="http://schemas.microsoft.com/office/powerpoint/2010/main" val="27863635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C8EFD2F-98B3-4E20-9488-48E9EABF7AD7}" type="datetimeFigureOut">
              <a:rPr lang="en-SG" smtClean="0"/>
              <a:t>30/5/2025</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B12950E-40CD-4C18-A361-D6020200669A}" type="slidenum">
              <a:rPr lang="en-SG" smtClean="0"/>
              <a:t>‹#›</a:t>
            </a:fld>
            <a:endParaRPr lang="en-SG"/>
          </a:p>
        </p:txBody>
      </p:sp>
    </p:spTree>
    <p:extLst>
      <p:ext uri="{BB962C8B-B14F-4D97-AF65-F5344CB8AC3E}">
        <p14:creationId xmlns:p14="http://schemas.microsoft.com/office/powerpoint/2010/main" val="40000069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C8EFD2F-98B3-4E20-9488-48E9EABF7AD7}" type="datetimeFigureOut">
              <a:rPr lang="en-SG" smtClean="0"/>
              <a:t>30/5/2025</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CB12950E-40CD-4C18-A361-D6020200669A}" type="slidenum">
              <a:rPr lang="en-SG" smtClean="0"/>
              <a:t>‹#›</a:t>
            </a:fld>
            <a:endParaRPr lang="en-SG"/>
          </a:p>
        </p:txBody>
      </p:sp>
    </p:spTree>
    <p:extLst>
      <p:ext uri="{BB962C8B-B14F-4D97-AF65-F5344CB8AC3E}">
        <p14:creationId xmlns:p14="http://schemas.microsoft.com/office/powerpoint/2010/main" val="17490471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C8EFD2F-98B3-4E20-9488-48E9EABF7AD7}" type="datetimeFigureOut">
              <a:rPr lang="en-SG" smtClean="0"/>
              <a:t>30/5/2025</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CB12950E-40CD-4C18-A361-D6020200669A}" type="slidenum">
              <a:rPr lang="en-SG" smtClean="0"/>
              <a:t>‹#›</a:t>
            </a:fld>
            <a:endParaRPr lang="en-SG"/>
          </a:p>
        </p:txBody>
      </p:sp>
    </p:spTree>
    <p:extLst>
      <p:ext uri="{BB962C8B-B14F-4D97-AF65-F5344CB8AC3E}">
        <p14:creationId xmlns:p14="http://schemas.microsoft.com/office/powerpoint/2010/main" val="23976965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8EFD2F-98B3-4E20-9488-48E9EABF7AD7}" type="datetimeFigureOut">
              <a:rPr lang="en-SG" smtClean="0"/>
              <a:t>30/5/2025</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CB12950E-40CD-4C18-A361-D6020200669A}" type="slidenum">
              <a:rPr lang="en-SG" smtClean="0"/>
              <a:t>‹#›</a:t>
            </a:fld>
            <a:endParaRPr lang="en-SG"/>
          </a:p>
        </p:txBody>
      </p:sp>
    </p:spTree>
    <p:extLst>
      <p:ext uri="{BB962C8B-B14F-4D97-AF65-F5344CB8AC3E}">
        <p14:creationId xmlns:p14="http://schemas.microsoft.com/office/powerpoint/2010/main" val="8520277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2C8EFD2F-98B3-4E20-9488-48E9EABF7AD7}" type="datetimeFigureOut">
              <a:rPr lang="en-SG" smtClean="0"/>
              <a:t>30/5/2025</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B12950E-40CD-4C18-A361-D6020200669A}" type="slidenum">
              <a:rPr lang="en-SG" smtClean="0"/>
              <a:t>‹#›</a:t>
            </a:fld>
            <a:endParaRPr lang="en-SG"/>
          </a:p>
        </p:txBody>
      </p:sp>
    </p:spTree>
    <p:extLst>
      <p:ext uri="{BB962C8B-B14F-4D97-AF65-F5344CB8AC3E}">
        <p14:creationId xmlns:p14="http://schemas.microsoft.com/office/powerpoint/2010/main" val="17217234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2C8EFD2F-98B3-4E20-9488-48E9EABF7AD7}" type="datetimeFigureOut">
              <a:rPr lang="en-SG" smtClean="0"/>
              <a:t>30/5/2025</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B12950E-40CD-4C18-A361-D6020200669A}" type="slidenum">
              <a:rPr lang="en-SG" smtClean="0"/>
              <a:t>‹#›</a:t>
            </a:fld>
            <a:endParaRPr lang="en-SG"/>
          </a:p>
        </p:txBody>
      </p:sp>
    </p:spTree>
    <p:extLst>
      <p:ext uri="{BB962C8B-B14F-4D97-AF65-F5344CB8AC3E}">
        <p14:creationId xmlns:p14="http://schemas.microsoft.com/office/powerpoint/2010/main" val="7107823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8EFD2F-98B3-4E20-9488-48E9EABF7AD7}" type="datetimeFigureOut">
              <a:rPr lang="en-SG" smtClean="0"/>
              <a:t>30/5/2025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B12950E-40CD-4C18-A361-D6020200669A}" type="slidenum">
              <a:rPr lang="en-SG" smtClean="0"/>
              <a:t>‹#›</a:t>
            </a:fld>
            <a:endParaRPr lang="en-SG"/>
          </a:p>
        </p:txBody>
      </p:sp>
    </p:spTree>
    <p:extLst>
      <p:ext uri="{BB962C8B-B14F-4D97-AF65-F5344CB8AC3E}">
        <p14:creationId xmlns:p14="http://schemas.microsoft.com/office/powerpoint/2010/main" val="30042355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8EFD2F-98B3-4E20-9488-48E9EABF7AD7}" type="datetimeFigureOut">
              <a:rPr lang="en-SG" smtClean="0"/>
              <a:t>30/5/2025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B12950E-40CD-4C18-A361-D6020200669A}" type="slidenum">
              <a:rPr lang="en-SG" smtClean="0"/>
              <a:t>‹#›</a:t>
            </a:fld>
            <a:endParaRPr lang="en-SG"/>
          </a:p>
        </p:txBody>
      </p:sp>
    </p:spTree>
    <p:extLst>
      <p:ext uri="{BB962C8B-B14F-4D97-AF65-F5344CB8AC3E}">
        <p14:creationId xmlns:p14="http://schemas.microsoft.com/office/powerpoint/2010/main" val="392685244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5" name="Title 1"/>
          <p:cNvSpPr>
            <a:spLocks noGrp="1"/>
          </p:cNvSpPr>
          <p:nvPr>
            <p:ph type="title"/>
          </p:nvPr>
        </p:nvSpPr>
        <p:spPr>
          <a:xfrm>
            <a:off x="0" y="0"/>
            <a:ext cx="9144000" cy="484094"/>
          </a:xfrm>
          <a:solidFill>
            <a:srgbClr val="E8D3D3"/>
          </a:solidFill>
        </p:spPr>
        <p:txBody>
          <a:bodyPr vert="horz" lIns="91440" tIns="45720" rIns="91440" bIns="45720" rtlCol="0" anchor="ctr">
            <a:noAutofit/>
          </a:bodyPr>
          <a:lstStyle>
            <a:lvl1pPr algn="ctr">
              <a:defRPr lang="en-US" sz="2400" b="0" i="0" dirty="0">
                <a:solidFill>
                  <a:schemeClr val="tx1"/>
                </a:solidFill>
                <a:latin typeface="Gill Sans MT" panose="020B0502020104020203" pitchFamily="34" charset="0"/>
                <a:cs typeface="Segoe UI" panose="020B0502040204020203" pitchFamily="34" charset="0"/>
              </a:defRPr>
            </a:lvl1pPr>
          </a:lstStyle>
          <a:p>
            <a:pPr lvl="0" algn="ctr"/>
            <a:endParaRPr lang="en-US">
              <a:latin typeface="Segoe UI" panose="020B0502040204020203" pitchFamily="34" charset="0"/>
              <a:cs typeface="Segoe UI" panose="020B0502040204020203" pitchFamily="34" charset="0"/>
            </a:endParaRPr>
          </a:p>
        </p:txBody>
      </p:sp>
      <p:sp>
        <p:nvSpPr>
          <p:cNvPr id="3" name="Slide Number Placeholder 3"/>
          <p:cNvSpPr txBox="1">
            <a:spLocks/>
          </p:cNvSpPr>
          <p:nvPr userDrawn="1"/>
        </p:nvSpPr>
        <p:spPr>
          <a:xfrm>
            <a:off x="8473063" y="37866"/>
            <a:ext cx="666750" cy="273844"/>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a:t>
            </a:fld>
            <a:endParaRPr lang="en-US" sz="1400">
              <a:solidFill>
                <a:srgbClr val="FFFF00"/>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87112140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D05CCC00-496A-47A6-84BD-F8B47B0F7754}" type="datetimeFigureOut">
              <a:rPr lang="en-SG" smtClean="0"/>
              <a:t>30/5/2025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75FED37-3964-4DEF-BAB7-4CBF249CC563}" type="slidenum">
              <a:rPr lang="en-SG" smtClean="0"/>
              <a:t>‹#›</a:t>
            </a:fld>
            <a:endParaRPr lang="en-SG"/>
          </a:p>
        </p:txBody>
      </p:sp>
    </p:spTree>
    <p:extLst>
      <p:ext uri="{BB962C8B-B14F-4D97-AF65-F5344CB8AC3E}">
        <p14:creationId xmlns:p14="http://schemas.microsoft.com/office/powerpoint/2010/main" val="17200299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05CCC00-496A-47A6-84BD-F8B47B0F7754}" type="datetimeFigureOut">
              <a:rPr lang="en-SG" smtClean="0"/>
              <a:t>30/5/2025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75FED37-3964-4DEF-BAB7-4CBF249CC563}" type="slidenum">
              <a:rPr lang="en-SG" smtClean="0"/>
              <a:t>‹#›</a:t>
            </a:fld>
            <a:endParaRPr lang="en-SG"/>
          </a:p>
        </p:txBody>
      </p:sp>
    </p:spTree>
    <p:extLst>
      <p:ext uri="{BB962C8B-B14F-4D97-AF65-F5344CB8AC3E}">
        <p14:creationId xmlns:p14="http://schemas.microsoft.com/office/powerpoint/2010/main" val="92716833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7" y="1282304"/>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7"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5CCC00-496A-47A6-84BD-F8B47B0F7754}" type="datetimeFigureOut">
              <a:rPr lang="en-SG" smtClean="0"/>
              <a:t>30/5/2025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75FED37-3964-4DEF-BAB7-4CBF249CC563}" type="slidenum">
              <a:rPr lang="en-SG" smtClean="0"/>
              <a:t>‹#›</a:t>
            </a:fld>
            <a:endParaRPr lang="en-SG"/>
          </a:p>
        </p:txBody>
      </p:sp>
    </p:spTree>
    <p:extLst>
      <p:ext uri="{BB962C8B-B14F-4D97-AF65-F5344CB8AC3E}">
        <p14:creationId xmlns:p14="http://schemas.microsoft.com/office/powerpoint/2010/main" val="95102357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05CCC00-496A-47A6-84BD-F8B47B0F7754}" type="datetimeFigureOut">
              <a:rPr lang="en-SG" smtClean="0"/>
              <a:t>30/5/2025</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775FED37-3964-4DEF-BAB7-4CBF249CC563}" type="slidenum">
              <a:rPr lang="en-SG" smtClean="0"/>
              <a:t>‹#›</a:t>
            </a:fld>
            <a:endParaRPr lang="en-SG"/>
          </a:p>
        </p:txBody>
      </p:sp>
    </p:spTree>
    <p:extLst>
      <p:ext uri="{BB962C8B-B14F-4D97-AF65-F5344CB8AC3E}">
        <p14:creationId xmlns:p14="http://schemas.microsoft.com/office/powerpoint/2010/main" val="18416099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05CCC00-496A-47A6-84BD-F8B47B0F7754}" type="datetimeFigureOut">
              <a:rPr lang="en-SG" smtClean="0"/>
              <a:t>30/5/2025</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775FED37-3964-4DEF-BAB7-4CBF249CC563}" type="slidenum">
              <a:rPr lang="en-SG" smtClean="0"/>
              <a:t>‹#›</a:t>
            </a:fld>
            <a:endParaRPr lang="en-SG"/>
          </a:p>
        </p:txBody>
      </p:sp>
    </p:spTree>
    <p:extLst>
      <p:ext uri="{BB962C8B-B14F-4D97-AF65-F5344CB8AC3E}">
        <p14:creationId xmlns:p14="http://schemas.microsoft.com/office/powerpoint/2010/main" val="39823163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05CCC00-496A-47A6-84BD-F8B47B0F7754}" type="datetimeFigureOut">
              <a:rPr lang="en-SG" smtClean="0"/>
              <a:t>30/5/2025</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775FED37-3964-4DEF-BAB7-4CBF249CC563}" type="slidenum">
              <a:rPr lang="en-SG" smtClean="0"/>
              <a:t>‹#›</a:t>
            </a:fld>
            <a:endParaRPr lang="en-SG"/>
          </a:p>
        </p:txBody>
      </p:sp>
    </p:spTree>
    <p:extLst>
      <p:ext uri="{BB962C8B-B14F-4D97-AF65-F5344CB8AC3E}">
        <p14:creationId xmlns:p14="http://schemas.microsoft.com/office/powerpoint/2010/main" val="11725560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5CCC00-496A-47A6-84BD-F8B47B0F7754}" type="datetimeFigureOut">
              <a:rPr lang="en-SG" smtClean="0"/>
              <a:t>30/5/2025</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775FED37-3964-4DEF-BAB7-4CBF249CC563}" type="slidenum">
              <a:rPr lang="en-SG" smtClean="0"/>
              <a:t>‹#›</a:t>
            </a:fld>
            <a:endParaRPr lang="en-SG"/>
          </a:p>
        </p:txBody>
      </p:sp>
    </p:spTree>
    <p:extLst>
      <p:ext uri="{BB962C8B-B14F-4D97-AF65-F5344CB8AC3E}">
        <p14:creationId xmlns:p14="http://schemas.microsoft.com/office/powerpoint/2010/main" val="37262255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D05CCC00-496A-47A6-84BD-F8B47B0F7754}" type="datetimeFigureOut">
              <a:rPr lang="en-SG" smtClean="0"/>
              <a:t>30/5/2025</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775FED37-3964-4DEF-BAB7-4CBF249CC563}" type="slidenum">
              <a:rPr lang="en-SG" smtClean="0"/>
              <a:t>‹#›</a:t>
            </a:fld>
            <a:endParaRPr lang="en-SG"/>
          </a:p>
        </p:txBody>
      </p:sp>
    </p:spTree>
    <p:extLst>
      <p:ext uri="{BB962C8B-B14F-4D97-AF65-F5344CB8AC3E}">
        <p14:creationId xmlns:p14="http://schemas.microsoft.com/office/powerpoint/2010/main" val="35538231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D05CCC00-496A-47A6-84BD-F8B47B0F7754}" type="datetimeFigureOut">
              <a:rPr lang="en-SG" smtClean="0"/>
              <a:t>30/5/2025</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775FED37-3964-4DEF-BAB7-4CBF249CC563}" type="slidenum">
              <a:rPr lang="en-SG" smtClean="0"/>
              <a:t>‹#›</a:t>
            </a:fld>
            <a:endParaRPr lang="en-SG"/>
          </a:p>
        </p:txBody>
      </p:sp>
    </p:spTree>
    <p:extLst>
      <p:ext uri="{BB962C8B-B14F-4D97-AF65-F5344CB8AC3E}">
        <p14:creationId xmlns:p14="http://schemas.microsoft.com/office/powerpoint/2010/main" val="11261650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05CCC00-496A-47A6-84BD-F8B47B0F7754}" type="datetimeFigureOut">
              <a:rPr lang="en-SG" smtClean="0"/>
              <a:t>30/5/2025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75FED37-3964-4DEF-BAB7-4CBF249CC563}" type="slidenum">
              <a:rPr lang="en-SG" smtClean="0"/>
              <a:t>‹#›</a:t>
            </a:fld>
            <a:endParaRPr lang="en-SG"/>
          </a:p>
        </p:txBody>
      </p:sp>
    </p:spTree>
    <p:extLst>
      <p:ext uri="{BB962C8B-B14F-4D97-AF65-F5344CB8AC3E}">
        <p14:creationId xmlns:p14="http://schemas.microsoft.com/office/powerpoint/2010/main" val="3282535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3"/>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273843"/>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05CCC00-496A-47A6-84BD-F8B47B0F7754}" type="datetimeFigureOut">
              <a:rPr lang="en-SG" smtClean="0"/>
              <a:t>30/5/2025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75FED37-3964-4DEF-BAB7-4CBF249CC563}" type="slidenum">
              <a:rPr lang="en-SG" smtClean="0"/>
              <a:t>‹#›</a:t>
            </a:fld>
            <a:endParaRPr lang="en-SG"/>
          </a:p>
        </p:txBody>
      </p:sp>
    </p:spTree>
    <p:extLst>
      <p:ext uri="{BB962C8B-B14F-4D97-AF65-F5344CB8AC3E}">
        <p14:creationId xmlns:p14="http://schemas.microsoft.com/office/powerpoint/2010/main" val="28837631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5" name="Title 1"/>
          <p:cNvSpPr>
            <a:spLocks noGrp="1"/>
          </p:cNvSpPr>
          <p:nvPr>
            <p:ph type="title"/>
          </p:nvPr>
        </p:nvSpPr>
        <p:spPr>
          <a:xfrm>
            <a:off x="-4187" y="-1"/>
            <a:ext cx="9144000" cy="486000"/>
          </a:xfrm>
          <a:solidFill>
            <a:srgbClr val="E8D3D3"/>
          </a:solidFill>
          <a:ln>
            <a:noFill/>
          </a:ln>
        </p:spPr>
        <p:txBody>
          <a:bodyPr>
            <a:noAutofit/>
          </a:bodyPr>
          <a:lstStyle>
            <a:lvl1pPr algn="ctr">
              <a:defRPr sz="2400" b="0">
                <a:solidFill>
                  <a:schemeClr val="tx1"/>
                </a:solidFill>
              </a:defRPr>
            </a:lvl1pPr>
          </a:lstStyle>
          <a:p>
            <a:pPr algn="ctr"/>
            <a:endParaRPr lang="en-US">
              <a:latin typeface="Segoe UI" panose="020B0502040204020203" pitchFamily="34" charset="0"/>
              <a:cs typeface="Segoe UI" panose="020B0502040204020203" pitchFamily="34" charset="0"/>
            </a:endParaRPr>
          </a:p>
        </p:txBody>
      </p:sp>
      <p:sp>
        <p:nvSpPr>
          <p:cNvPr id="3" name="Slide Number Placeholder 3"/>
          <p:cNvSpPr txBox="1">
            <a:spLocks/>
          </p:cNvSpPr>
          <p:nvPr userDrawn="1"/>
        </p:nvSpPr>
        <p:spPr>
          <a:xfrm>
            <a:off x="8473063" y="37866"/>
            <a:ext cx="666750" cy="273844"/>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1572416-2890-4130-B3A5-BF0B00B97382}" type="slidenum">
              <a:rPr lang="en-US" sz="1400" smtClean="0">
                <a:solidFill>
                  <a:srgbClr val="FFFF00"/>
                </a:solidFill>
                <a:latin typeface="Segoe UI" panose="020B0502040204020203" pitchFamily="34" charset="0"/>
                <a:cs typeface="Segoe UI" panose="020B0502040204020203" pitchFamily="34" charset="0"/>
              </a:rPr>
              <a:pPr algn="r"/>
              <a:t>‹#›</a:t>
            </a:fld>
            <a:endParaRPr lang="en-US" sz="1400">
              <a:solidFill>
                <a:srgbClr val="FFFF00"/>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22678042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Malayalam HC - 03 Jan 2021">
    <p:bg>
      <p:bgRef idx="1001">
        <a:schemeClr val="bg2"/>
      </p:bgRef>
    </p:bg>
    <p:spTree>
      <p:nvGrpSpPr>
        <p:cNvPr id="1" name=""/>
        <p:cNvGrpSpPr/>
        <p:nvPr/>
      </p:nvGrpSpPr>
      <p:grpSpPr>
        <a:xfrm>
          <a:off x="0" y="0"/>
          <a:ext cx="0" cy="0"/>
          <a:chOff x="0" y="0"/>
          <a:chExt cx="0" cy="0"/>
        </a:xfrm>
      </p:grpSpPr>
      <p:pic>
        <p:nvPicPr>
          <p:cNvPr id="2" name="Picture 1" descr="A white and brown world map&#10;&#10;Description automatically generated">
            <a:extLst>
              <a:ext uri="{FF2B5EF4-FFF2-40B4-BE49-F238E27FC236}">
                <a16:creationId xmlns:a16="http://schemas.microsoft.com/office/drawing/2014/main" id="{AC254632-74E4-F909-D24F-744916F79CA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9143999" cy="5143499"/>
          </a:xfrm>
          <a:prstGeom prst="rect">
            <a:avLst/>
          </a:prstGeom>
        </p:spPr>
      </p:pic>
      <p:sp>
        <p:nvSpPr>
          <p:cNvPr id="8" name="TextBox 7">
            <a:extLst>
              <a:ext uri="{FF2B5EF4-FFF2-40B4-BE49-F238E27FC236}">
                <a16:creationId xmlns:a16="http://schemas.microsoft.com/office/drawing/2014/main" id="{A4020BE0-76F2-4CE7-89A1-2558CC1F1B9A}"/>
              </a:ext>
            </a:extLst>
          </p:cNvPr>
          <p:cNvSpPr txBox="1"/>
          <p:nvPr userDrawn="1"/>
        </p:nvSpPr>
        <p:spPr>
          <a:xfrm>
            <a:off x="0" y="0"/>
            <a:ext cx="9144000"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chemeClr val="tx1"/>
                </a:solidFill>
                <a:effectLst/>
                <a:uLnTx/>
                <a:uFillTx/>
                <a:latin typeface="Gill Sans MT" panose="020B0502020104020203" pitchFamily="34" charset="0"/>
                <a:ea typeface="+mn-ea"/>
                <a:cs typeface="+mn-cs"/>
              </a:rPr>
              <a:t>Mar Thoma Syrian Church, Singapore</a:t>
            </a:r>
          </a:p>
        </p:txBody>
      </p:sp>
      <p:sp>
        <p:nvSpPr>
          <p:cNvPr id="10" name="TextBox 9">
            <a:extLst>
              <a:ext uri="{FF2B5EF4-FFF2-40B4-BE49-F238E27FC236}">
                <a16:creationId xmlns:a16="http://schemas.microsoft.com/office/drawing/2014/main" id="{2ABC3181-23C2-4E58-A642-35AA820BC599}"/>
              </a:ext>
            </a:extLst>
          </p:cNvPr>
          <p:cNvSpPr txBox="1"/>
          <p:nvPr userDrawn="1"/>
        </p:nvSpPr>
        <p:spPr>
          <a:xfrm>
            <a:off x="0" y="4781663"/>
            <a:ext cx="9144000" cy="369332"/>
          </a:xfrm>
          <a:prstGeom prst="rect">
            <a:avLst/>
          </a:prstGeom>
          <a:noFill/>
          <a:ln>
            <a:noFill/>
          </a:ln>
        </p:spPr>
        <p:txBody>
          <a:bodyPr wrap="square" rtlCol="0">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chemeClr val="tx1"/>
                </a:solidFill>
                <a:effectLst/>
                <a:uLnTx/>
                <a:uFillTx/>
                <a:latin typeface="Gill Sans MT" panose="020B0502020104020203" pitchFamily="34" charset="0"/>
                <a:ea typeface="+mn-ea"/>
                <a:cs typeface="Segoe UI Light" panose="020B0502040204020203" pitchFamily="34" charset="0"/>
              </a:rPr>
              <a:t>Malayalam Holy Communion Service – 01 June 2025</a:t>
            </a:r>
          </a:p>
        </p:txBody>
      </p:sp>
    </p:spTree>
    <p:extLst>
      <p:ext uri="{BB962C8B-B14F-4D97-AF65-F5344CB8AC3E}">
        <p14:creationId xmlns:p14="http://schemas.microsoft.com/office/powerpoint/2010/main" val="201582135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BD32DBC2-F449-49EF-AD7E-964553E48533}" type="datetimeFigureOut">
              <a:rPr lang="en-US" smtClean="0"/>
              <a:pPr/>
              <a:t>5/30/2025</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52E890C3-63A1-4FEC-B0E0-7B9334D7547C}" type="slidenum">
              <a:rPr lang="en-US" smtClean="0"/>
              <a:pPr/>
              <a:t>‹#›</a:t>
            </a:fld>
            <a:endParaRPr lang="en-US"/>
          </a:p>
        </p:txBody>
      </p:sp>
      <p:sp>
        <p:nvSpPr>
          <p:cNvPr id="8" name="TextBox 7">
            <a:extLst>
              <a:ext uri="{FF2B5EF4-FFF2-40B4-BE49-F238E27FC236}">
                <a16:creationId xmlns:a16="http://schemas.microsoft.com/office/drawing/2014/main" id="{AB6A35C0-E370-32B5-1E9B-723017E94ECF}"/>
              </a:ext>
            </a:extLst>
          </p:cNvPr>
          <p:cNvSpPr txBox="1"/>
          <p:nvPr userDrawn="1">
            <p:extLst>
              <p:ext uri="{1162E1C5-73C7-4A58-AE30-91384D911F3F}">
                <p184:classification xmlns:p184="http://schemas.microsoft.com/office/powerpoint/2018/4/main" val="ftr"/>
              </p:ext>
            </p:extLst>
          </p:nvPr>
        </p:nvSpPr>
        <p:spPr>
          <a:xfrm>
            <a:off x="4401312" y="5021580"/>
            <a:ext cx="369888" cy="121920"/>
          </a:xfrm>
          <a:prstGeom prst="rect">
            <a:avLst/>
          </a:prstGeom>
        </p:spPr>
        <p:txBody>
          <a:bodyPr horzOverflow="overflow" lIns="0" tIns="0" rIns="0" bIns="0">
            <a:spAutoFit/>
          </a:bodyPr>
          <a:lstStyle/>
          <a:p>
            <a:pPr algn="l"/>
            <a:r>
              <a:rPr lang="en-US" sz="800">
                <a:solidFill>
                  <a:srgbClr val="000000"/>
                </a:solidFill>
                <a:latin typeface="Arial" panose="020B0604020202020204" pitchFamily="34" charset="0"/>
                <a:cs typeface="Arial" panose="020B0604020202020204" pitchFamily="34" charset="0"/>
              </a:rPr>
              <a:t>Internal</a:t>
            </a:r>
          </a:p>
        </p:txBody>
      </p:sp>
    </p:spTree>
    <p:extLst>
      <p:ext uri="{BB962C8B-B14F-4D97-AF65-F5344CB8AC3E}">
        <p14:creationId xmlns:p14="http://schemas.microsoft.com/office/powerpoint/2010/main" val="2021402228"/>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723" r:id="rId12"/>
    <p:sldLayoutId id="2147483837" r:id="rId13"/>
    <p:sldLayoutId id="2147483722" r:id="rId14"/>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C8EFD2F-98B3-4E20-9488-48E9EABF7AD7}" type="datetimeFigureOut">
              <a:rPr lang="en-SG" smtClean="0"/>
              <a:t>30/5/2025</a:t>
            </a:fld>
            <a:endParaRPr lang="en-SG"/>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SG"/>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B12950E-40CD-4C18-A361-D6020200669A}" type="slidenum">
              <a:rPr lang="en-SG" smtClean="0"/>
              <a:t>‹#›</a:t>
            </a:fld>
            <a:endParaRPr lang="en-SG"/>
          </a:p>
        </p:txBody>
      </p:sp>
    </p:spTree>
    <p:extLst>
      <p:ext uri="{BB962C8B-B14F-4D97-AF65-F5344CB8AC3E}">
        <p14:creationId xmlns:p14="http://schemas.microsoft.com/office/powerpoint/2010/main" val="2470830586"/>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 id="2147483822"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8"/>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D05CCC00-496A-47A6-84BD-F8B47B0F7754}" type="datetimeFigureOut">
              <a:rPr lang="en-SG" smtClean="0"/>
              <a:t>30/5/2025</a:t>
            </a:fld>
            <a:endParaRPr lang="en-SG"/>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SG"/>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775FED37-3964-4DEF-BAB7-4CBF249CC563}" type="slidenum">
              <a:rPr lang="en-SG" smtClean="0"/>
              <a:t>‹#›</a:t>
            </a:fld>
            <a:endParaRPr lang="en-SG"/>
          </a:p>
        </p:txBody>
      </p:sp>
    </p:spTree>
    <p:extLst>
      <p:ext uri="{BB962C8B-B14F-4D97-AF65-F5344CB8AC3E}">
        <p14:creationId xmlns:p14="http://schemas.microsoft.com/office/powerpoint/2010/main" val="682945313"/>
      </p:ext>
    </p:extLst>
  </p:cSld>
  <p:clrMap bg1="lt1" tx1="dk1" bg2="lt2" tx2="dk2" accent1="accent1" accent2="accent2" accent3="accent3" accent4="accent4" accent5="accent5" accent6="accent6" hlink="hlink" folHlink="folHlink"/>
  <p:sldLayoutIdLst>
    <p:sldLayoutId id="2147483824" r:id="rId1"/>
    <p:sldLayoutId id="2147483825" r:id="rId2"/>
    <p:sldLayoutId id="2147483826" r:id="rId3"/>
    <p:sldLayoutId id="2147483827" r:id="rId4"/>
    <p:sldLayoutId id="2147483828" r:id="rId5"/>
    <p:sldLayoutId id="2147483829" r:id="rId6"/>
    <p:sldLayoutId id="2147483830" r:id="rId7"/>
    <p:sldLayoutId id="2147483831" r:id="rId8"/>
    <p:sldLayoutId id="2147483832" r:id="rId9"/>
    <p:sldLayoutId id="2147483833" r:id="rId10"/>
    <p:sldLayoutId id="2147483834" r:id="rId11"/>
    <p:sldLayoutId id="2147483836" r:id="rId12"/>
    <p:sldLayoutId id="2147483850"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8.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8.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8.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8.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8.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8.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8.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8.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8.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8.xml"/></Relationships>
</file>

<file path=ppt/slides/_rels/slide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8.xml"/></Relationships>
</file>

<file path=ppt/slides/_rels/slide3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8.xml"/></Relationships>
</file>

<file path=ppt/slides/_rels/slide4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8.xml"/></Relationships>
</file>

<file path=ppt/slides/_rels/slide4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8.xml"/></Relationships>
</file>

<file path=ppt/slides/_rels/slide4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8.xml"/></Relationships>
</file>

<file path=ppt/slides/_rels/slide4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8.xml"/></Relationships>
</file>

<file path=ppt/slides/_rels/slide4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8.xml"/></Relationships>
</file>

<file path=ppt/slides/_rels/slide4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6.xml"/></Relationships>
</file>

<file path=ppt/slides/_rels/slide6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6.xml"/></Relationships>
</file>

<file path=ppt/slides/_rels/slide6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6.xml"/></Relationships>
</file>

<file path=ppt/slides/_rels/slide7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6.xml"/></Relationships>
</file>

<file path=ppt/slides/_rels/slide7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6.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6.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6.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6.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6.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6.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6.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6.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6.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6.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310C7A2-B140-7C31-BCBA-76CAF5F59BEF}"/>
              </a:ext>
            </a:extLst>
          </p:cNvPr>
          <p:cNvSpPr txBox="1">
            <a:spLocks/>
          </p:cNvSpPr>
          <p:nvPr/>
        </p:nvSpPr>
        <p:spPr>
          <a:xfrm>
            <a:off x="-12031" y="1679968"/>
            <a:ext cx="9156031" cy="1783563"/>
          </a:xfrm>
          <a:prstGeom prst="rect">
            <a:avLst/>
          </a:prstGeom>
          <a:noFill/>
        </p:spPr>
        <p:txBody>
          <a:bodyPr lIns="91440" tIns="45720" rIns="91440" bIns="45720"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tabLst>
                <a:tab pos="1423952" algn="l"/>
              </a:tabLst>
            </a:pPr>
            <a:r>
              <a:rPr lang="en-US" sz="6000" b="1">
                <a:effectLst>
                  <a:outerShdw blurRad="38100" dist="38100" dir="2700000" algn="tl">
                    <a:srgbClr val="000000">
                      <a:alpha val="43137"/>
                    </a:srgbClr>
                  </a:outerShdw>
                </a:effectLst>
                <a:latin typeface="Gabriola" pitchFamily="82" charset="0"/>
              </a:rPr>
              <a:t>Opening Hymn</a:t>
            </a:r>
          </a:p>
          <a:p>
            <a:pPr marL="0" indent="0" algn="ctr">
              <a:buNone/>
              <a:tabLst>
                <a:tab pos="1423952" algn="l"/>
              </a:tabLst>
            </a:pPr>
            <a:r>
              <a:rPr lang="en-US" sz="6000" b="1">
                <a:effectLst>
                  <a:outerShdw blurRad="38100" dist="38100" dir="2700000" algn="tl">
                    <a:srgbClr val="000000">
                      <a:alpha val="43137"/>
                    </a:srgbClr>
                  </a:outerShdw>
                </a:effectLst>
                <a:latin typeface="Gabriola"/>
              </a:rPr>
              <a:t>Hymn No. 86</a:t>
            </a:r>
          </a:p>
        </p:txBody>
      </p:sp>
    </p:spTree>
    <p:extLst>
      <p:ext uri="{BB962C8B-B14F-4D97-AF65-F5344CB8AC3E}">
        <p14:creationId xmlns:p14="http://schemas.microsoft.com/office/powerpoint/2010/main" val="23296912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85" y="13609"/>
            <a:ext cx="9144000" cy="486000"/>
          </a:xfrm>
        </p:spPr>
        <p:txBody>
          <a:bodyPr>
            <a:noAutofit/>
          </a:bodyPr>
          <a:lstStyle/>
          <a:p>
            <a:r>
              <a:rPr lang="en-SG">
                <a:latin typeface="Segoe UI"/>
                <a:cs typeface="Segoe UI"/>
              </a:rPr>
              <a:t>Opening Song – Hymn No.  86</a:t>
            </a:r>
            <a:endParaRPr lang="en-US">
              <a:latin typeface="Segoe UI"/>
              <a:cs typeface="Segoe UI"/>
            </a:endParaRPr>
          </a:p>
        </p:txBody>
      </p:sp>
      <p:sp>
        <p:nvSpPr>
          <p:cNvPr id="6" name="Slide Number Placeholder 3"/>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2</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11638D45-CE17-40C1-F11F-770D918C473D}"/>
              </a:ext>
            </a:extLst>
          </p:cNvPr>
          <p:cNvSpPr txBox="1"/>
          <p:nvPr/>
        </p:nvSpPr>
        <p:spPr>
          <a:xfrm>
            <a:off x="7068968" y="4835724"/>
            <a:ext cx="2070847" cy="307777"/>
          </a:xfrm>
          <a:prstGeom prst="rect">
            <a:avLst/>
          </a:prstGeom>
          <a:noFill/>
        </p:spPr>
        <p:txBody>
          <a:bodyPr wrap="square">
            <a:spAutoFit/>
          </a:bodyPr>
          <a:lstStyle/>
          <a:p>
            <a:pPr algn="r" defTabSz="457178">
              <a:defRPr/>
            </a:pPr>
            <a:r>
              <a:rPr lang="en-US" sz="1400">
                <a:solidFill>
                  <a:prstClr val="black"/>
                </a:solidFill>
                <a:latin typeface="Segoe UI" panose="020B0502040204020203" pitchFamily="34" charset="0"/>
                <a:cs typeface="Segoe UI" panose="020B0502040204020203" pitchFamily="34" charset="0"/>
              </a:rPr>
              <a:t>Opening: 1 of 11 </a:t>
            </a:r>
          </a:p>
        </p:txBody>
      </p:sp>
      <p:sp>
        <p:nvSpPr>
          <p:cNvPr id="3" name="TextBox 6">
            <a:extLst>
              <a:ext uri="{FF2B5EF4-FFF2-40B4-BE49-F238E27FC236}">
                <a16:creationId xmlns:a16="http://schemas.microsoft.com/office/drawing/2014/main" id="{094E9A69-B612-35E4-DEEF-5092DA0A0A97}"/>
              </a:ext>
            </a:extLst>
          </p:cNvPr>
          <p:cNvSpPr txBox="1"/>
          <p:nvPr/>
        </p:nvSpPr>
        <p:spPr>
          <a:xfrm>
            <a:off x="603321" y="708820"/>
            <a:ext cx="7928987" cy="1384995"/>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defRPr/>
            </a:pPr>
            <a:r>
              <a:rPr lang="en-US" sz="2800" err="1">
                <a:solidFill>
                  <a:prstClr val="black"/>
                </a:solidFill>
                <a:latin typeface="Segoe UI" panose="020B0502040204020203" pitchFamily="34" charset="0"/>
                <a:cs typeface="Segoe UI" panose="020B0502040204020203" pitchFamily="34" charset="0"/>
              </a:rPr>
              <a:t>sthuthi</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sthuthi</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ninakke</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ennum</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cholleeduven</a:t>
            </a:r>
            <a:endParaRPr lang="en-US" sz="2800">
              <a:solidFill>
                <a:prstClr val="black"/>
              </a:solidFill>
              <a:latin typeface="Segoe UI" panose="020B0502040204020203" pitchFamily="34" charset="0"/>
              <a:cs typeface="Segoe UI" panose="020B0502040204020203" pitchFamily="34" charset="0"/>
            </a:endParaRPr>
          </a:p>
          <a:p>
            <a:pPr>
              <a:defRPr/>
            </a:pP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doshha</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chumad-ozhichchu</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rakshha</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thannavane</a:t>
            </a:r>
            <a:endPar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p>
            <a:pPr>
              <a:defRPr/>
            </a:pP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sthuthi</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sthuthi</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ninakke</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p>
        </p:txBody>
      </p:sp>
      <p:sp>
        <p:nvSpPr>
          <p:cNvPr id="7" name="TextBox 6">
            <a:extLst>
              <a:ext uri="{FF2B5EF4-FFF2-40B4-BE49-F238E27FC236}">
                <a16:creationId xmlns:a16="http://schemas.microsoft.com/office/drawing/2014/main" id="{9DEDDCDA-4CCC-8343-F7D9-189B7B45512B}"/>
              </a:ext>
            </a:extLst>
          </p:cNvPr>
          <p:cNvSpPr txBox="1"/>
          <p:nvPr/>
        </p:nvSpPr>
        <p:spPr>
          <a:xfrm>
            <a:off x="603320" y="2726520"/>
            <a:ext cx="7928987" cy="1569660"/>
          </a:xfrm>
          <a:prstGeom prst="rect">
            <a:avLst/>
          </a:prstGeom>
          <a:noFill/>
        </p:spPr>
        <p:txBody>
          <a:bodyPr wrap="square">
            <a:spAutoFit/>
          </a:bodyPr>
          <a:lstStyle/>
          <a:p>
            <a:r>
              <a:rPr lang="pl-PL" sz="3200" b="0" i="0" u="none" strike="noStrike" baseline="0">
                <a:solidFill>
                  <a:srgbClr val="000000"/>
                </a:solidFill>
                <a:latin typeface="ML-TTKarthika" panose="04000000000000000000" pitchFamily="82" charset="0"/>
              </a:rPr>
              <a:t>kvXpXn kvXpXn \n\t¡ F¶pw sNmÃoSpth³</a:t>
            </a:r>
          </a:p>
          <a:p>
            <a:r>
              <a:rPr lang="pl-PL" sz="3200" b="0" i="0" u="none" strike="noStrike" baseline="0">
                <a:solidFill>
                  <a:srgbClr val="000000"/>
                </a:solidFill>
                <a:latin typeface="ML-TTKarthika" panose="04000000000000000000" pitchFamily="82" charset="0"/>
              </a:rPr>
              <a:t>tZmjNpasSmgn¨p c£ X¶ht\!</a:t>
            </a:r>
            <a:endParaRPr lang="en-US" sz="3200" b="0" i="0" u="none" strike="noStrike" baseline="0">
              <a:solidFill>
                <a:srgbClr val="000000"/>
              </a:solidFill>
              <a:latin typeface="ML-TTKarthika" panose="04000000000000000000" pitchFamily="82" charset="0"/>
            </a:endParaRPr>
          </a:p>
          <a:p>
            <a:r>
              <a:rPr lang="pl-PL" sz="3200" b="0" i="0" u="none" strike="noStrike" baseline="0">
                <a:solidFill>
                  <a:srgbClr val="000000"/>
                </a:solidFill>
                <a:latin typeface="ML-TTKarthika" panose="04000000000000000000" pitchFamily="82" charset="0"/>
              </a:rPr>
              <a:t>kvXpXn kvXpXn \n\t¡</a:t>
            </a:r>
            <a:r>
              <a:rPr lang="en-US" sz="3200">
                <a:solidFill>
                  <a:srgbClr val="000000"/>
                </a:solidFill>
                <a:latin typeface="ML-TTKarthika" panose="04000000000000000000" pitchFamily="82" charset="0"/>
              </a:rPr>
              <a:t>!</a:t>
            </a:r>
            <a:endParaRPr kumimoji="0" lang="en-SG" sz="3200" b="0" i="0" u="none" strike="noStrike" kern="1200" cap="none" spc="0" normalizeH="0" baseline="0" noProof="0">
              <a:ln>
                <a:noFill/>
              </a:ln>
              <a:solidFill>
                <a:srgbClr val="000000"/>
              </a:solidFill>
              <a:effectLst/>
              <a:uLnTx/>
              <a:uFillTx/>
              <a:latin typeface="ML-TTKarthika" panose="04000000000000000000" pitchFamily="82" charset="0"/>
              <a:ea typeface="Calibri" panose="020F0502020204030204" pitchFamily="34" charset="0"/>
              <a:cs typeface="+mn-cs"/>
            </a:endParaRPr>
          </a:p>
        </p:txBody>
      </p:sp>
    </p:spTree>
    <p:extLst>
      <p:ext uri="{BB962C8B-B14F-4D97-AF65-F5344CB8AC3E}">
        <p14:creationId xmlns:p14="http://schemas.microsoft.com/office/powerpoint/2010/main" val="88404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5411A-70CA-503A-2045-16A07248C8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E0C975-8B4F-8E8F-5092-764BDC59DE64}"/>
              </a:ext>
            </a:extLst>
          </p:cNvPr>
          <p:cNvSpPr>
            <a:spLocks noGrp="1"/>
          </p:cNvSpPr>
          <p:nvPr>
            <p:ph type="title"/>
          </p:nvPr>
        </p:nvSpPr>
        <p:spPr>
          <a:xfrm>
            <a:off x="-4185" y="13609"/>
            <a:ext cx="9144000" cy="486000"/>
          </a:xfrm>
        </p:spPr>
        <p:txBody>
          <a:bodyPr>
            <a:noAutofit/>
          </a:bodyPr>
          <a:lstStyle/>
          <a:p>
            <a:r>
              <a:rPr lang="en-SG">
                <a:latin typeface="Segoe UI"/>
                <a:cs typeface="Segoe UI"/>
              </a:rPr>
              <a:t>Opening Song – Hymn No.  86</a:t>
            </a:r>
            <a:endParaRPr lang="en-US">
              <a:latin typeface="Segoe UI"/>
              <a:cs typeface="Segoe UI"/>
            </a:endParaRPr>
          </a:p>
        </p:txBody>
      </p:sp>
      <p:sp>
        <p:nvSpPr>
          <p:cNvPr id="6" name="Slide Number Placeholder 3">
            <a:extLst>
              <a:ext uri="{FF2B5EF4-FFF2-40B4-BE49-F238E27FC236}">
                <a16:creationId xmlns:a16="http://schemas.microsoft.com/office/drawing/2014/main" id="{1BEDAB05-8F7B-73E1-0B90-473DC3912A36}"/>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3</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33D3D3A1-FE3E-38CB-469A-194ACB166D3A}"/>
              </a:ext>
            </a:extLst>
          </p:cNvPr>
          <p:cNvSpPr txBox="1"/>
          <p:nvPr/>
        </p:nvSpPr>
        <p:spPr>
          <a:xfrm>
            <a:off x="7068968" y="4835724"/>
            <a:ext cx="2070847" cy="307777"/>
          </a:xfrm>
          <a:prstGeom prst="rect">
            <a:avLst/>
          </a:prstGeom>
          <a:noFill/>
        </p:spPr>
        <p:txBody>
          <a:bodyPr wrap="square">
            <a:spAutoFit/>
          </a:bodyPr>
          <a:lstStyle/>
          <a:p>
            <a:pPr algn="r" defTabSz="457178">
              <a:defRPr/>
            </a:pPr>
            <a:r>
              <a:rPr lang="en-US" sz="1400">
                <a:solidFill>
                  <a:prstClr val="black"/>
                </a:solidFill>
                <a:latin typeface="Segoe UI" panose="020B0502040204020203" pitchFamily="34" charset="0"/>
                <a:cs typeface="Segoe UI" panose="020B0502040204020203" pitchFamily="34" charset="0"/>
              </a:rPr>
              <a:t>Opening: 2 of 11 </a:t>
            </a:r>
          </a:p>
        </p:txBody>
      </p:sp>
      <p:sp>
        <p:nvSpPr>
          <p:cNvPr id="5" name="TextBox 6">
            <a:extLst>
              <a:ext uri="{FF2B5EF4-FFF2-40B4-BE49-F238E27FC236}">
                <a16:creationId xmlns:a16="http://schemas.microsoft.com/office/drawing/2014/main" id="{094E9A69-B612-35E4-DEEF-5092DA0A0A97}"/>
              </a:ext>
            </a:extLst>
          </p:cNvPr>
          <p:cNvSpPr txBox="1"/>
          <p:nvPr/>
        </p:nvSpPr>
        <p:spPr>
          <a:xfrm>
            <a:off x="493593" y="722743"/>
            <a:ext cx="5852703" cy="1384995"/>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defRPr/>
            </a:pPr>
            <a:r>
              <a:rPr lang="en-US" sz="2800" err="1">
                <a:solidFill>
                  <a:prstClr val="black"/>
                </a:solidFill>
                <a:latin typeface="Segoe UI" panose="020B0502040204020203" pitchFamily="34" charset="0"/>
                <a:cs typeface="Segoe UI" panose="020B0502040204020203" pitchFamily="34" charset="0"/>
              </a:rPr>
              <a:t>aathma</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vichaaram</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illaathe</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kidannen</a:t>
            </a:r>
            <a:endParaRPr lang="en-US" sz="2800">
              <a:solidFill>
                <a:prstClr val="black"/>
              </a:solidFill>
              <a:latin typeface="Segoe UI" panose="020B0502040204020203" pitchFamily="34" charset="0"/>
              <a:cs typeface="Segoe UI" panose="020B0502040204020203" pitchFamily="34" charset="0"/>
            </a:endParaRPr>
          </a:p>
          <a:p>
            <a:pPr>
              <a:defRPr/>
            </a:pP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arulhi</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unharhchcha</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bhavaan</a:t>
            </a:r>
            <a:endPar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p>
            <a:pPr>
              <a:defRPr/>
            </a:pPr>
            <a:r>
              <a:rPr lang="en-US" sz="2800" err="1">
                <a:solidFill>
                  <a:prstClr val="black"/>
                </a:solidFill>
                <a:latin typeface="Segoe UI" panose="020B0502040204020203" pitchFamily="34" charset="0"/>
                <a:cs typeface="Segoe UI" panose="020B0502040204020203" pitchFamily="34" charset="0"/>
              </a:rPr>
              <a:t>haaleluyya</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haaleluyya</a:t>
            </a:r>
            <a:r>
              <a:rPr lang="en-US" sz="2800">
                <a:solidFill>
                  <a:prstClr val="black"/>
                </a:solidFill>
                <a:latin typeface="Segoe UI" panose="020B0502040204020203" pitchFamily="34" charset="0"/>
                <a:cs typeface="Segoe UI" panose="020B0502040204020203" pitchFamily="34" charset="0"/>
              </a:rPr>
              <a:t>!</a:t>
            </a:r>
            <a:endPar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0" name="Right Brace 9">
            <a:extLst>
              <a:ext uri="{FF2B5EF4-FFF2-40B4-BE49-F238E27FC236}">
                <a16:creationId xmlns:a16="http://schemas.microsoft.com/office/drawing/2014/main" id="{804FD5A9-EB5B-5715-6119-B25151066A7C}"/>
              </a:ext>
            </a:extLst>
          </p:cNvPr>
          <p:cNvSpPr/>
          <p:nvPr/>
        </p:nvSpPr>
        <p:spPr>
          <a:xfrm>
            <a:off x="6463792" y="800855"/>
            <a:ext cx="203200" cy="670560"/>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a:p>
        </p:txBody>
      </p:sp>
      <p:sp>
        <p:nvSpPr>
          <p:cNvPr id="11" name="TextBox 11">
            <a:extLst>
              <a:ext uri="{FF2B5EF4-FFF2-40B4-BE49-F238E27FC236}">
                <a16:creationId xmlns:a16="http://schemas.microsoft.com/office/drawing/2014/main" id="{AC54A8F9-8125-6C34-EE99-EC10FE55D65B}"/>
              </a:ext>
            </a:extLst>
          </p:cNvPr>
          <p:cNvSpPr txBox="1"/>
          <p:nvPr/>
        </p:nvSpPr>
        <p:spPr>
          <a:xfrm>
            <a:off x="6784488" y="953576"/>
            <a:ext cx="284480" cy="369332"/>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a:latin typeface="Segoe UI" panose="020B0502040204020203" pitchFamily="34" charset="0"/>
                <a:cs typeface="Segoe UI" panose="020B0502040204020203" pitchFamily="34" charset="0"/>
              </a:rPr>
              <a:t>2</a:t>
            </a:r>
          </a:p>
        </p:txBody>
      </p:sp>
      <p:sp>
        <p:nvSpPr>
          <p:cNvPr id="12" name="TextBox 2">
            <a:extLst>
              <a:ext uri="{FF2B5EF4-FFF2-40B4-BE49-F238E27FC236}">
                <a16:creationId xmlns:a16="http://schemas.microsoft.com/office/drawing/2014/main" id="{E15D8B6F-B75E-49DE-8804-FA702615DED3}"/>
              </a:ext>
            </a:extLst>
          </p:cNvPr>
          <p:cNvSpPr txBox="1"/>
          <p:nvPr/>
        </p:nvSpPr>
        <p:spPr>
          <a:xfrm>
            <a:off x="493593" y="2442765"/>
            <a:ext cx="7928987" cy="1569660"/>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pl-PL" sz="3200" b="0" i="0" u="none" strike="noStrike" baseline="0">
                <a:solidFill>
                  <a:srgbClr val="000000"/>
                </a:solidFill>
                <a:latin typeface="ML-TTKarthika" panose="04000000000000000000" pitchFamily="82" charset="0"/>
              </a:rPr>
              <a:t>BßhnNmcw CÃmsX InSt¶³</a:t>
            </a:r>
          </a:p>
          <a:p>
            <a:r>
              <a:rPr lang="pl-PL" sz="3200" b="0" i="0" u="none" strike="noStrike" baseline="0">
                <a:solidFill>
                  <a:srgbClr val="000000"/>
                </a:solidFill>
                <a:latin typeface="ML-TTKarthika" panose="04000000000000000000" pitchFamily="82" charset="0"/>
              </a:rPr>
              <a:t>Acpfn DWÀ¨ `hm³</a:t>
            </a:r>
          </a:p>
          <a:p>
            <a:r>
              <a:rPr lang="pl-PL" sz="3200" b="0" i="0" u="none" strike="noStrike" baseline="0">
                <a:solidFill>
                  <a:srgbClr val="000000"/>
                </a:solidFill>
                <a:latin typeface="ML-TTKarthika" panose="04000000000000000000" pitchFamily="82" charset="0"/>
              </a:rPr>
              <a:t>lmteeq¿m! lmteeq¿m!</a:t>
            </a:r>
            <a:endParaRPr kumimoji="0" lang="en-SG" sz="6000" b="0" i="0" u="none" strike="noStrike" kern="1200" cap="none" spc="0" normalizeH="0" baseline="0" noProof="0">
              <a:ln>
                <a:noFill/>
              </a:ln>
              <a:solidFill>
                <a:srgbClr val="000000"/>
              </a:solidFill>
              <a:effectLst/>
              <a:uLnTx/>
              <a:uFillTx/>
              <a:latin typeface="ML-TTKarthika" panose="04000000000000000000" pitchFamily="82" charset="0"/>
              <a:ea typeface="Calibri" panose="020F0502020204030204" pitchFamily="34" charset="0"/>
              <a:cs typeface="+mn-cs"/>
            </a:endParaRPr>
          </a:p>
        </p:txBody>
      </p:sp>
      <p:sp>
        <p:nvSpPr>
          <p:cNvPr id="13" name="Right Brace 12">
            <a:extLst>
              <a:ext uri="{FF2B5EF4-FFF2-40B4-BE49-F238E27FC236}">
                <a16:creationId xmlns:a16="http://schemas.microsoft.com/office/drawing/2014/main" id="{8E01B078-0B16-F473-0497-A82F3CBEA75E}"/>
              </a:ext>
            </a:extLst>
          </p:cNvPr>
          <p:cNvSpPr/>
          <p:nvPr/>
        </p:nvSpPr>
        <p:spPr>
          <a:xfrm>
            <a:off x="6463792" y="2745479"/>
            <a:ext cx="203200" cy="670560"/>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a:p>
        </p:txBody>
      </p:sp>
      <p:sp>
        <p:nvSpPr>
          <p:cNvPr id="14" name="TextBox 11">
            <a:extLst>
              <a:ext uri="{FF2B5EF4-FFF2-40B4-BE49-F238E27FC236}">
                <a16:creationId xmlns:a16="http://schemas.microsoft.com/office/drawing/2014/main" id="{E0EE5F0C-07B3-FD16-7C7D-73F1E28DF834}"/>
              </a:ext>
            </a:extLst>
          </p:cNvPr>
          <p:cNvSpPr txBox="1"/>
          <p:nvPr/>
        </p:nvSpPr>
        <p:spPr>
          <a:xfrm>
            <a:off x="6926728" y="2975646"/>
            <a:ext cx="284480" cy="369332"/>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a:latin typeface="Segoe UI" panose="020B0502040204020203" pitchFamily="34" charset="0"/>
                <a:cs typeface="Segoe UI" panose="020B0502040204020203" pitchFamily="34" charset="0"/>
              </a:rPr>
              <a:t>2</a:t>
            </a:r>
          </a:p>
        </p:txBody>
      </p:sp>
    </p:spTree>
    <p:extLst>
      <p:ext uri="{BB962C8B-B14F-4D97-AF65-F5344CB8AC3E}">
        <p14:creationId xmlns:p14="http://schemas.microsoft.com/office/powerpoint/2010/main" val="29635063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182D9-B025-02F0-9D93-5330F577B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44E956-16FD-3CBA-003F-DF7D4E9396DE}"/>
              </a:ext>
            </a:extLst>
          </p:cNvPr>
          <p:cNvSpPr>
            <a:spLocks noGrp="1"/>
          </p:cNvSpPr>
          <p:nvPr>
            <p:ph type="title"/>
          </p:nvPr>
        </p:nvSpPr>
        <p:spPr>
          <a:xfrm>
            <a:off x="-4185" y="13609"/>
            <a:ext cx="9144000" cy="486000"/>
          </a:xfrm>
        </p:spPr>
        <p:txBody>
          <a:bodyPr>
            <a:noAutofit/>
          </a:bodyPr>
          <a:lstStyle/>
          <a:p>
            <a:r>
              <a:rPr lang="en-SG">
                <a:latin typeface="Segoe UI"/>
                <a:cs typeface="Segoe UI"/>
              </a:rPr>
              <a:t>Opening Song – Hymn No.  86</a:t>
            </a:r>
            <a:endParaRPr lang="en-US">
              <a:latin typeface="Segoe UI"/>
              <a:cs typeface="Segoe UI"/>
            </a:endParaRPr>
          </a:p>
        </p:txBody>
      </p:sp>
      <p:sp>
        <p:nvSpPr>
          <p:cNvPr id="6" name="Slide Number Placeholder 3">
            <a:extLst>
              <a:ext uri="{FF2B5EF4-FFF2-40B4-BE49-F238E27FC236}">
                <a16:creationId xmlns:a16="http://schemas.microsoft.com/office/drawing/2014/main" id="{F36FDEFE-0B35-4D9C-30C6-4C961A86E1A0}"/>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4</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720FCF33-0067-FA0A-4682-711C21A08CB3}"/>
              </a:ext>
            </a:extLst>
          </p:cNvPr>
          <p:cNvSpPr txBox="1"/>
          <p:nvPr/>
        </p:nvSpPr>
        <p:spPr>
          <a:xfrm>
            <a:off x="7068968" y="4835724"/>
            <a:ext cx="2070847" cy="307777"/>
          </a:xfrm>
          <a:prstGeom prst="rect">
            <a:avLst/>
          </a:prstGeom>
          <a:noFill/>
        </p:spPr>
        <p:txBody>
          <a:bodyPr wrap="square">
            <a:spAutoFit/>
          </a:bodyPr>
          <a:lstStyle/>
          <a:p>
            <a:pPr algn="r" defTabSz="457178">
              <a:defRPr/>
            </a:pPr>
            <a:r>
              <a:rPr lang="en-US" sz="1400">
                <a:solidFill>
                  <a:prstClr val="black"/>
                </a:solidFill>
                <a:latin typeface="Segoe UI" panose="020B0502040204020203" pitchFamily="34" charset="0"/>
                <a:cs typeface="Segoe UI" panose="020B0502040204020203" pitchFamily="34" charset="0"/>
              </a:rPr>
              <a:t>Opening: 3 of 11 </a:t>
            </a:r>
          </a:p>
        </p:txBody>
      </p:sp>
      <p:sp>
        <p:nvSpPr>
          <p:cNvPr id="3" name="TextBox 6">
            <a:extLst>
              <a:ext uri="{FF2B5EF4-FFF2-40B4-BE49-F238E27FC236}">
                <a16:creationId xmlns:a16="http://schemas.microsoft.com/office/drawing/2014/main" id="{085C4A68-A384-9858-35C6-6806455A0E7A}"/>
              </a:ext>
            </a:extLst>
          </p:cNvPr>
          <p:cNvSpPr txBox="1"/>
          <p:nvPr/>
        </p:nvSpPr>
        <p:spPr>
          <a:xfrm>
            <a:off x="603321" y="708820"/>
            <a:ext cx="7928987" cy="1384995"/>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defRPr/>
            </a:pPr>
            <a:r>
              <a:rPr lang="en-US" sz="2800" err="1">
                <a:solidFill>
                  <a:prstClr val="black"/>
                </a:solidFill>
                <a:latin typeface="Segoe UI" panose="020B0502040204020203" pitchFamily="34" charset="0"/>
                <a:cs typeface="Segoe UI" panose="020B0502040204020203" pitchFamily="34" charset="0"/>
              </a:rPr>
              <a:t>sthuthi</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sthuthi</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ninakke</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ennum</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cholleeduven</a:t>
            </a:r>
            <a:endParaRPr lang="en-US" sz="2800">
              <a:solidFill>
                <a:prstClr val="black"/>
              </a:solidFill>
              <a:latin typeface="Segoe UI" panose="020B0502040204020203" pitchFamily="34" charset="0"/>
              <a:cs typeface="Segoe UI" panose="020B0502040204020203" pitchFamily="34" charset="0"/>
            </a:endParaRPr>
          </a:p>
          <a:p>
            <a:pPr>
              <a:defRPr/>
            </a:pP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doshha</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chumad-ozhichchu</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rakshha</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thannavane</a:t>
            </a:r>
            <a:endPar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p>
            <a:pPr>
              <a:defRPr/>
            </a:pP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sthuthi</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sthuthi</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ninakke</a:t>
            </a:r>
            <a:r>
              <a:rPr lang="en-US" sz="2800">
                <a:solidFill>
                  <a:prstClr val="black"/>
                </a:solidFill>
                <a:latin typeface="Segoe UI" panose="020B0502040204020203" pitchFamily="34" charset="0"/>
                <a:cs typeface="Segoe UI" panose="020B0502040204020203" pitchFamily="34" charset="0"/>
              </a:rPr>
              <a:t>!</a:t>
            </a:r>
            <a:endPar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9" name="TextBox 2">
            <a:extLst>
              <a:ext uri="{FF2B5EF4-FFF2-40B4-BE49-F238E27FC236}">
                <a16:creationId xmlns:a16="http://schemas.microsoft.com/office/drawing/2014/main" id="{9311369D-5905-6C0C-8112-331120131BA1}"/>
              </a:ext>
            </a:extLst>
          </p:cNvPr>
          <p:cNvSpPr txBox="1"/>
          <p:nvPr/>
        </p:nvSpPr>
        <p:spPr>
          <a:xfrm>
            <a:off x="603320" y="2702909"/>
            <a:ext cx="7928987" cy="1569660"/>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pl-PL" sz="3200" b="0" i="0" u="none" strike="noStrike" baseline="0">
                <a:solidFill>
                  <a:srgbClr val="000000"/>
                </a:solidFill>
                <a:latin typeface="ML-TTKarthika" panose="04000000000000000000" pitchFamily="82" charset="0"/>
              </a:rPr>
              <a:t>kvXpXn kvXpXn \n\t¡ F¶pw sNmÃoSpth³</a:t>
            </a:r>
          </a:p>
          <a:p>
            <a:r>
              <a:rPr lang="pl-PL" sz="3200" b="0" i="0" u="none" strike="noStrike" baseline="0">
                <a:solidFill>
                  <a:srgbClr val="000000"/>
                </a:solidFill>
                <a:latin typeface="ML-TTKarthika" panose="04000000000000000000" pitchFamily="82" charset="0"/>
              </a:rPr>
              <a:t>tZmjNpasSmgn¨p c£ X¶ht\!</a:t>
            </a:r>
            <a:endParaRPr lang="en-US" sz="3200" b="0" i="0" u="none" strike="noStrike" baseline="0">
              <a:solidFill>
                <a:srgbClr val="000000"/>
              </a:solidFill>
              <a:latin typeface="ML-TTKarthika" panose="04000000000000000000" pitchFamily="82" charset="0"/>
            </a:endParaRPr>
          </a:p>
          <a:p>
            <a:r>
              <a:rPr lang="pl-PL" sz="3200" b="0" i="0" u="none" strike="noStrike" baseline="0">
                <a:solidFill>
                  <a:srgbClr val="000000"/>
                </a:solidFill>
                <a:latin typeface="ML-TTKarthika" panose="04000000000000000000" pitchFamily="82" charset="0"/>
              </a:rPr>
              <a:t>kvXpXn kvXpXn \n\t¡</a:t>
            </a:r>
            <a:r>
              <a:rPr lang="en-US" sz="3200" b="0" i="0" u="none" strike="noStrike" baseline="0">
                <a:solidFill>
                  <a:srgbClr val="000000"/>
                </a:solidFill>
                <a:latin typeface="ML-TTKarthika" panose="04000000000000000000" pitchFamily="82" charset="0"/>
              </a:rPr>
              <a:t>!</a:t>
            </a:r>
            <a:endParaRPr kumimoji="0" lang="en-SG" sz="3200" b="0" i="0" u="none" strike="noStrike" kern="1200" cap="none" spc="0" normalizeH="0" baseline="0" noProof="0">
              <a:ln>
                <a:noFill/>
              </a:ln>
              <a:solidFill>
                <a:srgbClr val="000000"/>
              </a:solidFill>
              <a:effectLst/>
              <a:uLnTx/>
              <a:uFillTx/>
              <a:latin typeface="ML-TTKarthika" panose="04000000000000000000" pitchFamily="82" charset="0"/>
              <a:ea typeface="Calibri" panose="020F0502020204030204" pitchFamily="34" charset="0"/>
              <a:cs typeface="+mn-cs"/>
            </a:endParaRPr>
          </a:p>
        </p:txBody>
      </p:sp>
    </p:spTree>
    <p:extLst>
      <p:ext uri="{BB962C8B-B14F-4D97-AF65-F5344CB8AC3E}">
        <p14:creationId xmlns:p14="http://schemas.microsoft.com/office/powerpoint/2010/main" val="1498723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28F00-83F8-3660-1984-4D1A38579A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EF2CD-F3CC-3F12-0BC7-BAD04B12D501}"/>
              </a:ext>
            </a:extLst>
          </p:cNvPr>
          <p:cNvSpPr>
            <a:spLocks noGrp="1"/>
          </p:cNvSpPr>
          <p:nvPr>
            <p:ph type="title"/>
          </p:nvPr>
        </p:nvSpPr>
        <p:spPr>
          <a:xfrm>
            <a:off x="-4185" y="13609"/>
            <a:ext cx="9144000" cy="486000"/>
          </a:xfrm>
        </p:spPr>
        <p:txBody>
          <a:bodyPr>
            <a:noAutofit/>
          </a:bodyPr>
          <a:lstStyle/>
          <a:p>
            <a:r>
              <a:rPr lang="en-SG">
                <a:latin typeface="Segoe UI"/>
                <a:cs typeface="Segoe UI"/>
              </a:rPr>
              <a:t>Opening Song – Hymn No.  86</a:t>
            </a:r>
            <a:endParaRPr lang="en-US">
              <a:latin typeface="Segoe UI"/>
              <a:cs typeface="Segoe UI"/>
            </a:endParaRPr>
          </a:p>
        </p:txBody>
      </p:sp>
      <p:sp>
        <p:nvSpPr>
          <p:cNvPr id="6" name="Slide Number Placeholder 3">
            <a:extLst>
              <a:ext uri="{FF2B5EF4-FFF2-40B4-BE49-F238E27FC236}">
                <a16:creationId xmlns:a16="http://schemas.microsoft.com/office/drawing/2014/main" id="{6EEEF2F8-2268-4E06-898D-E0A6701A430B}"/>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5</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D6DF23C5-8FAB-801A-A2EB-66AFECDDFF03}"/>
              </a:ext>
            </a:extLst>
          </p:cNvPr>
          <p:cNvSpPr txBox="1"/>
          <p:nvPr/>
        </p:nvSpPr>
        <p:spPr>
          <a:xfrm>
            <a:off x="7068968" y="4835724"/>
            <a:ext cx="2070847" cy="307777"/>
          </a:xfrm>
          <a:prstGeom prst="rect">
            <a:avLst/>
          </a:prstGeom>
          <a:noFill/>
        </p:spPr>
        <p:txBody>
          <a:bodyPr wrap="square">
            <a:spAutoFit/>
          </a:bodyPr>
          <a:lstStyle/>
          <a:p>
            <a:pPr algn="r" defTabSz="457178">
              <a:defRPr/>
            </a:pPr>
            <a:r>
              <a:rPr lang="en-US" sz="1400">
                <a:solidFill>
                  <a:prstClr val="black"/>
                </a:solidFill>
                <a:latin typeface="Segoe UI" panose="020B0502040204020203" pitchFamily="34" charset="0"/>
                <a:cs typeface="Segoe UI" panose="020B0502040204020203" pitchFamily="34" charset="0"/>
              </a:rPr>
              <a:t>Opening: 4 of 11 </a:t>
            </a:r>
          </a:p>
        </p:txBody>
      </p:sp>
      <p:sp>
        <p:nvSpPr>
          <p:cNvPr id="10" name="Right Brace 9">
            <a:extLst>
              <a:ext uri="{FF2B5EF4-FFF2-40B4-BE49-F238E27FC236}">
                <a16:creationId xmlns:a16="http://schemas.microsoft.com/office/drawing/2014/main" id="{E97D2B80-3546-E93D-7EB8-E32D90EFFD27}"/>
              </a:ext>
            </a:extLst>
          </p:cNvPr>
          <p:cNvSpPr/>
          <p:nvPr/>
        </p:nvSpPr>
        <p:spPr>
          <a:xfrm>
            <a:off x="6463792" y="800855"/>
            <a:ext cx="203200" cy="670560"/>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a:p>
        </p:txBody>
      </p:sp>
      <p:sp>
        <p:nvSpPr>
          <p:cNvPr id="11" name="TextBox 11">
            <a:extLst>
              <a:ext uri="{FF2B5EF4-FFF2-40B4-BE49-F238E27FC236}">
                <a16:creationId xmlns:a16="http://schemas.microsoft.com/office/drawing/2014/main" id="{7A523599-B764-437D-BBD9-299299E62C00}"/>
              </a:ext>
            </a:extLst>
          </p:cNvPr>
          <p:cNvSpPr txBox="1"/>
          <p:nvPr/>
        </p:nvSpPr>
        <p:spPr>
          <a:xfrm>
            <a:off x="6666992" y="973956"/>
            <a:ext cx="284480" cy="369332"/>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a:latin typeface="Segoe UI" panose="020B0502040204020203" pitchFamily="34" charset="0"/>
                <a:cs typeface="Segoe UI" panose="020B0502040204020203" pitchFamily="34" charset="0"/>
              </a:rPr>
              <a:t>2</a:t>
            </a:r>
          </a:p>
        </p:txBody>
      </p:sp>
      <p:sp>
        <p:nvSpPr>
          <p:cNvPr id="13" name="Right Brace 12">
            <a:extLst>
              <a:ext uri="{FF2B5EF4-FFF2-40B4-BE49-F238E27FC236}">
                <a16:creationId xmlns:a16="http://schemas.microsoft.com/office/drawing/2014/main" id="{012823F8-7313-6D23-01BF-E952D7E8E5A3}"/>
              </a:ext>
            </a:extLst>
          </p:cNvPr>
          <p:cNvSpPr/>
          <p:nvPr/>
        </p:nvSpPr>
        <p:spPr>
          <a:xfrm>
            <a:off x="6463792" y="2745479"/>
            <a:ext cx="203200" cy="670560"/>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a:p>
        </p:txBody>
      </p:sp>
      <p:sp>
        <p:nvSpPr>
          <p:cNvPr id="14" name="TextBox 11">
            <a:extLst>
              <a:ext uri="{FF2B5EF4-FFF2-40B4-BE49-F238E27FC236}">
                <a16:creationId xmlns:a16="http://schemas.microsoft.com/office/drawing/2014/main" id="{50C0083C-5716-6CED-3E8E-88120B777165}"/>
              </a:ext>
            </a:extLst>
          </p:cNvPr>
          <p:cNvSpPr txBox="1"/>
          <p:nvPr/>
        </p:nvSpPr>
        <p:spPr>
          <a:xfrm>
            <a:off x="6659760" y="2936189"/>
            <a:ext cx="284480" cy="369332"/>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a:latin typeface="Segoe UI" panose="020B0502040204020203" pitchFamily="34" charset="0"/>
                <a:cs typeface="Segoe UI" panose="020B0502040204020203" pitchFamily="34" charset="0"/>
              </a:rPr>
              <a:t>2</a:t>
            </a:r>
          </a:p>
        </p:txBody>
      </p:sp>
      <p:sp>
        <p:nvSpPr>
          <p:cNvPr id="7" name="TextBox 6">
            <a:extLst>
              <a:ext uri="{FF2B5EF4-FFF2-40B4-BE49-F238E27FC236}">
                <a16:creationId xmlns:a16="http://schemas.microsoft.com/office/drawing/2014/main" id="{26533C1B-2539-B9EC-9473-D1D90EE5BBF8}"/>
              </a:ext>
            </a:extLst>
          </p:cNvPr>
          <p:cNvSpPr txBox="1"/>
          <p:nvPr/>
        </p:nvSpPr>
        <p:spPr>
          <a:xfrm>
            <a:off x="254705" y="611058"/>
            <a:ext cx="6310687" cy="1384995"/>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defRPr/>
            </a:pPr>
            <a:r>
              <a:rPr lang="en-US" sz="2800" err="1">
                <a:solidFill>
                  <a:prstClr val="black"/>
                </a:solidFill>
                <a:latin typeface="Segoe UI" panose="020B0502040204020203" pitchFamily="34" charset="0"/>
                <a:cs typeface="Segoe UI" panose="020B0502040204020203" pitchFamily="34" charset="0"/>
              </a:rPr>
              <a:t>shaanthi</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illaathe</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baadhichcha</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manassil</a:t>
            </a:r>
            <a:endParaRPr lang="en-US" sz="2800">
              <a:solidFill>
                <a:prstClr val="black"/>
              </a:solidFill>
              <a:latin typeface="Segoe UI" panose="020B0502040204020203" pitchFamily="34" charset="0"/>
              <a:cs typeface="Segoe UI" panose="020B0502040204020203" pitchFamily="34" charset="0"/>
            </a:endParaRPr>
          </a:p>
          <a:p>
            <a:pPr>
              <a:defRPr/>
            </a:pP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thannu</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santhosham</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bhavaan</a:t>
            </a:r>
            <a:endPar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p>
            <a:pPr>
              <a:defRPr/>
            </a:pPr>
            <a:r>
              <a:rPr lang="en-US" sz="2800" err="1">
                <a:solidFill>
                  <a:prstClr val="black"/>
                </a:solidFill>
                <a:latin typeface="Segoe UI" panose="020B0502040204020203" pitchFamily="34" charset="0"/>
                <a:cs typeface="Segoe UI" panose="020B0502040204020203" pitchFamily="34" charset="0"/>
              </a:rPr>
              <a:t>haaleluyya</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haaleluyya</a:t>
            </a:r>
            <a:r>
              <a:rPr lang="en-US" sz="2800">
                <a:solidFill>
                  <a:prstClr val="black"/>
                </a:solidFill>
                <a:latin typeface="Segoe UI" panose="020B0502040204020203" pitchFamily="34" charset="0"/>
                <a:cs typeface="Segoe UI" panose="020B0502040204020203" pitchFamily="34" charset="0"/>
              </a:rPr>
              <a:t>!</a:t>
            </a:r>
            <a:endPar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8" name="TextBox 2">
            <a:extLst>
              <a:ext uri="{FF2B5EF4-FFF2-40B4-BE49-F238E27FC236}">
                <a16:creationId xmlns:a16="http://schemas.microsoft.com/office/drawing/2014/main" id="{D7BE07EF-EFF5-6141-2E22-C447EBB0093B}"/>
              </a:ext>
            </a:extLst>
          </p:cNvPr>
          <p:cNvSpPr txBox="1"/>
          <p:nvPr/>
        </p:nvSpPr>
        <p:spPr>
          <a:xfrm>
            <a:off x="287467" y="2520691"/>
            <a:ext cx="5856776" cy="1569660"/>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pl-PL" sz="3200" b="0" i="0" u="none" strike="noStrike" baseline="0">
                <a:solidFill>
                  <a:srgbClr val="000000"/>
                </a:solidFill>
                <a:latin typeface="ML-TTKarthika" panose="04000000000000000000" pitchFamily="82" charset="0"/>
              </a:rPr>
              <a:t>im´n CÃmsX _m[n¨ a\ÊnÂ</a:t>
            </a:r>
          </a:p>
          <a:p>
            <a:r>
              <a:rPr lang="pl-PL" sz="3200" b="0" i="0" u="none" strike="noStrike" baseline="0">
                <a:solidFill>
                  <a:srgbClr val="000000"/>
                </a:solidFill>
                <a:latin typeface="ML-TTKarthika" panose="04000000000000000000" pitchFamily="82" charset="0"/>
              </a:rPr>
              <a:t>X¶p kt´mjw `hm³</a:t>
            </a:r>
          </a:p>
          <a:p>
            <a:r>
              <a:rPr lang="pl-PL" sz="3200" b="0" i="0" u="none" strike="noStrike" baseline="0">
                <a:solidFill>
                  <a:srgbClr val="000000"/>
                </a:solidFill>
                <a:latin typeface="ML-TTKarthika" panose="04000000000000000000" pitchFamily="82" charset="0"/>
              </a:rPr>
              <a:t>lmteeq¿m! lmteeq¿m!</a:t>
            </a:r>
            <a:endParaRPr kumimoji="0" lang="en-SG" sz="6000" b="0" i="0" u="none" strike="noStrike" kern="1200" cap="none" spc="0" normalizeH="0" baseline="0" noProof="0">
              <a:ln>
                <a:noFill/>
              </a:ln>
              <a:solidFill>
                <a:srgbClr val="000000"/>
              </a:solidFill>
              <a:effectLst/>
              <a:uLnTx/>
              <a:uFillTx/>
              <a:latin typeface="ML-TTKarthika" panose="04000000000000000000" pitchFamily="82" charset="0"/>
              <a:ea typeface="Calibri" panose="020F0502020204030204" pitchFamily="34" charset="0"/>
              <a:cs typeface="+mn-cs"/>
            </a:endParaRPr>
          </a:p>
        </p:txBody>
      </p:sp>
    </p:spTree>
    <p:extLst>
      <p:ext uri="{BB962C8B-B14F-4D97-AF65-F5344CB8AC3E}">
        <p14:creationId xmlns:p14="http://schemas.microsoft.com/office/powerpoint/2010/main" val="31578763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840CC-3A67-E057-0DB5-5B0969DC26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87925B-C195-1A69-40BB-C66342320EFF}"/>
              </a:ext>
            </a:extLst>
          </p:cNvPr>
          <p:cNvSpPr>
            <a:spLocks noGrp="1"/>
          </p:cNvSpPr>
          <p:nvPr>
            <p:ph type="title"/>
          </p:nvPr>
        </p:nvSpPr>
        <p:spPr>
          <a:xfrm>
            <a:off x="-4185" y="13609"/>
            <a:ext cx="9144000" cy="486000"/>
          </a:xfrm>
        </p:spPr>
        <p:txBody>
          <a:bodyPr>
            <a:noAutofit/>
          </a:bodyPr>
          <a:lstStyle/>
          <a:p>
            <a:r>
              <a:rPr lang="en-SG">
                <a:latin typeface="Segoe UI"/>
                <a:cs typeface="Segoe UI"/>
              </a:rPr>
              <a:t>Opening Song – Hymn No.  86</a:t>
            </a:r>
            <a:endParaRPr lang="en-US">
              <a:latin typeface="Segoe UI"/>
              <a:cs typeface="Segoe UI"/>
            </a:endParaRPr>
          </a:p>
        </p:txBody>
      </p:sp>
      <p:sp>
        <p:nvSpPr>
          <p:cNvPr id="6" name="Slide Number Placeholder 3">
            <a:extLst>
              <a:ext uri="{FF2B5EF4-FFF2-40B4-BE49-F238E27FC236}">
                <a16:creationId xmlns:a16="http://schemas.microsoft.com/office/drawing/2014/main" id="{0C068FCC-09B2-A5A4-2344-9869DC7688E8}"/>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6</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1249BC09-5E90-8210-688B-F66EE24D0768}"/>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Opening: 5 of 11 </a:t>
            </a:r>
          </a:p>
        </p:txBody>
      </p:sp>
      <p:sp>
        <p:nvSpPr>
          <p:cNvPr id="3" name="TextBox 6">
            <a:extLst>
              <a:ext uri="{FF2B5EF4-FFF2-40B4-BE49-F238E27FC236}">
                <a16:creationId xmlns:a16="http://schemas.microsoft.com/office/drawing/2014/main" id="{9ACE4F74-F3FA-71D3-B70A-DEC257B54CED}"/>
              </a:ext>
            </a:extLst>
          </p:cNvPr>
          <p:cNvSpPr txBox="1"/>
          <p:nvPr/>
        </p:nvSpPr>
        <p:spPr>
          <a:xfrm>
            <a:off x="603321" y="708820"/>
            <a:ext cx="7928987" cy="1384995"/>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defRPr/>
            </a:pPr>
            <a:r>
              <a:rPr lang="en-US" sz="2800" err="1">
                <a:solidFill>
                  <a:prstClr val="black"/>
                </a:solidFill>
                <a:latin typeface="Segoe UI" panose="020B0502040204020203" pitchFamily="34" charset="0"/>
                <a:cs typeface="Segoe UI" panose="020B0502040204020203" pitchFamily="34" charset="0"/>
              </a:rPr>
              <a:t>sthuthi</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sthuthi</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ninakke</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ennum</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cholleeduven</a:t>
            </a:r>
            <a:endParaRPr lang="en-US" sz="2800">
              <a:solidFill>
                <a:prstClr val="black"/>
              </a:solidFill>
              <a:latin typeface="Segoe UI" panose="020B0502040204020203" pitchFamily="34" charset="0"/>
              <a:cs typeface="Segoe UI" panose="020B0502040204020203" pitchFamily="34" charset="0"/>
            </a:endParaRPr>
          </a:p>
          <a:p>
            <a:pPr>
              <a:defRPr/>
            </a:pP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doshha</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chumad-ozhichchu</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rakshha</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thannavane</a:t>
            </a:r>
            <a:endPar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p>
            <a:pPr>
              <a:defRPr/>
            </a:pP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sthuthi</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sthuthi</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ninakke</a:t>
            </a:r>
            <a:r>
              <a:rPr lang="en-US" sz="2800">
                <a:solidFill>
                  <a:prstClr val="black"/>
                </a:solidFill>
                <a:latin typeface="Segoe UI" panose="020B0502040204020203" pitchFamily="34" charset="0"/>
                <a:cs typeface="Segoe UI" panose="020B0502040204020203" pitchFamily="34" charset="0"/>
              </a:rPr>
              <a:t>!</a:t>
            </a:r>
            <a:endPar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9" name="TextBox 2">
            <a:extLst>
              <a:ext uri="{FF2B5EF4-FFF2-40B4-BE49-F238E27FC236}">
                <a16:creationId xmlns:a16="http://schemas.microsoft.com/office/drawing/2014/main" id="{6B9F862D-3001-F844-004E-578FD75EB018}"/>
              </a:ext>
            </a:extLst>
          </p:cNvPr>
          <p:cNvSpPr txBox="1"/>
          <p:nvPr/>
        </p:nvSpPr>
        <p:spPr>
          <a:xfrm>
            <a:off x="603320" y="2702909"/>
            <a:ext cx="7928987" cy="1569660"/>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pl-PL" sz="3200" b="0" i="0" u="none" strike="noStrike" baseline="0">
                <a:solidFill>
                  <a:srgbClr val="000000"/>
                </a:solidFill>
                <a:latin typeface="ML-TTKarthika" panose="04000000000000000000" pitchFamily="82" charset="0"/>
              </a:rPr>
              <a:t>kvXpXn kvXpXn \n\t¡ F¶pw sNmÃoSpth³</a:t>
            </a:r>
          </a:p>
          <a:p>
            <a:r>
              <a:rPr lang="pl-PL" sz="3200" b="0" i="0" u="none" strike="noStrike" baseline="0">
                <a:solidFill>
                  <a:srgbClr val="000000"/>
                </a:solidFill>
                <a:latin typeface="ML-TTKarthika" panose="04000000000000000000" pitchFamily="82" charset="0"/>
              </a:rPr>
              <a:t>tZmjNpasSmgn¨p c£ X¶ht\!</a:t>
            </a:r>
            <a:endParaRPr lang="en-US" sz="3200" b="0" i="0" u="none" strike="noStrike" baseline="0">
              <a:solidFill>
                <a:srgbClr val="000000"/>
              </a:solidFill>
              <a:latin typeface="ML-TTKarthika" panose="04000000000000000000" pitchFamily="82" charset="0"/>
            </a:endParaRPr>
          </a:p>
          <a:p>
            <a:r>
              <a:rPr lang="pl-PL" sz="3200" b="0" i="0" u="none" strike="noStrike" baseline="0">
                <a:solidFill>
                  <a:srgbClr val="000000"/>
                </a:solidFill>
                <a:latin typeface="ML-TTKarthika" panose="04000000000000000000" pitchFamily="82" charset="0"/>
              </a:rPr>
              <a:t>kvXpXn kvXpXn \n\t¡</a:t>
            </a:r>
            <a:r>
              <a:rPr lang="en-US" sz="3200" b="0" i="0" u="none" strike="noStrike" baseline="0">
                <a:solidFill>
                  <a:srgbClr val="000000"/>
                </a:solidFill>
                <a:latin typeface="ML-TTKarthika" panose="04000000000000000000" pitchFamily="82" charset="0"/>
              </a:rPr>
              <a:t>!</a:t>
            </a:r>
            <a:endParaRPr kumimoji="0" lang="en-SG" sz="3200" b="0" i="0" u="none" strike="noStrike" kern="1200" cap="none" spc="0" normalizeH="0" baseline="0" noProof="0">
              <a:ln>
                <a:noFill/>
              </a:ln>
              <a:solidFill>
                <a:srgbClr val="000000"/>
              </a:solidFill>
              <a:effectLst/>
              <a:uLnTx/>
              <a:uFillTx/>
              <a:latin typeface="ML-TTKarthika" panose="04000000000000000000" pitchFamily="82" charset="0"/>
              <a:ea typeface="Calibri" panose="020F0502020204030204" pitchFamily="34" charset="0"/>
              <a:cs typeface="+mn-cs"/>
            </a:endParaRPr>
          </a:p>
        </p:txBody>
      </p:sp>
    </p:spTree>
    <p:extLst>
      <p:ext uri="{BB962C8B-B14F-4D97-AF65-F5344CB8AC3E}">
        <p14:creationId xmlns:p14="http://schemas.microsoft.com/office/powerpoint/2010/main" val="1298037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2708E-ADA3-A5F7-7099-C6A0783CA8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593B40-9C2A-A166-0D64-AC475B352145}"/>
              </a:ext>
            </a:extLst>
          </p:cNvPr>
          <p:cNvSpPr>
            <a:spLocks noGrp="1"/>
          </p:cNvSpPr>
          <p:nvPr>
            <p:ph type="title"/>
          </p:nvPr>
        </p:nvSpPr>
        <p:spPr>
          <a:xfrm>
            <a:off x="-4185" y="13609"/>
            <a:ext cx="9144000" cy="486000"/>
          </a:xfrm>
        </p:spPr>
        <p:txBody>
          <a:bodyPr>
            <a:noAutofit/>
          </a:bodyPr>
          <a:lstStyle/>
          <a:p>
            <a:r>
              <a:rPr lang="en-SG">
                <a:latin typeface="Segoe UI"/>
                <a:cs typeface="Segoe UI"/>
              </a:rPr>
              <a:t>Opening Song – Hymn No.  86</a:t>
            </a:r>
            <a:endParaRPr lang="en-US">
              <a:latin typeface="Segoe UI"/>
              <a:cs typeface="Segoe UI"/>
            </a:endParaRPr>
          </a:p>
        </p:txBody>
      </p:sp>
      <p:sp>
        <p:nvSpPr>
          <p:cNvPr id="6" name="Slide Number Placeholder 3">
            <a:extLst>
              <a:ext uri="{FF2B5EF4-FFF2-40B4-BE49-F238E27FC236}">
                <a16:creationId xmlns:a16="http://schemas.microsoft.com/office/drawing/2014/main" id="{13FF2D22-DBEF-242E-0BC5-B2B7B361CB56}"/>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7</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5F1607EA-C7B4-9DBB-024A-67409DE0EA89}"/>
              </a:ext>
            </a:extLst>
          </p:cNvPr>
          <p:cNvSpPr txBox="1"/>
          <p:nvPr/>
        </p:nvSpPr>
        <p:spPr>
          <a:xfrm>
            <a:off x="7068968" y="4835724"/>
            <a:ext cx="2070847" cy="307777"/>
          </a:xfrm>
          <a:prstGeom prst="rect">
            <a:avLst/>
          </a:prstGeom>
          <a:noFill/>
        </p:spPr>
        <p:txBody>
          <a:bodyPr wrap="square">
            <a:spAutoFit/>
          </a:bodyPr>
          <a:lstStyle/>
          <a:p>
            <a:pPr algn="r" defTabSz="457178">
              <a:defRPr/>
            </a:pPr>
            <a:r>
              <a:rPr lang="en-US" sz="1400">
                <a:solidFill>
                  <a:prstClr val="black"/>
                </a:solidFill>
                <a:latin typeface="Segoe UI" panose="020B0502040204020203" pitchFamily="34" charset="0"/>
                <a:cs typeface="Segoe UI" panose="020B0502040204020203" pitchFamily="34" charset="0"/>
              </a:rPr>
              <a:t>Opening: 6 of 11 </a:t>
            </a:r>
          </a:p>
        </p:txBody>
      </p:sp>
      <p:sp>
        <p:nvSpPr>
          <p:cNvPr id="10" name="Right Brace 9">
            <a:extLst>
              <a:ext uri="{FF2B5EF4-FFF2-40B4-BE49-F238E27FC236}">
                <a16:creationId xmlns:a16="http://schemas.microsoft.com/office/drawing/2014/main" id="{3B8B5D6C-DCB0-5587-996F-D7267E473100}"/>
              </a:ext>
            </a:extLst>
          </p:cNvPr>
          <p:cNvSpPr/>
          <p:nvPr/>
        </p:nvSpPr>
        <p:spPr>
          <a:xfrm>
            <a:off x="8076959" y="737956"/>
            <a:ext cx="203200" cy="670560"/>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a:p>
        </p:txBody>
      </p:sp>
      <p:sp>
        <p:nvSpPr>
          <p:cNvPr id="11" name="TextBox 11">
            <a:extLst>
              <a:ext uri="{FF2B5EF4-FFF2-40B4-BE49-F238E27FC236}">
                <a16:creationId xmlns:a16="http://schemas.microsoft.com/office/drawing/2014/main" id="{56872EE3-71F9-62B2-AF98-518363B44B11}"/>
              </a:ext>
            </a:extLst>
          </p:cNvPr>
          <p:cNvSpPr txBox="1"/>
          <p:nvPr/>
        </p:nvSpPr>
        <p:spPr>
          <a:xfrm>
            <a:off x="8272928" y="906249"/>
            <a:ext cx="284480" cy="369332"/>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a:latin typeface="Segoe UI" panose="020B0502040204020203" pitchFamily="34" charset="0"/>
                <a:cs typeface="Segoe UI" panose="020B0502040204020203" pitchFamily="34" charset="0"/>
              </a:rPr>
              <a:t>2</a:t>
            </a:r>
          </a:p>
        </p:txBody>
      </p:sp>
      <p:sp>
        <p:nvSpPr>
          <p:cNvPr id="13" name="Right Brace 12">
            <a:extLst>
              <a:ext uri="{FF2B5EF4-FFF2-40B4-BE49-F238E27FC236}">
                <a16:creationId xmlns:a16="http://schemas.microsoft.com/office/drawing/2014/main" id="{F657763C-A86D-878A-30E1-F1B3DAE60763}"/>
              </a:ext>
            </a:extLst>
          </p:cNvPr>
          <p:cNvSpPr/>
          <p:nvPr/>
        </p:nvSpPr>
        <p:spPr>
          <a:xfrm>
            <a:off x="7975359" y="2720373"/>
            <a:ext cx="203200" cy="670560"/>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a:p>
        </p:txBody>
      </p:sp>
      <p:sp>
        <p:nvSpPr>
          <p:cNvPr id="14" name="TextBox 11">
            <a:extLst>
              <a:ext uri="{FF2B5EF4-FFF2-40B4-BE49-F238E27FC236}">
                <a16:creationId xmlns:a16="http://schemas.microsoft.com/office/drawing/2014/main" id="{B1ED2417-F0A6-7C99-889E-473CBE6DC45E}"/>
              </a:ext>
            </a:extLst>
          </p:cNvPr>
          <p:cNvSpPr txBox="1"/>
          <p:nvPr/>
        </p:nvSpPr>
        <p:spPr>
          <a:xfrm>
            <a:off x="8272928" y="2911997"/>
            <a:ext cx="284480" cy="369332"/>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a:latin typeface="Segoe UI" panose="020B0502040204020203" pitchFamily="34" charset="0"/>
                <a:cs typeface="Segoe UI" panose="020B0502040204020203" pitchFamily="34" charset="0"/>
              </a:rPr>
              <a:t>2</a:t>
            </a:r>
          </a:p>
        </p:txBody>
      </p:sp>
      <p:sp>
        <p:nvSpPr>
          <p:cNvPr id="3" name="TextBox 6">
            <a:extLst>
              <a:ext uri="{FF2B5EF4-FFF2-40B4-BE49-F238E27FC236}">
                <a16:creationId xmlns:a16="http://schemas.microsoft.com/office/drawing/2014/main" id="{094E9A69-B612-35E4-DEEF-5092DA0A0A97}"/>
              </a:ext>
            </a:extLst>
          </p:cNvPr>
          <p:cNvSpPr txBox="1"/>
          <p:nvPr/>
        </p:nvSpPr>
        <p:spPr>
          <a:xfrm>
            <a:off x="386732" y="716018"/>
            <a:ext cx="7928987" cy="1384995"/>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defRPr/>
            </a:pPr>
            <a:r>
              <a:rPr lang="en-US" sz="2800" err="1">
                <a:solidFill>
                  <a:prstClr val="black"/>
                </a:solidFill>
                <a:latin typeface="Segoe UI" panose="020B0502040204020203" pitchFamily="34" charset="0"/>
                <a:cs typeface="Segoe UI" panose="020B0502040204020203" pitchFamily="34" charset="0"/>
              </a:rPr>
              <a:t>bhramichchu</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njaan</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kidannen</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kripayodu</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neeye</a:t>
            </a:r>
            <a:endParaRPr lang="en-US" sz="2800">
              <a:solidFill>
                <a:prstClr val="black"/>
              </a:solidFill>
              <a:latin typeface="Segoe UI" panose="020B0502040204020203" pitchFamily="34" charset="0"/>
              <a:cs typeface="Segoe UI" panose="020B0502040204020203" pitchFamily="34" charset="0"/>
            </a:endParaRPr>
          </a:p>
          <a:p>
            <a:pPr>
              <a:defRPr/>
            </a:pP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parashaanthi</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kalpichchu</a:t>
            </a:r>
            <a:endPar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p>
            <a:pPr>
              <a:defRPr/>
            </a:pPr>
            <a:r>
              <a:rPr lang="en-US" sz="2800" err="1">
                <a:solidFill>
                  <a:prstClr val="black"/>
                </a:solidFill>
                <a:latin typeface="Segoe UI" panose="020B0502040204020203" pitchFamily="34" charset="0"/>
                <a:cs typeface="Segoe UI" panose="020B0502040204020203" pitchFamily="34" charset="0"/>
              </a:rPr>
              <a:t>haaleluyya</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haaleluyya</a:t>
            </a:r>
            <a:r>
              <a:rPr lang="en-US" sz="2800">
                <a:solidFill>
                  <a:prstClr val="black"/>
                </a:solidFill>
                <a:latin typeface="Segoe UI" panose="020B0502040204020203" pitchFamily="34" charset="0"/>
                <a:cs typeface="Segoe UI" panose="020B0502040204020203" pitchFamily="34" charset="0"/>
              </a:rPr>
              <a:t>!</a:t>
            </a:r>
            <a:endPar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5" name="TextBox 2">
            <a:extLst>
              <a:ext uri="{FF2B5EF4-FFF2-40B4-BE49-F238E27FC236}">
                <a16:creationId xmlns:a16="http://schemas.microsoft.com/office/drawing/2014/main" id="{E15D8B6F-B75E-49DE-8804-FA702615DED3}"/>
              </a:ext>
            </a:extLst>
          </p:cNvPr>
          <p:cNvSpPr txBox="1"/>
          <p:nvPr/>
        </p:nvSpPr>
        <p:spPr>
          <a:xfrm>
            <a:off x="486181" y="2573567"/>
            <a:ext cx="7928987" cy="1569660"/>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pl-PL" sz="3200" b="0" i="0" u="none" strike="noStrike" baseline="0">
                <a:solidFill>
                  <a:srgbClr val="000000"/>
                </a:solidFill>
                <a:latin typeface="ML-TTKarthika" panose="04000000000000000000" pitchFamily="82" charset="0"/>
              </a:rPr>
              <a:t>{`an¨p Rm³ InSt¶³ þ</a:t>
            </a:r>
            <a:r>
              <a:rPr lang="en-US" sz="3200" b="0" i="0" u="none" strike="noStrike" baseline="0">
                <a:solidFill>
                  <a:srgbClr val="000000"/>
                </a:solidFill>
                <a:latin typeface="ML-TTKarthika" panose="04000000000000000000" pitchFamily="82" charset="0"/>
              </a:rPr>
              <a:t> </a:t>
            </a:r>
            <a:r>
              <a:rPr lang="en-US" sz="3200" b="0" i="0" u="none" strike="noStrike" baseline="0" err="1">
                <a:solidFill>
                  <a:srgbClr val="000000"/>
                </a:solidFill>
                <a:latin typeface="ML-TTKarthika" panose="04000000000000000000" pitchFamily="82" charset="0"/>
              </a:rPr>
              <a:t>Ir</a:t>
            </a:r>
            <a:r>
              <a:rPr lang="en-US" sz="3200" b="0" i="0" u="none" strike="noStrike" baseline="0">
                <a:solidFill>
                  <a:srgbClr val="000000"/>
                </a:solidFill>
                <a:latin typeface="ML-TTKarthika" panose="04000000000000000000" pitchFamily="82" charset="0"/>
              </a:rPr>
              <a:t>]</a:t>
            </a:r>
            <a:r>
              <a:rPr lang="pl-PL" sz="3200" b="0" i="0" u="none" strike="noStrike" baseline="0">
                <a:solidFill>
                  <a:srgbClr val="000000"/>
                </a:solidFill>
                <a:latin typeface="ML-TTKarthika" panose="04000000000000000000" pitchFamily="82" charset="0"/>
              </a:rPr>
              <a:t>tbmSp \osb</a:t>
            </a:r>
          </a:p>
          <a:p>
            <a:r>
              <a:rPr lang="pl-PL" sz="3200" b="0" i="0" u="none" strike="noStrike" baseline="0">
                <a:solidFill>
                  <a:srgbClr val="000000"/>
                </a:solidFill>
                <a:latin typeface="ML-TTKarthika" panose="04000000000000000000" pitchFamily="82" charset="0"/>
              </a:rPr>
              <a:t>]cim´n IÂ]n¨p þ</a:t>
            </a:r>
          </a:p>
          <a:p>
            <a:r>
              <a:rPr lang="pl-PL" sz="3200" b="0" i="0" u="none" strike="noStrike" baseline="0">
                <a:solidFill>
                  <a:srgbClr val="000000"/>
                </a:solidFill>
                <a:latin typeface="ML-TTKarthika" panose="04000000000000000000" pitchFamily="82" charset="0"/>
              </a:rPr>
              <a:t>lmteeq¿m! lmteeq¿m!</a:t>
            </a:r>
            <a:endParaRPr kumimoji="0" lang="en-SG" sz="6000" b="0" i="0" u="none" strike="noStrike" kern="1200" cap="none" spc="0" normalizeH="0" baseline="0" noProof="0">
              <a:ln>
                <a:noFill/>
              </a:ln>
              <a:solidFill>
                <a:srgbClr val="000000"/>
              </a:solidFill>
              <a:effectLst/>
              <a:uLnTx/>
              <a:uFillTx/>
              <a:latin typeface="ML-TTKarthika" panose="04000000000000000000" pitchFamily="82" charset="0"/>
              <a:ea typeface="Calibri" panose="020F0502020204030204" pitchFamily="34" charset="0"/>
              <a:cs typeface="+mn-cs"/>
            </a:endParaRPr>
          </a:p>
        </p:txBody>
      </p:sp>
    </p:spTree>
    <p:extLst>
      <p:ext uri="{BB962C8B-B14F-4D97-AF65-F5344CB8AC3E}">
        <p14:creationId xmlns:p14="http://schemas.microsoft.com/office/powerpoint/2010/main" val="1196556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68D4E-D34B-B089-2CF9-6F46743961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A3B20D-116B-CE7A-B719-47AA39C594CB}"/>
              </a:ext>
            </a:extLst>
          </p:cNvPr>
          <p:cNvSpPr>
            <a:spLocks noGrp="1"/>
          </p:cNvSpPr>
          <p:nvPr>
            <p:ph type="title"/>
          </p:nvPr>
        </p:nvSpPr>
        <p:spPr>
          <a:xfrm>
            <a:off x="-4185" y="13609"/>
            <a:ext cx="9144000" cy="486000"/>
          </a:xfrm>
        </p:spPr>
        <p:txBody>
          <a:bodyPr>
            <a:noAutofit/>
          </a:bodyPr>
          <a:lstStyle/>
          <a:p>
            <a:r>
              <a:rPr lang="en-SG">
                <a:latin typeface="Segoe UI"/>
                <a:cs typeface="Segoe UI"/>
              </a:rPr>
              <a:t>Opening Song – Hymn No.  86</a:t>
            </a:r>
            <a:endParaRPr lang="en-US">
              <a:latin typeface="Segoe UI"/>
              <a:cs typeface="Segoe UI"/>
            </a:endParaRPr>
          </a:p>
        </p:txBody>
      </p:sp>
      <p:sp>
        <p:nvSpPr>
          <p:cNvPr id="6" name="Slide Number Placeholder 3">
            <a:extLst>
              <a:ext uri="{FF2B5EF4-FFF2-40B4-BE49-F238E27FC236}">
                <a16:creationId xmlns:a16="http://schemas.microsoft.com/office/drawing/2014/main" id="{3FEE5DD7-3EDB-E20C-DED0-8144BB8A2F76}"/>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8</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348AFB03-3D19-B15D-F9B2-1214F0872815}"/>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Opening: 7of 11 </a:t>
            </a:r>
          </a:p>
        </p:txBody>
      </p:sp>
      <p:sp>
        <p:nvSpPr>
          <p:cNvPr id="3" name="TextBox 6">
            <a:extLst>
              <a:ext uri="{FF2B5EF4-FFF2-40B4-BE49-F238E27FC236}">
                <a16:creationId xmlns:a16="http://schemas.microsoft.com/office/drawing/2014/main" id="{9ABAB4EF-40CC-0C31-EC0C-CFBDC6BD590F}"/>
              </a:ext>
            </a:extLst>
          </p:cNvPr>
          <p:cNvSpPr txBox="1"/>
          <p:nvPr/>
        </p:nvSpPr>
        <p:spPr>
          <a:xfrm>
            <a:off x="603321" y="708820"/>
            <a:ext cx="7928987" cy="1384995"/>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defRPr/>
            </a:pPr>
            <a:r>
              <a:rPr lang="en-US" sz="2800" err="1">
                <a:solidFill>
                  <a:prstClr val="black"/>
                </a:solidFill>
                <a:latin typeface="Segoe UI" panose="020B0502040204020203" pitchFamily="34" charset="0"/>
                <a:cs typeface="Segoe UI" panose="020B0502040204020203" pitchFamily="34" charset="0"/>
              </a:rPr>
              <a:t>sthuthi</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sthuthi</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ninakke</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ennum</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cholleeduven</a:t>
            </a:r>
            <a:endParaRPr lang="en-US" sz="2800">
              <a:solidFill>
                <a:prstClr val="black"/>
              </a:solidFill>
              <a:latin typeface="Segoe UI" panose="020B0502040204020203" pitchFamily="34" charset="0"/>
              <a:cs typeface="Segoe UI" panose="020B0502040204020203" pitchFamily="34" charset="0"/>
            </a:endParaRPr>
          </a:p>
          <a:p>
            <a:pPr>
              <a:defRPr/>
            </a:pP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doshha</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chumad-ozhichchu</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rakshha</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thannavane</a:t>
            </a:r>
            <a:endPar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p>
            <a:pPr>
              <a:defRPr/>
            </a:pP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sthuthi</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sthuthi</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ninakke</a:t>
            </a:r>
            <a:r>
              <a:rPr lang="en-US" sz="2800">
                <a:solidFill>
                  <a:prstClr val="black"/>
                </a:solidFill>
                <a:latin typeface="Segoe UI" panose="020B0502040204020203" pitchFamily="34" charset="0"/>
                <a:cs typeface="Segoe UI" panose="020B0502040204020203" pitchFamily="34" charset="0"/>
              </a:rPr>
              <a:t>!</a:t>
            </a:r>
            <a:endPar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9" name="TextBox 2">
            <a:extLst>
              <a:ext uri="{FF2B5EF4-FFF2-40B4-BE49-F238E27FC236}">
                <a16:creationId xmlns:a16="http://schemas.microsoft.com/office/drawing/2014/main" id="{678FA12E-56EF-9300-9BD6-BA110480DCBF}"/>
              </a:ext>
            </a:extLst>
          </p:cNvPr>
          <p:cNvSpPr txBox="1"/>
          <p:nvPr/>
        </p:nvSpPr>
        <p:spPr>
          <a:xfrm>
            <a:off x="603320" y="2702909"/>
            <a:ext cx="7928987" cy="1569660"/>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pl-PL" sz="3200" b="0" i="0" u="none" strike="noStrike" baseline="0">
                <a:solidFill>
                  <a:srgbClr val="000000"/>
                </a:solidFill>
                <a:latin typeface="ML-TTKarthika" panose="04000000000000000000" pitchFamily="82" charset="0"/>
              </a:rPr>
              <a:t>kvXpXn kvXpXn \n\t¡ F¶pw sNmÃoSpth³</a:t>
            </a:r>
          </a:p>
          <a:p>
            <a:r>
              <a:rPr lang="pl-PL" sz="3200" b="0" i="0" u="none" strike="noStrike" baseline="0">
                <a:solidFill>
                  <a:srgbClr val="000000"/>
                </a:solidFill>
                <a:latin typeface="ML-TTKarthika" panose="04000000000000000000" pitchFamily="82" charset="0"/>
              </a:rPr>
              <a:t>tZmjNpasSmgn¨p c£ X¶ht\!</a:t>
            </a:r>
            <a:endParaRPr lang="en-US" sz="3200" b="0" i="0" u="none" strike="noStrike" baseline="0">
              <a:solidFill>
                <a:srgbClr val="000000"/>
              </a:solidFill>
              <a:latin typeface="ML-TTKarthika" panose="04000000000000000000" pitchFamily="82" charset="0"/>
            </a:endParaRPr>
          </a:p>
          <a:p>
            <a:r>
              <a:rPr lang="pl-PL" sz="3200" b="0" i="0" u="none" strike="noStrike" baseline="0">
                <a:solidFill>
                  <a:srgbClr val="000000"/>
                </a:solidFill>
                <a:latin typeface="ML-TTKarthika" panose="04000000000000000000" pitchFamily="82" charset="0"/>
              </a:rPr>
              <a:t>kvXpXn kvXpXn \n\t¡</a:t>
            </a:r>
            <a:r>
              <a:rPr lang="en-US" sz="3200" b="0" i="0" u="none" strike="noStrike" baseline="0">
                <a:solidFill>
                  <a:srgbClr val="000000"/>
                </a:solidFill>
                <a:latin typeface="ML-TTKarthika" panose="04000000000000000000" pitchFamily="82" charset="0"/>
              </a:rPr>
              <a:t>!</a:t>
            </a:r>
            <a:endParaRPr kumimoji="0" lang="en-SG" sz="3200" b="0" i="0" u="none" strike="noStrike" kern="1200" cap="none" spc="0" normalizeH="0" baseline="0" noProof="0">
              <a:ln>
                <a:noFill/>
              </a:ln>
              <a:solidFill>
                <a:srgbClr val="000000"/>
              </a:solidFill>
              <a:effectLst/>
              <a:uLnTx/>
              <a:uFillTx/>
              <a:latin typeface="ML-TTKarthika" panose="04000000000000000000" pitchFamily="82" charset="0"/>
              <a:ea typeface="Calibri" panose="020F0502020204030204" pitchFamily="34" charset="0"/>
              <a:cs typeface="+mn-cs"/>
            </a:endParaRPr>
          </a:p>
        </p:txBody>
      </p:sp>
    </p:spTree>
    <p:extLst>
      <p:ext uri="{BB962C8B-B14F-4D97-AF65-F5344CB8AC3E}">
        <p14:creationId xmlns:p14="http://schemas.microsoft.com/office/powerpoint/2010/main" val="213232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CE996-4BCD-61C0-624E-2DBDEE9827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7832C4-B090-55B7-A349-6FC5A553CFF9}"/>
              </a:ext>
            </a:extLst>
          </p:cNvPr>
          <p:cNvSpPr>
            <a:spLocks noGrp="1"/>
          </p:cNvSpPr>
          <p:nvPr>
            <p:ph type="title"/>
          </p:nvPr>
        </p:nvSpPr>
        <p:spPr>
          <a:xfrm>
            <a:off x="-4185" y="13609"/>
            <a:ext cx="9144000" cy="486000"/>
          </a:xfrm>
        </p:spPr>
        <p:txBody>
          <a:bodyPr>
            <a:noAutofit/>
          </a:bodyPr>
          <a:lstStyle/>
          <a:p>
            <a:r>
              <a:rPr lang="en-SG">
                <a:latin typeface="Segoe UI"/>
                <a:cs typeface="Segoe UI"/>
              </a:rPr>
              <a:t>Opening Song – Hymn No.  86</a:t>
            </a:r>
            <a:endParaRPr lang="en-US">
              <a:latin typeface="Segoe UI"/>
              <a:cs typeface="Segoe UI"/>
            </a:endParaRPr>
          </a:p>
        </p:txBody>
      </p:sp>
      <p:sp>
        <p:nvSpPr>
          <p:cNvPr id="6" name="Slide Number Placeholder 3">
            <a:extLst>
              <a:ext uri="{FF2B5EF4-FFF2-40B4-BE49-F238E27FC236}">
                <a16:creationId xmlns:a16="http://schemas.microsoft.com/office/drawing/2014/main" id="{EA6E9DF8-6DAF-62E1-8F22-881C1B56093D}"/>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9</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9806802D-C48F-3251-ACE2-5D003D5F5940}"/>
              </a:ext>
            </a:extLst>
          </p:cNvPr>
          <p:cNvSpPr txBox="1"/>
          <p:nvPr/>
        </p:nvSpPr>
        <p:spPr>
          <a:xfrm>
            <a:off x="7068968" y="4835724"/>
            <a:ext cx="2070847" cy="307777"/>
          </a:xfrm>
          <a:prstGeom prst="rect">
            <a:avLst/>
          </a:prstGeom>
          <a:noFill/>
        </p:spPr>
        <p:txBody>
          <a:bodyPr wrap="square">
            <a:spAutoFit/>
          </a:bodyPr>
          <a:lstStyle/>
          <a:p>
            <a:pPr algn="r" defTabSz="457178">
              <a:defRPr/>
            </a:pPr>
            <a:r>
              <a:rPr lang="en-US" sz="1400">
                <a:solidFill>
                  <a:prstClr val="black"/>
                </a:solidFill>
                <a:latin typeface="Segoe UI" panose="020B0502040204020203" pitchFamily="34" charset="0"/>
                <a:cs typeface="Segoe UI" panose="020B0502040204020203" pitchFamily="34" charset="0"/>
              </a:rPr>
              <a:t>Opening: 8 of 11 </a:t>
            </a:r>
          </a:p>
        </p:txBody>
      </p:sp>
      <p:sp>
        <p:nvSpPr>
          <p:cNvPr id="10" name="Right Brace 9">
            <a:extLst>
              <a:ext uri="{FF2B5EF4-FFF2-40B4-BE49-F238E27FC236}">
                <a16:creationId xmlns:a16="http://schemas.microsoft.com/office/drawing/2014/main" id="{7985AFE9-5EDE-C30E-7246-7BF159B51BDD}"/>
              </a:ext>
            </a:extLst>
          </p:cNvPr>
          <p:cNvSpPr/>
          <p:nvPr/>
        </p:nvSpPr>
        <p:spPr>
          <a:xfrm>
            <a:off x="8076959" y="737956"/>
            <a:ext cx="203200" cy="670560"/>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a:p>
        </p:txBody>
      </p:sp>
      <p:sp>
        <p:nvSpPr>
          <p:cNvPr id="11" name="TextBox 11">
            <a:extLst>
              <a:ext uri="{FF2B5EF4-FFF2-40B4-BE49-F238E27FC236}">
                <a16:creationId xmlns:a16="http://schemas.microsoft.com/office/drawing/2014/main" id="{680DCFCC-44A1-E809-389A-0E461D85A954}"/>
              </a:ext>
            </a:extLst>
          </p:cNvPr>
          <p:cNvSpPr txBox="1"/>
          <p:nvPr/>
        </p:nvSpPr>
        <p:spPr>
          <a:xfrm>
            <a:off x="8272928" y="906249"/>
            <a:ext cx="284480" cy="369332"/>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a:latin typeface="Segoe UI" panose="020B0502040204020203" pitchFamily="34" charset="0"/>
                <a:cs typeface="Segoe UI" panose="020B0502040204020203" pitchFamily="34" charset="0"/>
              </a:rPr>
              <a:t>2</a:t>
            </a:r>
          </a:p>
        </p:txBody>
      </p:sp>
      <p:sp>
        <p:nvSpPr>
          <p:cNvPr id="13" name="Right Brace 12">
            <a:extLst>
              <a:ext uri="{FF2B5EF4-FFF2-40B4-BE49-F238E27FC236}">
                <a16:creationId xmlns:a16="http://schemas.microsoft.com/office/drawing/2014/main" id="{8715D2FF-7DC6-E51B-F744-C54A39FF9652}"/>
              </a:ext>
            </a:extLst>
          </p:cNvPr>
          <p:cNvSpPr/>
          <p:nvPr/>
        </p:nvSpPr>
        <p:spPr>
          <a:xfrm>
            <a:off x="7975359" y="2720373"/>
            <a:ext cx="203200" cy="670560"/>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a:p>
        </p:txBody>
      </p:sp>
      <p:sp>
        <p:nvSpPr>
          <p:cNvPr id="14" name="TextBox 11">
            <a:extLst>
              <a:ext uri="{FF2B5EF4-FFF2-40B4-BE49-F238E27FC236}">
                <a16:creationId xmlns:a16="http://schemas.microsoft.com/office/drawing/2014/main" id="{A2C3377D-C5B8-8542-4D60-CFD0461DB928}"/>
              </a:ext>
            </a:extLst>
          </p:cNvPr>
          <p:cNvSpPr txBox="1"/>
          <p:nvPr/>
        </p:nvSpPr>
        <p:spPr>
          <a:xfrm>
            <a:off x="8272928" y="2911997"/>
            <a:ext cx="284480" cy="369332"/>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a:latin typeface="Segoe UI" panose="020B0502040204020203" pitchFamily="34" charset="0"/>
                <a:cs typeface="Segoe UI" panose="020B0502040204020203" pitchFamily="34" charset="0"/>
              </a:rPr>
              <a:t>2</a:t>
            </a:r>
          </a:p>
        </p:txBody>
      </p:sp>
      <p:sp>
        <p:nvSpPr>
          <p:cNvPr id="7" name="TextBox 6">
            <a:extLst>
              <a:ext uri="{FF2B5EF4-FFF2-40B4-BE49-F238E27FC236}">
                <a16:creationId xmlns:a16="http://schemas.microsoft.com/office/drawing/2014/main" id="{094E9A69-B612-35E4-DEEF-5092DA0A0A97}"/>
              </a:ext>
            </a:extLst>
          </p:cNvPr>
          <p:cNvSpPr txBox="1"/>
          <p:nvPr/>
        </p:nvSpPr>
        <p:spPr>
          <a:xfrm>
            <a:off x="486181" y="606046"/>
            <a:ext cx="7928987" cy="1384995"/>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defRPr/>
            </a:pPr>
            <a:r>
              <a:rPr lang="en-US" sz="2800" err="1">
                <a:solidFill>
                  <a:prstClr val="black"/>
                </a:solidFill>
                <a:latin typeface="Segoe UI" panose="020B0502040204020203" pitchFamily="34" charset="0"/>
                <a:cs typeface="Segoe UI" panose="020B0502040204020203" pitchFamily="34" charset="0"/>
              </a:rPr>
              <a:t>nandi</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santhoshham</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lajja</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vismayavum</a:t>
            </a:r>
            <a:endParaRPr lang="en-US" sz="2800">
              <a:solidFill>
                <a:prstClr val="black"/>
              </a:solidFill>
              <a:latin typeface="Segoe UI" panose="020B0502040204020203" pitchFamily="34" charset="0"/>
              <a:cs typeface="Segoe UI" panose="020B0502040204020203" pitchFamily="34" charset="0"/>
            </a:endParaRPr>
          </a:p>
          <a:p>
            <a:pPr>
              <a:defRPr/>
            </a:pP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nanne</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nirhayunnullhil</a:t>
            </a:r>
            <a:endPar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p>
            <a:pPr>
              <a:defRPr/>
            </a:pPr>
            <a:r>
              <a:rPr lang="en-US" sz="2800" err="1">
                <a:solidFill>
                  <a:prstClr val="black"/>
                </a:solidFill>
                <a:latin typeface="Segoe UI" panose="020B0502040204020203" pitchFamily="34" charset="0"/>
                <a:cs typeface="Segoe UI" panose="020B0502040204020203" pitchFamily="34" charset="0"/>
              </a:rPr>
              <a:t>haaleluyya</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haaleluyya</a:t>
            </a:r>
            <a:endPar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8" name="TextBox 2">
            <a:extLst>
              <a:ext uri="{FF2B5EF4-FFF2-40B4-BE49-F238E27FC236}">
                <a16:creationId xmlns:a16="http://schemas.microsoft.com/office/drawing/2014/main" id="{E15D8B6F-B75E-49DE-8804-FA702615DED3}"/>
              </a:ext>
            </a:extLst>
          </p:cNvPr>
          <p:cNvSpPr txBox="1"/>
          <p:nvPr/>
        </p:nvSpPr>
        <p:spPr>
          <a:xfrm>
            <a:off x="486181" y="2543669"/>
            <a:ext cx="7928987" cy="1569660"/>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l-GR" sz="3200" b="0" i="0" u="none" strike="noStrike" baseline="0">
                <a:solidFill>
                  <a:srgbClr val="000000"/>
                </a:solidFill>
                <a:latin typeface="ML-TTKarthika" panose="04000000000000000000" pitchFamily="82" charset="0"/>
              </a:rPr>
              <a:t>\</a:t>
            </a:r>
            <a:r>
              <a:rPr lang="en-SG" sz="3200" b="0" i="0" u="none" strike="noStrike" baseline="0">
                <a:solidFill>
                  <a:srgbClr val="000000"/>
                </a:solidFill>
                <a:latin typeface="ML-TTKarthika" panose="04000000000000000000" pitchFamily="82" charset="0"/>
              </a:rPr>
              <a:t>\</a:t>
            </a:r>
            <a:r>
              <a:rPr lang="en-SG" sz="3200" b="0" i="0" u="none" strike="noStrike" baseline="0" err="1">
                <a:solidFill>
                  <a:srgbClr val="000000"/>
                </a:solidFill>
                <a:latin typeface="ML-TTKarthika" panose="04000000000000000000" pitchFamily="82" charset="0"/>
              </a:rPr>
              <a:t>vZ</a:t>
            </a:r>
            <a:r>
              <a:rPr lang="pl-PL" sz="3200" b="0" i="0" u="none" strike="noStrike" baseline="0">
                <a:solidFill>
                  <a:srgbClr val="000000"/>
                </a:solidFill>
                <a:latin typeface="ML-TTKarthika" panose="04000000000000000000" pitchFamily="82" charset="0"/>
              </a:rPr>
              <a:t>n kt´mjw eÖ hnkvabhpw</a:t>
            </a:r>
          </a:p>
          <a:p>
            <a:r>
              <a:rPr lang="pl-PL" sz="3200" b="0" i="0" u="none" strike="noStrike" baseline="0">
                <a:solidFill>
                  <a:srgbClr val="000000"/>
                </a:solidFill>
                <a:latin typeface="ML-TTKarthika" panose="04000000000000000000" pitchFamily="82" charset="0"/>
              </a:rPr>
              <a:t>\t¶ \ndbp¶pÅnÂ</a:t>
            </a:r>
          </a:p>
          <a:p>
            <a:r>
              <a:rPr lang="pl-PL" sz="3200" b="0" i="0" u="none" strike="noStrike" baseline="0">
                <a:solidFill>
                  <a:srgbClr val="000000"/>
                </a:solidFill>
                <a:latin typeface="ML-TTKarthika" panose="04000000000000000000" pitchFamily="82" charset="0"/>
              </a:rPr>
              <a:t>lmteeq¿m! lmteeq¿m!</a:t>
            </a:r>
            <a:endParaRPr kumimoji="0" lang="en-SG" sz="6000" b="0" i="0" u="none" strike="noStrike" kern="1200" cap="none" spc="0" normalizeH="0" baseline="0" noProof="0">
              <a:ln>
                <a:noFill/>
              </a:ln>
              <a:solidFill>
                <a:srgbClr val="000000"/>
              </a:solidFill>
              <a:effectLst/>
              <a:uLnTx/>
              <a:uFillTx/>
              <a:latin typeface="ML-TTKarthika" panose="04000000000000000000" pitchFamily="82" charset="0"/>
              <a:ea typeface="Calibri" panose="020F0502020204030204" pitchFamily="34" charset="0"/>
              <a:cs typeface="+mn-cs"/>
            </a:endParaRPr>
          </a:p>
        </p:txBody>
      </p:sp>
    </p:spTree>
    <p:extLst>
      <p:ext uri="{BB962C8B-B14F-4D97-AF65-F5344CB8AC3E}">
        <p14:creationId xmlns:p14="http://schemas.microsoft.com/office/powerpoint/2010/main" val="704002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5417E-1AEF-4574-36CC-65696A0BB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CB27F2-00F8-71A9-794C-01483222BF3F}"/>
              </a:ext>
            </a:extLst>
          </p:cNvPr>
          <p:cNvSpPr>
            <a:spLocks noGrp="1"/>
          </p:cNvSpPr>
          <p:nvPr>
            <p:ph type="title"/>
          </p:nvPr>
        </p:nvSpPr>
        <p:spPr>
          <a:xfrm>
            <a:off x="-4185" y="13609"/>
            <a:ext cx="9144000" cy="486000"/>
          </a:xfrm>
        </p:spPr>
        <p:txBody>
          <a:bodyPr>
            <a:noAutofit/>
          </a:bodyPr>
          <a:lstStyle/>
          <a:p>
            <a:r>
              <a:rPr lang="en-SG">
                <a:latin typeface="Segoe UI"/>
                <a:cs typeface="Segoe UI"/>
              </a:rPr>
              <a:t>Opening Song – Hymn No.  86</a:t>
            </a:r>
            <a:endParaRPr lang="en-US">
              <a:latin typeface="Segoe UI"/>
              <a:cs typeface="Segoe UI"/>
            </a:endParaRPr>
          </a:p>
        </p:txBody>
      </p:sp>
      <p:sp>
        <p:nvSpPr>
          <p:cNvPr id="6" name="Slide Number Placeholder 3">
            <a:extLst>
              <a:ext uri="{FF2B5EF4-FFF2-40B4-BE49-F238E27FC236}">
                <a16:creationId xmlns:a16="http://schemas.microsoft.com/office/drawing/2014/main" id="{CC1001B5-A2C5-F6B2-16E0-148B55FDDCE9}"/>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10</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A483351D-0CEB-CCF0-7630-2FE4135721F9}"/>
              </a:ext>
            </a:extLst>
          </p:cNvPr>
          <p:cNvSpPr txBox="1"/>
          <p:nvPr/>
        </p:nvSpPr>
        <p:spPr>
          <a:xfrm>
            <a:off x="7068968" y="4835724"/>
            <a:ext cx="2070847" cy="307777"/>
          </a:xfrm>
          <a:prstGeom prst="rect">
            <a:avLst/>
          </a:prstGeom>
          <a:noFill/>
        </p:spPr>
        <p:txBody>
          <a:bodyPr wrap="square">
            <a:spAutoFit/>
          </a:bodyPr>
          <a:lstStyle/>
          <a:p>
            <a:pPr algn="r" defTabSz="457178">
              <a:defRPr/>
            </a:pPr>
            <a:r>
              <a:rPr lang="en-US" sz="1400">
                <a:solidFill>
                  <a:prstClr val="black"/>
                </a:solidFill>
                <a:latin typeface="Segoe UI" panose="020B0502040204020203" pitchFamily="34" charset="0"/>
                <a:cs typeface="Segoe UI" panose="020B0502040204020203" pitchFamily="34" charset="0"/>
              </a:rPr>
              <a:t>Opening: 9 of 11 </a:t>
            </a:r>
          </a:p>
        </p:txBody>
      </p:sp>
      <p:sp>
        <p:nvSpPr>
          <p:cNvPr id="3" name="TextBox 6">
            <a:extLst>
              <a:ext uri="{FF2B5EF4-FFF2-40B4-BE49-F238E27FC236}">
                <a16:creationId xmlns:a16="http://schemas.microsoft.com/office/drawing/2014/main" id="{FF26A353-604F-C51B-ED00-BFA402F7ED0F}"/>
              </a:ext>
            </a:extLst>
          </p:cNvPr>
          <p:cNvSpPr txBox="1"/>
          <p:nvPr/>
        </p:nvSpPr>
        <p:spPr>
          <a:xfrm>
            <a:off x="603321" y="708820"/>
            <a:ext cx="7928987" cy="1384995"/>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defRPr/>
            </a:pPr>
            <a:r>
              <a:rPr lang="en-US" sz="2800" err="1">
                <a:solidFill>
                  <a:prstClr val="black"/>
                </a:solidFill>
                <a:latin typeface="Segoe UI" panose="020B0502040204020203" pitchFamily="34" charset="0"/>
                <a:cs typeface="Segoe UI" panose="020B0502040204020203" pitchFamily="34" charset="0"/>
              </a:rPr>
              <a:t>sthuthi</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sthuthi</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ninakke</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ennum</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cholleeduven</a:t>
            </a:r>
            <a:endParaRPr lang="en-US" sz="2800">
              <a:solidFill>
                <a:prstClr val="black"/>
              </a:solidFill>
              <a:latin typeface="Segoe UI" panose="020B0502040204020203" pitchFamily="34" charset="0"/>
              <a:cs typeface="Segoe UI" panose="020B0502040204020203" pitchFamily="34" charset="0"/>
            </a:endParaRPr>
          </a:p>
          <a:p>
            <a:pPr>
              <a:defRPr/>
            </a:pP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doshha</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chumad-ozhichchu</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rakshha</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thannavane</a:t>
            </a:r>
            <a:endPar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p>
            <a:pPr>
              <a:defRPr/>
            </a:pP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sthuthi</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sthuthi</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ninakke</a:t>
            </a:r>
            <a:r>
              <a:rPr lang="en-US" sz="2800">
                <a:solidFill>
                  <a:prstClr val="black"/>
                </a:solidFill>
                <a:latin typeface="Segoe UI" panose="020B0502040204020203" pitchFamily="34" charset="0"/>
                <a:cs typeface="Segoe UI" panose="020B0502040204020203" pitchFamily="34" charset="0"/>
              </a:rPr>
              <a:t>!</a:t>
            </a:r>
            <a:endPar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9" name="TextBox 2">
            <a:extLst>
              <a:ext uri="{FF2B5EF4-FFF2-40B4-BE49-F238E27FC236}">
                <a16:creationId xmlns:a16="http://schemas.microsoft.com/office/drawing/2014/main" id="{53DBF2D0-7705-C5F6-7E36-1EF199325DEE}"/>
              </a:ext>
            </a:extLst>
          </p:cNvPr>
          <p:cNvSpPr txBox="1"/>
          <p:nvPr/>
        </p:nvSpPr>
        <p:spPr>
          <a:xfrm>
            <a:off x="603320" y="2702909"/>
            <a:ext cx="7928987" cy="1569660"/>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pl-PL" sz="3200" b="0" i="0" u="none" strike="noStrike" baseline="0">
                <a:solidFill>
                  <a:srgbClr val="000000"/>
                </a:solidFill>
                <a:latin typeface="ML-TTKarthika" panose="04000000000000000000" pitchFamily="82" charset="0"/>
              </a:rPr>
              <a:t>kvXpXn kvXpXn \n\t¡ F¶pw sNmÃoSpth³</a:t>
            </a:r>
          </a:p>
          <a:p>
            <a:r>
              <a:rPr lang="pl-PL" sz="3200" b="0" i="0" u="none" strike="noStrike" baseline="0">
                <a:solidFill>
                  <a:srgbClr val="000000"/>
                </a:solidFill>
                <a:latin typeface="ML-TTKarthika" panose="04000000000000000000" pitchFamily="82" charset="0"/>
              </a:rPr>
              <a:t>tZmjNpasSmgn¨p c£ X¶ht\!</a:t>
            </a:r>
            <a:endParaRPr lang="en-US" sz="3200" b="0" i="0" u="none" strike="noStrike" baseline="0">
              <a:solidFill>
                <a:srgbClr val="000000"/>
              </a:solidFill>
              <a:latin typeface="ML-TTKarthika" panose="04000000000000000000" pitchFamily="82" charset="0"/>
            </a:endParaRPr>
          </a:p>
          <a:p>
            <a:r>
              <a:rPr lang="pl-PL" sz="3200" b="0" i="0" u="none" strike="noStrike" baseline="0">
                <a:solidFill>
                  <a:srgbClr val="000000"/>
                </a:solidFill>
                <a:latin typeface="ML-TTKarthika" panose="04000000000000000000" pitchFamily="82" charset="0"/>
              </a:rPr>
              <a:t>kvXpXn kvXpXn \n\t¡</a:t>
            </a:r>
            <a:r>
              <a:rPr lang="en-US" sz="3200" b="0" i="0" u="none" strike="noStrike" baseline="0">
                <a:solidFill>
                  <a:srgbClr val="000000"/>
                </a:solidFill>
                <a:latin typeface="ML-TTKarthika" panose="04000000000000000000" pitchFamily="82" charset="0"/>
              </a:rPr>
              <a:t>!</a:t>
            </a:r>
            <a:endParaRPr kumimoji="0" lang="en-SG" sz="3200" b="0" i="0" u="none" strike="noStrike" kern="1200" cap="none" spc="0" normalizeH="0" baseline="0" noProof="0">
              <a:ln>
                <a:noFill/>
              </a:ln>
              <a:solidFill>
                <a:srgbClr val="000000"/>
              </a:solidFill>
              <a:effectLst/>
              <a:uLnTx/>
              <a:uFillTx/>
              <a:latin typeface="ML-TTKarthika" panose="04000000000000000000" pitchFamily="82" charset="0"/>
              <a:ea typeface="Calibri" panose="020F0502020204030204" pitchFamily="34" charset="0"/>
              <a:cs typeface="+mn-cs"/>
            </a:endParaRPr>
          </a:p>
        </p:txBody>
      </p:sp>
    </p:spTree>
    <p:extLst>
      <p:ext uri="{BB962C8B-B14F-4D97-AF65-F5344CB8AC3E}">
        <p14:creationId xmlns:p14="http://schemas.microsoft.com/office/powerpoint/2010/main" val="26773517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45390-5899-032B-1B2D-38F66F9012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C273FC-C2E9-7F94-01B1-035F0B9517D6}"/>
              </a:ext>
            </a:extLst>
          </p:cNvPr>
          <p:cNvSpPr>
            <a:spLocks noGrp="1"/>
          </p:cNvSpPr>
          <p:nvPr>
            <p:ph type="title"/>
          </p:nvPr>
        </p:nvSpPr>
        <p:spPr>
          <a:xfrm>
            <a:off x="-4185" y="13609"/>
            <a:ext cx="9144000" cy="486000"/>
          </a:xfrm>
        </p:spPr>
        <p:txBody>
          <a:bodyPr>
            <a:noAutofit/>
          </a:bodyPr>
          <a:lstStyle/>
          <a:p>
            <a:r>
              <a:rPr lang="en-SG">
                <a:latin typeface="Segoe UI"/>
                <a:cs typeface="Segoe UI"/>
              </a:rPr>
              <a:t>Opening Song – Hymn No.  86</a:t>
            </a:r>
            <a:endParaRPr lang="en-US">
              <a:latin typeface="Segoe UI"/>
              <a:cs typeface="Segoe UI"/>
            </a:endParaRPr>
          </a:p>
        </p:txBody>
      </p:sp>
      <p:sp>
        <p:nvSpPr>
          <p:cNvPr id="6" name="Slide Number Placeholder 3">
            <a:extLst>
              <a:ext uri="{FF2B5EF4-FFF2-40B4-BE49-F238E27FC236}">
                <a16:creationId xmlns:a16="http://schemas.microsoft.com/office/drawing/2014/main" id="{AA8EE17F-67C7-502A-1D36-B936BDC7D7BD}"/>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11</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D94D003A-6405-CFD5-5727-341FC9953FE9}"/>
              </a:ext>
            </a:extLst>
          </p:cNvPr>
          <p:cNvSpPr txBox="1"/>
          <p:nvPr/>
        </p:nvSpPr>
        <p:spPr>
          <a:xfrm>
            <a:off x="7068968" y="4835724"/>
            <a:ext cx="2070847" cy="307777"/>
          </a:xfrm>
          <a:prstGeom prst="rect">
            <a:avLst/>
          </a:prstGeom>
          <a:noFill/>
        </p:spPr>
        <p:txBody>
          <a:bodyPr wrap="square">
            <a:spAutoFit/>
          </a:bodyPr>
          <a:lstStyle/>
          <a:p>
            <a:pPr algn="r" defTabSz="457178">
              <a:defRPr/>
            </a:pPr>
            <a:r>
              <a:rPr lang="en-US" sz="1400">
                <a:solidFill>
                  <a:prstClr val="black"/>
                </a:solidFill>
                <a:latin typeface="Segoe UI" panose="020B0502040204020203" pitchFamily="34" charset="0"/>
                <a:cs typeface="Segoe UI" panose="020B0502040204020203" pitchFamily="34" charset="0"/>
              </a:rPr>
              <a:t>Opening: 10 of 11 </a:t>
            </a:r>
          </a:p>
        </p:txBody>
      </p:sp>
      <p:sp>
        <p:nvSpPr>
          <p:cNvPr id="10" name="Right Brace 9">
            <a:extLst>
              <a:ext uri="{FF2B5EF4-FFF2-40B4-BE49-F238E27FC236}">
                <a16:creationId xmlns:a16="http://schemas.microsoft.com/office/drawing/2014/main" id="{BF2FE3C9-47CD-F957-AD40-6BF6EE476DDA}"/>
              </a:ext>
            </a:extLst>
          </p:cNvPr>
          <p:cNvSpPr/>
          <p:nvPr/>
        </p:nvSpPr>
        <p:spPr>
          <a:xfrm>
            <a:off x="8076959" y="737956"/>
            <a:ext cx="203200" cy="670560"/>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a:p>
        </p:txBody>
      </p:sp>
      <p:sp>
        <p:nvSpPr>
          <p:cNvPr id="11" name="TextBox 11">
            <a:extLst>
              <a:ext uri="{FF2B5EF4-FFF2-40B4-BE49-F238E27FC236}">
                <a16:creationId xmlns:a16="http://schemas.microsoft.com/office/drawing/2014/main" id="{6B136AE2-B91E-611D-D066-E9BF6551025E}"/>
              </a:ext>
            </a:extLst>
          </p:cNvPr>
          <p:cNvSpPr txBox="1"/>
          <p:nvPr/>
        </p:nvSpPr>
        <p:spPr>
          <a:xfrm>
            <a:off x="8272928" y="906249"/>
            <a:ext cx="284480" cy="369332"/>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a:latin typeface="Segoe UI" panose="020B0502040204020203" pitchFamily="34" charset="0"/>
                <a:cs typeface="Segoe UI" panose="020B0502040204020203" pitchFamily="34" charset="0"/>
              </a:rPr>
              <a:t>2</a:t>
            </a:r>
          </a:p>
        </p:txBody>
      </p:sp>
      <p:sp>
        <p:nvSpPr>
          <p:cNvPr id="13" name="Right Brace 12">
            <a:extLst>
              <a:ext uri="{FF2B5EF4-FFF2-40B4-BE49-F238E27FC236}">
                <a16:creationId xmlns:a16="http://schemas.microsoft.com/office/drawing/2014/main" id="{4E05DDEF-BA0C-9D09-C5E3-B4D9F54DC9E2}"/>
              </a:ext>
            </a:extLst>
          </p:cNvPr>
          <p:cNvSpPr/>
          <p:nvPr/>
        </p:nvSpPr>
        <p:spPr>
          <a:xfrm>
            <a:off x="7975359" y="2720373"/>
            <a:ext cx="203200" cy="670560"/>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a:p>
        </p:txBody>
      </p:sp>
      <p:sp>
        <p:nvSpPr>
          <p:cNvPr id="14" name="TextBox 11">
            <a:extLst>
              <a:ext uri="{FF2B5EF4-FFF2-40B4-BE49-F238E27FC236}">
                <a16:creationId xmlns:a16="http://schemas.microsoft.com/office/drawing/2014/main" id="{63BAF07C-52CD-D055-19DA-1E6685F667CB}"/>
              </a:ext>
            </a:extLst>
          </p:cNvPr>
          <p:cNvSpPr txBox="1"/>
          <p:nvPr/>
        </p:nvSpPr>
        <p:spPr>
          <a:xfrm>
            <a:off x="8272928" y="2911997"/>
            <a:ext cx="284480" cy="369332"/>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a:latin typeface="Segoe UI" panose="020B0502040204020203" pitchFamily="34" charset="0"/>
                <a:cs typeface="Segoe UI" panose="020B0502040204020203" pitchFamily="34" charset="0"/>
              </a:rPr>
              <a:t>2</a:t>
            </a:r>
          </a:p>
        </p:txBody>
      </p:sp>
      <p:sp>
        <p:nvSpPr>
          <p:cNvPr id="3" name="TextBox 6">
            <a:extLst>
              <a:ext uri="{FF2B5EF4-FFF2-40B4-BE49-F238E27FC236}">
                <a16:creationId xmlns:a16="http://schemas.microsoft.com/office/drawing/2014/main" id="{094E9A69-B612-35E4-DEEF-5092DA0A0A97}"/>
              </a:ext>
            </a:extLst>
          </p:cNvPr>
          <p:cNvSpPr txBox="1"/>
          <p:nvPr/>
        </p:nvSpPr>
        <p:spPr>
          <a:xfrm>
            <a:off x="486181" y="590174"/>
            <a:ext cx="7928987" cy="1384995"/>
          </a:xfrm>
          <a:prstGeom prst="rect">
            <a:avLst/>
          </a:prstGeom>
          <a:noFill/>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defRPr/>
            </a:pPr>
            <a:r>
              <a:rPr lang="en-US" sz="2800" dirty="0" err="1">
                <a:solidFill>
                  <a:prstClr val="black"/>
                </a:solidFill>
                <a:latin typeface="Segoe UI"/>
                <a:cs typeface="Segoe UI"/>
              </a:rPr>
              <a:t>ezhe</a:t>
            </a:r>
            <a:r>
              <a:rPr lang="en-US" sz="2800" dirty="0">
                <a:solidFill>
                  <a:prstClr val="black"/>
                </a:solidFill>
                <a:latin typeface="Segoe UI"/>
                <a:cs typeface="Segoe UI"/>
              </a:rPr>
              <a:t> </a:t>
            </a:r>
            <a:r>
              <a:rPr lang="en-US" sz="2800" dirty="0" err="1">
                <a:solidFill>
                  <a:prstClr val="black"/>
                </a:solidFill>
                <a:latin typeface="Segoe UI"/>
                <a:cs typeface="Segoe UI"/>
              </a:rPr>
              <a:t>pizhachchu</a:t>
            </a:r>
            <a:r>
              <a:rPr lang="en-US" sz="2800" dirty="0">
                <a:solidFill>
                  <a:prstClr val="black"/>
                </a:solidFill>
                <a:latin typeface="Segoe UI"/>
                <a:cs typeface="Segoe UI"/>
              </a:rPr>
              <a:t> </a:t>
            </a:r>
            <a:r>
              <a:rPr lang="en-US" sz="2800" dirty="0" err="1">
                <a:solidFill>
                  <a:prstClr val="black"/>
                </a:solidFill>
                <a:latin typeface="Segoe UI"/>
                <a:cs typeface="Segoe UI"/>
              </a:rPr>
              <a:t>njaan</a:t>
            </a:r>
            <a:r>
              <a:rPr lang="en-US" sz="2800" dirty="0">
                <a:solidFill>
                  <a:prstClr val="black"/>
                </a:solidFill>
                <a:latin typeface="Segoe UI"/>
                <a:cs typeface="Segoe UI"/>
              </a:rPr>
              <a:t> </a:t>
            </a:r>
            <a:r>
              <a:rPr lang="en-US" sz="2800" dirty="0" err="1">
                <a:solidFill>
                  <a:prstClr val="black"/>
                </a:solidFill>
                <a:latin typeface="Segoe UI"/>
                <a:cs typeface="Segoe UI"/>
              </a:rPr>
              <a:t>ezhe</a:t>
            </a:r>
            <a:r>
              <a:rPr lang="en-US" sz="2800" dirty="0">
                <a:solidFill>
                  <a:prstClr val="black"/>
                </a:solidFill>
                <a:latin typeface="Segoe UI"/>
                <a:cs typeface="Segoe UI"/>
              </a:rPr>
              <a:t> </a:t>
            </a:r>
            <a:r>
              <a:rPr lang="en-US" sz="2800" dirty="0" err="1">
                <a:solidFill>
                  <a:prstClr val="black"/>
                </a:solidFill>
                <a:latin typeface="Segoe UI"/>
                <a:cs typeface="Segoe UI"/>
              </a:rPr>
              <a:t>mochichchu</a:t>
            </a:r>
            <a:r>
              <a:rPr lang="en-US" sz="2800" dirty="0">
                <a:solidFill>
                  <a:prstClr val="black"/>
                </a:solidFill>
                <a:latin typeface="Segoe UI"/>
                <a:cs typeface="Segoe UI"/>
              </a:rPr>
              <a:t> nee</a:t>
            </a:r>
          </a:p>
          <a:p>
            <a:pPr>
              <a:defRPr/>
            </a:pPr>
            <a:r>
              <a:rPr kumimoji="0" lang="en-US" sz="2800" b="0" i="0" u="none" strike="noStrike" kern="1200" cap="none" spc="0" normalizeH="0" baseline="0" noProof="0" err="1">
                <a:ln>
                  <a:noFill/>
                </a:ln>
                <a:solidFill>
                  <a:prstClr val="black"/>
                </a:solidFill>
                <a:effectLst/>
                <a:uLnTx/>
                <a:uFillTx/>
                <a:latin typeface="Segoe UI"/>
                <a:cs typeface="Segoe UI"/>
              </a:rPr>
              <a:t>ennum</a:t>
            </a:r>
            <a:r>
              <a:rPr kumimoji="0" lang="en-US" sz="2800" b="0" i="0" u="none" strike="noStrike" kern="1200" cap="none" spc="0" normalizeH="0" baseline="0" noProof="0">
                <a:ln>
                  <a:noFill/>
                </a:ln>
                <a:solidFill>
                  <a:prstClr val="black"/>
                </a:solidFill>
                <a:effectLst/>
                <a:uLnTx/>
                <a:uFillTx/>
                <a:latin typeface="Segoe UI"/>
                <a:cs typeface="Segoe UI"/>
              </a:rPr>
              <a:t> </a:t>
            </a:r>
            <a:r>
              <a:rPr lang="en-US" sz="2800" err="1">
                <a:solidFill>
                  <a:prstClr val="black"/>
                </a:solidFill>
                <a:latin typeface="Segoe UI"/>
                <a:cs typeface="Segoe UI"/>
              </a:rPr>
              <a:t>ninn</a:t>
            </a:r>
            <a:r>
              <a:rPr lang="en-US" sz="2800">
                <a:solidFill>
                  <a:prstClr val="black"/>
                </a:solidFill>
                <a:latin typeface="Segoe UI"/>
                <a:cs typeface="Segoe UI"/>
              </a:rPr>
              <a:t> </a:t>
            </a:r>
            <a:r>
              <a:rPr lang="en-US" sz="2800" err="1">
                <a:solidFill>
                  <a:prstClr val="black"/>
                </a:solidFill>
                <a:latin typeface="Segoe UI"/>
                <a:cs typeface="Segoe UI"/>
              </a:rPr>
              <a:t>adima</a:t>
            </a:r>
            <a:r>
              <a:rPr kumimoji="0" lang="en-US" sz="2800" b="0" i="0" u="none" strike="noStrike" kern="1200" cap="none" spc="0" normalizeH="0" baseline="0" noProof="0">
                <a:ln>
                  <a:noFill/>
                </a:ln>
                <a:solidFill>
                  <a:prstClr val="black"/>
                </a:solidFill>
                <a:effectLst/>
                <a:uLnTx/>
                <a:uFillTx/>
                <a:latin typeface="Segoe UI"/>
                <a:cs typeface="Segoe UI"/>
              </a:rPr>
              <a:t> </a:t>
            </a:r>
            <a:r>
              <a:rPr kumimoji="0" lang="en-US" sz="2800" b="0" i="0" u="none" strike="noStrike" kern="1200" cap="none" spc="0" normalizeH="0" baseline="0" noProof="0" err="1">
                <a:ln>
                  <a:noFill/>
                </a:ln>
                <a:solidFill>
                  <a:prstClr val="black"/>
                </a:solidFill>
                <a:effectLst/>
                <a:uLnTx/>
                <a:uFillTx/>
                <a:latin typeface="Segoe UI"/>
                <a:cs typeface="Segoe UI"/>
              </a:rPr>
              <a:t>njaan</a:t>
            </a:r>
            <a:endParaRPr kumimoji="0" lang="en-US" sz="2800" b="0" i="0" u="none" strike="noStrike" kern="1200" cap="none" spc="0" normalizeH="0" baseline="0" noProof="0">
              <a:ln>
                <a:noFill/>
              </a:ln>
              <a:solidFill>
                <a:prstClr val="black"/>
              </a:solidFill>
              <a:effectLst/>
              <a:uLnTx/>
              <a:uFillTx/>
              <a:latin typeface="Segoe UI"/>
              <a:cs typeface="Segoe UI"/>
            </a:endParaRPr>
          </a:p>
          <a:p>
            <a:pPr>
              <a:defRPr/>
            </a:pPr>
            <a:r>
              <a:rPr lang="en-US" sz="2800" dirty="0" err="1">
                <a:solidFill>
                  <a:prstClr val="black"/>
                </a:solidFill>
                <a:latin typeface="Segoe UI"/>
                <a:cs typeface="Segoe UI"/>
              </a:rPr>
              <a:t>haaleluyya</a:t>
            </a:r>
            <a:r>
              <a:rPr lang="en-US" sz="2800" dirty="0">
                <a:solidFill>
                  <a:prstClr val="black"/>
                </a:solidFill>
                <a:latin typeface="Segoe UI"/>
                <a:cs typeface="Segoe UI"/>
              </a:rPr>
              <a:t> </a:t>
            </a:r>
            <a:r>
              <a:rPr lang="en-US" sz="2800" dirty="0" err="1">
                <a:solidFill>
                  <a:prstClr val="black"/>
                </a:solidFill>
                <a:latin typeface="Segoe UI"/>
                <a:cs typeface="Segoe UI"/>
              </a:rPr>
              <a:t>haaleluyya</a:t>
            </a:r>
            <a:endParaRPr kumimoji="0" lang="en-US" sz="2800" b="0" i="0" u="none" strike="noStrike" kern="1200" cap="none" spc="0" normalizeH="0" baseline="0" noProof="0" dirty="0">
              <a:ln>
                <a:noFill/>
              </a:ln>
              <a:solidFill>
                <a:prstClr val="black"/>
              </a:solidFill>
              <a:effectLst/>
              <a:uLnTx/>
              <a:uFillTx/>
              <a:latin typeface="Segoe UI"/>
              <a:cs typeface="Segoe UI"/>
            </a:endParaRPr>
          </a:p>
        </p:txBody>
      </p:sp>
      <p:sp>
        <p:nvSpPr>
          <p:cNvPr id="5" name="TextBox 2">
            <a:extLst>
              <a:ext uri="{FF2B5EF4-FFF2-40B4-BE49-F238E27FC236}">
                <a16:creationId xmlns:a16="http://schemas.microsoft.com/office/drawing/2014/main" id="{E15D8B6F-B75E-49DE-8804-FA702615DED3}"/>
              </a:ext>
            </a:extLst>
          </p:cNvPr>
          <p:cNvSpPr txBox="1"/>
          <p:nvPr/>
        </p:nvSpPr>
        <p:spPr>
          <a:xfrm>
            <a:off x="586592" y="2666100"/>
            <a:ext cx="7928987" cy="1569660"/>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SG" sz="3200" b="0" i="0" u="none" strike="noStrike" baseline="0" err="1">
                <a:solidFill>
                  <a:srgbClr val="000000"/>
                </a:solidFill>
                <a:latin typeface="ML-TTKarthika" panose="04000000000000000000" pitchFamily="82" charset="0"/>
              </a:rPr>
              <a:t>Gsd</a:t>
            </a:r>
            <a:r>
              <a:rPr lang="en-SG" sz="3200" b="0" i="0" u="none" strike="noStrike" baseline="0">
                <a:solidFill>
                  <a:srgbClr val="000000"/>
                </a:solidFill>
                <a:latin typeface="ML-TTKarthika" panose="04000000000000000000" pitchFamily="82" charset="0"/>
              </a:rPr>
              <a:t> ]</a:t>
            </a:r>
            <a:r>
              <a:rPr lang="en-SG" sz="3200" b="0" i="0" u="none" strike="noStrike" baseline="0" err="1">
                <a:solidFill>
                  <a:srgbClr val="000000"/>
                </a:solidFill>
                <a:latin typeface="ML-TTKarthika" panose="04000000000000000000" pitchFamily="82" charset="0"/>
              </a:rPr>
              <a:t>ng¨p</a:t>
            </a:r>
            <a:r>
              <a:rPr lang="en-SG" sz="3200" b="0" i="0" u="none" strike="noStrike" baseline="0">
                <a:solidFill>
                  <a:srgbClr val="000000"/>
                </a:solidFill>
                <a:latin typeface="ML-TTKarthika" panose="04000000000000000000" pitchFamily="82" charset="0"/>
              </a:rPr>
              <a:t> Rm³þGsd </a:t>
            </a:r>
            <a:r>
              <a:rPr lang="en-SG" sz="3200" b="0" i="0" u="none" strike="noStrike" baseline="0" err="1">
                <a:solidFill>
                  <a:srgbClr val="000000"/>
                </a:solidFill>
                <a:latin typeface="ML-TTKarthika" panose="04000000000000000000" pitchFamily="82" charset="0"/>
              </a:rPr>
              <a:t>tamNn¨p</a:t>
            </a:r>
            <a:r>
              <a:rPr lang="en-SG" sz="3200" b="0" i="0" u="none" strike="noStrike" baseline="0">
                <a:solidFill>
                  <a:srgbClr val="000000"/>
                </a:solidFill>
                <a:latin typeface="ML-TTKarthika" panose="04000000000000000000" pitchFamily="82" charset="0"/>
              </a:rPr>
              <a:t> \o</a:t>
            </a:r>
          </a:p>
          <a:p>
            <a:r>
              <a:rPr lang="en-SG" sz="3200" b="0" i="0" u="none" strike="noStrike" baseline="0" err="1">
                <a:solidFill>
                  <a:srgbClr val="000000"/>
                </a:solidFill>
                <a:latin typeface="ML-TTKarthika" panose="04000000000000000000" pitchFamily="82" charset="0"/>
              </a:rPr>
              <a:t>F¶pw</a:t>
            </a:r>
            <a:r>
              <a:rPr lang="en-SG" sz="3200" b="0" i="0" u="none" strike="noStrike" baseline="0">
                <a:solidFill>
                  <a:srgbClr val="000000"/>
                </a:solidFill>
                <a:latin typeface="ML-TTKarthika" panose="04000000000000000000" pitchFamily="82" charset="0"/>
              </a:rPr>
              <a:t> \</a:t>
            </a:r>
            <a:r>
              <a:rPr lang="en-SG" sz="3200" b="0" i="0" u="none" strike="noStrike" baseline="0" err="1">
                <a:solidFill>
                  <a:srgbClr val="000000"/>
                </a:solidFill>
                <a:latin typeface="ML-TTKarthika" panose="04000000000000000000" pitchFamily="82" charset="0"/>
              </a:rPr>
              <a:t>n¶Sna</a:t>
            </a:r>
            <a:r>
              <a:rPr lang="en-SG" sz="3200" b="0" i="0" u="none" strike="noStrike" baseline="0">
                <a:solidFill>
                  <a:srgbClr val="000000"/>
                </a:solidFill>
                <a:latin typeface="ML-TTKarthika" panose="04000000000000000000" pitchFamily="82" charset="0"/>
              </a:rPr>
              <a:t> Rm³</a:t>
            </a:r>
          </a:p>
          <a:p>
            <a:r>
              <a:rPr lang="pl-PL" sz="3200" b="0" i="0" u="none" strike="noStrike" baseline="0">
                <a:solidFill>
                  <a:srgbClr val="000000"/>
                </a:solidFill>
                <a:latin typeface="ML-TTKarthika" panose="04000000000000000000" pitchFamily="82" charset="0"/>
              </a:rPr>
              <a:t>lmteeq¿m! lmteeq¿m!</a:t>
            </a:r>
            <a:endParaRPr kumimoji="0" lang="en-SG" sz="6000" b="0" i="0" u="none" strike="noStrike" kern="1200" cap="none" spc="0" normalizeH="0" baseline="0" noProof="0">
              <a:ln>
                <a:noFill/>
              </a:ln>
              <a:solidFill>
                <a:srgbClr val="000000"/>
              </a:solidFill>
              <a:effectLst/>
              <a:uLnTx/>
              <a:uFillTx/>
              <a:latin typeface="ML-TTKarthika" panose="04000000000000000000" pitchFamily="82" charset="0"/>
              <a:ea typeface="Calibri" panose="020F0502020204030204" pitchFamily="34" charset="0"/>
              <a:cs typeface="+mn-cs"/>
            </a:endParaRPr>
          </a:p>
        </p:txBody>
      </p:sp>
    </p:spTree>
    <p:extLst>
      <p:ext uri="{BB962C8B-B14F-4D97-AF65-F5344CB8AC3E}">
        <p14:creationId xmlns:p14="http://schemas.microsoft.com/office/powerpoint/2010/main" val="4355732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08685-E4F1-3D5E-B0F9-D2B58AE82E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B97E3C-11AA-3DA8-715A-55E37951A211}"/>
              </a:ext>
            </a:extLst>
          </p:cNvPr>
          <p:cNvSpPr>
            <a:spLocks noGrp="1"/>
          </p:cNvSpPr>
          <p:nvPr>
            <p:ph type="title"/>
          </p:nvPr>
        </p:nvSpPr>
        <p:spPr>
          <a:xfrm>
            <a:off x="-4185" y="13609"/>
            <a:ext cx="9144000" cy="486000"/>
          </a:xfrm>
        </p:spPr>
        <p:txBody>
          <a:bodyPr>
            <a:noAutofit/>
          </a:bodyPr>
          <a:lstStyle/>
          <a:p>
            <a:r>
              <a:rPr lang="en-SG">
                <a:latin typeface="Segoe UI"/>
                <a:cs typeface="Segoe UI"/>
              </a:rPr>
              <a:t>Opening Song – Hymn No.  86</a:t>
            </a:r>
            <a:endParaRPr lang="en-US">
              <a:latin typeface="Segoe UI"/>
              <a:cs typeface="Segoe UI"/>
            </a:endParaRPr>
          </a:p>
        </p:txBody>
      </p:sp>
      <p:sp>
        <p:nvSpPr>
          <p:cNvPr id="6" name="Slide Number Placeholder 3">
            <a:extLst>
              <a:ext uri="{FF2B5EF4-FFF2-40B4-BE49-F238E27FC236}">
                <a16:creationId xmlns:a16="http://schemas.microsoft.com/office/drawing/2014/main" id="{89E2A742-EC92-A6B6-B270-780514A9C462}"/>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12</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0A6325F3-46E4-B270-D75E-09EE3737EC33}"/>
              </a:ext>
            </a:extLst>
          </p:cNvPr>
          <p:cNvSpPr txBox="1"/>
          <p:nvPr/>
        </p:nvSpPr>
        <p:spPr>
          <a:xfrm>
            <a:off x="7068968" y="4835724"/>
            <a:ext cx="2070847" cy="307777"/>
          </a:xfrm>
          <a:prstGeom prst="rect">
            <a:avLst/>
          </a:prstGeom>
          <a:noFill/>
        </p:spPr>
        <p:txBody>
          <a:bodyPr wrap="square">
            <a:spAutoFit/>
          </a:bodyPr>
          <a:lstStyle/>
          <a:p>
            <a:pPr algn="r" defTabSz="457178">
              <a:defRPr/>
            </a:pPr>
            <a:r>
              <a:rPr lang="en-US" sz="1400">
                <a:solidFill>
                  <a:prstClr val="black"/>
                </a:solidFill>
                <a:latin typeface="Segoe UI" panose="020B0502040204020203" pitchFamily="34" charset="0"/>
                <a:cs typeface="Segoe UI" panose="020B0502040204020203" pitchFamily="34" charset="0"/>
              </a:rPr>
              <a:t>Opening: 11 of 11 </a:t>
            </a:r>
          </a:p>
        </p:txBody>
      </p:sp>
      <p:sp>
        <p:nvSpPr>
          <p:cNvPr id="3" name="TextBox 6">
            <a:extLst>
              <a:ext uri="{FF2B5EF4-FFF2-40B4-BE49-F238E27FC236}">
                <a16:creationId xmlns:a16="http://schemas.microsoft.com/office/drawing/2014/main" id="{E2B83D42-FC26-3CAD-6F10-9B605EAE5741}"/>
              </a:ext>
            </a:extLst>
          </p:cNvPr>
          <p:cNvSpPr txBox="1"/>
          <p:nvPr/>
        </p:nvSpPr>
        <p:spPr>
          <a:xfrm>
            <a:off x="603321" y="708820"/>
            <a:ext cx="7928987" cy="1384995"/>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defRPr/>
            </a:pPr>
            <a:r>
              <a:rPr lang="en-US" sz="2800" err="1">
                <a:solidFill>
                  <a:prstClr val="black"/>
                </a:solidFill>
                <a:latin typeface="Segoe UI" panose="020B0502040204020203" pitchFamily="34" charset="0"/>
                <a:cs typeface="Segoe UI" panose="020B0502040204020203" pitchFamily="34" charset="0"/>
              </a:rPr>
              <a:t>sthuthi</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sthuthi</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ninakke</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ennum</a:t>
            </a:r>
            <a:r>
              <a:rPr lang="en-US" sz="2800">
                <a:solidFill>
                  <a:prstClr val="black"/>
                </a:solidFill>
                <a:latin typeface="Segoe UI" panose="020B0502040204020203" pitchFamily="34" charset="0"/>
                <a:cs typeface="Segoe UI" panose="020B0502040204020203" pitchFamily="34" charset="0"/>
              </a:rPr>
              <a:t> </a:t>
            </a:r>
            <a:r>
              <a:rPr lang="en-US" sz="2800" err="1">
                <a:solidFill>
                  <a:prstClr val="black"/>
                </a:solidFill>
                <a:latin typeface="Segoe UI" panose="020B0502040204020203" pitchFamily="34" charset="0"/>
                <a:cs typeface="Segoe UI" panose="020B0502040204020203" pitchFamily="34" charset="0"/>
              </a:rPr>
              <a:t>cholleeduven</a:t>
            </a:r>
            <a:endParaRPr lang="en-US" sz="2800">
              <a:solidFill>
                <a:prstClr val="black"/>
              </a:solidFill>
              <a:latin typeface="Segoe UI" panose="020B0502040204020203" pitchFamily="34" charset="0"/>
              <a:cs typeface="Segoe UI" panose="020B0502040204020203" pitchFamily="34" charset="0"/>
            </a:endParaRPr>
          </a:p>
          <a:p>
            <a:pPr>
              <a:defRPr/>
            </a:pP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doshha</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chumad-ozhichchu</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rakshha</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thannavane</a:t>
            </a:r>
            <a:endPar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p>
            <a:pPr>
              <a:defRPr/>
            </a:pP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sthuthi</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sthuthi</a:t>
            </a: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US" sz="2800" b="0" i="0" u="none" strike="noStrike" kern="1200" cap="none" spc="0" normalizeH="0" baseline="0" noProof="0" err="1">
                <a:ln>
                  <a:noFill/>
                </a:ln>
                <a:solidFill>
                  <a:prstClr val="black"/>
                </a:solidFill>
                <a:effectLst/>
                <a:uLnTx/>
                <a:uFillTx/>
                <a:latin typeface="Segoe UI" panose="020B0502040204020203" pitchFamily="34" charset="0"/>
                <a:ea typeface="+mn-ea"/>
                <a:cs typeface="Segoe UI" panose="020B0502040204020203" pitchFamily="34" charset="0"/>
              </a:rPr>
              <a:t>ninakke</a:t>
            </a:r>
            <a:r>
              <a:rPr lang="en-US" sz="2800">
                <a:solidFill>
                  <a:prstClr val="black"/>
                </a:solidFill>
                <a:latin typeface="Segoe UI" panose="020B0502040204020203" pitchFamily="34" charset="0"/>
                <a:cs typeface="Segoe UI" panose="020B0502040204020203" pitchFamily="34" charset="0"/>
              </a:rPr>
              <a:t>!</a:t>
            </a:r>
            <a:endPar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9" name="TextBox 2">
            <a:extLst>
              <a:ext uri="{FF2B5EF4-FFF2-40B4-BE49-F238E27FC236}">
                <a16:creationId xmlns:a16="http://schemas.microsoft.com/office/drawing/2014/main" id="{217BFE65-5737-FC5C-D86E-C6FAD7321260}"/>
              </a:ext>
            </a:extLst>
          </p:cNvPr>
          <p:cNvSpPr txBox="1"/>
          <p:nvPr/>
        </p:nvSpPr>
        <p:spPr>
          <a:xfrm>
            <a:off x="603320" y="2702909"/>
            <a:ext cx="7928987" cy="1569660"/>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pl-PL" sz="3200" b="0" i="0" u="none" strike="noStrike" baseline="0">
                <a:solidFill>
                  <a:srgbClr val="000000"/>
                </a:solidFill>
                <a:latin typeface="ML-TTKarthika" panose="04000000000000000000" pitchFamily="82" charset="0"/>
              </a:rPr>
              <a:t>kvXpXn kvXpXn \n\t¡ F¶pw sNmÃoSpth³</a:t>
            </a:r>
          </a:p>
          <a:p>
            <a:r>
              <a:rPr lang="pl-PL" sz="3200" b="0" i="0" u="none" strike="noStrike" baseline="0">
                <a:solidFill>
                  <a:srgbClr val="000000"/>
                </a:solidFill>
                <a:latin typeface="ML-TTKarthika" panose="04000000000000000000" pitchFamily="82" charset="0"/>
              </a:rPr>
              <a:t>tZmjNpasSmgn¨p c£ X¶ht\!</a:t>
            </a:r>
            <a:endParaRPr lang="en-US" sz="3200" b="0" i="0" u="none" strike="noStrike" baseline="0">
              <a:solidFill>
                <a:srgbClr val="000000"/>
              </a:solidFill>
              <a:latin typeface="ML-TTKarthika" panose="04000000000000000000" pitchFamily="82" charset="0"/>
            </a:endParaRPr>
          </a:p>
          <a:p>
            <a:r>
              <a:rPr lang="pl-PL" sz="3200" b="0" i="0" u="none" strike="noStrike" baseline="0">
                <a:solidFill>
                  <a:srgbClr val="000000"/>
                </a:solidFill>
                <a:latin typeface="ML-TTKarthika" panose="04000000000000000000" pitchFamily="82" charset="0"/>
              </a:rPr>
              <a:t>kvXpXn kvXpXn \n\t¡</a:t>
            </a:r>
            <a:r>
              <a:rPr lang="en-US" sz="3200" b="0" i="0" u="none" strike="noStrike" baseline="0">
                <a:solidFill>
                  <a:srgbClr val="000000"/>
                </a:solidFill>
                <a:latin typeface="ML-TTKarthika" panose="04000000000000000000" pitchFamily="82" charset="0"/>
              </a:rPr>
              <a:t>! </a:t>
            </a:r>
            <a:endParaRPr kumimoji="0" lang="en-SG" sz="3200" b="0" i="0" u="none" strike="noStrike" kern="1200" cap="none" spc="0" normalizeH="0" baseline="0" noProof="0">
              <a:ln>
                <a:noFill/>
              </a:ln>
              <a:solidFill>
                <a:srgbClr val="000000"/>
              </a:solidFill>
              <a:effectLst/>
              <a:uLnTx/>
              <a:uFillTx/>
              <a:latin typeface="ML-TTKarthika" panose="04000000000000000000" pitchFamily="82" charset="0"/>
              <a:ea typeface="Calibri" panose="020F0502020204030204" pitchFamily="34" charset="0"/>
              <a:cs typeface="+mn-cs"/>
            </a:endParaRPr>
          </a:p>
        </p:txBody>
      </p:sp>
    </p:spTree>
    <p:extLst>
      <p:ext uri="{BB962C8B-B14F-4D97-AF65-F5344CB8AC3E}">
        <p14:creationId xmlns:p14="http://schemas.microsoft.com/office/powerpoint/2010/main" val="562931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D02174-DEBC-400F-A4DF-B2DD71DE45B9}"/>
              </a:ext>
            </a:extLst>
          </p:cNvPr>
          <p:cNvSpPr txBox="1">
            <a:spLocks/>
          </p:cNvSpPr>
          <p:nvPr/>
        </p:nvSpPr>
        <p:spPr>
          <a:xfrm>
            <a:off x="0" y="1410159"/>
            <a:ext cx="9144000" cy="1777437"/>
          </a:xfrm>
          <a:prstGeom prst="rect">
            <a:avLst/>
          </a:prstGeom>
          <a:noFill/>
          <a:ln w="19050">
            <a:noFill/>
          </a:ln>
        </p:spPr>
        <p:txBody>
          <a:bodyPr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tabLst>
                <a:tab pos="1423880" algn="l"/>
              </a:tabLst>
            </a:pPr>
            <a:r>
              <a:rPr lang="en-GB" sz="6000" b="1">
                <a:effectLst>
                  <a:outerShdw blurRad="38100" dist="38100" dir="2700000" algn="tl">
                    <a:srgbClr val="000000">
                      <a:alpha val="43137"/>
                    </a:srgbClr>
                  </a:outerShdw>
                </a:effectLst>
                <a:latin typeface="Gabriola" pitchFamily="82" charset="0"/>
              </a:rPr>
              <a:t>Thanksgiving Prayers</a:t>
            </a:r>
          </a:p>
          <a:p>
            <a:pPr marL="0" indent="0" algn="ctr">
              <a:buNone/>
              <a:tabLst>
                <a:tab pos="1423880" algn="l"/>
              </a:tabLst>
            </a:pPr>
            <a:r>
              <a:rPr lang="en-US" sz="6000" b="1" err="1">
                <a:effectLst>
                  <a:outerShdw blurRad="38100" dist="38100" dir="2700000" algn="tl">
                    <a:srgbClr val="000000">
                      <a:alpha val="43137"/>
                    </a:srgbClr>
                  </a:outerShdw>
                </a:effectLst>
                <a:latin typeface="Gabriola"/>
              </a:rPr>
              <a:t>Njaan</a:t>
            </a:r>
            <a:r>
              <a:rPr lang="en-US" sz="6000" b="1">
                <a:effectLst>
                  <a:outerShdw blurRad="38100" dist="38100" dir="2700000" algn="tl">
                    <a:srgbClr val="000000">
                      <a:alpha val="43137"/>
                    </a:srgbClr>
                  </a:outerShdw>
                </a:effectLst>
                <a:latin typeface="Gabriola"/>
              </a:rPr>
              <a:t> paadum </a:t>
            </a:r>
            <a:r>
              <a:rPr lang="en-US" sz="6000" b="1" err="1">
                <a:effectLst>
                  <a:outerShdw blurRad="38100" dist="38100" dir="2700000" algn="tl">
                    <a:srgbClr val="000000">
                      <a:alpha val="43137"/>
                    </a:srgbClr>
                  </a:outerShdw>
                </a:effectLst>
                <a:latin typeface="Gabriola"/>
              </a:rPr>
              <a:t>en</a:t>
            </a:r>
            <a:r>
              <a:rPr lang="en-US" sz="6000" b="1">
                <a:effectLst>
                  <a:outerShdw blurRad="38100" dist="38100" dir="2700000" algn="tl">
                    <a:srgbClr val="000000">
                      <a:alpha val="43137"/>
                    </a:srgbClr>
                  </a:outerShdw>
                </a:effectLst>
                <a:latin typeface="Gabriola"/>
              </a:rPr>
              <a:t> </a:t>
            </a:r>
            <a:r>
              <a:rPr lang="en-US" sz="6000" b="1" err="1">
                <a:effectLst>
                  <a:outerShdw blurRad="38100" dist="38100" dir="2700000" algn="tl">
                    <a:srgbClr val="000000">
                      <a:alpha val="43137"/>
                    </a:srgbClr>
                  </a:outerShdw>
                </a:effectLst>
                <a:latin typeface="Gabriola"/>
              </a:rPr>
              <a:t>yeshuve</a:t>
            </a:r>
            <a:endParaRPr lang="en-US" sz="6000" b="1">
              <a:effectLst>
                <a:outerShdw blurRad="38100" dist="38100" dir="2700000" algn="tl">
                  <a:srgbClr val="000000">
                    <a:alpha val="43137"/>
                  </a:srgbClr>
                </a:outerShdw>
              </a:effectLst>
              <a:latin typeface="Gabriola"/>
            </a:endParaRPr>
          </a:p>
        </p:txBody>
      </p:sp>
    </p:spTree>
    <p:extLst>
      <p:ext uri="{BB962C8B-B14F-4D97-AF65-F5344CB8AC3E}">
        <p14:creationId xmlns:p14="http://schemas.microsoft.com/office/powerpoint/2010/main" val="3477597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595D6-263B-3E11-7BEE-94815392AD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119393-2E07-9BA8-3601-874709AD6190}"/>
              </a:ext>
            </a:extLst>
          </p:cNvPr>
          <p:cNvSpPr>
            <a:spLocks noGrp="1"/>
          </p:cNvSpPr>
          <p:nvPr>
            <p:ph type="title"/>
          </p:nvPr>
        </p:nvSpPr>
        <p:spPr/>
        <p:txBody>
          <a:bodyPr>
            <a:noAutofit/>
          </a:bodyPr>
          <a:lstStyle/>
          <a:p>
            <a:r>
              <a:rPr lang="en-SG">
                <a:latin typeface="Segoe UI" panose="020B0502040204020203" pitchFamily="34" charset="0"/>
                <a:cs typeface="Segoe UI" panose="020B0502040204020203" pitchFamily="34" charset="0"/>
              </a:rPr>
              <a:t>Thanksgiving Prayers – Hymn No 363</a:t>
            </a:r>
            <a:endParaRPr lang="en-US">
              <a:latin typeface="Segoe UI" panose="020B0502040204020203" pitchFamily="34" charset="0"/>
              <a:cs typeface="Segoe UI" panose="020B0502040204020203" pitchFamily="34" charset="0"/>
            </a:endParaRPr>
          </a:p>
        </p:txBody>
      </p:sp>
      <p:sp>
        <p:nvSpPr>
          <p:cNvPr id="6" name="Slide Number Placeholder 3">
            <a:extLst>
              <a:ext uri="{FF2B5EF4-FFF2-40B4-BE49-F238E27FC236}">
                <a16:creationId xmlns:a16="http://schemas.microsoft.com/office/drawing/2014/main" id="{AE0C6967-EF0A-E504-0E46-4C1AF83739E1}"/>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14</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E384F7B6-9E31-10FC-E2D5-95C9D46485E8}"/>
              </a:ext>
            </a:extLst>
          </p:cNvPr>
          <p:cNvSpPr txBox="1"/>
          <p:nvPr/>
        </p:nvSpPr>
        <p:spPr>
          <a:xfrm>
            <a:off x="7068968" y="4835725"/>
            <a:ext cx="2070847" cy="307777"/>
          </a:xfrm>
          <a:prstGeom prst="rect">
            <a:avLst/>
          </a:prstGeom>
          <a:noFill/>
        </p:spPr>
        <p:txBody>
          <a:bodyPr wrap="square">
            <a:spAutoFit/>
          </a:bodyPr>
          <a:lstStyle/>
          <a:p>
            <a:pPr algn="r" defTabSz="457178">
              <a:defRPr/>
            </a:pPr>
            <a:r>
              <a:rPr lang="en-US" sz="1400">
                <a:solidFill>
                  <a:prstClr val="black"/>
                </a:solidFill>
                <a:latin typeface="Segoe UI" panose="020B0502040204020203" pitchFamily="34" charset="0"/>
                <a:cs typeface="Segoe UI" panose="020B0502040204020203" pitchFamily="34" charset="0"/>
              </a:rPr>
              <a:t>Thanksgiving: 1 of 1 </a:t>
            </a:r>
          </a:p>
        </p:txBody>
      </p:sp>
      <p:sp>
        <p:nvSpPr>
          <p:cNvPr id="9" name="TextBox 8">
            <a:extLst>
              <a:ext uri="{FF2B5EF4-FFF2-40B4-BE49-F238E27FC236}">
                <a16:creationId xmlns:a16="http://schemas.microsoft.com/office/drawing/2014/main" id="{1D593D98-1A73-D535-7BC0-08AE5424274B}"/>
              </a:ext>
            </a:extLst>
          </p:cNvPr>
          <p:cNvSpPr txBox="1"/>
          <p:nvPr/>
        </p:nvSpPr>
        <p:spPr>
          <a:xfrm>
            <a:off x="393805" y="2606447"/>
            <a:ext cx="8348012" cy="2550698"/>
          </a:xfrm>
          <a:prstGeom prst="rect">
            <a:avLst/>
          </a:prstGeom>
          <a:noFill/>
        </p:spPr>
        <p:txBody>
          <a:bodyPr wrap="square" lIns="91440" tIns="45720" rIns="91440" bIns="45720" rtlCol="0" anchor="t">
            <a:spAutoFit/>
          </a:bodyPr>
          <a:lstStyle/>
          <a:p>
            <a:pPr algn="ctr">
              <a:lnSpc>
                <a:spcPct val="150000"/>
              </a:lnSpc>
            </a:pPr>
            <a:r>
              <a:rPr lang="ml-IN" i="0">
                <a:effectLst/>
                <a:latin typeface="Kartika" panose="02020503030404060203" pitchFamily="18" charset="0"/>
                <a:cs typeface="Kartika" panose="02020503030404060203" pitchFamily="18" charset="0"/>
              </a:rPr>
              <a:t>ഞാൻ പാടും</a:t>
            </a:r>
            <a:r>
              <a:rPr lang="en-US" i="0">
                <a:effectLst/>
                <a:latin typeface="Kartika" panose="02020503030404060203" pitchFamily="18" charset="0"/>
                <a:cs typeface="Kartika" panose="02020503030404060203" pitchFamily="18" charset="0"/>
              </a:rPr>
              <a:t> </a:t>
            </a:r>
            <a:r>
              <a:rPr lang="en-US" i="1">
                <a:effectLst/>
                <a:latin typeface="Kartika" panose="02020503030404060203" pitchFamily="18" charset="0"/>
                <a:cs typeface="Kartika" panose="02020503030404060203" pitchFamily="18" charset="0"/>
              </a:rPr>
              <a:t>(</a:t>
            </a:r>
            <a:r>
              <a:rPr lang="ml-IN" i="1">
                <a:effectLst/>
                <a:latin typeface="Kartika" panose="02020503030404060203" pitchFamily="18" charset="0"/>
                <a:cs typeface="Kartika" panose="02020503030404060203" pitchFamily="18" charset="0"/>
              </a:rPr>
              <a:t>ഞാൻ പാടും</a:t>
            </a:r>
            <a:r>
              <a:rPr lang="en-US" i="1">
                <a:effectLst/>
                <a:latin typeface="Kartika" panose="02020503030404060203" pitchFamily="18" charset="0"/>
                <a:cs typeface="Kartika" panose="02020503030404060203" pitchFamily="18" charset="0"/>
              </a:rPr>
              <a:t>)</a:t>
            </a:r>
            <a:r>
              <a:rPr lang="en-US" i="0">
                <a:effectLst/>
                <a:latin typeface="Kartika" panose="02020503030404060203" pitchFamily="18" charset="0"/>
                <a:cs typeface="Kartika" panose="02020503030404060203" pitchFamily="18" charset="0"/>
              </a:rPr>
              <a:t>,</a:t>
            </a:r>
            <a:r>
              <a:rPr lang="ml-IN" i="0">
                <a:effectLst/>
                <a:latin typeface="Kartika" panose="02020503030404060203" pitchFamily="18" charset="0"/>
                <a:cs typeface="Kartika" panose="02020503030404060203" pitchFamily="18" charset="0"/>
              </a:rPr>
              <a:t> എൻ യേശുവേ</a:t>
            </a:r>
            <a:r>
              <a:rPr lang="en-US" i="0">
                <a:effectLst/>
                <a:latin typeface="Kartika" panose="02020503030404060203" pitchFamily="18" charset="0"/>
                <a:cs typeface="Kartika" panose="02020503030404060203" pitchFamily="18" charset="0"/>
              </a:rPr>
              <a:t> </a:t>
            </a:r>
            <a:r>
              <a:rPr lang="en-US" i="1">
                <a:effectLst/>
                <a:latin typeface="Kartika" panose="02020503030404060203" pitchFamily="18" charset="0"/>
                <a:cs typeface="Kartika" panose="02020503030404060203" pitchFamily="18" charset="0"/>
              </a:rPr>
              <a:t>(</a:t>
            </a:r>
            <a:r>
              <a:rPr lang="ml-IN" i="1">
                <a:effectLst/>
                <a:latin typeface="Kartika" panose="02020503030404060203" pitchFamily="18" charset="0"/>
                <a:cs typeface="Kartika" panose="02020503030404060203" pitchFamily="18" charset="0"/>
              </a:rPr>
              <a:t>എൻ യേശുവേ</a:t>
            </a:r>
            <a:r>
              <a:rPr lang="en-US" i="1">
                <a:effectLst/>
                <a:latin typeface="Kartika" panose="02020503030404060203" pitchFamily="18" charset="0"/>
                <a:cs typeface="Kartika" panose="02020503030404060203" pitchFamily="18" charset="0"/>
              </a:rPr>
              <a:t>) </a:t>
            </a:r>
          </a:p>
          <a:p>
            <a:pPr algn="ctr">
              <a:lnSpc>
                <a:spcPct val="150000"/>
              </a:lnSpc>
            </a:pPr>
            <a:r>
              <a:rPr lang="ml-IN" i="0">
                <a:effectLst/>
                <a:latin typeface="Kartika" panose="02020503030404060203" pitchFamily="18" charset="0"/>
                <a:cs typeface="Kartika" panose="02020503030404060203" pitchFamily="18" charset="0"/>
              </a:rPr>
              <a:t>എൻ ഗീതവും</a:t>
            </a:r>
            <a:r>
              <a:rPr lang="en-US" i="0">
                <a:effectLst/>
                <a:latin typeface="Kartika" panose="02020503030404060203" pitchFamily="18" charset="0"/>
                <a:cs typeface="Kartika" panose="02020503030404060203" pitchFamily="18" charset="0"/>
              </a:rPr>
              <a:t> (</a:t>
            </a:r>
            <a:r>
              <a:rPr lang="ml-IN" i="1">
                <a:effectLst/>
                <a:latin typeface="Kartika" panose="02020503030404060203" pitchFamily="18" charset="0"/>
                <a:cs typeface="Kartika" panose="02020503030404060203" pitchFamily="18" charset="0"/>
              </a:rPr>
              <a:t>എൻ ഗീതവും</a:t>
            </a:r>
            <a:r>
              <a:rPr lang="en-US" i="0">
                <a:effectLst/>
                <a:latin typeface="Kartika" panose="02020503030404060203" pitchFamily="18" charset="0"/>
                <a:cs typeface="Kartika" panose="02020503030404060203" pitchFamily="18" charset="0"/>
              </a:rPr>
              <a:t>), </a:t>
            </a:r>
            <a:r>
              <a:rPr lang="ml-IN" i="0">
                <a:effectLst/>
                <a:latin typeface="Kartika" panose="02020503030404060203" pitchFamily="18" charset="0"/>
                <a:cs typeface="Kartika" panose="02020503030404060203" pitchFamily="18" charset="0"/>
              </a:rPr>
              <a:t>നീ മാത്രമേ</a:t>
            </a:r>
            <a:r>
              <a:rPr lang="en-US" i="0">
                <a:effectLst/>
                <a:latin typeface="Kartika" panose="02020503030404060203" pitchFamily="18" charset="0"/>
                <a:cs typeface="Kartika" panose="02020503030404060203" pitchFamily="18" charset="0"/>
              </a:rPr>
              <a:t> </a:t>
            </a:r>
            <a:r>
              <a:rPr lang="en-US" i="1">
                <a:effectLst/>
                <a:latin typeface="Kartika" panose="02020503030404060203" pitchFamily="18" charset="0"/>
                <a:cs typeface="Kartika" panose="02020503030404060203" pitchFamily="18" charset="0"/>
              </a:rPr>
              <a:t>(</a:t>
            </a:r>
            <a:r>
              <a:rPr lang="ml-IN" i="1">
                <a:effectLst/>
                <a:latin typeface="Kartika" panose="02020503030404060203" pitchFamily="18" charset="0"/>
                <a:cs typeface="Kartika" panose="02020503030404060203" pitchFamily="18" charset="0"/>
              </a:rPr>
              <a:t>നീ മാത്രമേ</a:t>
            </a:r>
            <a:r>
              <a:rPr lang="en-US" i="1">
                <a:effectLst/>
                <a:latin typeface="Kartika" panose="02020503030404060203" pitchFamily="18" charset="0"/>
                <a:cs typeface="Kartika" panose="02020503030404060203" pitchFamily="18" charset="0"/>
              </a:rPr>
              <a:t>)</a:t>
            </a:r>
          </a:p>
          <a:p>
            <a:pPr algn="ctr">
              <a:lnSpc>
                <a:spcPct val="150000"/>
              </a:lnSpc>
            </a:pPr>
            <a:r>
              <a:rPr lang="en-US">
                <a:latin typeface="Kartika" panose="02020503030404060203" pitchFamily="18" charset="0"/>
                <a:cs typeface="Kartika" panose="02020503030404060203" pitchFamily="18" charset="0"/>
              </a:rPr>
              <a:t> </a:t>
            </a:r>
            <a:r>
              <a:rPr lang="ml-IN" i="0">
                <a:effectLst/>
                <a:latin typeface="Kartika" panose="02020503030404060203" pitchFamily="18" charset="0"/>
                <a:cs typeface="Kartika" panose="02020503030404060203" pitchFamily="18" charset="0"/>
              </a:rPr>
              <a:t>എൻ രക്ഷകൻ</a:t>
            </a:r>
            <a:r>
              <a:rPr lang="en-US" i="0">
                <a:effectLst/>
                <a:latin typeface="Kartika" panose="02020503030404060203" pitchFamily="18" charset="0"/>
                <a:cs typeface="Kartika" panose="02020503030404060203" pitchFamily="18" charset="0"/>
              </a:rPr>
              <a:t> </a:t>
            </a:r>
            <a:r>
              <a:rPr lang="en-US" i="1">
                <a:effectLst/>
                <a:latin typeface="Kartika" panose="02020503030404060203" pitchFamily="18" charset="0"/>
                <a:cs typeface="Kartika" panose="02020503030404060203" pitchFamily="18" charset="0"/>
              </a:rPr>
              <a:t>(</a:t>
            </a:r>
            <a:r>
              <a:rPr lang="ml-IN" i="1">
                <a:effectLst/>
                <a:latin typeface="Kartika" panose="02020503030404060203" pitchFamily="18" charset="0"/>
                <a:cs typeface="Kartika" panose="02020503030404060203" pitchFamily="18" charset="0"/>
              </a:rPr>
              <a:t>എൻ രക്ഷകൻ</a:t>
            </a:r>
            <a:r>
              <a:rPr lang="en-US" i="1">
                <a:effectLst/>
                <a:latin typeface="Kartika" panose="02020503030404060203" pitchFamily="18" charset="0"/>
                <a:cs typeface="Kartika" panose="02020503030404060203" pitchFamily="18" charset="0"/>
              </a:rPr>
              <a:t>)</a:t>
            </a:r>
            <a:r>
              <a:rPr lang="ml-IN" i="0">
                <a:effectLst/>
                <a:latin typeface="Kartika" panose="02020503030404060203" pitchFamily="18" charset="0"/>
                <a:cs typeface="Kartika" panose="02020503030404060203" pitchFamily="18" charset="0"/>
              </a:rPr>
              <a:t>,</a:t>
            </a:r>
            <a:r>
              <a:rPr lang="en-US" i="0">
                <a:effectLst/>
                <a:latin typeface="Kartika" panose="02020503030404060203" pitchFamily="18" charset="0"/>
                <a:cs typeface="Kartika" panose="02020503030404060203" pitchFamily="18" charset="0"/>
              </a:rPr>
              <a:t> </a:t>
            </a:r>
            <a:r>
              <a:rPr lang="ml-IN" i="0">
                <a:effectLst/>
                <a:latin typeface="Kartika" panose="02020503030404060203" pitchFamily="18" charset="0"/>
                <a:cs typeface="Kartika" panose="02020503030404060203" pitchFamily="18" charset="0"/>
              </a:rPr>
              <a:t>എൻ ദൈവം</a:t>
            </a:r>
            <a:r>
              <a:rPr lang="en-US" i="1">
                <a:effectLst/>
                <a:latin typeface="Kartika" panose="02020503030404060203" pitchFamily="18" charset="0"/>
                <a:cs typeface="Kartika" panose="02020503030404060203" pitchFamily="18" charset="0"/>
              </a:rPr>
              <a:t>(</a:t>
            </a:r>
            <a:r>
              <a:rPr lang="ml-IN" i="1">
                <a:effectLst/>
                <a:latin typeface="Kartika" panose="02020503030404060203" pitchFamily="18" charset="0"/>
                <a:cs typeface="Kartika" panose="02020503030404060203" pitchFamily="18" charset="0"/>
              </a:rPr>
              <a:t>എൻ ദൈവം</a:t>
            </a:r>
            <a:r>
              <a:rPr lang="en-US" i="1">
                <a:effectLst/>
                <a:latin typeface="Kartika" panose="02020503030404060203" pitchFamily="18" charset="0"/>
                <a:cs typeface="Kartika" panose="02020503030404060203" pitchFamily="18" charset="0"/>
              </a:rPr>
              <a:t>)</a:t>
            </a:r>
          </a:p>
          <a:p>
            <a:pPr algn="ctr">
              <a:lnSpc>
                <a:spcPct val="150000"/>
              </a:lnSpc>
            </a:pPr>
            <a:r>
              <a:rPr lang="ml-IN" i="0">
                <a:effectLst/>
                <a:latin typeface="Kartika" panose="02020503030404060203" pitchFamily="18" charset="0"/>
                <a:cs typeface="Kartika" panose="02020503030404060203" pitchFamily="18" charset="0"/>
              </a:rPr>
              <a:t> ഞാൻ എന്നും നിന്നെ സ്തുതിച്ചീടും </a:t>
            </a:r>
            <a:endParaRPr lang="en-US" i="0">
              <a:effectLst/>
              <a:latin typeface="Kartika" panose="02020503030404060203" pitchFamily="18" charset="0"/>
              <a:cs typeface="Kartika" panose="02020503030404060203" pitchFamily="18" charset="0"/>
            </a:endParaRPr>
          </a:p>
          <a:p>
            <a:pPr algn="ctr">
              <a:lnSpc>
                <a:spcPct val="150000"/>
              </a:lnSpc>
            </a:pPr>
            <a:r>
              <a:rPr lang="ml-IN" i="0">
                <a:effectLst/>
                <a:latin typeface="Kartika" panose="02020503030404060203" pitchFamily="18" charset="0"/>
                <a:cs typeface="Kartika" panose="02020503030404060203" pitchFamily="18" charset="0"/>
              </a:rPr>
              <a:t>എൻ രക്ഷകൻ</a:t>
            </a:r>
            <a:r>
              <a:rPr lang="en-US" i="0">
                <a:effectLst/>
                <a:latin typeface="Kartika" panose="02020503030404060203" pitchFamily="18" charset="0"/>
                <a:cs typeface="Kartika" panose="02020503030404060203" pitchFamily="18" charset="0"/>
              </a:rPr>
              <a:t> </a:t>
            </a:r>
            <a:r>
              <a:rPr lang="en-US" i="1">
                <a:effectLst/>
                <a:latin typeface="Kartika" panose="02020503030404060203" pitchFamily="18" charset="0"/>
                <a:cs typeface="Kartika" panose="02020503030404060203" pitchFamily="18" charset="0"/>
              </a:rPr>
              <a:t>(</a:t>
            </a:r>
            <a:r>
              <a:rPr lang="ml-IN" i="1">
                <a:effectLst/>
                <a:latin typeface="Kartika" panose="02020503030404060203" pitchFamily="18" charset="0"/>
                <a:cs typeface="Kartika" panose="02020503030404060203" pitchFamily="18" charset="0"/>
              </a:rPr>
              <a:t>എൻ രക്ഷകൻ</a:t>
            </a:r>
            <a:r>
              <a:rPr lang="en-US" i="1">
                <a:effectLst/>
                <a:latin typeface="Kartika" panose="02020503030404060203" pitchFamily="18" charset="0"/>
                <a:cs typeface="Kartika" panose="02020503030404060203" pitchFamily="18" charset="0"/>
              </a:rPr>
              <a:t>)</a:t>
            </a:r>
            <a:r>
              <a:rPr lang="ml-IN" i="0">
                <a:effectLst/>
                <a:latin typeface="Kartika" panose="02020503030404060203" pitchFamily="18" charset="0"/>
                <a:cs typeface="Kartika" panose="02020503030404060203" pitchFamily="18" charset="0"/>
              </a:rPr>
              <a:t>,</a:t>
            </a:r>
            <a:r>
              <a:rPr lang="en-US" i="0">
                <a:effectLst/>
                <a:latin typeface="Kartika" panose="02020503030404060203" pitchFamily="18" charset="0"/>
                <a:cs typeface="Kartika" panose="02020503030404060203" pitchFamily="18" charset="0"/>
              </a:rPr>
              <a:t> </a:t>
            </a:r>
            <a:r>
              <a:rPr lang="ml-IN" i="0">
                <a:effectLst/>
                <a:latin typeface="Kartika" panose="02020503030404060203" pitchFamily="18" charset="0"/>
                <a:cs typeface="Kartika" panose="02020503030404060203" pitchFamily="18" charset="0"/>
              </a:rPr>
              <a:t>എൻ ദൈവം</a:t>
            </a:r>
            <a:r>
              <a:rPr lang="en-US" i="0">
                <a:effectLst/>
                <a:latin typeface="Kartika" panose="02020503030404060203" pitchFamily="18" charset="0"/>
                <a:cs typeface="Kartika" panose="02020503030404060203" pitchFamily="18" charset="0"/>
              </a:rPr>
              <a:t> </a:t>
            </a:r>
            <a:r>
              <a:rPr lang="en-US" i="1">
                <a:effectLst/>
                <a:latin typeface="Kartika" panose="02020503030404060203" pitchFamily="18" charset="0"/>
                <a:cs typeface="Kartika" panose="02020503030404060203" pitchFamily="18" charset="0"/>
              </a:rPr>
              <a:t>(</a:t>
            </a:r>
            <a:r>
              <a:rPr lang="ml-IN" i="1">
                <a:effectLst/>
                <a:latin typeface="Kartika" panose="02020503030404060203" pitchFamily="18" charset="0"/>
                <a:cs typeface="Kartika" panose="02020503030404060203" pitchFamily="18" charset="0"/>
              </a:rPr>
              <a:t>എൻ ദൈവം</a:t>
            </a:r>
            <a:r>
              <a:rPr lang="en-US" i="1">
                <a:effectLst/>
                <a:latin typeface="Kartika" panose="02020503030404060203" pitchFamily="18" charset="0"/>
                <a:cs typeface="Kartika" panose="02020503030404060203" pitchFamily="18" charset="0"/>
              </a:rPr>
              <a:t>)</a:t>
            </a:r>
            <a:r>
              <a:rPr lang="ml-IN" i="1">
                <a:effectLst/>
                <a:latin typeface="Kartika" panose="02020503030404060203" pitchFamily="18" charset="0"/>
                <a:cs typeface="Kartika" panose="02020503030404060203" pitchFamily="18" charset="0"/>
              </a:rPr>
              <a:t> </a:t>
            </a:r>
            <a:endParaRPr lang="en-US" i="1">
              <a:effectLst/>
              <a:latin typeface="Kartika" panose="02020503030404060203" pitchFamily="18" charset="0"/>
              <a:cs typeface="Kartika" panose="02020503030404060203" pitchFamily="18" charset="0"/>
            </a:endParaRPr>
          </a:p>
          <a:p>
            <a:pPr algn="ctr">
              <a:lnSpc>
                <a:spcPct val="150000"/>
              </a:lnSpc>
            </a:pPr>
            <a:r>
              <a:rPr lang="ml-IN" i="0">
                <a:effectLst/>
                <a:latin typeface="Kartika" panose="02020503030404060203" pitchFamily="18" charset="0"/>
                <a:cs typeface="Kartika" panose="02020503030404060203" pitchFamily="18" charset="0"/>
              </a:rPr>
              <a:t>ഞാൻ എന്നും നിന്നെ സ്തുതിച്ചീടും</a:t>
            </a:r>
            <a:endParaRPr lang="en-US">
              <a:latin typeface="Kartika" panose="02020503030404060203" pitchFamily="18" charset="0"/>
              <a:cs typeface="Kartika" panose="02020503030404060203" pitchFamily="18" charset="0"/>
            </a:endParaRPr>
          </a:p>
        </p:txBody>
      </p:sp>
      <p:sp>
        <p:nvSpPr>
          <p:cNvPr id="14" name="TextBox 13">
            <a:extLst>
              <a:ext uri="{FF2B5EF4-FFF2-40B4-BE49-F238E27FC236}">
                <a16:creationId xmlns:a16="http://schemas.microsoft.com/office/drawing/2014/main" id="{B0841596-1B04-25C1-363C-4B3353D837AF}"/>
              </a:ext>
            </a:extLst>
          </p:cNvPr>
          <p:cNvSpPr txBox="1"/>
          <p:nvPr/>
        </p:nvSpPr>
        <p:spPr>
          <a:xfrm>
            <a:off x="-48133" y="448092"/>
            <a:ext cx="9231889" cy="2123658"/>
          </a:xfrm>
          <a:prstGeom prst="rect">
            <a:avLst/>
          </a:prstGeom>
          <a:noFill/>
        </p:spPr>
        <p:txBody>
          <a:bodyPr wrap="square" lIns="91440" tIns="45720" rIns="91440" bIns="45720" anchor="t">
            <a:spAutoFit/>
          </a:bodyPr>
          <a:lstStyle/>
          <a:p>
            <a:pPr algn="ctr"/>
            <a:r>
              <a:rPr lang="en-SG" sz="2200" kern="0" err="1">
                <a:solidFill>
                  <a:srgbClr val="000000"/>
                </a:solidFill>
                <a:latin typeface="Segoe UI"/>
                <a:ea typeface="Times New Roman" panose="02020603050405020304" pitchFamily="18" charset="0"/>
                <a:cs typeface="Segoe UI"/>
              </a:rPr>
              <a:t>n</a:t>
            </a:r>
            <a:r>
              <a:rPr lang="en-SG" sz="2200" kern="0" err="1">
                <a:solidFill>
                  <a:srgbClr val="000000"/>
                </a:solidFill>
                <a:effectLst/>
                <a:latin typeface="Segoe UI"/>
                <a:ea typeface="Times New Roman" panose="02020603050405020304" pitchFamily="18" charset="0"/>
                <a:cs typeface="Segoe UI"/>
              </a:rPr>
              <a:t>jaan</a:t>
            </a:r>
            <a:r>
              <a:rPr lang="en-SG" sz="2200" kern="0">
                <a:solidFill>
                  <a:srgbClr val="000000"/>
                </a:solidFill>
                <a:effectLst/>
                <a:latin typeface="Segoe UI"/>
                <a:ea typeface="Times New Roman" panose="02020603050405020304" pitchFamily="18" charset="0"/>
                <a:cs typeface="Segoe UI"/>
              </a:rPr>
              <a:t> </a:t>
            </a:r>
            <a:r>
              <a:rPr lang="en-SG" sz="2200" kern="0">
                <a:solidFill>
                  <a:srgbClr val="000000"/>
                </a:solidFill>
                <a:latin typeface="Segoe UI"/>
                <a:ea typeface="Times New Roman" panose="02020603050405020304" pitchFamily="18" charset="0"/>
                <a:cs typeface="Segoe UI"/>
              </a:rPr>
              <a:t>p</a:t>
            </a:r>
            <a:r>
              <a:rPr lang="en-SG" sz="2200" kern="0">
                <a:solidFill>
                  <a:srgbClr val="000000"/>
                </a:solidFill>
                <a:effectLst/>
                <a:latin typeface="Segoe UI"/>
                <a:ea typeface="Times New Roman" panose="02020603050405020304" pitchFamily="18" charset="0"/>
                <a:cs typeface="Segoe UI"/>
              </a:rPr>
              <a:t>aadum </a:t>
            </a:r>
            <a:r>
              <a:rPr lang="en-SG" sz="2200" kern="0">
                <a:solidFill>
                  <a:srgbClr val="000000"/>
                </a:solidFill>
                <a:latin typeface="Segoe UI"/>
                <a:ea typeface="Times New Roman" panose="02020603050405020304" pitchFamily="18" charset="0"/>
                <a:cs typeface="Segoe UI"/>
              </a:rPr>
              <a:t>(</a:t>
            </a:r>
            <a:r>
              <a:rPr lang="en-SG" sz="2200" kern="0" err="1">
                <a:solidFill>
                  <a:srgbClr val="000000"/>
                </a:solidFill>
                <a:latin typeface="Segoe UI"/>
                <a:ea typeface="Times New Roman" panose="02020603050405020304" pitchFamily="18" charset="0"/>
                <a:cs typeface="Segoe UI"/>
              </a:rPr>
              <a:t>njaan</a:t>
            </a:r>
            <a:r>
              <a:rPr lang="en-SG" sz="2200" kern="0">
                <a:solidFill>
                  <a:srgbClr val="000000"/>
                </a:solidFill>
                <a:latin typeface="Segoe UI"/>
                <a:ea typeface="Times New Roman" panose="02020603050405020304" pitchFamily="18" charset="0"/>
                <a:cs typeface="Segoe UI"/>
              </a:rPr>
              <a:t> paadum) ,</a:t>
            </a:r>
            <a:r>
              <a:rPr lang="en-SG" sz="2200" kern="0" err="1">
                <a:solidFill>
                  <a:srgbClr val="000000"/>
                </a:solidFill>
                <a:effectLst/>
                <a:latin typeface="Segoe UI"/>
                <a:ea typeface="Times New Roman" panose="02020603050405020304" pitchFamily="18" charset="0"/>
                <a:cs typeface="Segoe UI"/>
              </a:rPr>
              <a:t>en</a:t>
            </a:r>
            <a:r>
              <a:rPr lang="en-SG" sz="2200" kern="0">
                <a:solidFill>
                  <a:srgbClr val="000000"/>
                </a:solidFill>
                <a:effectLst/>
                <a:latin typeface="Segoe UI"/>
                <a:ea typeface="Times New Roman" panose="02020603050405020304" pitchFamily="18" charset="0"/>
                <a:cs typeface="Segoe UI"/>
              </a:rPr>
              <a:t> </a:t>
            </a:r>
            <a:r>
              <a:rPr lang="en-SG" sz="2200" kern="0" err="1">
                <a:solidFill>
                  <a:srgbClr val="000000"/>
                </a:solidFill>
                <a:latin typeface="Segoe UI"/>
                <a:ea typeface="Times New Roman" panose="02020603050405020304" pitchFamily="18" charset="0"/>
                <a:cs typeface="Segoe UI"/>
              </a:rPr>
              <a:t>y</a:t>
            </a:r>
            <a:r>
              <a:rPr lang="en-SG" sz="2200" kern="0" err="1">
                <a:solidFill>
                  <a:srgbClr val="000000"/>
                </a:solidFill>
                <a:effectLst/>
                <a:latin typeface="Segoe UI"/>
                <a:ea typeface="Times New Roman" panose="02020603050405020304" pitchFamily="18" charset="0"/>
                <a:cs typeface="Segoe UI"/>
              </a:rPr>
              <a:t>eshuve</a:t>
            </a:r>
            <a:r>
              <a:rPr lang="en-SG" sz="2200" kern="0">
                <a:latin typeface="Segoe UI"/>
                <a:ea typeface="Calibri"/>
                <a:cs typeface="Segoe UI"/>
              </a:rPr>
              <a:t> (</a:t>
            </a:r>
            <a:r>
              <a:rPr lang="en-SG" sz="2200" kern="0" err="1">
                <a:latin typeface="Segoe UI"/>
                <a:ea typeface="Calibri"/>
                <a:cs typeface="Segoe UI"/>
              </a:rPr>
              <a:t>en</a:t>
            </a:r>
            <a:r>
              <a:rPr lang="en-SG" sz="2200" kern="0">
                <a:latin typeface="Segoe UI"/>
                <a:ea typeface="Calibri"/>
                <a:cs typeface="Segoe UI"/>
              </a:rPr>
              <a:t> </a:t>
            </a:r>
            <a:r>
              <a:rPr lang="en-SG" sz="2200" kern="0" err="1">
                <a:latin typeface="Segoe UI"/>
                <a:ea typeface="Calibri"/>
                <a:cs typeface="Segoe UI"/>
              </a:rPr>
              <a:t>yeshuve</a:t>
            </a:r>
            <a:r>
              <a:rPr lang="en-SG" sz="2200" kern="0">
                <a:latin typeface="Segoe UI"/>
                <a:ea typeface="Calibri"/>
                <a:cs typeface="Segoe UI"/>
              </a:rPr>
              <a:t>)</a:t>
            </a:r>
            <a:r>
              <a:rPr lang="en-SG" sz="2200" kern="100">
                <a:latin typeface="Segoe UI"/>
                <a:ea typeface="Calibri"/>
                <a:cs typeface="Segoe UI"/>
              </a:rPr>
              <a:t>,</a:t>
            </a:r>
            <a:endParaRPr lang="en-US" sz="2200"/>
          </a:p>
          <a:p>
            <a:pPr algn="ctr"/>
            <a:r>
              <a:rPr lang="en-SG" sz="2200" kern="100">
                <a:latin typeface="Segoe UI"/>
                <a:ea typeface="Calibri"/>
                <a:cs typeface="Segoe UI"/>
              </a:rPr>
              <a:t> </a:t>
            </a:r>
            <a:r>
              <a:rPr lang="en-SG" sz="2200" kern="0" err="1">
                <a:solidFill>
                  <a:srgbClr val="000000"/>
                </a:solidFill>
                <a:latin typeface="Segoe UI"/>
                <a:ea typeface="Calibri"/>
                <a:cs typeface="Segoe UI"/>
              </a:rPr>
              <a:t>e</a:t>
            </a:r>
            <a:r>
              <a:rPr lang="en-SG" sz="2200" kern="0" err="1">
                <a:solidFill>
                  <a:srgbClr val="000000"/>
                </a:solidFill>
                <a:effectLst/>
                <a:latin typeface="Segoe UI"/>
                <a:ea typeface="Times New Roman" panose="02020603050405020304" pitchFamily="18" charset="0"/>
                <a:cs typeface="Segoe UI"/>
              </a:rPr>
              <a:t>n</a:t>
            </a:r>
            <a:r>
              <a:rPr lang="en-SG" sz="2200" kern="0">
                <a:solidFill>
                  <a:srgbClr val="000000"/>
                </a:solidFill>
                <a:effectLst/>
                <a:latin typeface="Segoe UI"/>
                <a:ea typeface="Times New Roman" panose="02020603050405020304" pitchFamily="18" charset="0"/>
                <a:cs typeface="Segoe UI"/>
              </a:rPr>
              <a:t> </a:t>
            </a:r>
            <a:r>
              <a:rPr lang="en-SG" sz="2200" kern="0" err="1">
                <a:solidFill>
                  <a:srgbClr val="000000"/>
                </a:solidFill>
                <a:latin typeface="Segoe UI"/>
                <a:ea typeface="Times New Roman" panose="02020603050405020304" pitchFamily="18" charset="0"/>
                <a:cs typeface="Segoe UI"/>
              </a:rPr>
              <a:t>g</a:t>
            </a:r>
            <a:r>
              <a:rPr lang="en-SG" sz="2200" kern="0" err="1">
                <a:solidFill>
                  <a:srgbClr val="000000"/>
                </a:solidFill>
                <a:effectLst/>
                <a:latin typeface="Segoe UI"/>
                <a:ea typeface="Times New Roman" panose="02020603050405020304" pitchFamily="18" charset="0"/>
                <a:cs typeface="Segoe UI"/>
              </a:rPr>
              <a:t>eethavum</a:t>
            </a:r>
            <a:r>
              <a:rPr lang="en-SG" sz="2200" kern="0">
                <a:solidFill>
                  <a:srgbClr val="000000"/>
                </a:solidFill>
                <a:effectLst/>
                <a:latin typeface="Segoe UI"/>
                <a:ea typeface="Times New Roman" panose="02020603050405020304" pitchFamily="18" charset="0"/>
                <a:cs typeface="Segoe UI"/>
              </a:rPr>
              <a:t> (</a:t>
            </a:r>
            <a:r>
              <a:rPr lang="en-SG" sz="2200" kern="0" err="1">
                <a:solidFill>
                  <a:srgbClr val="000000"/>
                </a:solidFill>
                <a:effectLst/>
                <a:latin typeface="Segoe UI"/>
                <a:ea typeface="Times New Roman" panose="02020603050405020304" pitchFamily="18" charset="0"/>
                <a:cs typeface="Segoe UI"/>
              </a:rPr>
              <a:t>en</a:t>
            </a:r>
            <a:r>
              <a:rPr lang="en-SG" sz="2200" kern="0">
                <a:solidFill>
                  <a:srgbClr val="000000"/>
                </a:solidFill>
                <a:effectLst/>
                <a:latin typeface="Segoe UI"/>
                <a:ea typeface="Times New Roman" panose="02020603050405020304" pitchFamily="18" charset="0"/>
                <a:cs typeface="Segoe UI"/>
              </a:rPr>
              <a:t> </a:t>
            </a:r>
            <a:r>
              <a:rPr lang="en-SG" sz="2200" kern="0" err="1">
                <a:solidFill>
                  <a:srgbClr val="000000"/>
                </a:solidFill>
                <a:effectLst/>
                <a:latin typeface="Segoe UI"/>
                <a:ea typeface="Times New Roman" panose="02020603050405020304" pitchFamily="18" charset="0"/>
                <a:cs typeface="Segoe UI"/>
              </a:rPr>
              <a:t>geethavum</a:t>
            </a:r>
            <a:r>
              <a:rPr lang="en-SG" sz="2200" kern="0">
                <a:solidFill>
                  <a:srgbClr val="000000"/>
                </a:solidFill>
                <a:effectLst/>
                <a:latin typeface="Segoe UI"/>
                <a:ea typeface="Times New Roman" panose="02020603050405020304" pitchFamily="18" charset="0"/>
                <a:cs typeface="Segoe UI"/>
              </a:rPr>
              <a:t>) </a:t>
            </a:r>
            <a:r>
              <a:rPr lang="en-SG" sz="2200" kern="0">
                <a:solidFill>
                  <a:srgbClr val="000000"/>
                </a:solidFill>
                <a:latin typeface="Segoe UI"/>
                <a:ea typeface="Times New Roman" panose="02020603050405020304" pitchFamily="18" charset="0"/>
                <a:cs typeface="Segoe UI"/>
              </a:rPr>
              <a:t>,</a:t>
            </a:r>
            <a:r>
              <a:rPr lang="en-SG" sz="2200" kern="0">
                <a:solidFill>
                  <a:srgbClr val="000000"/>
                </a:solidFill>
                <a:effectLst/>
                <a:latin typeface="Segoe UI"/>
                <a:ea typeface="Times New Roman" panose="02020603050405020304" pitchFamily="18" charset="0"/>
                <a:cs typeface="Segoe UI"/>
              </a:rPr>
              <a:t>nee </a:t>
            </a:r>
            <a:r>
              <a:rPr lang="en-SG" sz="2200" kern="0" err="1">
                <a:solidFill>
                  <a:srgbClr val="000000"/>
                </a:solidFill>
                <a:effectLst/>
                <a:latin typeface="Segoe UI"/>
                <a:ea typeface="Times New Roman" panose="02020603050405020304" pitchFamily="18" charset="0"/>
                <a:cs typeface="Segoe UI"/>
              </a:rPr>
              <a:t>mathrame</a:t>
            </a:r>
            <a:r>
              <a:rPr lang="en-SG" sz="2200" kern="0">
                <a:solidFill>
                  <a:srgbClr val="000000"/>
                </a:solidFill>
                <a:effectLst/>
                <a:latin typeface="Segoe UI"/>
                <a:ea typeface="Times New Roman" panose="02020603050405020304" pitchFamily="18" charset="0"/>
                <a:cs typeface="Segoe UI"/>
              </a:rPr>
              <a:t> (nee </a:t>
            </a:r>
            <a:r>
              <a:rPr lang="en-SG" sz="2200" kern="0" err="1">
                <a:solidFill>
                  <a:srgbClr val="000000"/>
                </a:solidFill>
                <a:effectLst/>
                <a:latin typeface="Segoe UI"/>
                <a:ea typeface="Times New Roman" panose="02020603050405020304" pitchFamily="18" charset="0"/>
                <a:cs typeface="Segoe UI"/>
              </a:rPr>
              <a:t>mathrame</a:t>
            </a:r>
            <a:r>
              <a:rPr lang="en-SG" sz="2200" kern="0">
                <a:solidFill>
                  <a:srgbClr val="000000"/>
                </a:solidFill>
                <a:effectLst/>
                <a:latin typeface="Segoe UI"/>
                <a:ea typeface="Times New Roman" panose="02020603050405020304" pitchFamily="18" charset="0"/>
                <a:cs typeface="Segoe UI"/>
              </a:rPr>
              <a:t>)</a:t>
            </a:r>
            <a:r>
              <a:rPr lang="en-SG" sz="2200" kern="100">
                <a:latin typeface="Segoe UI"/>
                <a:ea typeface="Calibri"/>
                <a:cs typeface="Segoe UI"/>
              </a:rPr>
              <a:t> </a:t>
            </a:r>
          </a:p>
          <a:p>
            <a:pPr algn="ctr"/>
            <a:r>
              <a:rPr lang="en-SG" sz="2200" kern="0" err="1">
                <a:solidFill>
                  <a:srgbClr val="000000"/>
                </a:solidFill>
                <a:latin typeface="Segoe UI"/>
                <a:ea typeface="Calibri"/>
                <a:cs typeface="Segoe UI"/>
              </a:rPr>
              <a:t>e</a:t>
            </a:r>
            <a:r>
              <a:rPr lang="en-SG" sz="2200" kern="0" err="1">
                <a:solidFill>
                  <a:srgbClr val="000000"/>
                </a:solidFill>
                <a:effectLst/>
                <a:latin typeface="Segoe UI"/>
                <a:ea typeface="Times New Roman" panose="02020603050405020304" pitchFamily="18" charset="0"/>
                <a:cs typeface="Segoe UI"/>
              </a:rPr>
              <a:t>n</a:t>
            </a:r>
            <a:r>
              <a:rPr lang="en-SG" sz="2200" kern="0">
                <a:solidFill>
                  <a:srgbClr val="000000"/>
                </a:solidFill>
                <a:effectLst/>
                <a:latin typeface="Segoe UI"/>
                <a:ea typeface="Times New Roman" panose="02020603050405020304" pitchFamily="18" charset="0"/>
                <a:cs typeface="Segoe UI"/>
              </a:rPr>
              <a:t> </a:t>
            </a:r>
            <a:r>
              <a:rPr lang="en-SG" sz="2200" kern="0" err="1">
                <a:solidFill>
                  <a:srgbClr val="000000"/>
                </a:solidFill>
                <a:latin typeface="Segoe UI"/>
                <a:ea typeface="Times New Roman" panose="02020603050405020304" pitchFamily="18" charset="0"/>
                <a:cs typeface="Segoe UI"/>
              </a:rPr>
              <a:t>r</a:t>
            </a:r>
            <a:r>
              <a:rPr lang="en-SG" sz="2200" kern="0" err="1">
                <a:solidFill>
                  <a:srgbClr val="000000"/>
                </a:solidFill>
                <a:effectLst/>
                <a:latin typeface="Segoe UI"/>
                <a:ea typeface="Times New Roman" panose="02020603050405020304" pitchFamily="18" charset="0"/>
                <a:cs typeface="Segoe UI"/>
              </a:rPr>
              <a:t>akshakan</a:t>
            </a:r>
            <a:r>
              <a:rPr lang="en-SG" sz="2200" kern="0">
                <a:solidFill>
                  <a:srgbClr val="000000"/>
                </a:solidFill>
                <a:effectLst/>
                <a:latin typeface="Segoe UI"/>
                <a:ea typeface="Times New Roman" panose="02020603050405020304" pitchFamily="18" charset="0"/>
                <a:cs typeface="Segoe UI"/>
              </a:rPr>
              <a:t> (</a:t>
            </a:r>
            <a:r>
              <a:rPr lang="en-SG" sz="2200" kern="0" err="1">
                <a:solidFill>
                  <a:srgbClr val="000000"/>
                </a:solidFill>
                <a:effectLst/>
                <a:latin typeface="Segoe UI"/>
                <a:ea typeface="Times New Roman" panose="02020603050405020304" pitchFamily="18" charset="0"/>
                <a:cs typeface="Segoe UI"/>
              </a:rPr>
              <a:t>en</a:t>
            </a:r>
            <a:r>
              <a:rPr lang="en-SG" sz="2200" kern="0">
                <a:solidFill>
                  <a:srgbClr val="000000"/>
                </a:solidFill>
                <a:effectLst/>
                <a:latin typeface="Segoe UI"/>
                <a:ea typeface="Times New Roman" panose="02020603050405020304" pitchFamily="18" charset="0"/>
                <a:cs typeface="Segoe UI"/>
              </a:rPr>
              <a:t> </a:t>
            </a:r>
            <a:r>
              <a:rPr lang="en-SG" sz="2200" kern="0" err="1">
                <a:solidFill>
                  <a:srgbClr val="000000"/>
                </a:solidFill>
                <a:effectLst/>
                <a:latin typeface="Segoe UI"/>
                <a:ea typeface="Times New Roman" panose="02020603050405020304" pitchFamily="18" charset="0"/>
                <a:cs typeface="Segoe UI"/>
              </a:rPr>
              <a:t>rakshakan</a:t>
            </a:r>
            <a:r>
              <a:rPr lang="en-SG" sz="2200" kern="0">
                <a:solidFill>
                  <a:srgbClr val="000000"/>
                </a:solidFill>
                <a:effectLst/>
                <a:latin typeface="Segoe UI"/>
                <a:ea typeface="Times New Roman" panose="02020603050405020304" pitchFamily="18" charset="0"/>
                <a:cs typeface="Segoe UI"/>
              </a:rPr>
              <a:t>), </a:t>
            </a:r>
            <a:r>
              <a:rPr lang="en-SG" sz="2200" kern="0" err="1">
                <a:solidFill>
                  <a:srgbClr val="000000"/>
                </a:solidFill>
                <a:effectLst/>
                <a:latin typeface="Segoe UI"/>
                <a:ea typeface="Times New Roman" panose="02020603050405020304" pitchFamily="18" charset="0"/>
                <a:cs typeface="Segoe UI"/>
              </a:rPr>
              <a:t>en</a:t>
            </a:r>
            <a:r>
              <a:rPr lang="en-SG" sz="2200" kern="0">
                <a:solidFill>
                  <a:srgbClr val="000000"/>
                </a:solidFill>
                <a:effectLst/>
                <a:latin typeface="Segoe UI"/>
                <a:ea typeface="Times New Roman" panose="02020603050405020304" pitchFamily="18" charset="0"/>
                <a:cs typeface="Segoe UI"/>
              </a:rPr>
              <a:t> </a:t>
            </a:r>
            <a:r>
              <a:rPr lang="en-SG" sz="2200" kern="0" err="1">
                <a:solidFill>
                  <a:srgbClr val="000000"/>
                </a:solidFill>
                <a:latin typeface="Segoe UI"/>
                <a:ea typeface="Times New Roman" panose="02020603050405020304" pitchFamily="18" charset="0"/>
                <a:cs typeface="Segoe UI"/>
              </a:rPr>
              <a:t>d</a:t>
            </a:r>
            <a:r>
              <a:rPr lang="en-SG" sz="2200" kern="0" err="1">
                <a:solidFill>
                  <a:srgbClr val="000000"/>
                </a:solidFill>
                <a:effectLst/>
                <a:latin typeface="Segoe UI"/>
                <a:ea typeface="Times New Roman" panose="02020603050405020304" pitchFamily="18" charset="0"/>
                <a:cs typeface="Segoe UI"/>
              </a:rPr>
              <a:t>aivam</a:t>
            </a:r>
            <a:r>
              <a:rPr lang="en-SG" sz="2200" kern="0">
                <a:solidFill>
                  <a:srgbClr val="000000"/>
                </a:solidFill>
                <a:effectLst/>
                <a:latin typeface="Segoe UI"/>
                <a:ea typeface="Times New Roman" panose="02020603050405020304" pitchFamily="18" charset="0"/>
                <a:cs typeface="Segoe UI"/>
              </a:rPr>
              <a:t> (</a:t>
            </a:r>
            <a:r>
              <a:rPr lang="en-SG" sz="2200" kern="0" err="1">
                <a:solidFill>
                  <a:srgbClr val="000000"/>
                </a:solidFill>
                <a:effectLst/>
                <a:latin typeface="Segoe UI"/>
                <a:ea typeface="Times New Roman" panose="02020603050405020304" pitchFamily="18" charset="0"/>
                <a:cs typeface="Segoe UI"/>
              </a:rPr>
              <a:t>en</a:t>
            </a:r>
            <a:r>
              <a:rPr lang="en-SG" sz="2200" kern="0">
                <a:solidFill>
                  <a:srgbClr val="000000"/>
                </a:solidFill>
                <a:effectLst/>
                <a:latin typeface="Segoe UI"/>
                <a:ea typeface="Times New Roman" panose="02020603050405020304" pitchFamily="18" charset="0"/>
                <a:cs typeface="Segoe UI"/>
              </a:rPr>
              <a:t> </a:t>
            </a:r>
            <a:r>
              <a:rPr lang="en-SG" sz="2200" kern="0" err="1">
                <a:solidFill>
                  <a:srgbClr val="000000"/>
                </a:solidFill>
                <a:effectLst/>
                <a:latin typeface="Segoe UI"/>
                <a:ea typeface="Times New Roman" panose="02020603050405020304" pitchFamily="18" charset="0"/>
                <a:cs typeface="Segoe UI"/>
              </a:rPr>
              <a:t>daivam</a:t>
            </a:r>
            <a:r>
              <a:rPr lang="en-SG" sz="2200" kern="0">
                <a:solidFill>
                  <a:srgbClr val="000000"/>
                </a:solidFill>
                <a:effectLst/>
                <a:latin typeface="Segoe UI"/>
                <a:ea typeface="Times New Roman" panose="02020603050405020304" pitchFamily="18" charset="0"/>
                <a:cs typeface="Segoe UI"/>
              </a:rPr>
              <a:t>)</a:t>
            </a:r>
            <a:endParaRPr lang="en-SG" sz="2200" kern="100">
              <a:effectLst/>
              <a:latin typeface="Segoe UI"/>
              <a:ea typeface="Calibri" panose="020F0502020204030204" pitchFamily="34" charset="0"/>
              <a:cs typeface="Segoe UI"/>
            </a:endParaRPr>
          </a:p>
          <a:p>
            <a:pPr algn="ctr">
              <a:buNone/>
            </a:pPr>
            <a:r>
              <a:rPr lang="en-SG" sz="2200" kern="0" err="1">
                <a:solidFill>
                  <a:srgbClr val="000000"/>
                </a:solidFill>
                <a:latin typeface="Segoe UI" panose="020B0502040204020203" pitchFamily="34" charset="0"/>
                <a:ea typeface="Times New Roman" panose="02020603050405020304" pitchFamily="18" charset="0"/>
                <a:cs typeface="Segoe UI" panose="020B0502040204020203" pitchFamily="34" charset="0"/>
              </a:rPr>
              <a:t>n</a:t>
            </a:r>
            <a:r>
              <a:rPr lang="en-SG" sz="2200"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jaan</a:t>
            </a:r>
            <a:r>
              <a:rPr lang="en-SG" sz="2200"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a:t>
            </a:r>
            <a:r>
              <a:rPr lang="en-SG" sz="2200"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ennum</a:t>
            </a:r>
            <a:r>
              <a:rPr lang="en-SG" sz="2200"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a:t>
            </a:r>
            <a:r>
              <a:rPr lang="en-SG" sz="2200"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ninne</a:t>
            </a:r>
            <a:r>
              <a:rPr lang="en-SG" sz="2200"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a:t>
            </a:r>
            <a:r>
              <a:rPr lang="en-SG" sz="2200"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sthuthicheedum</a:t>
            </a:r>
            <a:endParaRPr lang="en-SG" sz="2200" kern="100">
              <a:effectLst/>
              <a:latin typeface="Segoe UI" panose="020B0502040204020203" pitchFamily="34" charset="0"/>
              <a:ea typeface="Calibri" panose="020F0502020204030204" pitchFamily="34" charset="0"/>
              <a:cs typeface="Segoe UI" panose="020B0502040204020203" pitchFamily="34" charset="0"/>
            </a:endParaRPr>
          </a:p>
          <a:p>
            <a:pPr algn="ctr"/>
            <a:r>
              <a:rPr lang="en-SG" sz="2200" kern="0" err="1">
                <a:solidFill>
                  <a:srgbClr val="000000"/>
                </a:solidFill>
                <a:latin typeface="Segoe UI" panose="020B0502040204020203" pitchFamily="34" charset="0"/>
                <a:ea typeface="Times New Roman" panose="02020603050405020304" pitchFamily="18" charset="0"/>
                <a:cs typeface="Segoe UI" panose="020B0502040204020203" pitchFamily="34" charset="0"/>
              </a:rPr>
              <a:t>e</a:t>
            </a:r>
            <a:r>
              <a:rPr lang="en-SG" sz="2200"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n</a:t>
            </a:r>
            <a:r>
              <a:rPr lang="en-SG" sz="2200"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a:t>
            </a:r>
            <a:r>
              <a:rPr lang="en-SG" sz="2200" kern="0" err="1">
                <a:solidFill>
                  <a:srgbClr val="000000"/>
                </a:solidFill>
                <a:latin typeface="Segoe UI" panose="020B0502040204020203" pitchFamily="34" charset="0"/>
                <a:ea typeface="Times New Roman" panose="02020603050405020304" pitchFamily="18" charset="0"/>
                <a:cs typeface="Segoe UI" panose="020B0502040204020203" pitchFamily="34" charset="0"/>
              </a:rPr>
              <a:t>r</a:t>
            </a:r>
            <a:r>
              <a:rPr lang="en-SG" sz="2200"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akshakan</a:t>
            </a:r>
            <a:r>
              <a:rPr lang="en-SG" sz="2200"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a:t>
            </a:r>
            <a:r>
              <a:rPr lang="en-SG" sz="2200" kern="0">
                <a:solidFill>
                  <a:srgbClr val="000000"/>
                </a:solidFill>
                <a:effectLst/>
                <a:latin typeface="Segoe UI"/>
                <a:ea typeface="Times New Roman" panose="02020603050405020304" pitchFamily="18" charset="0"/>
                <a:cs typeface="Segoe UI"/>
              </a:rPr>
              <a:t>(</a:t>
            </a:r>
            <a:r>
              <a:rPr lang="en-SG" sz="2200" kern="0" err="1">
                <a:solidFill>
                  <a:srgbClr val="000000"/>
                </a:solidFill>
                <a:effectLst/>
                <a:latin typeface="Segoe UI"/>
                <a:ea typeface="Times New Roman" panose="02020603050405020304" pitchFamily="18" charset="0"/>
                <a:cs typeface="Segoe UI"/>
              </a:rPr>
              <a:t>en</a:t>
            </a:r>
            <a:r>
              <a:rPr lang="en-SG" sz="2200" kern="0">
                <a:solidFill>
                  <a:srgbClr val="000000"/>
                </a:solidFill>
                <a:effectLst/>
                <a:latin typeface="Segoe UI"/>
                <a:ea typeface="Times New Roman" panose="02020603050405020304" pitchFamily="18" charset="0"/>
                <a:cs typeface="Segoe UI"/>
              </a:rPr>
              <a:t> </a:t>
            </a:r>
            <a:r>
              <a:rPr lang="en-SG" sz="2200" kern="0" err="1">
                <a:solidFill>
                  <a:srgbClr val="000000"/>
                </a:solidFill>
                <a:effectLst/>
                <a:latin typeface="Segoe UI"/>
                <a:ea typeface="Times New Roman" panose="02020603050405020304" pitchFamily="18" charset="0"/>
                <a:cs typeface="Segoe UI"/>
              </a:rPr>
              <a:t>rakshakan</a:t>
            </a:r>
            <a:r>
              <a:rPr lang="en-SG" sz="2200" kern="0">
                <a:solidFill>
                  <a:srgbClr val="000000"/>
                </a:solidFill>
                <a:effectLst/>
                <a:latin typeface="Segoe UI"/>
                <a:ea typeface="Times New Roman" panose="02020603050405020304" pitchFamily="18" charset="0"/>
                <a:cs typeface="Segoe UI"/>
              </a:rPr>
              <a:t>)</a:t>
            </a:r>
            <a:r>
              <a:rPr lang="en-SG" sz="2200"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a:t>
            </a:r>
            <a:r>
              <a:rPr lang="en-SG" sz="2200"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en</a:t>
            </a:r>
            <a:r>
              <a:rPr lang="en-SG" sz="2200"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a:t>
            </a:r>
            <a:r>
              <a:rPr lang="en-SG" sz="2200" kern="0" err="1">
                <a:solidFill>
                  <a:srgbClr val="000000"/>
                </a:solidFill>
                <a:latin typeface="Segoe UI" panose="020B0502040204020203" pitchFamily="34" charset="0"/>
                <a:ea typeface="Times New Roman" panose="02020603050405020304" pitchFamily="18" charset="0"/>
                <a:cs typeface="Segoe UI" panose="020B0502040204020203" pitchFamily="34" charset="0"/>
              </a:rPr>
              <a:t>d</a:t>
            </a:r>
            <a:r>
              <a:rPr lang="en-SG" sz="2200"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aivam</a:t>
            </a:r>
            <a:r>
              <a:rPr lang="en-SG" sz="2200"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a:t>
            </a:r>
            <a:r>
              <a:rPr lang="en-SG" sz="2200" kern="0">
                <a:solidFill>
                  <a:srgbClr val="000000"/>
                </a:solidFill>
                <a:effectLst/>
                <a:latin typeface="Segoe UI"/>
                <a:ea typeface="Times New Roman" panose="02020603050405020304" pitchFamily="18" charset="0"/>
                <a:cs typeface="Segoe UI"/>
              </a:rPr>
              <a:t>(</a:t>
            </a:r>
            <a:r>
              <a:rPr lang="en-SG" sz="2200" kern="0" err="1">
                <a:solidFill>
                  <a:srgbClr val="000000"/>
                </a:solidFill>
                <a:effectLst/>
                <a:latin typeface="Segoe UI"/>
                <a:ea typeface="Times New Roman" panose="02020603050405020304" pitchFamily="18" charset="0"/>
                <a:cs typeface="Segoe UI"/>
              </a:rPr>
              <a:t>en</a:t>
            </a:r>
            <a:r>
              <a:rPr lang="en-SG" sz="2200" kern="0">
                <a:solidFill>
                  <a:srgbClr val="000000"/>
                </a:solidFill>
                <a:effectLst/>
                <a:latin typeface="Segoe UI"/>
                <a:ea typeface="Times New Roman" panose="02020603050405020304" pitchFamily="18" charset="0"/>
                <a:cs typeface="Segoe UI"/>
              </a:rPr>
              <a:t> </a:t>
            </a:r>
            <a:r>
              <a:rPr lang="en-SG" sz="2200" kern="0" err="1">
                <a:solidFill>
                  <a:srgbClr val="000000"/>
                </a:solidFill>
                <a:effectLst/>
                <a:latin typeface="Segoe UI"/>
                <a:ea typeface="Times New Roman" panose="02020603050405020304" pitchFamily="18" charset="0"/>
                <a:cs typeface="Segoe UI"/>
              </a:rPr>
              <a:t>daivam</a:t>
            </a:r>
            <a:r>
              <a:rPr lang="en-SG" sz="2200" kern="0">
                <a:solidFill>
                  <a:srgbClr val="000000"/>
                </a:solidFill>
                <a:effectLst/>
                <a:latin typeface="Segoe UI"/>
                <a:ea typeface="Times New Roman" panose="02020603050405020304" pitchFamily="18" charset="0"/>
                <a:cs typeface="Segoe UI"/>
              </a:rPr>
              <a:t>)</a:t>
            </a:r>
            <a:endParaRPr lang="en-SG" sz="2200" kern="100">
              <a:effectLst/>
              <a:latin typeface="Segoe UI"/>
              <a:ea typeface="Calibri" panose="020F0502020204030204" pitchFamily="34" charset="0"/>
              <a:cs typeface="Segoe UI"/>
            </a:endParaRPr>
          </a:p>
          <a:p>
            <a:pPr algn="ctr"/>
            <a:r>
              <a:rPr lang="en-SG" sz="2200"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njaan</a:t>
            </a:r>
            <a:r>
              <a:rPr lang="en-SG" sz="2200"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a:t>
            </a:r>
            <a:r>
              <a:rPr lang="en-SG" sz="2200"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ennum</a:t>
            </a:r>
            <a:r>
              <a:rPr lang="en-SG" sz="2200"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a:t>
            </a:r>
            <a:r>
              <a:rPr lang="en-SG" sz="2200"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ninne</a:t>
            </a:r>
            <a:r>
              <a:rPr lang="en-SG" sz="2200"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a:t>
            </a:r>
            <a:r>
              <a:rPr lang="en-SG" sz="2200"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sthuthicheedum</a:t>
            </a:r>
            <a:endParaRPr lang="en-SG" sz="2200" kern="100">
              <a:effectLst/>
              <a:latin typeface="Segoe UI" panose="020B0502040204020203" pitchFamily="34" charset="0"/>
              <a:ea typeface="Calibri" panose="020F0502020204030204" pitchFamily="34" charset="0"/>
              <a:cs typeface="Segoe UI" panose="020B0502040204020203" pitchFamily="34" charset="0"/>
            </a:endParaRPr>
          </a:p>
        </p:txBody>
      </p:sp>
    </p:spTree>
    <p:extLst>
      <p:ext uri="{BB962C8B-B14F-4D97-AF65-F5344CB8AC3E}">
        <p14:creationId xmlns:p14="http://schemas.microsoft.com/office/powerpoint/2010/main" val="37807799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24B59398-515B-40E4-9922-357DB2AB5477}"/>
              </a:ext>
            </a:extLst>
          </p:cNvPr>
          <p:cNvSpPr txBox="1">
            <a:spLocks/>
          </p:cNvSpPr>
          <p:nvPr/>
        </p:nvSpPr>
        <p:spPr>
          <a:xfrm>
            <a:off x="1645063" y="1773360"/>
            <a:ext cx="6109545" cy="2038951"/>
          </a:xfrm>
          <a:prstGeom prst="rect">
            <a:avLst/>
          </a:prstGeom>
          <a:noFill/>
          <a:ln w="19050">
            <a:noFill/>
          </a:ln>
        </p:spPr>
        <p:txBody>
          <a:bodyPr lIns="91440" tIns="45720" rIns="91440" bIns="4572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tabLst>
                <a:tab pos="1423880" algn="l"/>
              </a:tabLst>
            </a:pPr>
            <a:r>
              <a:rPr lang="en-US" sz="6000" b="1">
                <a:effectLst>
                  <a:outerShdw blurRad="38100" dist="38100" dir="2700000" algn="tl">
                    <a:srgbClr val="000000">
                      <a:alpha val="43137"/>
                    </a:srgbClr>
                  </a:outerShdw>
                </a:effectLst>
                <a:latin typeface="Gabriola"/>
              </a:rPr>
              <a:t>Offertory </a:t>
            </a:r>
          </a:p>
          <a:p>
            <a:pPr marL="0" indent="0" algn="ctr">
              <a:buNone/>
              <a:tabLst>
                <a:tab pos="1423880" algn="l"/>
              </a:tabLst>
            </a:pPr>
            <a:r>
              <a:rPr lang="en-SG" sz="6000">
                <a:effectLst>
                  <a:outerShdw blurRad="38100" dist="38100" dir="2700000" algn="tl">
                    <a:srgbClr val="000000">
                      <a:alpha val="43137"/>
                    </a:srgbClr>
                  </a:outerShdw>
                </a:effectLst>
                <a:latin typeface="Gabriola"/>
                <a:ea typeface="Calibri"/>
                <a:cs typeface="Calibri"/>
              </a:rPr>
              <a:t>Hymn No 405</a:t>
            </a:r>
            <a:endParaRPr lang="en-US" sz="6000">
              <a:effectLst>
                <a:outerShdw blurRad="38100" dist="38100" dir="2700000" algn="tl">
                  <a:srgbClr val="000000">
                    <a:alpha val="43137"/>
                  </a:srgbClr>
                </a:outerShdw>
              </a:effectLst>
              <a:latin typeface="Gabriola"/>
              <a:ea typeface="Calibri"/>
              <a:cs typeface="Calibri"/>
            </a:endParaRPr>
          </a:p>
          <a:p>
            <a:pPr marL="0" indent="0" algn="ctr">
              <a:buNone/>
              <a:tabLst>
                <a:tab pos="1423880" algn="l"/>
              </a:tabLst>
            </a:pPr>
            <a:endParaRPr lang="en-US" sz="6000" b="1">
              <a:effectLst>
                <a:outerShdw blurRad="38100" dist="38100" dir="2700000" algn="tl">
                  <a:srgbClr val="000000">
                    <a:alpha val="43137"/>
                  </a:srgbClr>
                </a:outerShdw>
              </a:effectLst>
              <a:latin typeface="Gabriola"/>
            </a:endParaRPr>
          </a:p>
        </p:txBody>
      </p:sp>
    </p:spTree>
    <p:extLst>
      <p:ext uri="{BB962C8B-B14F-4D97-AF65-F5344CB8AC3E}">
        <p14:creationId xmlns:p14="http://schemas.microsoft.com/office/powerpoint/2010/main" val="37499897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72751-0DFD-E04D-8DBC-6192EE4B4B2A}"/>
              </a:ext>
            </a:extLst>
          </p:cNvPr>
          <p:cNvSpPr>
            <a:spLocks noGrp="1"/>
          </p:cNvSpPr>
          <p:nvPr>
            <p:ph type="title"/>
          </p:nvPr>
        </p:nvSpPr>
        <p:spPr/>
        <p:txBody>
          <a:bodyPr/>
          <a:lstStyle/>
          <a:p>
            <a:r>
              <a:rPr lang="en-GB">
                <a:latin typeface="Segoe UI"/>
                <a:cs typeface="Segoe UI"/>
              </a:rPr>
              <a:t>Offertory Hymn- Hymn No. 405</a:t>
            </a:r>
            <a:endParaRPr lang="en-GB">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CAE21420-34C8-30C5-50CE-1D01ED744F93}"/>
              </a:ext>
            </a:extLst>
          </p:cNvPr>
          <p:cNvSpPr txBox="1"/>
          <p:nvPr/>
        </p:nvSpPr>
        <p:spPr>
          <a:xfrm>
            <a:off x="7449022" y="4835723"/>
            <a:ext cx="1690791" cy="307777"/>
          </a:xfrm>
          <a:prstGeom prst="rect">
            <a:avLst/>
          </a:prstGeom>
          <a:noFill/>
        </p:spPr>
        <p:txBody>
          <a:bodyPr wrap="square" rtlCol="0">
            <a:spAutoFit/>
          </a:bodyPr>
          <a:lstStyle/>
          <a:p>
            <a:pPr algn="r" defTabSz="457178">
              <a:defRPr/>
            </a:pPr>
            <a:r>
              <a:rPr lang="en-SG" sz="1400">
                <a:solidFill>
                  <a:prstClr val="black"/>
                </a:solidFill>
                <a:latin typeface="Segoe UI" panose="020B0502040204020203" pitchFamily="34" charset="0"/>
                <a:cs typeface="Segoe UI" panose="020B0502040204020203" pitchFamily="34" charset="0"/>
              </a:rPr>
              <a:t>Offertory: 1 of 10</a:t>
            </a:r>
          </a:p>
        </p:txBody>
      </p:sp>
      <p:sp>
        <p:nvSpPr>
          <p:cNvPr id="10" name="Content Placeholder 2">
            <a:extLst>
              <a:ext uri="{FF2B5EF4-FFF2-40B4-BE49-F238E27FC236}">
                <a16:creationId xmlns:a16="http://schemas.microsoft.com/office/drawing/2014/main" id="{F0BD5696-85A7-DDD4-3D7A-82F0B5AFE44E}"/>
              </a:ext>
            </a:extLst>
          </p:cNvPr>
          <p:cNvSpPr txBox="1">
            <a:spLocks/>
          </p:cNvSpPr>
          <p:nvPr/>
        </p:nvSpPr>
        <p:spPr>
          <a:xfrm>
            <a:off x="6237004" y="3621640"/>
            <a:ext cx="2985576" cy="459461"/>
          </a:xfrm>
          <a:prstGeom prst="rect">
            <a:avLst/>
          </a:prstGeom>
          <a:noFill/>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defTabSz="685766">
              <a:spcBef>
                <a:spcPts val="563"/>
              </a:spcBef>
              <a:buNone/>
              <a:tabLst>
                <a:tab pos="1423880" algn="l"/>
              </a:tabLst>
              <a:defRPr/>
            </a:pPr>
            <a:r>
              <a:rPr lang="en-GB" sz="2400">
                <a:solidFill>
                  <a:prstClr val="black"/>
                </a:solidFill>
                <a:latin typeface="Bahnschrift" panose="020B0502040204020203" pitchFamily="34" charset="0"/>
                <a:cs typeface="Segoe UI" panose="020B0502040204020203" pitchFamily="34" charset="0"/>
              </a:rPr>
              <a:t>UEN - S86CC0315K</a:t>
            </a:r>
          </a:p>
        </p:txBody>
      </p:sp>
      <p:pic>
        <p:nvPicPr>
          <p:cNvPr id="7" name="Picture 6" descr="Qr code with a pay now text&#10;&#10;AI-generated content may be incorrect.">
            <a:extLst>
              <a:ext uri="{FF2B5EF4-FFF2-40B4-BE49-F238E27FC236}">
                <a16:creationId xmlns:a16="http://schemas.microsoft.com/office/drawing/2014/main" id="{79201B77-84D1-A4FE-9F53-42BD530956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7004" y="566411"/>
            <a:ext cx="2902809" cy="2974817"/>
          </a:xfrm>
          <a:prstGeom prst="rect">
            <a:avLst/>
          </a:prstGeom>
        </p:spPr>
      </p:pic>
      <p:sp>
        <p:nvSpPr>
          <p:cNvPr id="3" name="Rectangle 2">
            <a:extLst>
              <a:ext uri="{FF2B5EF4-FFF2-40B4-BE49-F238E27FC236}">
                <a16:creationId xmlns:a16="http://schemas.microsoft.com/office/drawing/2014/main" id="{22CF0560-3F22-41A3-82CC-2D2BAD840D7B}"/>
              </a:ext>
            </a:extLst>
          </p:cNvPr>
          <p:cNvSpPr/>
          <p:nvPr/>
        </p:nvSpPr>
        <p:spPr>
          <a:xfrm>
            <a:off x="155794" y="654595"/>
            <a:ext cx="6166356" cy="1665090"/>
          </a:xfrm>
          <a:prstGeom prst="rect">
            <a:avLst/>
          </a:prstGeom>
          <a:noFill/>
        </p:spPr>
        <p:txBody>
          <a:bodyPr wrap="square" lIns="91440" tIns="45720" rIns="91440" bIns="45720" anchor="t"/>
          <a:lstStyle>
            <a:defPPr>
              <a:defRPr lang="en-US"/>
            </a:defPPr>
            <a:lvl1pPr marL="0" lv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SG" sz="2400" err="1">
                <a:latin typeface="Segoe UI"/>
                <a:cs typeface="Segoe UI"/>
              </a:rPr>
              <a:t>njaan</a:t>
            </a:r>
            <a:r>
              <a:rPr lang="en-SG" sz="2400">
                <a:latin typeface="Segoe UI"/>
                <a:cs typeface="Segoe UI"/>
              </a:rPr>
              <a:t> </a:t>
            </a:r>
            <a:r>
              <a:rPr lang="en-SG" sz="2400" err="1">
                <a:latin typeface="Segoe UI"/>
                <a:cs typeface="Segoe UI"/>
              </a:rPr>
              <a:t>karththaavinnaai</a:t>
            </a:r>
            <a:r>
              <a:rPr lang="en-SG" sz="2400">
                <a:latin typeface="Segoe UI"/>
                <a:cs typeface="Segoe UI"/>
              </a:rPr>
              <a:t> </a:t>
            </a:r>
            <a:r>
              <a:rPr lang="en-SG" sz="2400" err="1">
                <a:latin typeface="Segoe UI"/>
                <a:cs typeface="Segoe UI"/>
              </a:rPr>
              <a:t>paadum</a:t>
            </a:r>
            <a:endParaRPr lang="en-SG" sz="2400">
              <a:latin typeface="Segoe UI"/>
              <a:cs typeface="Segoe UI"/>
            </a:endParaRPr>
          </a:p>
          <a:p>
            <a:r>
              <a:rPr lang="en-SG" sz="2400" err="1">
                <a:latin typeface="Segoe UI"/>
                <a:cs typeface="Segoe UI"/>
              </a:rPr>
              <a:t>jeevichcheedum</a:t>
            </a:r>
            <a:r>
              <a:rPr lang="en-SG" sz="2400">
                <a:latin typeface="Segoe UI"/>
                <a:cs typeface="Segoe UI"/>
              </a:rPr>
              <a:t> </a:t>
            </a:r>
            <a:r>
              <a:rPr lang="en-SG" sz="2400" err="1">
                <a:latin typeface="Segoe UI"/>
                <a:cs typeface="Segoe UI"/>
              </a:rPr>
              <a:t>naalhellaam</a:t>
            </a:r>
            <a:endParaRPr lang="en-SG" sz="2400">
              <a:latin typeface="Segoe UI"/>
              <a:cs typeface="Segoe UI"/>
            </a:endParaRPr>
          </a:p>
          <a:p>
            <a:r>
              <a:rPr lang="en-SG" sz="2400" err="1">
                <a:latin typeface="Segoe UI"/>
                <a:cs typeface="Segoe UI"/>
              </a:rPr>
              <a:t>daiva</a:t>
            </a:r>
            <a:r>
              <a:rPr lang="en-SG" sz="2400">
                <a:latin typeface="Segoe UI"/>
                <a:cs typeface="Segoe UI"/>
              </a:rPr>
              <a:t> </a:t>
            </a:r>
            <a:r>
              <a:rPr lang="en-SG" sz="2400" err="1">
                <a:latin typeface="Segoe UI"/>
                <a:cs typeface="Segoe UI"/>
              </a:rPr>
              <a:t>mahathwam</a:t>
            </a:r>
            <a:r>
              <a:rPr lang="en-SG" sz="2400">
                <a:latin typeface="Segoe UI"/>
                <a:cs typeface="Segoe UI"/>
              </a:rPr>
              <a:t> </a:t>
            </a:r>
            <a:r>
              <a:rPr lang="en-SG" sz="2400" err="1">
                <a:latin typeface="Segoe UI"/>
                <a:cs typeface="Segoe UI"/>
              </a:rPr>
              <a:t>kondaadum</a:t>
            </a:r>
            <a:endParaRPr lang="en-SG" sz="2400">
              <a:latin typeface="Segoe UI"/>
              <a:cs typeface="Segoe UI"/>
            </a:endParaRPr>
          </a:p>
          <a:p>
            <a:r>
              <a:rPr lang="en-SG" sz="2400" err="1">
                <a:latin typeface="Segoe UI"/>
                <a:cs typeface="Segoe UI"/>
              </a:rPr>
              <a:t>keerthikkum</a:t>
            </a:r>
            <a:r>
              <a:rPr lang="en-SG" sz="2400">
                <a:latin typeface="Segoe UI"/>
                <a:cs typeface="Segoe UI"/>
              </a:rPr>
              <a:t> than </a:t>
            </a:r>
            <a:r>
              <a:rPr lang="en-SG" sz="2400" err="1">
                <a:latin typeface="Segoe UI"/>
                <a:cs typeface="Segoe UI"/>
              </a:rPr>
              <a:t>vaalsalyam</a:t>
            </a:r>
            <a:endParaRPr lang="en-SG" sz="2400">
              <a:latin typeface="Segoe UI"/>
              <a:cs typeface="Segoe UI"/>
            </a:endParaRPr>
          </a:p>
          <a:p>
            <a:endParaRPr lang="en-US" sz="2400">
              <a:latin typeface="Segoe UI"/>
              <a:cs typeface="Segoe UI"/>
            </a:endParaRPr>
          </a:p>
        </p:txBody>
      </p:sp>
      <p:sp>
        <p:nvSpPr>
          <p:cNvPr id="4" name="TextBox 9">
            <a:extLst>
              <a:ext uri="{FF2B5EF4-FFF2-40B4-BE49-F238E27FC236}">
                <a16:creationId xmlns:a16="http://schemas.microsoft.com/office/drawing/2014/main" id="{B59A55C3-6162-42A2-B11B-78D558091B4A}"/>
              </a:ext>
            </a:extLst>
          </p:cNvPr>
          <p:cNvSpPr txBox="1"/>
          <p:nvPr/>
        </p:nvSpPr>
        <p:spPr>
          <a:xfrm>
            <a:off x="155794" y="2412056"/>
            <a:ext cx="6306672" cy="2165033"/>
          </a:xfrm>
          <a:prstGeom prst="rect">
            <a:avLst/>
          </a:prstGeom>
          <a:noFill/>
        </p:spPr>
        <p:txBody>
          <a:bodyPr wrap="square"/>
          <a:lstStyle>
            <a:defPPr>
              <a:defRPr lang="en-US"/>
            </a:defPPr>
            <a:lvl1pPr marL="0" lv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700">
                <a:latin typeface="ML-TTKarthika" panose="04000000000000000000" pitchFamily="82" charset="0"/>
              </a:rPr>
              <a:t>Rm³ </a:t>
            </a:r>
            <a:r>
              <a:rPr lang="en-US" sz="2700" err="1">
                <a:latin typeface="ML-TTKarthika" panose="04000000000000000000" pitchFamily="82" charset="0"/>
              </a:rPr>
              <a:t>IÀ¯mhn¶mbv</a:t>
            </a:r>
            <a:r>
              <a:rPr lang="en-US" sz="2700">
                <a:latin typeface="ML-TTKarthika" panose="04000000000000000000" pitchFamily="82" charset="0"/>
              </a:rPr>
              <a:t> ]</a:t>
            </a:r>
            <a:r>
              <a:rPr lang="en-US" sz="2700" err="1">
                <a:latin typeface="ML-TTKarthika" panose="04000000000000000000" pitchFamily="82" charset="0"/>
              </a:rPr>
              <a:t>mSpw</a:t>
            </a:r>
            <a:endParaRPr lang="en-US" sz="2700">
              <a:latin typeface="ML-TTKarthika" panose="04000000000000000000" pitchFamily="82" charset="0"/>
            </a:endParaRPr>
          </a:p>
          <a:p>
            <a:r>
              <a:rPr lang="en-US" sz="2700" err="1">
                <a:latin typeface="ML-TTKarthika" panose="04000000000000000000" pitchFamily="82" charset="0"/>
              </a:rPr>
              <a:t>Pohn¨oSpw</a:t>
            </a:r>
            <a:r>
              <a:rPr lang="en-US" sz="2700">
                <a:latin typeface="ML-TTKarthika" panose="04000000000000000000" pitchFamily="82" charset="0"/>
              </a:rPr>
              <a:t> \</a:t>
            </a:r>
            <a:r>
              <a:rPr lang="en-US" sz="2700" err="1">
                <a:latin typeface="ML-TTKarthika" panose="04000000000000000000" pitchFamily="82" charset="0"/>
              </a:rPr>
              <a:t>msfÃmw</a:t>
            </a:r>
            <a:endParaRPr lang="en-US" sz="2700">
              <a:latin typeface="ML-TTKarthika" panose="04000000000000000000" pitchFamily="82" charset="0"/>
            </a:endParaRPr>
          </a:p>
          <a:p>
            <a:r>
              <a:rPr lang="en-US" sz="2700" err="1">
                <a:latin typeface="ML-TTKarthika" panose="04000000000000000000" pitchFamily="82" charset="0"/>
              </a:rPr>
              <a:t>ssZhalXzw</a:t>
            </a:r>
            <a:r>
              <a:rPr lang="en-US" sz="2700">
                <a:latin typeface="ML-TTKarthika" panose="04000000000000000000" pitchFamily="82" charset="0"/>
              </a:rPr>
              <a:t> </a:t>
            </a:r>
            <a:r>
              <a:rPr lang="en-US" sz="2700" err="1">
                <a:latin typeface="ML-TTKarthika" panose="04000000000000000000" pitchFamily="82" charset="0"/>
              </a:rPr>
              <a:t>sIm¬SmSpw</a:t>
            </a:r>
            <a:endParaRPr lang="en-US" sz="2700">
              <a:latin typeface="ML-TTKarthika" panose="04000000000000000000" pitchFamily="82" charset="0"/>
            </a:endParaRPr>
          </a:p>
          <a:p>
            <a:r>
              <a:rPr lang="en-US" sz="2700" err="1">
                <a:latin typeface="ML-TTKarthika" panose="04000000000000000000" pitchFamily="82" charset="0"/>
              </a:rPr>
              <a:t>IoÀ¯n¡pw</a:t>
            </a:r>
            <a:r>
              <a:rPr lang="en-US" sz="2700">
                <a:latin typeface="ML-TTKarthika" panose="04000000000000000000" pitchFamily="82" charset="0"/>
              </a:rPr>
              <a:t> X³ </a:t>
            </a:r>
            <a:r>
              <a:rPr lang="en-US" sz="2700" err="1">
                <a:latin typeface="ML-TTKarthika" panose="04000000000000000000" pitchFamily="82" charset="0"/>
              </a:rPr>
              <a:t>hmÂkeyw</a:t>
            </a:r>
            <a:endParaRPr lang="en-US" sz="2700">
              <a:latin typeface="ML-TTKarthika" panose="04000000000000000000" pitchFamily="82" charset="0"/>
            </a:endParaRPr>
          </a:p>
        </p:txBody>
      </p:sp>
    </p:spTree>
    <p:extLst>
      <p:ext uri="{BB962C8B-B14F-4D97-AF65-F5344CB8AC3E}">
        <p14:creationId xmlns:p14="http://schemas.microsoft.com/office/powerpoint/2010/main" val="33687566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5AF91-5A27-6B2A-F7D0-9AFA3A377A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A43E9B-4D43-4753-4AEC-47E1D04C8A22}"/>
              </a:ext>
            </a:extLst>
          </p:cNvPr>
          <p:cNvSpPr>
            <a:spLocks noGrp="1"/>
          </p:cNvSpPr>
          <p:nvPr>
            <p:ph type="title"/>
          </p:nvPr>
        </p:nvSpPr>
        <p:spPr/>
        <p:txBody>
          <a:bodyPr/>
          <a:lstStyle/>
          <a:p>
            <a:r>
              <a:rPr lang="en-GB">
                <a:latin typeface="Segoe UI"/>
                <a:cs typeface="Segoe UI"/>
              </a:rPr>
              <a:t>Offertory Hymn- Hymn No. 405</a:t>
            </a:r>
            <a:endParaRPr lang="en-GB">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1ED14E19-5807-E7AD-23E7-5780311E76C8}"/>
              </a:ext>
            </a:extLst>
          </p:cNvPr>
          <p:cNvSpPr txBox="1"/>
          <p:nvPr/>
        </p:nvSpPr>
        <p:spPr>
          <a:xfrm>
            <a:off x="7453211" y="4835725"/>
            <a:ext cx="1690791" cy="307777"/>
          </a:xfrm>
          <a:prstGeom prst="rect">
            <a:avLst/>
          </a:prstGeom>
          <a:noFill/>
        </p:spPr>
        <p:txBody>
          <a:bodyPr wrap="square" rtlCol="0">
            <a:spAutoFit/>
          </a:bodyPr>
          <a:lstStyle/>
          <a:p>
            <a:pPr algn="r" defTabSz="457178">
              <a:defRPr/>
            </a:pPr>
            <a:r>
              <a:rPr lang="en-SG" sz="1400">
                <a:solidFill>
                  <a:prstClr val="black"/>
                </a:solidFill>
                <a:latin typeface="Segoe UI" panose="020B0502040204020203" pitchFamily="34" charset="0"/>
                <a:cs typeface="Segoe UI" panose="020B0502040204020203" pitchFamily="34" charset="0"/>
              </a:rPr>
              <a:t>Offertory: 2 of 10</a:t>
            </a:r>
          </a:p>
        </p:txBody>
      </p:sp>
      <p:sp>
        <p:nvSpPr>
          <p:cNvPr id="10" name="Content Placeholder 2">
            <a:extLst>
              <a:ext uri="{FF2B5EF4-FFF2-40B4-BE49-F238E27FC236}">
                <a16:creationId xmlns:a16="http://schemas.microsoft.com/office/drawing/2014/main" id="{A96C78B1-8CF5-9049-5068-1246FD9907D5}"/>
              </a:ext>
            </a:extLst>
          </p:cNvPr>
          <p:cNvSpPr txBox="1">
            <a:spLocks/>
          </p:cNvSpPr>
          <p:nvPr/>
        </p:nvSpPr>
        <p:spPr>
          <a:xfrm>
            <a:off x="6237004" y="3621640"/>
            <a:ext cx="2985576" cy="459461"/>
          </a:xfrm>
          <a:prstGeom prst="rect">
            <a:avLst/>
          </a:prstGeom>
          <a:noFill/>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defTabSz="685766">
              <a:spcBef>
                <a:spcPts val="563"/>
              </a:spcBef>
              <a:buNone/>
              <a:tabLst>
                <a:tab pos="1423880" algn="l"/>
              </a:tabLst>
              <a:defRPr/>
            </a:pPr>
            <a:r>
              <a:rPr lang="en-GB" sz="2400">
                <a:solidFill>
                  <a:prstClr val="black"/>
                </a:solidFill>
                <a:latin typeface="Bahnschrift" panose="020B0502040204020203" pitchFamily="34" charset="0"/>
                <a:cs typeface="Segoe UI" panose="020B0502040204020203" pitchFamily="34" charset="0"/>
              </a:rPr>
              <a:t>UEN - S86CC0315K</a:t>
            </a:r>
          </a:p>
        </p:txBody>
      </p:sp>
      <p:pic>
        <p:nvPicPr>
          <p:cNvPr id="7" name="Picture 6" descr="Qr code with a pay now text&#10;&#10;AI-generated content may be incorrect.">
            <a:extLst>
              <a:ext uri="{FF2B5EF4-FFF2-40B4-BE49-F238E27FC236}">
                <a16:creationId xmlns:a16="http://schemas.microsoft.com/office/drawing/2014/main" id="{769A85E3-D068-EF9B-6AE1-F4D64D6A96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7004" y="566411"/>
            <a:ext cx="2902809" cy="2974817"/>
          </a:xfrm>
          <a:prstGeom prst="rect">
            <a:avLst/>
          </a:prstGeom>
        </p:spPr>
      </p:pic>
      <p:sp>
        <p:nvSpPr>
          <p:cNvPr id="3" name="Rectangle 2">
            <a:extLst>
              <a:ext uri="{FF2B5EF4-FFF2-40B4-BE49-F238E27FC236}">
                <a16:creationId xmlns:a16="http://schemas.microsoft.com/office/drawing/2014/main" id="{139A6A3E-22D3-686D-7AC3-0E55668E19D0}"/>
              </a:ext>
            </a:extLst>
          </p:cNvPr>
          <p:cNvSpPr/>
          <p:nvPr/>
        </p:nvSpPr>
        <p:spPr>
          <a:xfrm>
            <a:off x="297565" y="566411"/>
            <a:ext cx="6166356" cy="1665090"/>
          </a:xfrm>
          <a:prstGeom prst="rect">
            <a:avLst/>
          </a:prstGeom>
          <a:noFill/>
        </p:spPr>
        <p:txBody>
          <a:bodyPr wrap="square" lIns="91440" tIns="45720" rIns="91440" bIns="45720" anchor="t"/>
          <a:lstStyle>
            <a:defPPr>
              <a:defRPr lang="en-US"/>
            </a:defPPr>
            <a:lvl1pPr marL="0" lv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SG" sz="2400" i="1">
                <a:latin typeface="Segoe UI"/>
                <a:cs typeface="Segoe UI"/>
              </a:rPr>
              <a:t>halleluiah </a:t>
            </a:r>
            <a:r>
              <a:rPr lang="en-SG" sz="2400" i="1" dirty="0" err="1">
                <a:latin typeface="Segoe UI"/>
                <a:cs typeface="Segoe UI"/>
              </a:rPr>
              <a:t>daivaththinum</a:t>
            </a:r>
            <a:endParaRPr lang="en-SG" sz="2400" i="1">
              <a:latin typeface="Segoe UI"/>
              <a:cs typeface="Segoe UI"/>
            </a:endParaRPr>
          </a:p>
          <a:p>
            <a:r>
              <a:rPr lang="en-SG" sz="2400" i="1">
                <a:latin typeface="Segoe UI"/>
                <a:cs typeface="Segoe UI"/>
              </a:rPr>
              <a:t>halleluiah </a:t>
            </a:r>
            <a:r>
              <a:rPr lang="en-SG" sz="2400" i="1" dirty="0" err="1">
                <a:latin typeface="Segoe UI"/>
                <a:cs typeface="Segoe UI"/>
              </a:rPr>
              <a:t>puthrranum</a:t>
            </a:r>
            <a:endParaRPr lang="en-SG" sz="2400" i="1">
              <a:latin typeface="Segoe UI"/>
              <a:cs typeface="Segoe UI"/>
            </a:endParaRPr>
          </a:p>
          <a:p>
            <a:r>
              <a:rPr lang="en-SG" sz="2400" i="1">
                <a:latin typeface="Segoe UI"/>
                <a:cs typeface="Segoe UI"/>
              </a:rPr>
              <a:t>halleluiah </a:t>
            </a:r>
            <a:r>
              <a:rPr lang="en-SG" sz="2400" i="1" dirty="0" err="1">
                <a:latin typeface="Segoe UI"/>
                <a:cs typeface="Segoe UI"/>
              </a:rPr>
              <a:t>aathmaavinum</a:t>
            </a:r>
            <a:r>
              <a:rPr lang="en-SG" sz="2400" i="1" dirty="0">
                <a:latin typeface="Segoe UI"/>
                <a:cs typeface="Segoe UI"/>
              </a:rPr>
              <a:t> </a:t>
            </a:r>
            <a:endParaRPr lang="en-SG" sz="2400" i="1">
              <a:latin typeface="Segoe UI"/>
              <a:cs typeface="Segoe UI"/>
            </a:endParaRPr>
          </a:p>
          <a:p>
            <a:r>
              <a:rPr lang="en-SG" sz="2400" i="1" err="1">
                <a:latin typeface="Segoe UI"/>
                <a:cs typeface="Segoe UI"/>
              </a:rPr>
              <a:t>innum</a:t>
            </a:r>
            <a:r>
              <a:rPr lang="en-SG" sz="2400" i="1">
                <a:latin typeface="Segoe UI"/>
                <a:cs typeface="Segoe UI"/>
              </a:rPr>
              <a:t> </a:t>
            </a:r>
            <a:r>
              <a:rPr lang="en-SG" sz="2400" i="1" err="1">
                <a:latin typeface="Segoe UI"/>
                <a:cs typeface="Segoe UI"/>
              </a:rPr>
              <a:t>ennum</a:t>
            </a:r>
            <a:r>
              <a:rPr lang="en-SG" sz="2400" i="1">
                <a:latin typeface="Segoe UI"/>
                <a:cs typeface="Segoe UI"/>
              </a:rPr>
              <a:t> </a:t>
            </a:r>
            <a:r>
              <a:rPr lang="en-SG" sz="2400" i="1" dirty="0" err="1">
                <a:latin typeface="Segoe UI"/>
                <a:cs typeface="Segoe UI"/>
              </a:rPr>
              <a:t>sarvva</a:t>
            </a:r>
            <a:r>
              <a:rPr lang="en-SG" sz="2400" i="1">
                <a:latin typeface="Segoe UI"/>
                <a:cs typeface="Segoe UI"/>
              </a:rPr>
              <a:t> </a:t>
            </a:r>
            <a:r>
              <a:rPr lang="en-SG" sz="2400" i="1" err="1">
                <a:latin typeface="Segoe UI"/>
                <a:cs typeface="Segoe UI"/>
              </a:rPr>
              <a:t>kaalaththum</a:t>
            </a:r>
            <a:endParaRPr lang="en-SG" sz="2400" i="1">
              <a:latin typeface="Segoe UI"/>
              <a:cs typeface="Segoe UI"/>
            </a:endParaRPr>
          </a:p>
          <a:p>
            <a:endParaRPr lang="en-US" sz="2400" i="1">
              <a:latin typeface="Segoe UI"/>
              <a:cs typeface="Segoe UI"/>
            </a:endParaRPr>
          </a:p>
        </p:txBody>
      </p:sp>
      <p:sp>
        <p:nvSpPr>
          <p:cNvPr id="6" name="Rectangle 5">
            <a:extLst>
              <a:ext uri="{FF2B5EF4-FFF2-40B4-BE49-F238E27FC236}">
                <a16:creationId xmlns:a16="http://schemas.microsoft.com/office/drawing/2014/main" id="{E5A6B70C-E105-7D61-147A-07D1DA488D4B}"/>
              </a:ext>
            </a:extLst>
          </p:cNvPr>
          <p:cNvSpPr/>
          <p:nvPr/>
        </p:nvSpPr>
        <p:spPr>
          <a:xfrm>
            <a:off x="297565" y="2571750"/>
            <a:ext cx="6166356" cy="1665090"/>
          </a:xfrm>
          <a:prstGeom prst="rect">
            <a:avLst/>
          </a:prstGeom>
          <a:noFill/>
        </p:spPr>
        <p:txBody>
          <a:bodyPr wrap="square" lIns="91440" tIns="45720" rIns="91440" bIns="45720" anchor="t"/>
          <a:lstStyle>
            <a:defPPr>
              <a:defRPr lang="en-US"/>
            </a:defPPr>
            <a:lvl1pPr marL="0" lv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400" i="1" err="1">
                <a:latin typeface="ML-TTKarthika" panose="04000000000000000000" pitchFamily="82" charset="0"/>
                <a:cs typeface="Segoe UI"/>
              </a:rPr>
              <a:t>lsÃeq¿m</a:t>
            </a:r>
            <a:r>
              <a:rPr lang="en-US" sz="2400" i="1">
                <a:latin typeface="ML-TTKarthika" panose="04000000000000000000" pitchFamily="82" charset="0"/>
                <a:cs typeface="Segoe UI"/>
              </a:rPr>
              <a:t> </a:t>
            </a:r>
            <a:r>
              <a:rPr lang="en-US" sz="2400" i="1" err="1">
                <a:latin typeface="ML-TTKarthika" panose="04000000000000000000" pitchFamily="82" charset="0"/>
                <a:cs typeface="Segoe UI"/>
              </a:rPr>
              <a:t>ssZh¯n</a:t>
            </a:r>
            <a:r>
              <a:rPr lang="en-US" sz="2400" i="1">
                <a:latin typeface="ML-TTKarthika" panose="04000000000000000000" pitchFamily="82" charset="0"/>
                <a:cs typeface="Segoe UI"/>
              </a:rPr>
              <a:t>\pw</a:t>
            </a:r>
          </a:p>
          <a:p>
            <a:r>
              <a:rPr lang="en-US" sz="2400" i="1" err="1">
                <a:latin typeface="ML-TTKarthika" panose="04000000000000000000" pitchFamily="82" charset="0"/>
                <a:cs typeface="Segoe UI"/>
              </a:rPr>
              <a:t>lsÃeq¿m</a:t>
            </a:r>
            <a:r>
              <a:rPr lang="en-US" sz="2400" i="1">
                <a:latin typeface="ML-TTKarthika" panose="04000000000000000000" pitchFamily="82" charset="0"/>
                <a:cs typeface="Segoe UI"/>
              </a:rPr>
              <a:t> ]p{X\pw</a:t>
            </a:r>
          </a:p>
          <a:p>
            <a:r>
              <a:rPr lang="en-US" sz="2400" i="1" err="1">
                <a:latin typeface="ML-TTKarthika" panose="04000000000000000000" pitchFamily="82" charset="0"/>
                <a:cs typeface="Segoe UI"/>
              </a:rPr>
              <a:t>lsÃeq¿m</a:t>
            </a:r>
            <a:r>
              <a:rPr lang="en-US" sz="2400" i="1">
                <a:latin typeface="ML-TTKarthika" panose="04000000000000000000" pitchFamily="82" charset="0"/>
                <a:cs typeface="Segoe UI"/>
              </a:rPr>
              <a:t> </a:t>
            </a:r>
            <a:r>
              <a:rPr lang="en-US" sz="2400" i="1" err="1">
                <a:latin typeface="ML-TTKarthika" panose="04000000000000000000" pitchFamily="82" charset="0"/>
                <a:cs typeface="Segoe UI"/>
              </a:rPr>
              <a:t>Bßmhn</a:t>
            </a:r>
            <a:r>
              <a:rPr lang="en-US" sz="2400" i="1">
                <a:latin typeface="ML-TTKarthika" panose="04000000000000000000" pitchFamily="82" charset="0"/>
                <a:cs typeface="Segoe UI"/>
              </a:rPr>
              <a:t>\pw</a:t>
            </a:r>
          </a:p>
          <a:p>
            <a:r>
              <a:rPr lang="en-US" sz="2400" i="1" err="1">
                <a:latin typeface="ML-TTKarthika" panose="04000000000000000000" pitchFamily="82" charset="0"/>
                <a:cs typeface="Segoe UI"/>
              </a:rPr>
              <a:t>C¶pw</a:t>
            </a:r>
            <a:r>
              <a:rPr lang="en-US" sz="2400" i="1">
                <a:latin typeface="ML-TTKarthika" panose="04000000000000000000" pitchFamily="82" charset="0"/>
                <a:cs typeface="Segoe UI"/>
              </a:rPr>
              <a:t> </a:t>
            </a:r>
            <a:r>
              <a:rPr lang="pl-PL" sz="2400" b="0" i="1" u="none" strike="noStrike" baseline="0">
                <a:latin typeface="ML-TTKarthika" panose="04000000000000000000" pitchFamily="82" charset="0"/>
              </a:rPr>
              <a:t>F¶pw </a:t>
            </a:r>
            <a:r>
              <a:rPr lang="en-US" sz="2400" i="1" err="1">
                <a:latin typeface="ML-TTKarthika" panose="04000000000000000000" pitchFamily="82" charset="0"/>
                <a:cs typeface="Segoe UI"/>
              </a:rPr>
              <a:t>kÀÆIme¯pw</a:t>
            </a:r>
            <a:endParaRPr lang="en-US" sz="2400" i="1">
              <a:latin typeface="ML-TTKarthika" panose="04000000000000000000" pitchFamily="82" charset="0"/>
              <a:cs typeface="Segoe UI"/>
            </a:endParaRPr>
          </a:p>
        </p:txBody>
      </p:sp>
    </p:spTree>
    <p:extLst>
      <p:ext uri="{BB962C8B-B14F-4D97-AF65-F5344CB8AC3E}">
        <p14:creationId xmlns:p14="http://schemas.microsoft.com/office/powerpoint/2010/main" val="23755476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BEFCD-A7FD-0553-C5BD-FD42B95B8A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E5F435-0E56-B6CE-9142-113ACF098F86}"/>
              </a:ext>
            </a:extLst>
          </p:cNvPr>
          <p:cNvSpPr>
            <a:spLocks noGrp="1"/>
          </p:cNvSpPr>
          <p:nvPr>
            <p:ph type="title"/>
          </p:nvPr>
        </p:nvSpPr>
        <p:spPr/>
        <p:txBody>
          <a:bodyPr/>
          <a:lstStyle/>
          <a:p>
            <a:r>
              <a:rPr lang="en-GB">
                <a:latin typeface="Segoe UI"/>
                <a:cs typeface="Segoe UI"/>
              </a:rPr>
              <a:t>Offertory Hymn- Hymn No. 405</a:t>
            </a:r>
            <a:endParaRPr lang="en-GB">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7A9281C0-21D4-6EDE-E36A-3E78CB195050}"/>
              </a:ext>
            </a:extLst>
          </p:cNvPr>
          <p:cNvSpPr txBox="1"/>
          <p:nvPr/>
        </p:nvSpPr>
        <p:spPr>
          <a:xfrm>
            <a:off x="7453211" y="4835725"/>
            <a:ext cx="1690791" cy="307777"/>
          </a:xfrm>
          <a:prstGeom prst="rect">
            <a:avLst/>
          </a:prstGeom>
          <a:noFill/>
        </p:spPr>
        <p:txBody>
          <a:bodyPr wrap="square" rtlCol="0">
            <a:spAutoFit/>
          </a:bodyPr>
          <a:lstStyle/>
          <a:p>
            <a:pPr algn="r" defTabSz="457178">
              <a:defRPr/>
            </a:pPr>
            <a:r>
              <a:rPr lang="en-SG" sz="1400">
                <a:solidFill>
                  <a:prstClr val="black"/>
                </a:solidFill>
                <a:latin typeface="Segoe UI" panose="020B0502040204020203" pitchFamily="34" charset="0"/>
                <a:cs typeface="Segoe UI" panose="020B0502040204020203" pitchFamily="34" charset="0"/>
              </a:rPr>
              <a:t>Offertory: 3 of 10</a:t>
            </a:r>
          </a:p>
        </p:txBody>
      </p:sp>
      <p:sp>
        <p:nvSpPr>
          <p:cNvPr id="10" name="Content Placeholder 2">
            <a:extLst>
              <a:ext uri="{FF2B5EF4-FFF2-40B4-BE49-F238E27FC236}">
                <a16:creationId xmlns:a16="http://schemas.microsoft.com/office/drawing/2014/main" id="{3DEBC036-9AF2-C125-C082-0EAE22ECEE1F}"/>
              </a:ext>
            </a:extLst>
          </p:cNvPr>
          <p:cNvSpPr txBox="1">
            <a:spLocks/>
          </p:cNvSpPr>
          <p:nvPr/>
        </p:nvSpPr>
        <p:spPr>
          <a:xfrm>
            <a:off x="6237004" y="3621640"/>
            <a:ext cx="2985576" cy="459461"/>
          </a:xfrm>
          <a:prstGeom prst="rect">
            <a:avLst/>
          </a:prstGeom>
          <a:noFill/>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defTabSz="685766">
              <a:spcBef>
                <a:spcPts val="563"/>
              </a:spcBef>
              <a:buNone/>
              <a:tabLst>
                <a:tab pos="1423880" algn="l"/>
              </a:tabLst>
              <a:defRPr/>
            </a:pPr>
            <a:r>
              <a:rPr lang="en-GB" sz="2400">
                <a:solidFill>
                  <a:prstClr val="black"/>
                </a:solidFill>
                <a:latin typeface="Bahnschrift" panose="020B0502040204020203" pitchFamily="34" charset="0"/>
                <a:cs typeface="Segoe UI" panose="020B0502040204020203" pitchFamily="34" charset="0"/>
              </a:rPr>
              <a:t>UEN - S86CC0315K</a:t>
            </a:r>
          </a:p>
        </p:txBody>
      </p:sp>
      <p:pic>
        <p:nvPicPr>
          <p:cNvPr id="7" name="Picture 6" descr="Qr code with a pay now text&#10;&#10;AI-generated content may be incorrect.">
            <a:extLst>
              <a:ext uri="{FF2B5EF4-FFF2-40B4-BE49-F238E27FC236}">
                <a16:creationId xmlns:a16="http://schemas.microsoft.com/office/drawing/2014/main" id="{F64A0625-E7F1-0B54-EFB8-2F4C583721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7004" y="566411"/>
            <a:ext cx="2902809" cy="2974817"/>
          </a:xfrm>
          <a:prstGeom prst="rect">
            <a:avLst/>
          </a:prstGeom>
        </p:spPr>
      </p:pic>
      <p:sp>
        <p:nvSpPr>
          <p:cNvPr id="3" name="Rectangle 2">
            <a:extLst>
              <a:ext uri="{FF2B5EF4-FFF2-40B4-BE49-F238E27FC236}">
                <a16:creationId xmlns:a16="http://schemas.microsoft.com/office/drawing/2014/main" id="{FF4B95B1-F663-C436-372A-3FE9EBEA082B}"/>
              </a:ext>
            </a:extLst>
          </p:cNvPr>
          <p:cNvSpPr/>
          <p:nvPr/>
        </p:nvSpPr>
        <p:spPr>
          <a:xfrm>
            <a:off x="-4187" y="485999"/>
            <a:ext cx="6166356" cy="1665090"/>
          </a:xfrm>
          <a:prstGeom prst="rect">
            <a:avLst/>
          </a:prstGeom>
          <a:noFill/>
        </p:spPr>
        <p:txBody>
          <a:bodyPr wrap="square" lIns="91440" tIns="45720" rIns="91440" bIns="45720" anchor="t"/>
          <a:lstStyle>
            <a:defPPr>
              <a:defRPr lang="en-US"/>
            </a:defPPr>
            <a:lvl1pPr marL="0" lv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SG" sz="2400" err="1">
                <a:latin typeface="Segoe UI"/>
                <a:cs typeface="Segoe UI"/>
              </a:rPr>
              <a:t>bhaaramullhor</a:t>
            </a:r>
            <a:r>
              <a:rPr lang="en-SG" sz="2400">
                <a:latin typeface="Segoe UI"/>
                <a:cs typeface="Segoe UI"/>
              </a:rPr>
              <a:t> </a:t>
            </a:r>
            <a:r>
              <a:rPr lang="en-SG" sz="2400" err="1">
                <a:latin typeface="Segoe UI"/>
                <a:cs typeface="Segoe UI"/>
              </a:rPr>
              <a:t>manamalla</a:t>
            </a:r>
            <a:endParaRPr lang="en-SG" sz="2400">
              <a:latin typeface="Segoe UI"/>
              <a:cs typeface="Segoe UI"/>
            </a:endParaRPr>
          </a:p>
          <a:p>
            <a:r>
              <a:rPr lang="en-SG" sz="2400" err="1">
                <a:latin typeface="Segoe UI"/>
                <a:cs typeface="Segoe UI"/>
              </a:rPr>
              <a:t>daivaathmaavin</a:t>
            </a:r>
            <a:r>
              <a:rPr lang="en-SG" sz="2400">
                <a:latin typeface="Segoe UI"/>
                <a:cs typeface="Segoe UI"/>
              </a:rPr>
              <a:t> </a:t>
            </a:r>
            <a:r>
              <a:rPr lang="en-SG" sz="2400" err="1">
                <a:latin typeface="Segoe UI"/>
                <a:cs typeface="Segoe UI"/>
              </a:rPr>
              <a:t>lakshanam</a:t>
            </a:r>
            <a:r>
              <a:rPr lang="en-SG" sz="2400">
                <a:latin typeface="Segoe UI"/>
                <a:cs typeface="Segoe UI"/>
              </a:rPr>
              <a:t> </a:t>
            </a:r>
          </a:p>
          <a:p>
            <a:r>
              <a:rPr lang="en-SG" sz="2400" err="1">
                <a:latin typeface="Segoe UI"/>
                <a:cs typeface="Segoe UI"/>
              </a:rPr>
              <a:t>saakshaal</a:t>
            </a:r>
            <a:r>
              <a:rPr lang="en-SG" sz="2400">
                <a:latin typeface="Segoe UI"/>
                <a:cs typeface="Segoe UI"/>
              </a:rPr>
              <a:t> </a:t>
            </a:r>
            <a:r>
              <a:rPr lang="en-SG" sz="2400" err="1">
                <a:latin typeface="Segoe UI"/>
                <a:cs typeface="Segoe UI"/>
              </a:rPr>
              <a:t>abhishikthar</a:t>
            </a:r>
            <a:r>
              <a:rPr lang="en-SG" sz="2400">
                <a:latin typeface="Segoe UI"/>
                <a:cs typeface="Segoe UI"/>
              </a:rPr>
              <a:t>- </a:t>
            </a:r>
            <a:r>
              <a:rPr lang="en-SG" sz="2400" err="1">
                <a:latin typeface="Segoe UI"/>
                <a:cs typeface="Segoe UI"/>
              </a:rPr>
              <a:t>kkellaa</a:t>
            </a:r>
            <a:endParaRPr lang="en-SG" sz="2400">
              <a:latin typeface="Segoe UI"/>
              <a:cs typeface="Segoe UI"/>
            </a:endParaRPr>
          </a:p>
          <a:p>
            <a:r>
              <a:rPr lang="en-SG" sz="2400" err="1">
                <a:latin typeface="Segoe UI"/>
                <a:cs typeface="Segoe UI"/>
              </a:rPr>
              <a:t>kaalaththum</a:t>
            </a:r>
            <a:r>
              <a:rPr lang="en-SG" sz="2400">
                <a:latin typeface="Segoe UI"/>
                <a:cs typeface="Segoe UI"/>
              </a:rPr>
              <a:t> </a:t>
            </a:r>
            <a:r>
              <a:rPr lang="en-SG" sz="2400" err="1">
                <a:latin typeface="Segoe UI"/>
                <a:cs typeface="Segoe UI"/>
              </a:rPr>
              <a:t>santhoshikkaam</a:t>
            </a:r>
            <a:r>
              <a:rPr lang="en-SG" sz="2400">
                <a:latin typeface="Segoe UI"/>
                <a:cs typeface="Segoe UI"/>
              </a:rPr>
              <a:t> </a:t>
            </a:r>
          </a:p>
          <a:p>
            <a:endParaRPr lang="en-US" sz="2400">
              <a:latin typeface="Segoe UI"/>
              <a:cs typeface="Segoe UI"/>
            </a:endParaRPr>
          </a:p>
        </p:txBody>
      </p:sp>
      <p:sp>
        <p:nvSpPr>
          <p:cNvPr id="4" name="TextBox 9">
            <a:extLst>
              <a:ext uri="{FF2B5EF4-FFF2-40B4-BE49-F238E27FC236}">
                <a16:creationId xmlns:a16="http://schemas.microsoft.com/office/drawing/2014/main" id="{B31BC4C4-E331-9812-8FE4-B6CE0E9A102B}"/>
              </a:ext>
            </a:extLst>
          </p:cNvPr>
          <p:cNvSpPr txBox="1"/>
          <p:nvPr/>
        </p:nvSpPr>
        <p:spPr>
          <a:xfrm>
            <a:off x="-4187" y="2571750"/>
            <a:ext cx="6306672" cy="2165033"/>
          </a:xfrm>
          <a:prstGeom prst="rect">
            <a:avLst/>
          </a:prstGeom>
          <a:noFill/>
        </p:spPr>
        <p:txBody>
          <a:bodyPr wrap="square" lIns="91440" tIns="45720" rIns="91440" bIns="45720" anchor="t"/>
          <a:lstStyle>
            <a:defPPr>
              <a:defRPr lang="en-US"/>
            </a:defPPr>
            <a:lvl1pPr marL="0" lv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700" dirty="0">
                <a:latin typeface="ML-TTKarthika"/>
              </a:rPr>
              <a:t>`</a:t>
            </a:r>
            <a:r>
              <a:rPr lang="en-US" sz="2700" dirty="0" err="1">
                <a:latin typeface="ML-TTKarthika"/>
              </a:rPr>
              <a:t>mcaptÅmÀ</a:t>
            </a:r>
            <a:r>
              <a:rPr lang="en-US" sz="2700" dirty="0">
                <a:latin typeface="ML-TTKarthika"/>
              </a:rPr>
              <a:t> a\</a:t>
            </a:r>
            <a:r>
              <a:rPr lang="en-US" sz="2700" dirty="0" err="1">
                <a:latin typeface="ML-TTKarthika"/>
              </a:rPr>
              <a:t>aÃ</a:t>
            </a:r>
            <a:endParaRPr lang="en-US" sz="2700" dirty="0">
              <a:latin typeface="ML-TTKarthika"/>
            </a:endParaRPr>
          </a:p>
          <a:p>
            <a:r>
              <a:rPr lang="en-US" sz="2700" dirty="0">
                <a:latin typeface="ML-TTKarthika"/>
              </a:rPr>
              <a:t>ssZhmßmhn³ </a:t>
            </a:r>
            <a:r>
              <a:rPr lang="en-US" sz="2700" dirty="0" err="1">
                <a:latin typeface="ML-TTKarthika"/>
              </a:rPr>
              <a:t>e£Ww</a:t>
            </a:r>
            <a:endParaRPr lang="en-US" sz="2700" dirty="0">
              <a:latin typeface="ML-TTKarthika"/>
            </a:endParaRPr>
          </a:p>
          <a:p>
            <a:r>
              <a:rPr lang="en-US" sz="2700" dirty="0" err="1">
                <a:latin typeface="ML-TTKarthika"/>
              </a:rPr>
              <a:t>km£mÂ</a:t>
            </a:r>
            <a:r>
              <a:rPr lang="en-US" sz="2700" dirty="0">
                <a:latin typeface="ML-TTKarthika"/>
              </a:rPr>
              <a:t> </a:t>
            </a:r>
            <a:r>
              <a:rPr lang="en-US" sz="2700" dirty="0" err="1">
                <a:latin typeface="ML-TTKarthika"/>
              </a:rPr>
              <a:t>A`njnàÀs¡Ãmþ</a:t>
            </a:r>
          </a:p>
          <a:p>
            <a:r>
              <a:rPr lang="en-US" sz="2700" dirty="0">
                <a:latin typeface="ML-TTKarthika"/>
              </a:rPr>
              <a:t>¡</a:t>
            </a:r>
            <a:r>
              <a:rPr lang="en-US" sz="2700" dirty="0" err="1">
                <a:latin typeface="ML-TTKarthika"/>
              </a:rPr>
              <a:t>me¯pw</a:t>
            </a:r>
            <a:r>
              <a:rPr lang="en-US" sz="2700" dirty="0">
                <a:latin typeface="ML-TTKarthika"/>
              </a:rPr>
              <a:t> </a:t>
            </a:r>
            <a:r>
              <a:rPr lang="en-US" sz="2700" dirty="0" err="1">
                <a:latin typeface="ML-TTKarthika"/>
              </a:rPr>
              <a:t>kt´mjn¡mw</a:t>
            </a:r>
            <a:endParaRPr lang="en-US" sz="2700" dirty="0">
              <a:latin typeface="ML-TTKarthika"/>
            </a:endParaRPr>
          </a:p>
        </p:txBody>
      </p:sp>
    </p:spTree>
    <p:extLst>
      <p:ext uri="{BB962C8B-B14F-4D97-AF65-F5344CB8AC3E}">
        <p14:creationId xmlns:p14="http://schemas.microsoft.com/office/powerpoint/2010/main" val="16655186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B2924-CCC3-E14B-1B73-9D2FDE5C08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079A4F-45EC-67BA-BF5A-CA396E97E087}"/>
              </a:ext>
            </a:extLst>
          </p:cNvPr>
          <p:cNvSpPr>
            <a:spLocks noGrp="1"/>
          </p:cNvSpPr>
          <p:nvPr>
            <p:ph type="title"/>
          </p:nvPr>
        </p:nvSpPr>
        <p:spPr/>
        <p:txBody>
          <a:bodyPr/>
          <a:lstStyle/>
          <a:p>
            <a:r>
              <a:rPr lang="en-GB">
                <a:latin typeface="Segoe UI"/>
                <a:cs typeface="Segoe UI"/>
              </a:rPr>
              <a:t>Offertory Hymn- Hymn No. 405</a:t>
            </a:r>
            <a:endParaRPr lang="en-GB">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4ADC0F0-B66B-DD27-B3F7-EA1B5EA6666B}"/>
              </a:ext>
            </a:extLst>
          </p:cNvPr>
          <p:cNvSpPr txBox="1"/>
          <p:nvPr/>
        </p:nvSpPr>
        <p:spPr>
          <a:xfrm>
            <a:off x="7531789" y="4835723"/>
            <a:ext cx="1690791" cy="307777"/>
          </a:xfrm>
          <a:prstGeom prst="rect">
            <a:avLst/>
          </a:prstGeom>
          <a:noFill/>
        </p:spPr>
        <p:txBody>
          <a:bodyPr wrap="square" rtlCol="0">
            <a:spAutoFit/>
          </a:bodyPr>
          <a:lstStyle/>
          <a:p>
            <a:pPr algn="r" defTabSz="457178">
              <a:defRPr/>
            </a:pPr>
            <a:r>
              <a:rPr lang="en-SG" sz="1400">
                <a:solidFill>
                  <a:prstClr val="black"/>
                </a:solidFill>
                <a:latin typeface="Segoe UI" panose="020B0502040204020203" pitchFamily="34" charset="0"/>
                <a:cs typeface="Segoe UI" panose="020B0502040204020203" pitchFamily="34" charset="0"/>
              </a:rPr>
              <a:t>Offertory: 4 of 10</a:t>
            </a:r>
          </a:p>
        </p:txBody>
      </p:sp>
      <p:sp>
        <p:nvSpPr>
          <p:cNvPr id="10" name="Content Placeholder 2">
            <a:extLst>
              <a:ext uri="{FF2B5EF4-FFF2-40B4-BE49-F238E27FC236}">
                <a16:creationId xmlns:a16="http://schemas.microsoft.com/office/drawing/2014/main" id="{7A4DAA1A-6FF1-43F6-6EBC-DE638A0D5C46}"/>
              </a:ext>
            </a:extLst>
          </p:cNvPr>
          <p:cNvSpPr txBox="1">
            <a:spLocks/>
          </p:cNvSpPr>
          <p:nvPr/>
        </p:nvSpPr>
        <p:spPr>
          <a:xfrm>
            <a:off x="6237004" y="3621640"/>
            <a:ext cx="2985576" cy="459461"/>
          </a:xfrm>
          <a:prstGeom prst="rect">
            <a:avLst/>
          </a:prstGeom>
          <a:noFill/>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defTabSz="685766">
              <a:spcBef>
                <a:spcPts val="563"/>
              </a:spcBef>
              <a:buNone/>
              <a:tabLst>
                <a:tab pos="1423880" algn="l"/>
              </a:tabLst>
              <a:defRPr/>
            </a:pPr>
            <a:r>
              <a:rPr lang="en-GB" sz="2400">
                <a:solidFill>
                  <a:prstClr val="black"/>
                </a:solidFill>
                <a:latin typeface="Bahnschrift" panose="020B0502040204020203" pitchFamily="34" charset="0"/>
                <a:cs typeface="Segoe UI" panose="020B0502040204020203" pitchFamily="34" charset="0"/>
              </a:rPr>
              <a:t>UEN - S86CC0315K</a:t>
            </a:r>
          </a:p>
        </p:txBody>
      </p:sp>
      <p:pic>
        <p:nvPicPr>
          <p:cNvPr id="7" name="Picture 6" descr="Qr code with a pay now text&#10;&#10;AI-generated content may be incorrect.">
            <a:extLst>
              <a:ext uri="{FF2B5EF4-FFF2-40B4-BE49-F238E27FC236}">
                <a16:creationId xmlns:a16="http://schemas.microsoft.com/office/drawing/2014/main" id="{12B7DA9C-5162-E38A-D4F1-7D95E9A24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7004" y="566411"/>
            <a:ext cx="2902809" cy="2974817"/>
          </a:xfrm>
          <a:prstGeom prst="rect">
            <a:avLst/>
          </a:prstGeom>
        </p:spPr>
      </p:pic>
      <p:sp>
        <p:nvSpPr>
          <p:cNvPr id="3" name="Rectangle 2">
            <a:extLst>
              <a:ext uri="{FF2B5EF4-FFF2-40B4-BE49-F238E27FC236}">
                <a16:creationId xmlns:a16="http://schemas.microsoft.com/office/drawing/2014/main" id="{D3B25E01-1DF2-5A25-52EB-7A7BBEB54841}"/>
              </a:ext>
            </a:extLst>
          </p:cNvPr>
          <p:cNvSpPr/>
          <p:nvPr/>
        </p:nvSpPr>
        <p:spPr>
          <a:xfrm>
            <a:off x="297565" y="566411"/>
            <a:ext cx="6166356" cy="1665090"/>
          </a:xfrm>
          <a:prstGeom prst="rect">
            <a:avLst/>
          </a:prstGeom>
          <a:noFill/>
        </p:spPr>
        <p:txBody>
          <a:bodyPr wrap="square" lIns="91440" tIns="45720" rIns="91440" bIns="45720" anchor="t"/>
          <a:lstStyle>
            <a:defPPr>
              <a:defRPr lang="en-US"/>
            </a:defPPr>
            <a:lvl1pPr marL="0" lv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SG" sz="2400" i="1">
                <a:latin typeface="Segoe UI"/>
                <a:cs typeface="Segoe UI"/>
              </a:rPr>
              <a:t>halleluiah </a:t>
            </a:r>
            <a:r>
              <a:rPr lang="en-SG" sz="2400" i="1" err="1">
                <a:latin typeface="Segoe UI"/>
                <a:cs typeface="Segoe UI"/>
              </a:rPr>
              <a:t>daivaththinum</a:t>
            </a:r>
            <a:endParaRPr lang="en-SG" sz="2400" i="1">
              <a:latin typeface="Segoe UI"/>
              <a:cs typeface="Segoe UI"/>
            </a:endParaRPr>
          </a:p>
          <a:p>
            <a:r>
              <a:rPr lang="en-SG" sz="2400" i="1">
                <a:latin typeface="Segoe UI"/>
                <a:cs typeface="Segoe UI"/>
              </a:rPr>
              <a:t>halleluiah </a:t>
            </a:r>
            <a:r>
              <a:rPr lang="en-SG" sz="2400" i="1" dirty="0" err="1">
                <a:latin typeface="Segoe UI"/>
                <a:cs typeface="Segoe UI"/>
              </a:rPr>
              <a:t>puthrranum</a:t>
            </a:r>
          </a:p>
          <a:p>
            <a:r>
              <a:rPr lang="en-SG" sz="2400" i="1">
                <a:latin typeface="Segoe UI"/>
                <a:cs typeface="Segoe UI"/>
              </a:rPr>
              <a:t>halleluiah </a:t>
            </a:r>
            <a:r>
              <a:rPr lang="en-SG" sz="2400" i="1" err="1">
                <a:latin typeface="Segoe UI"/>
                <a:cs typeface="Segoe UI"/>
              </a:rPr>
              <a:t>aathmaavinum</a:t>
            </a:r>
            <a:r>
              <a:rPr lang="en-SG" sz="2400" i="1">
                <a:latin typeface="Segoe UI"/>
                <a:cs typeface="Segoe UI"/>
              </a:rPr>
              <a:t> </a:t>
            </a:r>
          </a:p>
          <a:p>
            <a:r>
              <a:rPr lang="en-SG" sz="2400" i="1" err="1">
                <a:latin typeface="Segoe UI"/>
                <a:cs typeface="Segoe UI"/>
              </a:rPr>
              <a:t>innum</a:t>
            </a:r>
            <a:r>
              <a:rPr lang="en-SG" sz="2400" i="1">
                <a:latin typeface="Segoe UI"/>
                <a:cs typeface="Segoe UI"/>
              </a:rPr>
              <a:t> </a:t>
            </a:r>
            <a:r>
              <a:rPr lang="en-SG" sz="2400" i="1" err="1">
                <a:latin typeface="Segoe UI"/>
                <a:cs typeface="Segoe UI"/>
              </a:rPr>
              <a:t>ennum</a:t>
            </a:r>
            <a:r>
              <a:rPr lang="en-SG" sz="2400" i="1">
                <a:latin typeface="Segoe UI"/>
                <a:cs typeface="Segoe UI"/>
              </a:rPr>
              <a:t> </a:t>
            </a:r>
            <a:r>
              <a:rPr lang="en-SG" sz="2400" i="1" dirty="0" err="1">
                <a:latin typeface="Segoe UI"/>
                <a:cs typeface="Segoe UI"/>
              </a:rPr>
              <a:t>sarvva</a:t>
            </a:r>
            <a:r>
              <a:rPr lang="en-SG" sz="2400" i="1">
                <a:latin typeface="Segoe UI"/>
                <a:cs typeface="Segoe UI"/>
              </a:rPr>
              <a:t> </a:t>
            </a:r>
            <a:r>
              <a:rPr lang="en-SG" sz="2400" i="1" err="1">
                <a:latin typeface="Segoe UI"/>
                <a:cs typeface="Segoe UI"/>
              </a:rPr>
              <a:t>kaalaththum</a:t>
            </a:r>
            <a:endParaRPr lang="en-SG" sz="2400" i="1">
              <a:latin typeface="Segoe UI"/>
              <a:cs typeface="Segoe UI"/>
            </a:endParaRPr>
          </a:p>
          <a:p>
            <a:endParaRPr lang="en-US" sz="2400" i="1">
              <a:latin typeface="Segoe UI"/>
              <a:cs typeface="Segoe UI"/>
            </a:endParaRPr>
          </a:p>
        </p:txBody>
      </p:sp>
      <p:sp>
        <p:nvSpPr>
          <p:cNvPr id="6" name="Rectangle 5">
            <a:extLst>
              <a:ext uri="{FF2B5EF4-FFF2-40B4-BE49-F238E27FC236}">
                <a16:creationId xmlns:a16="http://schemas.microsoft.com/office/drawing/2014/main" id="{65B43A44-721F-AC4B-715C-317E88891B6E}"/>
              </a:ext>
            </a:extLst>
          </p:cNvPr>
          <p:cNvSpPr/>
          <p:nvPr/>
        </p:nvSpPr>
        <p:spPr>
          <a:xfrm>
            <a:off x="367669" y="2571750"/>
            <a:ext cx="6166356" cy="1665090"/>
          </a:xfrm>
          <a:prstGeom prst="rect">
            <a:avLst/>
          </a:prstGeom>
          <a:noFill/>
        </p:spPr>
        <p:txBody>
          <a:bodyPr wrap="square" lIns="91440" tIns="45720" rIns="91440" bIns="45720" anchor="t"/>
          <a:lstStyle>
            <a:defPPr>
              <a:defRPr lang="en-US"/>
            </a:defPPr>
            <a:lvl1pPr marL="0" lv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400" i="1" err="1">
                <a:latin typeface="ML-TTKarthika" panose="04000000000000000000" pitchFamily="82" charset="0"/>
                <a:cs typeface="Segoe UI"/>
              </a:rPr>
              <a:t>lsÃeq¿m</a:t>
            </a:r>
            <a:r>
              <a:rPr lang="en-US" sz="2400" i="1">
                <a:latin typeface="ML-TTKarthika" panose="04000000000000000000" pitchFamily="82" charset="0"/>
                <a:cs typeface="Segoe UI"/>
              </a:rPr>
              <a:t> </a:t>
            </a:r>
            <a:r>
              <a:rPr lang="en-US" sz="2400" i="1" err="1">
                <a:latin typeface="ML-TTKarthika" panose="04000000000000000000" pitchFamily="82" charset="0"/>
                <a:cs typeface="Segoe UI"/>
              </a:rPr>
              <a:t>ssZh¯n</a:t>
            </a:r>
            <a:r>
              <a:rPr lang="en-US" sz="2400" i="1">
                <a:latin typeface="ML-TTKarthika" panose="04000000000000000000" pitchFamily="82" charset="0"/>
                <a:cs typeface="Segoe UI"/>
              </a:rPr>
              <a:t>\pw</a:t>
            </a:r>
          </a:p>
          <a:p>
            <a:r>
              <a:rPr lang="en-US" sz="2400" i="1" err="1">
                <a:latin typeface="ML-TTKarthika" panose="04000000000000000000" pitchFamily="82" charset="0"/>
                <a:cs typeface="Segoe UI"/>
              </a:rPr>
              <a:t>lsÃeq¿m</a:t>
            </a:r>
            <a:r>
              <a:rPr lang="en-US" sz="2400" i="1">
                <a:latin typeface="ML-TTKarthika" panose="04000000000000000000" pitchFamily="82" charset="0"/>
                <a:cs typeface="Segoe UI"/>
              </a:rPr>
              <a:t> ]p{X\pw</a:t>
            </a:r>
          </a:p>
          <a:p>
            <a:r>
              <a:rPr lang="en-US" sz="2400" i="1" err="1">
                <a:latin typeface="ML-TTKarthika" panose="04000000000000000000" pitchFamily="82" charset="0"/>
                <a:cs typeface="Segoe UI"/>
              </a:rPr>
              <a:t>lsÃeq¿m</a:t>
            </a:r>
            <a:r>
              <a:rPr lang="en-US" sz="2400" i="1">
                <a:latin typeface="ML-TTKarthika" panose="04000000000000000000" pitchFamily="82" charset="0"/>
                <a:cs typeface="Segoe UI"/>
              </a:rPr>
              <a:t> </a:t>
            </a:r>
            <a:r>
              <a:rPr lang="en-US" sz="2400" i="1" err="1">
                <a:latin typeface="ML-TTKarthika" panose="04000000000000000000" pitchFamily="82" charset="0"/>
                <a:cs typeface="Segoe UI"/>
              </a:rPr>
              <a:t>Bßmhn</a:t>
            </a:r>
            <a:r>
              <a:rPr lang="en-US" sz="2400" i="1">
                <a:latin typeface="ML-TTKarthika" panose="04000000000000000000" pitchFamily="82" charset="0"/>
                <a:cs typeface="Segoe UI"/>
              </a:rPr>
              <a:t>\pw</a:t>
            </a:r>
          </a:p>
          <a:p>
            <a:r>
              <a:rPr lang="en-US" sz="2400" i="1" err="1">
                <a:latin typeface="ML-TTKarthika" panose="04000000000000000000" pitchFamily="82" charset="0"/>
                <a:cs typeface="Segoe UI"/>
              </a:rPr>
              <a:t>C¶pw</a:t>
            </a:r>
            <a:r>
              <a:rPr lang="en-US" sz="2400" i="1">
                <a:latin typeface="ML-TTKarthika" panose="04000000000000000000" pitchFamily="82" charset="0"/>
                <a:cs typeface="Segoe UI"/>
              </a:rPr>
              <a:t> </a:t>
            </a:r>
            <a:r>
              <a:rPr lang="pl-PL" sz="2400" b="0" i="1" u="none" strike="noStrike" baseline="0">
                <a:latin typeface="ML-TTKarthika" panose="04000000000000000000" pitchFamily="82" charset="0"/>
              </a:rPr>
              <a:t>F¶pw </a:t>
            </a:r>
            <a:r>
              <a:rPr lang="en-US" sz="2400" i="1" err="1">
                <a:latin typeface="ML-TTKarthika" panose="04000000000000000000" pitchFamily="82" charset="0"/>
                <a:cs typeface="Segoe UI"/>
              </a:rPr>
              <a:t>kÀÆIme¯pw</a:t>
            </a:r>
            <a:endParaRPr lang="en-US" sz="2400" i="1">
              <a:latin typeface="ML-TTKarthika" panose="04000000000000000000" pitchFamily="82" charset="0"/>
              <a:cs typeface="Segoe UI"/>
            </a:endParaRPr>
          </a:p>
        </p:txBody>
      </p:sp>
    </p:spTree>
    <p:extLst>
      <p:ext uri="{BB962C8B-B14F-4D97-AF65-F5344CB8AC3E}">
        <p14:creationId xmlns:p14="http://schemas.microsoft.com/office/powerpoint/2010/main" val="5239737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A623D-9910-EBFD-EB99-D327CC88BC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B4F801-EF5C-0E0F-E79D-736B5DF4C5A1}"/>
              </a:ext>
            </a:extLst>
          </p:cNvPr>
          <p:cNvSpPr>
            <a:spLocks noGrp="1"/>
          </p:cNvSpPr>
          <p:nvPr>
            <p:ph type="title"/>
          </p:nvPr>
        </p:nvSpPr>
        <p:spPr/>
        <p:txBody>
          <a:bodyPr/>
          <a:lstStyle/>
          <a:p>
            <a:r>
              <a:rPr lang="en-GB">
                <a:latin typeface="Segoe UI"/>
                <a:cs typeface="Segoe UI"/>
              </a:rPr>
              <a:t>Offertory Hymn- Hymn No. 405</a:t>
            </a:r>
            <a:endParaRPr lang="en-GB">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CFF1EB0E-213E-EC09-AD1A-ABF1FAF4056D}"/>
              </a:ext>
            </a:extLst>
          </p:cNvPr>
          <p:cNvSpPr txBox="1"/>
          <p:nvPr/>
        </p:nvSpPr>
        <p:spPr>
          <a:xfrm>
            <a:off x="7453211" y="4835725"/>
            <a:ext cx="1690791" cy="307777"/>
          </a:xfrm>
          <a:prstGeom prst="rect">
            <a:avLst/>
          </a:prstGeom>
          <a:noFill/>
        </p:spPr>
        <p:txBody>
          <a:bodyPr wrap="square" rtlCol="0">
            <a:spAutoFit/>
          </a:bodyPr>
          <a:lstStyle/>
          <a:p>
            <a:pPr algn="r" defTabSz="457178">
              <a:defRPr/>
            </a:pPr>
            <a:r>
              <a:rPr lang="en-SG" sz="1400">
                <a:solidFill>
                  <a:prstClr val="black"/>
                </a:solidFill>
                <a:latin typeface="Segoe UI" panose="020B0502040204020203" pitchFamily="34" charset="0"/>
                <a:cs typeface="Segoe UI" panose="020B0502040204020203" pitchFamily="34" charset="0"/>
              </a:rPr>
              <a:t>Offertory: 5 of 10</a:t>
            </a:r>
          </a:p>
        </p:txBody>
      </p:sp>
      <p:sp>
        <p:nvSpPr>
          <p:cNvPr id="10" name="Content Placeholder 2">
            <a:extLst>
              <a:ext uri="{FF2B5EF4-FFF2-40B4-BE49-F238E27FC236}">
                <a16:creationId xmlns:a16="http://schemas.microsoft.com/office/drawing/2014/main" id="{9589AE26-7AA7-87AD-486B-42A9C360B9A6}"/>
              </a:ext>
            </a:extLst>
          </p:cNvPr>
          <p:cNvSpPr txBox="1">
            <a:spLocks/>
          </p:cNvSpPr>
          <p:nvPr/>
        </p:nvSpPr>
        <p:spPr>
          <a:xfrm>
            <a:off x="6237004" y="3621640"/>
            <a:ext cx="2985576" cy="459461"/>
          </a:xfrm>
          <a:prstGeom prst="rect">
            <a:avLst/>
          </a:prstGeom>
          <a:noFill/>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defTabSz="685766">
              <a:spcBef>
                <a:spcPts val="563"/>
              </a:spcBef>
              <a:buNone/>
              <a:tabLst>
                <a:tab pos="1423880" algn="l"/>
              </a:tabLst>
              <a:defRPr/>
            </a:pPr>
            <a:r>
              <a:rPr lang="en-GB" sz="2400">
                <a:solidFill>
                  <a:prstClr val="black"/>
                </a:solidFill>
                <a:latin typeface="Bahnschrift" panose="020B0502040204020203" pitchFamily="34" charset="0"/>
                <a:cs typeface="Segoe UI" panose="020B0502040204020203" pitchFamily="34" charset="0"/>
              </a:rPr>
              <a:t>UEN - S86CC0315K</a:t>
            </a:r>
          </a:p>
        </p:txBody>
      </p:sp>
      <p:pic>
        <p:nvPicPr>
          <p:cNvPr id="7" name="Picture 6" descr="Qr code with a pay now text&#10;&#10;AI-generated content may be incorrect.">
            <a:extLst>
              <a:ext uri="{FF2B5EF4-FFF2-40B4-BE49-F238E27FC236}">
                <a16:creationId xmlns:a16="http://schemas.microsoft.com/office/drawing/2014/main" id="{43969AC4-CAA8-9F0A-7C91-4468B61286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7004" y="566411"/>
            <a:ext cx="2902809" cy="2974817"/>
          </a:xfrm>
          <a:prstGeom prst="rect">
            <a:avLst/>
          </a:prstGeom>
        </p:spPr>
      </p:pic>
      <p:sp>
        <p:nvSpPr>
          <p:cNvPr id="3" name="Rectangle 2">
            <a:extLst>
              <a:ext uri="{FF2B5EF4-FFF2-40B4-BE49-F238E27FC236}">
                <a16:creationId xmlns:a16="http://schemas.microsoft.com/office/drawing/2014/main" id="{264C6F24-C48A-9F89-CD77-9B3A76059424}"/>
              </a:ext>
            </a:extLst>
          </p:cNvPr>
          <p:cNvSpPr/>
          <p:nvPr/>
        </p:nvSpPr>
        <p:spPr>
          <a:xfrm>
            <a:off x="-4187" y="485999"/>
            <a:ext cx="6166356" cy="1665090"/>
          </a:xfrm>
          <a:prstGeom prst="rect">
            <a:avLst/>
          </a:prstGeom>
          <a:noFill/>
        </p:spPr>
        <p:txBody>
          <a:bodyPr wrap="square" lIns="91440" tIns="45720" rIns="91440" bIns="45720" anchor="t"/>
          <a:lstStyle>
            <a:defPPr>
              <a:defRPr lang="en-US"/>
            </a:defPPr>
            <a:lvl1pPr marL="0" lv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SG" sz="2400" err="1">
                <a:latin typeface="Segoe UI"/>
                <a:cs typeface="Segoe UI"/>
              </a:rPr>
              <a:t>daiva</a:t>
            </a:r>
            <a:r>
              <a:rPr lang="en-SG" sz="2400">
                <a:latin typeface="Segoe UI"/>
                <a:cs typeface="Segoe UI"/>
              </a:rPr>
              <a:t> </a:t>
            </a:r>
            <a:r>
              <a:rPr lang="en-SG" sz="2400" err="1">
                <a:latin typeface="Segoe UI"/>
                <a:cs typeface="Segoe UI"/>
              </a:rPr>
              <a:t>mukhaththin</a:t>
            </a:r>
            <a:r>
              <a:rPr lang="en-SG" sz="2400">
                <a:latin typeface="Segoe UI"/>
                <a:cs typeface="Segoe UI"/>
              </a:rPr>
              <a:t> </a:t>
            </a:r>
            <a:r>
              <a:rPr lang="en-SG" sz="2400" err="1">
                <a:latin typeface="Segoe UI"/>
                <a:cs typeface="Segoe UI"/>
              </a:rPr>
              <a:t>munpaake</a:t>
            </a:r>
            <a:endParaRPr lang="en-SG" sz="2400">
              <a:latin typeface="Segoe UI"/>
              <a:cs typeface="Segoe UI"/>
            </a:endParaRPr>
          </a:p>
          <a:p>
            <a:r>
              <a:rPr lang="en-SG" sz="2400" err="1">
                <a:latin typeface="Segoe UI"/>
                <a:cs typeface="Segoe UI"/>
              </a:rPr>
              <a:t>veenhayaale</a:t>
            </a:r>
            <a:r>
              <a:rPr lang="en-SG" sz="2400">
                <a:latin typeface="Segoe UI"/>
                <a:cs typeface="Segoe UI"/>
              </a:rPr>
              <a:t> </a:t>
            </a:r>
            <a:r>
              <a:rPr lang="en-SG" sz="2400" err="1">
                <a:latin typeface="Segoe UI"/>
                <a:cs typeface="Segoe UI"/>
              </a:rPr>
              <a:t>sthuthippaan</a:t>
            </a:r>
            <a:endParaRPr lang="en-SG" sz="2400">
              <a:latin typeface="Segoe UI"/>
              <a:cs typeface="Segoe UI"/>
            </a:endParaRPr>
          </a:p>
          <a:p>
            <a:r>
              <a:rPr lang="en-SG" sz="2400" err="1">
                <a:latin typeface="Segoe UI"/>
                <a:cs typeface="Segoe UI"/>
              </a:rPr>
              <a:t>yeshuvin</a:t>
            </a:r>
            <a:r>
              <a:rPr lang="en-SG" sz="2400">
                <a:latin typeface="Segoe UI"/>
                <a:cs typeface="Segoe UI"/>
              </a:rPr>
              <a:t> </a:t>
            </a:r>
            <a:r>
              <a:rPr lang="en-SG" sz="2400" err="1">
                <a:latin typeface="Segoe UI"/>
                <a:cs typeface="Segoe UI"/>
              </a:rPr>
              <a:t>thiru</a:t>
            </a:r>
            <a:r>
              <a:rPr lang="en-SG" sz="2400">
                <a:latin typeface="Segoe UI"/>
                <a:cs typeface="Segoe UI"/>
              </a:rPr>
              <a:t> </a:t>
            </a:r>
            <a:r>
              <a:rPr lang="en-SG" sz="2400" err="1">
                <a:latin typeface="Segoe UI"/>
                <a:cs typeface="Segoe UI"/>
              </a:rPr>
              <a:t>rakthaththaale</a:t>
            </a:r>
            <a:r>
              <a:rPr lang="en-SG" sz="2400">
                <a:latin typeface="Segoe UI"/>
                <a:cs typeface="Segoe UI"/>
              </a:rPr>
              <a:t> </a:t>
            </a:r>
          </a:p>
          <a:p>
            <a:r>
              <a:rPr lang="en-SG" sz="2400">
                <a:latin typeface="Segoe UI"/>
                <a:cs typeface="Segoe UI"/>
              </a:rPr>
              <a:t>enne </a:t>
            </a:r>
            <a:r>
              <a:rPr lang="en-SG" sz="2400" err="1">
                <a:latin typeface="Segoe UI"/>
                <a:cs typeface="Segoe UI"/>
              </a:rPr>
              <a:t>praapthan</a:t>
            </a:r>
            <a:r>
              <a:rPr lang="en-SG" sz="2400">
                <a:latin typeface="Segoe UI"/>
                <a:cs typeface="Segoe UI"/>
              </a:rPr>
              <a:t> </a:t>
            </a:r>
            <a:r>
              <a:rPr lang="en-SG" sz="2400" err="1">
                <a:latin typeface="Segoe UI"/>
                <a:cs typeface="Segoe UI"/>
              </a:rPr>
              <a:t>aaki</a:t>
            </a:r>
            <a:r>
              <a:rPr lang="en-SG" sz="2400">
                <a:latin typeface="Segoe UI"/>
                <a:cs typeface="Segoe UI"/>
              </a:rPr>
              <a:t> </a:t>
            </a:r>
            <a:r>
              <a:rPr lang="en-SG" sz="2400" err="1">
                <a:latin typeface="Segoe UI"/>
                <a:cs typeface="Segoe UI"/>
              </a:rPr>
              <a:t>thaan</a:t>
            </a:r>
            <a:endParaRPr lang="en-SG" sz="2400">
              <a:latin typeface="Segoe UI"/>
              <a:cs typeface="Segoe UI"/>
            </a:endParaRPr>
          </a:p>
          <a:p>
            <a:endParaRPr lang="en-US" sz="2400">
              <a:latin typeface="Segoe UI"/>
              <a:cs typeface="Segoe UI"/>
            </a:endParaRPr>
          </a:p>
        </p:txBody>
      </p:sp>
      <p:sp>
        <p:nvSpPr>
          <p:cNvPr id="4" name="TextBox 9">
            <a:extLst>
              <a:ext uri="{FF2B5EF4-FFF2-40B4-BE49-F238E27FC236}">
                <a16:creationId xmlns:a16="http://schemas.microsoft.com/office/drawing/2014/main" id="{8CCAF46C-91AC-7260-2A99-4A035439DF09}"/>
              </a:ext>
            </a:extLst>
          </p:cNvPr>
          <p:cNvSpPr txBox="1"/>
          <p:nvPr/>
        </p:nvSpPr>
        <p:spPr>
          <a:xfrm>
            <a:off x="4187" y="2422216"/>
            <a:ext cx="6306672" cy="2165033"/>
          </a:xfrm>
          <a:prstGeom prst="rect">
            <a:avLst/>
          </a:prstGeom>
          <a:noFill/>
        </p:spPr>
        <p:txBody>
          <a:bodyPr wrap="square"/>
          <a:lstStyle>
            <a:defPPr>
              <a:defRPr lang="en-US"/>
            </a:defPPr>
            <a:lvl1pPr marL="0" lv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a:latin typeface="ML-TTKarthika" panose="04000000000000000000" pitchFamily="82" charset="0"/>
              </a:rPr>
              <a:t>ssZhapJ¯n³ ap¼msI</a:t>
            </a:r>
          </a:p>
          <a:p>
            <a:r>
              <a:rPr lang="en-US" sz="2800" err="1">
                <a:latin typeface="ML-TTKarthika" panose="04000000000000000000" pitchFamily="82" charset="0"/>
              </a:rPr>
              <a:t>hoW</a:t>
            </a:r>
            <a:r>
              <a:rPr lang="en-US" sz="2800">
                <a:latin typeface="ML-TTKarthika" panose="04000000000000000000" pitchFamily="82" charset="0"/>
              </a:rPr>
              <a:t> </a:t>
            </a:r>
            <a:r>
              <a:rPr lang="en-US" sz="2800" err="1">
                <a:latin typeface="ML-TTKarthika" panose="04000000000000000000" pitchFamily="82" charset="0"/>
              </a:rPr>
              <a:t>bmse</a:t>
            </a:r>
            <a:r>
              <a:rPr lang="en-US" sz="2800">
                <a:latin typeface="ML-TTKarthika" panose="04000000000000000000" pitchFamily="82" charset="0"/>
              </a:rPr>
              <a:t> kvXpXn¸m³</a:t>
            </a:r>
          </a:p>
          <a:p>
            <a:r>
              <a:rPr lang="en-US" sz="2800">
                <a:latin typeface="ML-TTKarthika" panose="04000000000000000000" pitchFamily="82" charset="0"/>
              </a:rPr>
              <a:t>tbiphn³ </a:t>
            </a:r>
            <a:r>
              <a:rPr lang="en-US" sz="2800" err="1">
                <a:latin typeface="ML-TTKarthika" panose="04000000000000000000" pitchFamily="82" charset="0"/>
              </a:rPr>
              <a:t>Xncp</a:t>
            </a:r>
            <a:r>
              <a:rPr lang="en-US" sz="2800">
                <a:latin typeface="ML-TTKarthika" panose="04000000000000000000" pitchFamily="82" charset="0"/>
              </a:rPr>
              <a:t> cà</a:t>
            </a:r>
            <a:r>
              <a:rPr lang="en-US" sz="2800" err="1">
                <a:latin typeface="ML-TTKarthika" panose="04000000000000000000" pitchFamily="82" charset="0"/>
              </a:rPr>
              <a:t>¯mse</a:t>
            </a:r>
            <a:endParaRPr lang="en-US" sz="2800">
              <a:latin typeface="ML-TTKarthika" panose="04000000000000000000" pitchFamily="82" charset="0"/>
            </a:endParaRPr>
          </a:p>
          <a:p>
            <a:r>
              <a:rPr lang="en-US" sz="2800">
                <a:latin typeface="ML-TTKarthika" panose="04000000000000000000" pitchFamily="82" charset="0"/>
              </a:rPr>
              <a:t>Fs¶ {]m]vX³ </a:t>
            </a:r>
            <a:r>
              <a:rPr lang="en-US" sz="2800" err="1">
                <a:latin typeface="ML-TTKarthika" panose="04000000000000000000" pitchFamily="82" charset="0"/>
              </a:rPr>
              <a:t>B¡n</a:t>
            </a:r>
            <a:r>
              <a:rPr lang="en-US" sz="2800">
                <a:latin typeface="ML-TTKarthika" panose="04000000000000000000" pitchFamily="82" charset="0"/>
              </a:rPr>
              <a:t> Xm³</a:t>
            </a:r>
          </a:p>
        </p:txBody>
      </p:sp>
    </p:spTree>
    <p:extLst>
      <p:ext uri="{BB962C8B-B14F-4D97-AF65-F5344CB8AC3E}">
        <p14:creationId xmlns:p14="http://schemas.microsoft.com/office/powerpoint/2010/main" val="38819478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5C9F4-AC0B-633B-0F5C-74449582FC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9CF3E4-8414-C5AE-D155-6AA84E2884ED}"/>
              </a:ext>
            </a:extLst>
          </p:cNvPr>
          <p:cNvSpPr>
            <a:spLocks noGrp="1"/>
          </p:cNvSpPr>
          <p:nvPr>
            <p:ph type="title"/>
          </p:nvPr>
        </p:nvSpPr>
        <p:spPr/>
        <p:txBody>
          <a:bodyPr/>
          <a:lstStyle/>
          <a:p>
            <a:r>
              <a:rPr lang="en-GB">
                <a:latin typeface="Segoe UI"/>
                <a:cs typeface="Segoe UI"/>
              </a:rPr>
              <a:t>Offertory Hymn- Hymn No. 405</a:t>
            </a:r>
            <a:endParaRPr lang="en-GB">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B438BDF7-F433-2C2C-5EF0-4D71E6837D3C}"/>
              </a:ext>
            </a:extLst>
          </p:cNvPr>
          <p:cNvSpPr txBox="1"/>
          <p:nvPr/>
        </p:nvSpPr>
        <p:spPr>
          <a:xfrm>
            <a:off x="7453211" y="4835725"/>
            <a:ext cx="1690791" cy="307777"/>
          </a:xfrm>
          <a:prstGeom prst="rect">
            <a:avLst/>
          </a:prstGeom>
          <a:noFill/>
        </p:spPr>
        <p:txBody>
          <a:bodyPr wrap="square" rtlCol="0">
            <a:spAutoFit/>
          </a:bodyPr>
          <a:lstStyle/>
          <a:p>
            <a:pPr algn="r" defTabSz="457178">
              <a:defRPr/>
            </a:pPr>
            <a:r>
              <a:rPr lang="en-SG" sz="1400">
                <a:solidFill>
                  <a:prstClr val="black"/>
                </a:solidFill>
                <a:latin typeface="Segoe UI" panose="020B0502040204020203" pitchFamily="34" charset="0"/>
                <a:cs typeface="Segoe UI" panose="020B0502040204020203" pitchFamily="34" charset="0"/>
              </a:rPr>
              <a:t>Offertory: 6 of 10</a:t>
            </a:r>
          </a:p>
        </p:txBody>
      </p:sp>
      <p:sp>
        <p:nvSpPr>
          <p:cNvPr id="10" name="Content Placeholder 2">
            <a:extLst>
              <a:ext uri="{FF2B5EF4-FFF2-40B4-BE49-F238E27FC236}">
                <a16:creationId xmlns:a16="http://schemas.microsoft.com/office/drawing/2014/main" id="{CDB5F33D-EE36-C0F6-577A-29C4A4B1F95C}"/>
              </a:ext>
            </a:extLst>
          </p:cNvPr>
          <p:cNvSpPr txBox="1">
            <a:spLocks/>
          </p:cNvSpPr>
          <p:nvPr/>
        </p:nvSpPr>
        <p:spPr>
          <a:xfrm>
            <a:off x="6237004" y="3621640"/>
            <a:ext cx="2985576" cy="459461"/>
          </a:xfrm>
          <a:prstGeom prst="rect">
            <a:avLst/>
          </a:prstGeom>
          <a:noFill/>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defTabSz="685766">
              <a:spcBef>
                <a:spcPts val="563"/>
              </a:spcBef>
              <a:buNone/>
              <a:tabLst>
                <a:tab pos="1423880" algn="l"/>
              </a:tabLst>
              <a:defRPr/>
            </a:pPr>
            <a:r>
              <a:rPr lang="en-GB" sz="2400">
                <a:solidFill>
                  <a:prstClr val="black"/>
                </a:solidFill>
                <a:latin typeface="Bahnschrift" panose="020B0502040204020203" pitchFamily="34" charset="0"/>
                <a:cs typeface="Segoe UI" panose="020B0502040204020203" pitchFamily="34" charset="0"/>
              </a:rPr>
              <a:t>UEN - S86CC0315K</a:t>
            </a:r>
          </a:p>
        </p:txBody>
      </p:sp>
      <p:pic>
        <p:nvPicPr>
          <p:cNvPr id="7" name="Picture 6" descr="Qr code with a pay now text&#10;&#10;AI-generated content may be incorrect.">
            <a:extLst>
              <a:ext uri="{FF2B5EF4-FFF2-40B4-BE49-F238E27FC236}">
                <a16:creationId xmlns:a16="http://schemas.microsoft.com/office/drawing/2014/main" id="{CBCECEAF-66C7-C71A-5DAB-E694162B02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7004" y="566411"/>
            <a:ext cx="2902809" cy="2974817"/>
          </a:xfrm>
          <a:prstGeom prst="rect">
            <a:avLst/>
          </a:prstGeom>
        </p:spPr>
      </p:pic>
      <p:sp>
        <p:nvSpPr>
          <p:cNvPr id="3" name="Rectangle 2">
            <a:extLst>
              <a:ext uri="{FF2B5EF4-FFF2-40B4-BE49-F238E27FC236}">
                <a16:creationId xmlns:a16="http://schemas.microsoft.com/office/drawing/2014/main" id="{1A9DABE0-69CA-8CC8-BE79-A54ECD0B5F91}"/>
              </a:ext>
            </a:extLst>
          </p:cNvPr>
          <p:cNvSpPr/>
          <p:nvPr/>
        </p:nvSpPr>
        <p:spPr>
          <a:xfrm>
            <a:off x="297565" y="566411"/>
            <a:ext cx="6166356" cy="1665090"/>
          </a:xfrm>
          <a:prstGeom prst="rect">
            <a:avLst/>
          </a:prstGeom>
          <a:noFill/>
        </p:spPr>
        <p:txBody>
          <a:bodyPr wrap="square" lIns="91440" tIns="45720" rIns="91440" bIns="45720" anchor="t"/>
          <a:lstStyle>
            <a:defPPr>
              <a:defRPr lang="en-US"/>
            </a:defPPr>
            <a:lvl1pPr marL="0" lv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SG" sz="2400" i="1">
                <a:latin typeface="Segoe UI"/>
                <a:cs typeface="Segoe UI"/>
              </a:rPr>
              <a:t>halleluiah </a:t>
            </a:r>
            <a:r>
              <a:rPr lang="en-SG" sz="2400" i="1" dirty="0" err="1">
                <a:latin typeface="Segoe UI"/>
                <a:cs typeface="Segoe UI"/>
              </a:rPr>
              <a:t>daivaththinum</a:t>
            </a:r>
            <a:endParaRPr lang="en-SG" sz="2400" i="1">
              <a:latin typeface="Segoe UI"/>
              <a:cs typeface="Segoe UI"/>
            </a:endParaRPr>
          </a:p>
          <a:p>
            <a:r>
              <a:rPr lang="en-SG" sz="2400" i="1">
                <a:latin typeface="Segoe UI"/>
                <a:cs typeface="Segoe UI"/>
              </a:rPr>
              <a:t>halleluiah </a:t>
            </a:r>
            <a:r>
              <a:rPr lang="en-SG" sz="2400" i="1" dirty="0" err="1">
                <a:latin typeface="Segoe UI"/>
                <a:cs typeface="Segoe UI"/>
              </a:rPr>
              <a:t>puthrranum</a:t>
            </a:r>
            <a:endParaRPr lang="en-SG" sz="2400" i="1">
              <a:latin typeface="Segoe UI"/>
              <a:cs typeface="Segoe UI"/>
            </a:endParaRPr>
          </a:p>
          <a:p>
            <a:r>
              <a:rPr lang="en-SG" sz="2400" i="1">
                <a:latin typeface="Segoe UI"/>
                <a:cs typeface="Segoe UI"/>
              </a:rPr>
              <a:t>halleluiah </a:t>
            </a:r>
            <a:r>
              <a:rPr lang="en-SG" sz="2400" i="1" dirty="0" err="1">
                <a:latin typeface="Segoe UI"/>
                <a:cs typeface="Segoe UI"/>
              </a:rPr>
              <a:t>aathmaavinum</a:t>
            </a:r>
            <a:r>
              <a:rPr lang="en-SG" sz="2400" i="1" dirty="0">
                <a:latin typeface="Segoe UI"/>
                <a:cs typeface="Segoe UI"/>
              </a:rPr>
              <a:t> </a:t>
            </a:r>
            <a:endParaRPr lang="en-SG" sz="2400" i="1">
              <a:latin typeface="Segoe UI"/>
              <a:cs typeface="Segoe UI"/>
            </a:endParaRPr>
          </a:p>
          <a:p>
            <a:r>
              <a:rPr lang="en-SG" sz="2400" i="1" err="1">
                <a:latin typeface="Segoe UI"/>
                <a:cs typeface="Segoe UI"/>
              </a:rPr>
              <a:t>innum</a:t>
            </a:r>
            <a:r>
              <a:rPr lang="en-SG" sz="2400" i="1">
                <a:latin typeface="Segoe UI"/>
                <a:cs typeface="Segoe UI"/>
              </a:rPr>
              <a:t> </a:t>
            </a:r>
            <a:r>
              <a:rPr lang="en-SG" sz="2400" i="1" err="1">
                <a:latin typeface="Segoe UI"/>
                <a:cs typeface="Segoe UI"/>
              </a:rPr>
              <a:t>ennum</a:t>
            </a:r>
            <a:r>
              <a:rPr lang="en-SG" sz="2400" i="1">
                <a:latin typeface="Segoe UI"/>
                <a:cs typeface="Segoe UI"/>
              </a:rPr>
              <a:t> </a:t>
            </a:r>
            <a:r>
              <a:rPr lang="en-SG" sz="2400" i="1" dirty="0" err="1">
                <a:latin typeface="Segoe UI"/>
                <a:cs typeface="Segoe UI"/>
              </a:rPr>
              <a:t>sarvva</a:t>
            </a:r>
            <a:r>
              <a:rPr lang="en-SG" sz="2400" i="1" dirty="0">
                <a:latin typeface="Segoe UI"/>
                <a:cs typeface="Segoe UI"/>
              </a:rPr>
              <a:t> </a:t>
            </a:r>
            <a:r>
              <a:rPr lang="en-SG" sz="2400" i="1" dirty="0" err="1">
                <a:latin typeface="Segoe UI"/>
                <a:cs typeface="Segoe UI"/>
              </a:rPr>
              <a:t>kaalaththum</a:t>
            </a:r>
          </a:p>
          <a:p>
            <a:endParaRPr lang="en-US" sz="2400" i="1">
              <a:latin typeface="Segoe UI"/>
              <a:cs typeface="Segoe UI"/>
            </a:endParaRPr>
          </a:p>
        </p:txBody>
      </p:sp>
      <p:sp>
        <p:nvSpPr>
          <p:cNvPr id="6" name="Rectangle 5">
            <a:extLst>
              <a:ext uri="{FF2B5EF4-FFF2-40B4-BE49-F238E27FC236}">
                <a16:creationId xmlns:a16="http://schemas.microsoft.com/office/drawing/2014/main" id="{84124346-C29D-5FB7-BDB3-769A139F8998}"/>
              </a:ext>
            </a:extLst>
          </p:cNvPr>
          <p:cNvSpPr/>
          <p:nvPr/>
        </p:nvSpPr>
        <p:spPr>
          <a:xfrm>
            <a:off x="367669" y="2571750"/>
            <a:ext cx="6166356" cy="1665090"/>
          </a:xfrm>
          <a:prstGeom prst="rect">
            <a:avLst/>
          </a:prstGeom>
          <a:noFill/>
        </p:spPr>
        <p:txBody>
          <a:bodyPr wrap="square" lIns="91440" tIns="45720" rIns="91440" bIns="45720" anchor="t"/>
          <a:lstStyle>
            <a:defPPr>
              <a:defRPr lang="en-US"/>
            </a:defPPr>
            <a:lvl1pPr marL="0" lv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400" i="1" err="1">
                <a:latin typeface="ML-TTKarthika" panose="04000000000000000000" pitchFamily="82" charset="0"/>
                <a:cs typeface="Segoe UI"/>
              </a:rPr>
              <a:t>lsÃeq¿m</a:t>
            </a:r>
            <a:r>
              <a:rPr lang="en-US" sz="2400" i="1">
                <a:latin typeface="ML-TTKarthika" panose="04000000000000000000" pitchFamily="82" charset="0"/>
                <a:cs typeface="Segoe UI"/>
              </a:rPr>
              <a:t> </a:t>
            </a:r>
            <a:r>
              <a:rPr lang="en-US" sz="2400" i="1" err="1">
                <a:latin typeface="ML-TTKarthika" panose="04000000000000000000" pitchFamily="82" charset="0"/>
                <a:cs typeface="Segoe UI"/>
              </a:rPr>
              <a:t>ssZh¯n</a:t>
            </a:r>
            <a:r>
              <a:rPr lang="en-US" sz="2400" i="1">
                <a:latin typeface="ML-TTKarthika" panose="04000000000000000000" pitchFamily="82" charset="0"/>
                <a:cs typeface="Segoe UI"/>
              </a:rPr>
              <a:t>\pw</a:t>
            </a:r>
          </a:p>
          <a:p>
            <a:r>
              <a:rPr lang="en-US" sz="2400" i="1" err="1">
                <a:latin typeface="ML-TTKarthika" panose="04000000000000000000" pitchFamily="82" charset="0"/>
                <a:cs typeface="Segoe UI"/>
              </a:rPr>
              <a:t>lsÃeq¿m</a:t>
            </a:r>
            <a:r>
              <a:rPr lang="en-US" sz="2400" i="1">
                <a:latin typeface="ML-TTKarthika" panose="04000000000000000000" pitchFamily="82" charset="0"/>
                <a:cs typeface="Segoe UI"/>
              </a:rPr>
              <a:t> ]p{X\pw</a:t>
            </a:r>
          </a:p>
          <a:p>
            <a:r>
              <a:rPr lang="en-US" sz="2400" i="1" err="1">
                <a:latin typeface="ML-TTKarthika" panose="04000000000000000000" pitchFamily="82" charset="0"/>
                <a:cs typeface="Segoe UI"/>
              </a:rPr>
              <a:t>lsÃeq¿m</a:t>
            </a:r>
            <a:r>
              <a:rPr lang="en-US" sz="2400" i="1">
                <a:latin typeface="ML-TTKarthika" panose="04000000000000000000" pitchFamily="82" charset="0"/>
                <a:cs typeface="Segoe UI"/>
              </a:rPr>
              <a:t> </a:t>
            </a:r>
            <a:r>
              <a:rPr lang="en-US" sz="2400" i="1" err="1">
                <a:latin typeface="ML-TTKarthika" panose="04000000000000000000" pitchFamily="82" charset="0"/>
                <a:cs typeface="Segoe UI"/>
              </a:rPr>
              <a:t>Bßmhn</a:t>
            </a:r>
            <a:r>
              <a:rPr lang="en-US" sz="2400" i="1">
                <a:latin typeface="ML-TTKarthika" panose="04000000000000000000" pitchFamily="82" charset="0"/>
                <a:cs typeface="Segoe UI"/>
              </a:rPr>
              <a:t>\pw</a:t>
            </a:r>
          </a:p>
          <a:p>
            <a:r>
              <a:rPr lang="en-US" sz="2400" i="1" err="1">
                <a:latin typeface="ML-TTKarthika" panose="04000000000000000000" pitchFamily="82" charset="0"/>
                <a:cs typeface="Segoe UI"/>
              </a:rPr>
              <a:t>C¶pw</a:t>
            </a:r>
            <a:r>
              <a:rPr lang="en-US" sz="2400" i="1">
                <a:latin typeface="ML-TTKarthika" panose="04000000000000000000" pitchFamily="82" charset="0"/>
                <a:cs typeface="Segoe UI"/>
              </a:rPr>
              <a:t> </a:t>
            </a:r>
            <a:r>
              <a:rPr lang="pl-PL" sz="2400" b="0" i="1" u="none" strike="noStrike" baseline="0">
                <a:latin typeface="ML-TTKarthika" panose="04000000000000000000" pitchFamily="82" charset="0"/>
              </a:rPr>
              <a:t>F¶pw </a:t>
            </a:r>
            <a:r>
              <a:rPr lang="en-US" sz="2400" i="1" err="1">
                <a:latin typeface="ML-TTKarthika" panose="04000000000000000000" pitchFamily="82" charset="0"/>
                <a:cs typeface="Segoe UI"/>
              </a:rPr>
              <a:t>kÀÆIme¯pw</a:t>
            </a:r>
            <a:endParaRPr lang="en-US" sz="2400" i="1">
              <a:latin typeface="ML-TTKarthika" panose="04000000000000000000" pitchFamily="82" charset="0"/>
              <a:cs typeface="Segoe UI"/>
            </a:endParaRPr>
          </a:p>
        </p:txBody>
      </p:sp>
    </p:spTree>
    <p:extLst>
      <p:ext uri="{BB962C8B-B14F-4D97-AF65-F5344CB8AC3E}">
        <p14:creationId xmlns:p14="http://schemas.microsoft.com/office/powerpoint/2010/main" val="24168052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1ED43-6B90-7944-B402-CCB2380022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D3C73E-6A3E-5D6B-F65E-8914DDCBAEF4}"/>
              </a:ext>
            </a:extLst>
          </p:cNvPr>
          <p:cNvSpPr>
            <a:spLocks noGrp="1"/>
          </p:cNvSpPr>
          <p:nvPr>
            <p:ph type="title"/>
          </p:nvPr>
        </p:nvSpPr>
        <p:spPr/>
        <p:txBody>
          <a:bodyPr/>
          <a:lstStyle/>
          <a:p>
            <a:r>
              <a:rPr lang="en-GB">
                <a:latin typeface="Segoe UI"/>
                <a:cs typeface="Segoe UI"/>
              </a:rPr>
              <a:t>Offertory Hymn- Hymn No. 405</a:t>
            </a:r>
            <a:endParaRPr lang="en-GB">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49CB6398-6CA2-7258-3943-D0FA8A355751}"/>
              </a:ext>
            </a:extLst>
          </p:cNvPr>
          <p:cNvSpPr txBox="1"/>
          <p:nvPr/>
        </p:nvSpPr>
        <p:spPr>
          <a:xfrm>
            <a:off x="7453211" y="4835725"/>
            <a:ext cx="1690791" cy="307777"/>
          </a:xfrm>
          <a:prstGeom prst="rect">
            <a:avLst/>
          </a:prstGeom>
          <a:noFill/>
        </p:spPr>
        <p:txBody>
          <a:bodyPr wrap="square" rtlCol="0">
            <a:spAutoFit/>
          </a:bodyPr>
          <a:lstStyle/>
          <a:p>
            <a:pPr algn="r" defTabSz="457178">
              <a:defRPr/>
            </a:pPr>
            <a:r>
              <a:rPr lang="en-SG" sz="1400">
                <a:solidFill>
                  <a:prstClr val="black"/>
                </a:solidFill>
                <a:latin typeface="Segoe UI" panose="020B0502040204020203" pitchFamily="34" charset="0"/>
                <a:cs typeface="Segoe UI" panose="020B0502040204020203" pitchFamily="34" charset="0"/>
              </a:rPr>
              <a:t>Offertory: 7 of 10</a:t>
            </a:r>
          </a:p>
        </p:txBody>
      </p:sp>
      <p:sp>
        <p:nvSpPr>
          <p:cNvPr id="10" name="Content Placeholder 2">
            <a:extLst>
              <a:ext uri="{FF2B5EF4-FFF2-40B4-BE49-F238E27FC236}">
                <a16:creationId xmlns:a16="http://schemas.microsoft.com/office/drawing/2014/main" id="{57E4C5CD-E862-346E-F084-0C02E48DD1CD}"/>
              </a:ext>
            </a:extLst>
          </p:cNvPr>
          <p:cNvSpPr txBox="1">
            <a:spLocks/>
          </p:cNvSpPr>
          <p:nvPr/>
        </p:nvSpPr>
        <p:spPr>
          <a:xfrm>
            <a:off x="6237004" y="3621640"/>
            <a:ext cx="2985576" cy="459461"/>
          </a:xfrm>
          <a:prstGeom prst="rect">
            <a:avLst/>
          </a:prstGeom>
          <a:noFill/>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defTabSz="685766">
              <a:spcBef>
                <a:spcPts val="563"/>
              </a:spcBef>
              <a:buNone/>
              <a:tabLst>
                <a:tab pos="1423880" algn="l"/>
              </a:tabLst>
              <a:defRPr/>
            </a:pPr>
            <a:r>
              <a:rPr lang="en-GB" sz="2400">
                <a:solidFill>
                  <a:prstClr val="black"/>
                </a:solidFill>
                <a:latin typeface="Bahnschrift" panose="020B0502040204020203" pitchFamily="34" charset="0"/>
                <a:cs typeface="Segoe UI" panose="020B0502040204020203" pitchFamily="34" charset="0"/>
              </a:rPr>
              <a:t>UEN - S86CC0315K</a:t>
            </a:r>
          </a:p>
        </p:txBody>
      </p:sp>
      <p:pic>
        <p:nvPicPr>
          <p:cNvPr id="7" name="Picture 6" descr="Qr code with a pay now text&#10;&#10;AI-generated content may be incorrect.">
            <a:extLst>
              <a:ext uri="{FF2B5EF4-FFF2-40B4-BE49-F238E27FC236}">
                <a16:creationId xmlns:a16="http://schemas.microsoft.com/office/drawing/2014/main" id="{0F1E6AD0-B29D-C22D-2D14-72DA7BC00A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7004" y="566411"/>
            <a:ext cx="2902809" cy="2974817"/>
          </a:xfrm>
          <a:prstGeom prst="rect">
            <a:avLst/>
          </a:prstGeom>
        </p:spPr>
      </p:pic>
      <p:sp>
        <p:nvSpPr>
          <p:cNvPr id="3" name="Rectangle 2">
            <a:extLst>
              <a:ext uri="{FF2B5EF4-FFF2-40B4-BE49-F238E27FC236}">
                <a16:creationId xmlns:a16="http://schemas.microsoft.com/office/drawing/2014/main" id="{A7BCDEA9-0BCF-6A98-5B2A-8FEEE4EC7CB5}"/>
              </a:ext>
            </a:extLst>
          </p:cNvPr>
          <p:cNvSpPr/>
          <p:nvPr/>
        </p:nvSpPr>
        <p:spPr>
          <a:xfrm>
            <a:off x="-4187" y="485999"/>
            <a:ext cx="6166356" cy="1665090"/>
          </a:xfrm>
          <a:prstGeom prst="rect">
            <a:avLst/>
          </a:prstGeom>
          <a:noFill/>
        </p:spPr>
        <p:txBody>
          <a:bodyPr wrap="square" lIns="91440" tIns="45720" rIns="91440" bIns="45720" anchor="t"/>
          <a:lstStyle>
            <a:defPPr>
              <a:defRPr lang="en-US"/>
            </a:defPPr>
            <a:lvl1pPr marL="0" lv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SG" sz="2400" err="1">
                <a:latin typeface="Segoe UI"/>
                <a:cs typeface="Segoe UI"/>
              </a:rPr>
              <a:t>kelhkka</a:t>
            </a:r>
            <a:r>
              <a:rPr lang="en-SG" sz="2400">
                <a:latin typeface="Segoe UI"/>
                <a:cs typeface="Segoe UI"/>
              </a:rPr>
              <a:t> </a:t>
            </a:r>
            <a:r>
              <a:rPr lang="en-SG" sz="2400" dirty="0" err="1">
                <a:latin typeface="Segoe UI"/>
                <a:cs typeface="Segoe UI"/>
              </a:rPr>
              <a:t>doothan</a:t>
            </a:r>
            <a:r>
              <a:rPr lang="en-SG" sz="2400" dirty="0">
                <a:latin typeface="Segoe UI"/>
                <a:cs typeface="Segoe UI"/>
              </a:rPr>
              <a:t> - </a:t>
            </a:r>
            <a:r>
              <a:rPr lang="en-SG" sz="2400" dirty="0" err="1">
                <a:latin typeface="Segoe UI"/>
                <a:cs typeface="Segoe UI"/>
              </a:rPr>
              <a:t>maarin</a:t>
            </a:r>
            <a:r>
              <a:rPr lang="en-SG" sz="2400">
                <a:latin typeface="Segoe UI"/>
                <a:cs typeface="Segoe UI"/>
              </a:rPr>
              <a:t> </a:t>
            </a:r>
            <a:r>
              <a:rPr lang="en-SG" sz="2400" err="1">
                <a:latin typeface="Segoe UI"/>
                <a:cs typeface="Segoe UI"/>
              </a:rPr>
              <a:t>gaanam</a:t>
            </a:r>
            <a:r>
              <a:rPr lang="en-SG" sz="2400">
                <a:latin typeface="Segoe UI"/>
                <a:cs typeface="Segoe UI"/>
              </a:rPr>
              <a:t> </a:t>
            </a:r>
          </a:p>
          <a:p>
            <a:r>
              <a:rPr lang="en-SG" sz="2400" err="1">
                <a:latin typeface="Segoe UI"/>
                <a:cs typeface="Segoe UI"/>
              </a:rPr>
              <a:t>bethlahemin</a:t>
            </a:r>
            <a:r>
              <a:rPr lang="en-SG" sz="2400">
                <a:latin typeface="Segoe UI"/>
                <a:cs typeface="Segoe UI"/>
              </a:rPr>
              <a:t> </a:t>
            </a:r>
            <a:r>
              <a:rPr lang="en-SG" sz="2400" err="1">
                <a:latin typeface="Segoe UI"/>
                <a:cs typeface="Segoe UI"/>
              </a:rPr>
              <a:t>vayalil</a:t>
            </a:r>
            <a:r>
              <a:rPr lang="en-SG" sz="2400">
                <a:latin typeface="Segoe UI"/>
                <a:cs typeface="Segoe UI"/>
              </a:rPr>
              <a:t> </a:t>
            </a:r>
          </a:p>
          <a:p>
            <a:r>
              <a:rPr lang="en-SG" sz="2400" err="1">
                <a:latin typeface="Segoe UI"/>
                <a:cs typeface="Segoe UI"/>
              </a:rPr>
              <a:t>nokkuka</a:t>
            </a:r>
            <a:r>
              <a:rPr lang="en-SG" sz="2400">
                <a:latin typeface="Segoe UI"/>
                <a:cs typeface="Segoe UI"/>
              </a:rPr>
              <a:t> </a:t>
            </a:r>
            <a:r>
              <a:rPr lang="en-SG" sz="2400" err="1">
                <a:latin typeface="Segoe UI"/>
                <a:cs typeface="Segoe UI"/>
              </a:rPr>
              <a:t>pithaavin</a:t>
            </a:r>
            <a:r>
              <a:rPr lang="en-SG" sz="2400">
                <a:latin typeface="Segoe UI"/>
                <a:cs typeface="Segoe UI"/>
              </a:rPr>
              <a:t> </a:t>
            </a:r>
            <a:r>
              <a:rPr lang="en-SG" sz="2400" err="1">
                <a:latin typeface="Segoe UI"/>
                <a:cs typeface="Segoe UI"/>
              </a:rPr>
              <a:t>daanam</a:t>
            </a:r>
            <a:r>
              <a:rPr lang="en-SG" sz="2400">
                <a:latin typeface="Segoe UI"/>
                <a:cs typeface="Segoe UI"/>
              </a:rPr>
              <a:t> </a:t>
            </a:r>
          </a:p>
          <a:p>
            <a:r>
              <a:rPr lang="en-SG" sz="2400" err="1">
                <a:latin typeface="Segoe UI"/>
                <a:cs typeface="Segoe UI"/>
              </a:rPr>
              <a:t>cheruka</a:t>
            </a:r>
            <a:r>
              <a:rPr lang="en-SG" sz="2400">
                <a:latin typeface="Segoe UI"/>
                <a:cs typeface="Segoe UI"/>
              </a:rPr>
              <a:t> </a:t>
            </a:r>
            <a:r>
              <a:rPr lang="en-SG" sz="2400" err="1">
                <a:latin typeface="Segoe UI"/>
                <a:cs typeface="Segoe UI"/>
              </a:rPr>
              <a:t>sangeethaththil</a:t>
            </a:r>
            <a:endParaRPr lang="en-SG" sz="2400">
              <a:latin typeface="Segoe UI"/>
              <a:cs typeface="Segoe UI"/>
            </a:endParaRPr>
          </a:p>
          <a:p>
            <a:endParaRPr lang="en-US" sz="2400">
              <a:latin typeface="Segoe UI"/>
              <a:cs typeface="Segoe UI"/>
            </a:endParaRPr>
          </a:p>
        </p:txBody>
      </p:sp>
      <p:sp>
        <p:nvSpPr>
          <p:cNvPr id="4" name="TextBox 9">
            <a:extLst>
              <a:ext uri="{FF2B5EF4-FFF2-40B4-BE49-F238E27FC236}">
                <a16:creationId xmlns:a16="http://schemas.microsoft.com/office/drawing/2014/main" id="{4AD249A9-2441-67FC-7C28-26DD8C646A80}"/>
              </a:ext>
            </a:extLst>
          </p:cNvPr>
          <p:cNvSpPr txBox="1"/>
          <p:nvPr/>
        </p:nvSpPr>
        <p:spPr>
          <a:xfrm>
            <a:off x="-12456" y="2539123"/>
            <a:ext cx="6306672" cy="2165033"/>
          </a:xfrm>
          <a:prstGeom prst="rect">
            <a:avLst/>
          </a:prstGeom>
          <a:noFill/>
        </p:spPr>
        <p:txBody>
          <a:bodyPr wrap="square" lIns="91440" tIns="45720" rIns="91440" bIns="45720" anchor="t"/>
          <a:lstStyle>
            <a:defPPr>
              <a:defRPr lang="en-US"/>
            </a:defPPr>
            <a:lvl1pPr marL="0" lv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700" dirty="0" err="1">
                <a:latin typeface="ML-TTKarthika"/>
              </a:rPr>
              <a:t>tIÄ</a:t>
            </a:r>
            <a:r>
              <a:rPr lang="en-US" sz="2700" dirty="0">
                <a:latin typeface="ML-TTKarthika"/>
              </a:rPr>
              <a:t>¡ </a:t>
            </a:r>
            <a:r>
              <a:rPr lang="en-US" sz="2700" dirty="0">
                <a:solidFill>
                  <a:srgbClr val="000000"/>
                </a:solidFill>
                <a:latin typeface="ML-TTKarthika"/>
                <a:ea typeface="Roboto"/>
                <a:cs typeface="Segoe UI"/>
              </a:rPr>
              <a:t>ZqX³ amcn³ </a:t>
            </a:r>
            <a:r>
              <a:rPr lang="en-US" sz="2700" dirty="0">
                <a:latin typeface="ML-TTKarthika"/>
              </a:rPr>
              <a:t>Km\w</a:t>
            </a:r>
          </a:p>
          <a:p>
            <a:r>
              <a:rPr lang="en-US" sz="2700" dirty="0">
                <a:latin typeface="ML-TTKarthika"/>
              </a:rPr>
              <a:t>t_Xvetlan³ </a:t>
            </a:r>
            <a:r>
              <a:rPr lang="en-US" sz="2700" dirty="0" err="1">
                <a:latin typeface="ML-TTKarthika"/>
              </a:rPr>
              <a:t>hbenÂ</a:t>
            </a:r>
            <a:endParaRPr lang="en-US" sz="2700" dirty="0">
              <a:latin typeface="ML-TTKarthika"/>
            </a:endParaRPr>
          </a:p>
          <a:p>
            <a:r>
              <a:rPr lang="en-US" sz="2700" dirty="0">
                <a:latin typeface="ML-TTKarthika"/>
              </a:rPr>
              <a:t>t\</a:t>
            </a:r>
            <a:r>
              <a:rPr lang="en-US" sz="2700" dirty="0" err="1">
                <a:latin typeface="ML-TTKarthika"/>
              </a:rPr>
              <a:t>m¡pI</a:t>
            </a:r>
            <a:r>
              <a:rPr lang="en-US" sz="2700" dirty="0">
                <a:latin typeface="ML-TTKarthika"/>
              </a:rPr>
              <a:t> ]nXmhn³ </a:t>
            </a:r>
            <a:r>
              <a:rPr lang="en-US" sz="2700" dirty="0" err="1">
                <a:latin typeface="ML-TTKarthika"/>
              </a:rPr>
              <a:t>Zm</a:t>
            </a:r>
            <a:r>
              <a:rPr lang="en-US" sz="2700" dirty="0">
                <a:latin typeface="ML-TTKarthika"/>
              </a:rPr>
              <a:t>\w</a:t>
            </a:r>
          </a:p>
          <a:p>
            <a:r>
              <a:rPr lang="en-US" sz="2700" dirty="0" err="1">
                <a:latin typeface="ML-TTKarthika"/>
              </a:rPr>
              <a:t>tNcpI</a:t>
            </a:r>
            <a:r>
              <a:rPr lang="en-US" sz="2700" dirty="0">
                <a:latin typeface="ML-TTKarthika"/>
              </a:rPr>
              <a:t> </a:t>
            </a:r>
            <a:r>
              <a:rPr lang="en-US" sz="2700" dirty="0" err="1">
                <a:latin typeface="ML-TTKarthika"/>
              </a:rPr>
              <a:t>kwKoX¯nÂ</a:t>
            </a:r>
            <a:endParaRPr lang="en-US" sz="2700" dirty="0">
              <a:latin typeface="ML-TTKarthika"/>
            </a:endParaRPr>
          </a:p>
        </p:txBody>
      </p:sp>
    </p:spTree>
    <p:extLst>
      <p:ext uri="{BB962C8B-B14F-4D97-AF65-F5344CB8AC3E}">
        <p14:creationId xmlns:p14="http://schemas.microsoft.com/office/powerpoint/2010/main" val="18856118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906A4-8CAA-D836-2224-0FDA677DF2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08031B-D083-06D7-E792-0F926F532F31}"/>
              </a:ext>
            </a:extLst>
          </p:cNvPr>
          <p:cNvSpPr>
            <a:spLocks noGrp="1"/>
          </p:cNvSpPr>
          <p:nvPr>
            <p:ph type="title"/>
          </p:nvPr>
        </p:nvSpPr>
        <p:spPr/>
        <p:txBody>
          <a:bodyPr/>
          <a:lstStyle/>
          <a:p>
            <a:r>
              <a:rPr lang="en-GB">
                <a:latin typeface="Segoe UI"/>
                <a:cs typeface="Segoe UI"/>
              </a:rPr>
              <a:t>Offertory Hymn- Hymn No. 405</a:t>
            </a:r>
            <a:endParaRPr lang="en-GB">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3387461D-E1B4-734A-1D29-B018634406AB}"/>
              </a:ext>
            </a:extLst>
          </p:cNvPr>
          <p:cNvSpPr txBox="1"/>
          <p:nvPr/>
        </p:nvSpPr>
        <p:spPr>
          <a:xfrm>
            <a:off x="7453211" y="4835725"/>
            <a:ext cx="1690791" cy="307777"/>
          </a:xfrm>
          <a:prstGeom prst="rect">
            <a:avLst/>
          </a:prstGeom>
          <a:noFill/>
        </p:spPr>
        <p:txBody>
          <a:bodyPr wrap="square" rtlCol="0">
            <a:spAutoFit/>
          </a:bodyPr>
          <a:lstStyle/>
          <a:p>
            <a:pPr algn="r" defTabSz="457178">
              <a:defRPr/>
            </a:pPr>
            <a:r>
              <a:rPr lang="en-SG" sz="1400">
                <a:solidFill>
                  <a:prstClr val="black"/>
                </a:solidFill>
                <a:latin typeface="Segoe UI" panose="020B0502040204020203" pitchFamily="34" charset="0"/>
                <a:cs typeface="Segoe UI" panose="020B0502040204020203" pitchFamily="34" charset="0"/>
              </a:rPr>
              <a:t>Offertory: 8 of 10</a:t>
            </a:r>
          </a:p>
        </p:txBody>
      </p:sp>
      <p:sp>
        <p:nvSpPr>
          <p:cNvPr id="10" name="Content Placeholder 2">
            <a:extLst>
              <a:ext uri="{FF2B5EF4-FFF2-40B4-BE49-F238E27FC236}">
                <a16:creationId xmlns:a16="http://schemas.microsoft.com/office/drawing/2014/main" id="{A84676AE-FA97-E42C-E25A-A8CD7A39BA32}"/>
              </a:ext>
            </a:extLst>
          </p:cNvPr>
          <p:cNvSpPr txBox="1">
            <a:spLocks/>
          </p:cNvSpPr>
          <p:nvPr/>
        </p:nvSpPr>
        <p:spPr>
          <a:xfrm>
            <a:off x="6237004" y="3621640"/>
            <a:ext cx="2985576" cy="459461"/>
          </a:xfrm>
          <a:prstGeom prst="rect">
            <a:avLst/>
          </a:prstGeom>
          <a:noFill/>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defTabSz="685766">
              <a:spcBef>
                <a:spcPts val="563"/>
              </a:spcBef>
              <a:buNone/>
              <a:tabLst>
                <a:tab pos="1423880" algn="l"/>
              </a:tabLst>
              <a:defRPr/>
            </a:pPr>
            <a:r>
              <a:rPr lang="en-GB" sz="2400">
                <a:solidFill>
                  <a:prstClr val="black"/>
                </a:solidFill>
                <a:latin typeface="Bahnschrift" panose="020B0502040204020203" pitchFamily="34" charset="0"/>
                <a:cs typeface="Segoe UI" panose="020B0502040204020203" pitchFamily="34" charset="0"/>
              </a:rPr>
              <a:t>UEN - S86CC0315K</a:t>
            </a:r>
          </a:p>
        </p:txBody>
      </p:sp>
      <p:pic>
        <p:nvPicPr>
          <p:cNvPr id="7" name="Picture 6" descr="Qr code with a pay now text&#10;&#10;AI-generated content may be incorrect.">
            <a:extLst>
              <a:ext uri="{FF2B5EF4-FFF2-40B4-BE49-F238E27FC236}">
                <a16:creationId xmlns:a16="http://schemas.microsoft.com/office/drawing/2014/main" id="{76503C01-9E50-64D4-6653-4495438DA3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7004" y="566411"/>
            <a:ext cx="2902809" cy="2974817"/>
          </a:xfrm>
          <a:prstGeom prst="rect">
            <a:avLst/>
          </a:prstGeom>
        </p:spPr>
      </p:pic>
      <p:sp>
        <p:nvSpPr>
          <p:cNvPr id="3" name="Rectangle 2">
            <a:extLst>
              <a:ext uri="{FF2B5EF4-FFF2-40B4-BE49-F238E27FC236}">
                <a16:creationId xmlns:a16="http://schemas.microsoft.com/office/drawing/2014/main" id="{BE8FCE9E-344A-979F-E788-CBA034F426CA}"/>
              </a:ext>
            </a:extLst>
          </p:cNvPr>
          <p:cNvSpPr/>
          <p:nvPr/>
        </p:nvSpPr>
        <p:spPr>
          <a:xfrm>
            <a:off x="297565" y="566411"/>
            <a:ext cx="6166356" cy="1665090"/>
          </a:xfrm>
          <a:prstGeom prst="rect">
            <a:avLst/>
          </a:prstGeom>
          <a:noFill/>
        </p:spPr>
        <p:txBody>
          <a:bodyPr wrap="square" lIns="91440" tIns="45720" rIns="91440" bIns="45720" anchor="t"/>
          <a:lstStyle>
            <a:defPPr>
              <a:defRPr lang="en-US"/>
            </a:defPPr>
            <a:lvl1pPr marL="0" lv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SG" sz="2400" i="1">
                <a:latin typeface="Segoe UI"/>
                <a:cs typeface="Segoe UI"/>
              </a:rPr>
              <a:t>halleluiah </a:t>
            </a:r>
            <a:r>
              <a:rPr lang="en-SG" sz="2400" i="1" dirty="0" err="1">
                <a:latin typeface="Segoe UI"/>
                <a:cs typeface="Segoe UI"/>
              </a:rPr>
              <a:t>daivaththinum</a:t>
            </a:r>
            <a:endParaRPr lang="en-SG" sz="2400" i="1">
              <a:latin typeface="Segoe UI"/>
              <a:cs typeface="Segoe UI"/>
            </a:endParaRPr>
          </a:p>
          <a:p>
            <a:r>
              <a:rPr lang="en-SG" sz="2400" i="1">
                <a:latin typeface="Segoe UI"/>
                <a:cs typeface="Segoe UI"/>
              </a:rPr>
              <a:t>halleluiah </a:t>
            </a:r>
            <a:r>
              <a:rPr lang="en-SG" sz="2400" i="1" dirty="0" err="1">
                <a:latin typeface="Segoe UI"/>
                <a:cs typeface="Segoe UI"/>
              </a:rPr>
              <a:t>puthrranum</a:t>
            </a:r>
            <a:endParaRPr lang="en-SG" sz="2400" i="1">
              <a:latin typeface="Segoe UI"/>
              <a:cs typeface="Segoe UI"/>
            </a:endParaRPr>
          </a:p>
          <a:p>
            <a:r>
              <a:rPr lang="en-SG" sz="2400" i="1">
                <a:latin typeface="Segoe UI"/>
                <a:cs typeface="Segoe UI"/>
              </a:rPr>
              <a:t>halleluiah </a:t>
            </a:r>
            <a:r>
              <a:rPr lang="en-SG" sz="2400" i="1" dirty="0" err="1">
                <a:latin typeface="Segoe UI"/>
                <a:cs typeface="Segoe UI"/>
              </a:rPr>
              <a:t>aathmaavinnum</a:t>
            </a:r>
            <a:r>
              <a:rPr lang="en-SG" sz="2400" i="1" dirty="0">
                <a:latin typeface="Segoe UI"/>
                <a:cs typeface="Segoe UI"/>
              </a:rPr>
              <a:t> </a:t>
            </a:r>
            <a:endParaRPr lang="en-SG" sz="2400" i="1">
              <a:latin typeface="Segoe UI"/>
              <a:cs typeface="Segoe UI"/>
            </a:endParaRPr>
          </a:p>
          <a:p>
            <a:r>
              <a:rPr lang="en-SG" sz="2400" i="1" err="1">
                <a:latin typeface="Segoe UI"/>
                <a:cs typeface="Segoe UI"/>
              </a:rPr>
              <a:t>innum</a:t>
            </a:r>
            <a:r>
              <a:rPr lang="en-SG" sz="2400" i="1">
                <a:latin typeface="Segoe UI"/>
                <a:cs typeface="Segoe UI"/>
              </a:rPr>
              <a:t> </a:t>
            </a:r>
            <a:r>
              <a:rPr lang="en-SG" sz="2400" i="1" err="1">
                <a:latin typeface="Segoe UI"/>
                <a:cs typeface="Segoe UI"/>
              </a:rPr>
              <a:t>ennum</a:t>
            </a:r>
            <a:r>
              <a:rPr lang="en-SG" sz="2400" i="1">
                <a:latin typeface="Segoe UI"/>
                <a:cs typeface="Segoe UI"/>
              </a:rPr>
              <a:t> </a:t>
            </a:r>
            <a:r>
              <a:rPr lang="en-SG" sz="2400" i="1" dirty="0" err="1">
                <a:latin typeface="Segoe UI"/>
                <a:cs typeface="Segoe UI"/>
              </a:rPr>
              <a:t>sarvva</a:t>
            </a:r>
            <a:r>
              <a:rPr lang="en-SG" sz="2400" i="1" dirty="0">
                <a:latin typeface="Segoe UI"/>
                <a:cs typeface="Segoe UI"/>
              </a:rPr>
              <a:t> </a:t>
            </a:r>
            <a:r>
              <a:rPr lang="en-SG" sz="2400" i="1" dirty="0" err="1">
                <a:latin typeface="Segoe UI"/>
                <a:cs typeface="Segoe UI"/>
              </a:rPr>
              <a:t>kaalaththum</a:t>
            </a:r>
          </a:p>
          <a:p>
            <a:endParaRPr lang="en-US" sz="2400" i="1">
              <a:latin typeface="Segoe UI"/>
              <a:cs typeface="Segoe UI"/>
            </a:endParaRPr>
          </a:p>
        </p:txBody>
      </p:sp>
      <p:sp>
        <p:nvSpPr>
          <p:cNvPr id="6" name="Rectangle 5">
            <a:extLst>
              <a:ext uri="{FF2B5EF4-FFF2-40B4-BE49-F238E27FC236}">
                <a16:creationId xmlns:a16="http://schemas.microsoft.com/office/drawing/2014/main" id="{853135D4-50C3-F051-D595-17C7880045D0}"/>
              </a:ext>
            </a:extLst>
          </p:cNvPr>
          <p:cNvSpPr/>
          <p:nvPr/>
        </p:nvSpPr>
        <p:spPr>
          <a:xfrm>
            <a:off x="367669" y="2571750"/>
            <a:ext cx="6166356" cy="1665090"/>
          </a:xfrm>
          <a:prstGeom prst="rect">
            <a:avLst/>
          </a:prstGeom>
          <a:noFill/>
        </p:spPr>
        <p:txBody>
          <a:bodyPr wrap="square" lIns="91440" tIns="45720" rIns="91440" bIns="45720" anchor="t"/>
          <a:lstStyle>
            <a:defPPr>
              <a:defRPr lang="en-US"/>
            </a:defPPr>
            <a:lvl1pPr marL="0" lv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400" i="1" err="1">
                <a:latin typeface="ML-TTKarthika" panose="04000000000000000000" pitchFamily="82" charset="0"/>
                <a:cs typeface="Segoe UI"/>
              </a:rPr>
              <a:t>lsÃeq¿m</a:t>
            </a:r>
            <a:r>
              <a:rPr lang="en-US" sz="2400" i="1">
                <a:latin typeface="ML-TTKarthika" panose="04000000000000000000" pitchFamily="82" charset="0"/>
                <a:cs typeface="Segoe UI"/>
              </a:rPr>
              <a:t> </a:t>
            </a:r>
            <a:r>
              <a:rPr lang="en-US" sz="2400" i="1" err="1">
                <a:latin typeface="ML-TTKarthika" panose="04000000000000000000" pitchFamily="82" charset="0"/>
                <a:cs typeface="Segoe UI"/>
              </a:rPr>
              <a:t>ssZh¯n</a:t>
            </a:r>
            <a:r>
              <a:rPr lang="en-US" sz="2400" i="1">
                <a:latin typeface="ML-TTKarthika" panose="04000000000000000000" pitchFamily="82" charset="0"/>
                <a:cs typeface="Segoe UI"/>
              </a:rPr>
              <a:t>\pw</a:t>
            </a:r>
          </a:p>
          <a:p>
            <a:r>
              <a:rPr lang="en-US" sz="2400" i="1" err="1">
                <a:latin typeface="ML-TTKarthika" panose="04000000000000000000" pitchFamily="82" charset="0"/>
                <a:cs typeface="Segoe UI"/>
              </a:rPr>
              <a:t>lsÃeq¿m</a:t>
            </a:r>
            <a:r>
              <a:rPr lang="en-US" sz="2400" i="1">
                <a:latin typeface="ML-TTKarthika" panose="04000000000000000000" pitchFamily="82" charset="0"/>
                <a:cs typeface="Segoe UI"/>
              </a:rPr>
              <a:t> ]p{X\pw</a:t>
            </a:r>
          </a:p>
          <a:p>
            <a:r>
              <a:rPr lang="en-US" sz="2400" i="1" err="1">
                <a:latin typeface="ML-TTKarthika" panose="04000000000000000000" pitchFamily="82" charset="0"/>
                <a:cs typeface="Segoe UI"/>
              </a:rPr>
              <a:t>lsÃeq¿m</a:t>
            </a:r>
            <a:r>
              <a:rPr lang="en-US" sz="2400" i="1">
                <a:latin typeface="ML-TTKarthika" panose="04000000000000000000" pitchFamily="82" charset="0"/>
                <a:cs typeface="Segoe UI"/>
              </a:rPr>
              <a:t> </a:t>
            </a:r>
            <a:r>
              <a:rPr lang="en-US" sz="2400" i="1" err="1">
                <a:latin typeface="ML-TTKarthika" panose="04000000000000000000" pitchFamily="82" charset="0"/>
                <a:cs typeface="Segoe UI"/>
              </a:rPr>
              <a:t>Bßmhn</a:t>
            </a:r>
            <a:r>
              <a:rPr lang="en-US" sz="2400" i="1">
                <a:latin typeface="ML-TTKarthika" panose="04000000000000000000" pitchFamily="82" charset="0"/>
                <a:cs typeface="Segoe UI"/>
              </a:rPr>
              <a:t>\pw</a:t>
            </a:r>
          </a:p>
          <a:p>
            <a:r>
              <a:rPr lang="en-US" sz="2400" i="1" err="1">
                <a:latin typeface="ML-TTKarthika" panose="04000000000000000000" pitchFamily="82" charset="0"/>
                <a:cs typeface="Segoe UI"/>
              </a:rPr>
              <a:t>C¶pw</a:t>
            </a:r>
            <a:r>
              <a:rPr lang="en-US" sz="2400" i="1">
                <a:latin typeface="ML-TTKarthika" panose="04000000000000000000" pitchFamily="82" charset="0"/>
                <a:cs typeface="Segoe UI"/>
              </a:rPr>
              <a:t> </a:t>
            </a:r>
            <a:r>
              <a:rPr lang="pl-PL" sz="2400" b="0" i="1" u="none" strike="noStrike" baseline="0">
                <a:latin typeface="ML-TTKarthika" panose="04000000000000000000" pitchFamily="82" charset="0"/>
              </a:rPr>
              <a:t>F¶pw </a:t>
            </a:r>
            <a:r>
              <a:rPr lang="en-US" sz="2400" i="1" err="1">
                <a:latin typeface="ML-TTKarthika" panose="04000000000000000000" pitchFamily="82" charset="0"/>
                <a:cs typeface="Segoe UI"/>
              </a:rPr>
              <a:t>kÀÆIme¯pw</a:t>
            </a:r>
            <a:endParaRPr lang="en-US" sz="2400" i="1">
              <a:latin typeface="ML-TTKarthika" panose="04000000000000000000" pitchFamily="82" charset="0"/>
              <a:cs typeface="Segoe UI"/>
            </a:endParaRPr>
          </a:p>
        </p:txBody>
      </p:sp>
    </p:spTree>
    <p:extLst>
      <p:ext uri="{BB962C8B-B14F-4D97-AF65-F5344CB8AC3E}">
        <p14:creationId xmlns:p14="http://schemas.microsoft.com/office/powerpoint/2010/main" val="31472962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44561-5CF1-56A7-2128-2E734AEB20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441D32-4C15-1E38-B5EF-7EC54D71C241}"/>
              </a:ext>
            </a:extLst>
          </p:cNvPr>
          <p:cNvSpPr>
            <a:spLocks noGrp="1"/>
          </p:cNvSpPr>
          <p:nvPr>
            <p:ph type="title"/>
          </p:nvPr>
        </p:nvSpPr>
        <p:spPr/>
        <p:txBody>
          <a:bodyPr/>
          <a:lstStyle/>
          <a:p>
            <a:r>
              <a:rPr lang="en-GB">
                <a:latin typeface="Segoe UI"/>
                <a:cs typeface="Segoe UI"/>
              </a:rPr>
              <a:t>Offertory Hymn- Hymn No. 405</a:t>
            </a:r>
            <a:endParaRPr lang="en-GB">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89B3995F-E17F-34C4-4F2B-E80F70F5969D}"/>
              </a:ext>
            </a:extLst>
          </p:cNvPr>
          <p:cNvSpPr txBox="1"/>
          <p:nvPr/>
        </p:nvSpPr>
        <p:spPr>
          <a:xfrm>
            <a:off x="7453211" y="4835725"/>
            <a:ext cx="1690791" cy="307777"/>
          </a:xfrm>
          <a:prstGeom prst="rect">
            <a:avLst/>
          </a:prstGeom>
          <a:noFill/>
        </p:spPr>
        <p:txBody>
          <a:bodyPr wrap="square" rtlCol="0">
            <a:spAutoFit/>
          </a:bodyPr>
          <a:lstStyle/>
          <a:p>
            <a:pPr algn="r" defTabSz="457178">
              <a:defRPr/>
            </a:pPr>
            <a:r>
              <a:rPr lang="en-SG" sz="1400">
                <a:solidFill>
                  <a:prstClr val="black"/>
                </a:solidFill>
                <a:latin typeface="Segoe UI" panose="020B0502040204020203" pitchFamily="34" charset="0"/>
                <a:cs typeface="Segoe UI" panose="020B0502040204020203" pitchFamily="34" charset="0"/>
              </a:rPr>
              <a:t>Offertory: 9 of 10</a:t>
            </a:r>
          </a:p>
        </p:txBody>
      </p:sp>
      <p:sp>
        <p:nvSpPr>
          <p:cNvPr id="10" name="Content Placeholder 2">
            <a:extLst>
              <a:ext uri="{FF2B5EF4-FFF2-40B4-BE49-F238E27FC236}">
                <a16:creationId xmlns:a16="http://schemas.microsoft.com/office/drawing/2014/main" id="{AB246256-2DC6-6C92-0665-23F21E1FF08D}"/>
              </a:ext>
            </a:extLst>
          </p:cNvPr>
          <p:cNvSpPr txBox="1">
            <a:spLocks/>
          </p:cNvSpPr>
          <p:nvPr/>
        </p:nvSpPr>
        <p:spPr>
          <a:xfrm>
            <a:off x="6237004" y="3621640"/>
            <a:ext cx="2985576" cy="459461"/>
          </a:xfrm>
          <a:prstGeom prst="rect">
            <a:avLst/>
          </a:prstGeom>
          <a:noFill/>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defTabSz="685766">
              <a:spcBef>
                <a:spcPts val="563"/>
              </a:spcBef>
              <a:buNone/>
              <a:tabLst>
                <a:tab pos="1423880" algn="l"/>
              </a:tabLst>
              <a:defRPr/>
            </a:pPr>
            <a:r>
              <a:rPr lang="en-GB" sz="2400">
                <a:solidFill>
                  <a:prstClr val="black"/>
                </a:solidFill>
                <a:latin typeface="Bahnschrift" panose="020B0502040204020203" pitchFamily="34" charset="0"/>
                <a:cs typeface="Segoe UI" panose="020B0502040204020203" pitchFamily="34" charset="0"/>
              </a:rPr>
              <a:t>UEN - S86CC0315K</a:t>
            </a:r>
          </a:p>
        </p:txBody>
      </p:sp>
      <p:pic>
        <p:nvPicPr>
          <p:cNvPr id="7" name="Picture 6" descr="Qr code with a pay now text&#10;&#10;AI-generated content may be incorrect.">
            <a:extLst>
              <a:ext uri="{FF2B5EF4-FFF2-40B4-BE49-F238E27FC236}">
                <a16:creationId xmlns:a16="http://schemas.microsoft.com/office/drawing/2014/main" id="{042D0378-47F1-6B82-5024-78B0063414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7004" y="566411"/>
            <a:ext cx="2902809" cy="2974817"/>
          </a:xfrm>
          <a:prstGeom prst="rect">
            <a:avLst/>
          </a:prstGeom>
        </p:spPr>
      </p:pic>
      <p:sp>
        <p:nvSpPr>
          <p:cNvPr id="3" name="Rectangle 2">
            <a:extLst>
              <a:ext uri="{FF2B5EF4-FFF2-40B4-BE49-F238E27FC236}">
                <a16:creationId xmlns:a16="http://schemas.microsoft.com/office/drawing/2014/main" id="{430B85E5-73BA-A9A7-37BB-CB85F3D28EF1}"/>
              </a:ext>
            </a:extLst>
          </p:cNvPr>
          <p:cNvSpPr/>
          <p:nvPr/>
        </p:nvSpPr>
        <p:spPr>
          <a:xfrm>
            <a:off x="29096" y="566411"/>
            <a:ext cx="6166356" cy="1665090"/>
          </a:xfrm>
          <a:prstGeom prst="rect">
            <a:avLst/>
          </a:prstGeom>
          <a:noFill/>
        </p:spPr>
        <p:txBody>
          <a:bodyPr wrap="square" lIns="91440" tIns="45720" rIns="91440" bIns="45720" anchor="t"/>
          <a:lstStyle>
            <a:defPPr>
              <a:defRPr lang="en-US"/>
            </a:defPPr>
            <a:lvl1pPr marL="0" lv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SG" sz="2400" dirty="0" err="1">
                <a:latin typeface="Segoe UI"/>
                <a:cs typeface="Segoe UI"/>
              </a:rPr>
              <a:t>daivaththinkale</a:t>
            </a:r>
            <a:r>
              <a:rPr lang="en-SG" sz="2400">
                <a:latin typeface="Segoe UI"/>
                <a:cs typeface="Segoe UI"/>
              </a:rPr>
              <a:t> </a:t>
            </a:r>
            <a:r>
              <a:rPr lang="en-SG" sz="2400" err="1">
                <a:latin typeface="Segoe UI"/>
                <a:cs typeface="Segoe UI"/>
              </a:rPr>
              <a:t>santhosham</a:t>
            </a:r>
            <a:endParaRPr lang="en-SG" sz="2400">
              <a:latin typeface="Segoe UI"/>
              <a:cs typeface="Segoe UI"/>
            </a:endParaRPr>
          </a:p>
          <a:p>
            <a:r>
              <a:rPr lang="en-SG" sz="2400" err="1">
                <a:latin typeface="Segoe UI"/>
                <a:cs typeface="Segoe UI"/>
              </a:rPr>
              <a:t>aashritharin</a:t>
            </a:r>
            <a:r>
              <a:rPr lang="en-SG" sz="2400">
                <a:latin typeface="Segoe UI"/>
                <a:cs typeface="Segoe UI"/>
              </a:rPr>
              <a:t> </a:t>
            </a:r>
            <a:r>
              <a:rPr lang="en-SG" sz="2400" err="1">
                <a:latin typeface="Segoe UI"/>
                <a:cs typeface="Segoe UI"/>
              </a:rPr>
              <a:t>balamaam</a:t>
            </a:r>
            <a:r>
              <a:rPr lang="en-SG" sz="2400">
                <a:latin typeface="Segoe UI"/>
                <a:cs typeface="Segoe UI"/>
              </a:rPr>
              <a:t> </a:t>
            </a:r>
          </a:p>
          <a:p>
            <a:r>
              <a:rPr lang="en-SG" sz="2400" err="1">
                <a:latin typeface="Segoe UI"/>
                <a:cs typeface="Segoe UI"/>
              </a:rPr>
              <a:t>aashayatthu</a:t>
            </a:r>
            <a:r>
              <a:rPr lang="en-SG" sz="2400">
                <a:latin typeface="Segoe UI"/>
                <a:cs typeface="Segoe UI"/>
              </a:rPr>
              <a:t> </a:t>
            </a:r>
            <a:r>
              <a:rPr lang="en-SG" sz="2400" err="1">
                <a:latin typeface="Segoe UI"/>
                <a:cs typeface="Segoe UI"/>
              </a:rPr>
              <a:t>poya</a:t>
            </a:r>
            <a:r>
              <a:rPr lang="en-SG" sz="2400">
                <a:latin typeface="Segoe UI"/>
                <a:cs typeface="Segoe UI"/>
              </a:rPr>
              <a:t> </a:t>
            </a:r>
            <a:r>
              <a:rPr lang="en-SG" sz="2400" err="1">
                <a:latin typeface="Segoe UI"/>
                <a:cs typeface="Segoe UI"/>
              </a:rPr>
              <a:t>klesham</a:t>
            </a:r>
            <a:r>
              <a:rPr lang="en-SG" sz="2400">
                <a:latin typeface="Segoe UI"/>
                <a:cs typeface="Segoe UI"/>
              </a:rPr>
              <a:t> </a:t>
            </a:r>
          </a:p>
          <a:p>
            <a:r>
              <a:rPr lang="en-SG" sz="2400" err="1">
                <a:latin typeface="Segoe UI"/>
                <a:cs typeface="Segoe UI"/>
              </a:rPr>
              <a:t>dooraththerriyuka</a:t>
            </a:r>
            <a:r>
              <a:rPr lang="en-SG" sz="2400">
                <a:latin typeface="Segoe UI"/>
                <a:cs typeface="Segoe UI"/>
              </a:rPr>
              <a:t> naam</a:t>
            </a:r>
          </a:p>
          <a:p>
            <a:endParaRPr lang="en-US" sz="2400">
              <a:latin typeface="Segoe UI"/>
              <a:cs typeface="Segoe UI"/>
            </a:endParaRPr>
          </a:p>
        </p:txBody>
      </p:sp>
      <p:sp>
        <p:nvSpPr>
          <p:cNvPr id="4" name="TextBox 9">
            <a:extLst>
              <a:ext uri="{FF2B5EF4-FFF2-40B4-BE49-F238E27FC236}">
                <a16:creationId xmlns:a16="http://schemas.microsoft.com/office/drawing/2014/main" id="{CB134A87-8FB4-343D-F34A-5612CBA21B53}"/>
              </a:ext>
            </a:extLst>
          </p:cNvPr>
          <p:cNvSpPr txBox="1"/>
          <p:nvPr/>
        </p:nvSpPr>
        <p:spPr>
          <a:xfrm>
            <a:off x="-12456" y="2539123"/>
            <a:ext cx="6306672" cy="2165033"/>
          </a:xfrm>
          <a:prstGeom prst="rect">
            <a:avLst/>
          </a:prstGeom>
          <a:noFill/>
        </p:spPr>
        <p:txBody>
          <a:bodyPr wrap="square"/>
          <a:lstStyle>
            <a:defPPr>
              <a:defRPr lang="en-US"/>
            </a:defPPr>
            <a:lvl1pPr marL="0" lv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700" err="1">
                <a:latin typeface="ML-TTKarthika" panose="04000000000000000000" pitchFamily="82" charset="0"/>
              </a:rPr>
              <a:t>ssZh¯n¦se</a:t>
            </a:r>
            <a:r>
              <a:rPr lang="en-US" sz="2700">
                <a:latin typeface="ML-TTKarthika" panose="04000000000000000000" pitchFamily="82" charset="0"/>
              </a:rPr>
              <a:t> </a:t>
            </a:r>
            <a:r>
              <a:rPr lang="en-US" sz="2700" err="1">
                <a:latin typeface="ML-TTKarthika" panose="04000000000000000000" pitchFamily="82" charset="0"/>
              </a:rPr>
              <a:t>kt´mjw</a:t>
            </a:r>
            <a:endParaRPr lang="en-US" sz="2700">
              <a:latin typeface="ML-TTKarthika" panose="04000000000000000000" pitchFamily="82" charset="0"/>
            </a:endParaRPr>
          </a:p>
          <a:p>
            <a:r>
              <a:rPr lang="en-US" sz="2700">
                <a:latin typeface="ML-TTKarthika" panose="04000000000000000000" pitchFamily="82" charset="0"/>
              </a:rPr>
              <a:t>B{inXcn³ _</a:t>
            </a:r>
            <a:r>
              <a:rPr lang="en-US" sz="2700" err="1">
                <a:latin typeface="ML-TTKarthika" panose="04000000000000000000" pitchFamily="82" charset="0"/>
              </a:rPr>
              <a:t>eamw</a:t>
            </a:r>
            <a:endParaRPr lang="en-US" sz="2700">
              <a:latin typeface="ML-TTKarthika" panose="04000000000000000000" pitchFamily="82" charset="0"/>
            </a:endParaRPr>
          </a:p>
          <a:p>
            <a:r>
              <a:rPr lang="en-US" sz="2700" err="1">
                <a:latin typeface="ML-TTKarthika" panose="04000000000000000000" pitchFamily="82" charset="0"/>
              </a:rPr>
              <a:t>Bibäpt</a:t>
            </a:r>
            <a:r>
              <a:rPr lang="en-US" sz="2700">
                <a:latin typeface="ML-TTKarthika" panose="04000000000000000000" pitchFamily="82" charset="0"/>
              </a:rPr>
              <a:t>]mb </a:t>
            </a:r>
            <a:r>
              <a:rPr lang="en-US" sz="2700" err="1">
                <a:latin typeface="ML-TTKarthika" panose="04000000000000000000" pitchFamily="82" charset="0"/>
              </a:rPr>
              <a:t>t¢iw</a:t>
            </a:r>
            <a:endParaRPr lang="en-US" sz="2700">
              <a:latin typeface="ML-TTKarthika" panose="04000000000000000000" pitchFamily="82" charset="0"/>
            </a:endParaRPr>
          </a:p>
          <a:p>
            <a:r>
              <a:rPr kumimoji="0" lang="ml-IN" altLang="en-US" sz="1800" b="0" i="0" u="none" strike="noStrike" cap="none" normalizeH="0" baseline="0">
                <a:ln>
                  <a:noFill/>
                </a:ln>
                <a:solidFill>
                  <a:schemeClr val="tx1"/>
                </a:solidFill>
                <a:effectLst/>
                <a:latin typeface="ML-TTKarthika" panose="04000000000000000000" pitchFamily="82" charset="0"/>
                <a:cs typeface="Mangal" panose="02040503050203030202" pitchFamily="18" charset="0"/>
              </a:rPr>
              <a:t>ദൂരത്തെറിയുക</a:t>
            </a:r>
            <a:r>
              <a:rPr kumimoji="0" lang="en-US" altLang="en-US" sz="2800" b="0" i="0" u="none" strike="noStrike" cap="none" normalizeH="0" baseline="0">
                <a:ln>
                  <a:noFill/>
                </a:ln>
                <a:solidFill>
                  <a:schemeClr val="tx1"/>
                </a:solidFill>
                <a:effectLst/>
                <a:latin typeface="ML-TTKarthika" panose="04000000000000000000" pitchFamily="82" charset="0"/>
              </a:rPr>
              <a:t> </a:t>
            </a:r>
            <a:r>
              <a:rPr lang="en-US" sz="2700">
                <a:latin typeface="ML-TTKarthika" panose="04000000000000000000" pitchFamily="82" charset="0"/>
              </a:rPr>
              <a:t>\mw</a:t>
            </a:r>
          </a:p>
        </p:txBody>
      </p:sp>
    </p:spTree>
    <p:extLst>
      <p:ext uri="{BB962C8B-B14F-4D97-AF65-F5344CB8AC3E}">
        <p14:creationId xmlns:p14="http://schemas.microsoft.com/office/powerpoint/2010/main" val="13828491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8CC82-8957-91D3-4B6E-F28740714D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0F7748-8919-F859-C1C7-159020040D10}"/>
              </a:ext>
            </a:extLst>
          </p:cNvPr>
          <p:cNvSpPr>
            <a:spLocks noGrp="1"/>
          </p:cNvSpPr>
          <p:nvPr>
            <p:ph type="title"/>
          </p:nvPr>
        </p:nvSpPr>
        <p:spPr/>
        <p:txBody>
          <a:bodyPr/>
          <a:lstStyle/>
          <a:p>
            <a:r>
              <a:rPr lang="en-GB">
                <a:latin typeface="Segoe UI"/>
                <a:cs typeface="Segoe UI"/>
              </a:rPr>
              <a:t>Offertory Hymn- Hymn No. 405</a:t>
            </a:r>
            <a:endParaRPr lang="en-GB">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1F10DAAE-F230-1B9A-61E3-95F4F21AB5BE}"/>
              </a:ext>
            </a:extLst>
          </p:cNvPr>
          <p:cNvSpPr txBox="1"/>
          <p:nvPr/>
        </p:nvSpPr>
        <p:spPr>
          <a:xfrm>
            <a:off x="7453211" y="4835725"/>
            <a:ext cx="1690791" cy="307777"/>
          </a:xfrm>
          <a:prstGeom prst="rect">
            <a:avLst/>
          </a:prstGeom>
          <a:noFill/>
        </p:spPr>
        <p:txBody>
          <a:bodyPr wrap="square" rtlCol="0">
            <a:spAutoFit/>
          </a:bodyPr>
          <a:lstStyle/>
          <a:p>
            <a:pPr algn="r" defTabSz="457178">
              <a:defRPr/>
            </a:pPr>
            <a:r>
              <a:rPr lang="en-SG" sz="1400">
                <a:solidFill>
                  <a:prstClr val="black"/>
                </a:solidFill>
                <a:latin typeface="Segoe UI" panose="020B0502040204020203" pitchFamily="34" charset="0"/>
                <a:cs typeface="Segoe UI" panose="020B0502040204020203" pitchFamily="34" charset="0"/>
              </a:rPr>
              <a:t>Offertory: 10 of 10</a:t>
            </a:r>
          </a:p>
        </p:txBody>
      </p:sp>
      <p:sp>
        <p:nvSpPr>
          <p:cNvPr id="10" name="Content Placeholder 2">
            <a:extLst>
              <a:ext uri="{FF2B5EF4-FFF2-40B4-BE49-F238E27FC236}">
                <a16:creationId xmlns:a16="http://schemas.microsoft.com/office/drawing/2014/main" id="{A8C7FE45-8EBD-03B8-344B-42C3D2029BAA}"/>
              </a:ext>
            </a:extLst>
          </p:cNvPr>
          <p:cNvSpPr txBox="1">
            <a:spLocks/>
          </p:cNvSpPr>
          <p:nvPr/>
        </p:nvSpPr>
        <p:spPr>
          <a:xfrm>
            <a:off x="6237004" y="3621640"/>
            <a:ext cx="2985576" cy="459461"/>
          </a:xfrm>
          <a:prstGeom prst="rect">
            <a:avLst/>
          </a:prstGeom>
          <a:noFill/>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defTabSz="685766">
              <a:spcBef>
                <a:spcPts val="563"/>
              </a:spcBef>
              <a:buNone/>
              <a:tabLst>
                <a:tab pos="1423880" algn="l"/>
              </a:tabLst>
              <a:defRPr/>
            </a:pPr>
            <a:r>
              <a:rPr lang="en-GB" sz="2400">
                <a:solidFill>
                  <a:prstClr val="black"/>
                </a:solidFill>
                <a:latin typeface="Bahnschrift" panose="020B0502040204020203" pitchFamily="34" charset="0"/>
                <a:cs typeface="Segoe UI" panose="020B0502040204020203" pitchFamily="34" charset="0"/>
              </a:rPr>
              <a:t>UEN - S86CC0315K</a:t>
            </a:r>
          </a:p>
        </p:txBody>
      </p:sp>
      <p:pic>
        <p:nvPicPr>
          <p:cNvPr id="7" name="Picture 6" descr="Qr code with a pay now text&#10;&#10;AI-generated content may be incorrect.">
            <a:extLst>
              <a:ext uri="{FF2B5EF4-FFF2-40B4-BE49-F238E27FC236}">
                <a16:creationId xmlns:a16="http://schemas.microsoft.com/office/drawing/2014/main" id="{3AE4E499-BC13-32E5-50C7-452B54484C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7004" y="566411"/>
            <a:ext cx="2902809" cy="2974817"/>
          </a:xfrm>
          <a:prstGeom prst="rect">
            <a:avLst/>
          </a:prstGeom>
        </p:spPr>
      </p:pic>
      <p:sp>
        <p:nvSpPr>
          <p:cNvPr id="4" name="Rectangle 3">
            <a:extLst>
              <a:ext uri="{FF2B5EF4-FFF2-40B4-BE49-F238E27FC236}">
                <a16:creationId xmlns:a16="http://schemas.microsoft.com/office/drawing/2014/main" id="{BE6D2FCA-6ED2-5F23-8319-93D73C27158B}"/>
              </a:ext>
            </a:extLst>
          </p:cNvPr>
          <p:cNvSpPr/>
          <p:nvPr/>
        </p:nvSpPr>
        <p:spPr>
          <a:xfrm>
            <a:off x="297565" y="566411"/>
            <a:ext cx="6166356" cy="1665090"/>
          </a:xfrm>
          <a:prstGeom prst="rect">
            <a:avLst/>
          </a:prstGeom>
          <a:noFill/>
        </p:spPr>
        <p:txBody>
          <a:bodyPr wrap="square" lIns="91440" tIns="45720" rIns="91440" bIns="45720" anchor="t"/>
          <a:lstStyle>
            <a:defPPr>
              <a:defRPr lang="en-US"/>
            </a:defPPr>
            <a:lvl1pPr marL="0" lv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SG" sz="2400" i="1">
                <a:latin typeface="Segoe UI"/>
                <a:cs typeface="Segoe UI"/>
              </a:rPr>
              <a:t>halleluiah </a:t>
            </a:r>
            <a:r>
              <a:rPr lang="en-SG" sz="2400" i="1" dirty="0" err="1">
                <a:latin typeface="Segoe UI"/>
                <a:cs typeface="Segoe UI"/>
              </a:rPr>
              <a:t>daivaththinum</a:t>
            </a:r>
          </a:p>
          <a:p>
            <a:r>
              <a:rPr lang="en-SG" sz="2400" i="1">
                <a:latin typeface="Segoe UI"/>
                <a:cs typeface="Segoe UI"/>
              </a:rPr>
              <a:t>halleluiah </a:t>
            </a:r>
            <a:r>
              <a:rPr lang="en-SG" sz="2400" i="1" dirty="0" err="1">
                <a:latin typeface="Segoe UI"/>
                <a:cs typeface="Segoe UI"/>
              </a:rPr>
              <a:t>puthrranum</a:t>
            </a:r>
          </a:p>
          <a:p>
            <a:r>
              <a:rPr lang="en-SG" sz="2400" i="1">
                <a:latin typeface="Segoe UI"/>
                <a:cs typeface="Segoe UI"/>
              </a:rPr>
              <a:t>halleluiah </a:t>
            </a:r>
            <a:r>
              <a:rPr lang="en-SG" sz="2400" i="1" dirty="0" err="1">
                <a:latin typeface="Segoe UI"/>
                <a:cs typeface="Segoe UI"/>
              </a:rPr>
              <a:t>aathmaavinnum</a:t>
            </a:r>
            <a:r>
              <a:rPr lang="en-SG" sz="2400" i="1" dirty="0">
                <a:latin typeface="Segoe UI"/>
                <a:cs typeface="Segoe UI"/>
              </a:rPr>
              <a:t> </a:t>
            </a:r>
            <a:endParaRPr lang="en-SG" sz="2400" i="1">
              <a:latin typeface="Segoe UI"/>
              <a:cs typeface="Segoe UI"/>
            </a:endParaRPr>
          </a:p>
          <a:p>
            <a:r>
              <a:rPr lang="en-SG" sz="2400" i="1" err="1">
                <a:latin typeface="Segoe UI"/>
                <a:cs typeface="Segoe UI"/>
              </a:rPr>
              <a:t>innum</a:t>
            </a:r>
            <a:r>
              <a:rPr lang="en-SG" sz="2400" i="1">
                <a:latin typeface="Segoe UI"/>
                <a:cs typeface="Segoe UI"/>
              </a:rPr>
              <a:t> </a:t>
            </a:r>
            <a:r>
              <a:rPr lang="en-SG" sz="2400" i="1" err="1">
                <a:latin typeface="Segoe UI"/>
                <a:cs typeface="Segoe UI"/>
              </a:rPr>
              <a:t>ennum</a:t>
            </a:r>
            <a:r>
              <a:rPr lang="en-SG" sz="2400" i="1">
                <a:latin typeface="Segoe UI"/>
                <a:cs typeface="Segoe UI"/>
              </a:rPr>
              <a:t> </a:t>
            </a:r>
            <a:r>
              <a:rPr lang="en-SG" sz="2400" i="1" dirty="0" err="1">
                <a:latin typeface="Segoe UI"/>
                <a:cs typeface="Segoe UI"/>
              </a:rPr>
              <a:t>sarvva</a:t>
            </a:r>
            <a:r>
              <a:rPr lang="en-SG" sz="2400" i="1" dirty="0">
                <a:latin typeface="Segoe UI"/>
                <a:cs typeface="Segoe UI"/>
              </a:rPr>
              <a:t> </a:t>
            </a:r>
            <a:r>
              <a:rPr lang="en-SG" sz="2400" i="1" dirty="0" err="1">
                <a:latin typeface="Segoe UI"/>
                <a:cs typeface="Segoe UI"/>
              </a:rPr>
              <a:t>kaalaththum</a:t>
            </a:r>
          </a:p>
          <a:p>
            <a:endParaRPr lang="en-US" sz="2400" i="1">
              <a:latin typeface="Segoe UI"/>
              <a:cs typeface="Segoe UI"/>
            </a:endParaRPr>
          </a:p>
        </p:txBody>
      </p:sp>
      <p:sp>
        <p:nvSpPr>
          <p:cNvPr id="8" name="Rectangle 7">
            <a:extLst>
              <a:ext uri="{FF2B5EF4-FFF2-40B4-BE49-F238E27FC236}">
                <a16:creationId xmlns:a16="http://schemas.microsoft.com/office/drawing/2014/main" id="{091C932D-F7BB-C045-3CDC-402B277DD593}"/>
              </a:ext>
            </a:extLst>
          </p:cNvPr>
          <p:cNvSpPr/>
          <p:nvPr/>
        </p:nvSpPr>
        <p:spPr>
          <a:xfrm>
            <a:off x="367669" y="2571750"/>
            <a:ext cx="6166356" cy="1665090"/>
          </a:xfrm>
          <a:prstGeom prst="rect">
            <a:avLst/>
          </a:prstGeom>
          <a:noFill/>
        </p:spPr>
        <p:txBody>
          <a:bodyPr wrap="square" lIns="91440" tIns="45720" rIns="91440" bIns="45720" anchor="t"/>
          <a:lstStyle>
            <a:defPPr>
              <a:defRPr lang="en-US"/>
            </a:defPPr>
            <a:lvl1pPr marL="0" lv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400" i="1" err="1">
                <a:latin typeface="ML-TTKarthika" panose="04000000000000000000" pitchFamily="82" charset="0"/>
                <a:cs typeface="Segoe UI"/>
              </a:rPr>
              <a:t>lsÃeq¿m</a:t>
            </a:r>
            <a:r>
              <a:rPr lang="en-US" sz="2400" i="1">
                <a:latin typeface="ML-TTKarthika" panose="04000000000000000000" pitchFamily="82" charset="0"/>
                <a:cs typeface="Segoe UI"/>
              </a:rPr>
              <a:t> </a:t>
            </a:r>
            <a:r>
              <a:rPr lang="en-US" sz="2400" i="1" err="1">
                <a:latin typeface="ML-TTKarthika" panose="04000000000000000000" pitchFamily="82" charset="0"/>
                <a:cs typeface="Segoe UI"/>
              </a:rPr>
              <a:t>ssZh¯n</a:t>
            </a:r>
            <a:r>
              <a:rPr lang="en-US" sz="2400" i="1">
                <a:latin typeface="ML-TTKarthika" panose="04000000000000000000" pitchFamily="82" charset="0"/>
                <a:cs typeface="Segoe UI"/>
              </a:rPr>
              <a:t>\pw</a:t>
            </a:r>
          </a:p>
          <a:p>
            <a:r>
              <a:rPr lang="en-US" sz="2400" i="1" err="1">
                <a:latin typeface="ML-TTKarthika" panose="04000000000000000000" pitchFamily="82" charset="0"/>
                <a:cs typeface="Segoe UI"/>
              </a:rPr>
              <a:t>lsÃeq¿m</a:t>
            </a:r>
            <a:r>
              <a:rPr lang="en-US" sz="2400" i="1">
                <a:latin typeface="ML-TTKarthika" panose="04000000000000000000" pitchFamily="82" charset="0"/>
                <a:cs typeface="Segoe UI"/>
              </a:rPr>
              <a:t> ]p{X\pw</a:t>
            </a:r>
          </a:p>
          <a:p>
            <a:r>
              <a:rPr lang="en-US" sz="2400" i="1" err="1">
                <a:latin typeface="ML-TTKarthika" panose="04000000000000000000" pitchFamily="82" charset="0"/>
                <a:cs typeface="Segoe UI"/>
              </a:rPr>
              <a:t>lsÃeq¿m</a:t>
            </a:r>
            <a:r>
              <a:rPr lang="en-US" sz="2400" i="1">
                <a:latin typeface="ML-TTKarthika" panose="04000000000000000000" pitchFamily="82" charset="0"/>
                <a:cs typeface="Segoe UI"/>
              </a:rPr>
              <a:t> </a:t>
            </a:r>
            <a:r>
              <a:rPr lang="en-US" sz="2400" i="1" err="1">
                <a:latin typeface="ML-TTKarthika" panose="04000000000000000000" pitchFamily="82" charset="0"/>
                <a:cs typeface="Segoe UI"/>
              </a:rPr>
              <a:t>Bßmhn</a:t>
            </a:r>
            <a:r>
              <a:rPr lang="en-US" sz="2400" i="1">
                <a:latin typeface="ML-TTKarthika" panose="04000000000000000000" pitchFamily="82" charset="0"/>
                <a:cs typeface="Segoe UI"/>
              </a:rPr>
              <a:t>\pw</a:t>
            </a:r>
          </a:p>
          <a:p>
            <a:r>
              <a:rPr lang="en-US" sz="2400" i="1" err="1">
                <a:latin typeface="ML-TTKarthika" panose="04000000000000000000" pitchFamily="82" charset="0"/>
                <a:cs typeface="Segoe UI"/>
              </a:rPr>
              <a:t>C¶pw</a:t>
            </a:r>
            <a:r>
              <a:rPr lang="en-US" sz="2400" i="1">
                <a:latin typeface="ML-TTKarthika" panose="04000000000000000000" pitchFamily="82" charset="0"/>
                <a:cs typeface="Segoe UI"/>
              </a:rPr>
              <a:t> </a:t>
            </a:r>
            <a:r>
              <a:rPr lang="pl-PL" sz="2400" b="0" i="1" u="none" strike="noStrike" baseline="0">
                <a:latin typeface="ML-TTKarthika" panose="04000000000000000000" pitchFamily="82" charset="0"/>
              </a:rPr>
              <a:t>F¶pw </a:t>
            </a:r>
            <a:r>
              <a:rPr lang="en-US" sz="2400" i="1" err="1">
                <a:latin typeface="ML-TTKarthika" panose="04000000000000000000" pitchFamily="82" charset="0"/>
                <a:cs typeface="Segoe UI"/>
              </a:rPr>
              <a:t>kÀÆIme¯pw</a:t>
            </a:r>
            <a:endParaRPr lang="en-US" sz="2400" i="1">
              <a:latin typeface="ML-TTKarthika" panose="04000000000000000000" pitchFamily="82" charset="0"/>
              <a:cs typeface="Segoe UI"/>
            </a:endParaRPr>
          </a:p>
        </p:txBody>
      </p:sp>
    </p:spTree>
    <p:extLst>
      <p:ext uri="{BB962C8B-B14F-4D97-AF65-F5344CB8AC3E}">
        <p14:creationId xmlns:p14="http://schemas.microsoft.com/office/powerpoint/2010/main" val="42112539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2A77E361-0731-5941-80D2-641C47A02C93}"/>
              </a:ext>
            </a:extLst>
          </p:cNvPr>
          <p:cNvSpPr txBox="1">
            <a:spLocks/>
          </p:cNvSpPr>
          <p:nvPr/>
        </p:nvSpPr>
        <p:spPr>
          <a:xfrm>
            <a:off x="756000" y="1463290"/>
            <a:ext cx="7632000" cy="2216920"/>
          </a:xfrm>
          <a:prstGeom prst="rect">
            <a:avLst/>
          </a:prstGeom>
          <a:noFill/>
          <a:ln w="19050">
            <a:noFill/>
          </a:ln>
        </p:spPr>
        <p:txBody>
          <a:bodyPr lIns="91440" tIns="45720" rIns="91440" bIns="4572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tabLst>
                <a:tab pos="1423880" algn="l"/>
              </a:tabLst>
              <a:defRPr/>
            </a:pPr>
            <a:r>
              <a:rPr lang="en-US" sz="7200" b="1">
                <a:solidFill>
                  <a:prstClr val="black"/>
                </a:solidFill>
                <a:effectLst>
                  <a:outerShdw blurRad="38100" dist="38100" dir="2700000" algn="tl">
                    <a:srgbClr val="000000">
                      <a:alpha val="43137"/>
                    </a:srgbClr>
                  </a:outerShdw>
                </a:effectLst>
                <a:latin typeface="Gabriola"/>
              </a:rPr>
              <a:t>Choir Dedication</a:t>
            </a:r>
          </a:p>
        </p:txBody>
      </p:sp>
    </p:spTree>
    <p:extLst>
      <p:ext uri="{BB962C8B-B14F-4D97-AF65-F5344CB8AC3E}">
        <p14:creationId xmlns:p14="http://schemas.microsoft.com/office/powerpoint/2010/main" val="20785101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82E37-9A4A-8952-964B-98C0CBA126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85BA2F-E947-EC85-C94E-441B2D08085A}"/>
              </a:ext>
            </a:extLst>
          </p:cNvPr>
          <p:cNvSpPr>
            <a:spLocks noGrp="1"/>
          </p:cNvSpPr>
          <p:nvPr>
            <p:ph type="title"/>
          </p:nvPr>
        </p:nvSpPr>
        <p:spPr>
          <a:xfrm>
            <a:off x="-4185" y="13609"/>
            <a:ext cx="9144000" cy="486000"/>
          </a:xfrm>
        </p:spPr>
        <p:txBody>
          <a:bodyPr>
            <a:noAutofit/>
          </a:bodyPr>
          <a:lstStyle/>
          <a:p>
            <a:r>
              <a:rPr lang="en-SG">
                <a:latin typeface="Segoe UI"/>
                <a:cs typeface="Segoe UI"/>
              </a:rPr>
              <a:t>Sacred Music Sunday: Order Of Worship</a:t>
            </a:r>
            <a:endParaRPr lang="en-US">
              <a:latin typeface="Segoe UI"/>
              <a:cs typeface="Segoe UI"/>
            </a:endParaRPr>
          </a:p>
        </p:txBody>
      </p:sp>
      <p:sp>
        <p:nvSpPr>
          <p:cNvPr id="6" name="Slide Number Placeholder 3">
            <a:extLst>
              <a:ext uri="{FF2B5EF4-FFF2-40B4-BE49-F238E27FC236}">
                <a16:creationId xmlns:a16="http://schemas.microsoft.com/office/drawing/2014/main" id="{5FE72907-510A-DECF-2282-D4E5BF7CE0E3}"/>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27</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FFAEC559-DEF9-5BCA-C286-C54CB8D86270}"/>
              </a:ext>
            </a:extLst>
          </p:cNvPr>
          <p:cNvSpPr txBox="1"/>
          <p:nvPr/>
        </p:nvSpPr>
        <p:spPr>
          <a:xfrm>
            <a:off x="6927074" y="4835724"/>
            <a:ext cx="2212742" cy="307777"/>
          </a:xfrm>
          <a:prstGeom prst="rect">
            <a:avLst/>
          </a:prstGeom>
          <a:noFill/>
        </p:spPr>
        <p:txBody>
          <a:bodyPr wrap="square">
            <a:spAutoFit/>
          </a:bodyPr>
          <a:lstStyle/>
          <a:p>
            <a:pPr algn="r" defTabSz="457178">
              <a:defRPr/>
            </a:pPr>
            <a:r>
              <a:rPr lang="en-US" sz="1400">
                <a:solidFill>
                  <a:prstClr val="black"/>
                </a:solidFill>
                <a:latin typeface="Segoe UI" panose="020B0502040204020203" pitchFamily="34" charset="0"/>
                <a:cs typeface="Segoe UI" panose="020B0502040204020203" pitchFamily="34" charset="0"/>
              </a:rPr>
              <a:t>Choir Dedication: 1 of 11</a:t>
            </a:r>
          </a:p>
        </p:txBody>
      </p:sp>
      <p:sp>
        <p:nvSpPr>
          <p:cNvPr id="7" name="TextBox 6">
            <a:extLst>
              <a:ext uri="{FF2B5EF4-FFF2-40B4-BE49-F238E27FC236}">
                <a16:creationId xmlns:a16="http://schemas.microsoft.com/office/drawing/2014/main" id="{87DEBE21-E51E-27CE-5876-FE076F6AB5DC}"/>
              </a:ext>
            </a:extLst>
          </p:cNvPr>
          <p:cNvSpPr txBox="1"/>
          <p:nvPr/>
        </p:nvSpPr>
        <p:spPr>
          <a:xfrm>
            <a:off x="0" y="587591"/>
            <a:ext cx="9139815" cy="4344523"/>
          </a:xfrm>
          <a:prstGeom prst="rect">
            <a:avLst/>
          </a:prstGeom>
          <a:noFill/>
        </p:spPr>
        <p:txBody>
          <a:bodyPr wrap="square" lIns="91440" tIns="45720" rIns="91440" bIns="45720" anchor="t">
            <a:spAutoFit/>
          </a:bodyPr>
          <a:lstStyle/>
          <a:p>
            <a:r>
              <a:rPr lang="en-US" sz="1800" i="1" dirty="0">
                <a:solidFill>
                  <a:srgbClr val="000000"/>
                </a:solidFill>
                <a:effectLst/>
                <a:latin typeface="Calibri"/>
                <a:ea typeface="Calibri"/>
                <a:cs typeface="Kartika"/>
              </a:rPr>
              <a:t>*The Choir and members of the Sacred Music ministry to come forward to the communion rails. New members are to kneel.*</a:t>
            </a:r>
          </a:p>
          <a:p>
            <a:endParaRPr lang="en-US" i="1">
              <a:solidFill>
                <a:srgbClr val="000000"/>
              </a:solidFill>
              <a:latin typeface="Calibri" panose="020F0502020204030204" pitchFamily="34" charset="0"/>
              <a:ea typeface="Calibri" panose="020F0502020204030204" pitchFamily="34" charset="0"/>
              <a:cs typeface="Kartika" panose="02020503030404060203" pitchFamily="18" charset="0"/>
            </a:endParaRPr>
          </a:p>
          <a:p>
            <a:pPr marL="0" marR="0" algn="just">
              <a:lnSpc>
                <a:spcPct val="115000"/>
              </a:lnSpc>
              <a:spcAft>
                <a:spcPts val="1000"/>
              </a:spcAft>
              <a:buNone/>
            </a:pPr>
            <a:r>
              <a:rPr lang="en-US" sz="2000" dirty="0">
                <a:effectLst/>
                <a:ea typeface="Calibri"/>
                <a:cs typeface="Kartika"/>
              </a:rPr>
              <a:t>Sacred music is one of the most important ministries of the Mar </a:t>
            </a:r>
            <a:r>
              <a:rPr lang="en-US" sz="2000" dirty="0" err="1">
                <a:effectLst/>
                <a:ea typeface="Calibri"/>
                <a:cs typeface="Kartika"/>
              </a:rPr>
              <a:t>Thoma</a:t>
            </a:r>
            <a:r>
              <a:rPr lang="en-US" sz="2000" dirty="0">
                <a:effectLst/>
                <a:ea typeface="Calibri"/>
                <a:cs typeface="Kartika"/>
              </a:rPr>
              <a:t> Syrian Church and the Church universal. It is an integral part of our worship and the Choir, musicians and others who lead in supporting the worship through music and song play a primary role in this ministry. </a:t>
            </a:r>
            <a:endParaRPr lang="en-SG" sz="2000" dirty="0">
              <a:effectLst/>
              <a:ea typeface="Calibri"/>
              <a:cs typeface="Kartika"/>
            </a:endParaRPr>
          </a:p>
          <a:p>
            <a:pPr marL="0" marR="0" algn="just">
              <a:lnSpc>
                <a:spcPct val="115000"/>
              </a:lnSpc>
              <a:spcAft>
                <a:spcPts val="1000"/>
              </a:spcAft>
              <a:buNone/>
            </a:pPr>
            <a:r>
              <a:rPr lang="en-US" sz="2000" dirty="0">
                <a:effectLst/>
                <a:ea typeface="Calibri"/>
                <a:cs typeface="Kartika"/>
              </a:rPr>
              <a:t>This they do by working hard to exercise their God-given talent to bring to life the beautiful music inspired by God. </a:t>
            </a:r>
            <a:endParaRPr lang="en-SG" sz="2000" dirty="0">
              <a:effectLst/>
              <a:ea typeface="Calibri"/>
              <a:cs typeface="Kartika"/>
            </a:endParaRPr>
          </a:p>
          <a:p>
            <a:pPr marL="0" marR="0" algn="just">
              <a:lnSpc>
                <a:spcPct val="115000"/>
              </a:lnSpc>
              <a:spcAft>
                <a:spcPts val="1000"/>
              </a:spcAft>
            </a:pPr>
            <a:r>
              <a:rPr lang="en-US" sz="2000" dirty="0">
                <a:effectLst/>
                <a:ea typeface="Calibri"/>
                <a:cs typeface="Kartika"/>
              </a:rPr>
              <a:t>The Bible exhorts us to, "Address . . . one another in psalms and hymns and spiritual songs, singing and making melody to the Lord with all your heart." It is said, "He who sings, prays twice."</a:t>
            </a:r>
            <a:endParaRPr lang="en-SG" sz="2000" dirty="0">
              <a:effectLst/>
              <a:ea typeface="Calibri"/>
              <a:cs typeface="Kartika"/>
            </a:endParaRPr>
          </a:p>
        </p:txBody>
      </p:sp>
    </p:spTree>
    <p:extLst>
      <p:ext uri="{BB962C8B-B14F-4D97-AF65-F5344CB8AC3E}">
        <p14:creationId xmlns:p14="http://schemas.microsoft.com/office/powerpoint/2010/main" val="21001662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2796A-7593-5629-1C8B-5BEE3D3FDE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70DB45-3300-205D-5FBC-25463DF44782}"/>
              </a:ext>
            </a:extLst>
          </p:cNvPr>
          <p:cNvSpPr>
            <a:spLocks noGrp="1"/>
          </p:cNvSpPr>
          <p:nvPr>
            <p:ph type="title"/>
          </p:nvPr>
        </p:nvSpPr>
        <p:spPr>
          <a:xfrm>
            <a:off x="-4185" y="13609"/>
            <a:ext cx="9144000" cy="486000"/>
          </a:xfrm>
        </p:spPr>
        <p:txBody>
          <a:bodyPr>
            <a:noAutofit/>
          </a:bodyPr>
          <a:lstStyle/>
          <a:p>
            <a:r>
              <a:rPr lang="en-SG">
                <a:latin typeface="Segoe UI"/>
                <a:cs typeface="Segoe UI"/>
              </a:rPr>
              <a:t>Introductory Prayer</a:t>
            </a:r>
            <a:endParaRPr lang="en-US">
              <a:latin typeface="Segoe UI"/>
              <a:cs typeface="Segoe UI"/>
            </a:endParaRPr>
          </a:p>
        </p:txBody>
      </p:sp>
      <p:sp>
        <p:nvSpPr>
          <p:cNvPr id="6" name="Slide Number Placeholder 3">
            <a:extLst>
              <a:ext uri="{FF2B5EF4-FFF2-40B4-BE49-F238E27FC236}">
                <a16:creationId xmlns:a16="http://schemas.microsoft.com/office/drawing/2014/main" id="{54FF53CB-5E9E-7E2C-D440-9779BC95F433}"/>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28</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075FE5F2-4C27-1C23-05E3-E0FF66BC288F}"/>
              </a:ext>
            </a:extLst>
          </p:cNvPr>
          <p:cNvSpPr txBox="1"/>
          <p:nvPr/>
        </p:nvSpPr>
        <p:spPr>
          <a:xfrm>
            <a:off x="6769192" y="4835724"/>
            <a:ext cx="2370624" cy="307777"/>
          </a:xfrm>
          <a:prstGeom prst="rect">
            <a:avLst/>
          </a:prstGeom>
          <a:noFill/>
        </p:spPr>
        <p:txBody>
          <a:bodyPr wrap="square">
            <a:spAutoFit/>
          </a:bodyPr>
          <a:lstStyle/>
          <a:p>
            <a:pPr algn="r" defTabSz="457178">
              <a:defRPr/>
            </a:pPr>
            <a:r>
              <a:rPr lang="en-US" sz="1400">
                <a:solidFill>
                  <a:prstClr val="black"/>
                </a:solidFill>
                <a:latin typeface="Segoe UI" panose="020B0502040204020203" pitchFamily="34" charset="0"/>
                <a:cs typeface="Segoe UI" panose="020B0502040204020203" pitchFamily="34" charset="0"/>
              </a:rPr>
              <a:t>Choir Dedication: 2 of 11</a:t>
            </a:r>
          </a:p>
        </p:txBody>
      </p:sp>
      <p:sp>
        <p:nvSpPr>
          <p:cNvPr id="7" name="TextBox 6">
            <a:extLst>
              <a:ext uri="{FF2B5EF4-FFF2-40B4-BE49-F238E27FC236}">
                <a16:creationId xmlns:a16="http://schemas.microsoft.com/office/drawing/2014/main" id="{88BE1E7B-169A-E23E-E772-C7F77D16A572}"/>
              </a:ext>
            </a:extLst>
          </p:cNvPr>
          <p:cNvSpPr txBox="1"/>
          <p:nvPr/>
        </p:nvSpPr>
        <p:spPr>
          <a:xfrm>
            <a:off x="4185" y="1121638"/>
            <a:ext cx="9139815" cy="2954399"/>
          </a:xfrm>
          <a:prstGeom prst="rect">
            <a:avLst/>
          </a:prstGeom>
          <a:noFill/>
        </p:spPr>
        <p:txBody>
          <a:bodyPr wrap="square" lIns="91440" tIns="45720" rIns="91440" bIns="45720" anchor="t">
            <a:spAutoFit/>
          </a:bodyPr>
          <a:lstStyle/>
          <a:p>
            <a:endParaRPr lang="en-US" i="1" dirty="0">
              <a:solidFill>
                <a:srgbClr val="800000"/>
              </a:solidFill>
              <a:latin typeface="Calibri" panose="020F0502020204030204" pitchFamily="34" charset="0"/>
              <a:ea typeface="Calibri" panose="020F0502020204030204" pitchFamily="34" charset="0"/>
              <a:cs typeface="Kartika" panose="02020503030404060203" pitchFamily="18" charset="0"/>
            </a:endParaRPr>
          </a:p>
          <a:p>
            <a:pPr marL="0" marR="0" algn="just">
              <a:lnSpc>
                <a:spcPct val="115000"/>
              </a:lnSpc>
              <a:spcAft>
                <a:spcPts val="1000"/>
              </a:spcAft>
              <a:buNone/>
            </a:pPr>
            <a:r>
              <a:rPr lang="en-US" sz="2000" b="1" i="1" dirty="0">
                <a:solidFill>
                  <a:srgbClr val="800000"/>
                </a:solidFill>
                <a:effectLst/>
                <a:latin typeface="Seogue UI"/>
                <a:ea typeface="Calibri"/>
                <a:cs typeface="Kartika"/>
              </a:rPr>
              <a:t>Our Lord Jesus Christ, we praise you for the various talents you have blessed us with. We praise you for the opportunities you give us to glorify you through singing and composing of songs and revealing your greatness through music.</a:t>
            </a:r>
            <a:endParaRPr lang="en-SG" sz="2000" b="1" i="1" dirty="0">
              <a:solidFill>
                <a:srgbClr val="800000"/>
              </a:solidFill>
              <a:effectLst/>
              <a:latin typeface="Seogue UI"/>
              <a:ea typeface="Calibri"/>
              <a:cs typeface="Kartika"/>
            </a:endParaRPr>
          </a:p>
          <a:p>
            <a:pPr marL="0" marR="0" algn="just">
              <a:lnSpc>
                <a:spcPct val="115000"/>
              </a:lnSpc>
              <a:spcAft>
                <a:spcPts val="1000"/>
              </a:spcAft>
            </a:pPr>
            <a:r>
              <a:rPr lang="en-US" sz="2000" b="1" i="1" dirty="0">
                <a:solidFill>
                  <a:srgbClr val="800000"/>
                </a:solidFill>
                <a:effectLst/>
                <a:latin typeface="Seogue UI"/>
                <a:ea typeface="Calibri"/>
                <a:cs typeface="Kartika"/>
              </a:rPr>
              <a:t> Give to each of us the conviction of God’s calling to take up the responsibility to serve in this ministry of the Parish. Strengthen us to sing harmoniously and to worship you in spirit and in truth. Father, make our worship dear to us and pleasing to you. In Jesus’ name we pray, Amen</a:t>
            </a:r>
            <a:r>
              <a:rPr lang="en-US" sz="2000" b="1" i="1" dirty="0">
                <a:solidFill>
                  <a:srgbClr val="800000"/>
                </a:solidFill>
                <a:latin typeface="Seogue UI"/>
                <a:ea typeface="Calibri"/>
                <a:cs typeface="Kartika"/>
              </a:rPr>
              <a:t>. </a:t>
            </a:r>
            <a:endParaRPr lang="en-US" b="1" i="1" dirty="0">
              <a:solidFill>
                <a:srgbClr val="800000"/>
              </a:solidFill>
              <a:latin typeface="Calibri"/>
              <a:ea typeface="Calibri"/>
              <a:cs typeface="Kartika"/>
            </a:endParaRPr>
          </a:p>
        </p:txBody>
      </p:sp>
    </p:spTree>
    <p:extLst>
      <p:ext uri="{BB962C8B-B14F-4D97-AF65-F5344CB8AC3E}">
        <p14:creationId xmlns:p14="http://schemas.microsoft.com/office/powerpoint/2010/main" val="14096216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7CD01-F843-1B1E-67A6-BBC676A758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6EA35-269B-1701-F961-C164D2AB8CF2}"/>
              </a:ext>
            </a:extLst>
          </p:cNvPr>
          <p:cNvSpPr>
            <a:spLocks noGrp="1"/>
          </p:cNvSpPr>
          <p:nvPr>
            <p:ph type="title"/>
          </p:nvPr>
        </p:nvSpPr>
        <p:spPr>
          <a:xfrm>
            <a:off x="-4185" y="13609"/>
            <a:ext cx="9144000" cy="486000"/>
          </a:xfrm>
        </p:spPr>
        <p:txBody>
          <a:bodyPr>
            <a:noAutofit/>
          </a:bodyPr>
          <a:lstStyle/>
          <a:p>
            <a:r>
              <a:rPr lang="en-SG">
                <a:latin typeface="Segoe UI"/>
                <a:cs typeface="Segoe UI"/>
              </a:rPr>
              <a:t>Thanksgiving Prayer</a:t>
            </a:r>
            <a:endParaRPr lang="en-US">
              <a:latin typeface="Segoe UI"/>
              <a:cs typeface="Segoe UI"/>
            </a:endParaRPr>
          </a:p>
        </p:txBody>
      </p:sp>
      <p:sp>
        <p:nvSpPr>
          <p:cNvPr id="6" name="Slide Number Placeholder 3">
            <a:extLst>
              <a:ext uri="{FF2B5EF4-FFF2-40B4-BE49-F238E27FC236}">
                <a16:creationId xmlns:a16="http://schemas.microsoft.com/office/drawing/2014/main" id="{0767262F-BF5F-0AD7-EEDB-FE798D7CFBAC}"/>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29</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D640F714-B2FA-187C-09B7-AA0952D2D24A}"/>
              </a:ext>
            </a:extLst>
          </p:cNvPr>
          <p:cNvSpPr txBox="1"/>
          <p:nvPr/>
        </p:nvSpPr>
        <p:spPr>
          <a:xfrm>
            <a:off x="6690250" y="4835724"/>
            <a:ext cx="2449565" cy="307777"/>
          </a:xfrm>
          <a:prstGeom prst="rect">
            <a:avLst/>
          </a:prstGeom>
          <a:noFill/>
        </p:spPr>
        <p:txBody>
          <a:bodyPr wrap="square">
            <a:spAutoFit/>
          </a:bodyPr>
          <a:lstStyle/>
          <a:p>
            <a:pPr algn="r" defTabSz="457178">
              <a:defRPr/>
            </a:pPr>
            <a:r>
              <a:rPr lang="en-US" sz="1400">
                <a:solidFill>
                  <a:prstClr val="black"/>
                </a:solidFill>
                <a:latin typeface="Segoe UI" panose="020B0502040204020203" pitchFamily="34" charset="0"/>
                <a:cs typeface="Segoe UI" panose="020B0502040204020203" pitchFamily="34" charset="0"/>
              </a:rPr>
              <a:t>Choir Dedication: 3 of 11</a:t>
            </a:r>
          </a:p>
        </p:txBody>
      </p:sp>
      <p:sp>
        <p:nvSpPr>
          <p:cNvPr id="7" name="TextBox 6">
            <a:extLst>
              <a:ext uri="{FF2B5EF4-FFF2-40B4-BE49-F238E27FC236}">
                <a16:creationId xmlns:a16="http://schemas.microsoft.com/office/drawing/2014/main" id="{8437B4BC-1131-FC7C-4C49-06DF4AC6DF8F}"/>
              </a:ext>
            </a:extLst>
          </p:cNvPr>
          <p:cNvSpPr txBox="1"/>
          <p:nvPr/>
        </p:nvSpPr>
        <p:spPr>
          <a:xfrm>
            <a:off x="0" y="587591"/>
            <a:ext cx="9139815" cy="4214231"/>
          </a:xfrm>
          <a:prstGeom prst="rect">
            <a:avLst/>
          </a:prstGeom>
          <a:noFill/>
          <a:ln>
            <a:solidFill>
              <a:srgbClr val="800000"/>
            </a:solidFill>
          </a:ln>
        </p:spPr>
        <p:txBody>
          <a:bodyPr wrap="square" lIns="91440" tIns="45720" rIns="91440" bIns="45720" anchor="t">
            <a:spAutoFit/>
          </a:bodyPr>
          <a:lstStyle/>
          <a:p>
            <a:pPr marL="0" marR="0" algn="just">
              <a:lnSpc>
                <a:spcPct val="115000"/>
              </a:lnSpc>
              <a:spcAft>
                <a:spcPts val="1000"/>
              </a:spcAft>
              <a:buNone/>
            </a:pPr>
            <a:r>
              <a:rPr lang="en-US" sz="1400" i="1" dirty="0">
                <a:solidFill>
                  <a:srgbClr val="000000"/>
                </a:solidFill>
                <a:effectLst/>
                <a:latin typeface="Calibri"/>
                <a:ea typeface="Calibri"/>
                <a:cs typeface="Kartika"/>
              </a:rPr>
              <a:t>*Response – We praise and thank you dear Lord.*</a:t>
            </a:r>
            <a:endParaRPr lang="en-SG" sz="1200" i="1" dirty="0">
              <a:effectLst/>
              <a:latin typeface="Calibri"/>
              <a:ea typeface="Calibri"/>
              <a:cs typeface="Kartika"/>
            </a:endParaRPr>
          </a:p>
          <a:p>
            <a:pPr marL="0" marR="0" algn="just">
              <a:lnSpc>
                <a:spcPct val="115000"/>
              </a:lnSpc>
              <a:spcAft>
                <a:spcPts val="1000"/>
              </a:spcAft>
              <a:buNone/>
            </a:pPr>
            <a:r>
              <a:rPr lang="en-US" dirty="0">
                <a:solidFill>
                  <a:srgbClr val="800000"/>
                </a:solidFill>
                <a:effectLst/>
                <a:latin typeface="Calibri"/>
                <a:ea typeface="Calibri"/>
                <a:cs typeface="Kartika"/>
              </a:rPr>
              <a:t>L - For calling us to witness you effectively through music. </a:t>
            </a:r>
            <a:endParaRPr lang="en-SG" dirty="0">
              <a:solidFill>
                <a:srgbClr val="800000"/>
              </a:solidFill>
              <a:effectLst/>
              <a:latin typeface="Calibri"/>
              <a:ea typeface="Calibri"/>
              <a:cs typeface="Kartika"/>
            </a:endParaRPr>
          </a:p>
          <a:p>
            <a:pPr marL="0" marR="0" algn="just">
              <a:lnSpc>
                <a:spcPct val="115000"/>
              </a:lnSpc>
              <a:spcAft>
                <a:spcPts val="1000"/>
              </a:spcAft>
              <a:buNone/>
            </a:pPr>
            <a:r>
              <a:rPr lang="en-US" dirty="0">
                <a:solidFill>
                  <a:srgbClr val="000000"/>
                </a:solidFill>
                <a:effectLst/>
                <a:latin typeface="Calibri"/>
                <a:ea typeface="Calibri"/>
                <a:cs typeface="Kartika"/>
              </a:rPr>
              <a:t>C - We praise and thank you dear Lord</a:t>
            </a:r>
            <a:endParaRPr lang="en-SG" dirty="0">
              <a:effectLst/>
              <a:latin typeface="Calibri"/>
              <a:ea typeface="Calibri"/>
              <a:cs typeface="Kartika"/>
            </a:endParaRPr>
          </a:p>
          <a:p>
            <a:pPr marL="0" marR="0" algn="just">
              <a:lnSpc>
                <a:spcPct val="115000"/>
              </a:lnSpc>
              <a:spcAft>
                <a:spcPts val="1000"/>
              </a:spcAft>
              <a:buNone/>
            </a:pPr>
            <a:r>
              <a:rPr lang="en-US" dirty="0">
                <a:solidFill>
                  <a:srgbClr val="800000"/>
                </a:solidFill>
                <a:effectLst/>
                <a:latin typeface="Calibri"/>
                <a:ea typeface="Calibri"/>
                <a:cs typeface="Kartika"/>
              </a:rPr>
              <a:t>L -For the opportunities given to us to worship you and the music and songs you have provided us to do so. </a:t>
            </a:r>
            <a:endParaRPr lang="en-SG" dirty="0">
              <a:solidFill>
                <a:srgbClr val="800000"/>
              </a:solidFill>
              <a:effectLst/>
              <a:latin typeface="Calibri"/>
              <a:ea typeface="Calibri"/>
              <a:cs typeface="Kartika"/>
            </a:endParaRPr>
          </a:p>
          <a:p>
            <a:pPr marL="0" marR="0" algn="just">
              <a:lnSpc>
                <a:spcPct val="115000"/>
              </a:lnSpc>
              <a:spcAft>
                <a:spcPts val="1000"/>
              </a:spcAft>
              <a:buNone/>
            </a:pPr>
            <a:r>
              <a:rPr lang="en-US" dirty="0">
                <a:solidFill>
                  <a:srgbClr val="000000"/>
                </a:solidFill>
                <a:effectLst/>
                <a:latin typeface="Calibri"/>
                <a:ea typeface="Calibri"/>
                <a:cs typeface="Kartika"/>
              </a:rPr>
              <a:t>C - We praise and thank you dear Lord</a:t>
            </a:r>
          </a:p>
          <a:p>
            <a:pPr marL="0" marR="0" algn="just">
              <a:lnSpc>
                <a:spcPct val="115000"/>
              </a:lnSpc>
              <a:spcAft>
                <a:spcPts val="1000"/>
              </a:spcAft>
              <a:buNone/>
            </a:pPr>
            <a:r>
              <a:rPr lang="en-US" dirty="0">
                <a:solidFill>
                  <a:srgbClr val="C00000"/>
                </a:solidFill>
                <a:effectLst/>
                <a:latin typeface="Calibri"/>
                <a:ea typeface="Calibri"/>
                <a:cs typeface="Kartika"/>
              </a:rPr>
              <a:t>L -For your guiding presence during our practice sessions.</a:t>
            </a:r>
            <a:endParaRPr lang="en-SG" dirty="0">
              <a:solidFill>
                <a:srgbClr val="C00000"/>
              </a:solidFill>
              <a:effectLst/>
              <a:latin typeface="Calibri"/>
              <a:ea typeface="Calibri"/>
              <a:cs typeface="Kartika"/>
            </a:endParaRPr>
          </a:p>
          <a:p>
            <a:pPr marL="0" marR="0" algn="just">
              <a:lnSpc>
                <a:spcPct val="115000"/>
              </a:lnSpc>
              <a:spcAft>
                <a:spcPts val="1000"/>
              </a:spcAft>
              <a:buNone/>
            </a:pPr>
            <a:r>
              <a:rPr lang="en-US" dirty="0">
                <a:solidFill>
                  <a:srgbClr val="000000"/>
                </a:solidFill>
                <a:effectLst/>
                <a:latin typeface="Calibri"/>
                <a:ea typeface="Calibri"/>
                <a:cs typeface="Kartika"/>
              </a:rPr>
              <a:t>C - We praise and thank you dear Lord</a:t>
            </a:r>
            <a:endParaRPr lang="en-SG" dirty="0">
              <a:effectLst/>
              <a:latin typeface="Calibri"/>
              <a:ea typeface="Calibri"/>
              <a:cs typeface="Kartika"/>
            </a:endParaRPr>
          </a:p>
          <a:p>
            <a:pPr marL="0" marR="0" algn="just">
              <a:lnSpc>
                <a:spcPct val="115000"/>
              </a:lnSpc>
              <a:spcAft>
                <a:spcPts val="1000"/>
              </a:spcAft>
              <a:buNone/>
            </a:pPr>
            <a:r>
              <a:rPr lang="en-US" dirty="0">
                <a:solidFill>
                  <a:srgbClr val="C00000"/>
                </a:solidFill>
                <a:effectLst/>
                <a:latin typeface="Calibri"/>
                <a:ea typeface="Calibri"/>
                <a:cs typeface="Kartika"/>
              </a:rPr>
              <a:t>L - For our families and friends who have encouraged us and sustained us through prayer.</a:t>
            </a:r>
            <a:endParaRPr lang="en-SG" dirty="0">
              <a:solidFill>
                <a:srgbClr val="C00000"/>
              </a:solidFill>
              <a:effectLst/>
              <a:latin typeface="Calibri"/>
              <a:ea typeface="Calibri"/>
              <a:cs typeface="Kartika"/>
            </a:endParaRPr>
          </a:p>
          <a:p>
            <a:pPr marL="0" marR="0" algn="just">
              <a:lnSpc>
                <a:spcPct val="115000"/>
              </a:lnSpc>
              <a:spcAft>
                <a:spcPts val="1000"/>
              </a:spcAft>
            </a:pPr>
            <a:r>
              <a:rPr lang="en-US" dirty="0">
                <a:solidFill>
                  <a:srgbClr val="000000"/>
                </a:solidFill>
                <a:effectLst/>
                <a:latin typeface="Calibri"/>
                <a:ea typeface="Calibri"/>
                <a:cs typeface="Kartika"/>
              </a:rPr>
              <a:t>C - We praise and thank you dear Lord</a:t>
            </a:r>
            <a:endParaRPr lang="en-SG" dirty="0">
              <a:effectLst/>
              <a:latin typeface="Calibri"/>
              <a:ea typeface="Calibri"/>
              <a:cs typeface="Kartika"/>
            </a:endParaRPr>
          </a:p>
        </p:txBody>
      </p:sp>
    </p:spTree>
    <p:extLst>
      <p:ext uri="{BB962C8B-B14F-4D97-AF65-F5344CB8AC3E}">
        <p14:creationId xmlns:p14="http://schemas.microsoft.com/office/powerpoint/2010/main" val="10162617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E8F56-9490-1078-B164-860DF01898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378B6F-6EE2-324E-977C-B507B391B4F4}"/>
              </a:ext>
            </a:extLst>
          </p:cNvPr>
          <p:cNvSpPr>
            <a:spLocks noGrp="1"/>
          </p:cNvSpPr>
          <p:nvPr>
            <p:ph type="title"/>
          </p:nvPr>
        </p:nvSpPr>
        <p:spPr>
          <a:xfrm>
            <a:off x="-4185" y="13609"/>
            <a:ext cx="9144000" cy="486000"/>
          </a:xfrm>
        </p:spPr>
        <p:txBody>
          <a:bodyPr>
            <a:noAutofit/>
          </a:bodyPr>
          <a:lstStyle/>
          <a:p>
            <a:r>
              <a:rPr lang="en-SG">
                <a:latin typeface="Segoe UI"/>
                <a:cs typeface="Segoe UI"/>
              </a:rPr>
              <a:t>Thanksgiving Prayer</a:t>
            </a:r>
            <a:endParaRPr lang="en-US">
              <a:latin typeface="Segoe UI"/>
              <a:cs typeface="Segoe UI"/>
            </a:endParaRPr>
          </a:p>
        </p:txBody>
      </p:sp>
      <p:sp>
        <p:nvSpPr>
          <p:cNvPr id="6" name="Slide Number Placeholder 3">
            <a:extLst>
              <a:ext uri="{FF2B5EF4-FFF2-40B4-BE49-F238E27FC236}">
                <a16:creationId xmlns:a16="http://schemas.microsoft.com/office/drawing/2014/main" id="{E143FD78-A665-1634-3CE5-85FF7536BF0E}"/>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30</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95963CC6-F3F2-54FD-8AD8-DA0BB0F0D07B}"/>
              </a:ext>
            </a:extLst>
          </p:cNvPr>
          <p:cNvSpPr txBox="1"/>
          <p:nvPr/>
        </p:nvSpPr>
        <p:spPr>
          <a:xfrm>
            <a:off x="6762614" y="4835724"/>
            <a:ext cx="2377202" cy="307777"/>
          </a:xfrm>
          <a:prstGeom prst="rect">
            <a:avLst/>
          </a:prstGeom>
          <a:noFill/>
        </p:spPr>
        <p:txBody>
          <a:bodyPr wrap="square">
            <a:spAutoFit/>
          </a:bodyPr>
          <a:lstStyle/>
          <a:p>
            <a:pPr algn="r" defTabSz="457178">
              <a:defRPr/>
            </a:pPr>
            <a:r>
              <a:rPr lang="en-US" sz="1400">
                <a:solidFill>
                  <a:prstClr val="black"/>
                </a:solidFill>
                <a:latin typeface="Segoe UI" panose="020B0502040204020203" pitchFamily="34" charset="0"/>
                <a:cs typeface="Segoe UI" panose="020B0502040204020203" pitchFamily="34" charset="0"/>
              </a:rPr>
              <a:t>Choir Dedication: 4 of 11</a:t>
            </a:r>
          </a:p>
        </p:txBody>
      </p:sp>
      <p:sp>
        <p:nvSpPr>
          <p:cNvPr id="7" name="TextBox 6">
            <a:extLst>
              <a:ext uri="{FF2B5EF4-FFF2-40B4-BE49-F238E27FC236}">
                <a16:creationId xmlns:a16="http://schemas.microsoft.com/office/drawing/2014/main" id="{EC44236B-E9D2-ABA0-BE11-FF88AF9FE44E}"/>
              </a:ext>
            </a:extLst>
          </p:cNvPr>
          <p:cNvSpPr txBox="1"/>
          <p:nvPr/>
        </p:nvSpPr>
        <p:spPr>
          <a:xfrm>
            <a:off x="0" y="587591"/>
            <a:ext cx="9139815" cy="2991332"/>
          </a:xfrm>
          <a:prstGeom prst="rect">
            <a:avLst/>
          </a:prstGeom>
          <a:noFill/>
        </p:spPr>
        <p:txBody>
          <a:bodyPr wrap="square" lIns="91440" tIns="45720" rIns="91440" bIns="45720" anchor="t">
            <a:spAutoFit/>
          </a:bodyPr>
          <a:lstStyle/>
          <a:p>
            <a:pPr marL="0" marR="0" algn="just">
              <a:lnSpc>
                <a:spcPct val="115000"/>
              </a:lnSpc>
              <a:spcAft>
                <a:spcPts val="1000"/>
              </a:spcAft>
              <a:buNone/>
            </a:pPr>
            <a:r>
              <a:rPr lang="en-US" sz="1600" i="1" dirty="0">
                <a:solidFill>
                  <a:srgbClr val="000000"/>
                </a:solidFill>
                <a:effectLst/>
                <a:latin typeface="Calibri"/>
                <a:ea typeface="Calibri"/>
                <a:cs typeface="Kartika"/>
              </a:rPr>
              <a:t>*Response – We praise and thank you dear Lord.*</a:t>
            </a:r>
            <a:endParaRPr lang="en-SG" sz="1600" i="1" dirty="0">
              <a:effectLst/>
              <a:latin typeface="Calibri"/>
              <a:ea typeface="Calibri"/>
              <a:cs typeface="Kartika"/>
            </a:endParaRPr>
          </a:p>
          <a:p>
            <a:pPr marL="0" marR="0" algn="just">
              <a:lnSpc>
                <a:spcPct val="115000"/>
              </a:lnSpc>
              <a:spcAft>
                <a:spcPts val="1000"/>
              </a:spcAft>
              <a:buNone/>
            </a:pPr>
            <a:r>
              <a:rPr lang="en-US" sz="2000" dirty="0">
                <a:solidFill>
                  <a:srgbClr val="800000"/>
                </a:solidFill>
                <a:effectLst/>
                <a:latin typeface="Calibri"/>
                <a:ea typeface="Calibri"/>
                <a:cs typeface="Kartika"/>
              </a:rPr>
              <a:t>L - For our families and friends who have encouraged us and sustained us through prayer.</a:t>
            </a:r>
            <a:endParaRPr lang="en-SG" sz="2000" dirty="0">
              <a:solidFill>
                <a:srgbClr val="800000"/>
              </a:solidFill>
              <a:effectLst/>
              <a:latin typeface="Calibri"/>
              <a:ea typeface="Calibri"/>
              <a:cs typeface="Kartika"/>
            </a:endParaRPr>
          </a:p>
          <a:p>
            <a:pPr marL="0" marR="0" algn="just">
              <a:lnSpc>
                <a:spcPct val="115000"/>
              </a:lnSpc>
              <a:spcAft>
                <a:spcPts val="1000"/>
              </a:spcAft>
            </a:pPr>
            <a:r>
              <a:rPr lang="en-US" sz="2000" dirty="0">
                <a:solidFill>
                  <a:srgbClr val="000000"/>
                </a:solidFill>
                <a:effectLst/>
                <a:latin typeface="Calibri"/>
                <a:ea typeface="Calibri"/>
                <a:cs typeface="Kartika"/>
              </a:rPr>
              <a:t>C - We praise and thank you dear Lord</a:t>
            </a:r>
          </a:p>
          <a:p>
            <a:pPr marL="0" marR="0" algn="just">
              <a:lnSpc>
                <a:spcPct val="115000"/>
              </a:lnSpc>
              <a:spcAft>
                <a:spcPts val="1000"/>
              </a:spcAft>
              <a:buNone/>
            </a:pPr>
            <a:r>
              <a:rPr lang="en-US" sz="2000" dirty="0">
                <a:solidFill>
                  <a:srgbClr val="800000"/>
                </a:solidFill>
                <a:effectLst/>
                <a:latin typeface="Calibri"/>
                <a:ea typeface="Calibri"/>
                <a:cs typeface="Kartika"/>
              </a:rPr>
              <a:t>L - For accepting our dedication to </a:t>
            </a:r>
            <a:r>
              <a:rPr lang="en-US" sz="2000" dirty="0" err="1">
                <a:solidFill>
                  <a:srgbClr val="800000"/>
                </a:solidFill>
                <a:effectLst/>
                <a:latin typeface="Calibri"/>
                <a:ea typeface="Calibri"/>
                <a:cs typeface="Kartika"/>
              </a:rPr>
              <a:t>utilise</a:t>
            </a:r>
            <a:r>
              <a:rPr lang="en-US" sz="2000" dirty="0">
                <a:solidFill>
                  <a:srgbClr val="800000"/>
                </a:solidFill>
                <a:effectLst/>
                <a:latin typeface="Calibri"/>
                <a:ea typeface="Calibri"/>
                <a:cs typeface="Kartika"/>
              </a:rPr>
              <a:t> the talents you have entrusted to us for the glory of your name.</a:t>
            </a:r>
            <a:endParaRPr lang="en-SG" sz="2000" dirty="0">
              <a:solidFill>
                <a:srgbClr val="800000"/>
              </a:solidFill>
              <a:effectLst/>
              <a:latin typeface="Calibri"/>
              <a:ea typeface="Calibri"/>
              <a:cs typeface="Kartika"/>
            </a:endParaRPr>
          </a:p>
          <a:p>
            <a:pPr marL="0" marR="0" algn="just">
              <a:lnSpc>
                <a:spcPct val="115000"/>
              </a:lnSpc>
              <a:spcAft>
                <a:spcPts val="1000"/>
              </a:spcAft>
            </a:pPr>
            <a:r>
              <a:rPr lang="en-US" sz="2000" dirty="0">
                <a:solidFill>
                  <a:srgbClr val="000000"/>
                </a:solidFill>
                <a:effectLst/>
                <a:latin typeface="Calibri"/>
                <a:ea typeface="Calibri"/>
                <a:cs typeface="Kartika"/>
              </a:rPr>
              <a:t>C - We praise and thank you dear Lord</a:t>
            </a:r>
            <a:endParaRPr lang="en-SG" sz="2000" dirty="0">
              <a:effectLst/>
              <a:latin typeface="Calibri"/>
              <a:ea typeface="Calibri"/>
              <a:cs typeface="Kartika"/>
            </a:endParaRPr>
          </a:p>
        </p:txBody>
      </p:sp>
    </p:spTree>
    <p:extLst>
      <p:ext uri="{BB962C8B-B14F-4D97-AF65-F5344CB8AC3E}">
        <p14:creationId xmlns:p14="http://schemas.microsoft.com/office/powerpoint/2010/main" val="9841329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283BB-28E4-EC74-AB38-D6A7B27E17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5C2786-A199-6F38-DBAF-85446E9CCA21}"/>
              </a:ext>
            </a:extLst>
          </p:cNvPr>
          <p:cNvSpPr>
            <a:spLocks noGrp="1"/>
          </p:cNvSpPr>
          <p:nvPr>
            <p:ph type="title"/>
          </p:nvPr>
        </p:nvSpPr>
        <p:spPr>
          <a:xfrm>
            <a:off x="-4185" y="13609"/>
            <a:ext cx="9144000" cy="486000"/>
          </a:xfrm>
        </p:spPr>
        <p:txBody>
          <a:bodyPr>
            <a:noAutofit/>
          </a:bodyPr>
          <a:lstStyle/>
          <a:p>
            <a:r>
              <a:rPr lang="en-SG">
                <a:latin typeface="Segoe UI"/>
                <a:cs typeface="Segoe UI"/>
              </a:rPr>
              <a:t>Intercessory Prayer</a:t>
            </a:r>
            <a:endParaRPr lang="en-US">
              <a:latin typeface="Segoe UI"/>
              <a:cs typeface="Segoe UI"/>
            </a:endParaRPr>
          </a:p>
        </p:txBody>
      </p:sp>
      <p:sp>
        <p:nvSpPr>
          <p:cNvPr id="6" name="Slide Number Placeholder 3">
            <a:extLst>
              <a:ext uri="{FF2B5EF4-FFF2-40B4-BE49-F238E27FC236}">
                <a16:creationId xmlns:a16="http://schemas.microsoft.com/office/drawing/2014/main" id="{E6C801F9-B7F8-B087-39EA-F32BB357FBF7}"/>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31</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67A0B3C9-C301-84BD-355E-44FF2735B765}"/>
              </a:ext>
            </a:extLst>
          </p:cNvPr>
          <p:cNvSpPr txBox="1"/>
          <p:nvPr/>
        </p:nvSpPr>
        <p:spPr>
          <a:xfrm>
            <a:off x="6959966" y="4835724"/>
            <a:ext cx="2179850" cy="307777"/>
          </a:xfrm>
          <a:prstGeom prst="rect">
            <a:avLst/>
          </a:prstGeom>
          <a:noFill/>
        </p:spPr>
        <p:txBody>
          <a:bodyPr wrap="square">
            <a:spAutoFit/>
          </a:bodyPr>
          <a:lstStyle/>
          <a:p>
            <a:pPr algn="r" defTabSz="457178">
              <a:defRPr/>
            </a:pPr>
            <a:r>
              <a:rPr lang="en-US" sz="1400">
                <a:solidFill>
                  <a:prstClr val="black"/>
                </a:solidFill>
                <a:latin typeface="Segoe UI" panose="020B0502040204020203" pitchFamily="34" charset="0"/>
                <a:cs typeface="Segoe UI" panose="020B0502040204020203" pitchFamily="34" charset="0"/>
              </a:rPr>
              <a:t>Choir Dedication: 5 of 11</a:t>
            </a:r>
          </a:p>
        </p:txBody>
      </p:sp>
      <p:sp>
        <p:nvSpPr>
          <p:cNvPr id="7" name="TextBox 6">
            <a:extLst>
              <a:ext uri="{FF2B5EF4-FFF2-40B4-BE49-F238E27FC236}">
                <a16:creationId xmlns:a16="http://schemas.microsoft.com/office/drawing/2014/main" id="{59BDAD98-91BC-F22E-C5B7-55FF48F17CB9}"/>
              </a:ext>
            </a:extLst>
          </p:cNvPr>
          <p:cNvSpPr txBox="1"/>
          <p:nvPr/>
        </p:nvSpPr>
        <p:spPr>
          <a:xfrm>
            <a:off x="0" y="587591"/>
            <a:ext cx="9139815" cy="3955698"/>
          </a:xfrm>
          <a:prstGeom prst="rect">
            <a:avLst/>
          </a:prstGeom>
          <a:noFill/>
        </p:spPr>
        <p:txBody>
          <a:bodyPr wrap="square" lIns="91440" tIns="45720" rIns="91440" bIns="45720" anchor="t">
            <a:spAutoFit/>
          </a:bodyPr>
          <a:lstStyle/>
          <a:p>
            <a:pPr marL="0" marR="0" algn="just">
              <a:lnSpc>
                <a:spcPct val="115000"/>
              </a:lnSpc>
              <a:spcAft>
                <a:spcPts val="1000"/>
              </a:spcAft>
              <a:buNone/>
            </a:pPr>
            <a:r>
              <a:rPr lang="en-US" sz="1600" i="1" dirty="0">
                <a:solidFill>
                  <a:srgbClr val="000000"/>
                </a:solidFill>
                <a:effectLst/>
                <a:latin typeface="Calibri"/>
                <a:ea typeface="Calibri"/>
                <a:cs typeface="Kartika"/>
              </a:rPr>
              <a:t>*Response – We earnestly ask you dear Lord.*</a:t>
            </a:r>
            <a:endParaRPr lang="en-SG" sz="1600" i="1" dirty="0">
              <a:effectLst/>
              <a:latin typeface="Calibri"/>
              <a:ea typeface="Calibri"/>
              <a:cs typeface="Kartika"/>
            </a:endParaRPr>
          </a:p>
          <a:p>
            <a:pPr marL="0" marR="0" algn="just">
              <a:lnSpc>
                <a:spcPct val="115000"/>
              </a:lnSpc>
              <a:spcAft>
                <a:spcPts val="1000"/>
              </a:spcAft>
              <a:buNone/>
            </a:pPr>
            <a:r>
              <a:rPr lang="en-US" sz="2000" dirty="0">
                <a:solidFill>
                  <a:srgbClr val="800000"/>
                </a:solidFill>
                <a:effectLst/>
                <a:latin typeface="Calibri"/>
                <a:ea typeface="Calibri"/>
                <a:cs typeface="Kartika"/>
              </a:rPr>
              <a:t>L - Grant the Choir Committee members and those who lead in the other facets of the ministry of sacred music the wisdom and direction to fulfill your purpose in us.</a:t>
            </a:r>
            <a:endParaRPr lang="en-SG" sz="2000" dirty="0">
              <a:solidFill>
                <a:srgbClr val="800000"/>
              </a:solidFill>
              <a:effectLst/>
              <a:latin typeface="Calibri"/>
              <a:ea typeface="Calibri"/>
              <a:cs typeface="Kartika"/>
            </a:endParaRPr>
          </a:p>
          <a:p>
            <a:pPr marL="0" marR="0" algn="just">
              <a:lnSpc>
                <a:spcPct val="115000"/>
              </a:lnSpc>
              <a:spcAft>
                <a:spcPts val="1000"/>
              </a:spcAft>
              <a:buNone/>
            </a:pPr>
            <a:r>
              <a:rPr lang="en-US" sz="2000" dirty="0">
                <a:solidFill>
                  <a:srgbClr val="000000"/>
                </a:solidFill>
                <a:effectLst/>
                <a:latin typeface="Calibri"/>
                <a:ea typeface="Calibri"/>
                <a:cs typeface="Kartika"/>
              </a:rPr>
              <a:t>C - We earnestly ask you dear Lord</a:t>
            </a:r>
            <a:endParaRPr lang="en-SG" sz="2000" dirty="0">
              <a:effectLst/>
              <a:latin typeface="Calibri"/>
              <a:ea typeface="Calibri"/>
              <a:cs typeface="Kartika"/>
            </a:endParaRPr>
          </a:p>
          <a:p>
            <a:pPr marL="0" marR="0" algn="just">
              <a:lnSpc>
                <a:spcPct val="115000"/>
              </a:lnSpc>
              <a:spcAft>
                <a:spcPts val="1000"/>
              </a:spcAft>
              <a:buNone/>
            </a:pPr>
            <a:r>
              <a:rPr lang="en-US" sz="2000" dirty="0">
                <a:solidFill>
                  <a:srgbClr val="800000"/>
                </a:solidFill>
                <a:effectLst/>
                <a:latin typeface="Calibri"/>
                <a:ea typeface="Calibri"/>
                <a:cs typeface="Kartika"/>
              </a:rPr>
              <a:t>L- Grant the Choir Director, Asst. Director and Choir Master the grace to effectively manage the responsibilities they bear both at work and in your ministry.</a:t>
            </a:r>
            <a:endParaRPr lang="en-SG" sz="2000" dirty="0">
              <a:solidFill>
                <a:srgbClr val="800000"/>
              </a:solidFill>
              <a:effectLst/>
              <a:latin typeface="Calibri"/>
              <a:ea typeface="Calibri"/>
              <a:cs typeface="Kartika"/>
            </a:endParaRPr>
          </a:p>
          <a:p>
            <a:pPr marL="0" marR="0" algn="just">
              <a:lnSpc>
                <a:spcPct val="115000"/>
              </a:lnSpc>
              <a:spcAft>
                <a:spcPts val="1000"/>
              </a:spcAft>
              <a:buNone/>
            </a:pPr>
            <a:r>
              <a:rPr lang="en-US" sz="2000" dirty="0">
                <a:solidFill>
                  <a:srgbClr val="000000"/>
                </a:solidFill>
                <a:effectLst/>
                <a:latin typeface="Calibri"/>
                <a:ea typeface="Calibri"/>
                <a:cs typeface="Kartika"/>
              </a:rPr>
              <a:t>C - We earnestly ask you dear Lord </a:t>
            </a:r>
            <a:endParaRPr lang="en-SG" sz="2000" dirty="0">
              <a:effectLst/>
              <a:latin typeface="Calibri"/>
              <a:ea typeface="Calibri"/>
              <a:cs typeface="Kartika"/>
            </a:endParaRPr>
          </a:p>
          <a:p>
            <a:pPr marL="0" marR="0" algn="just">
              <a:lnSpc>
                <a:spcPct val="115000"/>
              </a:lnSpc>
              <a:spcAft>
                <a:spcPts val="1000"/>
              </a:spcAft>
              <a:buNone/>
            </a:pPr>
            <a:r>
              <a:rPr lang="en-US" sz="2000" dirty="0">
                <a:solidFill>
                  <a:srgbClr val="800000"/>
                </a:solidFill>
                <a:effectLst/>
                <a:latin typeface="Calibri"/>
                <a:ea typeface="Calibri"/>
                <a:cs typeface="Kartika"/>
              </a:rPr>
              <a:t>L -Remove anything in our hearts that is not from you and fill us with your Spirit.</a:t>
            </a:r>
            <a:endParaRPr lang="en-SG" sz="2000" dirty="0">
              <a:solidFill>
                <a:srgbClr val="800000"/>
              </a:solidFill>
              <a:effectLst/>
              <a:latin typeface="Calibri"/>
              <a:ea typeface="Calibri"/>
              <a:cs typeface="Kartika"/>
            </a:endParaRPr>
          </a:p>
          <a:p>
            <a:pPr marL="0" marR="0" algn="just">
              <a:lnSpc>
                <a:spcPct val="115000"/>
              </a:lnSpc>
              <a:spcAft>
                <a:spcPts val="1000"/>
              </a:spcAft>
              <a:buNone/>
            </a:pPr>
            <a:r>
              <a:rPr lang="en-US" sz="2000" dirty="0">
                <a:solidFill>
                  <a:srgbClr val="000000"/>
                </a:solidFill>
                <a:effectLst/>
                <a:latin typeface="Calibri"/>
                <a:ea typeface="Calibri"/>
                <a:cs typeface="Kartika"/>
              </a:rPr>
              <a:t>C - We earnestly ask you dear Lord</a:t>
            </a:r>
            <a:endParaRPr lang="en-SG" sz="2000" dirty="0">
              <a:effectLst/>
              <a:latin typeface="Calibri"/>
              <a:ea typeface="Calibri"/>
              <a:cs typeface="Kartika"/>
            </a:endParaRPr>
          </a:p>
        </p:txBody>
      </p:sp>
    </p:spTree>
    <p:extLst>
      <p:ext uri="{BB962C8B-B14F-4D97-AF65-F5344CB8AC3E}">
        <p14:creationId xmlns:p14="http://schemas.microsoft.com/office/powerpoint/2010/main" val="18223329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33DF4-8586-E565-28D6-D665620B68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733763-DB90-D8B6-4A58-614417F374A2}"/>
              </a:ext>
            </a:extLst>
          </p:cNvPr>
          <p:cNvSpPr>
            <a:spLocks noGrp="1"/>
          </p:cNvSpPr>
          <p:nvPr>
            <p:ph type="title"/>
          </p:nvPr>
        </p:nvSpPr>
        <p:spPr>
          <a:xfrm>
            <a:off x="-4185" y="13609"/>
            <a:ext cx="9144000" cy="486000"/>
          </a:xfrm>
        </p:spPr>
        <p:txBody>
          <a:bodyPr>
            <a:noAutofit/>
          </a:bodyPr>
          <a:lstStyle/>
          <a:p>
            <a:r>
              <a:rPr lang="en-SG">
                <a:latin typeface="Segoe UI"/>
                <a:cs typeface="Segoe UI"/>
              </a:rPr>
              <a:t>Intercessory Prayer</a:t>
            </a:r>
            <a:endParaRPr lang="en-US">
              <a:latin typeface="Segoe UI"/>
              <a:cs typeface="Segoe UI"/>
            </a:endParaRPr>
          </a:p>
        </p:txBody>
      </p:sp>
      <p:sp>
        <p:nvSpPr>
          <p:cNvPr id="6" name="Slide Number Placeholder 3">
            <a:extLst>
              <a:ext uri="{FF2B5EF4-FFF2-40B4-BE49-F238E27FC236}">
                <a16:creationId xmlns:a16="http://schemas.microsoft.com/office/drawing/2014/main" id="{22A30E63-2BD9-90E2-86F5-8E965064C6CA}"/>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32</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03E22621-7EEA-0FDB-F84A-2E94784EC566}"/>
              </a:ext>
            </a:extLst>
          </p:cNvPr>
          <p:cNvSpPr txBox="1"/>
          <p:nvPr/>
        </p:nvSpPr>
        <p:spPr>
          <a:xfrm>
            <a:off x="6946810" y="4835724"/>
            <a:ext cx="2193006" cy="307777"/>
          </a:xfrm>
          <a:prstGeom prst="rect">
            <a:avLst/>
          </a:prstGeom>
          <a:noFill/>
        </p:spPr>
        <p:txBody>
          <a:bodyPr wrap="square">
            <a:spAutoFit/>
          </a:bodyPr>
          <a:lstStyle/>
          <a:p>
            <a:pPr algn="r" defTabSz="457178">
              <a:defRPr/>
            </a:pPr>
            <a:r>
              <a:rPr lang="en-US" sz="1400">
                <a:solidFill>
                  <a:prstClr val="black"/>
                </a:solidFill>
                <a:latin typeface="Segoe UI" panose="020B0502040204020203" pitchFamily="34" charset="0"/>
                <a:cs typeface="Segoe UI" panose="020B0502040204020203" pitchFamily="34" charset="0"/>
              </a:rPr>
              <a:t>Choir Dedication: 6 of 11</a:t>
            </a:r>
          </a:p>
        </p:txBody>
      </p:sp>
      <p:sp>
        <p:nvSpPr>
          <p:cNvPr id="7" name="TextBox 6">
            <a:extLst>
              <a:ext uri="{FF2B5EF4-FFF2-40B4-BE49-F238E27FC236}">
                <a16:creationId xmlns:a16="http://schemas.microsoft.com/office/drawing/2014/main" id="{C288598B-EF67-3B82-69D7-DF94865F5FAD}"/>
              </a:ext>
            </a:extLst>
          </p:cNvPr>
          <p:cNvSpPr txBox="1"/>
          <p:nvPr/>
        </p:nvSpPr>
        <p:spPr>
          <a:xfrm>
            <a:off x="-4185" y="767274"/>
            <a:ext cx="9139815" cy="3800784"/>
          </a:xfrm>
          <a:prstGeom prst="rect">
            <a:avLst/>
          </a:prstGeom>
          <a:noFill/>
        </p:spPr>
        <p:txBody>
          <a:bodyPr wrap="square" lIns="91440" tIns="45720" rIns="91440" bIns="45720" anchor="t">
            <a:spAutoFit/>
          </a:bodyPr>
          <a:lstStyle/>
          <a:p>
            <a:pPr marL="0" marR="0" algn="just">
              <a:lnSpc>
                <a:spcPct val="115000"/>
              </a:lnSpc>
              <a:spcAft>
                <a:spcPts val="1000"/>
              </a:spcAft>
              <a:buNone/>
            </a:pPr>
            <a:r>
              <a:rPr lang="en-US" sz="2000" dirty="0">
                <a:solidFill>
                  <a:srgbClr val="800000"/>
                </a:solidFill>
                <a:effectLst/>
                <a:latin typeface="Calibri"/>
                <a:ea typeface="Calibri"/>
                <a:cs typeface="Kartika"/>
              </a:rPr>
              <a:t>L - Renew in us the joy and enthusiasm of serving you with our talents.</a:t>
            </a:r>
            <a:endParaRPr lang="en-SG" sz="2000" dirty="0">
              <a:solidFill>
                <a:srgbClr val="800000"/>
              </a:solidFill>
              <a:effectLst/>
              <a:latin typeface="Calibri"/>
              <a:ea typeface="Calibri"/>
              <a:cs typeface="Kartika"/>
            </a:endParaRPr>
          </a:p>
          <a:p>
            <a:pPr marL="0" marR="0" algn="just">
              <a:lnSpc>
                <a:spcPct val="115000"/>
              </a:lnSpc>
              <a:spcAft>
                <a:spcPts val="1000"/>
              </a:spcAft>
            </a:pPr>
            <a:r>
              <a:rPr lang="en-US" sz="2000" dirty="0">
                <a:solidFill>
                  <a:srgbClr val="000000"/>
                </a:solidFill>
                <a:effectLst/>
                <a:latin typeface="Calibri"/>
                <a:ea typeface="Calibri"/>
                <a:cs typeface="Kartika"/>
              </a:rPr>
              <a:t>C - We earnestly ask you dear Lord </a:t>
            </a:r>
          </a:p>
          <a:p>
            <a:pPr marL="0" marR="0" algn="just">
              <a:lnSpc>
                <a:spcPct val="115000"/>
              </a:lnSpc>
              <a:spcAft>
                <a:spcPts val="1000"/>
              </a:spcAft>
              <a:buNone/>
            </a:pPr>
            <a:r>
              <a:rPr lang="en-US" sz="2000" dirty="0">
                <a:solidFill>
                  <a:srgbClr val="800000"/>
                </a:solidFill>
                <a:effectLst/>
                <a:latin typeface="Calibri"/>
                <a:ea typeface="Calibri"/>
                <a:cs typeface="Kartika"/>
              </a:rPr>
              <a:t>L - Teach us to give of ourselves, in whatever way we can, of whatever we have to give.</a:t>
            </a:r>
            <a:endParaRPr lang="en-SG" sz="2000" dirty="0">
              <a:solidFill>
                <a:srgbClr val="800000"/>
              </a:solidFill>
              <a:effectLst/>
              <a:latin typeface="Calibri"/>
              <a:ea typeface="Calibri"/>
              <a:cs typeface="Kartika"/>
            </a:endParaRPr>
          </a:p>
          <a:p>
            <a:pPr marL="0" marR="0" algn="just">
              <a:lnSpc>
                <a:spcPct val="115000"/>
              </a:lnSpc>
              <a:spcAft>
                <a:spcPts val="1000"/>
              </a:spcAft>
              <a:buNone/>
            </a:pPr>
            <a:r>
              <a:rPr lang="en-US" sz="2000" dirty="0">
                <a:solidFill>
                  <a:srgbClr val="000000"/>
                </a:solidFill>
                <a:effectLst/>
                <a:latin typeface="Calibri"/>
                <a:ea typeface="Calibri"/>
                <a:cs typeface="Kartika"/>
              </a:rPr>
              <a:t>C - We earnestly ask you dear Lord</a:t>
            </a:r>
            <a:endParaRPr lang="en-SG" sz="2000" dirty="0">
              <a:effectLst/>
              <a:latin typeface="Calibri"/>
              <a:ea typeface="Calibri"/>
              <a:cs typeface="Kartika"/>
            </a:endParaRPr>
          </a:p>
          <a:p>
            <a:pPr marL="0" marR="0" algn="just">
              <a:lnSpc>
                <a:spcPct val="115000"/>
              </a:lnSpc>
              <a:spcAft>
                <a:spcPts val="1000"/>
              </a:spcAft>
              <a:buNone/>
            </a:pPr>
            <a:r>
              <a:rPr lang="en-US" sz="2000" dirty="0">
                <a:solidFill>
                  <a:srgbClr val="800000"/>
                </a:solidFill>
                <a:effectLst/>
                <a:latin typeface="Calibri"/>
                <a:ea typeface="Calibri"/>
                <a:cs typeface="Kartika"/>
              </a:rPr>
              <a:t>L - Do not let us stumble, do not let us fall and quit.</a:t>
            </a:r>
            <a:endParaRPr lang="en-SG" sz="2000" dirty="0">
              <a:solidFill>
                <a:srgbClr val="800000"/>
              </a:solidFill>
              <a:effectLst/>
              <a:latin typeface="Calibri"/>
              <a:ea typeface="Calibri"/>
              <a:cs typeface="Kartika"/>
            </a:endParaRPr>
          </a:p>
          <a:p>
            <a:pPr marL="0" marR="0" algn="just">
              <a:lnSpc>
                <a:spcPct val="115000"/>
              </a:lnSpc>
              <a:spcAft>
                <a:spcPts val="1000"/>
              </a:spcAft>
              <a:buNone/>
            </a:pPr>
            <a:r>
              <a:rPr lang="en-US" sz="2000" dirty="0">
                <a:solidFill>
                  <a:srgbClr val="000000"/>
                </a:solidFill>
                <a:effectLst/>
                <a:latin typeface="Calibri"/>
                <a:ea typeface="Calibri"/>
                <a:cs typeface="Kartika"/>
              </a:rPr>
              <a:t>C - We earnestly ask you dear Lord</a:t>
            </a:r>
            <a:endParaRPr lang="en-SG" sz="2000" dirty="0">
              <a:effectLst/>
              <a:latin typeface="Calibri"/>
              <a:ea typeface="Calibri"/>
              <a:cs typeface="Kartika"/>
            </a:endParaRPr>
          </a:p>
          <a:p>
            <a:pPr marL="0" marR="0" algn="just">
              <a:lnSpc>
                <a:spcPct val="115000"/>
              </a:lnSpc>
              <a:spcAft>
                <a:spcPts val="1000"/>
              </a:spcAft>
              <a:buNone/>
            </a:pPr>
            <a:r>
              <a:rPr lang="en-US" sz="2000" dirty="0">
                <a:solidFill>
                  <a:srgbClr val="800000"/>
                </a:solidFill>
                <a:effectLst/>
                <a:latin typeface="Calibri"/>
                <a:ea typeface="Calibri"/>
                <a:cs typeface="Kartika"/>
              </a:rPr>
              <a:t>L - Nourish the bond of care and fellowship we share among ourselves.</a:t>
            </a:r>
            <a:endParaRPr lang="en-SG" sz="2000" dirty="0">
              <a:solidFill>
                <a:srgbClr val="800000"/>
              </a:solidFill>
              <a:effectLst/>
              <a:latin typeface="Calibri"/>
              <a:ea typeface="Calibri"/>
              <a:cs typeface="Kartika"/>
            </a:endParaRPr>
          </a:p>
          <a:p>
            <a:pPr marL="0" marR="0" algn="just">
              <a:lnSpc>
                <a:spcPct val="115000"/>
              </a:lnSpc>
              <a:spcAft>
                <a:spcPts val="1000"/>
              </a:spcAft>
              <a:buNone/>
            </a:pPr>
            <a:r>
              <a:rPr lang="en-US" sz="2000" dirty="0">
                <a:solidFill>
                  <a:srgbClr val="000000"/>
                </a:solidFill>
                <a:effectLst/>
                <a:latin typeface="Calibri"/>
                <a:ea typeface="Calibri"/>
                <a:cs typeface="Kartika"/>
              </a:rPr>
              <a:t>C - We earnestly ask you dear Lord</a:t>
            </a:r>
            <a:endParaRPr lang="en-SG" sz="2000" dirty="0">
              <a:effectLst/>
              <a:latin typeface="Calibri"/>
              <a:ea typeface="Calibri"/>
              <a:cs typeface="Kartika"/>
            </a:endParaRPr>
          </a:p>
        </p:txBody>
      </p:sp>
    </p:spTree>
    <p:extLst>
      <p:ext uri="{BB962C8B-B14F-4D97-AF65-F5344CB8AC3E}">
        <p14:creationId xmlns:p14="http://schemas.microsoft.com/office/powerpoint/2010/main" val="5133846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1FC60-FCBC-8252-F4E9-5F5115AAA7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BB1E2D-7D0B-DE15-6E61-467C4E1F809F}"/>
              </a:ext>
            </a:extLst>
          </p:cNvPr>
          <p:cNvSpPr>
            <a:spLocks noGrp="1"/>
          </p:cNvSpPr>
          <p:nvPr>
            <p:ph type="title"/>
          </p:nvPr>
        </p:nvSpPr>
        <p:spPr>
          <a:xfrm>
            <a:off x="-4185" y="13609"/>
            <a:ext cx="9144000" cy="486000"/>
          </a:xfrm>
        </p:spPr>
        <p:txBody>
          <a:bodyPr>
            <a:noAutofit/>
          </a:bodyPr>
          <a:lstStyle/>
          <a:p>
            <a:r>
              <a:rPr lang="en-SG">
                <a:latin typeface="Segoe UI"/>
                <a:cs typeface="Segoe UI"/>
              </a:rPr>
              <a:t>Intercessory Prayer</a:t>
            </a:r>
            <a:endParaRPr lang="en-US">
              <a:latin typeface="Segoe UI"/>
              <a:cs typeface="Segoe UI"/>
            </a:endParaRPr>
          </a:p>
        </p:txBody>
      </p:sp>
      <p:sp>
        <p:nvSpPr>
          <p:cNvPr id="6" name="Slide Number Placeholder 3">
            <a:extLst>
              <a:ext uri="{FF2B5EF4-FFF2-40B4-BE49-F238E27FC236}">
                <a16:creationId xmlns:a16="http://schemas.microsoft.com/office/drawing/2014/main" id="{6F5882E0-27A0-2133-E642-1F3EA6404DCE}"/>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33</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F0C3979F-AC8C-FBBB-B01A-401B48D300B0}"/>
              </a:ext>
            </a:extLst>
          </p:cNvPr>
          <p:cNvSpPr txBox="1"/>
          <p:nvPr/>
        </p:nvSpPr>
        <p:spPr>
          <a:xfrm>
            <a:off x="6959966" y="4835724"/>
            <a:ext cx="2179850" cy="307777"/>
          </a:xfrm>
          <a:prstGeom prst="rect">
            <a:avLst/>
          </a:prstGeom>
          <a:noFill/>
        </p:spPr>
        <p:txBody>
          <a:bodyPr wrap="square">
            <a:spAutoFit/>
          </a:bodyPr>
          <a:lstStyle/>
          <a:p>
            <a:pPr algn="r" defTabSz="457178">
              <a:defRPr/>
            </a:pPr>
            <a:r>
              <a:rPr lang="en-US" sz="1400">
                <a:solidFill>
                  <a:prstClr val="black"/>
                </a:solidFill>
                <a:latin typeface="Segoe UI" panose="020B0502040204020203" pitchFamily="34" charset="0"/>
                <a:cs typeface="Segoe UI" panose="020B0502040204020203" pitchFamily="34" charset="0"/>
              </a:rPr>
              <a:t>Choir Dedication: 7 of 11</a:t>
            </a:r>
          </a:p>
        </p:txBody>
      </p:sp>
      <p:sp>
        <p:nvSpPr>
          <p:cNvPr id="7" name="TextBox 6">
            <a:extLst>
              <a:ext uri="{FF2B5EF4-FFF2-40B4-BE49-F238E27FC236}">
                <a16:creationId xmlns:a16="http://schemas.microsoft.com/office/drawing/2014/main" id="{C0BC2123-98F7-CC1E-DC6F-FC173A78F2D8}"/>
              </a:ext>
            </a:extLst>
          </p:cNvPr>
          <p:cNvSpPr txBox="1"/>
          <p:nvPr/>
        </p:nvSpPr>
        <p:spPr>
          <a:xfrm>
            <a:off x="0" y="587591"/>
            <a:ext cx="9139815" cy="4349652"/>
          </a:xfrm>
          <a:prstGeom prst="rect">
            <a:avLst/>
          </a:prstGeom>
          <a:noFill/>
        </p:spPr>
        <p:txBody>
          <a:bodyPr wrap="square" lIns="91440" tIns="45720" rIns="91440" bIns="45720" anchor="t">
            <a:spAutoFit/>
          </a:bodyPr>
          <a:lstStyle/>
          <a:p>
            <a:pPr marL="0" marR="0" algn="just">
              <a:lnSpc>
                <a:spcPct val="115000"/>
              </a:lnSpc>
              <a:spcAft>
                <a:spcPts val="1000"/>
              </a:spcAft>
              <a:buNone/>
            </a:pPr>
            <a:r>
              <a:rPr lang="en-US" sz="2000" dirty="0">
                <a:solidFill>
                  <a:srgbClr val="800000"/>
                </a:solidFill>
                <a:effectLst/>
                <a:latin typeface="Calibri"/>
                <a:ea typeface="Calibri"/>
                <a:cs typeface="Kartika"/>
              </a:rPr>
              <a:t>L. We pray for the musical ministry of the universal church and the ministry of the Malankara Mar </a:t>
            </a:r>
            <a:r>
              <a:rPr lang="en-US" sz="2000" dirty="0" err="1">
                <a:solidFill>
                  <a:srgbClr val="800000"/>
                </a:solidFill>
                <a:effectLst/>
                <a:latin typeface="Calibri"/>
                <a:ea typeface="Calibri"/>
                <a:cs typeface="Kartika"/>
              </a:rPr>
              <a:t>Thoma</a:t>
            </a:r>
            <a:r>
              <a:rPr lang="en-US" sz="2000" dirty="0">
                <a:solidFill>
                  <a:srgbClr val="800000"/>
                </a:solidFill>
                <a:effectLst/>
                <a:latin typeface="Calibri"/>
                <a:ea typeface="Calibri"/>
                <a:cs typeface="Kartika"/>
              </a:rPr>
              <a:t> Syrian Church through the DSMC. We pray for our Metropolitan Theodosius Mar </a:t>
            </a:r>
            <a:r>
              <a:rPr lang="en-US" sz="2000" dirty="0" err="1">
                <a:solidFill>
                  <a:srgbClr val="800000"/>
                </a:solidFill>
                <a:effectLst/>
                <a:latin typeface="Calibri"/>
                <a:ea typeface="Calibri"/>
                <a:cs typeface="Kartika"/>
              </a:rPr>
              <a:t>Thoma</a:t>
            </a:r>
            <a:r>
              <a:rPr lang="en-US" sz="2000" dirty="0">
                <a:solidFill>
                  <a:srgbClr val="800000"/>
                </a:solidFill>
                <a:effectLst/>
                <a:latin typeface="Calibri"/>
                <a:ea typeface="Calibri"/>
                <a:cs typeface="Kartika"/>
              </a:rPr>
              <a:t>, Suffragan Metropolitans, and </a:t>
            </a:r>
            <a:r>
              <a:rPr lang="en-US" sz="2000" dirty="0" err="1">
                <a:solidFill>
                  <a:srgbClr val="800000"/>
                </a:solidFill>
                <a:effectLst/>
                <a:latin typeface="Calibri"/>
                <a:ea typeface="Calibri"/>
                <a:cs typeface="Kartika"/>
              </a:rPr>
              <a:t>Episcopas</a:t>
            </a:r>
            <a:r>
              <a:rPr lang="en-US" sz="2000" dirty="0">
                <a:solidFill>
                  <a:srgbClr val="800000"/>
                </a:solidFill>
                <a:effectLst/>
                <a:latin typeface="Calibri"/>
                <a:ea typeface="Calibri"/>
                <a:cs typeface="Kartika"/>
              </a:rPr>
              <a:t>. We pray for Joseph Mar </a:t>
            </a:r>
            <a:r>
              <a:rPr lang="en-US" sz="2000" dirty="0" err="1">
                <a:solidFill>
                  <a:srgbClr val="800000"/>
                </a:solidFill>
                <a:effectLst/>
                <a:latin typeface="Calibri"/>
                <a:ea typeface="Calibri"/>
                <a:cs typeface="Kartika"/>
              </a:rPr>
              <a:t>Ivanios</a:t>
            </a:r>
            <a:r>
              <a:rPr lang="en-US" sz="2000" dirty="0">
                <a:solidFill>
                  <a:srgbClr val="800000"/>
                </a:solidFill>
                <a:effectLst/>
                <a:latin typeface="Calibri"/>
                <a:ea typeface="Calibri"/>
                <a:cs typeface="Kartika"/>
              </a:rPr>
              <a:t> </a:t>
            </a:r>
            <a:r>
              <a:rPr lang="en-US" sz="2000" dirty="0" err="1">
                <a:solidFill>
                  <a:srgbClr val="800000"/>
                </a:solidFill>
                <a:effectLst/>
                <a:latin typeface="Calibri"/>
                <a:ea typeface="Calibri"/>
                <a:cs typeface="Kartika"/>
              </a:rPr>
              <a:t>Episcopa</a:t>
            </a:r>
            <a:r>
              <a:rPr lang="en-US" sz="2000" dirty="0">
                <a:solidFill>
                  <a:srgbClr val="800000"/>
                </a:solidFill>
                <a:effectLst/>
                <a:latin typeface="Calibri"/>
                <a:ea typeface="Calibri"/>
                <a:cs typeface="Kartika"/>
              </a:rPr>
              <a:t>, the president of DSMC, its leaders, musicians, lyricists, and members of parish choirs, who work for the extension of God’s kingdom through the music ministry. </a:t>
            </a:r>
            <a:endParaRPr lang="en-SG" sz="2000" dirty="0">
              <a:solidFill>
                <a:srgbClr val="800000"/>
              </a:solidFill>
              <a:effectLst/>
              <a:latin typeface="Calibri"/>
              <a:ea typeface="Calibri"/>
              <a:cs typeface="Kartika"/>
            </a:endParaRPr>
          </a:p>
          <a:p>
            <a:pPr marL="0" marR="0" algn="just">
              <a:lnSpc>
                <a:spcPct val="115000"/>
              </a:lnSpc>
              <a:spcAft>
                <a:spcPts val="1000"/>
              </a:spcAft>
              <a:buNone/>
            </a:pPr>
            <a:r>
              <a:rPr lang="en-US" sz="2000" dirty="0">
                <a:effectLst/>
                <a:latin typeface="Calibri"/>
                <a:ea typeface="Calibri"/>
                <a:cs typeface="Kartika"/>
              </a:rPr>
              <a:t>C - We earnestly ask you dear Lord</a:t>
            </a:r>
            <a:endParaRPr lang="en-SG" sz="2000" dirty="0">
              <a:effectLst/>
              <a:latin typeface="Calibri"/>
              <a:ea typeface="Calibri"/>
              <a:cs typeface="Kartika"/>
            </a:endParaRPr>
          </a:p>
          <a:p>
            <a:pPr marL="0" marR="0" algn="just">
              <a:lnSpc>
                <a:spcPct val="115000"/>
              </a:lnSpc>
              <a:spcAft>
                <a:spcPts val="1000"/>
              </a:spcAft>
              <a:buNone/>
            </a:pPr>
            <a:r>
              <a:rPr lang="en-US" sz="2000" dirty="0">
                <a:solidFill>
                  <a:srgbClr val="800000"/>
                </a:solidFill>
                <a:effectLst/>
                <a:latin typeface="Calibri"/>
                <a:ea typeface="Calibri"/>
                <a:cs typeface="Kartika"/>
              </a:rPr>
              <a:t>L. We pray that our music and our songs become a useful instrument in communicating the Gospel. We beseech You to use our music and our talents as a true witness to Your saving grace; and as a tool for transformation in our communities.</a:t>
            </a:r>
            <a:endParaRPr lang="en-SG" sz="2000" dirty="0">
              <a:solidFill>
                <a:srgbClr val="800000"/>
              </a:solidFill>
              <a:effectLst/>
              <a:latin typeface="Calibri"/>
              <a:ea typeface="Calibri"/>
              <a:cs typeface="Kartika"/>
            </a:endParaRPr>
          </a:p>
          <a:p>
            <a:pPr marL="0" marR="0" algn="just">
              <a:lnSpc>
                <a:spcPct val="115000"/>
              </a:lnSpc>
              <a:spcAft>
                <a:spcPts val="1000"/>
              </a:spcAft>
            </a:pPr>
            <a:r>
              <a:rPr lang="en-US" sz="2000" dirty="0">
                <a:effectLst/>
                <a:latin typeface="Calibri"/>
                <a:ea typeface="Calibri"/>
                <a:cs typeface="Kartika"/>
              </a:rPr>
              <a:t>C - We earnestly ask you dear Lord</a:t>
            </a:r>
            <a:endParaRPr lang="en-SG" sz="2000" dirty="0">
              <a:effectLst/>
              <a:latin typeface="Calibri"/>
              <a:ea typeface="Calibri"/>
              <a:cs typeface="Kartika"/>
            </a:endParaRPr>
          </a:p>
        </p:txBody>
      </p:sp>
    </p:spTree>
    <p:extLst>
      <p:ext uri="{BB962C8B-B14F-4D97-AF65-F5344CB8AC3E}">
        <p14:creationId xmlns:p14="http://schemas.microsoft.com/office/powerpoint/2010/main" val="15305775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D27B7-2484-10BA-A80F-DAC5CABF4C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2B420F-F41A-6C4E-E9DE-5FBD16486BBE}"/>
              </a:ext>
            </a:extLst>
          </p:cNvPr>
          <p:cNvSpPr>
            <a:spLocks noGrp="1"/>
          </p:cNvSpPr>
          <p:nvPr>
            <p:ph type="title"/>
          </p:nvPr>
        </p:nvSpPr>
        <p:spPr>
          <a:xfrm>
            <a:off x="-4185" y="13609"/>
            <a:ext cx="9144000" cy="486000"/>
          </a:xfrm>
        </p:spPr>
        <p:txBody>
          <a:bodyPr>
            <a:noAutofit/>
          </a:bodyPr>
          <a:lstStyle/>
          <a:p>
            <a:r>
              <a:rPr lang="en-US">
                <a:latin typeface="Segoe UI"/>
                <a:cs typeface="Segoe UI"/>
              </a:rPr>
              <a:t>C</a:t>
            </a:r>
            <a:r>
              <a:rPr lang="en-SG" err="1">
                <a:latin typeface="Segoe UI"/>
                <a:cs typeface="Segoe UI"/>
              </a:rPr>
              <a:t>onfession</a:t>
            </a:r>
            <a:r>
              <a:rPr lang="en-SG">
                <a:latin typeface="Segoe UI"/>
                <a:cs typeface="Segoe UI"/>
              </a:rPr>
              <a:t> Prayer</a:t>
            </a:r>
            <a:endParaRPr lang="en-US">
              <a:latin typeface="Segoe UI"/>
              <a:cs typeface="Segoe UI"/>
            </a:endParaRPr>
          </a:p>
        </p:txBody>
      </p:sp>
      <p:sp>
        <p:nvSpPr>
          <p:cNvPr id="6" name="Slide Number Placeholder 3">
            <a:extLst>
              <a:ext uri="{FF2B5EF4-FFF2-40B4-BE49-F238E27FC236}">
                <a16:creationId xmlns:a16="http://schemas.microsoft.com/office/drawing/2014/main" id="{C321DC91-0D13-4B37-1854-36B3E7DCE521}"/>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34</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D037827B-C759-EB11-A603-B720498A3482}"/>
              </a:ext>
            </a:extLst>
          </p:cNvPr>
          <p:cNvSpPr txBox="1"/>
          <p:nvPr/>
        </p:nvSpPr>
        <p:spPr>
          <a:xfrm>
            <a:off x="7006014" y="4835724"/>
            <a:ext cx="2133801" cy="307777"/>
          </a:xfrm>
          <a:prstGeom prst="rect">
            <a:avLst/>
          </a:prstGeom>
          <a:noFill/>
        </p:spPr>
        <p:txBody>
          <a:bodyPr wrap="square">
            <a:spAutoFit/>
          </a:bodyPr>
          <a:lstStyle/>
          <a:p>
            <a:pPr algn="r" defTabSz="457178">
              <a:defRPr/>
            </a:pPr>
            <a:r>
              <a:rPr lang="en-US" sz="1400">
                <a:solidFill>
                  <a:prstClr val="black"/>
                </a:solidFill>
                <a:latin typeface="Segoe UI" panose="020B0502040204020203" pitchFamily="34" charset="0"/>
                <a:cs typeface="Segoe UI" panose="020B0502040204020203" pitchFamily="34" charset="0"/>
              </a:rPr>
              <a:t>Choir Dedication: 8 of 11</a:t>
            </a:r>
          </a:p>
        </p:txBody>
      </p:sp>
      <p:sp>
        <p:nvSpPr>
          <p:cNvPr id="7" name="TextBox 6">
            <a:extLst>
              <a:ext uri="{FF2B5EF4-FFF2-40B4-BE49-F238E27FC236}">
                <a16:creationId xmlns:a16="http://schemas.microsoft.com/office/drawing/2014/main" id="{94F33602-4D60-823A-DBCF-C7E163FC045C}"/>
              </a:ext>
            </a:extLst>
          </p:cNvPr>
          <p:cNvSpPr txBox="1"/>
          <p:nvPr/>
        </p:nvSpPr>
        <p:spPr>
          <a:xfrm>
            <a:off x="-4185" y="386992"/>
            <a:ext cx="9143999" cy="4789773"/>
          </a:xfrm>
          <a:prstGeom prst="rect">
            <a:avLst/>
          </a:prstGeom>
          <a:noFill/>
        </p:spPr>
        <p:txBody>
          <a:bodyPr wrap="square" lIns="91440" tIns="45720" rIns="91440" bIns="45720" anchor="t">
            <a:spAutoFit/>
          </a:bodyPr>
          <a:lstStyle/>
          <a:p>
            <a:pPr marL="0" marR="0" algn="just">
              <a:lnSpc>
                <a:spcPct val="115000"/>
              </a:lnSpc>
              <a:spcAft>
                <a:spcPts val="1000"/>
              </a:spcAft>
              <a:buNone/>
            </a:pPr>
            <a:r>
              <a:rPr lang="en-US" sz="1800" dirty="0">
                <a:solidFill>
                  <a:srgbClr val="800000"/>
                </a:solidFill>
                <a:effectLst/>
                <a:latin typeface="Calibri"/>
                <a:ea typeface="Calibri"/>
                <a:cs typeface="Kartika"/>
              </a:rPr>
              <a:t>L: Loving Father, we humbly confess that we have not always lived a life worthy of Your calling. We acknowledge that we have constantly fallen short of Your expectations for us, that we have not always sung with the dedication that we aspire to. We have sometimes let our own desires overshadow our commitment to Your service, and our struggles to overshadow our faith. We know that, because of our many shortcomings, we have not truly lived up to the promise You have bestowed in us. </a:t>
            </a:r>
            <a:endParaRPr lang="en-SG" sz="1800" dirty="0">
              <a:solidFill>
                <a:srgbClr val="800000"/>
              </a:solidFill>
              <a:effectLst/>
              <a:latin typeface="Calibri"/>
              <a:ea typeface="Calibri"/>
              <a:cs typeface="Kartika"/>
            </a:endParaRPr>
          </a:p>
          <a:p>
            <a:pPr marL="0" marR="0" algn="just">
              <a:lnSpc>
                <a:spcPct val="115000"/>
              </a:lnSpc>
              <a:spcAft>
                <a:spcPts val="1000"/>
              </a:spcAft>
              <a:buNone/>
            </a:pPr>
            <a:r>
              <a:rPr lang="en-US" sz="1800" dirty="0">
                <a:solidFill>
                  <a:srgbClr val="800000"/>
                </a:solidFill>
                <a:effectLst/>
                <a:latin typeface="Calibri"/>
                <a:ea typeface="Calibri"/>
                <a:cs typeface="Kartika"/>
              </a:rPr>
              <a:t>We ask for Your guidance and strength as we continue to grow in our musical abilities and in our spiritual walk.  Help us to understand Your will for our lives and to use our voices to glorify Your name. Grant us the wisdom to resolve conflicts, the empathy to understand each other's needs, and the discipline to practice together harmoniously. Help us to see You in every note, in every harmony, and in every moment of our musical journey. We earnestly pray that through our earnest confession, we may be found worthy to sing Your praises in Heaven. In Jesus’ name we pray. </a:t>
            </a:r>
          </a:p>
          <a:p>
            <a:pPr marL="0" marR="0" algn="just">
              <a:lnSpc>
                <a:spcPct val="115000"/>
              </a:lnSpc>
              <a:spcAft>
                <a:spcPts val="1000"/>
              </a:spcAft>
              <a:buNone/>
            </a:pPr>
            <a:r>
              <a:rPr lang="en-US" dirty="0">
                <a:latin typeface="Calibri"/>
                <a:ea typeface="Calibri"/>
                <a:cs typeface="Kartika"/>
              </a:rPr>
              <a:t>C: </a:t>
            </a:r>
            <a:r>
              <a:rPr lang="en-US" sz="1800" dirty="0">
                <a:effectLst/>
                <a:latin typeface="Calibri"/>
                <a:ea typeface="Calibri"/>
                <a:cs typeface="Kartika"/>
              </a:rPr>
              <a:t>Amen</a:t>
            </a:r>
            <a:r>
              <a:rPr lang="en-US" sz="1800" b="1" dirty="0">
                <a:effectLst/>
                <a:latin typeface="Calibri"/>
                <a:ea typeface="Calibri"/>
                <a:cs typeface="Kartika"/>
              </a:rPr>
              <a:t>.</a:t>
            </a:r>
            <a:endParaRPr lang="en-SG" sz="1800" dirty="0">
              <a:effectLst/>
              <a:latin typeface="Calibri"/>
              <a:ea typeface="Calibri"/>
              <a:cs typeface="Kartika"/>
            </a:endParaRPr>
          </a:p>
        </p:txBody>
      </p:sp>
    </p:spTree>
    <p:extLst>
      <p:ext uri="{BB962C8B-B14F-4D97-AF65-F5344CB8AC3E}">
        <p14:creationId xmlns:p14="http://schemas.microsoft.com/office/powerpoint/2010/main" val="20941248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6EBC6-84BB-AF50-2E74-0C5F03CA72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7B2389-491E-2831-B1E4-8D822680DB66}"/>
              </a:ext>
            </a:extLst>
          </p:cNvPr>
          <p:cNvSpPr>
            <a:spLocks noGrp="1"/>
          </p:cNvSpPr>
          <p:nvPr>
            <p:ph type="title"/>
          </p:nvPr>
        </p:nvSpPr>
        <p:spPr>
          <a:xfrm>
            <a:off x="-4185" y="13609"/>
            <a:ext cx="9144000" cy="486000"/>
          </a:xfrm>
        </p:spPr>
        <p:txBody>
          <a:bodyPr>
            <a:noAutofit/>
          </a:bodyPr>
          <a:lstStyle/>
          <a:p>
            <a:r>
              <a:rPr lang="en-US">
                <a:latin typeface="Segoe UI"/>
                <a:cs typeface="Segoe UI"/>
              </a:rPr>
              <a:t>Prayer of Dedication</a:t>
            </a:r>
          </a:p>
        </p:txBody>
      </p:sp>
      <p:sp>
        <p:nvSpPr>
          <p:cNvPr id="6" name="Slide Number Placeholder 3">
            <a:extLst>
              <a:ext uri="{FF2B5EF4-FFF2-40B4-BE49-F238E27FC236}">
                <a16:creationId xmlns:a16="http://schemas.microsoft.com/office/drawing/2014/main" id="{5D1E0E51-3DEB-CDF7-59D2-BBE470AED7C4}"/>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35</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6DAC7DC3-56B7-5943-D656-B6FFC773D594}"/>
              </a:ext>
            </a:extLst>
          </p:cNvPr>
          <p:cNvSpPr txBox="1"/>
          <p:nvPr/>
        </p:nvSpPr>
        <p:spPr>
          <a:xfrm>
            <a:off x="6881024" y="4835724"/>
            <a:ext cx="2258791" cy="307777"/>
          </a:xfrm>
          <a:prstGeom prst="rect">
            <a:avLst/>
          </a:prstGeom>
          <a:noFill/>
        </p:spPr>
        <p:txBody>
          <a:bodyPr wrap="square">
            <a:spAutoFit/>
          </a:bodyPr>
          <a:lstStyle/>
          <a:p>
            <a:pPr algn="r" defTabSz="457178">
              <a:defRPr/>
            </a:pPr>
            <a:r>
              <a:rPr lang="en-US" sz="1400">
                <a:solidFill>
                  <a:prstClr val="black"/>
                </a:solidFill>
                <a:latin typeface="Segoe UI" panose="020B0502040204020203" pitchFamily="34" charset="0"/>
                <a:cs typeface="Segoe UI" panose="020B0502040204020203" pitchFamily="34" charset="0"/>
              </a:rPr>
              <a:t>Choir Dedication: 9 of 11</a:t>
            </a:r>
          </a:p>
        </p:txBody>
      </p:sp>
      <p:sp>
        <p:nvSpPr>
          <p:cNvPr id="7" name="TextBox 6">
            <a:extLst>
              <a:ext uri="{FF2B5EF4-FFF2-40B4-BE49-F238E27FC236}">
                <a16:creationId xmlns:a16="http://schemas.microsoft.com/office/drawing/2014/main" id="{1373CE4E-0CFE-54E9-E8B1-442095278650}"/>
              </a:ext>
            </a:extLst>
          </p:cNvPr>
          <p:cNvSpPr txBox="1"/>
          <p:nvPr/>
        </p:nvSpPr>
        <p:spPr>
          <a:xfrm>
            <a:off x="-8370" y="499609"/>
            <a:ext cx="9139815" cy="4302973"/>
          </a:xfrm>
          <a:prstGeom prst="rect">
            <a:avLst/>
          </a:prstGeom>
          <a:noFill/>
        </p:spPr>
        <p:txBody>
          <a:bodyPr wrap="square">
            <a:spAutoFit/>
          </a:bodyPr>
          <a:lstStyle/>
          <a:p>
            <a:pPr algn="just">
              <a:lnSpc>
                <a:spcPct val="115000"/>
              </a:lnSpc>
              <a:spcAft>
                <a:spcPts val="1000"/>
              </a:spcAft>
            </a:pPr>
            <a:endParaRPr lang="en-US" sz="1800" i="1">
              <a:solidFill>
                <a:srgbClr val="000000"/>
              </a:solidFill>
              <a:effectLst/>
              <a:latin typeface="Calibri" panose="020F0502020204030204" pitchFamily="34" charset="0"/>
              <a:ea typeface="Calibri" panose="020F0502020204030204" pitchFamily="34" charset="0"/>
              <a:cs typeface="Kartika" panose="02020503030404060203" pitchFamily="18" charset="0"/>
            </a:endParaRPr>
          </a:p>
          <a:p>
            <a:pPr algn="just">
              <a:lnSpc>
                <a:spcPct val="115000"/>
              </a:lnSpc>
              <a:spcAft>
                <a:spcPts val="1000"/>
              </a:spcAft>
            </a:pPr>
            <a:r>
              <a:rPr lang="en-US" sz="1600" i="1">
                <a:solidFill>
                  <a:srgbClr val="000000"/>
                </a:solidFill>
                <a:effectLst/>
                <a:latin typeface="Calibri" panose="020F0502020204030204" pitchFamily="34" charset="0"/>
                <a:ea typeface="Calibri" panose="020F0502020204030204" pitchFamily="34" charset="0"/>
                <a:cs typeface="Kartika" panose="02020503030404060203" pitchFamily="18" charset="0"/>
              </a:rPr>
              <a:t>*The following prayer is to be repeated by the Choir, musicians and others who have come forward.*</a:t>
            </a:r>
            <a:endParaRPr lang="en-US" sz="1600">
              <a:solidFill>
                <a:srgbClr val="000000"/>
              </a:solidFill>
              <a:effectLst/>
              <a:latin typeface="Calibri" panose="020F0502020204030204" pitchFamily="34" charset="0"/>
              <a:ea typeface="Calibri" panose="020F0502020204030204" pitchFamily="34" charset="0"/>
              <a:cs typeface="Kartika" panose="02020503030404060203" pitchFamily="18" charset="0"/>
            </a:endParaRPr>
          </a:p>
          <a:p>
            <a:pPr algn="just">
              <a:lnSpc>
                <a:spcPct val="115000"/>
              </a:lnSpc>
              <a:spcAft>
                <a:spcPts val="1000"/>
              </a:spcAft>
            </a:pPr>
            <a:endParaRPr lang="en-US">
              <a:solidFill>
                <a:srgbClr val="000000"/>
              </a:solidFill>
              <a:latin typeface="Calibri" panose="020F0502020204030204" pitchFamily="34" charset="0"/>
              <a:ea typeface="Calibri" panose="020F0502020204030204" pitchFamily="34" charset="0"/>
              <a:cs typeface="Kartika" panose="02020503030404060203" pitchFamily="18" charset="0"/>
            </a:endParaRPr>
          </a:p>
          <a:p>
            <a:pPr algn="just">
              <a:lnSpc>
                <a:spcPct val="115000"/>
              </a:lnSpc>
              <a:spcAft>
                <a:spcPts val="1000"/>
              </a:spcAft>
            </a:pPr>
            <a:r>
              <a:rPr lang="en-US" sz="2000">
                <a:solidFill>
                  <a:srgbClr val="000000"/>
                </a:solidFill>
                <a:effectLst/>
                <a:latin typeface="Calibri" panose="020F0502020204030204" pitchFamily="34" charset="0"/>
                <a:ea typeface="Calibri" panose="020F0502020204030204" pitchFamily="34" charset="0"/>
                <a:cs typeface="Kartika" panose="02020503030404060203" pitchFamily="18" charset="0"/>
              </a:rPr>
              <a:t>I,</a:t>
            </a:r>
            <a:r>
              <a:rPr lang="en-US" sz="2000" u="sng">
                <a:solidFill>
                  <a:srgbClr val="000000"/>
                </a:solidFill>
                <a:effectLst/>
                <a:latin typeface="Calibri" panose="020F0502020204030204" pitchFamily="34" charset="0"/>
                <a:ea typeface="Calibri" panose="020F0502020204030204" pitchFamily="34" charset="0"/>
                <a:cs typeface="Kartika" panose="02020503030404060203" pitchFamily="18" charset="0"/>
              </a:rPr>
              <a:t>(State your name)</a:t>
            </a:r>
            <a:r>
              <a:rPr lang="en-US" sz="2000" u="sng">
                <a:solidFill>
                  <a:srgbClr val="000000"/>
                </a:solidFill>
                <a:latin typeface="Calibri" panose="020F0502020204030204" pitchFamily="34" charset="0"/>
                <a:ea typeface="Calibri" panose="020F0502020204030204" pitchFamily="34" charset="0"/>
                <a:cs typeface="Kartika" panose="02020503030404060203" pitchFamily="18" charset="0"/>
              </a:rPr>
              <a:t>,</a:t>
            </a:r>
            <a:r>
              <a:rPr lang="en-US" sz="2000">
                <a:solidFill>
                  <a:srgbClr val="000000"/>
                </a:solidFill>
                <a:effectLst/>
                <a:latin typeface="Calibri" panose="020F0502020204030204" pitchFamily="34" charset="0"/>
                <a:ea typeface="Calibri" panose="020F0502020204030204" pitchFamily="34" charset="0"/>
                <a:cs typeface="Kartika" panose="02020503030404060203" pitchFamily="18" charset="0"/>
              </a:rPr>
              <a:t>who minister through sacred music at the Mar Thoma Syrian Church in Singapore accept Jesus as my Lord and Savior and receive God’s call to be his coworker in the activities of the Kingdom of God through my service in the ministry of sacred music. I promise that I shall be earnest in learning and teaching songs and music, regular in attending worship services and taking part in Holy Communion. I shall sincerely do my part in music practices and in worship services. I shall strive to glorify Christ through the use of the talents entrusted to me. So help me God. </a:t>
            </a:r>
            <a:r>
              <a:rPr lang="en-US" sz="2000" b="1">
                <a:solidFill>
                  <a:srgbClr val="000000"/>
                </a:solidFill>
                <a:effectLst/>
                <a:latin typeface="Calibri" panose="020F0502020204030204" pitchFamily="34" charset="0"/>
                <a:ea typeface="Calibri" panose="020F0502020204030204" pitchFamily="34" charset="0"/>
                <a:cs typeface="Kartika" panose="02020503030404060203" pitchFamily="18" charset="0"/>
              </a:rPr>
              <a:t>Amen</a:t>
            </a:r>
            <a:r>
              <a:rPr lang="en-US" sz="2000">
                <a:solidFill>
                  <a:srgbClr val="000000"/>
                </a:solidFill>
                <a:effectLst/>
                <a:latin typeface="Calibri" panose="020F0502020204030204" pitchFamily="34" charset="0"/>
                <a:ea typeface="Calibri" panose="020F0502020204030204" pitchFamily="34" charset="0"/>
                <a:cs typeface="Kartika" panose="02020503030404060203" pitchFamily="18" charset="0"/>
              </a:rPr>
              <a:t>.</a:t>
            </a:r>
            <a:endParaRPr lang="en-SG" sz="2000">
              <a:effectLst/>
              <a:latin typeface="Calibri" panose="020F0502020204030204" pitchFamily="34" charset="0"/>
              <a:ea typeface="Calibri" panose="020F0502020204030204" pitchFamily="34" charset="0"/>
              <a:cs typeface="Kartika" panose="02020503030404060203" pitchFamily="18" charset="0"/>
            </a:endParaRPr>
          </a:p>
          <a:p>
            <a:pPr marL="0" marR="0" algn="just">
              <a:lnSpc>
                <a:spcPct val="115000"/>
              </a:lnSpc>
              <a:spcAft>
                <a:spcPts val="1000"/>
              </a:spcAft>
              <a:buNone/>
            </a:pPr>
            <a:endParaRPr lang="en-US">
              <a:solidFill>
                <a:srgbClr val="000000"/>
              </a:solidFill>
              <a:latin typeface="Calibri" panose="020F0502020204030204" pitchFamily="34" charset="0"/>
              <a:ea typeface="Calibri" panose="020F0502020204030204" pitchFamily="34" charset="0"/>
              <a:cs typeface="Kartika" panose="02020503030404060203" pitchFamily="18" charset="0"/>
            </a:endParaRPr>
          </a:p>
        </p:txBody>
      </p:sp>
    </p:spTree>
    <p:extLst>
      <p:ext uri="{BB962C8B-B14F-4D97-AF65-F5344CB8AC3E}">
        <p14:creationId xmlns:p14="http://schemas.microsoft.com/office/powerpoint/2010/main" val="27269576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32D1C-E08E-6117-0032-036635CABA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D3DB36-5C34-6942-0A35-B99E01D31B30}"/>
              </a:ext>
            </a:extLst>
          </p:cNvPr>
          <p:cNvSpPr>
            <a:spLocks noGrp="1"/>
          </p:cNvSpPr>
          <p:nvPr>
            <p:ph type="title"/>
          </p:nvPr>
        </p:nvSpPr>
        <p:spPr>
          <a:xfrm>
            <a:off x="-4185" y="13609"/>
            <a:ext cx="9144000" cy="486000"/>
          </a:xfrm>
        </p:spPr>
        <p:txBody>
          <a:bodyPr>
            <a:noAutofit/>
          </a:bodyPr>
          <a:lstStyle/>
          <a:p>
            <a:r>
              <a:rPr lang="en-US">
                <a:latin typeface="Segoe UI"/>
                <a:cs typeface="Segoe UI"/>
              </a:rPr>
              <a:t>Prayer by Choir Member</a:t>
            </a:r>
          </a:p>
        </p:txBody>
      </p:sp>
      <p:sp>
        <p:nvSpPr>
          <p:cNvPr id="6" name="Slide Number Placeholder 3">
            <a:extLst>
              <a:ext uri="{FF2B5EF4-FFF2-40B4-BE49-F238E27FC236}">
                <a16:creationId xmlns:a16="http://schemas.microsoft.com/office/drawing/2014/main" id="{051646E5-1DE0-CAB2-A486-022C66D83122}"/>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36</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312C1A69-211F-3EBC-6CC1-AA4AC623F919}"/>
              </a:ext>
            </a:extLst>
          </p:cNvPr>
          <p:cNvSpPr txBox="1"/>
          <p:nvPr/>
        </p:nvSpPr>
        <p:spPr>
          <a:xfrm>
            <a:off x="6854712" y="4835724"/>
            <a:ext cx="2285104" cy="307777"/>
          </a:xfrm>
          <a:prstGeom prst="rect">
            <a:avLst/>
          </a:prstGeom>
          <a:noFill/>
        </p:spPr>
        <p:txBody>
          <a:bodyPr wrap="square">
            <a:spAutoFit/>
          </a:bodyPr>
          <a:lstStyle/>
          <a:p>
            <a:pPr algn="r" defTabSz="457178">
              <a:defRPr/>
            </a:pPr>
            <a:r>
              <a:rPr lang="en-US" sz="1400">
                <a:solidFill>
                  <a:prstClr val="black"/>
                </a:solidFill>
                <a:latin typeface="Segoe UI" panose="020B0502040204020203" pitchFamily="34" charset="0"/>
                <a:cs typeface="Segoe UI" panose="020B0502040204020203" pitchFamily="34" charset="0"/>
              </a:rPr>
              <a:t>Choir Dedication: 10 of 11</a:t>
            </a:r>
          </a:p>
        </p:txBody>
      </p:sp>
      <p:sp>
        <p:nvSpPr>
          <p:cNvPr id="7" name="TextBox 6">
            <a:extLst>
              <a:ext uri="{FF2B5EF4-FFF2-40B4-BE49-F238E27FC236}">
                <a16:creationId xmlns:a16="http://schemas.microsoft.com/office/drawing/2014/main" id="{62E844FC-CA7E-88C7-5308-CD786CD32EEF}"/>
              </a:ext>
            </a:extLst>
          </p:cNvPr>
          <p:cNvSpPr txBox="1"/>
          <p:nvPr/>
        </p:nvSpPr>
        <p:spPr>
          <a:xfrm>
            <a:off x="-8370" y="499609"/>
            <a:ext cx="9139815" cy="4443845"/>
          </a:xfrm>
          <a:prstGeom prst="rect">
            <a:avLst/>
          </a:prstGeom>
          <a:noFill/>
        </p:spPr>
        <p:txBody>
          <a:bodyPr wrap="square">
            <a:spAutoFit/>
          </a:bodyPr>
          <a:lstStyle/>
          <a:p>
            <a:pPr algn="just">
              <a:lnSpc>
                <a:spcPct val="115000"/>
              </a:lnSpc>
              <a:spcAft>
                <a:spcPts val="1000"/>
              </a:spcAft>
            </a:pPr>
            <a:r>
              <a:rPr lang="en-US" sz="1900">
                <a:solidFill>
                  <a:srgbClr val="000000"/>
                </a:solidFill>
                <a:effectLst/>
                <a:latin typeface="Calibri" panose="020F0502020204030204" pitchFamily="34" charset="0"/>
                <a:ea typeface="Calibri" panose="020F0502020204030204" pitchFamily="34" charset="0"/>
                <a:cs typeface="Kartika" panose="02020503030404060203" pitchFamily="18" charset="0"/>
              </a:rPr>
              <a:t>Dear God, our heavenly Father and Master Musician, Thank you Lord for the great gift of music with which you have blessed your creation. A gift that has the power to express the loftiest of thoughts, soothe the most troubled of spirits, evoke the deepest of emotions, penetrate the mind where other forces fail and to break down barriers. The heavenly hosts burst into song when they proclaimed the birth of your Son to the shepherds. So did Mary when she was told the joyful news. All of nature – the tiny brooks to the mighty oceans, the winds, the mountains, the trees and the creatures great and small constantly proclaim your glory with the music they make. We thank you dear Lord for blessing us with this talent and for the opportunity to join them in this great symphony. We thank you for all the great music and songs that your love and greatness have inspired through the ages and pray that you will give us the diligence, the discernment and the spirit to bring this forth in our worship. We beseech you Lord to be with us always and to bless the ministry of sacred music in our Parish and our Church. In Jesus‘ name we ask. Amen.</a:t>
            </a:r>
            <a:endParaRPr lang="en-SG" sz="1900">
              <a:effectLst/>
              <a:latin typeface="Calibri" panose="020F0502020204030204" pitchFamily="34" charset="0"/>
              <a:ea typeface="Calibri" panose="020F0502020204030204" pitchFamily="34" charset="0"/>
              <a:cs typeface="Kartika" panose="02020503030404060203" pitchFamily="18" charset="0"/>
            </a:endParaRPr>
          </a:p>
        </p:txBody>
      </p:sp>
    </p:spTree>
    <p:extLst>
      <p:ext uri="{BB962C8B-B14F-4D97-AF65-F5344CB8AC3E}">
        <p14:creationId xmlns:p14="http://schemas.microsoft.com/office/powerpoint/2010/main" val="3093453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2E33E-0E5B-8980-9678-6ABBBA8D46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D64836-BE87-8DA9-70DB-B2EC19AE6F92}"/>
              </a:ext>
            </a:extLst>
          </p:cNvPr>
          <p:cNvSpPr>
            <a:spLocks noGrp="1"/>
          </p:cNvSpPr>
          <p:nvPr>
            <p:ph type="title"/>
          </p:nvPr>
        </p:nvSpPr>
        <p:spPr>
          <a:xfrm>
            <a:off x="-4185" y="13609"/>
            <a:ext cx="9144000" cy="486000"/>
          </a:xfrm>
        </p:spPr>
        <p:txBody>
          <a:bodyPr>
            <a:noAutofit/>
          </a:bodyPr>
          <a:lstStyle/>
          <a:p>
            <a:r>
              <a:rPr lang="en-US">
                <a:latin typeface="Segoe UI"/>
                <a:cs typeface="Segoe UI"/>
              </a:rPr>
              <a:t>Concluding Prayer (Achen)</a:t>
            </a:r>
          </a:p>
        </p:txBody>
      </p:sp>
      <p:sp>
        <p:nvSpPr>
          <p:cNvPr id="6" name="Slide Number Placeholder 3">
            <a:extLst>
              <a:ext uri="{FF2B5EF4-FFF2-40B4-BE49-F238E27FC236}">
                <a16:creationId xmlns:a16="http://schemas.microsoft.com/office/drawing/2014/main" id="{CB951346-1DEB-8E2F-4067-A0B006813753}"/>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37</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BF754AFD-E64A-D3E4-5F18-50CA8695364A}"/>
              </a:ext>
            </a:extLst>
          </p:cNvPr>
          <p:cNvSpPr txBox="1"/>
          <p:nvPr/>
        </p:nvSpPr>
        <p:spPr>
          <a:xfrm>
            <a:off x="6848132" y="4835724"/>
            <a:ext cx="2291683" cy="307777"/>
          </a:xfrm>
          <a:prstGeom prst="rect">
            <a:avLst/>
          </a:prstGeom>
          <a:noFill/>
        </p:spPr>
        <p:txBody>
          <a:bodyPr wrap="square">
            <a:spAutoFit/>
          </a:bodyPr>
          <a:lstStyle/>
          <a:p>
            <a:pPr algn="r" defTabSz="457178">
              <a:defRPr/>
            </a:pPr>
            <a:r>
              <a:rPr lang="en-US" sz="1400">
                <a:solidFill>
                  <a:prstClr val="black"/>
                </a:solidFill>
                <a:latin typeface="Segoe UI" panose="020B0502040204020203" pitchFamily="34" charset="0"/>
                <a:cs typeface="Segoe UI" panose="020B0502040204020203" pitchFamily="34" charset="0"/>
              </a:rPr>
              <a:t>Choir Dedication: 11 of 11</a:t>
            </a:r>
          </a:p>
        </p:txBody>
      </p:sp>
      <p:sp>
        <p:nvSpPr>
          <p:cNvPr id="7" name="TextBox 6">
            <a:extLst>
              <a:ext uri="{FF2B5EF4-FFF2-40B4-BE49-F238E27FC236}">
                <a16:creationId xmlns:a16="http://schemas.microsoft.com/office/drawing/2014/main" id="{F88F12D6-A2BA-C693-FCBE-7682F9E6E4FB}"/>
              </a:ext>
            </a:extLst>
          </p:cNvPr>
          <p:cNvSpPr txBox="1"/>
          <p:nvPr/>
        </p:nvSpPr>
        <p:spPr>
          <a:xfrm>
            <a:off x="-2093" y="1362573"/>
            <a:ext cx="9139815" cy="2418354"/>
          </a:xfrm>
          <a:prstGeom prst="rect">
            <a:avLst/>
          </a:prstGeom>
          <a:noFill/>
        </p:spPr>
        <p:txBody>
          <a:bodyPr wrap="square">
            <a:spAutoFit/>
          </a:bodyPr>
          <a:lstStyle/>
          <a:p>
            <a:pPr marL="0" marR="0" algn="just">
              <a:lnSpc>
                <a:spcPct val="115000"/>
              </a:lnSpc>
              <a:spcAft>
                <a:spcPts val="1000"/>
              </a:spcAft>
              <a:buNone/>
            </a:pPr>
            <a:r>
              <a:rPr lang="en-US" sz="2000">
                <a:solidFill>
                  <a:srgbClr val="000000"/>
                </a:solidFill>
                <a:effectLst/>
                <a:latin typeface="Calibri" panose="020F0502020204030204" pitchFamily="34" charset="0"/>
                <a:ea typeface="Calibri" panose="020F0502020204030204" pitchFamily="34" charset="0"/>
                <a:cs typeface="Kartika" panose="02020503030404060203" pitchFamily="18" charset="0"/>
              </a:rPr>
              <a:t>Heavenly Father, the source and fulfillment of all wisdom, bless these, your children who have dedicated themselves to serve you in the music ministry of this parish. Strengthen all of us to glorify you through our music and worship in a manner pleasing to you. Bless us so that we live lives that glorify you and are pleasing to you.  </a:t>
            </a:r>
            <a:endParaRPr lang="en-SG" sz="2000">
              <a:effectLst/>
              <a:latin typeface="Calibri" panose="020F0502020204030204" pitchFamily="34" charset="0"/>
              <a:ea typeface="Calibri" panose="020F0502020204030204" pitchFamily="34" charset="0"/>
              <a:cs typeface="Kartika" panose="02020503030404060203" pitchFamily="18" charset="0"/>
            </a:endParaRPr>
          </a:p>
          <a:p>
            <a:pPr marL="0" marR="0" algn="just">
              <a:lnSpc>
                <a:spcPct val="115000"/>
              </a:lnSpc>
              <a:spcAft>
                <a:spcPts val="1000"/>
              </a:spcAft>
            </a:pPr>
            <a:r>
              <a:rPr lang="en-US" sz="2000">
                <a:solidFill>
                  <a:srgbClr val="000000"/>
                </a:solidFill>
                <a:effectLst/>
                <a:latin typeface="Calibri" panose="020F0502020204030204" pitchFamily="34" charset="0"/>
                <a:ea typeface="Calibri" panose="020F0502020204030204" pitchFamily="34" charset="0"/>
                <a:cs typeface="Kartika" panose="02020503030404060203" pitchFamily="18" charset="0"/>
              </a:rPr>
              <a:t>In Jesus, name. </a:t>
            </a:r>
            <a:r>
              <a:rPr lang="en-US" sz="2000" b="1">
                <a:solidFill>
                  <a:srgbClr val="000000"/>
                </a:solidFill>
                <a:effectLst/>
                <a:latin typeface="Calibri" panose="020F0502020204030204" pitchFamily="34" charset="0"/>
                <a:ea typeface="Calibri" panose="020F0502020204030204" pitchFamily="34" charset="0"/>
                <a:cs typeface="Kartika" panose="02020503030404060203" pitchFamily="18" charset="0"/>
              </a:rPr>
              <a:t>Amen</a:t>
            </a:r>
            <a:r>
              <a:rPr lang="en-US" sz="2000">
                <a:solidFill>
                  <a:srgbClr val="000000"/>
                </a:solidFill>
                <a:effectLst/>
                <a:latin typeface="Calibri" panose="020F0502020204030204" pitchFamily="34" charset="0"/>
                <a:ea typeface="Calibri" panose="020F0502020204030204" pitchFamily="34" charset="0"/>
                <a:cs typeface="Kartika" panose="02020503030404060203" pitchFamily="18" charset="0"/>
              </a:rPr>
              <a:t>.</a:t>
            </a:r>
            <a:endParaRPr lang="en-SG" sz="2000">
              <a:effectLst/>
              <a:latin typeface="Calibri" panose="020F0502020204030204" pitchFamily="34" charset="0"/>
              <a:ea typeface="Calibri" panose="020F0502020204030204" pitchFamily="34" charset="0"/>
              <a:cs typeface="Kartika" panose="02020503030404060203" pitchFamily="18" charset="0"/>
            </a:endParaRPr>
          </a:p>
          <a:p>
            <a:pPr marL="0" marR="0" algn="just">
              <a:lnSpc>
                <a:spcPct val="115000"/>
              </a:lnSpc>
              <a:spcAft>
                <a:spcPts val="1000"/>
              </a:spcAft>
              <a:buNone/>
            </a:pPr>
            <a:endParaRPr lang="en-US">
              <a:solidFill>
                <a:srgbClr val="000000"/>
              </a:solidFill>
              <a:latin typeface="Calibri" panose="020F0502020204030204" pitchFamily="34" charset="0"/>
              <a:ea typeface="Calibri" panose="020F0502020204030204" pitchFamily="34" charset="0"/>
              <a:cs typeface="Kartika" panose="02020503030404060203" pitchFamily="18" charset="0"/>
            </a:endParaRPr>
          </a:p>
        </p:txBody>
      </p:sp>
    </p:spTree>
    <p:extLst>
      <p:ext uri="{BB962C8B-B14F-4D97-AF65-F5344CB8AC3E}">
        <p14:creationId xmlns:p14="http://schemas.microsoft.com/office/powerpoint/2010/main" val="23203165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D444C27-D0D2-28A5-81B6-9E2EDB274D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2458460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86AFFBA-5BB0-46C6-1AE1-75298C1F1A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42873789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67BDCF-2E4E-9D0C-CBAF-96D24B8488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468"/>
            <a:ext cx="9144000" cy="5143500"/>
          </a:xfrm>
          <a:prstGeom prst="rect">
            <a:avLst/>
          </a:prstGeom>
        </p:spPr>
      </p:pic>
    </p:spTree>
    <p:extLst>
      <p:ext uri="{BB962C8B-B14F-4D97-AF65-F5344CB8AC3E}">
        <p14:creationId xmlns:p14="http://schemas.microsoft.com/office/powerpoint/2010/main" val="39937457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24FAC45-5CAE-75E6-F858-6856C76206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35754889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2B3B77C-4E5A-B785-1D3E-67F3EE15D0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28972298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008673-C4D2-C8C8-4AFD-967C338595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38073547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0A8D5AE-70B3-712A-8BFF-0E8FAABD99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24828875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91E3D09-09D2-9791-3F86-5A97215745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42896713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17255-1FAC-CCC8-F9C0-70805AC935B6}"/>
            </a:ext>
          </a:extLst>
        </p:cNvPr>
        <p:cNvGrpSpPr/>
        <p:nvPr/>
      </p:nvGrpSpPr>
      <p:grpSpPr>
        <a:xfrm>
          <a:off x="0" y="0"/>
          <a:ext cx="0" cy="0"/>
          <a:chOff x="0" y="0"/>
          <a:chExt cx="0" cy="0"/>
        </a:xfrm>
      </p:grpSpPr>
      <p:sp>
        <p:nvSpPr>
          <p:cNvPr id="6" name="Content Placeholder 2">
            <a:extLst>
              <a:ext uri="{FF2B5EF4-FFF2-40B4-BE49-F238E27FC236}">
                <a16:creationId xmlns:a16="http://schemas.microsoft.com/office/drawing/2014/main" id="{1EA8894A-03E8-2A4A-31A5-D5170570F7F7}"/>
              </a:ext>
            </a:extLst>
          </p:cNvPr>
          <p:cNvSpPr txBox="1">
            <a:spLocks/>
          </p:cNvSpPr>
          <p:nvPr/>
        </p:nvSpPr>
        <p:spPr>
          <a:xfrm>
            <a:off x="756000" y="1463290"/>
            <a:ext cx="7632000" cy="2216920"/>
          </a:xfrm>
          <a:prstGeom prst="rect">
            <a:avLst/>
          </a:prstGeom>
          <a:noFill/>
          <a:ln w="19050">
            <a:noFill/>
          </a:ln>
        </p:spPr>
        <p:txBody>
          <a:bodyPr lIns="91440" tIns="45720" rIns="91440" bIns="4572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tabLst>
                <a:tab pos="1423880" algn="l"/>
              </a:tabLst>
              <a:defRPr/>
            </a:pPr>
            <a:r>
              <a:rPr lang="en-US" sz="7200" b="1">
                <a:solidFill>
                  <a:prstClr val="black"/>
                </a:solidFill>
                <a:effectLst>
                  <a:outerShdw blurRad="38100" dist="38100" dir="2700000" algn="tl">
                    <a:srgbClr val="000000">
                      <a:alpha val="43137"/>
                    </a:srgbClr>
                  </a:outerShdw>
                </a:effectLst>
                <a:latin typeface="Gabriola"/>
              </a:rPr>
              <a:t>Message</a:t>
            </a:r>
          </a:p>
        </p:txBody>
      </p:sp>
    </p:spTree>
    <p:extLst>
      <p:ext uri="{BB962C8B-B14F-4D97-AF65-F5344CB8AC3E}">
        <p14:creationId xmlns:p14="http://schemas.microsoft.com/office/powerpoint/2010/main" val="20680733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7BA12-4EA3-9EE3-A4C2-69C999D2D203}"/>
            </a:ext>
          </a:extLst>
        </p:cNvPr>
        <p:cNvGrpSpPr/>
        <p:nvPr/>
      </p:nvGrpSpPr>
      <p:grpSpPr>
        <a:xfrm>
          <a:off x="0" y="0"/>
          <a:ext cx="0" cy="0"/>
          <a:chOff x="0" y="0"/>
          <a:chExt cx="0" cy="0"/>
        </a:xfrm>
      </p:grpSpPr>
      <p:sp>
        <p:nvSpPr>
          <p:cNvPr id="6" name="Content Placeholder 2">
            <a:extLst>
              <a:ext uri="{FF2B5EF4-FFF2-40B4-BE49-F238E27FC236}">
                <a16:creationId xmlns:a16="http://schemas.microsoft.com/office/drawing/2014/main" id="{13A8DCA9-2B7C-5DC3-CF7D-9C85D9F5654C}"/>
              </a:ext>
            </a:extLst>
          </p:cNvPr>
          <p:cNvSpPr txBox="1">
            <a:spLocks/>
          </p:cNvSpPr>
          <p:nvPr/>
        </p:nvSpPr>
        <p:spPr>
          <a:xfrm>
            <a:off x="756000" y="1463290"/>
            <a:ext cx="7632000" cy="2216920"/>
          </a:xfrm>
          <a:prstGeom prst="rect">
            <a:avLst/>
          </a:prstGeom>
          <a:noFill/>
          <a:ln w="19050">
            <a:noFill/>
          </a:ln>
        </p:spPr>
        <p:txBody>
          <a:bodyPr lIns="91440" tIns="45720" rIns="91440" bIns="4572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tabLst>
                <a:tab pos="1423880" algn="l"/>
              </a:tabLst>
              <a:defRPr/>
            </a:pPr>
            <a:r>
              <a:rPr lang="en-US" sz="7200" b="1">
                <a:solidFill>
                  <a:prstClr val="black"/>
                </a:solidFill>
                <a:effectLst>
                  <a:outerShdw blurRad="38100" dist="38100" dir="2700000" algn="tl">
                    <a:srgbClr val="000000">
                      <a:alpha val="43137"/>
                    </a:srgbClr>
                  </a:outerShdw>
                </a:effectLst>
                <a:latin typeface="Gabriola"/>
              </a:rPr>
              <a:t>Confession</a:t>
            </a:r>
          </a:p>
          <a:p>
            <a:pPr marL="0" indent="0" algn="ctr">
              <a:buNone/>
              <a:tabLst>
                <a:tab pos="1423880" algn="l"/>
              </a:tabLst>
              <a:defRPr/>
            </a:pPr>
            <a:r>
              <a:rPr kumimoji="0" lang="en-US" sz="6000" i="0" u="none" strike="noStrike" kern="1200" cap="none" spc="0" normalizeH="0" baseline="0" noProof="0" err="1">
                <a:ln>
                  <a:noFill/>
                </a:ln>
                <a:solidFill>
                  <a:prstClr val="black"/>
                </a:solidFill>
                <a:effectLst>
                  <a:outerShdw blurRad="38100" dist="38100" dir="2700000" algn="tl">
                    <a:srgbClr val="000000">
                      <a:alpha val="43137"/>
                    </a:srgbClr>
                  </a:outerShdw>
                </a:effectLst>
                <a:uLnTx/>
                <a:uFillTx/>
                <a:latin typeface="Gabriola"/>
                <a:ea typeface="+mn-ea"/>
                <a:cs typeface="+mn-cs"/>
              </a:rPr>
              <a:t>Jeevanulla</a:t>
            </a:r>
            <a:r>
              <a:rPr kumimoji="0" lang="en-US" sz="6000" i="0" u="none" strike="noStrike" kern="1200" cap="none" spc="0" normalizeH="0" baseline="0" noProof="0">
                <a:ln>
                  <a:noFill/>
                </a:ln>
                <a:solidFill>
                  <a:prstClr val="black"/>
                </a:solidFill>
                <a:effectLst>
                  <a:outerShdw blurRad="38100" dist="38100" dir="2700000" algn="tl">
                    <a:srgbClr val="000000">
                      <a:alpha val="43137"/>
                    </a:srgbClr>
                  </a:outerShdw>
                </a:effectLst>
                <a:uLnTx/>
                <a:uFillTx/>
                <a:latin typeface="Gabriola"/>
                <a:ea typeface="+mn-ea"/>
                <a:cs typeface="+mn-cs"/>
              </a:rPr>
              <a:t> </a:t>
            </a:r>
            <a:r>
              <a:rPr kumimoji="0" lang="en-US" sz="6000" i="0" u="none" strike="noStrike" kern="1200" cap="none" spc="0" normalizeH="0" baseline="0" noProof="0" err="1">
                <a:ln>
                  <a:noFill/>
                </a:ln>
                <a:solidFill>
                  <a:prstClr val="black"/>
                </a:solidFill>
                <a:effectLst>
                  <a:outerShdw blurRad="38100" dist="38100" dir="2700000" algn="tl">
                    <a:srgbClr val="000000">
                      <a:alpha val="43137"/>
                    </a:srgbClr>
                  </a:outerShdw>
                </a:effectLst>
                <a:uLnTx/>
                <a:uFillTx/>
                <a:latin typeface="Gabriola"/>
                <a:ea typeface="+mn-ea"/>
                <a:cs typeface="+mn-cs"/>
              </a:rPr>
              <a:t>devane</a:t>
            </a:r>
            <a:r>
              <a:rPr kumimoji="0" lang="en-US" sz="6000" i="0" u="none" strike="noStrike" kern="1200" cap="none" spc="0" normalizeH="0" baseline="0" noProof="0">
                <a:ln>
                  <a:noFill/>
                </a:ln>
                <a:solidFill>
                  <a:prstClr val="black"/>
                </a:solidFill>
                <a:effectLst>
                  <a:outerShdw blurRad="38100" dist="38100" dir="2700000" algn="tl">
                    <a:srgbClr val="000000">
                      <a:alpha val="43137"/>
                    </a:srgbClr>
                  </a:outerShdw>
                </a:effectLst>
                <a:uLnTx/>
                <a:uFillTx/>
                <a:latin typeface="Gabriola"/>
                <a:ea typeface="+mn-ea"/>
                <a:cs typeface="+mn-cs"/>
              </a:rPr>
              <a:t> </a:t>
            </a:r>
            <a:r>
              <a:rPr kumimoji="0" lang="en-US" sz="6000" i="0" u="none" strike="noStrike" kern="1200" cap="none" spc="0" normalizeH="0" baseline="0" noProof="0" err="1">
                <a:ln>
                  <a:noFill/>
                </a:ln>
                <a:solidFill>
                  <a:prstClr val="black"/>
                </a:solidFill>
                <a:effectLst>
                  <a:outerShdw blurRad="38100" dist="38100" dir="2700000" algn="tl">
                    <a:srgbClr val="000000">
                      <a:alpha val="43137"/>
                    </a:srgbClr>
                  </a:outerShdw>
                </a:effectLst>
                <a:uLnTx/>
                <a:uFillTx/>
                <a:latin typeface="Gabriola"/>
                <a:ea typeface="+mn-ea"/>
                <a:cs typeface="+mn-cs"/>
              </a:rPr>
              <a:t>varoo</a:t>
            </a:r>
            <a:endParaRPr kumimoji="0" lang="en-US" sz="6000" i="0" u="none" strike="noStrike" kern="1200" cap="none" spc="0" normalizeH="0" baseline="0" noProof="0">
              <a:ln>
                <a:noFill/>
              </a:ln>
              <a:solidFill>
                <a:prstClr val="black"/>
              </a:solidFill>
              <a:effectLst>
                <a:outerShdw blurRad="38100" dist="38100" dir="2700000" algn="tl">
                  <a:srgbClr val="000000">
                    <a:alpha val="43137"/>
                  </a:srgbClr>
                </a:outerShdw>
              </a:effectLst>
              <a:uLnTx/>
              <a:uFillTx/>
              <a:latin typeface="Gabriola" pitchFamily="82" charset="0"/>
              <a:ea typeface="+mn-ea"/>
              <a:cs typeface="+mn-cs"/>
            </a:endParaRPr>
          </a:p>
        </p:txBody>
      </p:sp>
    </p:spTree>
    <p:extLst>
      <p:ext uri="{BB962C8B-B14F-4D97-AF65-F5344CB8AC3E}">
        <p14:creationId xmlns:p14="http://schemas.microsoft.com/office/powerpoint/2010/main" val="27589175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72751-0DFD-E04D-8DBC-6192EE4B4B2A}"/>
              </a:ext>
            </a:extLst>
          </p:cNvPr>
          <p:cNvSpPr>
            <a:spLocks noGrp="1"/>
          </p:cNvSpPr>
          <p:nvPr>
            <p:ph type="title"/>
          </p:nvPr>
        </p:nvSpPr>
        <p:spPr/>
        <p:txBody>
          <a:bodyPr/>
          <a:lstStyle/>
          <a:p>
            <a:r>
              <a:rPr lang="en-GB">
                <a:latin typeface="Segoe UI" panose="020B0502040204020203" pitchFamily="34" charset="0"/>
                <a:cs typeface="Segoe UI" panose="020B0502040204020203" pitchFamily="34" charset="0"/>
              </a:rPr>
              <a:t>Confession – </a:t>
            </a:r>
            <a:r>
              <a:rPr lang="en-GB" err="1">
                <a:latin typeface="Segoe UI" panose="020B0502040204020203" pitchFamily="34" charset="0"/>
                <a:cs typeface="Segoe UI" panose="020B0502040204020203" pitchFamily="34" charset="0"/>
              </a:rPr>
              <a:t>Jeevanulla</a:t>
            </a:r>
            <a:r>
              <a:rPr lang="en-GB">
                <a:latin typeface="Segoe UI" panose="020B0502040204020203" pitchFamily="34" charset="0"/>
                <a:cs typeface="Segoe UI" panose="020B0502040204020203" pitchFamily="34" charset="0"/>
              </a:rPr>
              <a:t> </a:t>
            </a:r>
            <a:r>
              <a:rPr lang="en-GB" err="1">
                <a:latin typeface="Segoe UI" panose="020B0502040204020203" pitchFamily="34" charset="0"/>
                <a:cs typeface="Segoe UI" panose="020B0502040204020203" pitchFamily="34" charset="0"/>
              </a:rPr>
              <a:t>devane</a:t>
            </a:r>
            <a:r>
              <a:rPr lang="en-GB">
                <a:latin typeface="Segoe UI" panose="020B0502040204020203" pitchFamily="34" charset="0"/>
                <a:cs typeface="Segoe UI" panose="020B0502040204020203" pitchFamily="34" charset="0"/>
              </a:rPr>
              <a:t> </a:t>
            </a:r>
            <a:r>
              <a:rPr lang="en-GB" err="1">
                <a:latin typeface="Segoe UI" panose="020B0502040204020203" pitchFamily="34" charset="0"/>
                <a:cs typeface="Segoe UI" panose="020B0502040204020203" pitchFamily="34" charset="0"/>
              </a:rPr>
              <a:t>varoo</a:t>
            </a:r>
            <a:endParaRPr lang="en-GB">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02C53BC5-988A-A798-8447-A905728C8D21}"/>
              </a:ext>
            </a:extLst>
          </p:cNvPr>
          <p:cNvSpPr txBox="1"/>
          <p:nvPr/>
        </p:nvSpPr>
        <p:spPr>
          <a:xfrm>
            <a:off x="-4187" y="1201198"/>
            <a:ext cx="9144000" cy="1569660"/>
          </a:xfrm>
          <a:prstGeom prst="rect">
            <a:avLst/>
          </a:prstGeom>
          <a:noFill/>
        </p:spPr>
        <p:txBody>
          <a:bodyPr wrap="square" lIns="91440" tIns="45720" rIns="91440" bIns="45720" rtlCol="0" anchor="t">
            <a:spAutoFit/>
          </a:bodyPr>
          <a:lstStyle/>
          <a:p>
            <a:pPr algn="ctr"/>
            <a:r>
              <a:rPr lang="en-SG" sz="2400" err="1">
                <a:effectLst/>
                <a:latin typeface="Segoe UI"/>
                <a:ea typeface="Calibri"/>
                <a:cs typeface="Segoe UI"/>
              </a:rPr>
              <a:t>Jeevanulla</a:t>
            </a:r>
            <a:r>
              <a:rPr lang="en-SG" sz="2400" dirty="0">
                <a:effectLst/>
                <a:latin typeface="Segoe UI"/>
                <a:ea typeface="Calibri"/>
                <a:cs typeface="Segoe UI"/>
              </a:rPr>
              <a:t> </a:t>
            </a:r>
            <a:r>
              <a:rPr lang="en-SG" sz="2400" err="1">
                <a:effectLst/>
                <a:latin typeface="Segoe UI"/>
                <a:ea typeface="Calibri"/>
                <a:cs typeface="Segoe UI"/>
              </a:rPr>
              <a:t>devane</a:t>
            </a:r>
            <a:r>
              <a:rPr lang="en-SG" sz="2400" dirty="0">
                <a:effectLst/>
                <a:latin typeface="Segoe UI"/>
                <a:ea typeface="Calibri"/>
                <a:cs typeface="Segoe UI"/>
              </a:rPr>
              <a:t> </a:t>
            </a:r>
            <a:r>
              <a:rPr lang="en-SG" sz="2400" err="1">
                <a:effectLst/>
                <a:latin typeface="Segoe UI"/>
                <a:ea typeface="Calibri"/>
                <a:cs typeface="Segoe UI"/>
              </a:rPr>
              <a:t>varoo</a:t>
            </a:r>
            <a:r>
              <a:rPr lang="en-SG" sz="2400" dirty="0">
                <a:latin typeface="Segoe UI"/>
                <a:ea typeface="Calibri"/>
                <a:cs typeface="Segoe UI"/>
              </a:rPr>
              <a:t>; </a:t>
            </a:r>
            <a:r>
              <a:rPr lang="en-SG" sz="2400" err="1">
                <a:latin typeface="Segoe UI"/>
                <a:ea typeface="Calibri"/>
                <a:cs typeface="Segoe UI"/>
              </a:rPr>
              <a:t>jeeva</a:t>
            </a:r>
            <a:r>
              <a:rPr lang="en-SG" sz="2400" dirty="0">
                <a:latin typeface="Segoe UI"/>
                <a:ea typeface="Calibri"/>
                <a:cs typeface="Segoe UI"/>
              </a:rPr>
              <a:t> </a:t>
            </a:r>
            <a:r>
              <a:rPr lang="en-SG" sz="2400" err="1">
                <a:latin typeface="Segoe UI"/>
                <a:ea typeface="Calibri"/>
                <a:cs typeface="Segoe UI"/>
              </a:rPr>
              <a:t>vakyam</a:t>
            </a:r>
            <a:r>
              <a:rPr lang="en-SG" sz="2400" dirty="0">
                <a:latin typeface="Segoe UI"/>
                <a:ea typeface="Calibri"/>
                <a:cs typeface="Segoe UI"/>
              </a:rPr>
              <a:t> </a:t>
            </a:r>
            <a:r>
              <a:rPr lang="en-SG" sz="2400" err="1">
                <a:latin typeface="Segoe UI"/>
                <a:ea typeface="Calibri"/>
                <a:cs typeface="Segoe UI"/>
              </a:rPr>
              <a:t>oothuvan</a:t>
            </a:r>
            <a:r>
              <a:rPr lang="en-SG" sz="2400" dirty="0">
                <a:latin typeface="Segoe UI"/>
                <a:ea typeface="Calibri"/>
                <a:cs typeface="Segoe UI"/>
              </a:rPr>
              <a:t> </a:t>
            </a:r>
            <a:r>
              <a:rPr lang="en-SG" sz="2400" err="1">
                <a:latin typeface="Segoe UI"/>
                <a:ea typeface="Calibri"/>
                <a:cs typeface="Segoe UI"/>
              </a:rPr>
              <a:t>varu</a:t>
            </a:r>
            <a:r>
              <a:rPr lang="en-SG" sz="2400" dirty="0">
                <a:latin typeface="Segoe UI"/>
                <a:ea typeface="Calibri"/>
                <a:cs typeface="Segoe UI"/>
              </a:rPr>
              <a:t>                                                                                                                                                                                                       </a:t>
            </a:r>
            <a:r>
              <a:rPr lang="en-SG" sz="2400" err="1">
                <a:latin typeface="Segoe UI"/>
                <a:ea typeface="Calibri"/>
                <a:cs typeface="Segoe UI"/>
              </a:rPr>
              <a:t>pa</a:t>
            </a:r>
            <a:r>
              <a:rPr lang="en-SG" sz="2400" err="1">
                <a:effectLst/>
                <a:latin typeface="Segoe UI"/>
                <a:ea typeface="Calibri"/>
                <a:cs typeface="Segoe UI"/>
              </a:rPr>
              <a:t>apathe</a:t>
            </a:r>
            <a:r>
              <a:rPr lang="en-SG" sz="2400" dirty="0">
                <a:effectLst/>
                <a:latin typeface="Segoe UI"/>
                <a:ea typeface="Calibri"/>
                <a:cs typeface="Segoe UI"/>
              </a:rPr>
              <a:t> </a:t>
            </a:r>
            <a:r>
              <a:rPr lang="en-SG" sz="2400" err="1">
                <a:effectLst/>
                <a:latin typeface="Segoe UI"/>
                <a:ea typeface="Calibri"/>
                <a:cs typeface="Segoe UI"/>
              </a:rPr>
              <a:t>veruthu</a:t>
            </a:r>
            <a:r>
              <a:rPr lang="en-SG" sz="2400" dirty="0">
                <a:latin typeface="Segoe UI"/>
                <a:ea typeface="Calibri"/>
                <a:cs typeface="Segoe UI"/>
              </a:rPr>
              <a:t> </a:t>
            </a:r>
            <a:r>
              <a:rPr lang="en-SG" sz="2400" err="1">
                <a:latin typeface="Segoe UI"/>
                <a:ea typeface="Calibri"/>
                <a:cs typeface="Segoe UI"/>
              </a:rPr>
              <a:t>jeevippan</a:t>
            </a:r>
            <a:r>
              <a:rPr lang="en-SG" sz="2400" dirty="0">
                <a:latin typeface="Segoe UI"/>
                <a:ea typeface="Calibri"/>
                <a:cs typeface="Segoe UI"/>
              </a:rPr>
              <a:t>; </a:t>
            </a:r>
            <a:r>
              <a:rPr lang="en-SG" sz="2400" err="1">
                <a:latin typeface="Segoe UI"/>
                <a:ea typeface="Calibri"/>
                <a:cs typeface="Segoe UI"/>
              </a:rPr>
              <a:t>paapa</a:t>
            </a:r>
            <a:r>
              <a:rPr lang="en-SG" sz="2400" dirty="0">
                <a:latin typeface="Segoe UI"/>
                <a:ea typeface="Calibri"/>
                <a:cs typeface="Segoe UI"/>
              </a:rPr>
              <a:t> </a:t>
            </a:r>
            <a:r>
              <a:rPr lang="en-SG" sz="2400" err="1">
                <a:latin typeface="Segoe UI"/>
                <a:ea typeface="Calibri"/>
                <a:cs typeface="Segoe UI"/>
              </a:rPr>
              <a:t>bodham</a:t>
            </a:r>
            <a:r>
              <a:rPr lang="en-SG" sz="2400" dirty="0">
                <a:latin typeface="Segoe UI"/>
                <a:ea typeface="Calibri"/>
                <a:cs typeface="Segoe UI"/>
              </a:rPr>
              <a:t> </a:t>
            </a:r>
            <a:r>
              <a:rPr lang="en-SG" sz="2400" err="1">
                <a:latin typeface="Segoe UI"/>
                <a:ea typeface="Calibri"/>
                <a:cs typeface="Segoe UI"/>
              </a:rPr>
              <a:t>njangalil</a:t>
            </a:r>
            <a:r>
              <a:rPr lang="en-SG" sz="2400" dirty="0">
                <a:latin typeface="Segoe UI"/>
                <a:ea typeface="Calibri"/>
                <a:cs typeface="Segoe UI"/>
              </a:rPr>
              <a:t> </a:t>
            </a:r>
            <a:r>
              <a:rPr lang="en-SG" sz="2400" err="1">
                <a:latin typeface="Segoe UI"/>
                <a:ea typeface="Calibri"/>
                <a:cs typeface="Segoe UI"/>
              </a:rPr>
              <a:t>tharu</a:t>
            </a:r>
            <a:r>
              <a:rPr lang="en-SG" sz="2400" dirty="0">
                <a:latin typeface="Segoe UI"/>
                <a:ea typeface="Calibri"/>
                <a:cs typeface="Segoe UI"/>
              </a:rPr>
              <a:t> (2)</a:t>
            </a:r>
            <a:br>
              <a:rPr lang="en-SG" sz="2400">
                <a:effectLst/>
                <a:latin typeface="Segoe UI" panose="020B0502040204020203" pitchFamily="34" charset="0"/>
                <a:ea typeface="Calibri" panose="020F0502020204030204" pitchFamily="34" charset="0"/>
                <a:cs typeface="Segoe UI" panose="020B0502040204020203" pitchFamily="34" charset="0"/>
              </a:rPr>
            </a:br>
            <a:endParaRPr lang="en-SG" sz="2400">
              <a:effectLst/>
              <a:latin typeface="Segoe UI" panose="020B0502040204020203" pitchFamily="34" charset="0"/>
              <a:ea typeface="Calibri"/>
              <a:cs typeface="Segoe UI" panose="020B0502040204020203" pitchFamily="34" charset="0"/>
            </a:endParaRPr>
          </a:p>
          <a:p>
            <a:pPr algn="ctr"/>
            <a:endParaRPr lang="en-SG" sz="2400">
              <a:latin typeface="Segoe UI" panose="020B0502040204020203" pitchFamily="34" charset="0"/>
              <a:ea typeface="Calibri"/>
              <a:cs typeface="Segoe UI" panose="020B0502040204020203" pitchFamily="34" charset="0"/>
            </a:endParaRPr>
          </a:p>
        </p:txBody>
      </p:sp>
      <p:sp>
        <p:nvSpPr>
          <p:cNvPr id="3" name="TextBox 2">
            <a:extLst>
              <a:ext uri="{FF2B5EF4-FFF2-40B4-BE49-F238E27FC236}">
                <a16:creationId xmlns:a16="http://schemas.microsoft.com/office/drawing/2014/main" id="{83A466D9-7833-DDA1-D1BC-EBA82DC637B7}"/>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a:t>
            </a:r>
            <a:r>
              <a:rPr lang="en-SG" sz="1400" err="1">
                <a:solidFill>
                  <a:prstClr val="black"/>
                </a:solidFill>
                <a:latin typeface="Segoe UI"/>
                <a:cs typeface="Segoe UI"/>
              </a:rPr>
              <a:t>nfess</a:t>
            </a:r>
            <a:r>
              <a:rPr lang="en-US" sz="1400">
                <a:solidFill>
                  <a:prstClr val="black"/>
                </a:solidFill>
                <a:latin typeface="Segoe UI"/>
                <a:cs typeface="Segoe UI"/>
              </a:rPr>
              <a:t>ion: 1 of 2</a:t>
            </a:r>
          </a:p>
        </p:txBody>
      </p:sp>
      <p:sp>
        <p:nvSpPr>
          <p:cNvPr id="8" name="TextBox 7">
            <a:extLst>
              <a:ext uri="{FF2B5EF4-FFF2-40B4-BE49-F238E27FC236}">
                <a16:creationId xmlns:a16="http://schemas.microsoft.com/office/drawing/2014/main" id="{A81B1AA9-5D93-2061-11E2-D25715B53FFD}"/>
              </a:ext>
            </a:extLst>
          </p:cNvPr>
          <p:cNvSpPr txBox="1"/>
          <p:nvPr/>
        </p:nvSpPr>
        <p:spPr>
          <a:xfrm>
            <a:off x="-36166" y="2590333"/>
            <a:ext cx="9157835" cy="810478"/>
          </a:xfrm>
          <a:prstGeom prst="rect">
            <a:avLst/>
          </a:prstGeom>
          <a:noFill/>
        </p:spPr>
        <p:txBody>
          <a:bodyPr wrap="square">
            <a:spAutoFit/>
          </a:bodyPr>
          <a:lstStyle/>
          <a:p>
            <a:pPr algn="ctr">
              <a:spcAft>
                <a:spcPts val="800"/>
              </a:spcAft>
              <a:buNone/>
            </a:pPr>
            <a:r>
              <a:rPr lang="en-SG" sz="2000" kern="100" spc="75" err="1">
                <a:effectLst/>
                <a:latin typeface="ML-TTKarthika" panose="04000000000000000000" pitchFamily="82" charset="0"/>
                <a:ea typeface="Times New Roman" panose="02020603050405020304" pitchFamily="18" charset="0"/>
                <a:cs typeface="Kartika" panose="02020503030404060203" pitchFamily="18" charset="0"/>
              </a:rPr>
              <a:t>ജീവനുള്ള</a:t>
            </a:r>
            <a:r>
              <a:rPr lang="en-SG" sz="2000" kern="100" spc="75">
                <a:effectLst/>
                <a:latin typeface="ML-TTKarthika" panose="04000000000000000000" pitchFamily="82" charset="0"/>
                <a:ea typeface="Times New Roman" panose="02020603050405020304" pitchFamily="18" charset="0"/>
                <a:cs typeface="Kartika" panose="02020503030404060203" pitchFamily="18" charset="0"/>
              </a:rPr>
              <a:t> </a:t>
            </a:r>
            <a:r>
              <a:rPr lang="en-SG" sz="2000" kern="100" spc="75" err="1">
                <a:effectLst/>
                <a:latin typeface="ML-TTKarthika" panose="04000000000000000000" pitchFamily="82" charset="0"/>
                <a:ea typeface="Times New Roman" panose="02020603050405020304" pitchFamily="18" charset="0"/>
                <a:cs typeface="Kartika" panose="02020503030404060203" pitchFamily="18" charset="0"/>
              </a:rPr>
              <a:t>ദേവനേ</a:t>
            </a:r>
            <a:r>
              <a:rPr lang="en-SG" sz="2000" kern="100" spc="75">
                <a:effectLst/>
                <a:latin typeface="ML-TTKarthika" panose="04000000000000000000" pitchFamily="82" charset="0"/>
                <a:ea typeface="Times New Roman" panose="02020603050405020304" pitchFamily="18" charset="0"/>
                <a:cs typeface="Kartika" panose="02020503030404060203" pitchFamily="18" charset="0"/>
              </a:rPr>
              <a:t> </a:t>
            </a:r>
            <a:r>
              <a:rPr lang="en-SG" sz="2000" kern="100" spc="75" err="1">
                <a:effectLst/>
                <a:latin typeface="ML-TTKarthika" panose="04000000000000000000" pitchFamily="82" charset="0"/>
                <a:ea typeface="Times New Roman" panose="02020603050405020304" pitchFamily="18" charset="0"/>
                <a:cs typeface="Kartika" panose="02020503030404060203" pitchFamily="18" charset="0"/>
              </a:rPr>
              <a:t>വരൂ</a:t>
            </a:r>
            <a:r>
              <a:rPr lang="en-SG" sz="2000" kern="100" spc="75">
                <a:effectLst/>
                <a:latin typeface="ML-TTKarthika" panose="04000000000000000000" pitchFamily="82" charset="0"/>
                <a:ea typeface="Times New Roman" panose="02020603050405020304" pitchFamily="18" charset="0"/>
                <a:cs typeface="Kartika" panose="02020503030404060203" pitchFamily="18" charset="0"/>
              </a:rPr>
              <a:t> ; </a:t>
            </a:r>
            <a:r>
              <a:rPr lang="en-SG" sz="2000" kern="100" spc="75" err="1">
                <a:effectLst/>
                <a:latin typeface="ML-TTKarthika" panose="04000000000000000000" pitchFamily="82" charset="0"/>
                <a:ea typeface="Times New Roman" panose="02020603050405020304" pitchFamily="18" charset="0"/>
                <a:cs typeface="Kartika" panose="02020503030404060203" pitchFamily="18" charset="0"/>
              </a:rPr>
              <a:t>ജീവവാക്യം</a:t>
            </a:r>
            <a:r>
              <a:rPr lang="en-SG" sz="2000" kern="100" spc="75">
                <a:effectLst/>
                <a:latin typeface="ML-TTKarthika" panose="04000000000000000000" pitchFamily="82" charset="0"/>
                <a:ea typeface="Times New Roman" panose="02020603050405020304" pitchFamily="18" charset="0"/>
                <a:cs typeface="Kartika" panose="02020503030404060203" pitchFamily="18" charset="0"/>
              </a:rPr>
              <a:t> </a:t>
            </a:r>
            <a:r>
              <a:rPr lang="en-SG" sz="2000" kern="100" spc="75" err="1">
                <a:effectLst/>
                <a:latin typeface="ML-TTKarthika" panose="04000000000000000000" pitchFamily="82" charset="0"/>
                <a:ea typeface="Times New Roman" panose="02020603050405020304" pitchFamily="18" charset="0"/>
                <a:cs typeface="Kartika" panose="02020503030404060203" pitchFamily="18" charset="0"/>
              </a:rPr>
              <a:t>ഓതുവാ</a:t>
            </a:r>
            <a:r>
              <a:rPr lang="en-SG" sz="2000" kern="100" spc="75">
                <a:effectLst/>
                <a:latin typeface="ML-TTKarthika" panose="04000000000000000000" pitchFamily="82" charset="0"/>
                <a:ea typeface="Times New Roman" panose="02020603050405020304" pitchFamily="18" charset="0"/>
                <a:cs typeface="Kartika" panose="02020503030404060203" pitchFamily="18" charset="0"/>
              </a:rPr>
              <a:t>ൻ </a:t>
            </a:r>
            <a:r>
              <a:rPr lang="en-SG" sz="2000" kern="100" spc="75" err="1">
                <a:effectLst/>
                <a:latin typeface="ML-TTKarthika" panose="04000000000000000000" pitchFamily="82" charset="0"/>
                <a:ea typeface="Times New Roman" panose="02020603050405020304" pitchFamily="18" charset="0"/>
                <a:cs typeface="Kartika" panose="02020503030404060203" pitchFamily="18" charset="0"/>
              </a:rPr>
              <a:t>വരൂ</a:t>
            </a:r>
            <a:endParaRPr lang="en-SG" sz="2000" kern="100" spc="75">
              <a:effectLst/>
              <a:latin typeface="ML-TTKarthika" panose="04000000000000000000" pitchFamily="82" charset="0"/>
              <a:ea typeface="DengXian" panose="02010600030101010101" pitchFamily="2" charset="-122"/>
              <a:cs typeface="Kartika" panose="02020503030404060203" pitchFamily="18" charset="0"/>
            </a:endParaRPr>
          </a:p>
          <a:p>
            <a:pPr algn="ctr">
              <a:spcAft>
                <a:spcPts val="800"/>
              </a:spcAft>
            </a:pPr>
            <a:r>
              <a:rPr lang="en-SG" sz="2000" kern="100" spc="75" err="1">
                <a:effectLst/>
                <a:latin typeface="ML-TTKarthika" panose="04000000000000000000" pitchFamily="82" charset="0"/>
                <a:ea typeface="Times New Roman" panose="02020603050405020304" pitchFamily="18" charset="0"/>
                <a:cs typeface="Kartika" panose="02020503030404060203" pitchFamily="18" charset="0"/>
              </a:rPr>
              <a:t>പാപത്തെ</a:t>
            </a:r>
            <a:r>
              <a:rPr lang="en-SG" sz="2000" kern="100" spc="75">
                <a:effectLst/>
                <a:latin typeface="ML-TTKarthika" panose="04000000000000000000" pitchFamily="82" charset="0"/>
                <a:ea typeface="Times New Roman" panose="02020603050405020304" pitchFamily="18" charset="0"/>
                <a:cs typeface="Kartika" panose="02020503030404060203" pitchFamily="18" charset="0"/>
              </a:rPr>
              <a:t> </a:t>
            </a:r>
            <a:r>
              <a:rPr lang="en-SG" sz="2000" kern="100" spc="75" err="1">
                <a:effectLst/>
                <a:latin typeface="ML-TTKarthika" panose="04000000000000000000" pitchFamily="82" charset="0"/>
                <a:ea typeface="Times New Roman" panose="02020603050405020304" pitchFamily="18" charset="0"/>
                <a:cs typeface="Kartika" panose="02020503030404060203" pitchFamily="18" charset="0"/>
              </a:rPr>
              <a:t>വെറുത്തു</a:t>
            </a:r>
            <a:r>
              <a:rPr lang="en-SG" sz="2000" kern="100" spc="75">
                <a:effectLst/>
                <a:latin typeface="ML-TTKarthika" panose="04000000000000000000" pitchFamily="82" charset="0"/>
                <a:ea typeface="Times New Roman" panose="02020603050405020304" pitchFamily="18" charset="0"/>
                <a:cs typeface="Kartika" panose="02020503030404060203" pitchFamily="18" charset="0"/>
              </a:rPr>
              <a:t> </a:t>
            </a:r>
            <a:r>
              <a:rPr lang="en-SG" sz="2000" kern="100" spc="75" err="1">
                <a:effectLst/>
                <a:latin typeface="ML-TTKarthika" panose="04000000000000000000" pitchFamily="82" charset="0"/>
                <a:ea typeface="Times New Roman" panose="02020603050405020304" pitchFamily="18" charset="0"/>
                <a:cs typeface="Kartika" panose="02020503030404060203" pitchFamily="18" charset="0"/>
              </a:rPr>
              <a:t>ജീവിപ്പാ</a:t>
            </a:r>
            <a:r>
              <a:rPr lang="en-SG" sz="2000" kern="100" spc="75">
                <a:effectLst/>
                <a:latin typeface="ML-TTKarthika" panose="04000000000000000000" pitchFamily="82" charset="0"/>
                <a:ea typeface="Times New Roman" panose="02020603050405020304" pitchFamily="18" charset="0"/>
                <a:cs typeface="Kartika" panose="02020503030404060203" pitchFamily="18" charset="0"/>
              </a:rPr>
              <a:t>ൻ ;</a:t>
            </a:r>
            <a:r>
              <a:rPr lang="en-SG" sz="2000" kern="100" spc="75" err="1">
                <a:effectLst/>
                <a:latin typeface="ML-TTKarthika" panose="04000000000000000000" pitchFamily="82" charset="0"/>
                <a:ea typeface="Times New Roman" panose="02020603050405020304" pitchFamily="18" charset="0"/>
                <a:cs typeface="Kartika" panose="02020503030404060203" pitchFamily="18" charset="0"/>
              </a:rPr>
              <a:t>പാപബോധം</a:t>
            </a:r>
            <a:r>
              <a:rPr lang="en-SG" sz="2000" kern="100" spc="75">
                <a:effectLst/>
                <a:latin typeface="ML-TTKarthika" panose="04000000000000000000" pitchFamily="82" charset="0"/>
                <a:ea typeface="Times New Roman" panose="02020603050405020304" pitchFamily="18" charset="0"/>
                <a:cs typeface="Kartika" panose="02020503030404060203" pitchFamily="18" charset="0"/>
              </a:rPr>
              <a:t> </a:t>
            </a:r>
            <a:r>
              <a:rPr lang="en-SG" sz="2000" kern="100" spc="75" err="1">
                <a:effectLst/>
                <a:latin typeface="ML-TTKarthika" panose="04000000000000000000" pitchFamily="82" charset="0"/>
                <a:ea typeface="Times New Roman" panose="02020603050405020304" pitchFamily="18" charset="0"/>
                <a:cs typeface="Kartika" panose="02020503030404060203" pitchFamily="18" charset="0"/>
              </a:rPr>
              <a:t>ഞങ്ങളിൽതരൂ</a:t>
            </a:r>
            <a:r>
              <a:rPr lang="en-SG" sz="2000" kern="100" spc="75">
                <a:effectLst/>
                <a:latin typeface="ML-TTKarthika" panose="04000000000000000000" pitchFamily="82" charset="0"/>
                <a:ea typeface="Times New Roman" panose="02020603050405020304" pitchFamily="18" charset="0"/>
                <a:cs typeface="Kartika" panose="02020503030404060203" pitchFamily="18" charset="0"/>
              </a:rPr>
              <a:t>(2)</a:t>
            </a:r>
            <a:endParaRPr lang="en-SG" sz="2000" kern="100" spc="75">
              <a:effectLst/>
              <a:latin typeface="ML-TTKarthika" panose="04000000000000000000" pitchFamily="82" charset="0"/>
              <a:ea typeface="DengXian" panose="02010600030101010101" pitchFamily="2" charset="-122"/>
              <a:cs typeface="Kartika" panose="02020503030404060203" pitchFamily="18" charset="0"/>
            </a:endParaRPr>
          </a:p>
        </p:txBody>
      </p:sp>
    </p:spTree>
    <p:extLst>
      <p:ext uri="{BB962C8B-B14F-4D97-AF65-F5344CB8AC3E}">
        <p14:creationId xmlns:p14="http://schemas.microsoft.com/office/powerpoint/2010/main" val="24306281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C3642-2306-7EE2-8340-F35339AF4D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931AEC-BC88-A675-B417-D060ABAE38F1}"/>
              </a:ext>
            </a:extLst>
          </p:cNvPr>
          <p:cNvSpPr>
            <a:spLocks noGrp="1"/>
          </p:cNvSpPr>
          <p:nvPr>
            <p:ph type="title"/>
          </p:nvPr>
        </p:nvSpPr>
        <p:spPr/>
        <p:txBody>
          <a:bodyPr/>
          <a:lstStyle/>
          <a:p>
            <a:r>
              <a:rPr lang="en-GB">
                <a:latin typeface="Segoe UI" panose="020B0502040204020203" pitchFamily="34" charset="0"/>
                <a:cs typeface="Segoe UI" panose="020B0502040204020203" pitchFamily="34" charset="0"/>
              </a:rPr>
              <a:t>Confession – </a:t>
            </a:r>
            <a:r>
              <a:rPr lang="en-GB" err="1">
                <a:latin typeface="Segoe UI" panose="020B0502040204020203" pitchFamily="34" charset="0"/>
                <a:cs typeface="Segoe UI" panose="020B0502040204020203" pitchFamily="34" charset="0"/>
              </a:rPr>
              <a:t>Jeevanulla</a:t>
            </a:r>
            <a:r>
              <a:rPr lang="en-GB">
                <a:latin typeface="Segoe UI" panose="020B0502040204020203" pitchFamily="34" charset="0"/>
                <a:cs typeface="Segoe UI" panose="020B0502040204020203" pitchFamily="34" charset="0"/>
              </a:rPr>
              <a:t> </a:t>
            </a:r>
            <a:r>
              <a:rPr lang="en-GB" err="1">
                <a:latin typeface="Segoe UI" panose="020B0502040204020203" pitchFamily="34" charset="0"/>
                <a:cs typeface="Segoe UI" panose="020B0502040204020203" pitchFamily="34" charset="0"/>
              </a:rPr>
              <a:t>devane</a:t>
            </a:r>
            <a:r>
              <a:rPr lang="en-GB">
                <a:latin typeface="Segoe UI" panose="020B0502040204020203" pitchFamily="34" charset="0"/>
                <a:cs typeface="Segoe UI" panose="020B0502040204020203" pitchFamily="34" charset="0"/>
              </a:rPr>
              <a:t> </a:t>
            </a:r>
            <a:r>
              <a:rPr lang="en-GB" err="1">
                <a:latin typeface="Segoe UI" panose="020B0502040204020203" pitchFamily="34" charset="0"/>
                <a:cs typeface="Segoe UI" panose="020B0502040204020203" pitchFamily="34" charset="0"/>
              </a:rPr>
              <a:t>varoo</a:t>
            </a:r>
            <a:endParaRPr lang="en-GB">
              <a:latin typeface="Segoe UI" panose="020B0502040204020203" pitchFamily="34" charset="0"/>
              <a:cs typeface="Segoe UI" panose="020B0502040204020203" pitchFamily="34" charset="0"/>
            </a:endParaRPr>
          </a:p>
        </p:txBody>
      </p:sp>
      <p:sp>
        <p:nvSpPr>
          <p:cNvPr id="9" name="TextBox 8">
            <a:extLst>
              <a:ext uri="{FF2B5EF4-FFF2-40B4-BE49-F238E27FC236}">
                <a16:creationId xmlns:a16="http://schemas.microsoft.com/office/drawing/2014/main" id="{ACD63E46-09CC-DEB4-A3D0-E66E325965A8}"/>
              </a:ext>
            </a:extLst>
          </p:cNvPr>
          <p:cNvSpPr txBox="1"/>
          <p:nvPr/>
        </p:nvSpPr>
        <p:spPr>
          <a:xfrm>
            <a:off x="38572" y="972368"/>
            <a:ext cx="9058481" cy="1774845"/>
          </a:xfrm>
          <a:prstGeom prst="rect">
            <a:avLst/>
          </a:prstGeom>
          <a:noFill/>
        </p:spPr>
        <p:txBody>
          <a:bodyPr wrap="square">
            <a:spAutoFit/>
          </a:bodyPr>
          <a:lstStyle/>
          <a:p>
            <a:pPr algn="ctr">
              <a:spcAft>
                <a:spcPts val="800"/>
              </a:spcAft>
            </a:pPr>
            <a:r>
              <a:rPr lang="en-SG" sz="2400" i="1" kern="100" spc="75" err="1">
                <a:latin typeface="Segoe UI" panose="020B0502040204020203" pitchFamily="34" charset="0"/>
                <a:ea typeface="DengXian" panose="02010600030101010101" pitchFamily="2" charset="-122"/>
                <a:cs typeface="Segoe UI" panose="020B0502040204020203" pitchFamily="34" charset="0"/>
              </a:rPr>
              <a:t>y</a:t>
            </a:r>
            <a:r>
              <a:rPr lang="en-SG" sz="2400" i="1" kern="100" spc="75" err="1">
                <a:effectLst/>
                <a:latin typeface="Segoe UI" panose="020B0502040204020203" pitchFamily="34" charset="0"/>
                <a:ea typeface="DengXian" panose="02010600030101010101" pitchFamily="2" charset="-122"/>
                <a:cs typeface="Segoe UI" panose="020B0502040204020203" pitchFamily="34" charset="0"/>
              </a:rPr>
              <a:t>eshuve</a:t>
            </a:r>
            <a:r>
              <a:rPr lang="en-SG" sz="2400" i="1" kern="100" spc="75">
                <a:effectLst/>
                <a:latin typeface="Segoe UI" panose="020B0502040204020203" pitchFamily="34" charset="0"/>
                <a:ea typeface="DengXian" panose="02010600030101010101" pitchFamily="2" charset="-122"/>
                <a:cs typeface="Segoe UI" panose="020B0502040204020203" pitchFamily="34" charset="0"/>
              </a:rPr>
              <a:t> nee </a:t>
            </a:r>
            <a:r>
              <a:rPr lang="en-SG" sz="2400" i="1" kern="100" spc="75" err="1">
                <a:effectLst/>
                <a:latin typeface="Segoe UI" panose="020B0502040204020203" pitchFamily="34" charset="0"/>
                <a:ea typeface="DengXian" panose="02010600030101010101" pitchFamily="2" charset="-122"/>
                <a:cs typeface="Segoe UI" panose="020B0502040204020203" pitchFamily="34" charset="0"/>
              </a:rPr>
              <a:t>valiyaven</a:t>
            </a:r>
            <a:r>
              <a:rPr lang="en-SG" sz="2400" i="1" kern="100" spc="75">
                <a:effectLst/>
                <a:latin typeface="Segoe UI" panose="020B0502040204020203" pitchFamily="34" charset="0"/>
                <a:ea typeface="DengXian" panose="02010600030101010101" pitchFamily="2" charset="-122"/>
                <a:cs typeface="Segoe UI" panose="020B0502040204020203" pitchFamily="34" charset="0"/>
              </a:rPr>
              <a:t>; </a:t>
            </a:r>
            <a:r>
              <a:rPr lang="en-SG" sz="2400" i="1" kern="100" spc="75" err="1">
                <a:latin typeface="Segoe UI" panose="020B0502040204020203" pitchFamily="34" charset="0"/>
                <a:ea typeface="DengXian" panose="02010600030101010101" pitchFamily="2" charset="-122"/>
                <a:cs typeface="Segoe UI" panose="020B0502040204020203" pitchFamily="34" charset="0"/>
              </a:rPr>
              <a:t>y</a:t>
            </a:r>
            <a:r>
              <a:rPr lang="en-SG" sz="2400" i="1" kern="100" spc="75" err="1">
                <a:effectLst/>
                <a:latin typeface="Segoe UI" panose="020B0502040204020203" pitchFamily="34" charset="0"/>
                <a:ea typeface="DengXian" panose="02010600030101010101" pitchFamily="2" charset="-122"/>
                <a:cs typeface="Segoe UI" panose="020B0502040204020203" pitchFamily="34" charset="0"/>
              </a:rPr>
              <a:t>eshuve</a:t>
            </a:r>
            <a:r>
              <a:rPr lang="en-SG" sz="2400" i="1" kern="100" spc="75">
                <a:effectLst/>
                <a:latin typeface="Segoe UI" panose="020B0502040204020203" pitchFamily="34" charset="0"/>
                <a:ea typeface="DengXian" panose="02010600030101010101" pitchFamily="2" charset="-122"/>
                <a:cs typeface="Segoe UI" panose="020B0502040204020203" pitchFamily="34" charset="0"/>
              </a:rPr>
              <a:t> nee </a:t>
            </a:r>
            <a:r>
              <a:rPr lang="en-SG" sz="2400" i="1" kern="100" spc="75" err="1">
                <a:effectLst/>
                <a:latin typeface="Segoe UI" panose="020B0502040204020203" pitchFamily="34" charset="0"/>
                <a:ea typeface="DengXian" panose="02010600030101010101" pitchFamily="2" charset="-122"/>
                <a:cs typeface="Segoe UI" panose="020B0502040204020203" pitchFamily="34" charset="0"/>
              </a:rPr>
              <a:t>parishudhan</a:t>
            </a:r>
            <a:br>
              <a:rPr lang="en-SG" sz="2400" i="1" kern="100" spc="75">
                <a:effectLst/>
                <a:latin typeface="Segoe UI" panose="020B0502040204020203" pitchFamily="34" charset="0"/>
                <a:ea typeface="DengXian" panose="02010600030101010101" pitchFamily="2" charset="-122"/>
                <a:cs typeface="Segoe UI" panose="020B0502040204020203" pitchFamily="34" charset="0"/>
              </a:rPr>
            </a:br>
            <a:r>
              <a:rPr lang="en-SG" sz="2400" i="1" kern="100" spc="75" err="1">
                <a:latin typeface="Segoe UI" panose="020B0502040204020203" pitchFamily="34" charset="0"/>
                <a:ea typeface="DengXian" panose="02010600030101010101" pitchFamily="2" charset="-122"/>
                <a:cs typeface="Segoe UI" panose="020B0502040204020203" pitchFamily="34" charset="0"/>
              </a:rPr>
              <a:t>y</a:t>
            </a:r>
            <a:r>
              <a:rPr lang="en-SG" sz="2400" i="1" kern="100" spc="75" err="1">
                <a:effectLst/>
                <a:latin typeface="Segoe UI" panose="020B0502040204020203" pitchFamily="34" charset="0"/>
                <a:ea typeface="DengXian" panose="02010600030101010101" pitchFamily="2" charset="-122"/>
                <a:cs typeface="Segoe UI" panose="020B0502040204020203" pitchFamily="34" charset="0"/>
              </a:rPr>
              <a:t>eshuve</a:t>
            </a:r>
            <a:r>
              <a:rPr lang="en-SG" sz="2400" i="1" kern="100" spc="75">
                <a:effectLst/>
                <a:latin typeface="Segoe UI" panose="020B0502040204020203" pitchFamily="34" charset="0"/>
                <a:ea typeface="DengXian" panose="02010600030101010101" pitchFamily="2" charset="-122"/>
                <a:cs typeface="Segoe UI" panose="020B0502040204020203" pitchFamily="34" charset="0"/>
              </a:rPr>
              <a:t> nee </a:t>
            </a:r>
            <a:r>
              <a:rPr lang="en-SG" sz="2400" i="1" kern="100" spc="75" err="1">
                <a:effectLst/>
                <a:latin typeface="Segoe UI" panose="020B0502040204020203" pitchFamily="34" charset="0"/>
                <a:ea typeface="DengXian" panose="02010600030101010101" pitchFamily="2" charset="-122"/>
                <a:cs typeface="Segoe UI" panose="020B0502040204020203" pitchFamily="34" charset="0"/>
              </a:rPr>
              <a:t>nallaven</a:t>
            </a:r>
            <a:r>
              <a:rPr lang="en-SG" sz="2400" i="1" kern="100" spc="75">
                <a:effectLst/>
                <a:latin typeface="Segoe UI" panose="020B0502040204020203" pitchFamily="34" charset="0"/>
                <a:ea typeface="DengXian" panose="02010600030101010101" pitchFamily="2" charset="-122"/>
                <a:cs typeface="Segoe UI" panose="020B0502040204020203" pitchFamily="34" charset="0"/>
              </a:rPr>
              <a:t>; </a:t>
            </a:r>
            <a:r>
              <a:rPr lang="en-SG" sz="2400" i="1" kern="100" spc="75" err="1">
                <a:latin typeface="Segoe UI" panose="020B0502040204020203" pitchFamily="34" charset="0"/>
                <a:ea typeface="DengXian" panose="02010600030101010101" pitchFamily="2" charset="-122"/>
                <a:cs typeface="Segoe UI" panose="020B0502040204020203" pitchFamily="34" charset="0"/>
              </a:rPr>
              <a:t>y</a:t>
            </a:r>
            <a:r>
              <a:rPr lang="en-SG" sz="2400" i="1" kern="100" spc="75" err="1">
                <a:effectLst/>
                <a:latin typeface="Segoe UI" panose="020B0502040204020203" pitchFamily="34" charset="0"/>
                <a:ea typeface="DengXian" panose="02010600030101010101" pitchFamily="2" charset="-122"/>
                <a:cs typeface="Segoe UI" panose="020B0502040204020203" pitchFamily="34" charset="0"/>
              </a:rPr>
              <a:t>eshuve</a:t>
            </a:r>
            <a:r>
              <a:rPr lang="en-SG" sz="2400" i="1" kern="100" spc="75">
                <a:effectLst/>
                <a:latin typeface="Segoe UI" panose="020B0502040204020203" pitchFamily="34" charset="0"/>
                <a:ea typeface="DengXian" panose="02010600030101010101" pitchFamily="2" charset="-122"/>
                <a:cs typeface="Segoe UI" panose="020B0502040204020203" pitchFamily="34" charset="0"/>
              </a:rPr>
              <a:t> nee </a:t>
            </a:r>
            <a:r>
              <a:rPr lang="en-SG" sz="2400" i="1" kern="100" spc="75" err="1">
                <a:effectLst/>
                <a:latin typeface="Segoe UI" panose="020B0502040204020203" pitchFamily="34" charset="0"/>
                <a:ea typeface="DengXian" panose="02010600030101010101" pitchFamily="2" charset="-122"/>
                <a:cs typeface="Segoe UI" panose="020B0502040204020203" pitchFamily="34" charset="0"/>
              </a:rPr>
              <a:t>vallabhan</a:t>
            </a:r>
            <a:r>
              <a:rPr lang="en-SG" sz="2400" i="1" kern="100" spc="75">
                <a:effectLst/>
                <a:latin typeface="Segoe UI" panose="020B0502040204020203" pitchFamily="34" charset="0"/>
                <a:ea typeface="DengXian" panose="02010600030101010101" pitchFamily="2" charset="-122"/>
                <a:cs typeface="Segoe UI" panose="020B0502040204020203" pitchFamily="34" charset="0"/>
              </a:rPr>
              <a:t> </a:t>
            </a:r>
          </a:p>
          <a:p>
            <a:pPr algn="ctr">
              <a:spcAft>
                <a:spcPts val="800"/>
              </a:spcAft>
            </a:pPr>
            <a:r>
              <a:rPr lang="en-SG" sz="2400" i="1" kern="100" spc="75" err="1">
                <a:latin typeface="Segoe UI" panose="020B0502040204020203" pitchFamily="34" charset="0"/>
                <a:ea typeface="DengXian" panose="02010600030101010101" pitchFamily="2" charset="-122"/>
                <a:cs typeface="Segoe UI" panose="020B0502040204020203" pitchFamily="34" charset="0"/>
              </a:rPr>
              <a:t>p</a:t>
            </a:r>
            <a:r>
              <a:rPr lang="en-SG" sz="2400" i="1" kern="100" spc="75" err="1">
                <a:effectLst/>
                <a:latin typeface="Segoe UI" panose="020B0502040204020203" pitchFamily="34" charset="0"/>
                <a:ea typeface="DengXian" panose="02010600030101010101" pitchFamily="2" charset="-122"/>
                <a:cs typeface="Segoe UI" panose="020B0502040204020203" pitchFamily="34" charset="0"/>
              </a:rPr>
              <a:t>aapathe</a:t>
            </a:r>
            <a:r>
              <a:rPr lang="en-SG" sz="2400" i="1" kern="100" spc="75">
                <a:effectLst/>
                <a:latin typeface="Segoe UI" panose="020B0502040204020203" pitchFamily="34" charset="0"/>
                <a:ea typeface="DengXian" panose="02010600030101010101" pitchFamily="2" charset="-122"/>
                <a:cs typeface="Segoe UI" panose="020B0502040204020203" pitchFamily="34" charset="0"/>
              </a:rPr>
              <a:t> </a:t>
            </a:r>
            <a:r>
              <a:rPr lang="en-SG" sz="2400" i="1" kern="100" spc="75" err="1">
                <a:effectLst/>
                <a:latin typeface="Segoe UI" panose="020B0502040204020203" pitchFamily="34" charset="0"/>
                <a:ea typeface="DengXian" panose="02010600030101010101" pitchFamily="2" charset="-122"/>
                <a:cs typeface="Segoe UI" panose="020B0502040204020203" pitchFamily="34" charset="0"/>
              </a:rPr>
              <a:t>veruthu</a:t>
            </a:r>
            <a:r>
              <a:rPr lang="en-SG" sz="2400" i="1" kern="100" spc="75">
                <a:effectLst/>
                <a:latin typeface="Segoe UI" panose="020B0502040204020203" pitchFamily="34" charset="0"/>
                <a:ea typeface="DengXian" panose="02010600030101010101" pitchFamily="2" charset="-122"/>
                <a:cs typeface="Segoe UI" panose="020B0502040204020203" pitchFamily="34" charset="0"/>
              </a:rPr>
              <a:t> </a:t>
            </a:r>
            <a:r>
              <a:rPr lang="en-SG" sz="2400" i="1" kern="100" spc="75" err="1">
                <a:effectLst/>
                <a:latin typeface="Segoe UI" panose="020B0502040204020203" pitchFamily="34" charset="0"/>
                <a:ea typeface="DengXian" panose="02010600030101010101" pitchFamily="2" charset="-122"/>
                <a:cs typeface="Segoe UI" panose="020B0502040204020203" pitchFamily="34" charset="0"/>
              </a:rPr>
              <a:t>jeevippan</a:t>
            </a:r>
            <a:r>
              <a:rPr lang="en-SG" sz="2400" i="1" kern="100" spc="75">
                <a:effectLst/>
                <a:latin typeface="Segoe UI" panose="020B0502040204020203" pitchFamily="34" charset="0"/>
                <a:ea typeface="DengXian" panose="02010600030101010101" pitchFamily="2" charset="-122"/>
                <a:cs typeface="Segoe UI" panose="020B0502040204020203" pitchFamily="34" charset="0"/>
              </a:rPr>
              <a:t>; </a:t>
            </a:r>
            <a:r>
              <a:rPr lang="en-SG" sz="2400" i="1" kern="100" spc="75" err="1">
                <a:effectLst/>
                <a:latin typeface="Segoe UI" panose="020B0502040204020203" pitchFamily="34" charset="0"/>
                <a:ea typeface="DengXian" panose="02010600030101010101" pitchFamily="2" charset="-122"/>
                <a:cs typeface="Segoe UI" panose="020B0502040204020203" pitchFamily="34" charset="0"/>
              </a:rPr>
              <a:t>paapa</a:t>
            </a:r>
            <a:r>
              <a:rPr lang="en-SG" sz="2400" i="1" kern="100" spc="75">
                <a:effectLst/>
                <a:latin typeface="Segoe UI" panose="020B0502040204020203" pitchFamily="34" charset="0"/>
                <a:ea typeface="DengXian" panose="02010600030101010101" pitchFamily="2" charset="-122"/>
                <a:cs typeface="Segoe UI" panose="020B0502040204020203" pitchFamily="34" charset="0"/>
              </a:rPr>
              <a:t> </a:t>
            </a:r>
            <a:r>
              <a:rPr lang="en-SG" sz="2400" i="1" kern="100" spc="75" err="1">
                <a:effectLst/>
                <a:latin typeface="Segoe UI" panose="020B0502040204020203" pitchFamily="34" charset="0"/>
                <a:ea typeface="DengXian" panose="02010600030101010101" pitchFamily="2" charset="-122"/>
                <a:cs typeface="Segoe UI" panose="020B0502040204020203" pitchFamily="34" charset="0"/>
              </a:rPr>
              <a:t>bodham</a:t>
            </a:r>
            <a:r>
              <a:rPr lang="en-SG" sz="2400" i="1" kern="100" spc="75">
                <a:effectLst/>
                <a:latin typeface="Segoe UI" panose="020B0502040204020203" pitchFamily="34" charset="0"/>
                <a:ea typeface="DengXian" panose="02010600030101010101" pitchFamily="2" charset="-122"/>
                <a:cs typeface="Segoe UI" panose="020B0502040204020203" pitchFamily="34" charset="0"/>
              </a:rPr>
              <a:t> </a:t>
            </a:r>
            <a:r>
              <a:rPr lang="en-SG" sz="2400" i="1" kern="100" spc="75" err="1">
                <a:effectLst/>
                <a:latin typeface="Segoe UI" panose="020B0502040204020203" pitchFamily="34" charset="0"/>
                <a:ea typeface="DengXian" panose="02010600030101010101" pitchFamily="2" charset="-122"/>
                <a:cs typeface="Segoe UI" panose="020B0502040204020203" pitchFamily="34" charset="0"/>
              </a:rPr>
              <a:t>njangalil</a:t>
            </a:r>
            <a:r>
              <a:rPr lang="en-SG" sz="2400" i="1" kern="100" spc="75">
                <a:effectLst/>
                <a:latin typeface="Segoe UI" panose="020B0502040204020203" pitchFamily="34" charset="0"/>
                <a:ea typeface="DengXian" panose="02010600030101010101" pitchFamily="2" charset="-122"/>
                <a:cs typeface="Segoe UI" panose="020B0502040204020203" pitchFamily="34" charset="0"/>
              </a:rPr>
              <a:t> </a:t>
            </a:r>
            <a:r>
              <a:rPr lang="en-SG" sz="2400" i="1" kern="100" spc="75" err="1">
                <a:effectLst/>
                <a:latin typeface="Segoe UI" panose="020B0502040204020203" pitchFamily="34" charset="0"/>
                <a:ea typeface="DengXian" panose="02010600030101010101" pitchFamily="2" charset="-122"/>
                <a:cs typeface="Segoe UI" panose="020B0502040204020203" pitchFamily="34" charset="0"/>
              </a:rPr>
              <a:t>tharu</a:t>
            </a:r>
            <a:r>
              <a:rPr lang="en-SG" sz="2400" i="1" kern="100" spc="75">
                <a:effectLst/>
                <a:latin typeface="Segoe UI" panose="020B0502040204020203" pitchFamily="34" charset="0"/>
                <a:ea typeface="DengXian" panose="02010600030101010101" pitchFamily="2" charset="-122"/>
                <a:cs typeface="Segoe UI" panose="020B0502040204020203" pitchFamily="34" charset="0"/>
              </a:rPr>
              <a:t> (2)</a:t>
            </a:r>
          </a:p>
          <a:p>
            <a:pPr algn="ctr">
              <a:spcAft>
                <a:spcPts val="800"/>
              </a:spcAft>
            </a:pPr>
            <a:r>
              <a:rPr lang="en-SG" sz="2400" i="1" kern="100" spc="75">
                <a:effectLst/>
                <a:latin typeface="Segoe UI" panose="020B0502040204020203" pitchFamily="34" charset="0"/>
                <a:ea typeface="DengXian" panose="02010600030101010101" pitchFamily="2" charset="-122"/>
                <a:cs typeface="Segoe UI" panose="020B0502040204020203" pitchFamily="34" charset="0"/>
              </a:rPr>
              <a:t>                                                                                                         </a:t>
            </a:r>
          </a:p>
        </p:txBody>
      </p:sp>
      <p:sp>
        <p:nvSpPr>
          <p:cNvPr id="3" name="TextBox 2">
            <a:extLst>
              <a:ext uri="{FF2B5EF4-FFF2-40B4-BE49-F238E27FC236}">
                <a16:creationId xmlns:a16="http://schemas.microsoft.com/office/drawing/2014/main" id="{7C198123-DEE5-E44D-EF53-F3A7B6CAEB12}"/>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a:t>
            </a:r>
            <a:r>
              <a:rPr lang="en-SG" sz="1400" err="1">
                <a:solidFill>
                  <a:prstClr val="black"/>
                </a:solidFill>
                <a:latin typeface="Segoe UI"/>
                <a:cs typeface="Segoe UI"/>
              </a:rPr>
              <a:t>nfess</a:t>
            </a:r>
            <a:r>
              <a:rPr lang="en-US" sz="1400">
                <a:solidFill>
                  <a:prstClr val="black"/>
                </a:solidFill>
                <a:latin typeface="Segoe UI"/>
                <a:cs typeface="Segoe UI"/>
              </a:rPr>
              <a:t>ion: 2 of 2</a:t>
            </a:r>
          </a:p>
        </p:txBody>
      </p:sp>
      <p:sp>
        <p:nvSpPr>
          <p:cNvPr id="10" name="TextBox 9">
            <a:extLst>
              <a:ext uri="{FF2B5EF4-FFF2-40B4-BE49-F238E27FC236}">
                <a16:creationId xmlns:a16="http://schemas.microsoft.com/office/drawing/2014/main" id="{BC8699E5-301E-A723-688E-C5414CA4E61B}"/>
              </a:ext>
            </a:extLst>
          </p:cNvPr>
          <p:cNvSpPr txBox="1"/>
          <p:nvPr/>
        </p:nvSpPr>
        <p:spPr>
          <a:xfrm>
            <a:off x="-107349" y="2747213"/>
            <a:ext cx="9350322" cy="1128514"/>
          </a:xfrm>
          <a:prstGeom prst="rect">
            <a:avLst/>
          </a:prstGeom>
          <a:noFill/>
        </p:spPr>
        <p:txBody>
          <a:bodyPr wrap="square">
            <a:spAutoFit/>
          </a:bodyPr>
          <a:lstStyle/>
          <a:p>
            <a:pPr algn="ctr">
              <a:spcAft>
                <a:spcPts val="800"/>
              </a:spcAft>
              <a:buNone/>
            </a:pPr>
            <a:r>
              <a:rPr lang="en-SG" i="1" kern="100" spc="75" err="1">
                <a:effectLst/>
                <a:latin typeface="Kartika" panose="02020503030404060203" pitchFamily="18" charset="0"/>
                <a:ea typeface="Times New Roman" panose="02020603050405020304" pitchFamily="18" charset="0"/>
                <a:cs typeface="Kartika" panose="02020503030404060203" pitchFamily="18" charset="0"/>
              </a:rPr>
              <a:t>യേശുവേ</a:t>
            </a:r>
            <a:r>
              <a:rPr lang="en-SG"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i="1" kern="100" spc="75" err="1">
                <a:effectLst/>
                <a:latin typeface="Kartika" panose="02020503030404060203" pitchFamily="18" charset="0"/>
                <a:ea typeface="Times New Roman" panose="02020603050405020304" pitchFamily="18" charset="0"/>
                <a:cs typeface="Kartika" panose="02020503030404060203" pitchFamily="18" charset="0"/>
              </a:rPr>
              <a:t>നീ</a:t>
            </a:r>
            <a:r>
              <a:rPr lang="en-SG"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i="1" kern="100" spc="75" err="1">
                <a:effectLst/>
                <a:latin typeface="Kartika" panose="02020503030404060203" pitchFamily="18" charset="0"/>
                <a:ea typeface="Times New Roman" panose="02020603050405020304" pitchFamily="18" charset="0"/>
                <a:cs typeface="Kartika" panose="02020503030404060203" pitchFamily="18" charset="0"/>
              </a:rPr>
              <a:t>വലിയവ</a:t>
            </a:r>
            <a:r>
              <a:rPr lang="en-SG" i="1" kern="100" spc="75">
                <a:effectLst/>
                <a:latin typeface="Kartika" panose="02020503030404060203" pitchFamily="18" charset="0"/>
                <a:ea typeface="Times New Roman" panose="02020603050405020304" pitchFamily="18" charset="0"/>
                <a:cs typeface="Kartika" panose="02020503030404060203" pitchFamily="18" charset="0"/>
              </a:rPr>
              <a:t>ൻ </a:t>
            </a:r>
            <a:r>
              <a:rPr lang="en-SG" i="1" kern="100" spc="75" err="1">
                <a:effectLst/>
                <a:latin typeface="Kartika" panose="02020503030404060203" pitchFamily="18" charset="0"/>
                <a:ea typeface="Times New Roman" panose="02020603050405020304" pitchFamily="18" charset="0"/>
                <a:cs typeface="Kartika" panose="02020503030404060203" pitchFamily="18" charset="0"/>
              </a:rPr>
              <a:t>യേശുവേ</a:t>
            </a:r>
            <a:r>
              <a:rPr lang="en-SG"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i="1" kern="100" spc="75" err="1">
                <a:effectLst/>
                <a:latin typeface="Kartika" panose="02020503030404060203" pitchFamily="18" charset="0"/>
                <a:ea typeface="Times New Roman" panose="02020603050405020304" pitchFamily="18" charset="0"/>
                <a:cs typeface="Kartika" panose="02020503030404060203" pitchFamily="18" charset="0"/>
              </a:rPr>
              <a:t>നീ</a:t>
            </a:r>
            <a:r>
              <a:rPr lang="en-SG"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i="1" kern="100" spc="75" err="1">
                <a:effectLst/>
                <a:latin typeface="Kartika" panose="02020503030404060203" pitchFamily="18" charset="0"/>
                <a:ea typeface="Times New Roman" panose="02020603050405020304" pitchFamily="18" charset="0"/>
                <a:cs typeface="Kartika" panose="02020503030404060203" pitchFamily="18" charset="0"/>
              </a:rPr>
              <a:t>പരിശുദ്ധ</a:t>
            </a:r>
            <a:r>
              <a:rPr lang="en-SG" i="1" kern="100" spc="75">
                <a:effectLst/>
                <a:latin typeface="Kartika" panose="02020503030404060203" pitchFamily="18" charset="0"/>
                <a:ea typeface="Times New Roman" panose="02020603050405020304" pitchFamily="18" charset="0"/>
                <a:cs typeface="Kartika" panose="02020503030404060203" pitchFamily="18" charset="0"/>
              </a:rPr>
              <a:t>ൻ</a:t>
            </a:r>
            <a:endParaRPr lang="en-SG" i="1" kern="100" spc="75">
              <a:effectLst/>
              <a:latin typeface="Kartika" panose="02020503030404060203" pitchFamily="18" charset="0"/>
              <a:ea typeface="DengXian" panose="02010600030101010101" pitchFamily="2" charset="-122"/>
              <a:cs typeface="Kartika" panose="02020503030404060203" pitchFamily="18" charset="0"/>
            </a:endParaRPr>
          </a:p>
          <a:p>
            <a:pPr algn="ctr">
              <a:spcAft>
                <a:spcPts val="800"/>
              </a:spcAft>
              <a:buNone/>
            </a:pPr>
            <a:r>
              <a:rPr lang="en-SG" i="1" kern="100" spc="75" err="1">
                <a:effectLst/>
                <a:latin typeface="Kartika" panose="02020503030404060203" pitchFamily="18" charset="0"/>
                <a:ea typeface="Times New Roman" panose="02020603050405020304" pitchFamily="18" charset="0"/>
                <a:cs typeface="Kartika" panose="02020503030404060203" pitchFamily="18" charset="0"/>
              </a:rPr>
              <a:t>യേശുവേ</a:t>
            </a:r>
            <a:r>
              <a:rPr lang="en-SG"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i="1" kern="100" spc="75" err="1">
                <a:effectLst/>
                <a:latin typeface="Kartika" panose="02020503030404060203" pitchFamily="18" charset="0"/>
                <a:ea typeface="Times New Roman" panose="02020603050405020304" pitchFamily="18" charset="0"/>
                <a:cs typeface="Kartika" panose="02020503030404060203" pitchFamily="18" charset="0"/>
              </a:rPr>
              <a:t>നീ</a:t>
            </a:r>
            <a:r>
              <a:rPr lang="en-SG"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i="1" kern="100" spc="75" err="1">
                <a:effectLst/>
                <a:latin typeface="Kartika" panose="02020503030404060203" pitchFamily="18" charset="0"/>
                <a:ea typeface="Times New Roman" panose="02020603050405020304" pitchFamily="18" charset="0"/>
                <a:cs typeface="Kartika" panose="02020503030404060203" pitchFamily="18" charset="0"/>
              </a:rPr>
              <a:t>നല്ലവ</a:t>
            </a:r>
            <a:r>
              <a:rPr lang="en-SG" i="1" kern="100" spc="75">
                <a:effectLst/>
                <a:latin typeface="Kartika" panose="02020503030404060203" pitchFamily="18" charset="0"/>
                <a:ea typeface="Times New Roman" panose="02020603050405020304" pitchFamily="18" charset="0"/>
                <a:cs typeface="Kartika" panose="02020503030404060203" pitchFamily="18" charset="0"/>
              </a:rPr>
              <a:t>ൻ </a:t>
            </a:r>
            <a:r>
              <a:rPr lang="en-SG" i="1" kern="100" spc="75" err="1">
                <a:effectLst/>
                <a:latin typeface="Kartika" panose="02020503030404060203" pitchFamily="18" charset="0"/>
                <a:ea typeface="Times New Roman" panose="02020603050405020304" pitchFamily="18" charset="0"/>
                <a:cs typeface="Kartika" panose="02020503030404060203" pitchFamily="18" charset="0"/>
              </a:rPr>
              <a:t>യേശുവേ</a:t>
            </a:r>
            <a:r>
              <a:rPr lang="en-SG"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i="1" kern="100" spc="75" err="1">
                <a:effectLst/>
                <a:latin typeface="Kartika" panose="02020503030404060203" pitchFamily="18" charset="0"/>
                <a:ea typeface="Times New Roman" panose="02020603050405020304" pitchFamily="18" charset="0"/>
                <a:cs typeface="Kartika" panose="02020503030404060203" pitchFamily="18" charset="0"/>
              </a:rPr>
              <a:t>നീ</a:t>
            </a:r>
            <a:r>
              <a:rPr lang="en-SG"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i="1" kern="100" spc="75" err="1">
                <a:effectLst/>
                <a:latin typeface="Kartika" panose="02020503030404060203" pitchFamily="18" charset="0"/>
                <a:ea typeface="Times New Roman" panose="02020603050405020304" pitchFamily="18" charset="0"/>
                <a:cs typeface="Kartika" panose="02020503030404060203" pitchFamily="18" charset="0"/>
              </a:rPr>
              <a:t>വല്ലഭ</a:t>
            </a:r>
            <a:r>
              <a:rPr lang="en-SG" i="1" kern="100" spc="75">
                <a:effectLst/>
                <a:latin typeface="Kartika" panose="02020503030404060203" pitchFamily="18" charset="0"/>
                <a:ea typeface="Times New Roman" panose="02020603050405020304" pitchFamily="18" charset="0"/>
                <a:cs typeface="Kartika" panose="02020503030404060203" pitchFamily="18" charset="0"/>
              </a:rPr>
              <a:t>ൻ </a:t>
            </a:r>
            <a:endParaRPr lang="en-SG" i="1" kern="100" spc="75">
              <a:effectLst/>
              <a:latin typeface="Kartika" panose="02020503030404060203" pitchFamily="18" charset="0"/>
              <a:ea typeface="DengXian" panose="02010600030101010101" pitchFamily="2" charset="-122"/>
              <a:cs typeface="Kartika" panose="02020503030404060203" pitchFamily="18" charset="0"/>
            </a:endParaRPr>
          </a:p>
          <a:p>
            <a:pPr algn="ctr">
              <a:spcAft>
                <a:spcPts val="800"/>
              </a:spcAft>
            </a:pPr>
            <a:r>
              <a:rPr lang="en-SG" i="1" kern="100" spc="75" err="1">
                <a:effectLst/>
                <a:latin typeface="Kartika" panose="02020503030404060203" pitchFamily="18" charset="0"/>
                <a:ea typeface="Times New Roman" panose="02020603050405020304" pitchFamily="18" charset="0"/>
                <a:cs typeface="Kartika" panose="02020503030404060203" pitchFamily="18" charset="0"/>
              </a:rPr>
              <a:t>പാപത്തെ</a:t>
            </a:r>
            <a:r>
              <a:rPr lang="en-SG"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i="1" kern="100" spc="75" err="1">
                <a:effectLst/>
                <a:latin typeface="Kartika" panose="02020503030404060203" pitchFamily="18" charset="0"/>
                <a:ea typeface="Times New Roman" panose="02020603050405020304" pitchFamily="18" charset="0"/>
                <a:cs typeface="Kartika" panose="02020503030404060203" pitchFamily="18" charset="0"/>
              </a:rPr>
              <a:t>വെറുത്തു</a:t>
            </a:r>
            <a:r>
              <a:rPr lang="en-SG"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i="1" kern="100" spc="75" err="1">
                <a:effectLst/>
                <a:latin typeface="Kartika" panose="02020503030404060203" pitchFamily="18" charset="0"/>
                <a:ea typeface="Times New Roman" panose="02020603050405020304" pitchFamily="18" charset="0"/>
                <a:cs typeface="Kartika" panose="02020503030404060203" pitchFamily="18" charset="0"/>
              </a:rPr>
              <a:t>ജീവിപ്പാ</a:t>
            </a:r>
            <a:r>
              <a:rPr lang="en-SG" i="1" kern="100" spc="75">
                <a:effectLst/>
                <a:latin typeface="Kartika" panose="02020503030404060203" pitchFamily="18" charset="0"/>
                <a:ea typeface="Times New Roman" panose="02020603050405020304" pitchFamily="18" charset="0"/>
                <a:cs typeface="Kartika" panose="02020503030404060203" pitchFamily="18" charset="0"/>
              </a:rPr>
              <a:t>ൻ </a:t>
            </a:r>
            <a:r>
              <a:rPr lang="en-SG" i="1" kern="100" spc="75" err="1">
                <a:effectLst/>
                <a:latin typeface="Kartika" panose="02020503030404060203" pitchFamily="18" charset="0"/>
                <a:ea typeface="Times New Roman" panose="02020603050405020304" pitchFamily="18" charset="0"/>
                <a:cs typeface="Kartika" panose="02020503030404060203" pitchFamily="18" charset="0"/>
              </a:rPr>
              <a:t>പാപബോധം</a:t>
            </a:r>
            <a:r>
              <a:rPr lang="en-SG"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i="1" kern="100" spc="75" err="1">
                <a:effectLst/>
                <a:latin typeface="Kartika" panose="02020503030404060203" pitchFamily="18" charset="0"/>
                <a:ea typeface="Times New Roman" panose="02020603050405020304" pitchFamily="18" charset="0"/>
                <a:cs typeface="Kartika" panose="02020503030404060203" pitchFamily="18" charset="0"/>
              </a:rPr>
              <a:t>ഞങ്ങളിൽതരൂ</a:t>
            </a:r>
            <a:r>
              <a:rPr lang="en-SG" i="1" kern="100" spc="75">
                <a:effectLst/>
                <a:latin typeface="Kartika" panose="02020503030404060203" pitchFamily="18" charset="0"/>
                <a:ea typeface="Times New Roman" panose="02020603050405020304" pitchFamily="18" charset="0"/>
                <a:cs typeface="Kartika" panose="02020503030404060203" pitchFamily="18" charset="0"/>
              </a:rPr>
              <a:t> (2)</a:t>
            </a:r>
            <a:endParaRPr lang="en-SG" i="1" kern="100" spc="75">
              <a:effectLst/>
              <a:latin typeface="Kartika" panose="02020503030404060203" pitchFamily="18" charset="0"/>
              <a:ea typeface="DengXian" panose="02010600030101010101" pitchFamily="2" charset="-122"/>
              <a:cs typeface="Kartika" panose="02020503030404060203" pitchFamily="18" charset="0"/>
            </a:endParaRPr>
          </a:p>
        </p:txBody>
      </p:sp>
    </p:spTree>
    <p:extLst>
      <p:ext uri="{BB962C8B-B14F-4D97-AF65-F5344CB8AC3E}">
        <p14:creationId xmlns:p14="http://schemas.microsoft.com/office/powerpoint/2010/main" val="19681977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CFF2E4-6CD7-C54A-96A9-EDD25A5854ED}"/>
              </a:ext>
            </a:extLst>
          </p:cNvPr>
          <p:cNvSpPr txBox="1">
            <a:spLocks/>
          </p:cNvSpPr>
          <p:nvPr/>
        </p:nvSpPr>
        <p:spPr>
          <a:xfrm>
            <a:off x="2004934" y="1543798"/>
            <a:ext cx="5134132" cy="1027952"/>
          </a:xfrm>
          <a:prstGeom prst="rect">
            <a:avLst/>
          </a:prstGeom>
          <a:noFill/>
          <a:ln w="19050">
            <a:noFill/>
          </a:ln>
        </p:spPr>
        <p:txBody>
          <a:bodyPr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tab pos="1423880" algn="l"/>
              </a:tabLst>
              <a:defRPr/>
            </a:pPr>
            <a:r>
              <a:rPr kumimoji="0" lang="en-US" sz="6600" b="1" i="0" u="none" strike="noStrike" kern="1200" cap="none" spc="0" normalizeH="0" baseline="0" noProof="0">
                <a:ln>
                  <a:noFill/>
                </a:ln>
                <a:solidFill>
                  <a:prstClr val="black"/>
                </a:solidFill>
                <a:effectLst/>
                <a:uLnTx/>
                <a:uFillTx/>
                <a:latin typeface="Gabriola" pitchFamily="82" charset="0"/>
                <a:ea typeface="+mn-ea"/>
                <a:cs typeface="+mn-cs"/>
              </a:rPr>
              <a:t>Holy Communion</a:t>
            </a:r>
          </a:p>
        </p:txBody>
      </p:sp>
    </p:spTree>
    <p:extLst>
      <p:ext uri="{BB962C8B-B14F-4D97-AF65-F5344CB8AC3E}">
        <p14:creationId xmlns:p14="http://schemas.microsoft.com/office/powerpoint/2010/main" val="2905557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mn-lt"/>
                <a:cs typeface="Segoe UI"/>
              </a:rPr>
              <a:t>Holy Communion – </a:t>
            </a:r>
            <a:r>
              <a:rPr lang="en-GB" err="1">
                <a:latin typeface="Segoe UI" panose="020B0502040204020203" pitchFamily="34" charset="0"/>
              </a:rPr>
              <a:t>Jeevanulla</a:t>
            </a:r>
            <a:r>
              <a:rPr lang="en-GB">
                <a:latin typeface="Segoe UI" panose="020B0502040204020203" pitchFamily="34" charset="0"/>
              </a:rPr>
              <a:t> </a:t>
            </a:r>
            <a:r>
              <a:rPr lang="en-GB" err="1">
                <a:latin typeface="Segoe UI" panose="020B0502040204020203" pitchFamily="34" charset="0"/>
              </a:rPr>
              <a:t>devane</a:t>
            </a:r>
            <a:r>
              <a:rPr lang="en-GB">
                <a:latin typeface="Segoe UI" panose="020B0502040204020203" pitchFamily="34" charset="0"/>
              </a:rPr>
              <a:t> </a:t>
            </a:r>
            <a:r>
              <a:rPr lang="en-GB" err="1">
                <a:latin typeface="Segoe UI" panose="020B0502040204020203" pitchFamily="34" charset="0"/>
              </a:rPr>
              <a:t>varoo</a:t>
            </a:r>
            <a:endParaRPr lang="en-US">
              <a:latin typeface="Segoe UI"/>
            </a:endParaRPr>
          </a:p>
        </p:txBody>
      </p:sp>
      <p:pic>
        <p:nvPicPr>
          <p:cNvPr id="4" name="Picture 3" descr="A picture containing wall, indoor, table, decorated&#10;&#10;Description automatically generated">
            <a:extLst>
              <a:ext uri="{FF2B5EF4-FFF2-40B4-BE49-F238E27FC236}">
                <a16:creationId xmlns:a16="http://schemas.microsoft.com/office/drawing/2014/main" id="{1AF550E5-F564-47AA-B28E-A13F342C3A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30000" y="705624"/>
            <a:ext cx="6084000" cy="405726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635572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7A72D-54AD-8DDF-CD4F-0D809E851E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1452F6-25BD-97BB-B4C8-1C7B1502542D}"/>
              </a:ext>
            </a:extLst>
          </p:cNvPr>
          <p:cNvSpPr>
            <a:spLocks noGrp="1"/>
          </p:cNvSpPr>
          <p:nvPr>
            <p:ph type="title"/>
          </p:nvPr>
        </p:nvSpPr>
        <p:spPr/>
        <p:txBody>
          <a:bodyPr/>
          <a:lstStyle/>
          <a:p>
            <a:r>
              <a:rPr lang="en-GB">
                <a:latin typeface="Segoe UI"/>
                <a:cs typeface="Segoe UI"/>
              </a:rPr>
              <a:t>Holy Communion</a:t>
            </a:r>
            <a:r>
              <a:rPr lang="en-GB">
                <a:latin typeface="Segoe UI" panose="020B0502040204020203" pitchFamily="34" charset="0"/>
              </a:rPr>
              <a:t>- </a:t>
            </a:r>
            <a:r>
              <a:rPr lang="en-GB" err="1">
                <a:latin typeface="Segoe UI" panose="020B0502040204020203" pitchFamily="34" charset="0"/>
              </a:rPr>
              <a:t>Jeevanulla</a:t>
            </a:r>
            <a:r>
              <a:rPr lang="en-GB">
                <a:latin typeface="Segoe UI" panose="020B0502040204020203" pitchFamily="34" charset="0"/>
              </a:rPr>
              <a:t> </a:t>
            </a:r>
            <a:r>
              <a:rPr lang="en-GB" err="1">
                <a:latin typeface="Segoe UI" panose="020B0502040204020203" pitchFamily="34" charset="0"/>
              </a:rPr>
              <a:t>devane</a:t>
            </a:r>
            <a:r>
              <a:rPr lang="en-GB">
                <a:latin typeface="Segoe UI" panose="020B0502040204020203" pitchFamily="34" charset="0"/>
              </a:rPr>
              <a:t> </a:t>
            </a:r>
            <a:r>
              <a:rPr lang="en-GB" err="1">
                <a:latin typeface="Segoe UI" panose="020B0502040204020203" pitchFamily="34" charset="0"/>
              </a:rPr>
              <a:t>varoo</a:t>
            </a:r>
            <a:endParaRPr lang="en-GB">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A3FDFA01-80AD-3452-633D-3F894ACF9A9F}"/>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a:t>
            </a:r>
            <a:r>
              <a:rPr lang="en-SG" sz="1400" err="1">
                <a:solidFill>
                  <a:prstClr val="black"/>
                </a:solidFill>
                <a:latin typeface="Segoe UI"/>
                <a:cs typeface="Segoe UI"/>
              </a:rPr>
              <a:t>mmun</a:t>
            </a:r>
            <a:r>
              <a:rPr lang="en-US" sz="1400">
                <a:solidFill>
                  <a:prstClr val="black"/>
                </a:solidFill>
                <a:latin typeface="Segoe UI"/>
                <a:cs typeface="Segoe UI"/>
              </a:rPr>
              <a:t>ion</a:t>
            </a:r>
            <a:r>
              <a:rPr lang="en-US" sz="1400" dirty="0">
                <a:solidFill>
                  <a:prstClr val="black"/>
                </a:solidFill>
                <a:latin typeface="Segoe UI"/>
                <a:cs typeface="Segoe UI"/>
              </a:rPr>
              <a:t> 1</a:t>
            </a:r>
            <a:r>
              <a:rPr lang="en-US" sz="1400">
                <a:solidFill>
                  <a:prstClr val="black"/>
                </a:solidFill>
                <a:latin typeface="Segoe UI"/>
                <a:cs typeface="Segoe UI"/>
              </a:rPr>
              <a:t>: 1 of 6</a:t>
            </a:r>
          </a:p>
        </p:txBody>
      </p:sp>
      <p:sp>
        <p:nvSpPr>
          <p:cNvPr id="4" name="TextBox 3">
            <a:extLst>
              <a:ext uri="{FF2B5EF4-FFF2-40B4-BE49-F238E27FC236}">
                <a16:creationId xmlns:a16="http://schemas.microsoft.com/office/drawing/2014/main" id="{652CBF36-0BB8-CDED-0449-91DC5C463106}"/>
              </a:ext>
            </a:extLst>
          </p:cNvPr>
          <p:cNvSpPr txBox="1"/>
          <p:nvPr/>
        </p:nvSpPr>
        <p:spPr>
          <a:xfrm>
            <a:off x="1581618" y="711518"/>
            <a:ext cx="5972393" cy="2246769"/>
          </a:xfrm>
          <a:prstGeom prst="rect">
            <a:avLst/>
          </a:prstGeom>
          <a:noFill/>
        </p:spPr>
        <p:txBody>
          <a:bodyPr wrap="square" lIns="91440" tIns="45720" rIns="91440" bIns="45720" rtlCol="0" anchor="t">
            <a:spAutoFit/>
          </a:bodyPr>
          <a:lstStyle/>
          <a:p>
            <a:pPr algn="ctr"/>
            <a:r>
              <a:rPr lang="en-SG" sz="2800" err="1">
                <a:latin typeface="Segoe UI"/>
                <a:ea typeface="Calibri"/>
                <a:cs typeface="Segoe UI"/>
              </a:rPr>
              <a:t>j</a:t>
            </a:r>
            <a:r>
              <a:rPr lang="en-SG" sz="2800" err="1">
                <a:effectLst/>
                <a:latin typeface="Segoe UI"/>
                <a:ea typeface="Calibri"/>
                <a:cs typeface="Segoe UI"/>
              </a:rPr>
              <a:t>eevanulla</a:t>
            </a:r>
            <a:r>
              <a:rPr lang="en-SG" sz="2800" dirty="0">
                <a:effectLst/>
                <a:latin typeface="Segoe UI"/>
                <a:ea typeface="Calibri"/>
                <a:cs typeface="Segoe UI"/>
              </a:rPr>
              <a:t> </a:t>
            </a:r>
            <a:r>
              <a:rPr lang="en-SG" sz="2800" err="1">
                <a:effectLst/>
                <a:latin typeface="Segoe UI"/>
                <a:ea typeface="Calibri"/>
                <a:cs typeface="Segoe UI"/>
              </a:rPr>
              <a:t>devane</a:t>
            </a:r>
            <a:r>
              <a:rPr lang="en-SG" sz="2800" dirty="0">
                <a:effectLst/>
                <a:latin typeface="Segoe UI"/>
                <a:ea typeface="Calibri"/>
                <a:cs typeface="Segoe UI"/>
              </a:rPr>
              <a:t> </a:t>
            </a:r>
            <a:r>
              <a:rPr lang="en-SG" sz="2800" err="1">
                <a:effectLst/>
                <a:latin typeface="Segoe UI"/>
                <a:ea typeface="Calibri"/>
                <a:cs typeface="Segoe UI"/>
              </a:rPr>
              <a:t>varoo</a:t>
            </a:r>
            <a:r>
              <a:rPr lang="en-SG" sz="2800" dirty="0">
                <a:latin typeface="Segoe UI"/>
                <a:ea typeface="Calibri"/>
                <a:cs typeface="Segoe UI"/>
              </a:rPr>
              <a:t>;   </a:t>
            </a:r>
          </a:p>
          <a:p>
            <a:pPr algn="ctr"/>
            <a:r>
              <a:rPr lang="en-SG" sz="2800" dirty="0">
                <a:latin typeface="Segoe UI"/>
                <a:ea typeface="Calibri"/>
                <a:cs typeface="Segoe UI"/>
              </a:rPr>
              <a:t> </a:t>
            </a:r>
            <a:r>
              <a:rPr lang="en-SG" sz="2800" err="1">
                <a:latin typeface="Segoe UI"/>
                <a:ea typeface="Calibri"/>
                <a:cs typeface="Segoe UI"/>
              </a:rPr>
              <a:t>jeeva</a:t>
            </a:r>
            <a:r>
              <a:rPr lang="en-SG" sz="2800" dirty="0">
                <a:latin typeface="Segoe UI"/>
                <a:ea typeface="Calibri"/>
                <a:cs typeface="Segoe UI"/>
              </a:rPr>
              <a:t> </a:t>
            </a:r>
            <a:r>
              <a:rPr lang="en-SG" sz="2800" err="1">
                <a:latin typeface="Segoe UI"/>
                <a:ea typeface="Calibri"/>
                <a:cs typeface="Segoe UI"/>
              </a:rPr>
              <a:t>vaakyam</a:t>
            </a:r>
            <a:r>
              <a:rPr lang="en-SG" sz="2800" dirty="0">
                <a:latin typeface="Segoe UI"/>
                <a:ea typeface="Calibri"/>
                <a:cs typeface="Segoe UI"/>
              </a:rPr>
              <a:t> </a:t>
            </a:r>
            <a:r>
              <a:rPr lang="en-SG" sz="2800" err="1">
                <a:latin typeface="Segoe UI"/>
                <a:ea typeface="Calibri"/>
                <a:cs typeface="Segoe UI"/>
              </a:rPr>
              <a:t>oothuvan</a:t>
            </a:r>
            <a:r>
              <a:rPr lang="en-SG" sz="2800" dirty="0">
                <a:latin typeface="Segoe UI"/>
                <a:ea typeface="Calibri"/>
                <a:cs typeface="Segoe UI"/>
              </a:rPr>
              <a:t> </a:t>
            </a:r>
            <a:r>
              <a:rPr lang="en-SG" sz="2800" err="1">
                <a:latin typeface="Segoe UI"/>
                <a:ea typeface="Calibri"/>
                <a:cs typeface="Segoe UI"/>
              </a:rPr>
              <a:t>varu</a:t>
            </a:r>
            <a:r>
              <a:rPr lang="en-SG" sz="2800" dirty="0">
                <a:latin typeface="Segoe UI"/>
                <a:ea typeface="Calibri"/>
                <a:cs typeface="Segoe UI"/>
              </a:rPr>
              <a:t>                                                                                                                                                                                                      </a:t>
            </a:r>
            <a:r>
              <a:rPr lang="en-SG" sz="2800" err="1">
                <a:latin typeface="Segoe UI"/>
                <a:ea typeface="Calibri"/>
                <a:cs typeface="Segoe UI"/>
              </a:rPr>
              <a:t>pa</a:t>
            </a:r>
            <a:r>
              <a:rPr lang="en-SG" sz="2800" err="1">
                <a:effectLst/>
                <a:latin typeface="Segoe UI"/>
                <a:ea typeface="Calibri"/>
                <a:cs typeface="Segoe UI"/>
              </a:rPr>
              <a:t>apathe</a:t>
            </a:r>
            <a:r>
              <a:rPr lang="en-SG" sz="2800" dirty="0">
                <a:effectLst/>
                <a:latin typeface="Segoe UI"/>
                <a:ea typeface="Calibri"/>
                <a:cs typeface="Segoe UI"/>
              </a:rPr>
              <a:t> </a:t>
            </a:r>
            <a:r>
              <a:rPr lang="en-SG" sz="2800" err="1">
                <a:effectLst/>
                <a:latin typeface="Segoe UI"/>
                <a:ea typeface="Calibri"/>
                <a:cs typeface="Segoe UI"/>
              </a:rPr>
              <a:t>veruthu</a:t>
            </a:r>
            <a:r>
              <a:rPr lang="en-SG" sz="2800" dirty="0">
                <a:latin typeface="Segoe UI"/>
                <a:ea typeface="Calibri"/>
                <a:cs typeface="Segoe UI"/>
              </a:rPr>
              <a:t> </a:t>
            </a:r>
            <a:r>
              <a:rPr lang="en-SG" sz="2800" err="1">
                <a:latin typeface="Segoe UI"/>
                <a:ea typeface="Calibri"/>
                <a:cs typeface="Segoe UI"/>
              </a:rPr>
              <a:t>jeevippan</a:t>
            </a:r>
            <a:r>
              <a:rPr lang="en-SG" sz="2800" dirty="0">
                <a:latin typeface="Segoe UI"/>
                <a:ea typeface="Calibri"/>
                <a:cs typeface="Segoe UI"/>
              </a:rPr>
              <a:t>; </a:t>
            </a:r>
          </a:p>
          <a:p>
            <a:pPr algn="ctr"/>
            <a:r>
              <a:rPr lang="en-SG" sz="2800" err="1">
                <a:latin typeface="Segoe UI"/>
                <a:ea typeface="Calibri"/>
                <a:cs typeface="Segoe UI"/>
              </a:rPr>
              <a:t>paapa</a:t>
            </a:r>
            <a:r>
              <a:rPr lang="en-SG" sz="2800" dirty="0">
                <a:latin typeface="Segoe UI"/>
                <a:ea typeface="Calibri"/>
                <a:cs typeface="Segoe UI"/>
              </a:rPr>
              <a:t> </a:t>
            </a:r>
            <a:r>
              <a:rPr lang="en-SG" sz="2800" err="1">
                <a:latin typeface="Segoe UI"/>
                <a:ea typeface="Calibri"/>
                <a:cs typeface="Segoe UI"/>
              </a:rPr>
              <a:t>bodham</a:t>
            </a:r>
            <a:r>
              <a:rPr lang="en-SG" sz="2800" dirty="0">
                <a:latin typeface="Segoe UI"/>
                <a:ea typeface="Calibri"/>
                <a:cs typeface="Segoe UI"/>
              </a:rPr>
              <a:t> </a:t>
            </a:r>
            <a:r>
              <a:rPr lang="en-SG" sz="2800" err="1">
                <a:latin typeface="Segoe UI"/>
                <a:ea typeface="Calibri"/>
                <a:cs typeface="Segoe UI"/>
              </a:rPr>
              <a:t>njangalil</a:t>
            </a:r>
            <a:r>
              <a:rPr lang="en-SG" sz="2800" dirty="0">
                <a:latin typeface="Segoe UI"/>
                <a:ea typeface="Calibri"/>
                <a:cs typeface="Segoe UI"/>
              </a:rPr>
              <a:t> </a:t>
            </a:r>
            <a:r>
              <a:rPr lang="en-SG" sz="2800" err="1">
                <a:latin typeface="Segoe UI"/>
                <a:ea typeface="Calibri"/>
                <a:cs typeface="Segoe UI"/>
              </a:rPr>
              <a:t>tharu</a:t>
            </a:r>
            <a:br>
              <a:rPr lang="en-SG" sz="2800">
                <a:effectLst/>
                <a:latin typeface="Segoe UI" panose="020B0502040204020203" pitchFamily="34" charset="0"/>
                <a:ea typeface="Calibri" panose="020F0502020204030204" pitchFamily="34" charset="0"/>
                <a:cs typeface="Segoe UI" panose="020B0502040204020203" pitchFamily="34" charset="0"/>
              </a:rPr>
            </a:br>
            <a:endParaRPr lang="en-SG" sz="2800" b="0" i="0">
              <a:effectLst/>
              <a:latin typeface="Segoe UI" panose="020B0502040204020203" pitchFamily="34" charset="0"/>
              <a:ea typeface="open sans"/>
              <a:cs typeface="Segoe UI" panose="020B0502040204020203" pitchFamily="34" charset="0"/>
            </a:endParaRPr>
          </a:p>
        </p:txBody>
      </p:sp>
      <p:sp>
        <p:nvSpPr>
          <p:cNvPr id="8" name="TextBox 7">
            <a:extLst>
              <a:ext uri="{FF2B5EF4-FFF2-40B4-BE49-F238E27FC236}">
                <a16:creationId xmlns:a16="http://schemas.microsoft.com/office/drawing/2014/main" id="{F7B28E9B-671F-EDDD-6418-16026F19FCFB}"/>
              </a:ext>
            </a:extLst>
          </p:cNvPr>
          <p:cNvSpPr txBox="1"/>
          <p:nvPr/>
        </p:nvSpPr>
        <p:spPr>
          <a:xfrm>
            <a:off x="1572242" y="2958287"/>
            <a:ext cx="5981769" cy="1877437"/>
          </a:xfrm>
          <a:prstGeom prst="rect">
            <a:avLst/>
          </a:prstGeom>
          <a:noFill/>
        </p:spPr>
        <p:txBody>
          <a:bodyPr wrap="square" lIns="91440" tIns="45720" rIns="91440" bIns="45720" rtlCol="0" anchor="t">
            <a:spAutoFit/>
          </a:bodyPr>
          <a:lstStyle/>
          <a:p>
            <a:pPr algn="ctr">
              <a:spcAft>
                <a:spcPts val="800"/>
              </a:spcAft>
              <a:buNone/>
            </a:pPr>
            <a:r>
              <a:rPr lang="en-SG" sz="2400" kern="100" spc="75" err="1">
                <a:effectLst/>
                <a:latin typeface="Kartika" panose="02020503030404060203" pitchFamily="18" charset="0"/>
                <a:ea typeface="Times New Roman" panose="02020603050405020304" pitchFamily="18" charset="0"/>
                <a:cs typeface="Kartika" panose="02020503030404060203" pitchFamily="18" charset="0"/>
              </a:rPr>
              <a:t>ജീവനുള്ള</a:t>
            </a:r>
            <a:r>
              <a:rPr lang="en-SG" sz="2400"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kern="100" spc="75" err="1">
                <a:effectLst/>
                <a:latin typeface="Kartika" panose="02020503030404060203" pitchFamily="18" charset="0"/>
                <a:ea typeface="Times New Roman" panose="02020603050405020304" pitchFamily="18" charset="0"/>
                <a:cs typeface="Kartika" panose="02020503030404060203" pitchFamily="18" charset="0"/>
              </a:rPr>
              <a:t>ദേവനേ</a:t>
            </a:r>
            <a:r>
              <a:rPr lang="en-SG" sz="2400"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kern="100" spc="75" err="1">
                <a:effectLst/>
                <a:latin typeface="Kartika" panose="02020503030404060203" pitchFamily="18" charset="0"/>
                <a:ea typeface="Times New Roman" panose="02020603050405020304" pitchFamily="18" charset="0"/>
                <a:cs typeface="Kartika" panose="02020503030404060203" pitchFamily="18" charset="0"/>
              </a:rPr>
              <a:t>വരൂ</a:t>
            </a:r>
            <a:r>
              <a:rPr lang="en-SG" sz="2400" kern="100" spc="75">
                <a:effectLst/>
                <a:latin typeface="Kartika" panose="02020503030404060203" pitchFamily="18" charset="0"/>
                <a:ea typeface="Times New Roman" panose="02020603050405020304" pitchFamily="18" charset="0"/>
                <a:cs typeface="Kartika" panose="02020503030404060203" pitchFamily="18" charset="0"/>
              </a:rPr>
              <a:t> </a:t>
            </a:r>
          </a:p>
          <a:p>
            <a:pPr algn="ctr">
              <a:spcAft>
                <a:spcPts val="800"/>
              </a:spcAft>
              <a:buNone/>
            </a:pPr>
            <a:r>
              <a:rPr lang="en-SG" sz="2400" kern="100" spc="75" err="1">
                <a:effectLst/>
                <a:latin typeface="Kartika" panose="02020503030404060203" pitchFamily="18" charset="0"/>
                <a:ea typeface="Times New Roman" panose="02020603050405020304" pitchFamily="18" charset="0"/>
                <a:cs typeface="Kartika" panose="02020503030404060203" pitchFamily="18" charset="0"/>
              </a:rPr>
              <a:t>ജീവവാക്യം</a:t>
            </a:r>
            <a:r>
              <a:rPr lang="en-SG" sz="2400"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kern="100" spc="75" err="1">
                <a:effectLst/>
                <a:latin typeface="Kartika" panose="02020503030404060203" pitchFamily="18" charset="0"/>
                <a:ea typeface="Times New Roman" panose="02020603050405020304" pitchFamily="18" charset="0"/>
                <a:cs typeface="Kartika" panose="02020503030404060203" pitchFamily="18" charset="0"/>
              </a:rPr>
              <a:t>ഓതുവാ</a:t>
            </a:r>
            <a:r>
              <a:rPr lang="en-SG" sz="2400" kern="100" spc="75">
                <a:effectLst/>
                <a:latin typeface="Kartika" panose="02020503030404060203" pitchFamily="18" charset="0"/>
                <a:ea typeface="Times New Roman" panose="02020603050405020304" pitchFamily="18" charset="0"/>
                <a:cs typeface="Kartika" panose="02020503030404060203" pitchFamily="18" charset="0"/>
              </a:rPr>
              <a:t>ൻ </a:t>
            </a:r>
            <a:r>
              <a:rPr lang="en-SG" sz="2400" kern="100" spc="75" err="1">
                <a:effectLst/>
                <a:latin typeface="Kartika" panose="02020503030404060203" pitchFamily="18" charset="0"/>
                <a:ea typeface="Times New Roman" panose="02020603050405020304" pitchFamily="18" charset="0"/>
                <a:cs typeface="Kartika" panose="02020503030404060203" pitchFamily="18" charset="0"/>
              </a:rPr>
              <a:t>വരൂ</a:t>
            </a:r>
            <a:endParaRPr lang="en-SG" sz="2400" kern="100" spc="75">
              <a:effectLst/>
              <a:latin typeface="Kartika" panose="02020503030404060203" pitchFamily="18" charset="0"/>
              <a:ea typeface="DengXian" panose="02010600030101010101" pitchFamily="2" charset="-122"/>
              <a:cs typeface="Kartika" panose="02020503030404060203" pitchFamily="18" charset="0"/>
            </a:endParaRPr>
          </a:p>
          <a:p>
            <a:pPr algn="ctr">
              <a:spcAft>
                <a:spcPts val="800"/>
              </a:spcAft>
            </a:pPr>
            <a:r>
              <a:rPr lang="en-SG" sz="2400" kern="100" spc="75" err="1">
                <a:effectLst/>
                <a:latin typeface="Kartika" panose="02020503030404060203" pitchFamily="18" charset="0"/>
                <a:ea typeface="Times New Roman" panose="02020603050405020304" pitchFamily="18" charset="0"/>
                <a:cs typeface="Kartika" panose="02020503030404060203" pitchFamily="18" charset="0"/>
              </a:rPr>
              <a:t>പാപത്തെ</a:t>
            </a:r>
            <a:r>
              <a:rPr lang="en-SG" sz="2400"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kern="100" spc="75" err="1">
                <a:effectLst/>
                <a:latin typeface="Kartika" panose="02020503030404060203" pitchFamily="18" charset="0"/>
                <a:ea typeface="Times New Roman" panose="02020603050405020304" pitchFamily="18" charset="0"/>
                <a:cs typeface="Kartika" panose="02020503030404060203" pitchFamily="18" charset="0"/>
              </a:rPr>
              <a:t>വെറുത്തു</a:t>
            </a:r>
            <a:r>
              <a:rPr lang="en-SG" sz="2400"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kern="100" spc="75" err="1">
                <a:effectLst/>
                <a:latin typeface="Kartika" panose="02020503030404060203" pitchFamily="18" charset="0"/>
                <a:ea typeface="Times New Roman" panose="02020603050405020304" pitchFamily="18" charset="0"/>
                <a:cs typeface="Kartika" panose="02020503030404060203" pitchFamily="18" charset="0"/>
              </a:rPr>
              <a:t>ജീവിപ്പാ</a:t>
            </a:r>
            <a:r>
              <a:rPr lang="en-SG" sz="2400" kern="100" spc="75">
                <a:effectLst/>
                <a:latin typeface="Kartika" panose="02020503030404060203" pitchFamily="18" charset="0"/>
                <a:ea typeface="Times New Roman" panose="02020603050405020304" pitchFamily="18" charset="0"/>
                <a:cs typeface="Kartika" panose="02020503030404060203" pitchFamily="18" charset="0"/>
              </a:rPr>
              <a:t>ൻ </a:t>
            </a:r>
          </a:p>
          <a:p>
            <a:pPr algn="ctr">
              <a:spcAft>
                <a:spcPts val="800"/>
              </a:spcAft>
            </a:pPr>
            <a:r>
              <a:rPr lang="en-SG" sz="2400" kern="100" spc="75" err="1">
                <a:effectLst/>
                <a:latin typeface="Kartika" panose="02020503030404060203" pitchFamily="18" charset="0"/>
                <a:ea typeface="Times New Roman" panose="02020603050405020304" pitchFamily="18" charset="0"/>
                <a:cs typeface="Kartika" panose="02020503030404060203" pitchFamily="18" charset="0"/>
              </a:rPr>
              <a:t>പാപബോധം</a:t>
            </a:r>
            <a:r>
              <a:rPr lang="en-SG" sz="2400"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kern="100" spc="75" err="1">
                <a:effectLst/>
                <a:latin typeface="Kartika" panose="02020503030404060203" pitchFamily="18" charset="0"/>
                <a:ea typeface="Times New Roman" panose="02020603050405020304" pitchFamily="18" charset="0"/>
                <a:cs typeface="Kartika" panose="02020503030404060203" pitchFamily="18" charset="0"/>
              </a:rPr>
              <a:t>ഞങ്ങളിൽതരൂ</a:t>
            </a:r>
            <a:endParaRPr lang="en-SG" sz="2400" kern="100" spc="75">
              <a:effectLst/>
              <a:latin typeface="Kartika" panose="02020503030404060203" pitchFamily="18" charset="0"/>
              <a:ea typeface="DengXian" panose="02010600030101010101" pitchFamily="2" charset="-122"/>
              <a:cs typeface="Kartika" panose="02020503030404060203" pitchFamily="18" charset="0"/>
            </a:endParaRPr>
          </a:p>
        </p:txBody>
      </p:sp>
      <p:sp>
        <p:nvSpPr>
          <p:cNvPr id="6" name="Right Brace 5">
            <a:extLst>
              <a:ext uri="{FF2B5EF4-FFF2-40B4-BE49-F238E27FC236}">
                <a16:creationId xmlns:a16="http://schemas.microsoft.com/office/drawing/2014/main" id="{5D9898E4-EEAD-DF61-0B17-1E630966A8BB}"/>
              </a:ext>
            </a:extLst>
          </p:cNvPr>
          <p:cNvSpPr/>
          <p:nvPr/>
        </p:nvSpPr>
        <p:spPr>
          <a:xfrm>
            <a:off x="7554011" y="3897005"/>
            <a:ext cx="142737" cy="776253"/>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SG"/>
          </a:p>
        </p:txBody>
      </p:sp>
      <p:grpSp>
        <p:nvGrpSpPr>
          <p:cNvPr id="11" name="Group 10">
            <a:extLst>
              <a:ext uri="{FF2B5EF4-FFF2-40B4-BE49-F238E27FC236}">
                <a16:creationId xmlns:a16="http://schemas.microsoft.com/office/drawing/2014/main" id="{73AC1B37-3C88-F23E-9F2F-DCCBAD5278CD}"/>
              </a:ext>
            </a:extLst>
          </p:cNvPr>
          <p:cNvGrpSpPr/>
          <p:nvPr/>
        </p:nvGrpSpPr>
        <p:grpSpPr>
          <a:xfrm>
            <a:off x="7554011" y="1736702"/>
            <a:ext cx="444423" cy="776253"/>
            <a:chOff x="7554011" y="1736702"/>
            <a:chExt cx="444423" cy="776253"/>
          </a:xfrm>
        </p:grpSpPr>
        <p:sp>
          <p:nvSpPr>
            <p:cNvPr id="5" name="Right Brace 4">
              <a:extLst>
                <a:ext uri="{FF2B5EF4-FFF2-40B4-BE49-F238E27FC236}">
                  <a16:creationId xmlns:a16="http://schemas.microsoft.com/office/drawing/2014/main" id="{DFBA905D-D7B7-B870-2573-12FD69A25370}"/>
                </a:ext>
              </a:extLst>
            </p:cNvPr>
            <p:cNvSpPr/>
            <p:nvPr/>
          </p:nvSpPr>
          <p:spPr>
            <a:xfrm>
              <a:off x="7554011" y="1736702"/>
              <a:ext cx="142737" cy="776253"/>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SG"/>
            </a:p>
          </p:txBody>
        </p:sp>
        <p:sp>
          <p:nvSpPr>
            <p:cNvPr id="7" name="TextBox 6">
              <a:extLst>
                <a:ext uri="{FF2B5EF4-FFF2-40B4-BE49-F238E27FC236}">
                  <a16:creationId xmlns:a16="http://schemas.microsoft.com/office/drawing/2014/main" id="{E976AE7A-AA17-AE57-C83D-C77499F8971A}"/>
                </a:ext>
              </a:extLst>
            </p:cNvPr>
            <p:cNvSpPr txBox="1"/>
            <p:nvPr/>
          </p:nvSpPr>
          <p:spPr>
            <a:xfrm>
              <a:off x="7696748" y="1934930"/>
              <a:ext cx="301686" cy="369332"/>
            </a:xfrm>
            <a:prstGeom prst="rect">
              <a:avLst/>
            </a:prstGeom>
            <a:noFill/>
          </p:spPr>
          <p:txBody>
            <a:bodyPr wrap="none" rtlCol="0">
              <a:spAutoFit/>
            </a:bodyPr>
            <a:lstStyle/>
            <a:p>
              <a:r>
                <a:rPr lang="en-US"/>
                <a:t>2</a:t>
              </a:r>
              <a:endParaRPr lang="en-SG"/>
            </a:p>
          </p:txBody>
        </p:sp>
      </p:grpSp>
      <p:sp>
        <p:nvSpPr>
          <p:cNvPr id="10" name="TextBox 9">
            <a:extLst>
              <a:ext uri="{FF2B5EF4-FFF2-40B4-BE49-F238E27FC236}">
                <a16:creationId xmlns:a16="http://schemas.microsoft.com/office/drawing/2014/main" id="{E36ED18A-73B3-6F33-17EB-BEA0DF11C142}"/>
              </a:ext>
            </a:extLst>
          </p:cNvPr>
          <p:cNvSpPr txBox="1"/>
          <p:nvPr/>
        </p:nvSpPr>
        <p:spPr>
          <a:xfrm>
            <a:off x="7725253" y="4100465"/>
            <a:ext cx="414440" cy="369332"/>
          </a:xfrm>
          <a:prstGeom prst="rect">
            <a:avLst/>
          </a:prstGeom>
          <a:noFill/>
        </p:spPr>
        <p:txBody>
          <a:bodyPr wrap="square">
            <a:spAutoFit/>
          </a:bodyPr>
          <a:lstStyle/>
          <a:p>
            <a:r>
              <a:rPr lang="en-US"/>
              <a:t>2</a:t>
            </a:r>
            <a:endParaRPr lang="en-SG"/>
          </a:p>
        </p:txBody>
      </p:sp>
    </p:spTree>
    <p:extLst>
      <p:ext uri="{BB962C8B-B14F-4D97-AF65-F5344CB8AC3E}">
        <p14:creationId xmlns:p14="http://schemas.microsoft.com/office/powerpoint/2010/main" val="12596127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F4BDD-66B9-3EC3-90C0-C27D79EFE4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56BBDD-51DE-B2AB-14FB-C587E2D6DDEA}"/>
              </a:ext>
            </a:extLst>
          </p:cNvPr>
          <p:cNvSpPr>
            <a:spLocks noGrp="1"/>
          </p:cNvSpPr>
          <p:nvPr>
            <p:ph type="title"/>
          </p:nvPr>
        </p:nvSpPr>
        <p:spPr/>
        <p:txBody>
          <a:bodyPr/>
          <a:lstStyle/>
          <a:p>
            <a:r>
              <a:rPr lang="en-GB">
                <a:latin typeface="Segoe UI"/>
                <a:cs typeface="Segoe UI"/>
              </a:rPr>
              <a:t>Holy Communion</a:t>
            </a:r>
            <a:r>
              <a:rPr lang="en-GB">
                <a:latin typeface="Segoe UI" panose="020B0502040204020203" pitchFamily="34" charset="0"/>
                <a:cs typeface="Segoe UI" panose="020B0502040204020203" pitchFamily="34" charset="0"/>
              </a:rPr>
              <a:t> – </a:t>
            </a:r>
            <a:r>
              <a:rPr lang="en-GB" err="1">
                <a:latin typeface="Segoe UI" panose="020B0502040204020203" pitchFamily="34" charset="0"/>
                <a:cs typeface="Segoe UI" panose="020B0502040204020203" pitchFamily="34" charset="0"/>
              </a:rPr>
              <a:t>Jeevanulla</a:t>
            </a:r>
            <a:r>
              <a:rPr lang="en-GB">
                <a:latin typeface="Segoe UI" panose="020B0502040204020203" pitchFamily="34" charset="0"/>
                <a:cs typeface="Segoe UI" panose="020B0502040204020203" pitchFamily="34" charset="0"/>
              </a:rPr>
              <a:t> </a:t>
            </a:r>
            <a:r>
              <a:rPr lang="en-GB" err="1">
                <a:latin typeface="Segoe UI" panose="020B0502040204020203" pitchFamily="34" charset="0"/>
                <a:cs typeface="Segoe UI" panose="020B0502040204020203" pitchFamily="34" charset="0"/>
              </a:rPr>
              <a:t>devane</a:t>
            </a:r>
            <a:r>
              <a:rPr lang="en-GB">
                <a:latin typeface="Segoe UI" panose="020B0502040204020203" pitchFamily="34" charset="0"/>
                <a:cs typeface="Segoe UI" panose="020B0502040204020203" pitchFamily="34" charset="0"/>
              </a:rPr>
              <a:t> </a:t>
            </a:r>
            <a:r>
              <a:rPr lang="en-GB" err="1">
                <a:latin typeface="Segoe UI" panose="020B0502040204020203" pitchFamily="34" charset="0"/>
                <a:cs typeface="Segoe UI" panose="020B0502040204020203" pitchFamily="34" charset="0"/>
              </a:rPr>
              <a:t>varoo</a:t>
            </a:r>
            <a:endParaRPr lang="en-GB">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480ED95E-39C6-DB0F-7468-699A74764841}"/>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a:t>
            </a:r>
            <a:r>
              <a:rPr lang="en-SG" sz="1400" err="1">
                <a:solidFill>
                  <a:prstClr val="black"/>
                </a:solidFill>
                <a:latin typeface="Segoe UI"/>
                <a:cs typeface="Segoe UI"/>
              </a:rPr>
              <a:t>mmun</a:t>
            </a:r>
            <a:r>
              <a:rPr lang="en-US" sz="1400">
                <a:solidFill>
                  <a:prstClr val="black"/>
                </a:solidFill>
                <a:latin typeface="Segoe UI"/>
                <a:cs typeface="Segoe UI"/>
              </a:rPr>
              <a:t>ion</a:t>
            </a:r>
            <a:r>
              <a:rPr lang="en-US" sz="1400" dirty="0">
                <a:solidFill>
                  <a:prstClr val="black"/>
                </a:solidFill>
                <a:latin typeface="Segoe UI"/>
                <a:cs typeface="Segoe UI"/>
              </a:rPr>
              <a:t> 1</a:t>
            </a:r>
            <a:r>
              <a:rPr lang="en-US" sz="1400">
                <a:solidFill>
                  <a:prstClr val="black"/>
                </a:solidFill>
                <a:latin typeface="Segoe UI"/>
                <a:cs typeface="Segoe UI"/>
              </a:rPr>
              <a:t>: 2 of 6</a:t>
            </a:r>
          </a:p>
        </p:txBody>
      </p:sp>
      <p:sp>
        <p:nvSpPr>
          <p:cNvPr id="11" name="TextBox 10">
            <a:extLst>
              <a:ext uri="{FF2B5EF4-FFF2-40B4-BE49-F238E27FC236}">
                <a16:creationId xmlns:a16="http://schemas.microsoft.com/office/drawing/2014/main" id="{1C0BE217-C35C-E326-6AF5-F9EADE903FB0}"/>
              </a:ext>
            </a:extLst>
          </p:cNvPr>
          <p:cNvSpPr txBox="1"/>
          <p:nvPr/>
        </p:nvSpPr>
        <p:spPr>
          <a:xfrm>
            <a:off x="-52626" y="2723874"/>
            <a:ext cx="9192442" cy="1877437"/>
          </a:xfrm>
          <a:prstGeom prst="rect">
            <a:avLst/>
          </a:prstGeom>
          <a:noFill/>
        </p:spPr>
        <p:txBody>
          <a:bodyPr wrap="square">
            <a:spAutoFit/>
          </a:bodyPr>
          <a:lstStyle/>
          <a:p>
            <a:pPr algn="ctr">
              <a:spcAft>
                <a:spcPts val="800"/>
              </a:spcAft>
              <a:buNone/>
            </a:pP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യേശുവേ</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നീ</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വലിയവ</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ൻ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യേശുവേ</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നീ</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പരിശുദ്ധ</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ൻ</a:t>
            </a:r>
            <a:endParaRPr lang="en-SG" sz="2400" i="1" kern="100" spc="75">
              <a:effectLst/>
              <a:latin typeface="Kartika" panose="02020503030404060203" pitchFamily="18" charset="0"/>
              <a:ea typeface="DengXian" panose="02010600030101010101" pitchFamily="2" charset="-122"/>
              <a:cs typeface="Kartika" panose="02020503030404060203" pitchFamily="18" charset="0"/>
            </a:endParaRPr>
          </a:p>
          <a:p>
            <a:pPr algn="ctr">
              <a:spcAft>
                <a:spcPts val="800"/>
              </a:spcAft>
              <a:buNone/>
            </a:pP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യേശുവേ</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നീ</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നല്ലവ</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ൻ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യേശുവേ</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നീ</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വല്ലഭ</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ൻ </a:t>
            </a:r>
            <a:endParaRPr lang="en-SG" sz="2400" i="1" kern="100" spc="75">
              <a:effectLst/>
              <a:latin typeface="Kartika" panose="02020503030404060203" pitchFamily="18" charset="0"/>
              <a:ea typeface="DengXian" panose="02010600030101010101" pitchFamily="2" charset="-122"/>
              <a:cs typeface="Kartika" panose="02020503030404060203" pitchFamily="18" charset="0"/>
            </a:endParaRPr>
          </a:p>
          <a:p>
            <a:pPr algn="ctr">
              <a:spcAft>
                <a:spcPts val="800"/>
              </a:spcAft>
            </a:pP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പാപത്തെ</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വെറുത്തു</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ജീവിപ്പാ</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ൻ </a:t>
            </a:r>
          </a:p>
          <a:p>
            <a:pPr algn="ctr">
              <a:spcAft>
                <a:spcPts val="800"/>
              </a:spcAft>
            </a:pP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പാപബോധം</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ഞങ്ങളിൽതരൂ</a:t>
            </a:r>
            <a:endParaRPr lang="en-SG" sz="2400" i="1" kern="100" spc="75">
              <a:effectLst/>
              <a:latin typeface="Kartika" panose="02020503030404060203" pitchFamily="18" charset="0"/>
              <a:ea typeface="DengXian" panose="02010600030101010101" pitchFamily="2" charset="-122"/>
              <a:cs typeface="Kartika" panose="02020503030404060203" pitchFamily="18" charset="0"/>
            </a:endParaRPr>
          </a:p>
        </p:txBody>
      </p:sp>
      <p:sp>
        <p:nvSpPr>
          <p:cNvPr id="12" name="TextBox 11">
            <a:extLst>
              <a:ext uri="{FF2B5EF4-FFF2-40B4-BE49-F238E27FC236}">
                <a16:creationId xmlns:a16="http://schemas.microsoft.com/office/drawing/2014/main" id="{3D6180EF-92E0-69C6-17FA-0BFCBCAF8F9B}"/>
              </a:ext>
            </a:extLst>
          </p:cNvPr>
          <p:cNvSpPr txBox="1"/>
          <p:nvPr/>
        </p:nvSpPr>
        <p:spPr>
          <a:xfrm>
            <a:off x="562553" y="526498"/>
            <a:ext cx="8441275" cy="2246769"/>
          </a:xfrm>
          <a:prstGeom prst="rect">
            <a:avLst/>
          </a:prstGeom>
          <a:noFill/>
        </p:spPr>
        <p:txBody>
          <a:bodyPr wrap="square" lIns="91440" tIns="45720" rIns="91440" bIns="45720" anchor="t">
            <a:spAutoFit/>
          </a:bodyPr>
          <a:lstStyle/>
          <a:p>
            <a:pPr algn="ctr">
              <a:spcAft>
                <a:spcPts val="800"/>
              </a:spcAft>
            </a:pPr>
            <a:r>
              <a:rPr lang="en-SG" sz="2400" i="1" kern="100" spc="75" dirty="0" err="1">
                <a:latin typeface="Segoe UI"/>
                <a:ea typeface="DengXian"/>
                <a:cs typeface="Segoe UI"/>
              </a:rPr>
              <a:t>y</a:t>
            </a:r>
            <a:r>
              <a:rPr lang="en-SG" sz="2400" i="1" kern="100" spc="75" dirty="0" err="1">
                <a:effectLst/>
                <a:latin typeface="Segoe UI"/>
                <a:ea typeface="DengXian"/>
                <a:cs typeface="Segoe UI"/>
              </a:rPr>
              <a:t>eshuve</a:t>
            </a:r>
            <a:r>
              <a:rPr lang="en-SG" sz="2400" i="1" kern="100" spc="75" dirty="0">
                <a:effectLst/>
                <a:latin typeface="Segoe UI"/>
                <a:ea typeface="DengXian"/>
                <a:cs typeface="Segoe UI"/>
              </a:rPr>
              <a:t> nee </a:t>
            </a:r>
            <a:r>
              <a:rPr lang="en-SG" sz="2400" i="1" kern="100" spc="75" dirty="0" err="1">
                <a:latin typeface="Segoe UI"/>
                <a:ea typeface="DengXian"/>
                <a:cs typeface="Segoe UI"/>
              </a:rPr>
              <a:t>valiyavan</a:t>
            </a:r>
            <a:r>
              <a:rPr lang="en-SG" sz="2400" i="1" kern="100" spc="75" dirty="0">
                <a:effectLst/>
                <a:latin typeface="Segoe UI"/>
                <a:ea typeface="DengXian"/>
                <a:cs typeface="Segoe UI"/>
              </a:rPr>
              <a:t>; </a:t>
            </a:r>
            <a:r>
              <a:rPr lang="en-SG" sz="2400" i="1" kern="100" spc="75" dirty="0" err="1">
                <a:latin typeface="Segoe UI"/>
                <a:ea typeface="DengXian"/>
                <a:cs typeface="Segoe UI"/>
              </a:rPr>
              <a:t>y</a:t>
            </a:r>
            <a:r>
              <a:rPr lang="en-SG" sz="2400" i="1" kern="100" spc="75" dirty="0" err="1">
                <a:effectLst/>
                <a:latin typeface="Segoe UI"/>
                <a:ea typeface="DengXian"/>
                <a:cs typeface="Segoe UI"/>
              </a:rPr>
              <a:t>eshuve</a:t>
            </a:r>
            <a:r>
              <a:rPr lang="en-SG" sz="2400" i="1" kern="100" spc="75" dirty="0">
                <a:effectLst/>
                <a:latin typeface="Segoe UI"/>
                <a:ea typeface="DengXian"/>
                <a:cs typeface="Segoe UI"/>
              </a:rPr>
              <a:t> nee </a:t>
            </a:r>
            <a:r>
              <a:rPr lang="en-SG" sz="2400" i="1" kern="100" spc="75" dirty="0" err="1">
                <a:effectLst/>
                <a:latin typeface="Segoe UI"/>
                <a:ea typeface="DengXian"/>
                <a:cs typeface="Segoe UI"/>
              </a:rPr>
              <a:t>parishudhan</a:t>
            </a:r>
            <a:br>
              <a:rPr lang="en-SG" sz="2400" i="1" kern="100" spc="75">
                <a:effectLst/>
                <a:latin typeface="Segoe UI" panose="020B0502040204020203" pitchFamily="34" charset="0"/>
                <a:ea typeface="DengXian" panose="02010600030101010101" pitchFamily="2" charset="-122"/>
                <a:cs typeface="Segoe UI" panose="020B0502040204020203" pitchFamily="34" charset="0"/>
              </a:rPr>
            </a:br>
            <a:r>
              <a:rPr lang="en-SG" sz="2400" i="1" kern="100" spc="75" dirty="0" err="1">
                <a:latin typeface="Segoe UI"/>
                <a:ea typeface="DengXian"/>
                <a:cs typeface="Segoe UI"/>
              </a:rPr>
              <a:t>y</a:t>
            </a:r>
            <a:r>
              <a:rPr lang="en-SG" sz="2400" i="1" kern="100" spc="75" dirty="0" err="1">
                <a:effectLst/>
                <a:latin typeface="Segoe UI"/>
                <a:ea typeface="DengXian"/>
                <a:cs typeface="Segoe UI"/>
              </a:rPr>
              <a:t>eshuve</a:t>
            </a:r>
            <a:r>
              <a:rPr lang="en-SG" sz="2400" i="1" kern="100" spc="75" dirty="0">
                <a:effectLst/>
                <a:latin typeface="Segoe UI"/>
                <a:ea typeface="DengXian"/>
                <a:cs typeface="Segoe UI"/>
              </a:rPr>
              <a:t> nee </a:t>
            </a:r>
            <a:r>
              <a:rPr lang="en-SG" sz="2400" i="1" kern="100" spc="75" dirty="0" err="1">
                <a:latin typeface="Segoe UI"/>
                <a:ea typeface="DengXian"/>
                <a:cs typeface="Segoe UI"/>
              </a:rPr>
              <a:t>nallavan</a:t>
            </a:r>
            <a:r>
              <a:rPr lang="en-SG" sz="2400" i="1" kern="100" spc="75" dirty="0">
                <a:effectLst/>
                <a:latin typeface="Segoe UI"/>
                <a:ea typeface="DengXian"/>
                <a:cs typeface="Segoe UI"/>
              </a:rPr>
              <a:t>;  </a:t>
            </a:r>
            <a:r>
              <a:rPr lang="en-SG" sz="2400" i="1" kern="100" spc="75" dirty="0" err="1">
                <a:latin typeface="Segoe UI"/>
                <a:ea typeface="DengXian"/>
                <a:cs typeface="Segoe UI"/>
              </a:rPr>
              <a:t>y</a:t>
            </a:r>
            <a:r>
              <a:rPr lang="en-SG" sz="2400" i="1" kern="100" spc="75" dirty="0" err="1">
                <a:effectLst/>
                <a:latin typeface="Segoe UI"/>
                <a:ea typeface="DengXian"/>
                <a:cs typeface="Segoe UI"/>
              </a:rPr>
              <a:t>eshuve</a:t>
            </a:r>
            <a:r>
              <a:rPr lang="en-SG" sz="2400" i="1" kern="100" spc="75" dirty="0">
                <a:effectLst/>
                <a:latin typeface="Segoe UI"/>
                <a:ea typeface="DengXian"/>
                <a:cs typeface="Segoe UI"/>
              </a:rPr>
              <a:t> nee </a:t>
            </a:r>
            <a:r>
              <a:rPr lang="en-SG" sz="2400" i="1" kern="100" spc="75" dirty="0" err="1">
                <a:effectLst/>
                <a:latin typeface="Segoe UI"/>
                <a:ea typeface="DengXian"/>
                <a:cs typeface="Segoe UI"/>
              </a:rPr>
              <a:t>vallabhan</a:t>
            </a:r>
            <a:r>
              <a:rPr lang="en-SG" sz="2400" i="1" kern="100" spc="75" dirty="0">
                <a:effectLst/>
                <a:latin typeface="Segoe UI"/>
                <a:ea typeface="DengXian"/>
                <a:cs typeface="Segoe UI"/>
              </a:rPr>
              <a:t> </a:t>
            </a:r>
          </a:p>
          <a:p>
            <a:pPr algn="ctr">
              <a:spcAft>
                <a:spcPts val="800"/>
              </a:spcAft>
            </a:pPr>
            <a:r>
              <a:rPr lang="en-SG" sz="2400" i="1" kern="100" spc="75" dirty="0" err="1">
                <a:latin typeface="Segoe UI"/>
                <a:ea typeface="DengXian"/>
                <a:cs typeface="Segoe UI"/>
              </a:rPr>
              <a:t>pa</a:t>
            </a:r>
            <a:r>
              <a:rPr lang="en-SG" sz="2400" i="1" kern="100" spc="75" dirty="0" err="1">
                <a:effectLst/>
                <a:latin typeface="Segoe UI"/>
                <a:ea typeface="DengXian"/>
                <a:cs typeface="Segoe UI"/>
              </a:rPr>
              <a:t>apathe</a:t>
            </a:r>
            <a:r>
              <a:rPr lang="en-SG" sz="2400" i="1" kern="100" spc="75" dirty="0">
                <a:effectLst/>
                <a:latin typeface="Segoe UI"/>
                <a:ea typeface="DengXian"/>
                <a:cs typeface="Segoe UI"/>
              </a:rPr>
              <a:t> </a:t>
            </a:r>
            <a:r>
              <a:rPr lang="en-SG" sz="2400" i="1" kern="100" spc="75" dirty="0" err="1">
                <a:effectLst/>
                <a:latin typeface="Segoe UI"/>
                <a:ea typeface="DengXian"/>
                <a:cs typeface="Segoe UI"/>
              </a:rPr>
              <a:t>veruthu</a:t>
            </a:r>
            <a:r>
              <a:rPr lang="en-SG" sz="2400" i="1" kern="100" spc="75" dirty="0">
                <a:effectLst/>
                <a:latin typeface="Segoe UI"/>
                <a:ea typeface="DengXian"/>
                <a:cs typeface="Segoe UI"/>
              </a:rPr>
              <a:t> </a:t>
            </a:r>
            <a:r>
              <a:rPr lang="en-SG" sz="2400" i="1" kern="100" spc="75" dirty="0" err="1">
                <a:effectLst/>
                <a:latin typeface="Segoe UI"/>
                <a:ea typeface="DengXian"/>
                <a:cs typeface="Segoe UI"/>
              </a:rPr>
              <a:t>jeevippan</a:t>
            </a:r>
            <a:r>
              <a:rPr lang="en-SG" sz="2400" i="1" kern="100" spc="75" dirty="0">
                <a:effectLst/>
                <a:latin typeface="Segoe UI"/>
                <a:ea typeface="DengXian"/>
                <a:cs typeface="Segoe UI"/>
              </a:rPr>
              <a:t>; </a:t>
            </a:r>
          </a:p>
          <a:p>
            <a:pPr algn="ctr">
              <a:spcAft>
                <a:spcPts val="800"/>
              </a:spcAft>
            </a:pPr>
            <a:r>
              <a:rPr lang="en-SG" sz="2400" i="1" kern="100" spc="75" dirty="0" err="1">
                <a:latin typeface="Segoe UI"/>
                <a:ea typeface="DengXian"/>
                <a:cs typeface="Segoe UI"/>
              </a:rPr>
              <a:t>pa</a:t>
            </a:r>
            <a:r>
              <a:rPr lang="en-SG" sz="2400" i="1" kern="100" spc="75" dirty="0" err="1">
                <a:effectLst/>
                <a:latin typeface="Segoe UI"/>
                <a:ea typeface="DengXian"/>
                <a:cs typeface="Segoe UI"/>
              </a:rPr>
              <a:t>apa</a:t>
            </a:r>
            <a:r>
              <a:rPr lang="en-SG" sz="2400" i="1" kern="100" spc="75" dirty="0">
                <a:effectLst/>
                <a:latin typeface="Segoe UI"/>
                <a:ea typeface="DengXian"/>
                <a:cs typeface="Segoe UI"/>
              </a:rPr>
              <a:t> </a:t>
            </a:r>
            <a:r>
              <a:rPr lang="en-SG" sz="2400" i="1" kern="100" spc="75" dirty="0" err="1">
                <a:effectLst/>
                <a:latin typeface="Segoe UI"/>
                <a:ea typeface="DengXian"/>
                <a:cs typeface="Segoe UI"/>
              </a:rPr>
              <a:t>bodham</a:t>
            </a:r>
            <a:r>
              <a:rPr lang="en-SG" sz="2400" i="1" kern="100" spc="75" dirty="0">
                <a:effectLst/>
                <a:latin typeface="Segoe UI"/>
                <a:ea typeface="DengXian"/>
                <a:cs typeface="Segoe UI"/>
              </a:rPr>
              <a:t> </a:t>
            </a:r>
            <a:r>
              <a:rPr lang="en-SG" sz="2400" i="1" kern="100" spc="75" dirty="0" err="1">
                <a:effectLst/>
                <a:latin typeface="Segoe UI"/>
                <a:ea typeface="DengXian"/>
                <a:cs typeface="Segoe UI"/>
              </a:rPr>
              <a:t>njangalil</a:t>
            </a:r>
            <a:r>
              <a:rPr lang="en-SG" sz="2400" i="1" kern="100" spc="75" dirty="0">
                <a:effectLst/>
                <a:latin typeface="Segoe UI"/>
                <a:ea typeface="DengXian"/>
                <a:cs typeface="Segoe UI"/>
              </a:rPr>
              <a:t> </a:t>
            </a:r>
            <a:r>
              <a:rPr lang="en-SG" sz="2400" i="1" kern="100" spc="75" dirty="0" err="1">
                <a:effectLst/>
                <a:latin typeface="Segoe UI"/>
                <a:ea typeface="DengXian"/>
                <a:cs typeface="Segoe UI"/>
              </a:rPr>
              <a:t>tharu</a:t>
            </a:r>
            <a:endParaRPr lang="en-SG" sz="2400" i="1" kern="100" spc="75" dirty="0">
              <a:effectLst/>
              <a:latin typeface="Segoe UI"/>
              <a:ea typeface="DengXian"/>
              <a:cs typeface="Segoe UI"/>
            </a:endParaRPr>
          </a:p>
          <a:p>
            <a:pPr algn="ctr">
              <a:spcAft>
                <a:spcPts val="800"/>
              </a:spcAft>
            </a:pPr>
            <a:r>
              <a:rPr lang="en-SG" sz="2400" i="1" kern="100" spc="75" dirty="0">
                <a:effectLst/>
                <a:latin typeface="Segoe UI"/>
                <a:ea typeface="DengXian"/>
                <a:cs typeface="Segoe UI"/>
              </a:rPr>
              <a:t>                                                                                                         </a:t>
            </a:r>
          </a:p>
        </p:txBody>
      </p:sp>
      <p:sp>
        <p:nvSpPr>
          <p:cNvPr id="4" name="Right Brace 3">
            <a:extLst>
              <a:ext uri="{FF2B5EF4-FFF2-40B4-BE49-F238E27FC236}">
                <a16:creationId xmlns:a16="http://schemas.microsoft.com/office/drawing/2014/main" id="{E823259C-3D63-4D6E-6F29-B761AB7CC2F4}"/>
              </a:ext>
            </a:extLst>
          </p:cNvPr>
          <p:cNvSpPr/>
          <p:nvPr/>
        </p:nvSpPr>
        <p:spPr>
          <a:xfrm>
            <a:off x="7175053" y="1442288"/>
            <a:ext cx="142737" cy="776253"/>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SG"/>
          </a:p>
        </p:txBody>
      </p:sp>
      <p:sp>
        <p:nvSpPr>
          <p:cNvPr id="5" name="TextBox 4">
            <a:extLst>
              <a:ext uri="{FF2B5EF4-FFF2-40B4-BE49-F238E27FC236}">
                <a16:creationId xmlns:a16="http://schemas.microsoft.com/office/drawing/2014/main" id="{47C57B46-AC35-0445-BAC1-1546E2D7D6B7}"/>
              </a:ext>
            </a:extLst>
          </p:cNvPr>
          <p:cNvSpPr txBox="1"/>
          <p:nvPr/>
        </p:nvSpPr>
        <p:spPr>
          <a:xfrm>
            <a:off x="7317790" y="1649882"/>
            <a:ext cx="301686" cy="369332"/>
          </a:xfrm>
          <a:prstGeom prst="rect">
            <a:avLst/>
          </a:prstGeom>
          <a:noFill/>
        </p:spPr>
        <p:txBody>
          <a:bodyPr wrap="none" rtlCol="0">
            <a:spAutoFit/>
          </a:bodyPr>
          <a:lstStyle/>
          <a:p>
            <a:r>
              <a:rPr lang="en-US"/>
              <a:t>2</a:t>
            </a:r>
            <a:endParaRPr lang="en-SG"/>
          </a:p>
        </p:txBody>
      </p:sp>
      <p:sp>
        <p:nvSpPr>
          <p:cNvPr id="6" name="Right Brace 5">
            <a:extLst>
              <a:ext uri="{FF2B5EF4-FFF2-40B4-BE49-F238E27FC236}">
                <a16:creationId xmlns:a16="http://schemas.microsoft.com/office/drawing/2014/main" id="{A4315536-A812-691D-E870-18AFF813E912}"/>
              </a:ext>
            </a:extLst>
          </p:cNvPr>
          <p:cNvSpPr/>
          <p:nvPr/>
        </p:nvSpPr>
        <p:spPr>
          <a:xfrm>
            <a:off x="7641902" y="3762854"/>
            <a:ext cx="142737" cy="776253"/>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SG"/>
          </a:p>
        </p:txBody>
      </p:sp>
      <p:sp>
        <p:nvSpPr>
          <p:cNvPr id="7" name="TextBox 6">
            <a:extLst>
              <a:ext uri="{FF2B5EF4-FFF2-40B4-BE49-F238E27FC236}">
                <a16:creationId xmlns:a16="http://schemas.microsoft.com/office/drawing/2014/main" id="{1EAF486A-E720-CA8E-6C8B-81C498B57533}"/>
              </a:ext>
            </a:extLst>
          </p:cNvPr>
          <p:cNvSpPr txBox="1"/>
          <p:nvPr/>
        </p:nvSpPr>
        <p:spPr>
          <a:xfrm>
            <a:off x="7784639" y="3966315"/>
            <a:ext cx="301686" cy="369332"/>
          </a:xfrm>
          <a:prstGeom prst="rect">
            <a:avLst/>
          </a:prstGeom>
          <a:noFill/>
        </p:spPr>
        <p:txBody>
          <a:bodyPr wrap="none" rtlCol="0">
            <a:spAutoFit/>
          </a:bodyPr>
          <a:lstStyle/>
          <a:p>
            <a:r>
              <a:rPr lang="en-US"/>
              <a:t>2</a:t>
            </a:r>
            <a:endParaRPr lang="en-SG"/>
          </a:p>
        </p:txBody>
      </p:sp>
    </p:spTree>
    <p:extLst>
      <p:ext uri="{BB962C8B-B14F-4D97-AF65-F5344CB8AC3E}">
        <p14:creationId xmlns:p14="http://schemas.microsoft.com/office/powerpoint/2010/main" val="207135584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0C456-6C83-FE88-3E3D-BDA26B84F9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E0AB52-6123-7F09-FD34-D192714A8BEB}"/>
              </a:ext>
            </a:extLst>
          </p:cNvPr>
          <p:cNvSpPr>
            <a:spLocks noGrp="1"/>
          </p:cNvSpPr>
          <p:nvPr>
            <p:ph type="title"/>
          </p:nvPr>
        </p:nvSpPr>
        <p:spPr/>
        <p:txBody>
          <a:bodyPr/>
          <a:lstStyle/>
          <a:p>
            <a:r>
              <a:rPr lang="en-GB">
                <a:latin typeface="Segoe UI"/>
                <a:cs typeface="Segoe UI"/>
              </a:rPr>
              <a:t>Holy Communion</a:t>
            </a:r>
            <a:r>
              <a:rPr lang="en-GB">
                <a:latin typeface="Segoe UI" panose="020B0502040204020203" pitchFamily="34" charset="0"/>
                <a:cs typeface="Segoe UI" panose="020B0502040204020203" pitchFamily="34" charset="0"/>
              </a:rPr>
              <a:t> – </a:t>
            </a:r>
            <a:r>
              <a:rPr lang="en-GB" err="1">
                <a:latin typeface="Segoe UI" panose="020B0502040204020203" pitchFamily="34" charset="0"/>
                <a:cs typeface="Segoe UI" panose="020B0502040204020203" pitchFamily="34" charset="0"/>
              </a:rPr>
              <a:t>Jeevanulla</a:t>
            </a:r>
            <a:r>
              <a:rPr lang="en-GB">
                <a:latin typeface="Segoe UI" panose="020B0502040204020203" pitchFamily="34" charset="0"/>
                <a:cs typeface="Segoe UI" panose="020B0502040204020203" pitchFamily="34" charset="0"/>
              </a:rPr>
              <a:t> </a:t>
            </a:r>
            <a:r>
              <a:rPr lang="en-GB" err="1">
                <a:latin typeface="Segoe UI" panose="020B0502040204020203" pitchFamily="34" charset="0"/>
                <a:cs typeface="Segoe UI" panose="020B0502040204020203" pitchFamily="34" charset="0"/>
              </a:rPr>
              <a:t>devane</a:t>
            </a:r>
            <a:r>
              <a:rPr lang="en-GB">
                <a:latin typeface="Segoe UI" panose="020B0502040204020203" pitchFamily="34" charset="0"/>
                <a:cs typeface="Segoe UI" panose="020B0502040204020203" pitchFamily="34" charset="0"/>
              </a:rPr>
              <a:t> </a:t>
            </a:r>
            <a:r>
              <a:rPr lang="en-GB" err="1">
                <a:latin typeface="Segoe UI" panose="020B0502040204020203" pitchFamily="34" charset="0"/>
                <a:cs typeface="Segoe UI" panose="020B0502040204020203" pitchFamily="34" charset="0"/>
              </a:rPr>
              <a:t>varoo</a:t>
            </a:r>
            <a:endParaRPr lang="en-GB">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19B7B0C8-CB34-153D-1EB4-43D5AC5D3B8A}"/>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a:t>
            </a:r>
            <a:r>
              <a:rPr lang="en-SG" sz="1400" err="1">
                <a:solidFill>
                  <a:prstClr val="black"/>
                </a:solidFill>
                <a:latin typeface="Segoe UI"/>
                <a:cs typeface="Segoe UI"/>
              </a:rPr>
              <a:t>mmun</a:t>
            </a:r>
            <a:r>
              <a:rPr lang="en-US" sz="1400">
                <a:solidFill>
                  <a:prstClr val="black"/>
                </a:solidFill>
                <a:latin typeface="Segoe UI"/>
                <a:cs typeface="Segoe UI"/>
              </a:rPr>
              <a:t>ion</a:t>
            </a:r>
            <a:r>
              <a:rPr lang="en-US" sz="1400" dirty="0">
                <a:solidFill>
                  <a:prstClr val="black"/>
                </a:solidFill>
                <a:latin typeface="Segoe UI"/>
                <a:cs typeface="Segoe UI"/>
              </a:rPr>
              <a:t> 1</a:t>
            </a:r>
            <a:r>
              <a:rPr lang="en-US" sz="1400">
                <a:solidFill>
                  <a:prstClr val="black"/>
                </a:solidFill>
                <a:latin typeface="Segoe UI"/>
                <a:cs typeface="Segoe UI"/>
              </a:rPr>
              <a:t>: 3 of 6</a:t>
            </a:r>
          </a:p>
        </p:txBody>
      </p:sp>
      <p:sp>
        <p:nvSpPr>
          <p:cNvPr id="4" name="TextBox 3">
            <a:extLst>
              <a:ext uri="{FF2B5EF4-FFF2-40B4-BE49-F238E27FC236}">
                <a16:creationId xmlns:a16="http://schemas.microsoft.com/office/drawing/2014/main" id="{7A8A047D-158E-0CAB-9744-0BD0A6FD5998}"/>
              </a:ext>
            </a:extLst>
          </p:cNvPr>
          <p:cNvSpPr txBox="1"/>
          <p:nvPr/>
        </p:nvSpPr>
        <p:spPr>
          <a:xfrm>
            <a:off x="2517441" y="818253"/>
            <a:ext cx="4109117" cy="1569660"/>
          </a:xfrm>
          <a:prstGeom prst="rect">
            <a:avLst/>
          </a:prstGeom>
          <a:noFill/>
        </p:spPr>
        <p:txBody>
          <a:bodyPr wrap="square" lIns="91440" tIns="45720" rIns="91440" bIns="45720" rtlCol="0" anchor="t">
            <a:spAutoFit/>
          </a:bodyPr>
          <a:lstStyle/>
          <a:p>
            <a:pPr algn="ctr"/>
            <a:r>
              <a:rPr lang="en-SG" sz="2400" dirty="0" err="1">
                <a:latin typeface="Segoe UI"/>
                <a:ea typeface="Calibri"/>
                <a:cs typeface="Segoe UI"/>
              </a:rPr>
              <a:t>m</a:t>
            </a:r>
            <a:r>
              <a:rPr lang="en-SG" sz="2400" dirty="0" err="1">
                <a:effectLst/>
                <a:latin typeface="Segoe UI"/>
                <a:ea typeface="Calibri"/>
                <a:cs typeface="Segoe UI"/>
              </a:rPr>
              <a:t>anasam</a:t>
            </a:r>
            <a:r>
              <a:rPr lang="en-SG" sz="2400" dirty="0">
                <a:effectLst/>
                <a:latin typeface="Segoe UI"/>
                <a:ea typeface="Calibri"/>
                <a:cs typeface="Segoe UI"/>
              </a:rPr>
              <a:t> </a:t>
            </a:r>
            <a:r>
              <a:rPr lang="en-SG" sz="2400" dirty="0" err="1">
                <a:effectLst/>
                <a:latin typeface="Segoe UI"/>
                <a:ea typeface="Calibri"/>
                <a:cs typeface="Segoe UI"/>
              </a:rPr>
              <a:t>kanijiduvanay</a:t>
            </a:r>
            <a:br>
              <a:rPr lang="en-SG" sz="2400" dirty="0">
                <a:effectLst/>
                <a:latin typeface="Segoe UI" panose="020B0502040204020203" pitchFamily="34" charset="0"/>
                <a:ea typeface="Calibri" panose="020F0502020204030204" pitchFamily="34" charset="0"/>
                <a:cs typeface="Segoe UI" panose="020B0502040204020203" pitchFamily="34" charset="0"/>
              </a:rPr>
            </a:br>
            <a:r>
              <a:rPr lang="en-SG" sz="2400" dirty="0" err="1">
                <a:latin typeface="Segoe UI"/>
                <a:ea typeface="Calibri"/>
                <a:cs typeface="Segoe UI"/>
              </a:rPr>
              <a:t>g</a:t>
            </a:r>
            <a:r>
              <a:rPr lang="en-SG" sz="2400" dirty="0" err="1">
                <a:effectLst/>
                <a:latin typeface="Segoe UI"/>
                <a:ea typeface="Calibri"/>
                <a:cs typeface="Segoe UI"/>
              </a:rPr>
              <a:t>anamalyam</a:t>
            </a:r>
            <a:r>
              <a:rPr lang="en-SG" sz="2400" dirty="0">
                <a:effectLst/>
                <a:latin typeface="Segoe UI"/>
                <a:ea typeface="Calibri"/>
                <a:cs typeface="Segoe UI"/>
              </a:rPr>
              <a:t> </a:t>
            </a:r>
            <a:r>
              <a:rPr lang="en-SG" sz="2400" dirty="0" err="1">
                <a:effectLst/>
                <a:latin typeface="Segoe UI"/>
                <a:ea typeface="Calibri"/>
                <a:cs typeface="Segoe UI"/>
              </a:rPr>
              <a:t>eekiduvany</a:t>
            </a:r>
            <a:br>
              <a:rPr lang="en-SG" sz="2400" dirty="0">
                <a:effectLst/>
                <a:latin typeface="Segoe UI" panose="020B0502040204020203" pitchFamily="34" charset="0"/>
                <a:ea typeface="Calibri" panose="020F0502020204030204" pitchFamily="34" charset="0"/>
                <a:cs typeface="Segoe UI" panose="020B0502040204020203" pitchFamily="34" charset="0"/>
              </a:rPr>
            </a:br>
            <a:r>
              <a:rPr lang="en-SG" sz="2400" dirty="0" err="1">
                <a:latin typeface="Segoe UI"/>
                <a:ea typeface="Calibri"/>
                <a:cs typeface="Segoe UI"/>
              </a:rPr>
              <a:t>aavasikya</a:t>
            </a:r>
            <a:r>
              <a:rPr lang="en-SG" sz="2400" dirty="0">
                <a:effectLst/>
                <a:latin typeface="Segoe UI"/>
                <a:ea typeface="Calibri"/>
                <a:cs typeface="Segoe UI"/>
              </a:rPr>
              <a:t> </a:t>
            </a:r>
            <a:r>
              <a:rPr lang="en-SG" sz="2400" dirty="0" err="1">
                <a:effectLst/>
                <a:latin typeface="Segoe UI"/>
                <a:ea typeface="Calibri"/>
                <a:cs typeface="Segoe UI"/>
              </a:rPr>
              <a:t>ente</a:t>
            </a:r>
            <a:r>
              <a:rPr lang="en-SG" sz="2400" dirty="0">
                <a:effectLst/>
                <a:latin typeface="Segoe UI"/>
                <a:ea typeface="Calibri"/>
                <a:cs typeface="Segoe UI"/>
              </a:rPr>
              <a:t> </a:t>
            </a:r>
            <a:r>
              <a:rPr lang="en-SG" sz="2400" dirty="0" err="1">
                <a:effectLst/>
                <a:latin typeface="Segoe UI"/>
                <a:ea typeface="Calibri"/>
                <a:cs typeface="Segoe UI"/>
              </a:rPr>
              <a:t>dehiyil</a:t>
            </a:r>
            <a:br>
              <a:rPr lang="en-SG" sz="2400" dirty="0">
                <a:effectLst/>
                <a:latin typeface="Segoe UI" panose="020B0502040204020203" pitchFamily="34" charset="0"/>
                <a:ea typeface="Calibri" panose="020F0502020204030204" pitchFamily="34" charset="0"/>
                <a:cs typeface="Segoe UI" panose="020B0502040204020203" pitchFamily="34" charset="0"/>
              </a:rPr>
            </a:br>
            <a:r>
              <a:rPr lang="en-SG" sz="2400" dirty="0">
                <a:effectLst/>
                <a:latin typeface="Segoe UI"/>
                <a:ea typeface="Calibri"/>
                <a:cs typeface="Segoe UI"/>
              </a:rPr>
              <a:t>nee </a:t>
            </a:r>
            <a:r>
              <a:rPr lang="en-SG" sz="2400" dirty="0" err="1">
                <a:latin typeface="Segoe UI"/>
                <a:ea typeface="Calibri"/>
                <a:cs typeface="Segoe UI"/>
              </a:rPr>
              <a:t>vasikya</a:t>
            </a:r>
            <a:r>
              <a:rPr lang="en-SG" sz="2400" dirty="0">
                <a:effectLst/>
                <a:latin typeface="Segoe UI"/>
                <a:ea typeface="Calibri"/>
                <a:cs typeface="Segoe UI"/>
              </a:rPr>
              <a:t> </a:t>
            </a:r>
            <a:r>
              <a:rPr lang="en-SG" sz="2400" dirty="0" err="1">
                <a:effectLst/>
                <a:latin typeface="Segoe UI"/>
                <a:ea typeface="Calibri"/>
                <a:cs typeface="Segoe UI"/>
              </a:rPr>
              <a:t>ente</a:t>
            </a:r>
            <a:r>
              <a:rPr lang="en-SG" sz="2400" dirty="0">
                <a:effectLst/>
                <a:latin typeface="Segoe UI"/>
                <a:ea typeface="Calibri"/>
                <a:cs typeface="Segoe UI"/>
              </a:rPr>
              <a:t> </a:t>
            </a:r>
            <a:r>
              <a:rPr lang="en-SG" sz="2400" dirty="0" err="1">
                <a:effectLst/>
                <a:latin typeface="Segoe UI"/>
                <a:ea typeface="Calibri"/>
                <a:cs typeface="Segoe UI"/>
              </a:rPr>
              <a:t>jeevanil</a:t>
            </a:r>
            <a:endParaRPr lang="en-SG" sz="2400" b="0" i="0" dirty="0">
              <a:effectLst/>
              <a:latin typeface="Segoe UI"/>
              <a:ea typeface="Calibri"/>
              <a:cs typeface="Segoe UI"/>
            </a:endParaRPr>
          </a:p>
        </p:txBody>
      </p:sp>
      <p:sp>
        <p:nvSpPr>
          <p:cNvPr id="8" name="TextBox 7">
            <a:extLst>
              <a:ext uri="{FF2B5EF4-FFF2-40B4-BE49-F238E27FC236}">
                <a16:creationId xmlns:a16="http://schemas.microsoft.com/office/drawing/2014/main" id="{D06ABCCF-5E89-D762-25A2-F68049164F5D}"/>
              </a:ext>
            </a:extLst>
          </p:cNvPr>
          <p:cNvSpPr txBox="1"/>
          <p:nvPr/>
        </p:nvSpPr>
        <p:spPr>
          <a:xfrm>
            <a:off x="1312394" y="2755588"/>
            <a:ext cx="6874446" cy="1774845"/>
          </a:xfrm>
          <a:prstGeom prst="rect">
            <a:avLst/>
          </a:prstGeom>
          <a:noFill/>
        </p:spPr>
        <p:txBody>
          <a:bodyPr wrap="square" lIns="91440" tIns="45720" rIns="91440" bIns="45720" rtlCol="0" anchor="t">
            <a:spAutoFit/>
          </a:bodyPr>
          <a:lstStyle/>
          <a:p>
            <a:pPr algn="ctr">
              <a:spcAft>
                <a:spcPts val="800"/>
              </a:spcAft>
              <a:buNone/>
            </a:pPr>
            <a:r>
              <a:rPr lang="en-SG" sz="2400" kern="100" spc="75" err="1">
                <a:effectLst/>
                <a:latin typeface="Kartika" panose="02020503030404060203" pitchFamily="18" charset="0"/>
                <a:ea typeface="Times New Roman" panose="02020603050405020304" pitchFamily="18" charset="0"/>
                <a:cs typeface="Kartika" panose="02020503030404060203" pitchFamily="18" charset="0"/>
              </a:rPr>
              <a:t>മാനസം</a:t>
            </a:r>
            <a:r>
              <a:rPr lang="en-SG" sz="2400"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kern="100" spc="75" err="1">
                <a:effectLst/>
                <a:latin typeface="Kartika" panose="02020503030404060203" pitchFamily="18" charset="0"/>
                <a:ea typeface="Times New Roman" panose="02020603050405020304" pitchFamily="18" charset="0"/>
                <a:cs typeface="Kartika" panose="02020503030404060203" pitchFamily="18" charset="0"/>
              </a:rPr>
              <a:t>കനിഞ്ഞിടുവാനായ്</a:t>
            </a:r>
            <a:r>
              <a:rPr lang="en-SG" sz="2400" kern="100" spc="75">
                <a:effectLst/>
                <a:latin typeface="Kartika" panose="02020503030404060203" pitchFamily="18" charset="0"/>
                <a:ea typeface="Times New Roman" panose="02020603050405020304" pitchFamily="18" charset="0"/>
                <a:cs typeface="Kartika" panose="02020503030404060203" pitchFamily="18" charset="0"/>
              </a:rPr>
              <a:t> </a:t>
            </a:r>
          </a:p>
          <a:p>
            <a:pPr algn="ctr">
              <a:spcAft>
                <a:spcPts val="800"/>
              </a:spcAft>
              <a:buNone/>
            </a:pPr>
            <a:r>
              <a:rPr lang="en-SG" sz="2400" kern="100" spc="75" err="1">
                <a:effectLst/>
                <a:latin typeface="Kartika" panose="02020503030404060203" pitchFamily="18" charset="0"/>
                <a:ea typeface="Times New Roman" panose="02020603050405020304" pitchFamily="18" charset="0"/>
                <a:cs typeface="Kartika" panose="02020503030404060203" pitchFamily="18" charset="0"/>
              </a:rPr>
              <a:t>ഗാനമാല്യം</a:t>
            </a:r>
            <a:r>
              <a:rPr lang="en-SG" sz="2400"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kern="100" spc="75" err="1">
                <a:effectLst/>
                <a:latin typeface="Kartika" panose="02020503030404060203" pitchFamily="18" charset="0"/>
                <a:ea typeface="Times New Roman" panose="02020603050405020304" pitchFamily="18" charset="0"/>
                <a:cs typeface="Kartika" panose="02020503030404060203" pitchFamily="18" charset="0"/>
              </a:rPr>
              <a:t>ഏകിടുവാനായ്</a:t>
            </a:r>
            <a:endParaRPr lang="en-SG" sz="2400" kern="100" spc="75">
              <a:effectLst/>
              <a:latin typeface="Kartika" panose="02020503030404060203" pitchFamily="18" charset="0"/>
              <a:ea typeface="Times New Roman" panose="02020603050405020304" pitchFamily="18" charset="0"/>
              <a:cs typeface="Kartika" panose="02020503030404060203" pitchFamily="18" charset="0"/>
            </a:endParaRPr>
          </a:p>
          <a:p>
            <a:pPr algn="ctr">
              <a:buNone/>
            </a:pPr>
            <a:r>
              <a:rPr lang="en-SG" sz="2400" err="1">
                <a:effectLst/>
                <a:latin typeface="Kartika" panose="02020503030404060203" pitchFamily="18" charset="0"/>
                <a:ea typeface="Times New Roman" panose="02020603050405020304" pitchFamily="18" charset="0"/>
                <a:cs typeface="Kartika" panose="02020503030404060203" pitchFamily="18" charset="0"/>
              </a:rPr>
              <a:t>ആവസിക്ക</a:t>
            </a:r>
            <a:r>
              <a:rPr lang="en-SG" sz="2400">
                <a:effectLst/>
                <a:latin typeface="Kartika" panose="02020503030404060203" pitchFamily="18" charset="0"/>
                <a:ea typeface="Times New Roman" panose="02020603050405020304" pitchFamily="18" charset="0"/>
                <a:cs typeface="Kartika" panose="02020503030404060203" pitchFamily="18" charset="0"/>
              </a:rPr>
              <a:t> </a:t>
            </a:r>
            <a:r>
              <a:rPr lang="en-SG" sz="2400" err="1">
                <a:effectLst/>
                <a:latin typeface="Kartika" panose="02020503030404060203" pitchFamily="18" charset="0"/>
                <a:ea typeface="Times New Roman" panose="02020603050405020304" pitchFamily="18" charset="0"/>
                <a:cs typeface="Kartika" panose="02020503030404060203" pitchFamily="18" charset="0"/>
              </a:rPr>
              <a:t>എന്റെ</a:t>
            </a:r>
            <a:r>
              <a:rPr lang="en-SG" sz="2400">
                <a:effectLst/>
                <a:latin typeface="Kartika" panose="02020503030404060203" pitchFamily="18" charset="0"/>
                <a:ea typeface="Times New Roman" panose="02020603050405020304" pitchFamily="18" charset="0"/>
                <a:cs typeface="Kartika" panose="02020503030404060203" pitchFamily="18" charset="0"/>
              </a:rPr>
              <a:t> </a:t>
            </a:r>
            <a:r>
              <a:rPr lang="en-SG" sz="2400" err="1">
                <a:effectLst/>
                <a:latin typeface="Kartika" panose="02020503030404060203" pitchFamily="18" charset="0"/>
                <a:ea typeface="Times New Roman" panose="02020603050405020304" pitchFamily="18" charset="0"/>
                <a:cs typeface="Kartika" panose="02020503030404060203" pitchFamily="18" charset="0"/>
              </a:rPr>
              <a:t>ദേഹിയി</a:t>
            </a:r>
            <a:r>
              <a:rPr lang="en-SG" sz="2400">
                <a:effectLst/>
                <a:latin typeface="Kartika" panose="02020503030404060203" pitchFamily="18" charset="0"/>
                <a:ea typeface="Times New Roman" panose="02020603050405020304" pitchFamily="18" charset="0"/>
                <a:cs typeface="Kartika" panose="02020503030404060203" pitchFamily="18" charset="0"/>
              </a:rPr>
              <a:t>ൽ </a:t>
            </a:r>
          </a:p>
          <a:p>
            <a:pPr algn="ctr">
              <a:buNone/>
            </a:pPr>
            <a:r>
              <a:rPr lang="en-SG" sz="2400" err="1">
                <a:effectLst/>
                <a:latin typeface="Kartika" panose="02020503030404060203" pitchFamily="18" charset="0"/>
                <a:ea typeface="Times New Roman" panose="02020603050405020304" pitchFamily="18" charset="0"/>
                <a:cs typeface="Kartika" panose="02020503030404060203" pitchFamily="18" charset="0"/>
              </a:rPr>
              <a:t>നീ</a:t>
            </a:r>
            <a:r>
              <a:rPr lang="en-SG" sz="2400">
                <a:effectLst/>
                <a:latin typeface="Kartika" panose="02020503030404060203" pitchFamily="18" charset="0"/>
                <a:ea typeface="Times New Roman" panose="02020603050405020304" pitchFamily="18" charset="0"/>
                <a:cs typeface="Kartika" panose="02020503030404060203" pitchFamily="18" charset="0"/>
              </a:rPr>
              <a:t> </a:t>
            </a:r>
            <a:r>
              <a:rPr lang="en-SG" sz="2400" err="1">
                <a:effectLst/>
                <a:latin typeface="Kartika" panose="02020503030404060203" pitchFamily="18" charset="0"/>
                <a:ea typeface="Times New Roman" panose="02020603050405020304" pitchFamily="18" charset="0"/>
                <a:cs typeface="Kartika" panose="02020503030404060203" pitchFamily="18" charset="0"/>
              </a:rPr>
              <a:t>വസിക്ക</a:t>
            </a:r>
            <a:r>
              <a:rPr lang="en-SG" sz="2400">
                <a:effectLst/>
                <a:latin typeface="Kartika" panose="02020503030404060203" pitchFamily="18" charset="0"/>
                <a:ea typeface="Times New Roman" panose="02020603050405020304" pitchFamily="18" charset="0"/>
                <a:cs typeface="Kartika" panose="02020503030404060203" pitchFamily="18" charset="0"/>
              </a:rPr>
              <a:t> </a:t>
            </a:r>
            <a:r>
              <a:rPr lang="en-SG" sz="2400" err="1">
                <a:effectLst/>
                <a:latin typeface="Kartika" panose="02020503030404060203" pitchFamily="18" charset="0"/>
                <a:ea typeface="Times New Roman" panose="02020603050405020304" pitchFamily="18" charset="0"/>
                <a:cs typeface="Kartika" panose="02020503030404060203" pitchFamily="18" charset="0"/>
              </a:rPr>
              <a:t>എന്റെ</a:t>
            </a:r>
            <a:r>
              <a:rPr lang="en-SG" sz="2400">
                <a:effectLst/>
                <a:latin typeface="Kartika" panose="02020503030404060203" pitchFamily="18" charset="0"/>
                <a:ea typeface="Times New Roman" panose="02020603050405020304" pitchFamily="18" charset="0"/>
                <a:cs typeface="Kartika" panose="02020503030404060203" pitchFamily="18" charset="0"/>
              </a:rPr>
              <a:t> </a:t>
            </a:r>
            <a:r>
              <a:rPr lang="en-SG" sz="2400" err="1">
                <a:effectLst/>
                <a:latin typeface="Kartika" panose="02020503030404060203" pitchFamily="18" charset="0"/>
                <a:ea typeface="Times New Roman" panose="02020603050405020304" pitchFamily="18" charset="0"/>
                <a:cs typeface="Kartika" panose="02020503030404060203" pitchFamily="18" charset="0"/>
              </a:rPr>
              <a:t>ജീവനി</a:t>
            </a:r>
            <a:r>
              <a:rPr lang="en-SG" sz="2400">
                <a:effectLst/>
                <a:latin typeface="Kartika" panose="02020503030404060203" pitchFamily="18" charset="0"/>
                <a:ea typeface="Times New Roman" panose="02020603050405020304" pitchFamily="18" charset="0"/>
                <a:cs typeface="Kartika" panose="02020503030404060203" pitchFamily="18" charset="0"/>
              </a:rPr>
              <a:t>ൽ</a:t>
            </a:r>
            <a:endParaRPr lang="en-SG" sz="2400" kern="100" spc="75">
              <a:effectLst/>
              <a:latin typeface="Kartika" panose="02020503030404060203" pitchFamily="18" charset="0"/>
              <a:ea typeface="DengXian" panose="02010600030101010101" pitchFamily="2" charset="-122"/>
              <a:cs typeface="Kartika" panose="02020503030404060203" pitchFamily="18" charset="0"/>
            </a:endParaRPr>
          </a:p>
        </p:txBody>
      </p:sp>
      <p:grpSp>
        <p:nvGrpSpPr>
          <p:cNvPr id="5" name="Group 4">
            <a:extLst>
              <a:ext uri="{FF2B5EF4-FFF2-40B4-BE49-F238E27FC236}">
                <a16:creationId xmlns:a16="http://schemas.microsoft.com/office/drawing/2014/main" id="{90E471D1-F200-FA62-B650-8F987EF1AA07}"/>
              </a:ext>
            </a:extLst>
          </p:cNvPr>
          <p:cNvGrpSpPr/>
          <p:nvPr/>
        </p:nvGrpSpPr>
        <p:grpSpPr>
          <a:xfrm>
            <a:off x="6679784" y="1603083"/>
            <a:ext cx="444423" cy="776253"/>
            <a:chOff x="7554011" y="1736702"/>
            <a:chExt cx="444423" cy="776253"/>
          </a:xfrm>
        </p:grpSpPr>
        <p:sp>
          <p:nvSpPr>
            <p:cNvPr id="6" name="Right Brace 5">
              <a:extLst>
                <a:ext uri="{FF2B5EF4-FFF2-40B4-BE49-F238E27FC236}">
                  <a16:creationId xmlns:a16="http://schemas.microsoft.com/office/drawing/2014/main" id="{A2CE1D23-44C8-B759-6C23-9DBC0EB31DF3}"/>
                </a:ext>
              </a:extLst>
            </p:cNvPr>
            <p:cNvSpPr/>
            <p:nvPr/>
          </p:nvSpPr>
          <p:spPr>
            <a:xfrm>
              <a:off x="7554011" y="1736702"/>
              <a:ext cx="142737" cy="776253"/>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SG"/>
            </a:p>
          </p:txBody>
        </p:sp>
        <p:sp>
          <p:nvSpPr>
            <p:cNvPr id="7" name="TextBox 6">
              <a:extLst>
                <a:ext uri="{FF2B5EF4-FFF2-40B4-BE49-F238E27FC236}">
                  <a16:creationId xmlns:a16="http://schemas.microsoft.com/office/drawing/2014/main" id="{5AE8D239-0024-5D40-2B53-3C158706C88A}"/>
                </a:ext>
              </a:extLst>
            </p:cNvPr>
            <p:cNvSpPr txBox="1"/>
            <p:nvPr/>
          </p:nvSpPr>
          <p:spPr>
            <a:xfrm>
              <a:off x="7696748" y="1934930"/>
              <a:ext cx="301686" cy="369332"/>
            </a:xfrm>
            <a:prstGeom prst="rect">
              <a:avLst/>
            </a:prstGeom>
            <a:noFill/>
          </p:spPr>
          <p:txBody>
            <a:bodyPr wrap="none" rtlCol="0">
              <a:spAutoFit/>
            </a:bodyPr>
            <a:lstStyle/>
            <a:p>
              <a:r>
                <a:rPr lang="en-US"/>
                <a:t>2</a:t>
              </a:r>
              <a:endParaRPr lang="en-SG"/>
            </a:p>
          </p:txBody>
        </p:sp>
      </p:grpSp>
      <p:grpSp>
        <p:nvGrpSpPr>
          <p:cNvPr id="9" name="Group 8">
            <a:extLst>
              <a:ext uri="{FF2B5EF4-FFF2-40B4-BE49-F238E27FC236}">
                <a16:creationId xmlns:a16="http://schemas.microsoft.com/office/drawing/2014/main" id="{F7B2C039-1F0D-4412-78A8-96B224BBFBFD}"/>
              </a:ext>
            </a:extLst>
          </p:cNvPr>
          <p:cNvGrpSpPr/>
          <p:nvPr/>
        </p:nvGrpSpPr>
        <p:grpSpPr>
          <a:xfrm>
            <a:off x="7659968" y="3643010"/>
            <a:ext cx="444423" cy="776253"/>
            <a:chOff x="7554011" y="1736702"/>
            <a:chExt cx="444423" cy="776253"/>
          </a:xfrm>
        </p:grpSpPr>
        <p:sp>
          <p:nvSpPr>
            <p:cNvPr id="10" name="Right Brace 9">
              <a:extLst>
                <a:ext uri="{FF2B5EF4-FFF2-40B4-BE49-F238E27FC236}">
                  <a16:creationId xmlns:a16="http://schemas.microsoft.com/office/drawing/2014/main" id="{F97BD4D7-E967-C49D-EE7E-748AE5711F84}"/>
                </a:ext>
              </a:extLst>
            </p:cNvPr>
            <p:cNvSpPr/>
            <p:nvPr/>
          </p:nvSpPr>
          <p:spPr>
            <a:xfrm>
              <a:off x="7554011" y="1736702"/>
              <a:ext cx="142737" cy="776253"/>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SG"/>
            </a:p>
          </p:txBody>
        </p:sp>
        <p:sp>
          <p:nvSpPr>
            <p:cNvPr id="11" name="TextBox 10">
              <a:extLst>
                <a:ext uri="{FF2B5EF4-FFF2-40B4-BE49-F238E27FC236}">
                  <a16:creationId xmlns:a16="http://schemas.microsoft.com/office/drawing/2014/main" id="{7178B3E0-B215-9310-EDF8-58955BE07DA2}"/>
                </a:ext>
              </a:extLst>
            </p:cNvPr>
            <p:cNvSpPr txBox="1"/>
            <p:nvPr/>
          </p:nvSpPr>
          <p:spPr>
            <a:xfrm>
              <a:off x="7696748" y="1934930"/>
              <a:ext cx="301686" cy="369332"/>
            </a:xfrm>
            <a:prstGeom prst="rect">
              <a:avLst/>
            </a:prstGeom>
            <a:noFill/>
          </p:spPr>
          <p:txBody>
            <a:bodyPr wrap="none" rtlCol="0">
              <a:spAutoFit/>
            </a:bodyPr>
            <a:lstStyle/>
            <a:p>
              <a:r>
                <a:rPr lang="en-US"/>
                <a:t>2</a:t>
              </a:r>
              <a:endParaRPr lang="en-SG"/>
            </a:p>
          </p:txBody>
        </p:sp>
      </p:grpSp>
    </p:spTree>
    <p:extLst>
      <p:ext uri="{BB962C8B-B14F-4D97-AF65-F5344CB8AC3E}">
        <p14:creationId xmlns:p14="http://schemas.microsoft.com/office/powerpoint/2010/main" val="31786115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F1A09-0847-CAF4-1EEF-C090928B57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98EE05-2746-E4A3-E77C-117FBB88B39F}"/>
              </a:ext>
            </a:extLst>
          </p:cNvPr>
          <p:cNvSpPr>
            <a:spLocks noGrp="1"/>
          </p:cNvSpPr>
          <p:nvPr>
            <p:ph type="title"/>
          </p:nvPr>
        </p:nvSpPr>
        <p:spPr/>
        <p:txBody>
          <a:bodyPr/>
          <a:lstStyle/>
          <a:p>
            <a:r>
              <a:rPr lang="en-GB">
                <a:latin typeface="Segoe UI"/>
                <a:cs typeface="Segoe UI"/>
              </a:rPr>
              <a:t>Holy Communion</a:t>
            </a:r>
            <a:r>
              <a:rPr lang="en-GB">
                <a:latin typeface="Segoe UI" panose="020B0502040204020203" pitchFamily="34" charset="0"/>
                <a:cs typeface="Segoe UI" panose="020B0502040204020203" pitchFamily="34" charset="0"/>
              </a:rPr>
              <a:t> – </a:t>
            </a:r>
            <a:r>
              <a:rPr lang="en-GB" err="1">
                <a:latin typeface="Segoe UI" panose="020B0502040204020203" pitchFamily="34" charset="0"/>
                <a:cs typeface="Segoe UI" panose="020B0502040204020203" pitchFamily="34" charset="0"/>
              </a:rPr>
              <a:t>Jeevanulla</a:t>
            </a:r>
            <a:r>
              <a:rPr lang="en-GB">
                <a:latin typeface="Segoe UI" panose="020B0502040204020203" pitchFamily="34" charset="0"/>
                <a:cs typeface="Segoe UI" panose="020B0502040204020203" pitchFamily="34" charset="0"/>
              </a:rPr>
              <a:t> </a:t>
            </a:r>
            <a:r>
              <a:rPr lang="en-GB" err="1">
                <a:latin typeface="Segoe UI" panose="020B0502040204020203" pitchFamily="34" charset="0"/>
                <a:cs typeface="Segoe UI" panose="020B0502040204020203" pitchFamily="34" charset="0"/>
              </a:rPr>
              <a:t>devane</a:t>
            </a:r>
            <a:r>
              <a:rPr lang="en-GB">
                <a:latin typeface="Segoe UI" panose="020B0502040204020203" pitchFamily="34" charset="0"/>
                <a:cs typeface="Segoe UI" panose="020B0502040204020203" pitchFamily="34" charset="0"/>
              </a:rPr>
              <a:t> </a:t>
            </a:r>
            <a:r>
              <a:rPr lang="en-GB" err="1">
                <a:latin typeface="Segoe UI" panose="020B0502040204020203" pitchFamily="34" charset="0"/>
                <a:cs typeface="Segoe UI" panose="020B0502040204020203" pitchFamily="34" charset="0"/>
              </a:rPr>
              <a:t>varoo</a:t>
            </a:r>
            <a:endParaRPr lang="en-GB">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36B266B1-BAE8-35A0-E72E-E94A41BE1C3D}"/>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a:t>
            </a:r>
            <a:r>
              <a:rPr lang="en-SG" sz="1400" err="1">
                <a:solidFill>
                  <a:prstClr val="black"/>
                </a:solidFill>
                <a:latin typeface="Segoe UI"/>
                <a:cs typeface="Segoe UI"/>
              </a:rPr>
              <a:t>mmun</a:t>
            </a:r>
            <a:r>
              <a:rPr lang="en-US" sz="1400">
                <a:solidFill>
                  <a:prstClr val="black"/>
                </a:solidFill>
                <a:latin typeface="Segoe UI"/>
                <a:cs typeface="Segoe UI"/>
              </a:rPr>
              <a:t>ion</a:t>
            </a:r>
            <a:r>
              <a:rPr lang="en-US" sz="1400" dirty="0">
                <a:solidFill>
                  <a:prstClr val="black"/>
                </a:solidFill>
                <a:latin typeface="Segoe UI"/>
                <a:cs typeface="Segoe UI"/>
              </a:rPr>
              <a:t> 1</a:t>
            </a:r>
            <a:r>
              <a:rPr lang="en-US" sz="1400">
                <a:solidFill>
                  <a:prstClr val="black"/>
                </a:solidFill>
                <a:latin typeface="Segoe UI"/>
                <a:cs typeface="Segoe UI"/>
              </a:rPr>
              <a:t>: 4 of 6</a:t>
            </a:r>
          </a:p>
        </p:txBody>
      </p:sp>
      <p:sp>
        <p:nvSpPr>
          <p:cNvPr id="11" name="TextBox 10">
            <a:extLst>
              <a:ext uri="{FF2B5EF4-FFF2-40B4-BE49-F238E27FC236}">
                <a16:creationId xmlns:a16="http://schemas.microsoft.com/office/drawing/2014/main" id="{9EC68614-8C31-531E-F024-1CCA14A13FD6}"/>
              </a:ext>
            </a:extLst>
          </p:cNvPr>
          <p:cNvSpPr txBox="1"/>
          <p:nvPr/>
        </p:nvSpPr>
        <p:spPr>
          <a:xfrm>
            <a:off x="-52626" y="2723874"/>
            <a:ext cx="9192442" cy="1877437"/>
          </a:xfrm>
          <a:prstGeom prst="rect">
            <a:avLst/>
          </a:prstGeom>
          <a:noFill/>
        </p:spPr>
        <p:txBody>
          <a:bodyPr wrap="square">
            <a:spAutoFit/>
          </a:bodyPr>
          <a:lstStyle/>
          <a:p>
            <a:pPr algn="ctr">
              <a:spcAft>
                <a:spcPts val="800"/>
              </a:spcAft>
              <a:buNone/>
            </a:pP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യേശുവേ</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നീ</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വലിയവ</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ൻ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യേശുവേ</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നീ</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പരിശുദ്ധ</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ൻ</a:t>
            </a:r>
            <a:endParaRPr lang="en-SG" sz="2400" i="1" kern="100" spc="75">
              <a:effectLst/>
              <a:latin typeface="Kartika" panose="02020503030404060203" pitchFamily="18" charset="0"/>
              <a:ea typeface="DengXian" panose="02010600030101010101" pitchFamily="2" charset="-122"/>
              <a:cs typeface="Kartika" panose="02020503030404060203" pitchFamily="18" charset="0"/>
            </a:endParaRPr>
          </a:p>
          <a:p>
            <a:pPr algn="ctr">
              <a:spcAft>
                <a:spcPts val="800"/>
              </a:spcAft>
              <a:buNone/>
            </a:pP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യേശുവേ</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നീ</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നല്ലവ</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ൻ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യേശുവേ</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നീ</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വല്ലഭ</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ൻ </a:t>
            </a:r>
            <a:endParaRPr lang="en-SG" sz="2400" i="1" kern="100" spc="75">
              <a:effectLst/>
              <a:latin typeface="Kartika" panose="02020503030404060203" pitchFamily="18" charset="0"/>
              <a:ea typeface="DengXian" panose="02010600030101010101" pitchFamily="2" charset="-122"/>
              <a:cs typeface="Kartika" panose="02020503030404060203" pitchFamily="18" charset="0"/>
            </a:endParaRPr>
          </a:p>
          <a:p>
            <a:pPr algn="ctr">
              <a:spcAft>
                <a:spcPts val="800"/>
              </a:spcAft>
            </a:pP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പാപത്തെ</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വെറുത്തു</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ജീവിപ്പാ</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ൻ </a:t>
            </a:r>
          </a:p>
          <a:p>
            <a:pPr algn="ctr">
              <a:spcAft>
                <a:spcPts val="800"/>
              </a:spcAft>
            </a:pP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പാപബോധം</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ഞങ്ങളിൽതരൂ</a:t>
            </a:r>
            <a:endParaRPr lang="en-SG" sz="2400" i="1" kern="100" spc="75">
              <a:effectLst/>
              <a:latin typeface="Kartika" panose="02020503030404060203" pitchFamily="18" charset="0"/>
              <a:ea typeface="DengXian" panose="02010600030101010101" pitchFamily="2" charset="-122"/>
              <a:cs typeface="Kartika" panose="02020503030404060203" pitchFamily="18" charset="0"/>
            </a:endParaRPr>
          </a:p>
        </p:txBody>
      </p:sp>
      <p:sp>
        <p:nvSpPr>
          <p:cNvPr id="12" name="TextBox 11">
            <a:extLst>
              <a:ext uri="{FF2B5EF4-FFF2-40B4-BE49-F238E27FC236}">
                <a16:creationId xmlns:a16="http://schemas.microsoft.com/office/drawing/2014/main" id="{9DE4D25A-FEAB-A194-4BAC-2B8EF9C176C5}"/>
              </a:ext>
            </a:extLst>
          </p:cNvPr>
          <p:cNvSpPr txBox="1"/>
          <p:nvPr/>
        </p:nvSpPr>
        <p:spPr>
          <a:xfrm>
            <a:off x="562553" y="526498"/>
            <a:ext cx="8441275" cy="2246769"/>
          </a:xfrm>
          <a:prstGeom prst="rect">
            <a:avLst/>
          </a:prstGeom>
          <a:noFill/>
        </p:spPr>
        <p:txBody>
          <a:bodyPr wrap="square" lIns="91440" tIns="45720" rIns="91440" bIns="45720" anchor="t">
            <a:spAutoFit/>
          </a:bodyPr>
          <a:lstStyle/>
          <a:p>
            <a:pPr algn="ctr">
              <a:spcAft>
                <a:spcPts val="800"/>
              </a:spcAft>
            </a:pPr>
            <a:r>
              <a:rPr lang="en-SG" sz="2400" i="1" kern="100" spc="75" dirty="0" err="1">
                <a:latin typeface="Segoe UI"/>
                <a:ea typeface="DengXian"/>
                <a:cs typeface="Segoe UI"/>
              </a:rPr>
              <a:t>y</a:t>
            </a:r>
            <a:r>
              <a:rPr lang="en-SG" sz="2400" i="1" kern="100" spc="75" dirty="0" err="1">
                <a:effectLst/>
                <a:latin typeface="Segoe UI"/>
                <a:ea typeface="DengXian"/>
                <a:cs typeface="Segoe UI"/>
              </a:rPr>
              <a:t>eshuve</a:t>
            </a:r>
            <a:r>
              <a:rPr lang="en-SG" sz="2400" i="1" kern="100" spc="75" dirty="0">
                <a:effectLst/>
                <a:latin typeface="Segoe UI"/>
                <a:ea typeface="DengXian"/>
                <a:cs typeface="Segoe UI"/>
              </a:rPr>
              <a:t> nee </a:t>
            </a:r>
            <a:r>
              <a:rPr lang="en-SG" sz="2400" i="1" kern="100" spc="75" dirty="0" err="1">
                <a:latin typeface="Segoe UI"/>
                <a:ea typeface="DengXian"/>
                <a:cs typeface="Segoe UI"/>
              </a:rPr>
              <a:t>valiyavan</a:t>
            </a:r>
            <a:r>
              <a:rPr lang="en-SG" sz="2400" i="1" kern="100" spc="75" dirty="0">
                <a:effectLst/>
                <a:latin typeface="Segoe UI"/>
                <a:ea typeface="DengXian"/>
                <a:cs typeface="Segoe UI"/>
              </a:rPr>
              <a:t>; </a:t>
            </a:r>
            <a:r>
              <a:rPr lang="en-SG" sz="2400" i="1" kern="100" spc="75" dirty="0" err="1">
                <a:latin typeface="Segoe UI"/>
                <a:ea typeface="DengXian"/>
                <a:cs typeface="Segoe UI"/>
              </a:rPr>
              <a:t>y</a:t>
            </a:r>
            <a:r>
              <a:rPr lang="en-SG" sz="2400" i="1" kern="100" spc="75" dirty="0" err="1">
                <a:effectLst/>
                <a:latin typeface="Segoe UI"/>
                <a:ea typeface="DengXian"/>
                <a:cs typeface="Segoe UI"/>
              </a:rPr>
              <a:t>eshuve</a:t>
            </a:r>
            <a:r>
              <a:rPr lang="en-SG" sz="2400" i="1" kern="100" spc="75" dirty="0">
                <a:effectLst/>
                <a:latin typeface="Segoe UI"/>
                <a:ea typeface="DengXian"/>
                <a:cs typeface="Segoe UI"/>
              </a:rPr>
              <a:t> nee </a:t>
            </a:r>
            <a:r>
              <a:rPr lang="en-SG" sz="2400" i="1" kern="100" spc="75" dirty="0" err="1">
                <a:effectLst/>
                <a:latin typeface="Segoe UI"/>
                <a:ea typeface="DengXian"/>
                <a:cs typeface="Segoe UI"/>
              </a:rPr>
              <a:t>parishudhan</a:t>
            </a:r>
            <a:br>
              <a:rPr lang="en-SG" sz="2400" i="1" kern="100" spc="75">
                <a:effectLst/>
                <a:latin typeface="Segoe UI" panose="020B0502040204020203" pitchFamily="34" charset="0"/>
                <a:ea typeface="DengXian" panose="02010600030101010101" pitchFamily="2" charset="-122"/>
                <a:cs typeface="Segoe UI" panose="020B0502040204020203" pitchFamily="34" charset="0"/>
              </a:rPr>
            </a:br>
            <a:r>
              <a:rPr lang="en-SG" sz="2400" i="1" kern="100" spc="75" dirty="0" err="1">
                <a:latin typeface="Segoe UI"/>
                <a:ea typeface="DengXian"/>
                <a:cs typeface="Segoe UI"/>
              </a:rPr>
              <a:t>y</a:t>
            </a:r>
            <a:r>
              <a:rPr lang="en-SG" sz="2400" i="1" kern="100" spc="75" dirty="0" err="1">
                <a:effectLst/>
                <a:latin typeface="Segoe UI"/>
                <a:ea typeface="DengXian"/>
                <a:cs typeface="Segoe UI"/>
              </a:rPr>
              <a:t>eshuve</a:t>
            </a:r>
            <a:r>
              <a:rPr lang="en-SG" sz="2400" i="1" kern="100" spc="75" dirty="0">
                <a:effectLst/>
                <a:latin typeface="Segoe UI"/>
                <a:ea typeface="DengXian"/>
                <a:cs typeface="Segoe UI"/>
              </a:rPr>
              <a:t> nee </a:t>
            </a:r>
            <a:r>
              <a:rPr lang="en-SG" sz="2400" i="1" kern="100" spc="75" dirty="0" err="1">
                <a:latin typeface="Segoe UI"/>
                <a:ea typeface="DengXian"/>
                <a:cs typeface="Segoe UI"/>
              </a:rPr>
              <a:t>nallavan</a:t>
            </a:r>
            <a:r>
              <a:rPr lang="en-SG" sz="2400" i="1" kern="100" spc="75" dirty="0">
                <a:effectLst/>
                <a:latin typeface="Segoe UI"/>
                <a:ea typeface="DengXian"/>
                <a:cs typeface="Segoe UI"/>
              </a:rPr>
              <a:t>;  </a:t>
            </a:r>
            <a:r>
              <a:rPr lang="en-SG" sz="2400" i="1" kern="100" spc="75" dirty="0" err="1">
                <a:latin typeface="Segoe UI"/>
                <a:ea typeface="DengXian"/>
                <a:cs typeface="Segoe UI"/>
              </a:rPr>
              <a:t>y</a:t>
            </a:r>
            <a:r>
              <a:rPr lang="en-SG" sz="2400" i="1" kern="100" spc="75" dirty="0" err="1">
                <a:effectLst/>
                <a:latin typeface="Segoe UI"/>
                <a:ea typeface="DengXian"/>
                <a:cs typeface="Segoe UI"/>
              </a:rPr>
              <a:t>eshuve</a:t>
            </a:r>
            <a:r>
              <a:rPr lang="en-SG" sz="2400" i="1" kern="100" spc="75" dirty="0">
                <a:effectLst/>
                <a:latin typeface="Segoe UI"/>
                <a:ea typeface="DengXian"/>
                <a:cs typeface="Segoe UI"/>
              </a:rPr>
              <a:t> nee </a:t>
            </a:r>
            <a:r>
              <a:rPr lang="en-SG" sz="2400" i="1" kern="100" spc="75" dirty="0" err="1">
                <a:effectLst/>
                <a:latin typeface="Segoe UI"/>
                <a:ea typeface="DengXian"/>
                <a:cs typeface="Segoe UI"/>
              </a:rPr>
              <a:t>vallabhan</a:t>
            </a:r>
            <a:r>
              <a:rPr lang="en-SG" sz="2400" i="1" kern="100" spc="75" dirty="0">
                <a:effectLst/>
                <a:latin typeface="Segoe UI"/>
                <a:ea typeface="DengXian"/>
                <a:cs typeface="Segoe UI"/>
              </a:rPr>
              <a:t> </a:t>
            </a:r>
          </a:p>
          <a:p>
            <a:pPr algn="ctr">
              <a:spcAft>
                <a:spcPts val="800"/>
              </a:spcAft>
            </a:pPr>
            <a:r>
              <a:rPr lang="en-SG" sz="2400" i="1" kern="100" spc="75" dirty="0" err="1">
                <a:latin typeface="Segoe UI"/>
                <a:ea typeface="DengXian"/>
                <a:cs typeface="Segoe UI"/>
              </a:rPr>
              <a:t>pa</a:t>
            </a:r>
            <a:r>
              <a:rPr lang="en-SG" sz="2400" i="1" kern="100" spc="75" dirty="0" err="1">
                <a:effectLst/>
                <a:latin typeface="Segoe UI"/>
                <a:ea typeface="DengXian"/>
                <a:cs typeface="Segoe UI"/>
              </a:rPr>
              <a:t>apathe</a:t>
            </a:r>
            <a:r>
              <a:rPr lang="en-SG" sz="2400" i="1" kern="100" spc="75" dirty="0">
                <a:effectLst/>
                <a:latin typeface="Segoe UI"/>
                <a:ea typeface="DengXian"/>
                <a:cs typeface="Segoe UI"/>
              </a:rPr>
              <a:t> </a:t>
            </a:r>
            <a:r>
              <a:rPr lang="en-SG" sz="2400" i="1" kern="100" spc="75" dirty="0" err="1">
                <a:effectLst/>
                <a:latin typeface="Segoe UI"/>
                <a:ea typeface="DengXian"/>
                <a:cs typeface="Segoe UI"/>
              </a:rPr>
              <a:t>veruthu</a:t>
            </a:r>
            <a:r>
              <a:rPr lang="en-SG" sz="2400" i="1" kern="100" spc="75" dirty="0">
                <a:effectLst/>
                <a:latin typeface="Segoe UI"/>
                <a:ea typeface="DengXian"/>
                <a:cs typeface="Segoe UI"/>
              </a:rPr>
              <a:t> </a:t>
            </a:r>
            <a:r>
              <a:rPr lang="en-SG" sz="2400" i="1" kern="100" spc="75" dirty="0" err="1">
                <a:effectLst/>
                <a:latin typeface="Segoe UI"/>
                <a:ea typeface="DengXian"/>
                <a:cs typeface="Segoe UI"/>
              </a:rPr>
              <a:t>jeevippan</a:t>
            </a:r>
            <a:r>
              <a:rPr lang="en-SG" sz="2400" i="1" kern="100" spc="75" dirty="0">
                <a:effectLst/>
                <a:latin typeface="Segoe UI"/>
                <a:ea typeface="DengXian"/>
                <a:cs typeface="Segoe UI"/>
              </a:rPr>
              <a:t>; </a:t>
            </a:r>
          </a:p>
          <a:p>
            <a:pPr algn="ctr">
              <a:spcAft>
                <a:spcPts val="800"/>
              </a:spcAft>
            </a:pPr>
            <a:r>
              <a:rPr lang="en-SG" sz="2400" i="1" kern="100" spc="75" dirty="0" err="1">
                <a:latin typeface="Segoe UI"/>
                <a:ea typeface="DengXian"/>
                <a:cs typeface="Segoe UI"/>
              </a:rPr>
              <a:t>pa</a:t>
            </a:r>
            <a:r>
              <a:rPr lang="en-SG" sz="2400" i="1" kern="100" spc="75" dirty="0" err="1">
                <a:effectLst/>
                <a:latin typeface="Segoe UI"/>
                <a:ea typeface="DengXian"/>
                <a:cs typeface="Segoe UI"/>
              </a:rPr>
              <a:t>apa</a:t>
            </a:r>
            <a:r>
              <a:rPr lang="en-SG" sz="2400" i="1" kern="100" spc="75" dirty="0">
                <a:effectLst/>
                <a:latin typeface="Segoe UI"/>
                <a:ea typeface="DengXian"/>
                <a:cs typeface="Segoe UI"/>
              </a:rPr>
              <a:t> </a:t>
            </a:r>
            <a:r>
              <a:rPr lang="en-SG" sz="2400" i="1" kern="100" spc="75" dirty="0" err="1">
                <a:effectLst/>
                <a:latin typeface="Segoe UI"/>
                <a:ea typeface="DengXian"/>
                <a:cs typeface="Segoe UI"/>
              </a:rPr>
              <a:t>bodham</a:t>
            </a:r>
            <a:r>
              <a:rPr lang="en-SG" sz="2400" i="1" kern="100" spc="75" dirty="0">
                <a:effectLst/>
                <a:latin typeface="Segoe UI"/>
                <a:ea typeface="DengXian"/>
                <a:cs typeface="Segoe UI"/>
              </a:rPr>
              <a:t> </a:t>
            </a:r>
            <a:r>
              <a:rPr lang="en-SG" sz="2400" i="1" kern="100" spc="75" dirty="0" err="1">
                <a:effectLst/>
                <a:latin typeface="Segoe UI"/>
                <a:ea typeface="DengXian"/>
                <a:cs typeface="Segoe UI"/>
              </a:rPr>
              <a:t>njangalil</a:t>
            </a:r>
            <a:r>
              <a:rPr lang="en-SG" sz="2400" i="1" kern="100" spc="75" dirty="0">
                <a:effectLst/>
                <a:latin typeface="Segoe UI"/>
                <a:ea typeface="DengXian"/>
                <a:cs typeface="Segoe UI"/>
              </a:rPr>
              <a:t> </a:t>
            </a:r>
            <a:r>
              <a:rPr lang="en-SG" sz="2400" i="1" kern="100" spc="75" dirty="0" err="1">
                <a:effectLst/>
                <a:latin typeface="Segoe UI"/>
                <a:ea typeface="DengXian"/>
                <a:cs typeface="Segoe UI"/>
              </a:rPr>
              <a:t>tharu</a:t>
            </a:r>
            <a:endParaRPr lang="en-SG" sz="2400" i="1" kern="100" spc="75">
              <a:effectLst/>
              <a:latin typeface="Segoe UI"/>
              <a:ea typeface="DengXian"/>
              <a:cs typeface="Segoe UI"/>
            </a:endParaRPr>
          </a:p>
          <a:p>
            <a:pPr algn="ctr">
              <a:spcAft>
                <a:spcPts val="800"/>
              </a:spcAft>
            </a:pPr>
            <a:r>
              <a:rPr lang="en-SG" sz="2400" i="1" kern="100" spc="75" dirty="0">
                <a:effectLst/>
                <a:latin typeface="Segoe UI"/>
                <a:ea typeface="DengXian"/>
                <a:cs typeface="Segoe UI"/>
              </a:rPr>
              <a:t>                                                                                                         </a:t>
            </a:r>
          </a:p>
        </p:txBody>
      </p:sp>
      <p:sp>
        <p:nvSpPr>
          <p:cNvPr id="4" name="Right Brace 3">
            <a:extLst>
              <a:ext uri="{FF2B5EF4-FFF2-40B4-BE49-F238E27FC236}">
                <a16:creationId xmlns:a16="http://schemas.microsoft.com/office/drawing/2014/main" id="{A2DC80C1-260C-D84C-ABAF-D1D894485134}"/>
              </a:ext>
            </a:extLst>
          </p:cNvPr>
          <p:cNvSpPr/>
          <p:nvPr/>
        </p:nvSpPr>
        <p:spPr>
          <a:xfrm>
            <a:off x="7175053" y="1442288"/>
            <a:ext cx="142737" cy="776253"/>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SG"/>
          </a:p>
        </p:txBody>
      </p:sp>
      <p:sp>
        <p:nvSpPr>
          <p:cNvPr id="5" name="TextBox 4">
            <a:extLst>
              <a:ext uri="{FF2B5EF4-FFF2-40B4-BE49-F238E27FC236}">
                <a16:creationId xmlns:a16="http://schemas.microsoft.com/office/drawing/2014/main" id="{913AF0A3-BB83-3AC2-6CF0-6CD4B122C67C}"/>
              </a:ext>
            </a:extLst>
          </p:cNvPr>
          <p:cNvSpPr txBox="1"/>
          <p:nvPr/>
        </p:nvSpPr>
        <p:spPr>
          <a:xfrm>
            <a:off x="7317790" y="1649882"/>
            <a:ext cx="301686" cy="369332"/>
          </a:xfrm>
          <a:prstGeom prst="rect">
            <a:avLst/>
          </a:prstGeom>
          <a:noFill/>
        </p:spPr>
        <p:txBody>
          <a:bodyPr wrap="none" rtlCol="0">
            <a:spAutoFit/>
          </a:bodyPr>
          <a:lstStyle/>
          <a:p>
            <a:r>
              <a:rPr lang="en-US"/>
              <a:t>2</a:t>
            </a:r>
            <a:endParaRPr lang="en-SG"/>
          </a:p>
        </p:txBody>
      </p:sp>
      <p:grpSp>
        <p:nvGrpSpPr>
          <p:cNvPr id="8" name="Group 7">
            <a:extLst>
              <a:ext uri="{FF2B5EF4-FFF2-40B4-BE49-F238E27FC236}">
                <a16:creationId xmlns:a16="http://schemas.microsoft.com/office/drawing/2014/main" id="{43766743-51F2-F2D8-D6FE-E2E2992940B2}"/>
              </a:ext>
            </a:extLst>
          </p:cNvPr>
          <p:cNvGrpSpPr/>
          <p:nvPr/>
        </p:nvGrpSpPr>
        <p:grpSpPr>
          <a:xfrm>
            <a:off x="7619476" y="3759274"/>
            <a:ext cx="444423" cy="776253"/>
            <a:chOff x="7641902" y="3762854"/>
            <a:chExt cx="444423" cy="776253"/>
          </a:xfrm>
        </p:grpSpPr>
        <p:sp>
          <p:nvSpPr>
            <p:cNvPr id="6" name="Right Brace 5">
              <a:extLst>
                <a:ext uri="{FF2B5EF4-FFF2-40B4-BE49-F238E27FC236}">
                  <a16:creationId xmlns:a16="http://schemas.microsoft.com/office/drawing/2014/main" id="{C0B2C911-A3F4-0F2C-BC7B-63BC2F65A7C4}"/>
                </a:ext>
              </a:extLst>
            </p:cNvPr>
            <p:cNvSpPr/>
            <p:nvPr/>
          </p:nvSpPr>
          <p:spPr>
            <a:xfrm>
              <a:off x="7641902" y="3762854"/>
              <a:ext cx="142737" cy="776253"/>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SG"/>
            </a:p>
          </p:txBody>
        </p:sp>
        <p:sp>
          <p:nvSpPr>
            <p:cNvPr id="7" name="TextBox 6">
              <a:extLst>
                <a:ext uri="{FF2B5EF4-FFF2-40B4-BE49-F238E27FC236}">
                  <a16:creationId xmlns:a16="http://schemas.microsoft.com/office/drawing/2014/main" id="{AEB81369-AEC0-8228-5279-96B69D349566}"/>
                </a:ext>
              </a:extLst>
            </p:cNvPr>
            <p:cNvSpPr txBox="1"/>
            <p:nvPr/>
          </p:nvSpPr>
          <p:spPr>
            <a:xfrm>
              <a:off x="7784639" y="3966315"/>
              <a:ext cx="301686" cy="369332"/>
            </a:xfrm>
            <a:prstGeom prst="rect">
              <a:avLst/>
            </a:prstGeom>
            <a:noFill/>
          </p:spPr>
          <p:txBody>
            <a:bodyPr wrap="none" rtlCol="0">
              <a:spAutoFit/>
            </a:bodyPr>
            <a:lstStyle/>
            <a:p>
              <a:r>
                <a:rPr lang="en-US"/>
                <a:t>2</a:t>
              </a:r>
              <a:endParaRPr lang="en-SG"/>
            </a:p>
          </p:txBody>
        </p:sp>
      </p:grpSp>
    </p:spTree>
    <p:extLst>
      <p:ext uri="{BB962C8B-B14F-4D97-AF65-F5344CB8AC3E}">
        <p14:creationId xmlns:p14="http://schemas.microsoft.com/office/powerpoint/2010/main" val="37633293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8E769-46F5-7360-AD0B-24EC765057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E38662-7881-C9CD-60F0-755A100B9E63}"/>
              </a:ext>
            </a:extLst>
          </p:cNvPr>
          <p:cNvSpPr>
            <a:spLocks noGrp="1"/>
          </p:cNvSpPr>
          <p:nvPr>
            <p:ph type="title"/>
          </p:nvPr>
        </p:nvSpPr>
        <p:spPr/>
        <p:txBody>
          <a:bodyPr/>
          <a:lstStyle/>
          <a:p>
            <a:r>
              <a:rPr lang="en-GB">
                <a:latin typeface="Segoe UI"/>
                <a:cs typeface="Segoe UI"/>
              </a:rPr>
              <a:t>Holy Communion</a:t>
            </a:r>
            <a:r>
              <a:rPr lang="en-GB">
                <a:latin typeface="Segoe UI" panose="020B0502040204020203" pitchFamily="34" charset="0"/>
                <a:cs typeface="Segoe UI" panose="020B0502040204020203" pitchFamily="34" charset="0"/>
              </a:rPr>
              <a:t> – </a:t>
            </a:r>
            <a:r>
              <a:rPr lang="en-GB" err="1">
                <a:latin typeface="Segoe UI" panose="020B0502040204020203" pitchFamily="34" charset="0"/>
                <a:cs typeface="Segoe UI" panose="020B0502040204020203" pitchFamily="34" charset="0"/>
              </a:rPr>
              <a:t>Jeevanulla</a:t>
            </a:r>
            <a:r>
              <a:rPr lang="en-GB">
                <a:latin typeface="Segoe UI" panose="020B0502040204020203" pitchFamily="34" charset="0"/>
                <a:cs typeface="Segoe UI" panose="020B0502040204020203" pitchFamily="34" charset="0"/>
              </a:rPr>
              <a:t> </a:t>
            </a:r>
            <a:r>
              <a:rPr lang="en-GB" err="1">
                <a:latin typeface="Segoe UI" panose="020B0502040204020203" pitchFamily="34" charset="0"/>
                <a:cs typeface="Segoe UI" panose="020B0502040204020203" pitchFamily="34" charset="0"/>
              </a:rPr>
              <a:t>devane</a:t>
            </a:r>
            <a:r>
              <a:rPr lang="en-GB">
                <a:latin typeface="Segoe UI" panose="020B0502040204020203" pitchFamily="34" charset="0"/>
                <a:cs typeface="Segoe UI" panose="020B0502040204020203" pitchFamily="34" charset="0"/>
              </a:rPr>
              <a:t> </a:t>
            </a:r>
            <a:r>
              <a:rPr lang="en-GB" err="1">
                <a:latin typeface="Segoe UI" panose="020B0502040204020203" pitchFamily="34" charset="0"/>
                <a:cs typeface="Segoe UI" panose="020B0502040204020203" pitchFamily="34" charset="0"/>
              </a:rPr>
              <a:t>varoo</a:t>
            </a:r>
            <a:endParaRPr lang="en-GB">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3322E769-9766-9701-49E8-94C614D4B27B}"/>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a:t>
            </a:r>
            <a:r>
              <a:rPr lang="en-SG" sz="1400" err="1">
                <a:solidFill>
                  <a:prstClr val="black"/>
                </a:solidFill>
                <a:latin typeface="Segoe UI"/>
                <a:cs typeface="Segoe UI"/>
              </a:rPr>
              <a:t>mmun</a:t>
            </a:r>
            <a:r>
              <a:rPr lang="en-US" sz="1400">
                <a:solidFill>
                  <a:prstClr val="black"/>
                </a:solidFill>
                <a:latin typeface="Segoe UI"/>
                <a:cs typeface="Segoe UI"/>
              </a:rPr>
              <a:t>ion</a:t>
            </a:r>
            <a:r>
              <a:rPr lang="en-US" sz="1400" dirty="0">
                <a:solidFill>
                  <a:prstClr val="black"/>
                </a:solidFill>
                <a:latin typeface="Segoe UI"/>
                <a:cs typeface="Segoe UI"/>
              </a:rPr>
              <a:t> 1</a:t>
            </a:r>
            <a:r>
              <a:rPr lang="en-US" sz="1400">
                <a:solidFill>
                  <a:prstClr val="black"/>
                </a:solidFill>
                <a:latin typeface="Segoe UI"/>
                <a:cs typeface="Segoe UI"/>
              </a:rPr>
              <a:t>: 5 of 6</a:t>
            </a:r>
          </a:p>
        </p:txBody>
      </p:sp>
      <p:sp>
        <p:nvSpPr>
          <p:cNvPr id="4" name="TextBox 3">
            <a:extLst>
              <a:ext uri="{FF2B5EF4-FFF2-40B4-BE49-F238E27FC236}">
                <a16:creationId xmlns:a16="http://schemas.microsoft.com/office/drawing/2014/main" id="{A0118179-919B-A04D-61A3-EBC6DC6F2EB9}"/>
              </a:ext>
            </a:extLst>
          </p:cNvPr>
          <p:cNvSpPr txBox="1"/>
          <p:nvPr/>
        </p:nvSpPr>
        <p:spPr>
          <a:xfrm>
            <a:off x="1491443" y="769024"/>
            <a:ext cx="6161114" cy="1569660"/>
          </a:xfrm>
          <a:prstGeom prst="rect">
            <a:avLst/>
          </a:prstGeom>
          <a:noFill/>
        </p:spPr>
        <p:txBody>
          <a:bodyPr wrap="square" lIns="91440" tIns="45720" rIns="91440" bIns="45720" rtlCol="0" anchor="t">
            <a:spAutoFit/>
          </a:bodyPr>
          <a:lstStyle/>
          <a:p>
            <a:pPr algn="ctr"/>
            <a:r>
              <a:rPr lang="en-SG" sz="2400" dirty="0" err="1">
                <a:latin typeface="Segoe UI"/>
                <a:ea typeface="Calibri"/>
                <a:cs typeface="Segoe UI"/>
              </a:rPr>
              <a:t>v</a:t>
            </a:r>
            <a:r>
              <a:rPr lang="en-SG" sz="2400" dirty="0" err="1">
                <a:effectLst/>
                <a:latin typeface="Segoe UI"/>
                <a:ea typeface="Calibri"/>
                <a:cs typeface="Segoe UI"/>
              </a:rPr>
              <a:t>aagdathangal</a:t>
            </a:r>
            <a:r>
              <a:rPr lang="en-SG" sz="2400" dirty="0">
                <a:effectLst/>
                <a:latin typeface="Segoe UI"/>
                <a:ea typeface="Calibri"/>
                <a:cs typeface="Segoe UI"/>
              </a:rPr>
              <a:t> </a:t>
            </a:r>
            <a:r>
              <a:rPr lang="en-SG" sz="2400" dirty="0" err="1">
                <a:effectLst/>
                <a:latin typeface="Segoe UI"/>
                <a:ea typeface="Calibri"/>
                <a:cs typeface="Segoe UI"/>
              </a:rPr>
              <a:t>cheitha</a:t>
            </a:r>
            <a:r>
              <a:rPr lang="en-SG" sz="2400" dirty="0">
                <a:effectLst/>
                <a:latin typeface="Segoe UI"/>
                <a:ea typeface="Calibri"/>
                <a:cs typeface="Segoe UI"/>
              </a:rPr>
              <a:t> </a:t>
            </a:r>
            <a:r>
              <a:rPr lang="en-SG" sz="2400" dirty="0" err="1">
                <a:effectLst/>
                <a:latin typeface="Segoe UI"/>
                <a:ea typeface="Calibri"/>
                <a:cs typeface="Segoe UI"/>
              </a:rPr>
              <a:t>karthane</a:t>
            </a:r>
            <a:br>
              <a:rPr lang="en-SG" sz="2400">
                <a:effectLst/>
                <a:latin typeface="Segoe UI" panose="020B0502040204020203" pitchFamily="34" charset="0"/>
                <a:ea typeface="Calibri" panose="020F0502020204030204" pitchFamily="34" charset="0"/>
                <a:cs typeface="Segoe UI" panose="020B0502040204020203" pitchFamily="34" charset="0"/>
              </a:rPr>
            </a:br>
            <a:r>
              <a:rPr lang="en-SG" sz="2400" dirty="0" err="1">
                <a:latin typeface="Segoe UI"/>
                <a:ea typeface="Calibri"/>
                <a:cs typeface="Segoe UI"/>
              </a:rPr>
              <a:t>va</a:t>
            </a:r>
            <a:r>
              <a:rPr lang="en-SG" sz="2400" dirty="0" err="1">
                <a:effectLst/>
                <a:latin typeface="Segoe UI"/>
                <a:ea typeface="Calibri"/>
                <a:cs typeface="Segoe UI"/>
              </a:rPr>
              <a:t>akku</a:t>
            </a:r>
            <a:r>
              <a:rPr lang="en-SG" sz="2400" dirty="0">
                <a:effectLst/>
                <a:latin typeface="Segoe UI"/>
                <a:ea typeface="Calibri"/>
                <a:cs typeface="Segoe UI"/>
              </a:rPr>
              <a:t> </a:t>
            </a:r>
            <a:r>
              <a:rPr lang="en-SG" sz="2400" dirty="0" err="1">
                <a:latin typeface="Segoe UI"/>
                <a:ea typeface="Calibri"/>
                <a:cs typeface="Segoe UI"/>
              </a:rPr>
              <a:t>maraathunmayullone</a:t>
            </a:r>
            <a:br>
              <a:rPr lang="en-SG" sz="2400" dirty="0">
                <a:effectLst/>
                <a:latin typeface="Segoe UI" panose="020B0502040204020203" pitchFamily="34" charset="0"/>
                <a:ea typeface="Calibri" panose="020F0502020204030204" pitchFamily="34" charset="0"/>
                <a:cs typeface="Segoe UI" panose="020B0502040204020203" pitchFamily="34" charset="0"/>
              </a:rPr>
            </a:br>
            <a:r>
              <a:rPr lang="en-SG" sz="2400" dirty="0" err="1">
                <a:latin typeface="Segoe UI"/>
                <a:ea typeface="Calibri"/>
                <a:cs typeface="Segoe UI"/>
              </a:rPr>
              <a:t>vaagdathangalkayi</a:t>
            </a:r>
            <a:r>
              <a:rPr lang="en-SG" sz="2400" dirty="0">
                <a:latin typeface="Segoe UI"/>
                <a:ea typeface="Calibri"/>
                <a:cs typeface="Segoe UI"/>
              </a:rPr>
              <a:t> </a:t>
            </a:r>
            <a:r>
              <a:rPr lang="en-SG" sz="2400" dirty="0" err="1">
                <a:latin typeface="Segoe UI"/>
                <a:ea typeface="Calibri"/>
                <a:cs typeface="Segoe UI"/>
              </a:rPr>
              <a:t>varunne</a:t>
            </a:r>
            <a:br>
              <a:rPr lang="en-SG" sz="2400">
                <a:effectLst/>
                <a:latin typeface="Segoe UI" panose="020B0502040204020203" pitchFamily="34" charset="0"/>
                <a:ea typeface="Calibri" panose="020F0502020204030204" pitchFamily="34" charset="0"/>
                <a:cs typeface="Segoe UI" panose="020B0502040204020203" pitchFamily="34" charset="0"/>
              </a:rPr>
            </a:br>
            <a:r>
              <a:rPr lang="en-SG" sz="2400" dirty="0" err="1">
                <a:latin typeface="Segoe UI"/>
                <a:ea typeface="Calibri"/>
                <a:cs typeface="Segoe UI"/>
              </a:rPr>
              <a:t>v</a:t>
            </a:r>
            <a:r>
              <a:rPr lang="en-SG" sz="2400" dirty="0" err="1">
                <a:effectLst/>
                <a:latin typeface="Segoe UI"/>
                <a:ea typeface="Calibri"/>
                <a:cs typeface="Segoe UI"/>
              </a:rPr>
              <a:t>allabhaathmamaari</a:t>
            </a:r>
            <a:r>
              <a:rPr lang="en-SG" sz="2400" dirty="0">
                <a:effectLst/>
                <a:latin typeface="Segoe UI"/>
                <a:ea typeface="Calibri"/>
                <a:cs typeface="Segoe UI"/>
              </a:rPr>
              <a:t> </a:t>
            </a:r>
            <a:r>
              <a:rPr lang="en-SG" sz="2400" dirty="0" err="1">
                <a:effectLst/>
                <a:latin typeface="Segoe UI"/>
                <a:ea typeface="Calibri"/>
                <a:cs typeface="Segoe UI"/>
              </a:rPr>
              <a:t>nalkane</a:t>
            </a:r>
            <a:endParaRPr lang="en-SG" sz="2400" b="0" i="0" dirty="0">
              <a:effectLst/>
              <a:latin typeface="Segoe UI"/>
              <a:ea typeface="Calibri"/>
              <a:cs typeface="Segoe UI"/>
            </a:endParaRPr>
          </a:p>
        </p:txBody>
      </p:sp>
      <p:sp>
        <p:nvSpPr>
          <p:cNvPr id="8" name="TextBox 7">
            <a:extLst>
              <a:ext uri="{FF2B5EF4-FFF2-40B4-BE49-F238E27FC236}">
                <a16:creationId xmlns:a16="http://schemas.microsoft.com/office/drawing/2014/main" id="{11B5E1B7-DD37-797F-3825-25E7DFC90DB8}"/>
              </a:ext>
            </a:extLst>
          </p:cNvPr>
          <p:cNvSpPr txBox="1"/>
          <p:nvPr/>
        </p:nvSpPr>
        <p:spPr>
          <a:xfrm>
            <a:off x="1603275" y="2804816"/>
            <a:ext cx="6106629" cy="1877437"/>
          </a:xfrm>
          <a:prstGeom prst="rect">
            <a:avLst/>
          </a:prstGeom>
          <a:noFill/>
        </p:spPr>
        <p:txBody>
          <a:bodyPr wrap="square" lIns="91440" tIns="45720" rIns="91440" bIns="45720" rtlCol="0" anchor="t">
            <a:spAutoFit/>
          </a:bodyPr>
          <a:lstStyle/>
          <a:p>
            <a:pPr algn="ctr">
              <a:spcAft>
                <a:spcPts val="800"/>
              </a:spcAft>
              <a:buNone/>
            </a:pPr>
            <a:r>
              <a:rPr lang="en-SG" sz="2400" kern="100" spc="75" dirty="0" err="1">
                <a:effectLst/>
                <a:latin typeface="Kartika"/>
                <a:ea typeface="Times New Roman" panose="02020603050405020304" pitchFamily="18" charset="0"/>
                <a:cs typeface="Kartika"/>
              </a:rPr>
              <a:t>വാഗ്ദത്തങ്ങ</a:t>
            </a:r>
            <a:r>
              <a:rPr lang="en-SG" sz="2400" kern="100" spc="75" dirty="0">
                <a:effectLst/>
                <a:latin typeface="Kartika"/>
                <a:ea typeface="Times New Roman" panose="02020603050405020304" pitchFamily="18" charset="0"/>
                <a:cs typeface="Kartika"/>
              </a:rPr>
              <a:t>ൾ </a:t>
            </a:r>
            <a:r>
              <a:rPr lang="en-SG" sz="2400" kern="100" spc="75" dirty="0" err="1">
                <a:effectLst/>
                <a:latin typeface="Kartika"/>
                <a:ea typeface="Times New Roman" panose="02020603050405020304" pitchFamily="18" charset="0"/>
                <a:cs typeface="Kartika"/>
              </a:rPr>
              <a:t>ചെയ്ത</a:t>
            </a:r>
            <a:r>
              <a:rPr lang="en-SG" sz="2400" kern="100" spc="75" dirty="0">
                <a:effectLst/>
                <a:latin typeface="Kartika"/>
                <a:ea typeface="Times New Roman" panose="02020603050405020304" pitchFamily="18" charset="0"/>
                <a:cs typeface="Kartika"/>
              </a:rPr>
              <a:t> </a:t>
            </a:r>
            <a:r>
              <a:rPr lang="en-SG" sz="2400" kern="100" spc="75" dirty="0" err="1">
                <a:effectLst/>
                <a:latin typeface="Kartika"/>
                <a:ea typeface="Times New Roman" panose="02020603050405020304" pitchFamily="18" charset="0"/>
                <a:cs typeface="Kartika"/>
              </a:rPr>
              <a:t>കർത്തനേ</a:t>
            </a:r>
            <a:endParaRPr lang="en-SG" sz="2400" kern="100" spc="75" dirty="0">
              <a:effectLst/>
              <a:latin typeface="Kartika"/>
              <a:ea typeface="Times New Roman" panose="02020603050405020304" pitchFamily="18" charset="0"/>
              <a:cs typeface="Kartika"/>
            </a:endParaRPr>
          </a:p>
          <a:p>
            <a:pPr algn="ctr">
              <a:spcAft>
                <a:spcPts val="800"/>
              </a:spcAft>
            </a:pPr>
            <a:r>
              <a:rPr lang="en-SG" sz="2400" kern="100" spc="75" dirty="0" err="1">
                <a:latin typeface="Kartika"/>
                <a:ea typeface="DengXian"/>
                <a:cs typeface="Kartika"/>
              </a:rPr>
              <a:t>വാക്കു</a:t>
            </a:r>
            <a:r>
              <a:rPr lang="en-SG" sz="2400" kern="100" spc="75" dirty="0">
                <a:latin typeface="Kartika"/>
                <a:ea typeface="DengXian"/>
                <a:cs typeface="Kartika"/>
              </a:rPr>
              <a:t> </a:t>
            </a:r>
            <a:r>
              <a:rPr lang="en-SG" sz="2400" kern="100" spc="75" dirty="0" err="1">
                <a:latin typeface="Kartika"/>
                <a:ea typeface="DengXian"/>
                <a:cs typeface="Kartika"/>
              </a:rPr>
              <a:t>മാറാതുണ്മയുള്ളോനേ</a:t>
            </a:r>
            <a:endParaRPr lang="en-SG" sz="2400" kern="100" spc="75" dirty="0" err="1">
              <a:effectLst/>
              <a:latin typeface="Kartika" panose="02020503030404060203" pitchFamily="18" charset="0"/>
              <a:ea typeface="DengXian"/>
              <a:cs typeface="Kartika" panose="02020503030404060203" pitchFamily="18" charset="0"/>
            </a:endParaRPr>
          </a:p>
          <a:p>
            <a:pPr algn="ctr">
              <a:spcAft>
                <a:spcPts val="800"/>
              </a:spcAft>
            </a:pPr>
            <a:r>
              <a:rPr lang="en-SG" sz="2400" kern="100" spc="75" dirty="0" err="1">
                <a:effectLst/>
                <a:latin typeface="Kartika"/>
                <a:ea typeface="Times New Roman" panose="02020603050405020304" pitchFamily="18" charset="0"/>
                <a:cs typeface="Kartika"/>
              </a:rPr>
              <a:t>വാഗ്ദത്തങ്ങൾക്കായി</a:t>
            </a:r>
            <a:r>
              <a:rPr lang="en-SG" sz="2400" kern="100" spc="75" dirty="0">
                <a:effectLst/>
                <a:latin typeface="Kartika"/>
                <a:ea typeface="Times New Roman" panose="02020603050405020304" pitchFamily="18" charset="0"/>
                <a:cs typeface="Kartika"/>
              </a:rPr>
              <a:t> </a:t>
            </a:r>
            <a:r>
              <a:rPr lang="ml-IN" sz="2400" dirty="0">
                <a:effectLst/>
                <a:latin typeface="Noto Sans Malayalam"/>
                <a:cs typeface="Kartika"/>
              </a:rPr>
              <a:t>വരുന്നേ</a:t>
            </a:r>
            <a:r>
              <a:rPr lang="ml-IN" sz="2000" dirty="0">
                <a:effectLst/>
                <a:latin typeface="Noto Sans Malayalam"/>
                <a:cs typeface="Kartika"/>
              </a:rPr>
              <a:t> </a:t>
            </a:r>
            <a:r>
              <a:rPr lang="en-SG" sz="2400" kern="100" spc="75" dirty="0">
                <a:effectLst/>
                <a:latin typeface="Kartika"/>
                <a:ea typeface="Times New Roman" panose="02020603050405020304" pitchFamily="18" charset="0"/>
                <a:cs typeface="Kartika"/>
              </a:rPr>
              <a:t> </a:t>
            </a:r>
          </a:p>
          <a:p>
            <a:pPr algn="ctr">
              <a:spcAft>
                <a:spcPts val="800"/>
              </a:spcAft>
            </a:pPr>
            <a:r>
              <a:rPr lang="en-SG" sz="2400" kern="100" spc="75" dirty="0" err="1">
                <a:effectLst/>
                <a:latin typeface="Kartika"/>
                <a:ea typeface="Times New Roman" panose="02020603050405020304" pitchFamily="18" charset="0"/>
                <a:cs typeface="Kartika"/>
              </a:rPr>
              <a:t>വല്ലഭാത്മമാരി</a:t>
            </a:r>
            <a:r>
              <a:rPr lang="en-SG" sz="2400" kern="100" spc="75" dirty="0">
                <a:effectLst/>
                <a:latin typeface="Kartika"/>
                <a:ea typeface="Times New Roman" panose="02020603050405020304" pitchFamily="18" charset="0"/>
                <a:cs typeface="Kartika"/>
              </a:rPr>
              <a:t> </a:t>
            </a:r>
            <a:r>
              <a:rPr lang="en-SG" sz="2400" kern="100" spc="75" dirty="0" err="1">
                <a:effectLst/>
                <a:latin typeface="Kartika"/>
                <a:ea typeface="Times New Roman" panose="02020603050405020304" pitchFamily="18" charset="0"/>
                <a:cs typeface="Kartika"/>
              </a:rPr>
              <a:t>നൽകണേ</a:t>
            </a:r>
            <a:endParaRPr lang="en-SG" sz="2400" kern="100" spc="75" dirty="0">
              <a:effectLst/>
              <a:latin typeface="Kartika"/>
              <a:ea typeface="DengXian" panose="02010600030101010101" pitchFamily="2" charset="-122"/>
              <a:cs typeface="Kartika"/>
            </a:endParaRPr>
          </a:p>
        </p:txBody>
      </p:sp>
      <p:grpSp>
        <p:nvGrpSpPr>
          <p:cNvPr id="5" name="Group 4">
            <a:extLst>
              <a:ext uri="{FF2B5EF4-FFF2-40B4-BE49-F238E27FC236}">
                <a16:creationId xmlns:a16="http://schemas.microsoft.com/office/drawing/2014/main" id="{7C5A4E92-7B93-B943-1804-84D45660C958}"/>
              </a:ext>
            </a:extLst>
          </p:cNvPr>
          <p:cNvGrpSpPr/>
          <p:nvPr/>
        </p:nvGrpSpPr>
        <p:grpSpPr>
          <a:xfrm>
            <a:off x="7291179" y="3808903"/>
            <a:ext cx="444423" cy="776253"/>
            <a:chOff x="7641902" y="3762854"/>
            <a:chExt cx="444423" cy="776253"/>
          </a:xfrm>
        </p:grpSpPr>
        <p:sp>
          <p:nvSpPr>
            <p:cNvPr id="6" name="Right Brace 5">
              <a:extLst>
                <a:ext uri="{FF2B5EF4-FFF2-40B4-BE49-F238E27FC236}">
                  <a16:creationId xmlns:a16="http://schemas.microsoft.com/office/drawing/2014/main" id="{3FFB369E-CE97-361B-79AA-0DC91F08CBF6}"/>
                </a:ext>
              </a:extLst>
            </p:cNvPr>
            <p:cNvSpPr/>
            <p:nvPr/>
          </p:nvSpPr>
          <p:spPr>
            <a:xfrm>
              <a:off x="7641902" y="3762854"/>
              <a:ext cx="142737" cy="776253"/>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SG"/>
            </a:p>
          </p:txBody>
        </p:sp>
        <p:sp>
          <p:nvSpPr>
            <p:cNvPr id="7" name="TextBox 6">
              <a:extLst>
                <a:ext uri="{FF2B5EF4-FFF2-40B4-BE49-F238E27FC236}">
                  <a16:creationId xmlns:a16="http://schemas.microsoft.com/office/drawing/2014/main" id="{5F4D44D6-2C3C-001A-3354-CE13BC52417A}"/>
                </a:ext>
              </a:extLst>
            </p:cNvPr>
            <p:cNvSpPr txBox="1"/>
            <p:nvPr/>
          </p:nvSpPr>
          <p:spPr>
            <a:xfrm>
              <a:off x="7784639" y="3966315"/>
              <a:ext cx="301686" cy="369332"/>
            </a:xfrm>
            <a:prstGeom prst="rect">
              <a:avLst/>
            </a:prstGeom>
            <a:noFill/>
          </p:spPr>
          <p:txBody>
            <a:bodyPr wrap="none" rtlCol="0">
              <a:spAutoFit/>
            </a:bodyPr>
            <a:lstStyle/>
            <a:p>
              <a:r>
                <a:rPr lang="en-US"/>
                <a:t>2</a:t>
              </a:r>
              <a:endParaRPr lang="en-SG"/>
            </a:p>
          </p:txBody>
        </p:sp>
      </p:grpSp>
      <p:grpSp>
        <p:nvGrpSpPr>
          <p:cNvPr id="9" name="Group 8">
            <a:extLst>
              <a:ext uri="{FF2B5EF4-FFF2-40B4-BE49-F238E27FC236}">
                <a16:creationId xmlns:a16="http://schemas.microsoft.com/office/drawing/2014/main" id="{58B359B0-7834-4537-9F0E-2295C503E76D}"/>
              </a:ext>
            </a:extLst>
          </p:cNvPr>
          <p:cNvGrpSpPr/>
          <p:nvPr/>
        </p:nvGrpSpPr>
        <p:grpSpPr>
          <a:xfrm>
            <a:off x="6846756" y="1540696"/>
            <a:ext cx="444423" cy="776253"/>
            <a:chOff x="7641902" y="3762854"/>
            <a:chExt cx="444423" cy="776253"/>
          </a:xfrm>
        </p:grpSpPr>
        <p:sp>
          <p:nvSpPr>
            <p:cNvPr id="10" name="Right Brace 9">
              <a:extLst>
                <a:ext uri="{FF2B5EF4-FFF2-40B4-BE49-F238E27FC236}">
                  <a16:creationId xmlns:a16="http://schemas.microsoft.com/office/drawing/2014/main" id="{9B7EDC07-6D91-C2DE-2A51-134755309995}"/>
                </a:ext>
              </a:extLst>
            </p:cNvPr>
            <p:cNvSpPr/>
            <p:nvPr/>
          </p:nvSpPr>
          <p:spPr>
            <a:xfrm>
              <a:off x="7641902" y="3762854"/>
              <a:ext cx="142737" cy="776253"/>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SG"/>
            </a:p>
          </p:txBody>
        </p:sp>
        <p:sp>
          <p:nvSpPr>
            <p:cNvPr id="11" name="TextBox 10">
              <a:extLst>
                <a:ext uri="{FF2B5EF4-FFF2-40B4-BE49-F238E27FC236}">
                  <a16:creationId xmlns:a16="http://schemas.microsoft.com/office/drawing/2014/main" id="{FDFDE9D4-58AC-5BA9-E5B6-AE0B6078318A}"/>
                </a:ext>
              </a:extLst>
            </p:cNvPr>
            <p:cNvSpPr txBox="1"/>
            <p:nvPr/>
          </p:nvSpPr>
          <p:spPr>
            <a:xfrm>
              <a:off x="7784639" y="3966315"/>
              <a:ext cx="301686" cy="369332"/>
            </a:xfrm>
            <a:prstGeom prst="rect">
              <a:avLst/>
            </a:prstGeom>
            <a:noFill/>
          </p:spPr>
          <p:txBody>
            <a:bodyPr wrap="none" rtlCol="0">
              <a:spAutoFit/>
            </a:bodyPr>
            <a:lstStyle/>
            <a:p>
              <a:r>
                <a:rPr lang="en-US"/>
                <a:t>2</a:t>
              </a:r>
              <a:endParaRPr lang="en-SG"/>
            </a:p>
          </p:txBody>
        </p:sp>
      </p:grpSp>
    </p:spTree>
    <p:extLst>
      <p:ext uri="{BB962C8B-B14F-4D97-AF65-F5344CB8AC3E}">
        <p14:creationId xmlns:p14="http://schemas.microsoft.com/office/powerpoint/2010/main" val="40404330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71277-F7C0-DDD2-DAFE-EF3B6763ED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29FDFA-F9EE-9F81-545F-185CE17426B1}"/>
              </a:ext>
            </a:extLst>
          </p:cNvPr>
          <p:cNvSpPr>
            <a:spLocks noGrp="1"/>
          </p:cNvSpPr>
          <p:nvPr>
            <p:ph type="title"/>
          </p:nvPr>
        </p:nvSpPr>
        <p:spPr/>
        <p:txBody>
          <a:bodyPr/>
          <a:lstStyle/>
          <a:p>
            <a:r>
              <a:rPr lang="en-GB">
                <a:latin typeface="Segoe UI"/>
                <a:cs typeface="Segoe UI"/>
              </a:rPr>
              <a:t>Holy Communion</a:t>
            </a:r>
            <a:r>
              <a:rPr lang="en-GB">
                <a:latin typeface="Segoe UI" panose="020B0502040204020203" pitchFamily="34" charset="0"/>
                <a:cs typeface="Segoe UI" panose="020B0502040204020203" pitchFamily="34" charset="0"/>
              </a:rPr>
              <a:t> – </a:t>
            </a:r>
            <a:r>
              <a:rPr lang="en-GB" err="1">
                <a:latin typeface="Segoe UI" panose="020B0502040204020203" pitchFamily="34" charset="0"/>
                <a:cs typeface="Segoe UI" panose="020B0502040204020203" pitchFamily="34" charset="0"/>
              </a:rPr>
              <a:t>Jeevanulla</a:t>
            </a:r>
            <a:r>
              <a:rPr lang="en-GB">
                <a:latin typeface="Segoe UI" panose="020B0502040204020203" pitchFamily="34" charset="0"/>
                <a:cs typeface="Segoe UI" panose="020B0502040204020203" pitchFamily="34" charset="0"/>
              </a:rPr>
              <a:t> </a:t>
            </a:r>
            <a:r>
              <a:rPr lang="en-GB" err="1">
                <a:latin typeface="Segoe UI" panose="020B0502040204020203" pitchFamily="34" charset="0"/>
                <a:cs typeface="Segoe UI" panose="020B0502040204020203" pitchFamily="34" charset="0"/>
              </a:rPr>
              <a:t>devane</a:t>
            </a:r>
            <a:r>
              <a:rPr lang="en-GB">
                <a:latin typeface="Segoe UI" panose="020B0502040204020203" pitchFamily="34" charset="0"/>
                <a:cs typeface="Segoe UI" panose="020B0502040204020203" pitchFamily="34" charset="0"/>
              </a:rPr>
              <a:t> </a:t>
            </a:r>
            <a:r>
              <a:rPr lang="en-GB" err="1">
                <a:latin typeface="Segoe UI" panose="020B0502040204020203" pitchFamily="34" charset="0"/>
                <a:cs typeface="Segoe UI" panose="020B0502040204020203" pitchFamily="34" charset="0"/>
              </a:rPr>
              <a:t>varoo</a:t>
            </a:r>
            <a:endParaRPr lang="en-GB">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053D24FD-C350-5003-BF23-5A188CBB3C88}"/>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a:t>
            </a:r>
            <a:r>
              <a:rPr lang="en-SG" sz="1400" err="1">
                <a:solidFill>
                  <a:prstClr val="black"/>
                </a:solidFill>
                <a:latin typeface="Segoe UI"/>
                <a:cs typeface="Segoe UI"/>
              </a:rPr>
              <a:t>mmun</a:t>
            </a:r>
            <a:r>
              <a:rPr lang="en-US" sz="1400">
                <a:solidFill>
                  <a:prstClr val="black"/>
                </a:solidFill>
                <a:latin typeface="Segoe UI"/>
                <a:cs typeface="Segoe UI"/>
              </a:rPr>
              <a:t>ion</a:t>
            </a:r>
            <a:r>
              <a:rPr lang="en-US" sz="1400" dirty="0">
                <a:solidFill>
                  <a:prstClr val="black"/>
                </a:solidFill>
                <a:latin typeface="Segoe UI"/>
                <a:cs typeface="Segoe UI"/>
              </a:rPr>
              <a:t> 1</a:t>
            </a:r>
            <a:r>
              <a:rPr lang="en-US" sz="1400">
                <a:solidFill>
                  <a:prstClr val="black"/>
                </a:solidFill>
                <a:latin typeface="Segoe UI"/>
                <a:cs typeface="Segoe UI"/>
              </a:rPr>
              <a:t>: 6 of 6</a:t>
            </a:r>
          </a:p>
        </p:txBody>
      </p:sp>
      <p:sp>
        <p:nvSpPr>
          <p:cNvPr id="11" name="TextBox 10">
            <a:extLst>
              <a:ext uri="{FF2B5EF4-FFF2-40B4-BE49-F238E27FC236}">
                <a16:creationId xmlns:a16="http://schemas.microsoft.com/office/drawing/2014/main" id="{566FCCBA-B2DA-9193-F55E-C023C5618C35}"/>
              </a:ext>
            </a:extLst>
          </p:cNvPr>
          <p:cNvSpPr txBox="1"/>
          <p:nvPr/>
        </p:nvSpPr>
        <p:spPr>
          <a:xfrm>
            <a:off x="-52626" y="2723874"/>
            <a:ext cx="9192442" cy="1877437"/>
          </a:xfrm>
          <a:prstGeom prst="rect">
            <a:avLst/>
          </a:prstGeom>
          <a:noFill/>
        </p:spPr>
        <p:txBody>
          <a:bodyPr wrap="square">
            <a:spAutoFit/>
          </a:bodyPr>
          <a:lstStyle/>
          <a:p>
            <a:pPr algn="ctr">
              <a:spcAft>
                <a:spcPts val="800"/>
              </a:spcAft>
              <a:buNone/>
            </a:pP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യേശുവേ</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നീ</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വലിയവ</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ൻ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യേശുവേ</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നീ</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പരിശുദ്ധ</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ൻ</a:t>
            </a:r>
            <a:endParaRPr lang="en-SG" sz="2400" i="1" kern="100" spc="75">
              <a:effectLst/>
              <a:latin typeface="Kartika" panose="02020503030404060203" pitchFamily="18" charset="0"/>
              <a:ea typeface="DengXian" panose="02010600030101010101" pitchFamily="2" charset="-122"/>
              <a:cs typeface="Kartika" panose="02020503030404060203" pitchFamily="18" charset="0"/>
            </a:endParaRPr>
          </a:p>
          <a:p>
            <a:pPr algn="ctr">
              <a:spcAft>
                <a:spcPts val="800"/>
              </a:spcAft>
              <a:buNone/>
            </a:pP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യേശുവേ</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നീ</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നല്ലവ</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ൻ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യേശുവേ</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നീ</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വല്ലഭ</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ൻ </a:t>
            </a:r>
            <a:endParaRPr lang="en-SG" sz="2400" i="1" kern="100" spc="75">
              <a:effectLst/>
              <a:latin typeface="Kartika" panose="02020503030404060203" pitchFamily="18" charset="0"/>
              <a:ea typeface="DengXian" panose="02010600030101010101" pitchFamily="2" charset="-122"/>
              <a:cs typeface="Kartika" panose="02020503030404060203" pitchFamily="18" charset="0"/>
            </a:endParaRPr>
          </a:p>
          <a:p>
            <a:pPr algn="ctr">
              <a:spcAft>
                <a:spcPts val="800"/>
              </a:spcAft>
            </a:pP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പാപത്തെ</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വെറുത്തു</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ജീവിപ്പാ</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ൻ </a:t>
            </a:r>
          </a:p>
          <a:p>
            <a:pPr algn="ctr">
              <a:spcAft>
                <a:spcPts val="800"/>
              </a:spcAft>
            </a:pP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പാപബോധം</a:t>
            </a:r>
            <a:r>
              <a:rPr lang="en-SG" sz="2400" i="1" kern="100" spc="75">
                <a:effectLst/>
                <a:latin typeface="Kartika" panose="02020503030404060203" pitchFamily="18" charset="0"/>
                <a:ea typeface="Times New Roman" panose="02020603050405020304" pitchFamily="18" charset="0"/>
                <a:cs typeface="Kartika" panose="02020503030404060203" pitchFamily="18" charset="0"/>
              </a:rPr>
              <a:t> </a:t>
            </a:r>
            <a:r>
              <a:rPr lang="en-SG" sz="2400" i="1" kern="100" spc="75" err="1">
                <a:effectLst/>
                <a:latin typeface="Kartika" panose="02020503030404060203" pitchFamily="18" charset="0"/>
                <a:ea typeface="Times New Roman" panose="02020603050405020304" pitchFamily="18" charset="0"/>
                <a:cs typeface="Kartika" panose="02020503030404060203" pitchFamily="18" charset="0"/>
              </a:rPr>
              <a:t>ഞങ്ങളിൽതരൂ</a:t>
            </a:r>
            <a:endParaRPr lang="en-SG" sz="2400" i="1" kern="100" spc="75">
              <a:effectLst/>
              <a:latin typeface="Kartika" panose="02020503030404060203" pitchFamily="18" charset="0"/>
              <a:ea typeface="DengXian" panose="02010600030101010101" pitchFamily="2" charset="-122"/>
              <a:cs typeface="Kartika" panose="02020503030404060203" pitchFamily="18" charset="0"/>
            </a:endParaRPr>
          </a:p>
        </p:txBody>
      </p:sp>
      <p:sp>
        <p:nvSpPr>
          <p:cNvPr id="12" name="TextBox 11">
            <a:extLst>
              <a:ext uri="{FF2B5EF4-FFF2-40B4-BE49-F238E27FC236}">
                <a16:creationId xmlns:a16="http://schemas.microsoft.com/office/drawing/2014/main" id="{55AA6DFD-4819-764E-793D-E4BA397DCB69}"/>
              </a:ext>
            </a:extLst>
          </p:cNvPr>
          <p:cNvSpPr txBox="1"/>
          <p:nvPr/>
        </p:nvSpPr>
        <p:spPr>
          <a:xfrm>
            <a:off x="562553" y="526498"/>
            <a:ext cx="8441275" cy="2246769"/>
          </a:xfrm>
          <a:prstGeom prst="rect">
            <a:avLst/>
          </a:prstGeom>
          <a:noFill/>
        </p:spPr>
        <p:txBody>
          <a:bodyPr wrap="square" lIns="91440" tIns="45720" rIns="91440" bIns="45720" anchor="t">
            <a:spAutoFit/>
          </a:bodyPr>
          <a:lstStyle/>
          <a:p>
            <a:pPr algn="ctr">
              <a:spcAft>
                <a:spcPts val="800"/>
              </a:spcAft>
            </a:pPr>
            <a:r>
              <a:rPr lang="en-SG" sz="2400" i="1" kern="100" spc="75" dirty="0" err="1">
                <a:latin typeface="Segoe UI"/>
                <a:ea typeface="DengXian"/>
                <a:cs typeface="Segoe UI"/>
              </a:rPr>
              <a:t>y</a:t>
            </a:r>
            <a:r>
              <a:rPr lang="en-SG" sz="2400" i="1" kern="100" spc="75" dirty="0" err="1">
                <a:effectLst/>
                <a:latin typeface="Segoe UI"/>
                <a:ea typeface="DengXian"/>
                <a:cs typeface="Segoe UI"/>
              </a:rPr>
              <a:t>eshuve</a:t>
            </a:r>
            <a:r>
              <a:rPr lang="en-SG" sz="2400" i="1" kern="100" spc="75" dirty="0">
                <a:effectLst/>
                <a:latin typeface="Segoe UI"/>
                <a:ea typeface="DengXian"/>
                <a:cs typeface="Segoe UI"/>
              </a:rPr>
              <a:t> nee </a:t>
            </a:r>
            <a:r>
              <a:rPr lang="en-SG" sz="2400" i="1" kern="100" spc="75" dirty="0" err="1">
                <a:latin typeface="Segoe UI"/>
                <a:ea typeface="DengXian"/>
                <a:cs typeface="Segoe UI"/>
              </a:rPr>
              <a:t>valiyavan</a:t>
            </a:r>
            <a:r>
              <a:rPr lang="en-SG" sz="2400" i="1" kern="100" spc="75" dirty="0">
                <a:effectLst/>
                <a:latin typeface="Segoe UI"/>
                <a:ea typeface="DengXian"/>
                <a:cs typeface="Segoe UI"/>
              </a:rPr>
              <a:t>; </a:t>
            </a:r>
            <a:r>
              <a:rPr lang="en-SG" sz="2400" i="1" kern="100" spc="75" dirty="0" err="1">
                <a:latin typeface="Segoe UI"/>
                <a:ea typeface="DengXian"/>
                <a:cs typeface="Segoe UI"/>
              </a:rPr>
              <a:t>y</a:t>
            </a:r>
            <a:r>
              <a:rPr lang="en-SG" sz="2400" i="1" kern="100" spc="75" dirty="0" err="1">
                <a:effectLst/>
                <a:latin typeface="Segoe UI"/>
                <a:ea typeface="DengXian"/>
                <a:cs typeface="Segoe UI"/>
              </a:rPr>
              <a:t>eshuve</a:t>
            </a:r>
            <a:r>
              <a:rPr lang="en-SG" sz="2400" i="1" kern="100" spc="75" dirty="0">
                <a:effectLst/>
                <a:latin typeface="Segoe UI"/>
                <a:ea typeface="DengXian"/>
                <a:cs typeface="Segoe UI"/>
              </a:rPr>
              <a:t> nee </a:t>
            </a:r>
            <a:r>
              <a:rPr lang="en-SG" sz="2400" i="1" kern="100" spc="75" dirty="0" err="1">
                <a:effectLst/>
                <a:latin typeface="Segoe UI"/>
                <a:ea typeface="DengXian"/>
                <a:cs typeface="Segoe UI"/>
              </a:rPr>
              <a:t>parishudhan</a:t>
            </a:r>
            <a:br>
              <a:rPr lang="en-SG" sz="2400" i="1" kern="100" spc="75">
                <a:effectLst/>
                <a:latin typeface="Segoe UI" panose="020B0502040204020203" pitchFamily="34" charset="0"/>
                <a:ea typeface="DengXian" panose="02010600030101010101" pitchFamily="2" charset="-122"/>
                <a:cs typeface="Segoe UI" panose="020B0502040204020203" pitchFamily="34" charset="0"/>
              </a:rPr>
            </a:br>
            <a:r>
              <a:rPr lang="en-SG" sz="2400" i="1" kern="100" spc="75" dirty="0" err="1">
                <a:latin typeface="Segoe UI"/>
                <a:ea typeface="DengXian"/>
                <a:cs typeface="Segoe UI"/>
              </a:rPr>
              <a:t>y</a:t>
            </a:r>
            <a:r>
              <a:rPr lang="en-SG" sz="2400" i="1" kern="100" spc="75" dirty="0" err="1">
                <a:effectLst/>
                <a:latin typeface="Segoe UI"/>
                <a:ea typeface="DengXian"/>
                <a:cs typeface="Segoe UI"/>
              </a:rPr>
              <a:t>eshuve</a:t>
            </a:r>
            <a:r>
              <a:rPr lang="en-SG" sz="2400" i="1" kern="100" spc="75" dirty="0">
                <a:effectLst/>
                <a:latin typeface="Segoe UI"/>
                <a:ea typeface="DengXian"/>
                <a:cs typeface="Segoe UI"/>
              </a:rPr>
              <a:t> nee </a:t>
            </a:r>
            <a:r>
              <a:rPr lang="en-SG" sz="2400" i="1" kern="100" spc="75" dirty="0" err="1">
                <a:latin typeface="Segoe UI"/>
                <a:ea typeface="DengXian"/>
                <a:cs typeface="Segoe UI"/>
              </a:rPr>
              <a:t>nallavan</a:t>
            </a:r>
            <a:r>
              <a:rPr lang="en-SG" sz="2400" i="1" kern="100" spc="75" dirty="0">
                <a:effectLst/>
                <a:latin typeface="Segoe UI"/>
                <a:ea typeface="DengXian"/>
                <a:cs typeface="Segoe UI"/>
              </a:rPr>
              <a:t>;  </a:t>
            </a:r>
            <a:r>
              <a:rPr lang="en-SG" sz="2400" i="1" kern="100" spc="75" dirty="0" err="1">
                <a:latin typeface="Segoe UI"/>
                <a:ea typeface="DengXian"/>
                <a:cs typeface="Segoe UI"/>
              </a:rPr>
              <a:t>y</a:t>
            </a:r>
            <a:r>
              <a:rPr lang="en-SG" sz="2400" i="1" kern="100" spc="75" dirty="0" err="1">
                <a:effectLst/>
                <a:latin typeface="Segoe UI"/>
                <a:ea typeface="DengXian"/>
                <a:cs typeface="Segoe UI"/>
              </a:rPr>
              <a:t>eshuve</a:t>
            </a:r>
            <a:r>
              <a:rPr lang="en-SG" sz="2400" i="1" kern="100" spc="75" dirty="0">
                <a:effectLst/>
                <a:latin typeface="Segoe UI"/>
                <a:ea typeface="DengXian"/>
                <a:cs typeface="Segoe UI"/>
              </a:rPr>
              <a:t> nee </a:t>
            </a:r>
            <a:r>
              <a:rPr lang="en-SG" sz="2400" i="1" kern="100" spc="75" dirty="0" err="1">
                <a:effectLst/>
                <a:latin typeface="Segoe UI"/>
                <a:ea typeface="DengXian"/>
                <a:cs typeface="Segoe UI"/>
              </a:rPr>
              <a:t>vallabhan</a:t>
            </a:r>
            <a:r>
              <a:rPr lang="en-SG" sz="2400" i="1" kern="100" spc="75" dirty="0">
                <a:effectLst/>
                <a:latin typeface="Segoe UI"/>
                <a:ea typeface="DengXian"/>
                <a:cs typeface="Segoe UI"/>
              </a:rPr>
              <a:t> </a:t>
            </a:r>
          </a:p>
          <a:p>
            <a:pPr algn="ctr">
              <a:spcAft>
                <a:spcPts val="800"/>
              </a:spcAft>
            </a:pPr>
            <a:r>
              <a:rPr lang="en-SG" sz="2400" i="1" kern="100" spc="75" dirty="0" err="1">
                <a:latin typeface="Segoe UI"/>
                <a:ea typeface="DengXian"/>
                <a:cs typeface="Segoe UI"/>
              </a:rPr>
              <a:t>pa</a:t>
            </a:r>
            <a:r>
              <a:rPr lang="en-SG" sz="2400" i="1" kern="100" spc="75" dirty="0" err="1">
                <a:effectLst/>
                <a:latin typeface="Segoe UI"/>
                <a:ea typeface="DengXian"/>
                <a:cs typeface="Segoe UI"/>
              </a:rPr>
              <a:t>apathe</a:t>
            </a:r>
            <a:r>
              <a:rPr lang="en-SG" sz="2400" i="1" kern="100" spc="75" dirty="0">
                <a:effectLst/>
                <a:latin typeface="Segoe UI"/>
                <a:ea typeface="DengXian"/>
                <a:cs typeface="Segoe UI"/>
              </a:rPr>
              <a:t> </a:t>
            </a:r>
            <a:r>
              <a:rPr lang="en-SG" sz="2400" i="1" kern="100" spc="75" dirty="0" err="1">
                <a:effectLst/>
                <a:latin typeface="Segoe UI"/>
                <a:ea typeface="DengXian"/>
                <a:cs typeface="Segoe UI"/>
              </a:rPr>
              <a:t>veruthu</a:t>
            </a:r>
            <a:r>
              <a:rPr lang="en-SG" sz="2400" i="1" kern="100" spc="75" dirty="0">
                <a:effectLst/>
                <a:latin typeface="Segoe UI"/>
                <a:ea typeface="DengXian"/>
                <a:cs typeface="Segoe UI"/>
              </a:rPr>
              <a:t> </a:t>
            </a:r>
            <a:r>
              <a:rPr lang="en-SG" sz="2400" i="1" kern="100" spc="75" dirty="0" err="1">
                <a:effectLst/>
                <a:latin typeface="Segoe UI"/>
                <a:ea typeface="DengXian"/>
                <a:cs typeface="Segoe UI"/>
              </a:rPr>
              <a:t>jeevippan</a:t>
            </a:r>
            <a:r>
              <a:rPr lang="en-SG" sz="2400" i="1" kern="100" spc="75" dirty="0">
                <a:effectLst/>
                <a:latin typeface="Segoe UI"/>
                <a:ea typeface="DengXian"/>
                <a:cs typeface="Segoe UI"/>
              </a:rPr>
              <a:t>; </a:t>
            </a:r>
          </a:p>
          <a:p>
            <a:pPr algn="ctr">
              <a:spcAft>
                <a:spcPts val="800"/>
              </a:spcAft>
            </a:pPr>
            <a:r>
              <a:rPr lang="en-SG" sz="2400" i="1" kern="100" spc="75" dirty="0" err="1">
                <a:latin typeface="Segoe UI"/>
                <a:ea typeface="DengXian"/>
                <a:cs typeface="Segoe UI"/>
              </a:rPr>
              <a:t>pa</a:t>
            </a:r>
            <a:r>
              <a:rPr lang="en-SG" sz="2400" i="1" kern="100" spc="75" dirty="0" err="1">
                <a:effectLst/>
                <a:latin typeface="Segoe UI"/>
                <a:ea typeface="DengXian"/>
                <a:cs typeface="Segoe UI"/>
              </a:rPr>
              <a:t>apa</a:t>
            </a:r>
            <a:r>
              <a:rPr lang="en-SG" sz="2400" i="1" kern="100" spc="75" dirty="0">
                <a:effectLst/>
                <a:latin typeface="Segoe UI"/>
                <a:ea typeface="DengXian"/>
                <a:cs typeface="Segoe UI"/>
              </a:rPr>
              <a:t> </a:t>
            </a:r>
            <a:r>
              <a:rPr lang="en-SG" sz="2400" i="1" kern="100" spc="75" dirty="0" err="1">
                <a:effectLst/>
                <a:latin typeface="Segoe UI"/>
                <a:ea typeface="DengXian"/>
                <a:cs typeface="Segoe UI"/>
              </a:rPr>
              <a:t>bodham</a:t>
            </a:r>
            <a:r>
              <a:rPr lang="en-SG" sz="2400" i="1" kern="100" spc="75" dirty="0">
                <a:effectLst/>
                <a:latin typeface="Segoe UI"/>
                <a:ea typeface="DengXian"/>
                <a:cs typeface="Segoe UI"/>
              </a:rPr>
              <a:t> </a:t>
            </a:r>
            <a:r>
              <a:rPr lang="en-SG" sz="2400" i="1" kern="100" spc="75" dirty="0" err="1">
                <a:effectLst/>
                <a:latin typeface="Segoe UI"/>
                <a:ea typeface="DengXian"/>
                <a:cs typeface="Segoe UI"/>
              </a:rPr>
              <a:t>njangalil</a:t>
            </a:r>
            <a:r>
              <a:rPr lang="en-SG" sz="2400" i="1" kern="100" spc="75" dirty="0">
                <a:effectLst/>
                <a:latin typeface="Segoe UI"/>
                <a:ea typeface="DengXian"/>
                <a:cs typeface="Segoe UI"/>
              </a:rPr>
              <a:t> </a:t>
            </a:r>
            <a:r>
              <a:rPr lang="en-SG" sz="2400" i="1" kern="100" spc="75" dirty="0" err="1">
                <a:effectLst/>
                <a:latin typeface="Segoe UI"/>
                <a:ea typeface="DengXian"/>
                <a:cs typeface="Segoe UI"/>
              </a:rPr>
              <a:t>tharu</a:t>
            </a:r>
            <a:endParaRPr lang="en-SG" sz="2400" i="1" kern="100" spc="75" dirty="0">
              <a:effectLst/>
              <a:latin typeface="Segoe UI"/>
              <a:ea typeface="DengXian"/>
              <a:cs typeface="Segoe UI"/>
            </a:endParaRPr>
          </a:p>
          <a:p>
            <a:pPr algn="ctr">
              <a:spcAft>
                <a:spcPts val="800"/>
              </a:spcAft>
            </a:pPr>
            <a:r>
              <a:rPr lang="en-SG" sz="2400" i="1" kern="100" spc="75" dirty="0">
                <a:effectLst/>
                <a:latin typeface="Segoe UI"/>
                <a:ea typeface="DengXian"/>
                <a:cs typeface="Segoe UI"/>
              </a:rPr>
              <a:t>                                                                                                         </a:t>
            </a:r>
          </a:p>
        </p:txBody>
      </p:sp>
      <p:sp>
        <p:nvSpPr>
          <p:cNvPr id="4" name="Right Brace 3">
            <a:extLst>
              <a:ext uri="{FF2B5EF4-FFF2-40B4-BE49-F238E27FC236}">
                <a16:creationId xmlns:a16="http://schemas.microsoft.com/office/drawing/2014/main" id="{692872EB-2CB1-3A23-2116-79A7D593806C}"/>
              </a:ext>
            </a:extLst>
          </p:cNvPr>
          <p:cNvSpPr/>
          <p:nvPr/>
        </p:nvSpPr>
        <p:spPr>
          <a:xfrm>
            <a:off x="7175053" y="1442288"/>
            <a:ext cx="142737" cy="776253"/>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SG"/>
          </a:p>
        </p:txBody>
      </p:sp>
      <p:sp>
        <p:nvSpPr>
          <p:cNvPr id="5" name="TextBox 4">
            <a:extLst>
              <a:ext uri="{FF2B5EF4-FFF2-40B4-BE49-F238E27FC236}">
                <a16:creationId xmlns:a16="http://schemas.microsoft.com/office/drawing/2014/main" id="{A5B746F6-2AF3-D066-9FF2-E028E7105943}"/>
              </a:ext>
            </a:extLst>
          </p:cNvPr>
          <p:cNvSpPr txBox="1"/>
          <p:nvPr/>
        </p:nvSpPr>
        <p:spPr>
          <a:xfrm>
            <a:off x="7317790" y="1649882"/>
            <a:ext cx="301686" cy="369332"/>
          </a:xfrm>
          <a:prstGeom prst="rect">
            <a:avLst/>
          </a:prstGeom>
          <a:noFill/>
        </p:spPr>
        <p:txBody>
          <a:bodyPr wrap="none" rtlCol="0">
            <a:spAutoFit/>
          </a:bodyPr>
          <a:lstStyle/>
          <a:p>
            <a:r>
              <a:rPr lang="en-US"/>
              <a:t>2</a:t>
            </a:r>
            <a:endParaRPr lang="en-SG"/>
          </a:p>
        </p:txBody>
      </p:sp>
      <p:grpSp>
        <p:nvGrpSpPr>
          <p:cNvPr id="8" name="Group 7">
            <a:extLst>
              <a:ext uri="{FF2B5EF4-FFF2-40B4-BE49-F238E27FC236}">
                <a16:creationId xmlns:a16="http://schemas.microsoft.com/office/drawing/2014/main" id="{7371F887-84CA-30F5-B636-5BDD2F6FE28F}"/>
              </a:ext>
            </a:extLst>
          </p:cNvPr>
          <p:cNvGrpSpPr/>
          <p:nvPr/>
        </p:nvGrpSpPr>
        <p:grpSpPr>
          <a:xfrm>
            <a:off x="7641902" y="3762854"/>
            <a:ext cx="444423" cy="776253"/>
            <a:chOff x="7641902" y="3762854"/>
            <a:chExt cx="444423" cy="776253"/>
          </a:xfrm>
        </p:grpSpPr>
        <p:sp>
          <p:nvSpPr>
            <p:cNvPr id="6" name="Right Brace 5">
              <a:extLst>
                <a:ext uri="{FF2B5EF4-FFF2-40B4-BE49-F238E27FC236}">
                  <a16:creationId xmlns:a16="http://schemas.microsoft.com/office/drawing/2014/main" id="{1066C109-CC14-4200-F753-58D89D048301}"/>
                </a:ext>
              </a:extLst>
            </p:cNvPr>
            <p:cNvSpPr/>
            <p:nvPr/>
          </p:nvSpPr>
          <p:spPr>
            <a:xfrm>
              <a:off x="7641902" y="3762854"/>
              <a:ext cx="142737" cy="776253"/>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SG"/>
            </a:p>
          </p:txBody>
        </p:sp>
        <p:sp>
          <p:nvSpPr>
            <p:cNvPr id="7" name="TextBox 6">
              <a:extLst>
                <a:ext uri="{FF2B5EF4-FFF2-40B4-BE49-F238E27FC236}">
                  <a16:creationId xmlns:a16="http://schemas.microsoft.com/office/drawing/2014/main" id="{B9443358-E00E-9486-2C25-29C1E204AF17}"/>
                </a:ext>
              </a:extLst>
            </p:cNvPr>
            <p:cNvSpPr txBox="1"/>
            <p:nvPr/>
          </p:nvSpPr>
          <p:spPr>
            <a:xfrm>
              <a:off x="7784639" y="3966315"/>
              <a:ext cx="301686" cy="369332"/>
            </a:xfrm>
            <a:prstGeom prst="rect">
              <a:avLst/>
            </a:prstGeom>
            <a:noFill/>
          </p:spPr>
          <p:txBody>
            <a:bodyPr wrap="none" rtlCol="0">
              <a:spAutoFit/>
            </a:bodyPr>
            <a:lstStyle/>
            <a:p>
              <a:r>
                <a:rPr lang="en-US"/>
                <a:t>2</a:t>
              </a:r>
              <a:endParaRPr lang="en-SG"/>
            </a:p>
          </p:txBody>
        </p:sp>
      </p:grpSp>
    </p:spTree>
    <p:extLst>
      <p:ext uri="{BB962C8B-B14F-4D97-AF65-F5344CB8AC3E}">
        <p14:creationId xmlns:p14="http://schemas.microsoft.com/office/powerpoint/2010/main" val="429187009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64B35-2E7A-BC2D-163D-4EF460E787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AD3966-F8B5-C09A-2EF3-823484DD2F01}"/>
              </a:ext>
            </a:extLst>
          </p:cNvPr>
          <p:cNvSpPr>
            <a:spLocks noGrp="1"/>
          </p:cNvSpPr>
          <p:nvPr>
            <p:ph type="title"/>
          </p:nvPr>
        </p:nvSpPr>
        <p:spPr/>
        <p:txBody>
          <a:bodyPr/>
          <a:lstStyle/>
          <a:p>
            <a:r>
              <a:rPr lang="en-US">
                <a:latin typeface="+mn-lt"/>
                <a:cs typeface="Segoe UI"/>
              </a:rPr>
              <a:t>Holy Communion –  Hymn No 483</a:t>
            </a:r>
            <a:endParaRPr lang="en-US">
              <a:solidFill>
                <a:prstClr val="black"/>
              </a:solidFill>
              <a:highlight>
                <a:srgbClr val="FAF5F0"/>
              </a:highlight>
              <a:latin typeface="Calibri"/>
              <a:ea typeface="Calibri"/>
            </a:endParaRPr>
          </a:p>
        </p:txBody>
      </p:sp>
      <p:pic>
        <p:nvPicPr>
          <p:cNvPr id="4" name="Picture 3" descr="A picture containing wall, indoor, table, decorated&#10;&#10;Description automatically generated">
            <a:extLst>
              <a:ext uri="{FF2B5EF4-FFF2-40B4-BE49-F238E27FC236}">
                <a16:creationId xmlns:a16="http://schemas.microsoft.com/office/drawing/2014/main" id="{A9204394-BE58-CF3D-E7ED-B269DC0441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30000" y="705624"/>
            <a:ext cx="6084000" cy="405726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340717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2D257-8B86-802C-6684-58A964BE41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4FED61-CB94-DA4B-DF7E-DEF7FF7FB2D8}"/>
              </a:ext>
            </a:extLst>
          </p:cNvPr>
          <p:cNvSpPr>
            <a:spLocks noGrp="1"/>
          </p:cNvSpPr>
          <p:nvPr>
            <p:ph type="title"/>
          </p:nvPr>
        </p:nvSpPr>
        <p:spPr/>
        <p:txBody>
          <a:bodyPr>
            <a:noAutofit/>
          </a:bodyPr>
          <a:lstStyle/>
          <a:p>
            <a:r>
              <a:rPr lang="en-GB">
                <a:latin typeface="Segoe UI"/>
                <a:cs typeface="Segoe UI"/>
              </a:rPr>
              <a:t>Holy Communion – Hymn No. 483</a:t>
            </a:r>
            <a:endParaRPr lang="en-US">
              <a:latin typeface="Segoe UI" panose="020B0502040204020203" pitchFamily="34" charset="0"/>
            </a:endParaRPr>
          </a:p>
        </p:txBody>
      </p:sp>
      <p:sp>
        <p:nvSpPr>
          <p:cNvPr id="6" name="Slide Number Placeholder 3">
            <a:extLst>
              <a:ext uri="{FF2B5EF4-FFF2-40B4-BE49-F238E27FC236}">
                <a16:creationId xmlns:a16="http://schemas.microsoft.com/office/drawing/2014/main" id="{781F2082-2847-5CD4-9F39-598713804A75}"/>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59</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92C15F71-9C4A-2FE0-F1FC-5C815C704BA2}"/>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Communion 2: 1 of 4</a:t>
            </a:r>
          </a:p>
        </p:txBody>
      </p:sp>
      <p:sp>
        <p:nvSpPr>
          <p:cNvPr id="7" name="Rectangle 6">
            <a:extLst>
              <a:ext uri="{FF2B5EF4-FFF2-40B4-BE49-F238E27FC236}">
                <a16:creationId xmlns:a16="http://schemas.microsoft.com/office/drawing/2014/main" id="{C0E1EE6D-2ADC-CF8E-E6BE-3B19C641DA26}"/>
              </a:ext>
            </a:extLst>
          </p:cNvPr>
          <p:cNvSpPr/>
          <p:nvPr/>
        </p:nvSpPr>
        <p:spPr>
          <a:xfrm>
            <a:off x="190500" y="509517"/>
            <a:ext cx="9062358" cy="2225426"/>
          </a:xfrm>
          <a:prstGeom prst="rect">
            <a:avLst/>
          </a:prstGeom>
          <a:noFill/>
        </p:spPr>
        <p:txBody>
          <a:bodyPr wrap="square" lIns="91440" tIns="45720" rIns="91440" bIns="45720" anchor="t"/>
          <a:lstStyle>
            <a:lvl1pPr lvl="0">
              <a:defRPr/>
            </a:lvl1pPr>
          </a:lstStyle>
          <a:p>
            <a:pPr indent="1828800"/>
            <a:endParaRPr lang="en-US" sz="2500">
              <a:ea typeface="Calibri" panose="020F0502020204030204"/>
              <a:cs typeface="Calibri" panose="020F0502020204030204"/>
            </a:endParaRPr>
          </a:p>
        </p:txBody>
      </p:sp>
      <p:sp>
        <p:nvSpPr>
          <p:cNvPr id="3" name="Content Placeholder 2">
            <a:extLst>
              <a:ext uri="{FF2B5EF4-FFF2-40B4-BE49-F238E27FC236}">
                <a16:creationId xmlns:a16="http://schemas.microsoft.com/office/drawing/2014/main" id="{7A9E4F5E-F433-A77D-054E-01E586305C40}"/>
              </a:ext>
            </a:extLst>
          </p:cNvPr>
          <p:cNvSpPr txBox="1">
            <a:spLocks/>
          </p:cNvSpPr>
          <p:nvPr/>
        </p:nvSpPr>
        <p:spPr>
          <a:xfrm>
            <a:off x="1610449" y="579354"/>
            <a:ext cx="6222458" cy="2085751"/>
          </a:xfrm>
          <a:prstGeom prst="rect">
            <a:avLst/>
          </a:prstGeom>
        </p:spPr>
        <p:txBody>
          <a:bodyPr vert="horz" lIns="91440" tIns="45720" rIns="91440" bIns="45720" rtlCol="0">
            <a:normAutofit/>
          </a:bodyPr>
          <a:lstStyle>
            <a:defPPr>
              <a:defRPr lang="en-US"/>
            </a:defPPr>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800" err="1">
                <a:latin typeface="Segoe UI" panose="020B0502040204020203" pitchFamily="34" charset="0"/>
                <a:cs typeface="Segoe UI" panose="020B0502040204020203" pitchFamily="34" charset="0"/>
              </a:rPr>
              <a:t>en</a:t>
            </a:r>
            <a:r>
              <a:rPr lang="en-US" sz="2800">
                <a:latin typeface="Segoe UI" panose="020B0502040204020203" pitchFamily="34" charset="0"/>
                <a:cs typeface="Segoe UI" panose="020B0502040204020203" pitchFamily="34" charset="0"/>
              </a:rPr>
              <a:t> </a:t>
            </a:r>
            <a:r>
              <a:rPr lang="en-US" sz="2800" err="1">
                <a:latin typeface="Segoe UI" panose="020B0502040204020203" pitchFamily="34" charset="0"/>
                <a:cs typeface="Segoe UI" panose="020B0502040204020203" pitchFamily="34" charset="0"/>
              </a:rPr>
              <a:t>daivame</a:t>
            </a:r>
            <a:r>
              <a:rPr lang="en-US" sz="2800">
                <a:latin typeface="Segoe UI" panose="020B0502040204020203" pitchFamily="34" charset="0"/>
                <a:cs typeface="Segoe UI" panose="020B0502040204020203" pitchFamily="34" charset="0"/>
              </a:rPr>
              <a:t> </a:t>
            </a:r>
            <a:r>
              <a:rPr lang="en-US" sz="2800" err="1">
                <a:latin typeface="Segoe UI" panose="020B0502040204020203" pitchFamily="34" charset="0"/>
                <a:cs typeface="Segoe UI" panose="020B0502040204020203" pitchFamily="34" charset="0"/>
              </a:rPr>
              <a:t>nin</a:t>
            </a:r>
            <a:r>
              <a:rPr lang="en-US" sz="2800">
                <a:latin typeface="Segoe UI" panose="020B0502040204020203" pitchFamily="34" charset="0"/>
                <a:cs typeface="Segoe UI" panose="020B0502040204020203" pitchFamily="34" charset="0"/>
              </a:rPr>
              <a:t> </a:t>
            </a:r>
            <a:r>
              <a:rPr lang="en-US" sz="2800" err="1">
                <a:latin typeface="Segoe UI" panose="020B0502040204020203" pitchFamily="34" charset="0"/>
                <a:cs typeface="Segoe UI" panose="020B0502040204020203" pitchFamily="34" charset="0"/>
              </a:rPr>
              <a:t>meshamel</a:t>
            </a:r>
            <a:endParaRPr lang="en-US" sz="2800">
              <a:latin typeface="Segoe UI" panose="020B0502040204020203" pitchFamily="34" charset="0"/>
              <a:cs typeface="Segoe UI" panose="020B0502040204020203" pitchFamily="34" charset="0"/>
            </a:endParaRPr>
          </a:p>
          <a:p>
            <a:pPr algn="l"/>
            <a:r>
              <a:rPr lang="en-US" sz="2800" err="1">
                <a:latin typeface="Segoe UI" panose="020B0502040204020203" pitchFamily="34" charset="0"/>
                <a:cs typeface="Segoe UI" panose="020B0502040204020203" pitchFamily="34" charset="0"/>
              </a:rPr>
              <a:t>nin</a:t>
            </a:r>
            <a:r>
              <a:rPr lang="en-US" sz="2800">
                <a:latin typeface="Segoe UI" panose="020B0502040204020203" pitchFamily="34" charset="0"/>
                <a:cs typeface="Segoe UI" panose="020B0502040204020203" pitchFamily="34" charset="0"/>
              </a:rPr>
              <a:t> </a:t>
            </a:r>
            <a:r>
              <a:rPr lang="en-US" sz="2800" err="1">
                <a:latin typeface="Segoe UI" panose="020B0502040204020203" pitchFamily="34" charset="0"/>
                <a:cs typeface="Segoe UI" panose="020B0502040204020203" pitchFamily="34" charset="0"/>
              </a:rPr>
              <a:t>paathram</a:t>
            </a:r>
            <a:r>
              <a:rPr lang="en-US" sz="2800">
                <a:latin typeface="Segoe UI" panose="020B0502040204020203" pitchFamily="34" charset="0"/>
                <a:cs typeface="Segoe UI" panose="020B0502040204020203" pitchFamily="34" charset="0"/>
              </a:rPr>
              <a:t> </a:t>
            </a:r>
            <a:r>
              <a:rPr lang="en-US" sz="2800" err="1">
                <a:latin typeface="Segoe UI" panose="020B0502040204020203" pitchFamily="34" charset="0"/>
                <a:cs typeface="Segoe UI" panose="020B0502040204020203" pitchFamily="34" charset="0"/>
              </a:rPr>
              <a:t>sneham</a:t>
            </a:r>
            <a:r>
              <a:rPr lang="en-US" sz="2800">
                <a:latin typeface="Segoe UI" panose="020B0502040204020203" pitchFamily="34" charset="0"/>
                <a:cs typeface="Segoe UI" panose="020B0502040204020203" pitchFamily="34" charset="0"/>
              </a:rPr>
              <a:t> </a:t>
            </a:r>
            <a:r>
              <a:rPr lang="en-US" sz="2800" err="1">
                <a:latin typeface="Segoe UI" panose="020B0502040204020203" pitchFamily="34" charset="0"/>
                <a:cs typeface="Segoe UI" panose="020B0502040204020203" pitchFamily="34" charset="0"/>
              </a:rPr>
              <a:t>thookunne</a:t>
            </a:r>
            <a:endParaRPr lang="en-US" sz="2800">
              <a:latin typeface="Segoe UI" panose="020B0502040204020203" pitchFamily="34" charset="0"/>
              <a:cs typeface="Segoe UI" panose="020B0502040204020203" pitchFamily="34" charset="0"/>
            </a:endParaRPr>
          </a:p>
          <a:p>
            <a:pPr algn="l"/>
            <a:r>
              <a:rPr lang="en-US" sz="2800" err="1">
                <a:latin typeface="Segoe UI" panose="020B0502040204020203" pitchFamily="34" charset="0"/>
                <a:cs typeface="Segoe UI" panose="020B0502040204020203" pitchFamily="34" charset="0"/>
              </a:rPr>
              <a:t>nin</a:t>
            </a:r>
            <a:r>
              <a:rPr lang="en-US" sz="2800">
                <a:latin typeface="Segoe UI" panose="020B0502040204020203" pitchFamily="34" charset="0"/>
                <a:cs typeface="Segoe UI" panose="020B0502040204020203" pitchFamily="34" charset="0"/>
              </a:rPr>
              <a:t> </a:t>
            </a:r>
            <a:r>
              <a:rPr lang="en-US" sz="2800" err="1">
                <a:latin typeface="Segoe UI" panose="020B0502040204020203" pitchFamily="34" charset="0"/>
                <a:cs typeface="Segoe UI" panose="020B0502040204020203" pitchFamily="34" charset="0"/>
              </a:rPr>
              <a:t>makkalhellaam</a:t>
            </a:r>
            <a:r>
              <a:rPr lang="en-US" sz="2800">
                <a:latin typeface="Segoe UI" panose="020B0502040204020203" pitchFamily="34" charset="0"/>
                <a:cs typeface="Segoe UI" panose="020B0502040204020203" pitchFamily="34" charset="0"/>
              </a:rPr>
              <a:t> </a:t>
            </a:r>
            <a:r>
              <a:rPr lang="en-US" sz="2800" err="1">
                <a:latin typeface="Segoe UI" panose="020B0502040204020203" pitchFamily="34" charset="0"/>
                <a:cs typeface="Segoe UI" panose="020B0502040204020203" pitchFamily="34" charset="0"/>
              </a:rPr>
              <a:t>vanningu</a:t>
            </a:r>
            <a:endParaRPr lang="en-US" sz="2800">
              <a:latin typeface="Segoe UI" panose="020B0502040204020203" pitchFamily="34" charset="0"/>
              <a:cs typeface="Segoe UI" panose="020B0502040204020203" pitchFamily="34" charset="0"/>
            </a:endParaRPr>
          </a:p>
          <a:p>
            <a:pPr algn="l"/>
            <a:r>
              <a:rPr lang="en-US" sz="2800" err="1">
                <a:latin typeface="Segoe UI" panose="020B0502040204020203" pitchFamily="34" charset="0"/>
                <a:cs typeface="Segoe UI" panose="020B0502040204020203" pitchFamily="34" charset="0"/>
              </a:rPr>
              <a:t>nin</a:t>
            </a:r>
            <a:r>
              <a:rPr lang="en-US" sz="2800">
                <a:latin typeface="Segoe UI" panose="020B0502040204020203" pitchFamily="34" charset="0"/>
                <a:cs typeface="Segoe UI" panose="020B0502040204020203" pitchFamily="34" charset="0"/>
              </a:rPr>
              <a:t> </a:t>
            </a:r>
            <a:r>
              <a:rPr lang="en-US" sz="2800" err="1">
                <a:latin typeface="Segoe UI" panose="020B0502040204020203" pitchFamily="34" charset="0"/>
                <a:cs typeface="Segoe UI" panose="020B0502040204020203" pitchFamily="34" charset="0"/>
              </a:rPr>
              <a:t>maadhuryam</a:t>
            </a:r>
            <a:r>
              <a:rPr lang="en-US" sz="2800">
                <a:latin typeface="Segoe UI" panose="020B0502040204020203" pitchFamily="34" charset="0"/>
                <a:cs typeface="Segoe UI" panose="020B0502040204020203" pitchFamily="34" charset="0"/>
              </a:rPr>
              <a:t> </a:t>
            </a:r>
            <a:r>
              <a:rPr lang="en-US" sz="2800" err="1">
                <a:latin typeface="Segoe UI" panose="020B0502040204020203" pitchFamily="34" charset="0"/>
                <a:cs typeface="Segoe UI" panose="020B0502040204020203" pitchFamily="34" charset="0"/>
              </a:rPr>
              <a:t>ruchikkatte</a:t>
            </a:r>
            <a:endParaRPr lang="en-US" sz="2800">
              <a:latin typeface="Segoe UI" panose="020B0502040204020203" pitchFamily="34" charset="0"/>
              <a:cs typeface="Segoe UI" panose="020B0502040204020203" pitchFamily="34" charset="0"/>
            </a:endParaRPr>
          </a:p>
        </p:txBody>
      </p:sp>
      <p:sp>
        <p:nvSpPr>
          <p:cNvPr id="9" name="Rectangle 8">
            <a:extLst>
              <a:ext uri="{FF2B5EF4-FFF2-40B4-BE49-F238E27FC236}">
                <a16:creationId xmlns:a16="http://schemas.microsoft.com/office/drawing/2014/main" id="{911E9448-57F3-BEE2-3014-88DC125C3AF6}"/>
              </a:ext>
            </a:extLst>
          </p:cNvPr>
          <p:cNvSpPr/>
          <p:nvPr/>
        </p:nvSpPr>
        <p:spPr>
          <a:xfrm>
            <a:off x="1610448" y="2877392"/>
            <a:ext cx="5458519" cy="2062103"/>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3200">
                <a:latin typeface="ML-TTKarthika" panose="04000000000000000000" pitchFamily="82" charset="0"/>
              </a:rPr>
              <a:t>F³ </a:t>
            </a:r>
            <a:r>
              <a:rPr lang="en-US" sz="3200" err="1">
                <a:latin typeface="ML-TTKarthika" panose="04000000000000000000" pitchFamily="82" charset="0"/>
              </a:rPr>
              <a:t>ssZhsa</a:t>
            </a:r>
            <a:r>
              <a:rPr lang="en-US" sz="3200">
                <a:latin typeface="ML-TTKarthika" panose="04000000000000000000" pitchFamily="82" charset="0"/>
              </a:rPr>
              <a:t> \n³ </a:t>
            </a:r>
            <a:r>
              <a:rPr lang="en-US" sz="3200" err="1">
                <a:latin typeface="ML-TTKarthika" panose="04000000000000000000" pitchFamily="82" charset="0"/>
              </a:rPr>
              <a:t>taitaÂ</a:t>
            </a:r>
            <a:endParaRPr lang="en-US" sz="3200">
              <a:latin typeface="ML-TTKarthika" panose="04000000000000000000" pitchFamily="82" charset="0"/>
            </a:endParaRPr>
          </a:p>
          <a:p>
            <a:r>
              <a:rPr lang="en-US" sz="3200">
                <a:latin typeface="ML-TTKarthika" panose="04000000000000000000" pitchFamily="82" charset="0"/>
              </a:rPr>
              <a:t>\n³ ]m{</a:t>
            </a:r>
            <a:r>
              <a:rPr lang="en-US" sz="3200" err="1">
                <a:latin typeface="ML-TTKarthika" panose="04000000000000000000" pitchFamily="82" charset="0"/>
              </a:rPr>
              <a:t>Xw</a:t>
            </a:r>
            <a:r>
              <a:rPr lang="en-US" sz="3200">
                <a:latin typeface="ML-TTKarthika" panose="04000000000000000000" pitchFamily="82" charset="0"/>
              </a:rPr>
              <a:t> </a:t>
            </a:r>
            <a:r>
              <a:rPr lang="en-US" sz="3200" err="1">
                <a:latin typeface="ML-TTKarthika" panose="04000000000000000000" pitchFamily="82" charset="0"/>
              </a:rPr>
              <a:t>kvt</a:t>
            </a:r>
            <a:r>
              <a:rPr lang="en-US" sz="3200">
                <a:latin typeface="ML-TTKarthika" panose="04000000000000000000" pitchFamily="82" charset="0"/>
              </a:rPr>
              <a:t>\</a:t>
            </a:r>
            <a:r>
              <a:rPr lang="en-US" sz="3200" err="1">
                <a:latin typeface="ML-TTKarthika" panose="04000000000000000000" pitchFamily="82" charset="0"/>
              </a:rPr>
              <a:t>lw</a:t>
            </a:r>
            <a:r>
              <a:rPr lang="en-US" sz="3200">
                <a:latin typeface="ML-TTKarthika" panose="04000000000000000000" pitchFamily="82" charset="0"/>
              </a:rPr>
              <a:t> </a:t>
            </a:r>
            <a:r>
              <a:rPr lang="en-US" sz="3200" err="1">
                <a:latin typeface="ML-TTKarthika" panose="04000000000000000000" pitchFamily="82" charset="0"/>
              </a:rPr>
              <a:t>XqIpt</a:t>
            </a:r>
            <a:r>
              <a:rPr lang="en-US" sz="3200">
                <a:latin typeface="ML-TTKarthika" panose="04000000000000000000" pitchFamily="82" charset="0"/>
              </a:rPr>
              <a:t>¶</a:t>
            </a:r>
          </a:p>
          <a:p>
            <a:r>
              <a:rPr lang="en-US" sz="3200">
                <a:latin typeface="ML-TTKarthika" panose="04000000000000000000" pitchFamily="82" charset="0"/>
              </a:rPr>
              <a:t>\n³ </a:t>
            </a:r>
            <a:r>
              <a:rPr lang="en-US" sz="3200" err="1">
                <a:latin typeface="ML-TTKarthika" panose="04000000000000000000" pitchFamily="82" charset="0"/>
              </a:rPr>
              <a:t>a¡sfÃmw</a:t>
            </a:r>
            <a:r>
              <a:rPr lang="en-US" sz="3200">
                <a:latin typeface="ML-TTKarthika" panose="04000000000000000000" pitchFamily="82" charset="0"/>
              </a:rPr>
              <a:t> </a:t>
            </a:r>
            <a:r>
              <a:rPr lang="en-US" sz="3200" err="1">
                <a:latin typeface="ML-TTKarthika" panose="04000000000000000000" pitchFamily="82" charset="0"/>
              </a:rPr>
              <a:t>h¶n§p</a:t>
            </a:r>
            <a:endParaRPr lang="en-US" sz="3200">
              <a:latin typeface="ML-TTKarthika" panose="04000000000000000000" pitchFamily="82" charset="0"/>
            </a:endParaRPr>
          </a:p>
          <a:p>
            <a:r>
              <a:rPr lang="en-US" sz="3200">
                <a:latin typeface="ML-TTKarthika" panose="04000000000000000000" pitchFamily="82" charset="0"/>
              </a:rPr>
              <a:t>\n³ am[</a:t>
            </a:r>
            <a:r>
              <a:rPr lang="en-US" sz="3200" err="1">
                <a:latin typeface="ML-TTKarthika" panose="04000000000000000000" pitchFamily="82" charset="0"/>
              </a:rPr>
              <a:t>pcyw</a:t>
            </a:r>
            <a:r>
              <a:rPr lang="en-US" sz="3200">
                <a:latin typeface="ML-TTKarthika" panose="04000000000000000000" pitchFamily="82" charset="0"/>
              </a:rPr>
              <a:t> </a:t>
            </a:r>
            <a:r>
              <a:rPr lang="en-US" sz="3200" err="1">
                <a:latin typeface="ML-TTKarthika" panose="04000000000000000000" pitchFamily="82" charset="0"/>
              </a:rPr>
              <a:t>cpNn¡s</a:t>
            </a:r>
            <a:r>
              <a:rPr lang="en-US" sz="3200">
                <a:latin typeface="ML-TTKarthika" panose="04000000000000000000" pitchFamily="82" charset="0"/>
              </a:rPr>
              <a:t>«</a:t>
            </a:r>
          </a:p>
        </p:txBody>
      </p:sp>
    </p:spTree>
    <p:extLst>
      <p:ext uri="{BB962C8B-B14F-4D97-AF65-F5344CB8AC3E}">
        <p14:creationId xmlns:p14="http://schemas.microsoft.com/office/powerpoint/2010/main" val="28050913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ABFAD-1715-CD3A-4F7C-39999B5FAC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897437-9A7F-88A3-F3FA-9422A76D79B8}"/>
              </a:ext>
            </a:extLst>
          </p:cNvPr>
          <p:cNvSpPr>
            <a:spLocks noGrp="1"/>
          </p:cNvSpPr>
          <p:nvPr>
            <p:ph type="title"/>
          </p:nvPr>
        </p:nvSpPr>
        <p:spPr/>
        <p:txBody>
          <a:bodyPr>
            <a:noAutofit/>
          </a:bodyPr>
          <a:lstStyle/>
          <a:p>
            <a:r>
              <a:rPr lang="en-GB">
                <a:latin typeface="Segoe UI"/>
                <a:cs typeface="Segoe UI"/>
              </a:rPr>
              <a:t>Holy Communion – Hymn No. 483</a:t>
            </a:r>
            <a:endParaRPr lang="en-US">
              <a:latin typeface="Segoe UI" panose="020B0502040204020203" pitchFamily="34" charset="0"/>
            </a:endParaRPr>
          </a:p>
        </p:txBody>
      </p:sp>
      <p:sp>
        <p:nvSpPr>
          <p:cNvPr id="6" name="Slide Number Placeholder 3">
            <a:extLst>
              <a:ext uri="{FF2B5EF4-FFF2-40B4-BE49-F238E27FC236}">
                <a16:creationId xmlns:a16="http://schemas.microsoft.com/office/drawing/2014/main" id="{1733BBF9-933C-B273-C014-608D857C5267}"/>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60</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B8D67AFB-3EB1-3422-E408-FE8ADA4C7835}"/>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Communion 2: 2 of 4</a:t>
            </a:r>
          </a:p>
        </p:txBody>
      </p:sp>
      <p:sp>
        <p:nvSpPr>
          <p:cNvPr id="7" name="Rectangle 6">
            <a:extLst>
              <a:ext uri="{FF2B5EF4-FFF2-40B4-BE49-F238E27FC236}">
                <a16:creationId xmlns:a16="http://schemas.microsoft.com/office/drawing/2014/main" id="{39E90D19-93CC-5BE5-DBD6-876879C817B8}"/>
              </a:ext>
            </a:extLst>
          </p:cNvPr>
          <p:cNvSpPr/>
          <p:nvPr/>
        </p:nvSpPr>
        <p:spPr>
          <a:xfrm>
            <a:off x="190500" y="509517"/>
            <a:ext cx="9062358" cy="2225426"/>
          </a:xfrm>
          <a:prstGeom prst="rect">
            <a:avLst/>
          </a:prstGeom>
          <a:noFill/>
        </p:spPr>
        <p:txBody>
          <a:bodyPr wrap="square" lIns="91440" tIns="45720" rIns="91440" bIns="45720" anchor="t"/>
          <a:lstStyle>
            <a:lvl1pPr lvl="0">
              <a:defRPr/>
            </a:lvl1pPr>
          </a:lstStyle>
          <a:p>
            <a:pPr indent="1828800"/>
            <a:endParaRPr lang="en-US" sz="2500">
              <a:ea typeface="Calibri" panose="020F0502020204030204"/>
              <a:cs typeface="Calibri" panose="020F0502020204030204"/>
            </a:endParaRPr>
          </a:p>
        </p:txBody>
      </p:sp>
      <p:sp>
        <p:nvSpPr>
          <p:cNvPr id="5" name="Content Placeholder 2">
            <a:extLst>
              <a:ext uri="{FF2B5EF4-FFF2-40B4-BE49-F238E27FC236}">
                <a16:creationId xmlns:a16="http://schemas.microsoft.com/office/drawing/2014/main" id="{B1914874-F73C-3422-ABDB-79F41EA15139}"/>
              </a:ext>
            </a:extLst>
          </p:cNvPr>
          <p:cNvSpPr txBox="1">
            <a:spLocks/>
          </p:cNvSpPr>
          <p:nvPr/>
        </p:nvSpPr>
        <p:spPr>
          <a:xfrm>
            <a:off x="1764120" y="631659"/>
            <a:ext cx="6222458" cy="2085751"/>
          </a:xfrm>
          <a:prstGeom prst="rect">
            <a:avLst/>
          </a:prstGeom>
        </p:spPr>
        <p:txBody>
          <a:bodyPr vert="horz" lIns="91440" tIns="45720" rIns="91440" bIns="45720" rtlCol="0">
            <a:normAutofit/>
          </a:bodyPr>
          <a:lstStyle>
            <a:defPPr>
              <a:defRPr lang="en-US"/>
            </a:defPPr>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800" err="1">
                <a:latin typeface="Segoe UI" panose="020B0502040204020203" pitchFamily="34" charset="0"/>
                <a:cs typeface="Segoe UI" panose="020B0502040204020203" pitchFamily="34" charset="0"/>
              </a:rPr>
              <a:t>yeshuvinte</a:t>
            </a:r>
            <a:r>
              <a:rPr lang="en-US" sz="2800">
                <a:latin typeface="Segoe UI" panose="020B0502040204020203" pitchFamily="34" charset="0"/>
                <a:cs typeface="Segoe UI" panose="020B0502040204020203" pitchFamily="34" charset="0"/>
              </a:rPr>
              <a:t> </a:t>
            </a:r>
            <a:r>
              <a:rPr lang="en-US" sz="2800" err="1">
                <a:latin typeface="Segoe UI" panose="020B0502040204020203" pitchFamily="34" charset="0"/>
                <a:cs typeface="Segoe UI" panose="020B0502040204020203" pitchFamily="34" charset="0"/>
              </a:rPr>
              <a:t>daaname</a:t>
            </a:r>
            <a:r>
              <a:rPr lang="en-US" sz="2800">
                <a:latin typeface="Segoe UI" panose="020B0502040204020203" pitchFamily="34" charset="0"/>
                <a:cs typeface="Segoe UI" panose="020B0502040204020203" pitchFamily="34" charset="0"/>
              </a:rPr>
              <a:t> than</a:t>
            </a:r>
          </a:p>
          <a:p>
            <a:pPr algn="l"/>
            <a:r>
              <a:rPr lang="en-US" sz="2800" err="1">
                <a:latin typeface="Segoe UI" panose="020B0502040204020203" pitchFamily="34" charset="0"/>
                <a:cs typeface="Segoe UI" panose="020B0502040204020203" pitchFamily="34" charset="0"/>
              </a:rPr>
              <a:t>maamsa</a:t>
            </a:r>
            <a:r>
              <a:rPr lang="en-US" sz="2800">
                <a:latin typeface="Segoe UI" panose="020B0502040204020203" pitchFamily="34" charset="0"/>
                <a:cs typeface="Segoe UI" panose="020B0502040204020203" pitchFamily="34" charset="0"/>
              </a:rPr>
              <a:t> </a:t>
            </a:r>
            <a:r>
              <a:rPr lang="en-US" sz="2800" err="1">
                <a:latin typeface="Segoe UI" panose="020B0502040204020203" pitchFamily="34" charset="0"/>
                <a:cs typeface="Segoe UI" panose="020B0502040204020203" pitchFamily="34" charset="0"/>
              </a:rPr>
              <a:t>rakthaththin</a:t>
            </a:r>
            <a:r>
              <a:rPr lang="en-US" sz="2800">
                <a:latin typeface="Segoe UI" panose="020B0502040204020203" pitchFamily="34" charset="0"/>
                <a:cs typeface="Segoe UI" panose="020B0502040204020203" pitchFamily="34" charset="0"/>
              </a:rPr>
              <a:t> </a:t>
            </a:r>
            <a:r>
              <a:rPr lang="en-US" sz="2800" err="1">
                <a:latin typeface="Segoe UI" panose="020B0502040204020203" pitchFamily="34" charset="0"/>
                <a:cs typeface="Segoe UI" panose="020B0502040204020203" pitchFamily="34" charset="0"/>
              </a:rPr>
              <a:t>virunne</a:t>
            </a:r>
            <a:endParaRPr lang="en-US" sz="2800">
              <a:latin typeface="Segoe UI" panose="020B0502040204020203" pitchFamily="34" charset="0"/>
              <a:cs typeface="Segoe UI" panose="020B0502040204020203" pitchFamily="34" charset="0"/>
            </a:endParaRPr>
          </a:p>
          <a:p>
            <a:pPr algn="l"/>
            <a:r>
              <a:rPr lang="en-US" sz="2800" err="1">
                <a:latin typeface="Segoe UI" panose="020B0502040204020203" pitchFamily="34" charset="0"/>
                <a:cs typeface="Segoe UI" panose="020B0502040204020203" pitchFamily="34" charset="0"/>
              </a:rPr>
              <a:t>ee</a:t>
            </a:r>
            <a:r>
              <a:rPr lang="en-US" sz="2800">
                <a:latin typeface="Segoe UI" panose="020B0502040204020203" pitchFamily="34" charset="0"/>
                <a:cs typeface="Segoe UI" panose="020B0502040204020203" pitchFamily="34" charset="0"/>
              </a:rPr>
              <a:t> </a:t>
            </a:r>
            <a:r>
              <a:rPr lang="en-US" sz="2800" err="1">
                <a:latin typeface="Segoe UI" panose="020B0502040204020203" pitchFamily="34" charset="0"/>
                <a:cs typeface="Segoe UI" panose="020B0502040204020203" pitchFamily="34" charset="0"/>
              </a:rPr>
              <a:t>bhakshya</a:t>
            </a:r>
            <a:r>
              <a:rPr lang="en-US" sz="2800">
                <a:latin typeface="Segoe UI" panose="020B0502040204020203" pitchFamily="34" charset="0"/>
                <a:cs typeface="Segoe UI" panose="020B0502040204020203" pitchFamily="34" charset="0"/>
              </a:rPr>
              <a:t> </a:t>
            </a:r>
            <a:r>
              <a:rPr lang="en-US" sz="2800" err="1">
                <a:latin typeface="Segoe UI" panose="020B0502040204020203" pitchFamily="34" charset="0"/>
                <a:cs typeface="Segoe UI" panose="020B0502040204020203" pitchFamily="34" charset="0"/>
              </a:rPr>
              <a:t>paaneeyangalhe</a:t>
            </a:r>
            <a:endParaRPr lang="en-US" sz="2800">
              <a:latin typeface="Segoe UI" panose="020B0502040204020203" pitchFamily="34" charset="0"/>
              <a:cs typeface="Segoe UI" panose="020B0502040204020203" pitchFamily="34" charset="0"/>
            </a:endParaRPr>
          </a:p>
          <a:p>
            <a:pPr algn="l"/>
            <a:r>
              <a:rPr lang="en-US" sz="2800" err="1">
                <a:latin typeface="Segoe UI" panose="020B0502040204020203" pitchFamily="34" charset="0"/>
                <a:cs typeface="Segoe UI" panose="020B0502040204020203" pitchFamily="34" charset="0"/>
              </a:rPr>
              <a:t>aaswadippathu</a:t>
            </a:r>
            <a:r>
              <a:rPr lang="en-US" sz="2800">
                <a:latin typeface="Segoe UI" panose="020B0502040204020203" pitchFamily="34" charset="0"/>
                <a:cs typeface="Segoe UI" panose="020B0502040204020203" pitchFamily="34" charset="0"/>
              </a:rPr>
              <a:t> maa </a:t>
            </a:r>
            <a:r>
              <a:rPr lang="en-US" sz="2800" err="1">
                <a:latin typeface="Segoe UI" panose="020B0502040204020203" pitchFamily="34" charset="0"/>
                <a:cs typeface="Segoe UI" panose="020B0502040204020203" pitchFamily="34" charset="0"/>
              </a:rPr>
              <a:t>bhaagyam</a:t>
            </a:r>
            <a:endParaRPr lang="en-US" sz="2800">
              <a:latin typeface="Segoe UI" panose="020B0502040204020203" pitchFamily="34" charset="0"/>
              <a:cs typeface="Segoe UI" panose="020B0502040204020203" pitchFamily="34" charset="0"/>
            </a:endParaRPr>
          </a:p>
        </p:txBody>
      </p:sp>
      <p:sp>
        <p:nvSpPr>
          <p:cNvPr id="8" name="Rectangle 7">
            <a:extLst>
              <a:ext uri="{FF2B5EF4-FFF2-40B4-BE49-F238E27FC236}">
                <a16:creationId xmlns:a16="http://schemas.microsoft.com/office/drawing/2014/main" id="{C254D51C-B323-51C0-DF4E-9CEA87481973}"/>
              </a:ext>
            </a:extLst>
          </p:cNvPr>
          <p:cNvSpPr/>
          <p:nvPr/>
        </p:nvSpPr>
        <p:spPr>
          <a:xfrm>
            <a:off x="1764120" y="2835176"/>
            <a:ext cx="4993969" cy="2062103"/>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3200" err="1">
                <a:latin typeface="ML-TTKarthika" panose="04000000000000000000" pitchFamily="82" charset="0"/>
              </a:rPr>
              <a:t>tbiphnsâ</a:t>
            </a:r>
            <a:r>
              <a:rPr lang="en-US" sz="3200">
                <a:latin typeface="ML-TTKarthika" panose="04000000000000000000" pitchFamily="82" charset="0"/>
              </a:rPr>
              <a:t> </a:t>
            </a:r>
            <a:r>
              <a:rPr lang="en-US" sz="3200" err="1">
                <a:latin typeface="ML-TTKarthika" panose="04000000000000000000" pitchFamily="82" charset="0"/>
              </a:rPr>
              <a:t>Zm</a:t>
            </a:r>
            <a:r>
              <a:rPr lang="en-US" sz="3200">
                <a:latin typeface="ML-TTKarthika" panose="04000000000000000000" pitchFamily="82" charset="0"/>
              </a:rPr>
              <a:t>\</a:t>
            </a:r>
            <a:r>
              <a:rPr lang="en-US" sz="3200" err="1">
                <a:latin typeface="ML-TTKarthika" panose="04000000000000000000" pitchFamily="82" charset="0"/>
              </a:rPr>
              <a:t>sa</a:t>
            </a:r>
            <a:r>
              <a:rPr lang="en-US" sz="3200">
                <a:latin typeface="ML-TTKarthika" panose="04000000000000000000" pitchFamily="82" charset="0"/>
              </a:rPr>
              <a:t> X³</a:t>
            </a:r>
          </a:p>
          <a:p>
            <a:r>
              <a:rPr lang="en-US" sz="3200">
                <a:latin typeface="ML-TTKarthika" panose="04000000000000000000" pitchFamily="82" charset="0"/>
              </a:rPr>
              <a:t>amwkcà¯n³ </a:t>
            </a:r>
            <a:r>
              <a:rPr lang="en-US" sz="3200" err="1">
                <a:latin typeface="ML-TTKarthika" panose="04000000000000000000" pitchFamily="82" charset="0"/>
              </a:rPr>
              <a:t>hncpt</a:t>
            </a:r>
            <a:r>
              <a:rPr lang="en-US" sz="3200">
                <a:latin typeface="ML-TTKarthika" panose="04000000000000000000" pitchFamily="82" charset="0"/>
              </a:rPr>
              <a:t>¶</a:t>
            </a:r>
          </a:p>
          <a:p>
            <a:r>
              <a:rPr lang="en-US" sz="3200">
                <a:latin typeface="ML-TTKarthika" panose="04000000000000000000" pitchFamily="82" charset="0"/>
              </a:rPr>
              <a:t>Cu `£y]m\</a:t>
            </a:r>
            <a:r>
              <a:rPr lang="en-US" sz="3200" err="1">
                <a:latin typeface="ML-TTKarthika" panose="04000000000000000000" pitchFamily="82" charset="0"/>
              </a:rPr>
              <a:t>ob§sf</a:t>
            </a:r>
            <a:endParaRPr lang="en-US" sz="3200">
              <a:latin typeface="ML-TTKarthika" panose="04000000000000000000" pitchFamily="82" charset="0"/>
            </a:endParaRPr>
          </a:p>
          <a:p>
            <a:r>
              <a:rPr lang="en-US" sz="3200" err="1">
                <a:latin typeface="ML-TTKarthika" panose="04000000000000000000" pitchFamily="82" charset="0"/>
              </a:rPr>
              <a:t>BkzZn¸Xp</a:t>
            </a:r>
            <a:r>
              <a:rPr lang="en-US" sz="3200">
                <a:latin typeface="ML-TTKarthika" panose="04000000000000000000" pitchFamily="82" charset="0"/>
              </a:rPr>
              <a:t> am `</a:t>
            </a:r>
            <a:r>
              <a:rPr lang="en-US" sz="3200" err="1">
                <a:latin typeface="ML-TTKarthika" panose="04000000000000000000" pitchFamily="82" charset="0"/>
              </a:rPr>
              <a:t>mKyw</a:t>
            </a:r>
            <a:endParaRPr lang="en-US" sz="2800">
              <a:latin typeface="ML-TTKarthika" panose="04000000000000000000" pitchFamily="82" charset="0"/>
            </a:endParaRPr>
          </a:p>
        </p:txBody>
      </p:sp>
    </p:spTree>
    <p:extLst>
      <p:ext uri="{BB962C8B-B14F-4D97-AF65-F5344CB8AC3E}">
        <p14:creationId xmlns:p14="http://schemas.microsoft.com/office/powerpoint/2010/main" val="25588508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81DC4-554E-2459-4130-37F5158E06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8292F8-086E-0B5F-8B1C-4315B3B6023F}"/>
              </a:ext>
            </a:extLst>
          </p:cNvPr>
          <p:cNvSpPr>
            <a:spLocks noGrp="1"/>
          </p:cNvSpPr>
          <p:nvPr>
            <p:ph type="title"/>
          </p:nvPr>
        </p:nvSpPr>
        <p:spPr/>
        <p:txBody>
          <a:bodyPr>
            <a:noAutofit/>
          </a:bodyPr>
          <a:lstStyle/>
          <a:p>
            <a:r>
              <a:rPr lang="en-GB">
                <a:latin typeface="Segoe UI"/>
                <a:cs typeface="Segoe UI"/>
              </a:rPr>
              <a:t>Holy Communion – Hymn No. 483</a:t>
            </a:r>
            <a:endParaRPr lang="en-US">
              <a:latin typeface="Segoe UI" panose="020B0502040204020203" pitchFamily="34" charset="0"/>
            </a:endParaRPr>
          </a:p>
        </p:txBody>
      </p:sp>
      <p:sp>
        <p:nvSpPr>
          <p:cNvPr id="6" name="Slide Number Placeholder 3">
            <a:extLst>
              <a:ext uri="{FF2B5EF4-FFF2-40B4-BE49-F238E27FC236}">
                <a16:creationId xmlns:a16="http://schemas.microsoft.com/office/drawing/2014/main" id="{9B3582AF-50A0-3F1B-DE6B-27B58BB17F19}"/>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61</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3DCCAEE3-4EA0-66FC-0552-7DE169F83F75}"/>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Communion 2: 3 of 4</a:t>
            </a:r>
          </a:p>
        </p:txBody>
      </p:sp>
      <p:sp>
        <p:nvSpPr>
          <p:cNvPr id="7" name="Rectangle 6">
            <a:extLst>
              <a:ext uri="{FF2B5EF4-FFF2-40B4-BE49-F238E27FC236}">
                <a16:creationId xmlns:a16="http://schemas.microsoft.com/office/drawing/2014/main" id="{E1C91FA1-C0E0-1A59-2B1D-8929ACB50778}"/>
              </a:ext>
            </a:extLst>
          </p:cNvPr>
          <p:cNvSpPr/>
          <p:nvPr/>
        </p:nvSpPr>
        <p:spPr>
          <a:xfrm>
            <a:off x="190500" y="509517"/>
            <a:ext cx="9062358" cy="2225426"/>
          </a:xfrm>
          <a:prstGeom prst="rect">
            <a:avLst/>
          </a:prstGeom>
          <a:noFill/>
        </p:spPr>
        <p:txBody>
          <a:bodyPr wrap="square" lIns="91440" tIns="45720" rIns="91440" bIns="45720" anchor="t"/>
          <a:lstStyle>
            <a:lvl1pPr lvl="0">
              <a:defRPr/>
            </a:lvl1pPr>
          </a:lstStyle>
          <a:p>
            <a:pPr indent="1828800"/>
            <a:endParaRPr lang="en-US" sz="2500">
              <a:ea typeface="Calibri" panose="020F0502020204030204"/>
              <a:cs typeface="Calibri" panose="020F0502020204030204"/>
            </a:endParaRPr>
          </a:p>
        </p:txBody>
      </p:sp>
      <p:sp>
        <p:nvSpPr>
          <p:cNvPr id="3" name="Content Placeholder 2">
            <a:extLst>
              <a:ext uri="{FF2B5EF4-FFF2-40B4-BE49-F238E27FC236}">
                <a16:creationId xmlns:a16="http://schemas.microsoft.com/office/drawing/2014/main" id="{722BCE68-42CE-021C-0701-45522B6BB37E}"/>
              </a:ext>
            </a:extLst>
          </p:cNvPr>
          <p:cNvSpPr txBox="1">
            <a:spLocks/>
          </p:cNvSpPr>
          <p:nvPr/>
        </p:nvSpPr>
        <p:spPr>
          <a:xfrm>
            <a:off x="1610450" y="499124"/>
            <a:ext cx="6222458" cy="2085751"/>
          </a:xfrm>
          <a:prstGeom prst="rect">
            <a:avLst/>
          </a:prstGeom>
        </p:spPr>
        <p:txBody>
          <a:bodyPr vert="horz" lIns="91440" tIns="45720" rIns="91440" bIns="45720" rtlCol="0" anchor="t">
            <a:normAutofit/>
          </a:bodyPr>
          <a:lstStyle>
            <a:defPPr>
              <a:defRPr lang="en-US"/>
            </a:defPPr>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800" dirty="0" err="1">
                <a:latin typeface="Segoe UI"/>
                <a:cs typeface="Segoe UI"/>
              </a:rPr>
              <a:t>paathrathayillaathorh</a:t>
            </a:r>
            <a:r>
              <a:rPr lang="en-US" sz="2800" dirty="0">
                <a:latin typeface="Segoe UI"/>
                <a:cs typeface="Segoe UI"/>
              </a:rPr>
              <a:t> </a:t>
            </a:r>
            <a:r>
              <a:rPr lang="en-US" sz="2800" dirty="0" err="1">
                <a:latin typeface="Segoe UI"/>
                <a:cs typeface="Segoe UI"/>
              </a:rPr>
              <a:t>mumpil</a:t>
            </a:r>
          </a:p>
          <a:p>
            <a:pPr algn="l"/>
            <a:r>
              <a:rPr lang="en-US" sz="2800" dirty="0">
                <a:latin typeface="Segoe UI"/>
                <a:cs typeface="Segoe UI"/>
              </a:rPr>
              <a:t>ee </a:t>
            </a:r>
            <a:r>
              <a:rPr lang="en-US" sz="2800" dirty="0" err="1">
                <a:latin typeface="Segoe UI"/>
                <a:cs typeface="Segoe UI"/>
              </a:rPr>
              <a:t>dravyangalh</a:t>
            </a:r>
            <a:r>
              <a:rPr lang="en-US" sz="2800" dirty="0">
                <a:latin typeface="Segoe UI"/>
                <a:cs typeface="Segoe UI"/>
              </a:rPr>
              <a:t> </a:t>
            </a:r>
            <a:r>
              <a:rPr lang="en-US" sz="2800" dirty="0" err="1">
                <a:latin typeface="Segoe UI"/>
                <a:cs typeface="Segoe UI"/>
              </a:rPr>
              <a:t>veppathenth</a:t>
            </a:r>
            <a:r>
              <a:rPr lang="en-US" sz="2800" dirty="0">
                <a:latin typeface="Segoe UI"/>
                <a:cs typeface="Segoe UI"/>
              </a:rPr>
              <a:t>?</a:t>
            </a:r>
          </a:p>
          <a:p>
            <a:pPr algn="l"/>
            <a:r>
              <a:rPr lang="en-US" sz="2800" dirty="0" err="1">
                <a:latin typeface="Segoe UI"/>
                <a:cs typeface="Segoe UI"/>
              </a:rPr>
              <a:t>nin</a:t>
            </a:r>
            <a:r>
              <a:rPr lang="en-US" sz="2800" dirty="0">
                <a:latin typeface="Segoe UI"/>
                <a:cs typeface="Segoe UI"/>
              </a:rPr>
              <a:t> </a:t>
            </a:r>
            <a:r>
              <a:rPr lang="en-US" sz="2800" dirty="0" err="1">
                <a:latin typeface="Segoe UI"/>
                <a:cs typeface="Segoe UI"/>
              </a:rPr>
              <a:t>perhkkallo</a:t>
            </a:r>
            <a:r>
              <a:rPr lang="en-US" sz="2800" dirty="0">
                <a:latin typeface="Segoe UI"/>
                <a:cs typeface="Segoe UI"/>
              </a:rPr>
              <a:t> </a:t>
            </a:r>
            <a:r>
              <a:rPr lang="en-US" sz="2800" dirty="0" err="1">
                <a:latin typeface="Segoe UI"/>
                <a:cs typeface="Segoe UI"/>
              </a:rPr>
              <a:t>raktham</a:t>
            </a:r>
            <a:r>
              <a:rPr lang="en-US" sz="2800" dirty="0">
                <a:latin typeface="Segoe UI"/>
                <a:cs typeface="Segoe UI"/>
              </a:rPr>
              <a:t> </a:t>
            </a:r>
            <a:r>
              <a:rPr lang="en-US" sz="2800" dirty="0" err="1">
                <a:latin typeface="Segoe UI"/>
                <a:cs typeface="Segoe UI"/>
              </a:rPr>
              <a:t>cheenthi</a:t>
            </a:r>
            <a:endParaRPr lang="en-US" sz="2800" dirty="0" err="1">
              <a:latin typeface="Segoe UI" panose="020B0502040204020203" pitchFamily="34" charset="0"/>
              <a:cs typeface="Segoe UI" panose="020B0502040204020203" pitchFamily="34" charset="0"/>
            </a:endParaRPr>
          </a:p>
          <a:p>
            <a:pPr algn="l"/>
            <a:r>
              <a:rPr lang="en-US" sz="2800" dirty="0" err="1">
                <a:latin typeface="Segoe UI"/>
                <a:cs typeface="Segoe UI"/>
              </a:rPr>
              <a:t>ninakkille</a:t>
            </a:r>
            <a:r>
              <a:rPr lang="en-US" sz="2800" dirty="0">
                <a:latin typeface="Segoe UI"/>
                <a:cs typeface="Segoe UI"/>
              </a:rPr>
              <a:t> </a:t>
            </a:r>
            <a:r>
              <a:rPr lang="en-US" sz="2800" dirty="0" err="1">
                <a:latin typeface="Segoe UI"/>
                <a:cs typeface="Segoe UI"/>
              </a:rPr>
              <a:t>makkalh</a:t>
            </a:r>
            <a:r>
              <a:rPr lang="en-US" sz="2800" dirty="0">
                <a:latin typeface="Segoe UI"/>
                <a:cs typeface="Segoe UI"/>
              </a:rPr>
              <a:t> </a:t>
            </a:r>
            <a:r>
              <a:rPr lang="en-US" sz="2800" dirty="0" err="1">
                <a:latin typeface="Segoe UI"/>
                <a:cs typeface="Segoe UI"/>
              </a:rPr>
              <a:t>veetham</a:t>
            </a:r>
            <a:r>
              <a:rPr lang="en-US" sz="2800" dirty="0">
                <a:latin typeface="Segoe UI"/>
                <a:cs typeface="Segoe UI"/>
              </a:rPr>
              <a:t>?</a:t>
            </a:r>
          </a:p>
        </p:txBody>
      </p:sp>
      <p:sp>
        <p:nvSpPr>
          <p:cNvPr id="9" name="Rectangle 8">
            <a:extLst>
              <a:ext uri="{FF2B5EF4-FFF2-40B4-BE49-F238E27FC236}">
                <a16:creationId xmlns:a16="http://schemas.microsoft.com/office/drawing/2014/main" id="{90AB8FCF-7EC3-AF8A-3267-53BCB7CCE796}"/>
              </a:ext>
            </a:extLst>
          </p:cNvPr>
          <p:cNvSpPr/>
          <p:nvPr/>
        </p:nvSpPr>
        <p:spPr>
          <a:xfrm>
            <a:off x="1544085" y="2745336"/>
            <a:ext cx="5781510" cy="2062103"/>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3200">
                <a:latin typeface="ML-TTKarthika" panose="04000000000000000000" pitchFamily="82" charset="0"/>
              </a:rPr>
              <a:t>]m{</a:t>
            </a:r>
            <a:r>
              <a:rPr lang="en-US" sz="3200" err="1">
                <a:latin typeface="ML-TTKarthika" panose="04000000000000000000" pitchFamily="82" charset="0"/>
              </a:rPr>
              <a:t>XXbnÃmt¯mÀ</a:t>
            </a:r>
            <a:r>
              <a:rPr lang="en-US" sz="3200">
                <a:latin typeface="ML-TTKarthika" panose="04000000000000000000" pitchFamily="82" charset="0"/>
              </a:rPr>
              <a:t> ap¼nÂ</a:t>
            </a:r>
          </a:p>
          <a:p>
            <a:r>
              <a:rPr lang="en-US" sz="3200">
                <a:latin typeface="ML-TTKarthika" panose="04000000000000000000" pitchFamily="82" charset="0"/>
              </a:rPr>
              <a:t>Cu {</a:t>
            </a:r>
            <a:r>
              <a:rPr lang="en-US" sz="3200" err="1">
                <a:latin typeface="ML-TTKarthika" panose="04000000000000000000" pitchFamily="82" charset="0"/>
              </a:rPr>
              <a:t>Zhy§Ä</a:t>
            </a:r>
            <a:r>
              <a:rPr lang="en-US" sz="3200">
                <a:latin typeface="ML-TTKarthika" panose="04000000000000000000" pitchFamily="82" charset="0"/>
              </a:rPr>
              <a:t> </a:t>
            </a:r>
            <a:r>
              <a:rPr lang="en-US" sz="3200" err="1">
                <a:latin typeface="ML-TTKarthika" panose="04000000000000000000" pitchFamily="82" charset="0"/>
              </a:rPr>
              <a:t>sh¸sX´v</a:t>
            </a:r>
            <a:r>
              <a:rPr lang="en-US" sz="3200">
                <a:latin typeface="ML-TTKarthika" panose="04000000000000000000" pitchFamily="82" charset="0"/>
              </a:rPr>
              <a:t>?</a:t>
            </a:r>
          </a:p>
          <a:p>
            <a:r>
              <a:rPr lang="en-US" sz="3200">
                <a:latin typeface="ML-TTKarthika" panose="04000000000000000000" pitchFamily="82" charset="0"/>
              </a:rPr>
              <a:t>\n³ t]</a:t>
            </a:r>
            <a:r>
              <a:rPr lang="en-US" sz="3200" err="1">
                <a:latin typeface="ML-TTKarthika" panose="04000000000000000000" pitchFamily="82" charset="0"/>
              </a:rPr>
              <a:t>À¡tÃm</a:t>
            </a:r>
            <a:r>
              <a:rPr lang="en-US" sz="3200">
                <a:latin typeface="ML-TTKarthika" panose="04000000000000000000" pitchFamily="82" charset="0"/>
              </a:rPr>
              <a:t> </a:t>
            </a:r>
            <a:r>
              <a:rPr lang="en-US" sz="3200" err="1">
                <a:latin typeface="ML-TTKarthika" panose="04000000000000000000" pitchFamily="82" charset="0"/>
              </a:rPr>
              <a:t>càw</a:t>
            </a:r>
            <a:r>
              <a:rPr lang="en-US" sz="3200">
                <a:latin typeface="ML-TTKarthika" panose="04000000000000000000" pitchFamily="82" charset="0"/>
              </a:rPr>
              <a:t> </a:t>
            </a:r>
            <a:r>
              <a:rPr lang="en-US" sz="3200" err="1">
                <a:latin typeface="ML-TTKarthika" panose="04000000000000000000" pitchFamily="82" charset="0"/>
              </a:rPr>
              <a:t>Nn´n</a:t>
            </a:r>
            <a:endParaRPr lang="en-US" sz="3200">
              <a:latin typeface="ML-TTKarthika" panose="04000000000000000000" pitchFamily="82" charset="0"/>
            </a:endParaRPr>
          </a:p>
          <a:p>
            <a:r>
              <a:rPr lang="en-US" sz="3200">
                <a:latin typeface="ML-TTKarthika" panose="04000000000000000000" pitchFamily="82" charset="0"/>
              </a:rPr>
              <a:t>\n\¡</a:t>
            </a:r>
            <a:r>
              <a:rPr lang="en-US" sz="3200" err="1">
                <a:latin typeface="ML-TTKarthika" panose="04000000000000000000" pitchFamily="82" charset="0"/>
              </a:rPr>
              <a:t>ntÃ</a:t>
            </a:r>
            <a:r>
              <a:rPr lang="en-US" sz="3200">
                <a:latin typeface="ML-TTKarthika" panose="04000000000000000000" pitchFamily="82" charset="0"/>
              </a:rPr>
              <a:t> </a:t>
            </a:r>
            <a:r>
              <a:rPr lang="en-US" sz="3200" err="1">
                <a:latin typeface="ML-TTKarthika" panose="04000000000000000000" pitchFamily="82" charset="0"/>
              </a:rPr>
              <a:t>a¡Ä</a:t>
            </a:r>
            <a:r>
              <a:rPr lang="en-US" sz="3200">
                <a:latin typeface="ML-TTKarthika" panose="04000000000000000000" pitchFamily="82" charset="0"/>
              </a:rPr>
              <a:t> </a:t>
            </a:r>
            <a:r>
              <a:rPr lang="en-US" sz="3200" err="1">
                <a:latin typeface="ML-TTKarthika" panose="04000000000000000000" pitchFamily="82" charset="0"/>
              </a:rPr>
              <a:t>hoXw</a:t>
            </a:r>
            <a:r>
              <a:rPr lang="en-US" sz="3200">
                <a:latin typeface="ML-TTKarthika" panose="04000000000000000000" pitchFamily="82" charset="0"/>
              </a:rPr>
              <a:t>?</a:t>
            </a:r>
          </a:p>
        </p:txBody>
      </p:sp>
    </p:spTree>
    <p:extLst>
      <p:ext uri="{BB962C8B-B14F-4D97-AF65-F5344CB8AC3E}">
        <p14:creationId xmlns:p14="http://schemas.microsoft.com/office/powerpoint/2010/main" val="31559584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9404B-E47F-7D60-CC75-5FD89C7C92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AFAEEA-2296-C4F2-D403-009C326823D1}"/>
              </a:ext>
            </a:extLst>
          </p:cNvPr>
          <p:cNvSpPr>
            <a:spLocks noGrp="1"/>
          </p:cNvSpPr>
          <p:nvPr>
            <p:ph type="title"/>
          </p:nvPr>
        </p:nvSpPr>
        <p:spPr/>
        <p:txBody>
          <a:bodyPr>
            <a:noAutofit/>
          </a:bodyPr>
          <a:lstStyle/>
          <a:p>
            <a:r>
              <a:rPr lang="en-GB">
                <a:latin typeface="Segoe UI"/>
                <a:cs typeface="Segoe UI"/>
              </a:rPr>
              <a:t>Holy Communion – Hymn No. 483</a:t>
            </a:r>
            <a:endParaRPr lang="en-US">
              <a:latin typeface="Segoe UI" panose="020B0502040204020203" pitchFamily="34" charset="0"/>
            </a:endParaRPr>
          </a:p>
        </p:txBody>
      </p:sp>
      <p:sp>
        <p:nvSpPr>
          <p:cNvPr id="6" name="Slide Number Placeholder 3">
            <a:extLst>
              <a:ext uri="{FF2B5EF4-FFF2-40B4-BE49-F238E27FC236}">
                <a16:creationId xmlns:a16="http://schemas.microsoft.com/office/drawing/2014/main" id="{3FBD2967-1E12-4870-6ACC-44652618195A}"/>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62</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D2FBA9F0-F0BD-881F-B6DB-679FBD0FA8D2}"/>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Communion 2: 4 of 4</a:t>
            </a:r>
          </a:p>
        </p:txBody>
      </p:sp>
      <p:sp>
        <p:nvSpPr>
          <p:cNvPr id="7" name="Rectangle 6">
            <a:extLst>
              <a:ext uri="{FF2B5EF4-FFF2-40B4-BE49-F238E27FC236}">
                <a16:creationId xmlns:a16="http://schemas.microsoft.com/office/drawing/2014/main" id="{24C86693-042C-F9F7-407F-E40F85201940}"/>
              </a:ext>
            </a:extLst>
          </p:cNvPr>
          <p:cNvSpPr/>
          <p:nvPr/>
        </p:nvSpPr>
        <p:spPr>
          <a:xfrm>
            <a:off x="190500" y="509517"/>
            <a:ext cx="9062358" cy="2225426"/>
          </a:xfrm>
          <a:prstGeom prst="rect">
            <a:avLst/>
          </a:prstGeom>
          <a:noFill/>
        </p:spPr>
        <p:txBody>
          <a:bodyPr wrap="square" lIns="91440" tIns="45720" rIns="91440" bIns="45720" anchor="t"/>
          <a:lstStyle>
            <a:lvl1pPr lvl="0">
              <a:defRPr/>
            </a:lvl1pPr>
          </a:lstStyle>
          <a:p>
            <a:pPr indent="1828800"/>
            <a:endParaRPr lang="en-US" sz="2500">
              <a:ea typeface="Calibri" panose="020F0502020204030204"/>
              <a:cs typeface="Calibri" panose="020F0502020204030204"/>
            </a:endParaRPr>
          </a:p>
        </p:txBody>
      </p:sp>
      <p:sp>
        <p:nvSpPr>
          <p:cNvPr id="5" name="Content Placeholder 2">
            <a:extLst>
              <a:ext uri="{FF2B5EF4-FFF2-40B4-BE49-F238E27FC236}">
                <a16:creationId xmlns:a16="http://schemas.microsoft.com/office/drawing/2014/main" id="{3AF18C6A-2147-CA63-919E-E0EA327DB95A}"/>
              </a:ext>
            </a:extLst>
          </p:cNvPr>
          <p:cNvSpPr txBox="1">
            <a:spLocks/>
          </p:cNvSpPr>
          <p:nvPr/>
        </p:nvSpPr>
        <p:spPr>
          <a:xfrm>
            <a:off x="1302899" y="649192"/>
            <a:ext cx="6798090" cy="2085751"/>
          </a:xfrm>
          <a:prstGeom prst="rect">
            <a:avLst/>
          </a:prstGeom>
        </p:spPr>
        <p:txBody>
          <a:bodyPr vert="horz" lIns="91440" tIns="45720" rIns="91440" bIns="45720" rtlCol="0" anchor="t">
            <a:normAutofit/>
          </a:bodyPr>
          <a:lstStyle>
            <a:defPPr>
              <a:defRPr lang="en-US"/>
            </a:defPPr>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800" dirty="0" err="1">
                <a:latin typeface="Segoe UI"/>
                <a:cs typeface="Segoe UI"/>
              </a:rPr>
              <a:t>karthaa</a:t>
            </a:r>
            <a:r>
              <a:rPr lang="en-US" sz="2800" dirty="0">
                <a:latin typeface="Segoe UI"/>
                <a:cs typeface="Segoe UI"/>
              </a:rPr>
              <a:t> </a:t>
            </a:r>
            <a:r>
              <a:rPr lang="en-US" sz="2800" dirty="0" err="1">
                <a:latin typeface="Segoe UI"/>
                <a:cs typeface="Segoe UI"/>
              </a:rPr>
              <a:t>nin</a:t>
            </a:r>
            <a:r>
              <a:rPr lang="en-US" sz="2800" dirty="0">
                <a:latin typeface="Segoe UI"/>
                <a:cs typeface="Segoe UI"/>
              </a:rPr>
              <a:t> </a:t>
            </a:r>
            <a:r>
              <a:rPr lang="en-US" sz="2800" dirty="0" err="1">
                <a:latin typeface="Segoe UI"/>
                <a:cs typeface="Segoe UI"/>
              </a:rPr>
              <a:t>meshaykkimpamaai</a:t>
            </a:r>
            <a:endParaRPr lang="en-US" sz="2800" dirty="0" err="1">
              <a:latin typeface="Segoe UI" panose="020B0502040204020203" pitchFamily="34" charset="0"/>
              <a:cs typeface="Segoe UI" panose="020B0502040204020203" pitchFamily="34" charset="0"/>
            </a:endParaRPr>
          </a:p>
          <a:p>
            <a:pPr algn="l"/>
            <a:r>
              <a:rPr lang="en-US" sz="2800" dirty="0" err="1">
                <a:latin typeface="Segoe UI"/>
                <a:cs typeface="Segoe UI"/>
              </a:rPr>
              <a:t>modhamodevarum</a:t>
            </a:r>
            <a:r>
              <a:rPr lang="en-US" sz="2800" dirty="0">
                <a:latin typeface="Segoe UI"/>
                <a:cs typeface="Segoe UI"/>
              </a:rPr>
              <a:t> </a:t>
            </a:r>
            <a:r>
              <a:rPr lang="en-US" sz="2800" dirty="0" err="1">
                <a:latin typeface="Segoe UI"/>
                <a:cs typeface="Segoe UI"/>
              </a:rPr>
              <a:t>koodi</a:t>
            </a:r>
            <a:endParaRPr lang="en-US" sz="2800" dirty="0">
              <a:latin typeface="Segoe UI"/>
              <a:cs typeface="Segoe UI"/>
            </a:endParaRPr>
          </a:p>
          <a:p>
            <a:pPr algn="l"/>
            <a:r>
              <a:rPr lang="en-US" sz="2800" dirty="0" err="1">
                <a:latin typeface="Segoe UI"/>
                <a:cs typeface="Segoe UI"/>
              </a:rPr>
              <a:t>athin</a:t>
            </a:r>
            <a:r>
              <a:rPr lang="en-US" sz="2800" dirty="0">
                <a:latin typeface="Segoe UI"/>
                <a:cs typeface="Segoe UI"/>
              </a:rPr>
              <a:t> </a:t>
            </a:r>
            <a:r>
              <a:rPr lang="en-US" sz="2800" dirty="0" err="1">
                <a:latin typeface="Segoe UI"/>
                <a:cs typeface="Segoe UI"/>
              </a:rPr>
              <a:t>marhmmangalh</a:t>
            </a:r>
            <a:r>
              <a:rPr lang="en-US" sz="2800" dirty="0">
                <a:latin typeface="Segoe UI"/>
                <a:cs typeface="Segoe UI"/>
              </a:rPr>
              <a:t> </a:t>
            </a:r>
            <a:r>
              <a:rPr lang="en-US" sz="2800" dirty="0" err="1">
                <a:latin typeface="Segoe UI"/>
                <a:cs typeface="Segoe UI"/>
              </a:rPr>
              <a:t>ruchipporh</a:t>
            </a:r>
            <a:endParaRPr lang="en-US" sz="2800" dirty="0">
              <a:latin typeface="Segoe UI"/>
              <a:cs typeface="Segoe UI"/>
            </a:endParaRPr>
          </a:p>
          <a:p>
            <a:pPr algn="l"/>
            <a:r>
              <a:rPr lang="en-US" sz="2800" dirty="0" err="1">
                <a:latin typeface="Segoe UI"/>
                <a:cs typeface="Segoe UI"/>
              </a:rPr>
              <a:t>mukthi</a:t>
            </a:r>
            <a:r>
              <a:rPr lang="en-US" sz="2800" dirty="0">
                <a:latin typeface="Segoe UI"/>
                <a:cs typeface="Segoe UI"/>
              </a:rPr>
              <a:t> </a:t>
            </a:r>
            <a:r>
              <a:rPr lang="en-US" sz="2800" dirty="0" err="1">
                <a:latin typeface="Segoe UI"/>
                <a:cs typeface="Segoe UI"/>
              </a:rPr>
              <a:t>aaswadikkattihe</a:t>
            </a:r>
            <a:endParaRPr lang="en-US" sz="3200" dirty="0">
              <a:latin typeface="Segoe UI"/>
              <a:cs typeface="Segoe UI"/>
            </a:endParaRPr>
          </a:p>
        </p:txBody>
      </p:sp>
      <p:sp>
        <p:nvSpPr>
          <p:cNvPr id="8" name="Rectangle 7">
            <a:extLst>
              <a:ext uri="{FF2B5EF4-FFF2-40B4-BE49-F238E27FC236}">
                <a16:creationId xmlns:a16="http://schemas.microsoft.com/office/drawing/2014/main" id="{5555FA10-F913-7BDE-132B-049EA66F8F92}"/>
              </a:ext>
            </a:extLst>
          </p:cNvPr>
          <p:cNvSpPr/>
          <p:nvPr/>
        </p:nvSpPr>
        <p:spPr>
          <a:xfrm>
            <a:off x="1302899" y="2874618"/>
            <a:ext cx="6052173" cy="2062103"/>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3200" err="1">
                <a:latin typeface="ML-TTKarthika" panose="04000000000000000000" pitchFamily="82" charset="0"/>
              </a:rPr>
              <a:t>IÀ¯m</a:t>
            </a:r>
            <a:r>
              <a:rPr lang="en-US" sz="3200">
                <a:latin typeface="ML-TTKarthika" panose="04000000000000000000" pitchFamily="82" charset="0"/>
              </a:rPr>
              <a:t>, \n³ taibv¡n¼ambv</a:t>
            </a:r>
          </a:p>
          <a:p>
            <a:r>
              <a:rPr lang="en-US" sz="3200" err="1">
                <a:latin typeface="ML-TTKarthika" panose="04000000000000000000" pitchFamily="82" charset="0"/>
              </a:rPr>
              <a:t>tamZtamtShcpw</a:t>
            </a:r>
            <a:r>
              <a:rPr lang="en-US" sz="3200">
                <a:latin typeface="ML-TTKarthika" panose="04000000000000000000" pitchFamily="82" charset="0"/>
              </a:rPr>
              <a:t> </a:t>
            </a:r>
            <a:r>
              <a:rPr lang="en-US" sz="3200" err="1">
                <a:latin typeface="ML-TTKarthika" panose="04000000000000000000" pitchFamily="82" charset="0"/>
              </a:rPr>
              <a:t>IqSn</a:t>
            </a:r>
            <a:endParaRPr lang="en-US" sz="3200">
              <a:latin typeface="ML-TTKarthika" panose="04000000000000000000" pitchFamily="82" charset="0"/>
            </a:endParaRPr>
          </a:p>
          <a:p>
            <a:r>
              <a:rPr lang="en-US" sz="3200">
                <a:latin typeface="ML-TTKarthika" panose="04000000000000000000" pitchFamily="82" charset="0"/>
              </a:rPr>
              <a:t>AXn³ aÀ½§Ä </a:t>
            </a:r>
            <a:r>
              <a:rPr lang="en-US" sz="3200" err="1">
                <a:latin typeface="ML-TTKarthika" panose="04000000000000000000" pitchFamily="82" charset="0"/>
              </a:rPr>
              <a:t>cpNnt¸mÀ</a:t>
            </a:r>
            <a:endParaRPr lang="en-US" sz="3200">
              <a:latin typeface="ML-TTKarthika" panose="04000000000000000000" pitchFamily="82" charset="0"/>
            </a:endParaRPr>
          </a:p>
          <a:p>
            <a:r>
              <a:rPr lang="en-US" sz="3200" err="1">
                <a:latin typeface="ML-TTKarthika" panose="04000000000000000000" pitchFamily="82" charset="0"/>
              </a:rPr>
              <a:t>apàn</a:t>
            </a:r>
            <a:r>
              <a:rPr lang="en-US" sz="3200">
                <a:latin typeface="ML-TTKarthika" panose="04000000000000000000" pitchFamily="82" charset="0"/>
              </a:rPr>
              <a:t> </a:t>
            </a:r>
            <a:r>
              <a:rPr lang="en-US" sz="3200" err="1">
                <a:latin typeface="ML-TTKarthika" panose="04000000000000000000" pitchFamily="82" charset="0"/>
              </a:rPr>
              <a:t>BkzZn</a:t>
            </a:r>
            <a:r>
              <a:rPr lang="en-US" sz="3200">
                <a:latin typeface="ML-TTKarthika" panose="04000000000000000000" pitchFamily="82" charset="0"/>
              </a:rPr>
              <a:t>¡«</a:t>
            </a:r>
            <a:r>
              <a:rPr lang="en-US" sz="3200" err="1">
                <a:latin typeface="ML-TTKarthika" panose="04000000000000000000" pitchFamily="82" charset="0"/>
              </a:rPr>
              <a:t>nsl</a:t>
            </a:r>
            <a:endParaRPr lang="en-US" sz="3200">
              <a:latin typeface="ML-TTKarthika" panose="04000000000000000000" pitchFamily="82" charset="0"/>
            </a:endParaRPr>
          </a:p>
        </p:txBody>
      </p:sp>
    </p:spTree>
    <p:extLst>
      <p:ext uri="{BB962C8B-B14F-4D97-AF65-F5344CB8AC3E}">
        <p14:creationId xmlns:p14="http://schemas.microsoft.com/office/powerpoint/2010/main" val="26189904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570EC-909A-C8DC-1B2D-D52D9B688C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90BCD1-860D-2680-28F1-943B8EBF1D48}"/>
              </a:ext>
            </a:extLst>
          </p:cNvPr>
          <p:cNvSpPr>
            <a:spLocks noGrp="1"/>
          </p:cNvSpPr>
          <p:nvPr>
            <p:ph type="title"/>
          </p:nvPr>
        </p:nvSpPr>
        <p:spPr/>
        <p:txBody>
          <a:bodyPr/>
          <a:lstStyle/>
          <a:p>
            <a:r>
              <a:rPr lang="en-US">
                <a:latin typeface="+mn-lt"/>
                <a:cs typeface="Segoe UI"/>
              </a:rPr>
              <a:t>Holy Communion –  </a:t>
            </a:r>
            <a:r>
              <a:rPr lang="en-US" err="1">
                <a:latin typeface="+mn-lt"/>
                <a:cs typeface="Segoe UI"/>
              </a:rPr>
              <a:t>Njaan</a:t>
            </a:r>
            <a:r>
              <a:rPr lang="en-US">
                <a:latin typeface="+mn-lt"/>
                <a:cs typeface="Segoe UI"/>
              </a:rPr>
              <a:t> </a:t>
            </a:r>
            <a:r>
              <a:rPr lang="en-US" err="1">
                <a:latin typeface="+mn-lt"/>
                <a:cs typeface="Segoe UI"/>
              </a:rPr>
              <a:t>paadidum</a:t>
            </a:r>
            <a:r>
              <a:rPr lang="en-US">
                <a:latin typeface="+mn-lt"/>
                <a:cs typeface="Segoe UI"/>
              </a:rPr>
              <a:t> </a:t>
            </a:r>
            <a:endParaRPr lang="en-US">
              <a:solidFill>
                <a:prstClr val="black"/>
              </a:solidFill>
              <a:highlight>
                <a:srgbClr val="FAF5F0"/>
              </a:highlight>
              <a:latin typeface="Calibri"/>
              <a:ea typeface="Calibri"/>
            </a:endParaRPr>
          </a:p>
        </p:txBody>
      </p:sp>
      <p:pic>
        <p:nvPicPr>
          <p:cNvPr id="4" name="Picture 3" descr="A picture containing wall, indoor, table, decorated&#10;&#10;Description automatically generated">
            <a:extLst>
              <a:ext uri="{FF2B5EF4-FFF2-40B4-BE49-F238E27FC236}">
                <a16:creationId xmlns:a16="http://schemas.microsoft.com/office/drawing/2014/main" id="{704CA603-0482-0FB0-FE1E-C8C26B692DF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30000" y="705624"/>
            <a:ext cx="6084000" cy="405726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958191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AB1AC-7138-B54E-2EA3-AE76E9512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192B97-A1B2-7FC6-53E5-09D6FCBF72F1}"/>
              </a:ext>
            </a:extLst>
          </p:cNvPr>
          <p:cNvSpPr>
            <a:spLocks noGrp="1"/>
          </p:cNvSpPr>
          <p:nvPr>
            <p:ph type="title"/>
          </p:nvPr>
        </p:nvSpPr>
        <p:spPr/>
        <p:txBody>
          <a:bodyPr>
            <a:noAutofit/>
          </a:bodyPr>
          <a:lstStyle/>
          <a:p>
            <a:r>
              <a:rPr lang="en-GB">
                <a:latin typeface="Segoe UI"/>
                <a:cs typeface="Segoe UI"/>
              </a:rPr>
              <a:t>Holy Communion – </a:t>
            </a:r>
            <a:r>
              <a:rPr lang="en-SG" err="1">
                <a:latin typeface="Segoe UI"/>
                <a:cs typeface="Segoe UI"/>
              </a:rPr>
              <a:t>Njaan</a:t>
            </a:r>
            <a:r>
              <a:rPr lang="en-SG">
                <a:latin typeface="Segoe UI"/>
                <a:cs typeface="Segoe UI"/>
              </a:rPr>
              <a:t> </a:t>
            </a:r>
            <a:r>
              <a:rPr lang="en-SG" err="1">
                <a:latin typeface="Segoe UI"/>
                <a:cs typeface="Segoe UI"/>
              </a:rPr>
              <a:t>paadidum</a:t>
            </a:r>
            <a:r>
              <a:rPr lang="en-SG">
                <a:latin typeface="Segoe UI"/>
                <a:cs typeface="Segoe UI"/>
              </a:rPr>
              <a:t> </a:t>
            </a:r>
            <a:r>
              <a:rPr lang="en-SG" err="1">
                <a:latin typeface="Segoe UI"/>
                <a:cs typeface="Segoe UI"/>
              </a:rPr>
              <a:t>en</a:t>
            </a:r>
            <a:r>
              <a:rPr lang="en-SG">
                <a:latin typeface="Segoe UI"/>
                <a:cs typeface="Segoe UI"/>
              </a:rPr>
              <a:t> </a:t>
            </a:r>
            <a:r>
              <a:rPr lang="en-SG" err="1">
                <a:latin typeface="Segoe UI"/>
                <a:cs typeface="Segoe UI"/>
              </a:rPr>
              <a:t>yeshuve</a:t>
            </a:r>
            <a:endParaRPr lang="en-US">
              <a:latin typeface="Segoe UI" panose="020B0502040204020203" pitchFamily="34" charset="0"/>
            </a:endParaRPr>
          </a:p>
        </p:txBody>
      </p:sp>
      <p:sp>
        <p:nvSpPr>
          <p:cNvPr id="6" name="Slide Number Placeholder 3">
            <a:extLst>
              <a:ext uri="{FF2B5EF4-FFF2-40B4-BE49-F238E27FC236}">
                <a16:creationId xmlns:a16="http://schemas.microsoft.com/office/drawing/2014/main" id="{BA4CDDBD-039B-06D8-74CC-E8BC4E5AD955}"/>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64</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B6B93BAE-CA1F-B239-B950-1FBB6696417C}"/>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Communion 3: 1 of </a:t>
            </a:r>
            <a:r>
              <a:rPr lang="en-US" sz="1400" dirty="0">
                <a:solidFill>
                  <a:prstClr val="black"/>
                </a:solidFill>
                <a:latin typeface="Segoe UI"/>
                <a:cs typeface="Segoe UI"/>
              </a:rPr>
              <a:t>5</a:t>
            </a:r>
            <a:endParaRPr lang="en-US" sz="1400">
              <a:solidFill>
                <a:prstClr val="black"/>
              </a:solidFill>
              <a:latin typeface="Segoe UI"/>
              <a:cs typeface="Segoe UI"/>
            </a:endParaRPr>
          </a:p>
        </p:txBody>
      </p:sp>
      <p:sp>
        <p:nvSpPr>
          <p:cNvPr id="7" name="Rectangle 6">
            <a:extLst>
              <a:ext uri="{FF2B5EF4-FFF2-40B4-BE49-F238E27FC236}">
                <a16:creationId xmlns:a16="http://schemas.microsoft.com/office/drawing/2014/main" id="{8B0B3200-4A23-FA36-BDE7-BE320F919053}"/>
              </a:ext>
            </a:extLst>
          </p:cNvPr>
          <p:cNvSpPr/>
          <p:nvPr/>
        </p:nvSpPr>
        <p:spPr>
          <a:xfrm>
            <a:off x="190500" y="509517"/>
            <a:ext cx="9062358" cy="2225426"/>
          </a:xfrm>
          <a:prstGeom prst="rect">
            <a:avLst/>
          </a:prstGeom>
          <a:noFill/>
        </p:spPr>
        <p:txBody>
          <a:bodyPr wrap="square" lIns="91440" tIns="45720" rIns="91440" bIns="45720" anchor="t"/>
          <a:lstStyle>
            <a:lvl1pPr lvl="0">
              <a:defRPr/>
            </a:lvl1pPr>
          </a:lstStyle>
          <a:p>
            <a:pPr indent="1828800"/>
            <a:endParaRPr lang="en-US" sz="2500">
              <a:ea typeface="Calibri" panose="020F0502020204030204"/>
              <a:cs typeface="Calibri" panose="020F0502020204030204"/>
            </a:endParaRPr>
          </a:p>
        </p:txBody>
      </p:sp>
      <p:sp>
        <p:nvSpPr>
          <p:cNvPr id="3" name="TextBox 2">
            <a:extLst>
              <a:ext uri="{FF2B5EF4-FFF2-40B4-BE49-F238E27FC236}">
                <a16:creationId xmlns:a16="http://schemas.microsoft.com/office/drawing/2014/main" id="{61D88EF5-A0EB-E7CF-1CF8-C932B981DD7D}"/>
              </a:ext>
            </a:extLst>
          </p:cNvPr>
          <p:cNvSpPr txBox="1"/>
          <p:nvPr/>
        </p:nvSpPr>
        <p:spPr>
          <a:xfrm>
            <a:off x="-265176" y="2872242"/>
            <a:ext cx="9674352"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SG" sz="2000" i="1"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ഞാ</a:t>
            </a:r>
            <a:r>
              <a:rPr lang="en-SG" sz="2000" i="1"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ൻ </a:t>
            </a:r>
            <a:r>
              <a:rPr lang="en-SG" sz="2000" i="1"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പാടിടും</a:t>
            </a:r>
            <a:r>
              <a:rPr lang="en-SG" sz="2000" i="1"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 </a:t>
            </a:r>
            <a:r>
              <a:rPr lang="en-SG" sz="2000" i="1"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എന്നേശുവേ</a:t>
            </a:r>
            <a:r>
              <a:rPr lang="en-SG" sz="2000" i="1" kern="0">
                <a:solidFill>
                  <a:srgbClr val="000000"/>
                </a:solidFill>
                <a:latin typeface="Kartika" panose="02020503030404060203" pitchFamily="18" charset="0"/>
                <a:ea typeface="Times New Roman" panose="02020603050405020304" pitchFamily="18" charset="0"/>
                <a:cs typeface="Kartika" panose="02020503030404060203" pitchFamily="18" charset="0"/>
              </a:rPr>
              <a:t>; </a:t>
            </a:r>
            <a:r>
              <a:rPr lang="en-SG" sz="2000" i="1"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എൻ </a:t>
            </a:r>
            <a:r>
              <a:rPr lang="en-SG" sz="2000" i="1"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ജീവകാലമെല്ലാം</a:t>
            </a:r>
            <a:r>
              <a:rPr lang="en-SG" sz="2000" i="1"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 (2)</a:t>
            </a:r>
            <a:br>
              <a:rPr lang="en-SG" sz="2000" i="1"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br>
            <a:r>
              <a:rPr lang="en-SG" sz="2000" i="1"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എന്നാത്മാവും</a:t>
            </a:r>
            <a:r>
              <a:rPr lang="en-SG" sz="2000" i="1"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 എൻ </a:t>
            </a:r>
            <a:r>
              <a:rPr lang="en-SG" sz="2000" i="1"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ദേഹിയും</a:t>
            </a:r>
            <a:r>
              <a:rPr lang="en-SG" sz="2000" i="1" kern="0">
                <a:solidFill>
                  <a:srgbClr val="000000"/>
                </a:solidFill>
                <a:latin typeface="Kartika" panose="02020503030404060203" pitchFamily="18" charset="0"/>
                <a:ea typeface="Times New Roman" panose="02020603050405020304" pitchFamily="18" charset="0"/>
                <a:cs typeface="Kartika" panose="02020503030404060203" pitchFamily="18" charset="0"/>
              </a:rPr>
              <a:t>; </a:t>
            </a:r>
            <a:r>
              <a:rPr lang="en-SG" sz="2000" i="1"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നിത്യകാലം</a:t>
            </a:r>
            <a:r>
              <a:rPr lang="en-SG" sz="2000" i="1"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 </a:t>
            </a:r>
            <a:r>
              <a:rPr lang="en-SG" sz="2000" i="1"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വാഴ്ത്തീടുമേ</a:t>
            </a:r>
            <a:r>
              <a:rPr lang="en-SG" sz="2000" i="1"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 (2)</a:t>
            </a:r>
            <a:br>
              <a:rPr lang="en-SG" sz="2000" i="1"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br>
            <a:r>
              <a:rPr lang="en-SG" sz="2000" i="1"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ഞാ</a:t>
            </a:r>
            <a:r>
              <a:rPr lang="en-SG" sz="2000" i="1"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ൻ </a:t>
            </a:r>
            <a:r>
              <a:rPr lang="en-SG" sz="2000" i="1"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പാടിടും</a:t>
            </a:r>
            <a:r>
              <a:rPr lang="en-SG" sz="2000" i="1"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 </a:t>
            </a:r>
            <a:r>
              <a:rPr lang="en-SG" sz="2000" i="1"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എന്നേശുവേ</a:t>
            </a:r>
            <a:r>
              <a:rPr lang="en-SG" sz="2000" i="1"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 എൻ </a:t>
            </a:r>
            <a:r>
              <a:rPr lang="en-SG" sz="2000" i="1"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ജീവകാലമെല്ലാം</a:t>
            </a:r>
            <a:endParaRPr lang="en-US" sz="2000" i="1">
              <a:latin typeface="Kartika" panose="02020503030404060203" pitchFamily="18" charset="0"/>
              <a:cs typeface="Kartika" panose="02020503030404060203" pitchFamily="18" charset="0"/>
            </a:endParaRPr>
          </a:p>
        </p:txBody>
      </p:sp>
      <p:sp>
        <p:nvSpPr>
          <p:cNvPr id="5" name="TextBox 4">
            <a:extLst>
              <a:ext uri="{FF2B5EF4-FFF2-40B4-BE49-F238E27FC236}">
                <a16:creationId xmlns:a16="http://schemas.microsoft.com/office/drawing/2014/main" id="{BE000013-62DA-DAA0-6B52-EDF88EE07509}"/>
              </a:ext>
            </a:extLst>
          </p:cNvPr>
          <p:cNvSpPr txBox="1"/>
          <p:nvPr/>
        </p:nvSpPr>
        <p:spPr>
          <a:xfrm>
            <a:off x="190500" y="1137858"/>
            <a:ext cx="887455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SG" sz="2400" i="1" kern="0" dirty="0" err="1">
                <a:solidFill>
                  <a:srgbClr val="000000"/>
                </a:solidFill>
                <a:latin typeface="Segoe UI"/>
                <a:ea typeface="Times New Roman" panose="02020603050405020304" pitchFamily="18" charset="0"/>
                <a:cs typeface="Segoe UI"/>
              </a:rPr>
              <a:t>n</a:t>
            </a:r>
            <a:r>
              <a:rPr lang="en-SG" sz="2400" i="1" kern="0" dirty="0" err="1">
                <a:solidFill>
                  <a:srgbClr val="000000"/>
                </a:solidFill>
                <a:effectLst/>
                <a:latin typeface="Segoe UI"/>
                <a:ea typeface="Times New Roman" panose="02020603050405020304" pitchFamily="18" charset="0"/>
                <a:cs typeface="Segoe UI"/>
              </a:rPr>
              <a:t>jaan</a:t>
            </a:r>
            <a:r>
              <a:rPr lang="en-SG" sz="2400" i="1" kern="0" dirty="0">
                <a:solidFill>
                  <a:srgbClr val="000000"/>
                </a:solidFill>
                <a:effectLst/>
                <a:latin typeface="Segoe UI"/>
                <a:ea typeface="Times New Roman" panose="02020603050405020304" pitchFamily="18" charset="0"/>
                <a:cs typeface="Segoe UI"/>
              </a:rPr>
              <a:t> </a:t>
            </a:r>
            <a:r>
              <a:rPr lang="en-SG" sz="2400" i="1" kern="0" dirty="0" err="1">
                <a:solidFill>
                  <a:srgbClr val="000000"/>
                </a:solidFill>
                <a:effectLst/>
                <a:latin typeface="Segoe UI"/>
                <a:ea typeface="Times New Roman" panose="02020603050405020304" pitchFamily="18" charset="0"/>
                <a:cs typeface="Segoe UI"/>
              </a:rPr>
              <a:t>paadidum</a:t>
            </a:r>
            <a:r>
              <a:rPr lang="en-SG" sz="2400" i="1" kern="0" dirty="0">
                <a:solidFill>
                  <a:srgbClr val="000000"/>
                </a:solidFill>
                <a:effectLst/>
                <a:latin typeface="Segoe UI"/>
                <a:ea typeface="Times New Roman" panose="02020603050405020304" pitchFamily="18" charset="0"/>
                <a:cs typeface="Segoe UI"/>
              </a:rPr>
              <a:t> </a:t>
            </a:r>
            <a:r>
              <a:rPr lang="en-SG" sz="2400" i="1" kern="0" dirty="0" err="1">
                <a:solidFill>
                  <a:srgbClr val="000000"/>
                </a:solidFill>
                <a:effectLst/>
                <a:latin typeface="Segoe UI"/>
                <a:ea typeface="Times New Roman" panose="02020603050405020304" pitchFamily="18" charset="0"/>
                <a:cs typeface="Segoe UI"/>
              </a:rPr>
              <a:t>en</a:t>
            </a:r>
            <a:r>
              <a:rPr lang="en-SG" sz="2400" i="1" kern="0" dirty="0">
                <a:solidFill>
                  <a:srgbClr val="000000"/>
                </a:solidFill>
                <a:effectLst/>
                <a:latin typeface="Segoe UI"/>
                <a:ea typeface="Times New Roman" panose="02020603050405020304" pitchFamily="18" charset="0"/>
                <a:cs typeface="Segoe UI"/>
              </a:rPr>
              <a:t> </a:t>
            </a:r>
            <a:r>
              <a:rPr lang="en-SG" sz="2400" i="1" kern="0" dirty="0" err="1">
                <a:solidFill>
                  <a:srgbClr val="000000"/>
                </a:solidFill>
                <a:effectLst/>
                <a:latin typeface="Segoe UI"/>
                <a:ea typeface="Times New Roman" panose="02020603050405020304" pitchFamily="18" charset="0"/>
                <a:cs typeface="Segoe UI"/>
              </a:rPr>
              <a:t>yeshuve</a:t>
            </a:r>
            <a:r>
              <a:rPr lang="en-SG" sz="2400" i="1" kern="0" dirty="0">
                <a:solidFill>
                  <a:srgbClr val="000000"/>
                </a:solidFill>
                <a:effectLst/>
                <a:latin typeface="Segoe UI"/>
                <a:ea typeface="Times New Roman" panose="02020603050405020304" pitchFamily="18" charset="0"/>
                <a:cs typeface="Segoe UI"/>
              </a:rPr>
              <a:t>; </a:t>
            </a:r>
            <a:r>
              <a:rPr lang="en-SG" sz="2400" i="1" kern="0" dirty="0" err="1">
                <a:solidFill>
                  <a:srgbClr val="000000"/>
                </a:solidFill>
                <a:effectLst/>
                <a:latin typeface="Segoe UI"/>
                <a:ea typeface="Times New Roman" panose="02020603050405020304" pitchFamily="18" charset="0"/>
                <a:cs typeface="Segoe UI"/>
              </a:rPr>
              <a:t>en</a:t>
            </a:r>
            <a:r>
              <a:rPr lang="en-SG" sz="2400" i="1" kern="0" dirty="0">
                <a:solidFill>
                  <a:srgbClr val="000000"/>
                </a:solidFill>
                <a:effectLst/>
                <a:latin typeface="Segoe UI"/>
                <a:ea typeface="Times New Roman" panose="02020603050405020304" pitchFamily="18" charset="0"/>
                <a:cs typeface="Segoe UI"/>
              </a:rPr>
              <a:t> </a:t>
            </a:r>
            <a:r>
              <a:rPr lang="en-SG" sz="2400" i="1" kern="0" dirty="0" err="1">
                <a:solidFill>
                  <a:srgbClr val="000000"/>
                </a:solidFill>
                <a:effectLst/>
                <a:latin typeface="Segoe UI"/>
                <a:ea typeface="Times New Roman" panose="02020603050405020304" pitchFamily="18" charset="0"/>
                <a:cs typeface="Segoe UI"/>
              </a:rPr>
              <a:t>jeevakaalamellaam</a:t>
            </a:r>
            <a:r>
              <a:rPr lang="en-SG" sz="2400" i="1" kern="0" dirty="0">
                <a:solidFill>
                  <a:srgbClr val="000000"/>
                </a:solidFill>
                <a:effectLst/>
                <a:latin typeface="Segoe UI"/>
                <a:ea typeface="Times New Roman" panose="02020603050405020304" pitchFamily="18" charset="0"/>
                <a:cs typeface="Segoe UI"/>
              </a:rPr>
              <a:t> (2)</a:t>
            </a:r>
            <a:br>
              <a:rPr lang="en-SG" sz="2400" i="1" kern="0" dirty="0">
                <a:effectLst/>
                <a:latin typeface="Segoe UI" panose="020B0502040204020203" pitchFamily="34" charset="0"/>
                <a:ea typeface="Times New Roman" panose="02020603050405020304" pitchFamily="18" charset="0"/>
                <a:cs typeface="Segoe UI" panose="020B0502040204020203" pitchFamily="34" charset="0"/>
              </a:rPr>
            </a:br>
            <a:r>
              <a:rPr lang="en-SG" sz="2400" i="1" kern="0" dirty="0" err="1">
                <a:solidFill>
                  <a:srgbClr val="000000"/>
                </a:solidFill>
                <a:effectLst/>
                <a:latin typeface="Segoe UI"/>
                <a:ea typeface="Times New Roman" panose="02020603050405020304" pitchFamily="18" charset="0"/>
                <a:cs typeface="Segoe UI"/>
              </a:rPr>
              <a:t>en</a:t>
            </a:r>
            <a:r>
              <a:rPr lang="en-SG" sz="2400" i="1" kern="0" dirty="0">
                <a:solidFill>
                  <a:srgbClr val="000000"/>
                </a:solidFill>
                <a:effectLst/>
                <a:latin typeface="Segoe UI"/>
                <a:ea typeface="Times New Roman" panose="02020603050405020304" pitchFamily="18" charset="0"/>
                <a:cs typeface="Segoe UI"/>
              </a:rPr>
              <a:t> </a:t>
            </a:r>
            <a:r>
              <a:rPr lang="en-SG" sz="2400" i="1" kern="0" dirty="0" err="1">
                <a:solidFill>
                  <a:srgbClr val="000000"/>
                </a:solidFill>
                <a:effectLst/>
                <a:latin typeface="Segoe UI"/>
                <a:ea typeface="Times New Roman" panose="02020603050405020304" pitchFamily="18" charset="0"/>
                <a:cs typeface="Segoe UI"/>
              </a:rPr>
              <a:t>aathmavum</a:t>
            </a:r>
            <a:r>
              <a:rPr lang="en-SG" sz="2400" i="1" kern="0" dirty="0">
                <a:solidFill>
                  <a:srgbClr val="000000"/>
                </a:solidFill>
                <a:effectLst/>
                <a:latin typeface="Segoe UI"/>
                <a:ea typeface="Times New Roman" panose="02020603050405020304" pitchFamily="18" charset="0"/>
                <a:cs typeface="Segoe UI"/>
              </a:rPr>
              <a:t> </a:t>
            </a:r>
            <a:r>
              <a:rPr lang="en-SG" sz="2400" i="1" kern="0" dirty="0" err="1">
                <a:solidFill>
                  <a:srgbClr val="000000"/>
                </a:solidFill>
                <a:effectLst/>
                <a:latin typeface="Segoe UI"/>
                <a:ea typeface="Times New Roman" panose="02020603050405020304" pitchFamily="18" charset="0"/>
                <a:cs typeface="Segoe UI"/>
              </a:rPr>
              <a:t>en</a:t>
            </a:r>
            <a:r>
              <a:rPr lang="en-SG" sz="2400" i="1" kern="0" dirty="0">
                <a:solidFill>
                  <a:srgbClr val="000000"/>
                </a:solidFill>
                <a:effectLst/>
                <a:latin typeface="Segoe UI"/>
                <a:ea typeface="Times New Roman" panose="02020603050405020304" pitchFamily="18" charset="0"/>
                <a:cs typeface="Segoe UI"/>
              </a:rPr>
              <a:t> </a:t>
            </a:r>
            <a:r>
              <a:rPr lang="en-SG" sz="2400" i="1" kern="0" dirty="0" err="1">
                <a:solidFill>
                  <a:srgbClr val="000000"/>
                </a:solidFill>
                <a:effectLst/>
                <a:latin typeface="Segoe UI"/>
                <a:ea typeface="Times New Roman" panose="02020603050405020304" pitchFamily="18" charset="0"/>
                <a:cs typeface="Segoe UI"/>
              </a:rPr>
              <a:t>dehiyum</a:t>
            </a:r>
            <a:r>
              <a:rPr lang="en-SG" sz="2400" i="1" kern="0" dirty="0">
                <a:solidFill>
                  <a:srgbClr val="000000"/>
                </a:solidFill>
                <a:effectLst/>
                <a:latin typeface="Segoe UI"/>
                <a:ea typeface="Times New Roman" panose="02020603050405020304" pitchFamily="18" charset="0"/>
                <a:cs typeface="Segoe UI"/>
              </a:rPr>
              <a:t>;</a:t>
            </a:r>
            <a:r>
              <a:rPr lang="en-SG" sz="2400" i="1" kern="0" dirty="0">
                <a:solidFill>
                  <a:srgbClr val="000000"/>
                </a:solidFill>
                <a:latin typeface="Segoe UI"/>
                <a:ea typeface="Times New Roman" panose="02020603050405020304" pitchFamily="18" charset="0"/>
                <a:cs typeface="Segoe UI"/>
              </a:rPr>
              <a:t> </a:t>
            </a:r>
            <a:r>
              <a:rPr lang="en-SG" sz="2400" i="1" kern="0" dirty="0" err="1">
                <a:solidFill>
                  <a:srgbClr val="000000"/>
                </a:solidFill>
                <a:effectLst/>
                <a:latin typeface="Segoe UI"/>
                <a:ea typeface="Times New Roman" panose="02020603050405020304" pitchFamily="18" charset="0"/>
                <a:cs typeface="Segoe UI"/>
              </a:rPr>
              <a:t>nithyakaalam</a:t>
            </a:r>
            <a:r>
              <a:rPr lang="en-SG" sz="2400" i="1" kern="0" dirty="0">
                <a:solidFill>
                  <a:srgbClr val="000000"/>
                </a:solidFill>
                <a:effectLst/>
                <a:latin typeface="Segoe UI"/>
                <a:ea typeface="Times New Roman" panose="02020603050405020304" pitchFamily="18" charset="0"/>
                <a:cs typeface="Segoe UI"/>
              </a:rPr>
              <a:t> </a:t>
            </a:r>
            <a:r>
              <a:rPr lang="en-SG" sz="2400" i="1" kern="0" dirty="0" err="1">
                <a:solidFill>
                  <a:srgbClr val="000000"/>
                </a:solidFill>
                <a:effectLst/>
                <a:latin typeface="Segoe UI"/>
                <a:ea typeface="Times New Roman" panose="02020603050405020304" pitchFamily="18" charset="0"/>
                <a:cs typeface="Segoe UI"/>
              </a:rPr>
              <a:t>vaazhtheedume</a:t>
            </a:r>
            <a:r>
              <a:rPr lang="en-SG" sz="2400" i="1" kern="0" dirty="0">
                <a:solidFill>
                  <a:srgbClr val="000000"/>
                </a:solidFill>
                <a:effectLst/>
                <a:latin typeface="Segoe UI"/>
                <a:ea typeface="Times New Roman" panose="02020603050405020304" pitchFamily="18" charset="0"/>
                <a:cs typeface="Segoe UI"/>
              </a:rPr>
              <a:t> (2)</a:t>
            </a:r>
            <a:br>
              <a:rPr lang="en-SG" sz="2400" i="1" kern="0" dirty="0">
                <a:effectLst/>
                <a:latin typeface="Segoe UI" panose="020B0502040204020203" pitchFamily="34" charset="0"/>
                <a:ea typeface="Times New Roman" panose="02020603050405020304" pitchFamily="18" charset="0"/>
                <a:cs typeface="Segoe UI" panose="020B0502040204020203" pitchFamily="34" charset="0"/>
              </a:rPr>
            </a:br>
            <a:r>
              <a:rPr lang="en-SG" sz="2400" i="1" kern="0" dirty="0" err="1">
                <a:solidFill>
                  <a:srgbClr val="000000"/>
                </a:solidFill>
                <a:latin typeface="Segoe UI"/>
                <a:ea typeface="Times New Roman" panose="02020603050405020304" pitchFamily="18" charset="0"/>
                <a:cs typeface="Segoe UI"/>
              </a:rPr>
              <a:t>n</a:t>
            </a:r>
            <a:r>
              <a:rPr lang="en-SG" sz="2400" i="1" kern="0" dirty="0" err="1">
                <a:solidFill>
                  <a:srgbClr val="000000"/>
                </a:solidFill>
                <a:effectLst/>
                <a:latin typeface="Segoe UI"/>
                <a:ea typeface="Times New Roman" panose="02020603050405020304" pitchFamily="18" charset="0"/>
                <a:cs typeface="Segoe UI"/>
              </a:rPr>
              <a:t>jaan</a:t>
            </a:r>
            <a:r>
              <a:rPr lang="en-SG" sz="2400" i="1" kern="0" dirty="0">
                <a:solidFill>
                  <a:srgbClr val="000000"/>
                </a:solidFill>
                <a:effectLst/>
                <a:latin typeface="Segoe UI"/>
                <a:ea typeface="Times New Roman" panose="02020603050405020304" pitchFamily="18" charset="0"/>
                <a:cs typeface="Segoe UI"/>
              </a:rPr>
              <a:t> </a:t>
            </a:r>
            <a:r>
              <a:rPr lang="en-SG" sz="2400" i="1" kern="0" dirty="0" err="1">
                <a:solidFill>
                  <a:srgbClr val="000000"/>
                </a:solidFill>
                <a:effectLst/>
                <a:latin typeface="Segoe UI"/>
                <a:ea typeface="Times New Roman" panose="02020603050405020304" pitchFamily="18" charset="0"/>
                <a:cs typeface="Segoe UI"/>
              </a:rPr>
              <a:t>paadidum</a:t>
            </a:r>
            <a:r>
              <a:rPr lang="en-SG" sz="2400" i="1" kern="0" dirty="0">
                <a:solidFill>
                  <a:srgbClr val="000000"/>
                </a:solidFill>
                <a:effectLst/>
                <a:latin typeface="Segoe UI"/>
                <a:ea typeface="Times New Roman" panose="02020603050405020304" pitchFamily="18" charset="0"/>
                <a:cs typeface="Segoe UI"/>
              </a:rPr>
              <a:t> </a:t>
            </a:r>
            <a:r>
              <a:rPr lang="en-SG" sz="2400" i="1" kern="0" dirty="0" err="1">
                <a:solidFill>
                  <a:srgbClr val="000000"/>
                </a:solidFill>
                <a:effectLst/>
                <a:latin typeface="Segoe UI"/>
                <a:ea typeface="Times New Roman" panose="02020603050405020304" pitchFamily="18" charset="0"/>
                <a:cs typeface="Segoe UI"/>
              </a:rPr>
              <a:t>en</a:t>
            </a:r>
            <a:r>
              <a:rPr lang="en-SG" sz="2400" i="1" kern="0" dirty="0">
                <a:solidFill>
                  <a:srgbClr val="000000"/>
                </a:solidFill>
                <a:effectLst/>
                <a:latin typeface="Segoe UI"/>
                <a:ea typeface="Times New Roman" panose="02020603050405020304" pitchFamily="18" charset="0"/>
                <a:cs typeface="Segoe UI"/>
              </a:rPr>
              <a:t> </a:t>
            </a:r>
            <a:r>
              <a:rPr lang="en-SG" sz="2400" i="1" kern="0" dirty="0" err="1">
                <a:solidFill>
                  <a:srgbClr val="000000"/>
                </a:solidFill>
                <a:effectLst/>
                <a:latin typeface="Segoe UI"/>
                <a:ea typeface="Times New Roman" panose="02020603050405020304" pitchFamily="18" charset="0"/>
                <a:cs typeface="Segoe UI"/>
              </a:rPr>
              <a:t>yeshuve</a:t>
            </a:r>
            <a:r>
              <a:rPr lang="en-SG" sz="2400" i="1" kern="0" dirty="0">
                <a:solidFill>
                  <a:srgbClr val="000000"/>
                </a:solidFill>
                <a:effectLst/>
                <a:latin typeface="Segoe UI"/>
                <a:ea typeface="Times New Roman" panose="02020603050405020304" pitchFamily="18" charset="0"/>
                <a:cs typeface="Segoe UI"/>
              </a:rPr>
              <a:t>; </a:t>
            </a:r>
            <a:r>
              <a:rPr lang="en-SG" sz="2400" i="1" kern="0" dirty="0" err="1">
                <a:solidFill>
                  <a:srgbClr val="000000"/>
                </a:solidFill>
                <a:effectLst/>
                <a:latin typeface="Segoe UI"/>
                <a:ea typeface="Times New Roman" panose="02020603050405020304" pitchFamily="18" charset="0"/>
                <a:cs typeface="Segoe UI"/>
              </a:rPr>
              <a:t>en</a:t>
            </a:r>
            <a:r>
              <a:rPr lang="en-SG" sz="2400" i="1" kern="0" dirty="0">
                <a:solidFill>
                  <a:srgbClr val="000000"/>
                </a:solidFill>
                <a:effectLst/>
                <a:latin typeface="Segoe UI"/>
                <a:ea typeface="Times New Roman" panose="02020603050405020304" pitchFamily="18" charset="0"/>
                <a:cs typeface="Segoe UI"/>
              </a:rPr>
              <a:t> </a:t>
            </a:r>
            <a:r>
              <a:rPr lang="en-SG" sz="2400" i="1" kern="0" dirty="0" err="1">
                <a:solidFill>
                  <a:srgbClr val="000000"/>
                </a:solidFill>
                <a:effectLst/>
                <a:latin typeface="Segoe UI"/>
                <a:ea typeface="Times New Roman" panose="02020603050405020304" pitchFamily="18" charset="0"/>
                <a:cs typeface="Segoe UI"/>
              </a:rPr>
              <a:t>jeevakaalamellaam</a:t>
            </a:r>
            <a:endParaRPr lang="en-US" sz="2400" i="1" dirty="0">
              <a:latin typeface="Segoe UI"/>
              <a:ea typeface="Calibri" panose="020F0502020204030204"/>
              <a:cs typeface="Segoe UI"/>
            </a:endParaRPr>
          </a:p>
        </p:txBody>
      </p:sp>
    </p:spTree>
    <p:extLst>
      <p:ext uri="{BB962C8B-B14F-4D97-AF65-F5344CB8AC3E}">
        <p14:creationId xmlns:p14="http://schemas.microsoft.com/office/powerpoint/2010/main" val="5631628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0D92F-2CF2-FA34-F88A-4000D68C81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794A78-29BA-F41A-6EBC-043C9DF8F5C2}"/>
              </a:ext>
            </a:extLst>
          </p:cNvPr>
          <p:cNvSpPr>
            <a:spLocks noGrp="1"/>
          </p:cNvSpPr>
          <p:nvPr>
            <p:ph type="title"/>
          </p:nvPr>
        </p:nvSpPr>
        <p:spPr/>
        <p:txBody>
          <a:bodyPr>
            <a:noAutofit/>
          </a:bodyPr>
          <a:lstStyle/>
          <a:p>
            <a:r>
              <a:rPr lang="en-GB">
                <a:latin typeface="Segoe UI"/>
                <a:cs typeface="Segoe UI"/>
              </a:rPr>
              <a:t>Holy Communion – </a:t>
            </a:r>
            <a:r>
              <a:rPr lang="en-SG" err="1">
                <a:latin typeface="Segoe UI"/>
                <a:cs typeface="Segoe UI"/>
              </a:rPr>
              <a:t>Njaan</a:t>
            </a:r>
            <a:r>
              <a:rPr lang="en-SG">
                <a:latin typeface="Segoe UI"/>
                <a:cs typeface="Segoe UI"/>
              </a:rPr>
              <a:t> </a:t>
            </a:r>
            <a:r>
              <a:rPr lang="en-SG" err="1">
                <a:latin typeface="Segoe UI"/>
                <a:cs typeface="Segoe UI"/>
              </a:rPr>
              <a:t>paadidum</a:t>
            </a:r>
            <a:r>
              <a:rPr lang="en-SG">
                <a:latin typeface="Segoe UI"/>
                <a:cs typeface="Segoe UI"/>
              </a:rPr>
              <a:t> </a:t>
            </a:r>
            <a:r>
              <a:rPr lang="en-SG" err="1">
                <a:latin typeface="Segoe UI"/>
                <a:cs typeface="Segoe UI"/>
              </a:rPr>
              <a:t>en</a:t>
            </a:r>
            <a:r>
              <a:rPr lang="en-SG">
                <a:latin typeface="Segoe UI"/>
                <a:cs typeface="Segoe UI"/>
              </a:rPr>
              <a:t> </a:t>
            </a:r>
            <a:r>
              <a:rPr lang="en-SG" err="1">
                <a:latin typeface="Segoe UI"/>
                <a:cs typeface="Segoe UI"/>
              </a:rPr>
              <a:t>yeshuve</a:t>
            </a:r>
            <a:endParaRPr lang="en-US">
              <a:latin typeface="Segoe UI" panose="020B0502040204020203" pitchFamily="34" charset="0"/>
            </a:endParaRPr>
          </a:p>
        </p:txBody>
      </p:sp>
      <p:sp>
        <p:nvSpPr>
          <p:cNvPr id="6" name="Slide Number Placeholder 3">
            <a:extLst>
              <a:ext uri="{FF2B5EF4-FFF2-40B4-BE49-F238E27FC236}">
                <a16:creationId xmlns:a16="http://schemas.microsoft.com/office/drawing/2014/main" id="{B0CFCB9E-C240-6F3C-FC03-7F838FEFD9F4}"/>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65</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E5D734EF-24D6-F2E8-9A27-29F0FDB952BF}"/>
              </a:ext>
            </a:extLst>
          </p:cNvPr>
          <p:cNvSpPr txBox="1"/>
          <p:nvPr/>
        </p:nvSpPr>
        <p:spPr>
          <a:xfrm>
            <a:off x="7073153" y="482211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Communion 3: 2 of </a:t>
            </a:r>
            <a:r>
              <a:rPr lang="en-US" sz="1400" dirty="0">
                <a:solidFill>
                  <a:prstClr val="black"/>
                </a:solidFill>
                <a:latin typeface="Segoe UI"/>
                <a:cs typeface="Segoe UI"/>
              </a:rPr>
              <a:t>5</a:t>
            </a:r>
            <a:endParaRPr lang="en-US" sz="1400">
              <a:solidFill>
                <a:prstClr val="black"/>
              </a:solidFill>
              <a:latin typeface="Segoe UI"/>
              <a:cs typeface="Segoe UI"/>
            </a:endParaRPr>
          </a:p>
        </p:txBody>
      </p:sp>
      <p:sp>
        <p:nvSpPr>
          <p:cNvPr id="7" name="Rectangle 6">
            <a:extLst>
              <a:ext uri="{FF2B5EF4-FFF2-40B4-BE49-F238E27FC236}">
                <a16:creationId xmlns:a16="http://schemas.microsoft.com/office/drawing/2014/main" id="{53E938C5-2D4D-6152-034D-C3B4F7A4AE83}"/>
              </a:ext>
            </a:extLst>
          </p:cNvPr>
          <p:cNvSpPr/>
          <p:nvPr/>
        </p:nvSpPr>
        <p:spPr>
          <a:xfrm>
            <a:off x="81642" y="606236"/>
            <a:ext cx="9062358" cy="2225426"/>
          </a:xfrm>
          <a:prstGeom prst="rect">
            <a:avLst/>
          </a:prstGeom>
          <a:noFill/>
        </p:spPr>
        <p:txBody>
          <a:bodyPr wrap="square" lIns="91440" tIns="45720" rIns="91440" bIns="45720" anchor="t"/>
          <a:lstStyle>
            <a:lvl1pPr lvl="0">
              <a:defRPr/>
            </a:lvl1pPr>
          </a:lstStyle>
          <a:p>
            <a:pPr indent="1828800"/>
            <a:endParaRPr lang="en-US" sz="2500">
              <a:ea typeface="Calibri" panose="020F0502020204030204"/>
              <a:cs typeface="Calibri" panose="020F0502020204030204"/>
            </a:endParaRPr>
          </a:p>
        </p:txBody>
      </p:sp>
      <p:sp>
        <p:nvSpPr>
          <p:cNvPr id="3" name="TextBox 2">
            <a:extLst>
              <a:ext uri="{FF2B5EF4-FFF2-40B4-BE49-F238E27FC236}">
                <a16:creationId xmlns:a16="http://schemas.microsoft.com/office/drawing/2014/main" id="{8E3A7B4D-0604-D6D7-DAE1-A663148AED96}"/>
              </a:ext>
            </a:extLst>
          </p:cNvPr>
          <p:cNvSpPr txBox="1"/>
          <p:nvPr/>
        </p:nvSpPr>
        <p:spPr>
          <a:xfrm>
            <a:off x="55227" y="2734943"/>
            <a:ext cx="9253728" cy="20005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SG" sz="2000"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മരുഭൂപ്രയാണത്തിലെന്നെ</a:t>
            </a:r>
            <a:r>
              <a:rPr lang="en-SG" sz="2000"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 </a:t>
            </a:r>
            <a:br>
              <a:rPr lang="en-SG" sz="2000"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br>
            <a:r>
              <a:rPr lang="en-SG" sz="2000"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തെല്ലും</a:t>
            </a:r>
            <a:r>
              <a:rPr lang="en-SG" sz="2000"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 </a:t>
            </a:r>
            <a:r>
              <a:rPr lang="en-SG" sz="2000"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മനമിളകാതെ</a:t>
            </a:r>
            <a:r>
              <a:rPr lang="en-SG" sz="2000"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 </a:t>
            </a:r>
            <a:r>
              <a:rPr lang="en-SG" sz="2000"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നയിപ്പാ</a:t>
            </a:r>
            <a:r>
              <a:rPr lang="en-SG" sz="2000"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ൻ </a:t>
            </a:r>
            <a:br>
              <a:rPr lang="en-SG" sz="2000"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br>
            <a:r>
              <a:rPr lang="en-SG" sz="2000"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ഉടയോ</a:t>
            </a:r>
            <a:r>
              <a:rPr lang="en-SG" sz="2000"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ൻ </a:t>
            </a:r>
            <a:r>
              <a:rPr lang="en-SG" sz="2000"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നീ</a:t>
            </a:r>
            <a:r>
              <a:rPr lang="en-SG" sz="2000"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 </a:t>
            </a:r>
            <a:r>
              <a:rPr lang="en-SG" sz="2000"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ചാരത്തില്ലേ</a:t>
            </a:r>
            <a:r>
              <a:rPr lang="en-SG" sz="2000"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 </a:t>
            </a:r>
            <a:br>
              <a:rPr lang="en-SG" sz="2000"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br>
            <a:r>
              <a:rPr lang="en-SG" sz="2000"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എന്നും</a:t>
            </a:r>
            <a:r>
              <a:rPr lang="en-SG" sz="2000"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 </a:t>
            </a:r>
            <a:r>
              <a:rPr lang="en-SG" sz="2000"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കരുതീടുവാ</a:t>
            </a:r>
            <a:r>
              <a:rPr lang="en-SG" sz="2000"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ൻ </a:t>
            </a:r>
            <a:br>
              <a:rPr lang="en-SG" sz="2000"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br>
            <a:r>
              <a:rPr lang="en-SG" sz="2000" i="1"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ഞാ</a:t>
            </a:r>
            <a:r>
              <a:rPr lang="en-SG" sz="2000" i="1"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ൻ </a:t>
            </a:r>
            <a:r>
              <a:rPr lang="en-SG" sz="2000" i="1"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പാടിടും</a:t>
            </a:r>
            <a:r>
              <a:rPr lang="en-SG" sz="2000" i="1"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 </a:t>
            </a:r>
            <a:r>
              <a:rPr lang="en-SG" sz="2000" i="1"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എന്നേശുവേ</a:t>
            </a:r>
            <a:r>
              <a:rPr lang="en-SG" sz="2000" i="1"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 എൻ </a:t>
            </a:r>
            <a:r>
              <a:rPr lang="en-SG" sz="2000" i="1"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ജീവകാലമെല്ലാം</a:t>
            </a:r>
            <a:br>
              <a:rPr lang="en-SG" sz="2400"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br>
            <a:endParaRPr lang="en-US" sz="2400">
              <a:latin typeface="Kartika" panose="02020503030404060203" pitchFamily="18" charset="0"/>
              <a:cs typeface="Kartika" panose="02020503030404060203" pitchFamily="18" charset="0"/>
            </a:endParaRPr>
          </a:p>
        </p:txBody>
      </p:sp>
      <p:sp>
        <p:nvSpPr>
          <p:cNvPr id="5" name="TextBox 4">
            <a:extLst>
              <a:ext uri="{FF2B5EF4-FFF2-40B4-BE49-F238E27FC236}">
                <a16:creationId xmlns:a16="http://schemas.microsoft.com/office/drawing/2014/main" id="{3AC3FFF5-EE7A-E6B5-418B-D5EC1685C2FC}"/>
              </a:ext>
            </a:extLst>
          </p:cNvPr>
          <p:cNvSpPr txBox="1"/>
          <p:nvPr/>
        </p:nvSpPr>
        <p:spPr>
          <a:xfrm>
            <a:off x="676957" y="578952"/>
            <a:ext cx="7871727"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SG" sz="2400" kern="0" dirty="0" err="1">
                <a:solidFill>
                  <a:srgbClr val="000000"/>
                </a:solidFill>
                <a:effectLst/>
                <a:latin typeface="Segoe UI"/>
                <a:ea typeface="Times New Roman" panose="02020603050405020304" pitchFamily="18" charset="0"/>
                <a:cs typeface="Segoe UI"/>
              </a:rPr>
              <a:t>marubhoo</a:t>
            </a:r>
            <a:r>
              <a:rPr lang="en-SG" sz="2400" kern="0" dirty="0">
                <a:solidFill>
                  <a:srgbClr val="000000"/>
                </a:solidFill>
                <a:effectLst/>
                <a:latin typeface="Segoe UI"/>
                <a:ea typeface="Times New Roman" panose="02020603050405020304" pitchFamily="18" charset="0"/>
                <a:cs typeface="Segoe UI"/>
              </a:rPr>
              <a:t> </a:t>
            </a:r>
            <a:r>
              <a:rPr lang="en-SG" sz="2400" kern="0" dirty="0" err="1">
                <a:solidFill>
                  <a:srgbClr val="000000"/>
                </a:solidFill>
                <a:effectLst/>
                <a:latin typeface="Segoe UI"/>
                <a:ea typeface="Times New Roman" panose="02020603050405020304" pitchFamily="18" charset="0"/>
                <a:cs typeface="Segoe UI"/>
              </a:rPr>
              <a:t>prayanathil</a:t>
            </a:r>
            <a:r>
              <a:rPr lang="en-SG" sz="2400" kern="0" dirty="0">
                <a:solidFill>
                  <a:srgbClr val="000000"/>
                </a:solidFill>
                <a:effectLst/>
                <a:latin typeface="Segoe UI"/>
                <a:ea typeface="Times New Roman" panose="02020603050405020304" pitchFamily="18" charset="0"/>
                <a:cs typeface="Segoe UI"/>
              </a:rPr>
              <a:t> </a:t>
            </a:r>
            <a:r>
              <a:rPr lang="en-SG" sz="2400" kern="0" dirty="0" err="1">
                <a:solidFill>
                  <a:srgbClr val="000000"/>
                </a:solidFill>
                <a:effectLst/>
                <a:latin typeface="Segoe UI"/>
                <a:ea typeface="Times New Roman" panose="02020603050405020304" pitchFamily="18" charset="0"/>
                <a:cs typeface="Segoe UI"/>
              </a:rPr>
              <a:t>enne</a:t>
            </a:r>
            <a:br>
              <a:rPr lang="en-SG" sz="2400" kern="0" dirty="0">
                <a:effectLst/>
                <a:latin typeface="Segoe UI" panose="020B0502040204020203" pitchFamily="34" charset="0"/>
                <a:ea typeface="Times New Roman" panose="02020603050405020304" pitchFamily="18" charset="0"/>
                <a:cs typeface="Segoe UI" panose="020B0502040204020203" pitchFamily="34" charset="0"/>
              </a:rPr>
            </a:br>
            <a:r>
              <a:rPr lang="en-SG" sz="2400" kern="0" dirty="0" err="1">
                <a:solidFill>
                  <a:srgbClr val="000000"/>
                </a:solidFill>
                <a:effectLst/>
                <a:latin typeface="Segoe UI"/>
                <a:ea typeface="Times New Roman" panose="02020603050405020304" pitchFamily="18" charset="0"/>
                <a:cs typeface="Segoe UI"/>
              </a:rPr>
              <a:t>thellum</a:t>
            </a:r>
            <a:r>
              <a:rPr lang="en-SG" sz="2400" kern="0" dirty="0">
                <a:solidFill>
                  <a:srgbClr val="000000"/>
                </a:solidFill>
                <a:effectLst/>
                <a:latin typeface="Segoe UI"/>
                <a:ea typeface="Times New Roman" panose="02020603050405020304" pitchFamily="18" charset="0"/>
                <a:cs typeface="Segoe UI"/>
              </a:rPr>
              <a:t> </a:t>
            </a:r>
            <a:r>
              <a:rPr lang="en-SG" sz="2400" kern="0" dirty="0" err="1">
                <a:solidFill>
                  <a:srgbClr val="000000"/>
                </a:solidFill>
                <a:latin typeface="Segoe UI"/>
                <a:ea typeface="Times New Roman" panose="02020603050405020304" pitchFamily="18" charset="0"/>
                <a:cs typeface="Segoe UI"/>
              </a:rPr>
              <a:t>manam</a:t>
            </a:r>
            <a:r>
              <a:rPr lang="en-SG" sz="2400" kern="0" dirty="0">
                <a:solidFill>
                  <a:srgbClr val="000000"/>
                </a:solidFill>
                <a:latin typeface="Segoe UI"/>
                <a:ea typeface="Times New Roman" panose="02020603050405020304" pitchFamily="18" charset="0"/>
                <a:cs typeface="Segoe UI"/>
              </a:rPr>
              <a:t> </a:t>
            </a:r>
            <a:r>
              <a:rPr lang="en-SG" sz="2400" kern="0" dirty="0" err="1">
                <a:solidFill>
                  <a:srgbClr val="000000"/>
                </a:solidFill>
                <a:latin typeface="Segoe UI"/>
                <a:ea typeface="Times New Roman" panose="02020603050405020304" pitchFamily="18" charset="0"/>
                <a:cs typeface="Segoe UI"/>
              </a:rPr>
              <a:t>illakathe</a:t>
            </a:r>
            <a:r>
              <a:rPr lang="en-SG" sz="2400" kern="0" dirty="0">
                <a:solidFill>
                  <a:srgbClr val="000000"/>
                </a:solidFill>
                <a:effectLst/>
                <a:latin typeface="Segoe UI"/>
                <a:ea typeface="Times New Roman" panose="02020603050405020304" pitchFamily="18" charset="0"/>
                <a:cs typeface="Segoe UI"/>
              </a:rPr>
              <a:t> </a:t>
            </a:r>
            <a:r>
              <a:rPr lang="en-SG" sz="2400" kern="0" dirty="0" err="1">
                <a:solidFill>
                  <a:srgbClr val="000000"/>
                </a:solidFill>
                <a:effectLst/>
                <a:latin typeface="Segoe UI"/>
                <a:ea typeface="Times New Roman" panose="02020603050405020304" pitchFamily="18" charset="0"/>
                <a:cs typeface="Segoe UI"/>
              </a:rPr>
              <a:t>nayippan</a:t>
            </a:r>
            <a:r>
              <a:rPr lang="en-SG" sz="2400" kern="0" dirty="0">
                <a:solidFill>
                  <a:srgbClr val="000000"/>
                </a:solidFill>
                <a:latin typeface="Segoe UI"/>
                <a:ea typeface="Times New Roman" panose="02020603050405020304" pitchFamily="18" charset="0"/>
                <a:cs typeface="Segoe UI"/>
              </a:rPr>
              <a:t> </a:t>
            </a:r>
            <a:br>
              <a:rPr lang="en-SG" sz="2400" kern="0" dirty="0">
                <a:effectLst/>
                <a:latin typeface="Segoe UI" panose="020B0502040204020203" pitchFamily="34" charset="0"/>
                <a:ea typeface="Times New Roman" panose="02020603050405020304" pitchFamily="18" charset="0"/>
                <a:cs typeface="Segoe UI" panose="020B0502040204020203" pitchFamily="34" charset="0"/>
              </a:rPr>
            </a:br>
            <a:r>
              <a:rPr lang="en-SG" sz="2400" kern="0" dirty="0" err="1">
                <a:solidFill>
                  <a:srgbClr val="000000"/>
                </a:solidFill>
                <a:effectLst/>
                <a:latin typeface="Segoe UI"/>
                <a:ea typeface="Times New Roman" panose="02020603050405020304" pitchFamily="18" charset="0"/>
                <a:cs typeface="Segoe UI"/>
              </a:rPr>
              <a:t>udayon</a:t>
            </a:r>
            <a:r>
              <a:rPr lang="en-SG" sz="2400" kern="0" dirty="0">
                <a:solidFill>
                  <a:srgbClr val="000000"/>
                </a:solidFill>
                <a:effectLst/>
                <a:latin typeface="Segoe UI"/>
                <a:ea typeface="Times New Roman" panose="02020603050405020304" pitchFamily="18" charset="0"/>
                <a:cs typeface="Segoe UI"/>
              </a:rPr>
              <a:t> nee </a:t>
            </a:r>
            <a:r>
              <a:rPr lang="en-SG" sz="2400" kern="0" dirty="0" err="1">
                <a:solidFill>
                  <a:srgbClr val="000000"/>
                </a:solidFill>
                <a:effectLst/>
                <a:latin typeface="Segoe UI"/>
                <a:ea typeface="Times New Roman" panose="02020603050405020304" pitchFamily="18" charset="0"/>
                <a:cs typeface="Segoe UI"/>
              </a:rPr>
              <a:t>charathille</a:t>
            </a:r>
            <a:br>
              <a:rPr lang="en-SG" sz="2400" kern="0" dirty="0">
                <a:effectLst/>
                <a:latin typeface="Segoe UI" panose="020B0502040204020203" pitchFamily="34" charset="0"/>
                <a:ea typeface="Times New Roman" panose="02020603050405020304" pitchFamily="18" charset="0"/>
                <a:cs typeface="Segoe UI" panose="020B0502040204020203" pitchFamily="34" charset="0"/>
              </a:rPr>
            </a:br>
            <a:r>
              <a:rPr lang="en-SG" sz="2400" kern="0" dirty="0" err="1">
                <a:solidFill>
                  <a:srgbClr val="000000"/>
                </a:solidFill>
                <a:effectLst/>
                <a:latin typeface="Segoe UI"/>
                <a:ea typeface="Times New Roman" panose="02020603050405020304" pitchFamily="18" charset="0"/>
                <a:cs typeface="Segoe UI"/>
              </a:rPr>
              <a:t>ennum</a:t>
            </a:r>
            <a:r>
              <a:rPr lang="en-SG" sz="2400" kern="0" dirty="0">
                <a:solidFill>
                  <a:srgbClr val="000000"/>
                </a:solidFill>
                <a:effectLst/>
                <a:latin typeface="Segoe UI"/>
                <a:ea typeface="Times New Roman" panose="02020603050405020304" pitchFamily="18" charset="0"/>
                <a:cs typeface="Segoe UI"/>
              </a:rPr>
              <a:t> </a:t>
            </a:r>
            <a:r>
              <a:rPr lang="en-SG" sz="2400" kern="0" dirty="0" err="1">
                <a:solidFill>
                  <a:srgbClr val="000000"/>
                </a:solidFill>
                <a:effectLst/>
                <a:latin typeface="Segoe UI"/>
                <a:ea typeface="Times New Roman" panose="02020603050405020304" pitchFamily="18" charset="0"/>
                <a:cs typeface="Segoe UI"/>
              </a:rPr>
              <a:t>karutheeduvaan</a:t>
            </a:r>
            <a:br>
              <a:rPr lang="en-SG" sz="2400" kern="0" dirty="0">
                <a:effectLst/>
                <a:latin typeface="Segoe UI" panose="020B0502040204020203" pitchFamily="34" charset="0"/>
                <a:ea typeface="Times New Roman" panose="02020603050405020304" pitchFamily="18" charset="0"/>
                <a:cs typeface="Segoe UI" panose="020B0502040204020203" pitchFamily="34" charset="0"/>
              </a:rPr>
            </a:br>
            <a:r>
              <a:rPr lang="en-SG" sz="2400" i="1" kern="0" dirty="0" err="1">
                <a:solidFill>
                  <a:srgbClr val="000000"/>
                </a:solidFill>
                <a:latin typeface="Segoe UI"/>
                <a:ea typeface="Times New Roman" panose="02020603050405020304" pitchFamily="18" charset="0"/>
                <a:cs typeface="Segoe UI"/>
              </a:rPr>
              <a:t>n</a:t>
            </a:r>
            <a:r>
              <a:rPr lang="en-SG" sz="2400" i="1" kern="0" dirty="0" err="1">
                <a:solidFill>
                  <a:srgbClr val="000000"/>
                </a:solidFill>
                <a:effectLst/>
                <a:latin typeface="Segoe UI"/>
                <a:ea typeface="Times New Roman" panose="02020603050405020304" pitchFamily="18" charset="0"/>
                <a:cs typeface="Segoe UI"/>
              </a:rPr>
              <a:t>jaan</a:t>
            </a:r>
            <a:r>
              <a:rPr lang="en-SG" sz="2400" i="1" kern="0" dirty="0">
                <a:solidFill>
                  <a:srgbClr val="000000"/>
                </a:solidFill>
                <a:effectLst/>
                <a:latin typeface="Segoe UI"/>
                <a:ea typeface="Times New Roman" panose="02020603050405020304" pitchFamily="18" charset="0"/>
                <a:cs typeface="Segoe UI"/>
              </a:rPr>
              <a:t> </a:t>
            </a:r>
            <a:r>
              <a:rPr lang="en-SG" sz="2400" i="1" kern="0" dirty="0" err="1">
                <a:solidFill>
                  <a:srgbClr val="000000"/>
                </a:solidFill>
                <a:effectLst/>
                <a:latin typeface="Segoe UI"/>
                <a:ea typeface="Times New Roman" panose="02020603050405020304" pitchFamily="18" charset="0"/>
                <a:cs typeface="Segoe UI"/>
              </a:rPr>
              <a:t>paadidum</a:t>
            </a:r>
            <a:r>
              <a:rPr lang="en-SG" sz="2400" i="1" kern="0" dirty="0">
                <a:solidFill>
                  <a:srgbClr val="000000"/>
                </a:solidFill>
                <a:effectLst/>
                <a:latin typeface="Segoe UI"/>
                <a:ea typeface="Times New Roman" panose="02020603050405020304" pitchFamily="18" charset="0"/>
                <a:cs typeface="Segoe UI"/>
              </a:rPr>
              <a:t> </a:t>
            </a:r>
            <a:r>
              <a:rPr lang="en-SG" sz="2400" i="1" kern="0" dirty="0" err="1">
                <a:solidFill>
                  <a:srgbClr val="000000"/>
                </a:solidFill>
                <a:effectLst/>
                <a:latin typeface="Segoe UI"/>
                <a:ea typeface="Times New Roman" panose="02020603050405020304" pitchFamily="18" charset="0"/>
                <a:cs typeface="Segoe UI"/>
              </a:rPr>
              <a:t>en</a:t>
            </a:r>
            <a:r>
              <a:rPr lang="en-SG" sz="2400" i="1" kern="0" dirty="0">
                <a:solidFill>
                  <a:srgbClr val="000000"/>
                </a:solidFill>
                <a:effectLst/>
                <a:latin typeface="Segoe UI"/>
                <a:ea typeface="Times New Roman" panose="02020603050405020304" pitchFamily="18" charset="0"/>
                <a:cs typeface="Segoe UI"/>
              </a:rPr>
              <a:t> </a:t>
            </a:r>
            <a:r>
              <a:rPr lang="en-SG" sz="2400" i="1" kern="0" dirty="0" err="1">
                <a:solidFill>
                  <a:srgbClr val="000000"/>
                </a:solidFill>
                <a:effectLst/>
                <a:latin typeface="Segoe UI"/>
                <a:ea typeface="Times New Roman" panose="02020603050405020304" pitchFamily="18" charset="0"/>
                <a:cs typeface="Segoe UI"/>
              </a:rPr>
              <a:t>yeshuve</a:t>
            </a:r>
            <a:r>
              <a:rPr lang="en-SG" sz="2400" i="1" kern="0" dirty="0">
                <a:solidFill>
                  <a:srgbClr val="000000"/>
                </a:solidFill>
                <a:effectLst/>
                <a:latin typeface="Segoe UI"/>
                <a:ea typeface="Times New Roman" panose="02020603050405020304" pitchFamily="18" charset="0"/>
                <a:cs typeface="Segoe UI"/>
              </a:rPr>
              <a:t>; </a:t>
            </a:r>
            <a:r>
              <a:rPr lang="en-SG" sz="2400" i="1" kern="0" dirty="0" err="1">
                <a:solidFill>
                  <a:srgbClr val="000000"/>
                </a:solidFill>
                <a:effectLst/>
                <a:latin typeface="Segoe UI"/>
                <a:ea typeface="Times New Roman" panose="02020603050405020304" pitchFamily="18" charset="0"/>
                <a:cs typeface="Segoe UI"/>
              </a:rPr>
              <a:t>en</a:t>
            </a:r>
            <a:r>
              <a:rPr lang="en-SG" sz="2400" i="1" kern="0" dirty="0">
                <a:solidFill>
                  <a:srgbClr val="000000"/>
                </a:solidFill>
                <a:effectLst/>
                <a:latin typeface="Segoe UI"/>
                <a:ea typeface="Times New Roman" panose="02020603050405020304" pitchFamily="18" charset="0"/>
                <a:cs typeface="Segoe UI"/>
              </a:rPr>
              <a:t> </a:t>
            </a:r>
            <a:r>
              <a:rPr lang="en-SG" sz="2400" i="1" kern="0" dirty="0" err="1">
                <a:solidFill>
                  <a:srgbClr val="000000"/>
                </a:solidFill>
                <a:effectLst/>
                <a:latin typeface="Segoe UI"/>
                <a:ea typeface="Times New Roman" panose="02020603050405020304" pitchFamily="18" charset="0"/>
                <a:cs typeface="Segoe UI"/>
              </a:rPr>
              <a:t>jeevakaalamellaam</a:t>
            </a:r>
            <a:endParaRPr lang="en-US" sz="2400" i="1" dirty="0">
              <a:latin typeface="Segoe UI"/>
              <a:ea typeface="Calibri" panose="020F0502020204030204"/>
              <a:cs typeface="Segoe UI"/>
            </a:endParaRPr>
          </a:p>
        </p:txBody>
      </p:sp>
      <p:grpSp>
        <p:nvGrpSpPr>
          <p:cNvPr id="8" name="Group 7">
            <a:extLst>
              <a:ext uri="{FF2B5EF4-FFF2-40B4-BE49-F238E27FC236}">
                <a16:creationId xmlns:a16="http://schemas.microsoft.com/office/drawing/2014/main" id="{98632E61-55CA-5782-0B67-B6D82AAC4140}"/>
              </a:ext>
            </a:extLst>
          </p:cNvPr>
          <p:cNvGrpSpPr/>
          <p:nvPr/>
        </p:nvGrpSpPr>
        <p:grpSpPr>
          <a:xfrm>
            <a:off x="7553695" y="2716038"/>
            <a:ext cx="414156" cy="676178"/>
            <a:chOff x="7641902" y="3762854"/>
            <a:chExt cx="444423" cy="776253"/>
          </a:xfrm>
        </p:grpSpPr>
        <p:sp>
          <p:nvSpPr>
            <p:cNvPr id="9" name="Right Brace 8">
              <a:extLst>
                <a:ext uri="{FF2B5EF4-FFF2-40B4-BE49-F238E27FC236}">
                  <a16:creationId xmlns:a16="http://schemas.microsoft.com/office/drawing/2014/main" id="{E0D44BBE-6C67-5D89-0EB4-F55296BE531B}"/>
                </a:ext>
              </a:extLst>
            </p:cNvPr>
            <p:cNvSpPr/>
            <p:nvPr/>
          </p:nvSpPr>
          <p:spPr>
            <a:xfrm>
              <a:off x="7641902" y="3762854"/>
              <a:ext cx="142737" cy="776253"/>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SG"/>
            </a:p>
          </p:txBody>
        </p:sp>
        <p:sp>
          <p:nvSpPr>
            <p:cNvPr id="10" name="TextBox 9">
              <a:extLst>
                <a:ext uri="{FF2B5EF4-FFF2-40B4-BE49-F238E27FC236}">
                  <a16:creationId xmlns:a16="http://schemas.microsoft.com/office/drawing/2014/main" id="{3F70C279-0734-1B32-C21A-B078CF2125E1}"/>
                </a:ext>
              </a:extLst>
            </p:cNvPr>
            <p:cNvSpPr txBox="1"/>
            <p:nvPr/>
          </p:nvSpPr>
          <p:spPr>
            <a:xfrm>
              <a:off x="7784639" y="3966315"/>
              <a:ext cx="301686" cy="369332"/>
            </a:xfrm>
            <a:prstGeom prst="rect">
              <a:avLst/>
            </a:prstGeom>
            <a:noFill/>
          </p:spPr>
          <p:txBody>
            <a:bodyPr wrap="none" rtlCol="0">
              <a:spAutoFit/>
            </a:bodyPr>
            <a:lstStyle/>
            <a:p>
              <a:r>
                <a:rPr lang="en-US"/>
                <a:t>2</a:t>
              </a:r>
              <a:endParaRPr lang="en-SG"/>
            </a:p>
          </p:txBody>
        </p:sp>
      </p:grpSp>
      <p:grpSp>
        <p:nvGrpSpPr>
          <p:cNvPr id="11" name="Group 10">
            <a:extLst>
              <a:ext uri="{FF2B5EF4-FFF2-40B4-BE49-F238E27FC236}">
                <a16:creationId xmlns:a16="http://schemas.microsoft.com/office/drawing/2014/main" id="{20966338-8B61-4178-8A4A-94E078A6F973}"/>
              </a:ext>
            </a:extLst>
          </p:cNvPr>
          <p:cNvGrpSpPr/>
          <p:nvPr/>
        </p:nvGrpSpPr>
        <p:grpSpPr>
          <a:xfrm>
            <a:off x="7553661" y="3478839"/>
            <a:ext cx="297583" cy="488849"/>
            <a:chOff x="7641902" y="3762854"/>
            <a:chExt cx="444423" cy="776253"/>
          </a:xfrm>
        </p:grpSpPr>
        <p:sp>
          <p:nvSpPr>
            <p:cNvPr id="12" name="Right Brace 11">
              <a:extLst>
                <a:ext uri="{FF2B5EF4-FFF2-40B4-BE49-F238E27FC236}">
                  <a16:creationId xmlns:a16="http://schemas.microsoft.com/office/drawing/2014/main" id="{280EE2A7-25BB-F1FF-CD73-794BD7916CD8}"/>
                </a:ext>
              </a:extLst>
            </p:cNvPr>
            <p:cNvSpPr/>
            <p:nvPr/>
          </p:nvSpPr>
          <p:spPr>
            <a:xfrm>
              <a:off x="7641902" y="3762854"/>
              <a:ext cx="142737" cy="776253"/>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SG"/>
            </a:p>
          </p:txBody>
        </p:sp>
        <p:sp>
          <p:nvSpPr>
            <p:cNvPr id="13" name="TextBox 12">
              <a:extLst>
                <a:ext uri="{FF2B5EF4-FFF2-40B4-BE49-F238E27FC236}">
                  <a16:creationId xmlns:a16="http://schemas.microsoft.com/office/drawing/2014/main" id="{EEA0B4F1-FCE1-6FF6-8DE7-6A99D4E3C453}"/>
                </a:ext>
              </a:extLst>
            </p:cNvPr>
            <p:cNvSpPr txBox="1"/>
            <p:nvPr/>
          </p:nvSpPr>
          <p:spPr>
            <a:xfrm>
              <a:off x="7784639" y="3966315"/>
              <a:ext cx="301686" cy="369332"/>
            </a:xfrm>
            <a:prstGeom prst="rect">
              <a:avLst/>
            </a:prstGeom>
            <a:noFill/>
          </p:spPr>
          <p:txBody>
            <a:bodyPr wrap="none" rtlCol="0">
              <a:spAutoFit/>
            </a:bodyPr>
            <a:lstStyle/>
            <a:p>
              <a:r>
                <a:rPr lang="en-US"/>
                <a:t>2</a:t>
              </a:r>
              <a:endParaRPr lang="en-SG"/>
            </a:p>
          </p:txBody>
        </p:sp>
      </p:grpSp>
      <p:grpSp>
        <p:nvGrpSpPr>
          <p:cNvPr id="14" name="Group 13">
            <a:extLst>
              <a:ext uri="{FF2B5EF4-FFF2-40B4-BE49-F238E27FC236}">
                <a16:creationId xmlns:a16="http://schemas.microsoft.com/office/drawing/2014/main" id="{A576B1F6-B1B1-1310-8F00-E48270F758F5}"/>
              </a:ext>
            </a:extLst>
          </p:cNvPr>
          <p:cNvGrpSpPr/>
          <p:nvPr/>
        </p:nvGrpSpPr>
        <p:grpSpPr>
          <a:xfrm>
            <a:off x="7473099" y="625766"/>
            <a:ext cx="454084" cy="724366"/>
            <a:chOff x="7641902" y="3762854"/>
            <a:chExt cx="444423" cy="776253"/>
          </a:xfrm>
        </p:grpSpPr>
        <p:sp>
          <p:nvSpPr>
            <p:cNvPr id="15" name="Right Brace 14">
              <a:extLst>
                <a:ext uri="{FF2B5EF4-FFF2-40B4-BE49-F238E27FC236}">
                  <a16:creationId xmlns:a16="http://schemas.microsoft.com/office/drawing/2014/main" id="{842B105B-E2EA-3E5F-5EB5-2C194C118D28}"/>
                </a:ext>
              </a:extLst>
            </p:cNvPr>
            <p:cNvSpPr/>
            <p:nvPr/>
          </p:nvSpPr>
          <p:spPr>
            <a:xfrm>
              <a:off x="7641902" y="3762854"/>
              <a:ext cx="142737" cy="776253"/>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SG"/>
            </a:p>
          </p:txBody>
        </p:sp>
        <p:sp>
          <p:nvSpPr>
            <p:cNvPr id="16" name="TextBox 15">
              <a:extLst>
                <a:ext uri="{FF2B5EF4-FFF2-40B4-BE49-F238E27FC236}">
                  <a16:creationId xmlns:a16="http://schemas.microsoft.com/office/drawing/2014/main" id="{4BC5F996-5867-3543-60D8-B6DA62C4B5DF}"/>
                </a:ext>
              </a:extLst>
            </p:cNvPr>
            <p:cNvSpPr txBox="1"/>
            <p:nvPr/>
          </p:nvSpPr>
          <p:spPr>
            <a:xfrm>
              <a:off x="7784639" y="3966315"/>
              <a:ext cx="301686" cy="369332"/>
            </a:xfrm>
            <a:prstGeom prst="rect">
              <a:avLst/>
            </a:prstGeom>
            <a:noFill/>
          </p:spPr>
          <p:txBody>
            <a:bodyPr wrap="none" rtlCol="0">
              <a:spAutoFit/>
            </a:bodyPr>
            <a:lstStyle/>
            <a:p>
              <a:r>
                <a:rPr lang="en-US"/>
                <a:t>2</a:t>
              </a:r>
              <a:endParaRPr lang="en-SG"/>
            </a:p>
          </p:txBody>
        </p:sp>
      </p:grpSp>
      <p:grpSp>
        <p:nvGrpSpPr>
          <p:cNvPr id="17" name="Group 16">
            <a:extLst>
              <a:ext uri="{FF2B5EF4-FFF2-40B4-BE49-F238E27FC236}">
                <a16:creationId xmlns:a16="http://schemas.microsoft.com/office/drawing/2014/main" id="{7D7E717F-F92D-B1CC-1F44-AC21DCEE27AD}"/>
              </a:ext>
            </a:extLst>
          </p:cNvPr>
          <p:cNvGrpSpPr/>
          <p:nvPr/>
        </p:nvGrpSpPr>
        <p:grpSpPr>
          <a:xfrm>
            <a:off x="7473082" y="1444990"/>
            <a:ext cx="506710" cy="724366"/>
            <a:chOff x="7641902" y="3762854"/>
            <a:chExt cx="444423" cy="776253"/>
          </a:xfrm>
        </p:grpSpPr>
        <p:sp>
          <p:nvSpPr>
            <p:cNvPr id="18" name="Right Brace 17">
              <a:extLst>
                <a:ext uri="{FF2B5EF4-FFF2-40B4-BE49-F238E27FC236}">
                  <a16:creationId xmlns:a16="http://schemas.microsoft.com/office/drawing/2014/main" id="{82F5583B-A012-EED8-9527-F1B0B10BF7EC}"/>
                </a:ext>
              </a:extLst>
            </p:cNvPr>
            <p:cNvSpPr/>
            <p:nvPr/>
          </p:nvSpPr>
          <p:spPr>
            <a:xfrm>
              <a:off x="7641902" y="3762854"/>
              <a:ext cx="142737" cy="776253"/>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SG"/>
            </a:p>
          </p:txBody>
        </p:sp>
        <p:sp>
          <p:nvSpPr>
            <p:cNvPr id="19" name="TextBox 18">
              <a:extLst>
                <a:ext uri="{FF2B5EF4-FFF2-40B4-BE49-F238E27FC236}">
                  <a16:creationId xmlns:a16="http://schemas.microsoft.com/office/drawing/2014/main" id="{88BBE81F-A4C2-5EC4-CB0F-8316517CB221}"/>
                </a:ext>
              </a:extLst>
            </p:cNvPr>
            <p:cNvSpPr txBox="1"/>
            <p:nvPr/>
          </p:nvSpPr>
          <p:spPr>
            <a:xfrm>
              <a:off x="7784639" y="3966315"/>
              <a:ext cx="301686" cy="369332"/>
            </a:xfrm>
            <a:prstGeom prst="rect">
              <a:avLst/>
            </a:prstGeom>
            <a:noFill/>
          </p:spPr>
          <p:txBody>
            <a:bodyPr wrap="none" rtlCol="0">
              <a:spAutoFit/>
            </a:bodyPr>
            <a:lstStyle/>
            <a:p>
              <a:r>
                <a:rPr lang="en-US"/>
                <a:t>2</a:t>
              </a:r>
              <a:endParaRPr lang="en-SG"/>
            </a:p>
          </p:txBody>
        </p:sp>
      </p:grpSp>
    </p:spTree>
    <p:extLst>
      <p:ext uri="{BB962C8B-B14F-4D97-AF65-F5344CB8AC3E}">
        <p14:creationId xmlns:p14="http://schemas.microsoft.com/office/powerpoint/2010/main" val="170969412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E0B2E-45F7-2ADC-8357-E50F56BD6A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4B1AC7-F58E-3EA2-FA86-DF39A19656CE}"/>
              </a:ext>
            </a:extLst>
          </p:cNvPr>
          <p:cNvSpPr>
            <a:spLocks noGrp="1"/>
          </p:cNvSpPr>
          <p:nvPr>
            <p:ph type="title"/>
          </p:nvPr>
        </p:nvSpPr>
        <p:spPr/>
        <p:txBody>
          <a:bodyPr>
            <a:noAutofit/>
          </a:bodyPr>
          <a:lstStyle/>
          <a:p>
            <a:r>
              <a:rPr lang="en-GB">
                <a:latin typeface="Segoe UI"/>
                <a:cs typeface="Segoe UI"/>
              </a:rPr>
              <a:t>Holy Communion – </a:t>
            </a:r>
            <a:r>
              <a:rPr lang="en-SG" err="1">
                <a:latin typeface="Segoe UI"/>
                <a:cs typeface="Segoe UI"/>
              </a:rPr>
              <a:t>Njaan</a:t>
            </a:r>
            <a:r>
              <a:rPr lang="en-SG">
                <a:latin typeface="Segoe UI"/>
                <a:cs typeface="Segoe UI"/>
              </a:rPr>
              <a:t> </a:t>
            </a:r>
            <a:r>
              <a:rPr lang="en-SG" err="1">
                <a:latin typeface="Segoe UI"/>
                <a:cs typeface="Segoe UI"/>
              </a:rPr>
              <a:t>paadidum</a:t>
            </a:r>
            <a:r>
              <a:rPr lang="en-SG">
                <a:latin typeface="Segoe UI"/>
                <a:cs typeface="Segoe UI"/>
              </a:rPr>
              <a:t> </a:t>
            </a:r>
            <a:r>
              <a:rPr lang="en-SG" err="1">
                <a:latin typeface="Segoe UI"/>
                <a:cs typeface="Segoe UI"/>
              </a:rPr>
              <a:t>en</a:t>
            </a:r>
            <a:r>
              <a:rPr lang="en-SG">
                <a:latin typeface="Segoe UI"/>
                <a:cs typeface="Segoe UI"/>
              </a:rPr>
              <a:t> </a:t>
            </a:r>
            <a:r>
              <a:rPr lang="en-SG" err="1">
                <a:latin typeface="Segoe UI"/>
                <a:cs typeface="Segoe UI"/>
              </a:rPr>
              <a:t>yeshuve</a:t>
            </a:r>
            <a:endParaRPr lang="en-US">
              <a:latin typeface="Segoe UI" panose="020B0502040204020203" pitchFamily="34" charset="0"/>
            </a:endParaRPr>
          </a:p>
        </p:txBody>
      </p:sp>
      <p:sp>
        <p:nvSpPr>
          <p:cNvPr id="6" name="Slide Number Placeholder 3">
            <a:extLst>
              <a:ext uri="{FF2B5EF4-FFF2-40B4-BE49-F238E27FC236}">
                <a16:creationId xmlns:a16="http://schemas.microsoft.com/office/drawing/2014/main" id="{48DA0D84-791E-95CC-7EE8-D7CCEB5C345E}"/>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66</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DCDD21A2-A76A-9151-16A3-3AD65C638336}"/>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Communion 3: 3 of </a:t>
            </a:r>
            <a:r>
              <a:rPr lang="en-US" sz="1400" dirty="0">
                <a:solidFill>
                  <a:prstClr val="black"/>
                </a:solidFill>
                <a:latin typeface="Segoe UI"/>
                <a:cs typeface="Segoe UI"/>
              </a:rPr>
              <a:t>5</a:t>
            </a:r>
            <a:endParaRPr lang="en-US" sz="1400">
              <a:solidFill>
                <a:prstClr val="black"/>
              </a:solidFill>
              <a:latin typeface="Segoe UI"/>
              <a:cs typeface="Segoe UI"/>
            </a:endParaRPr>
          </a:p>
        </p:txBody>
      </p:sp>
      <p:sp>
        <p:nvSpPr>
          <p:cNvPr id="7" name="Rectangle 6">
            <a:extLst>
              <a:ext uri="{FF2B5EF4-FFF2-40B4-BE49-F238E27FC236}">
                <a16:creationId xmlns:a16="http://schemas.microsoft.com/office/drawing/2014/main" id="{EEC24596-FD37-A42A-23C3-9568C6E8EC39}"/>
              </a:ext>
            </a:extLst>
          </p:cNvPr>
          <p:cNvSpPr/>
          <p:nvPr/>
        </p:nvSpPr>
        <p:spPr>
          <a:xfrm>
            <a:off x="190500" y="509517"/>
            <a:ext cx="9062358" cy="2225426"/>
          </a:xfrm>
          <a:prstGeom prst="rect">
            <a:avLst/>
          </a:prstGeom>
          <a:noFill/>
        </p:spPr>
        <p:txBody>
          <a:bodyPr wrap="square" lIns="91440" tIns="45720" rIns="91440" bIns="45720" anchor="t"/>
          <a:lstStyle>
            <a:lvl1pPr lvl="0">
              <a:defRPr/>
            </a:lvl1pPr>
          </a:lstStyle>
          <a:p>
            <a:pPr indent="1828800"/>
            <a:endParaRPr lang="en-US" sz="2500">
              <a:ea typeface="Calibri" panose="020F0502020204030204"/>
              <a:cs typeface="Calibri" panose="020F0502020204030204"/>
            </a:endParaRPr>
          </a:p>
        </p:txBody>
      </p:sp>
      <p:sp>
        <p:nvSpPr>
          <p:cNvPr id="3" name="TextBox 2">
            <a:extLst>
              <a:ext uri="{FF2B5EF4-FFF2-40B4-BE49-F238E27FC236}">
                <a16:creationId xmlns:a16="http://schemas.microsoft.com/office/drawing/2014/main" id="{97BEF389-CAD6-23E8-DB88-9C1C1819F2E1}"/>
              </a:ext>
            </a:extLst>
          </p:cNvPr>
          <p:cNvSpPr txBox="1"/>
          <p:nvPr/>
        </p:nvSpPr>
        <p:spPr>
          <a:xfrm>
            <a:off x="-54864" y="2974996"/>
            <a:ext cx="9253728"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SG" sz="2000"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ഇരുളി</a:t>
            </a:r>
            <a:r>
              <a:rPr lang="en-SG" sz="2000"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ൻ </a:t>
            </a:r>
            <a:r>
              <a:rPr lang="en-SG" sz="2000"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മറക</a:t>
            </a:r>
            <a:r>
              <a:rPr lang="en-SG" sz="2000"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ൾ </a:t>
            </a:r>
            <a:r>
              <a:rPr lang="en-SG" sz="2000"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തകർക്കാ</a:t>
            </a:r>
            <a:r>
              <a:rPr lang="en-SG" sz="2000"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ൻ </a:t>
            </a:r>
            <a:br>
              <a:rPr lang="en-SG" sz="2000"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br>
            <a:r>
              <a:rPr lang="en-SG" sz="2000"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തെല്ലും</a:t>
            </a:r>
            <a:r>
              <a:rPr lang="en-SG" sz="2000"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 </a:t>
            </a:r>
            <a:r>
              <a:rPr lang="en-SG" sz="2000"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ഇടറിടാതെന്നും</a:t>
            </a:r>
            <a:r>
              <a:rPr lang="en-SG" sz="2000"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 </a:t>
            </a:r>
            <a:r>
              <a:rPr lang="en-SG" sz="2000"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ഗമിപ്പാ</a:t>
            </a:r>
            <a:r>
              <a:rPr lang="en-SG" sz="2000"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ൻ </a:t>
            </a:r>
            <a:br>
              <a:rPr lang="en-SG" sz="2000"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br>
            <a:r>
              <a:rPr lang="en-SG" sz="2000"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മാറാത്ത</a:t>
            </a:r>
            <a:r>
              <a:rPr lang="en-SG" sz="2000"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 തൻ </a:t>
            </a:r>
            <a:r>
              <a:rPr lang="en-SG" sz="2000"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സാന്നിധ്യത്താ</a:t>
            </a:r>
            <a:r>
              <a:rPr lang="en-SG" sz="2000"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ൽ  </a:t>
            </a:r>
            <a:br>
              <a:rPr lang="en-SG" sz="2000"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br>
            <a:r>
              <a:rPr lang="en-SG" sz="2000"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എന്നെ</a:t>
            </a:r>
            <a:r>
              <a:rPr lang="en-SG" sz="2000"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 </a:t>
            </a:r>
            <a:r>
              <a:rPr lang="en-SG" sz="2000"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കരുതീടുന്നു</a:t>
            </a:r>
            <a:r>
              <a:rPr lang="en-SG" sz="2000"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 </a:t>
            </a:r>
            <a:br>
              <a:rPr lang="en-SG" sz="2000"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br>
            <a:r>
              <a:rPr lang="en-SG" sz="2000" i="1"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ഞാ</a:t>
            </a:r>
            <a:r>
              <a:rPr lang="en-SG" sz="2000" i="1"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ൻ </a:t>
            </a:r>
            <a:r>
              <a:rPr lang="en-SG" sz="2000" i="1"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പാടിടും</a:t>
            </a:r>
            <a:r>
              <a:rPr lang="en-SG" sz="2000" i="1"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 </a:t>
            </a:r>
            <a:r>
              <a:rPr lang="en-SG" sz="2000" i="1"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എന്നേശുവേ</a:t>
            </a:r>
            <a:r>
              <a:rPr lang="en-SG" sz="2000" i="1"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 എൻ </a:t>
            </a:r>
            <a:r>
              <a:rPr lang="en-SG" sz="2000" i="1"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ജീവകാലമെല്ലാം</a:t>
            </a:r>
            <a:endParaRPr lang="en-US" sz="2000">
              <a:latin typeface="Kartika" panose="02020503030404060203" pitchFamily="18" charset="0"/>
              <a:cs typeface="Kartika" panose="02020503030404060203" pitchFamily="18" charset="0"/>
            </a:endParaRPr>
          </a:p>
        </p:txBody>
      </p:sp>
      <p:sp>
        <p:nvSpPr>
          <p:cNvPr id="5" name="TextBox 4">
            <a:extLst>
              <a:ext uri="{FF2B5EF4-FFF2-40B4-BE49-F238E27FC236}">
                <a16:creationId xmlns:a16="http://schemas.microsoft.com/office/drawing/2014/main" id="{FEEEC3D8-2D12-A75D-BC98-8BED56DFB3D9}"/>
              </a:ext>
            </a:extLst>
          </p:cNvPr>
          <p:cNvSpPr txBox="1"/>
          <p:nvPr/>
        </p:nvSpPr>
        <p:spPr>
          <a:xfrm>
            <a:off x="728234" y="724147"/>
            <a:ext cx="7871727"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SG" sz="2400" kern="0">
                <a:solidFill>
                  <a:srgbClr val="000000"/>
                </a:solidFill>
                <a:effectLst/>
                <a:latin typeface="Seogue UI"/>
                <a:ea typeface="Times New Roman" panose="02020603050405020304" pitchFamily="18" charset="0"/>
              </a:rPr>
              <a:t> </a:t>
            </a:r>
            <a:r>
              <a:rPr lang="en-SG" sz="2400" kern="0" dirty="0" err="1">
                <a:solidFill>
                  <a:srgbClr val="000000"/>
                </a:solidFill>
                <a:effectLst/>
                <a:latin typeface="Segoe UI"/>
                <a:ea typeface="Times New Roman" panose="02020603050405020304" pitchFamily="18" charset="0"/>
                <a:cs typeface="Segoe UI"/>
              </a:rPr>
              <a:t>irulin</a:t>
            </a:r>
            <a:r>
              <a:rPr lang="en-SG" sz="2400" kern="0" dirty="0">
                <a:solidFill>
                  <a:srgbClr val="000000"/>
                </a:solidFill>
                <a:effectLst/>
                <a:latin typeface="Segoe UI"/>
                <a:ea typeface="Times New Roman" panose="02020603050405020304" pitchFamily="18" charset="0"/>
                <a:cs typeface="Segoe UI"/>
              </a:rPr>
              <a:t> </a:t>
            </a:r>
            <a:r>
              <a:rPr lang="en-SG" sz="2400" kern="0" dirty="0" err="1">
                <a:solidFill>
                  <a:srgbClr val="000000"/>
                </a:solidFill>
                <a:latin typeface="Segoe UI"/>
                <a:ea typeface="Times New Roman" panose="02020603050405020304" pitchFamily="18" charset="0"/>
                <a:cs typeface="Segoe UI"/>
              </a:rPr>
              <a:t>marakal</a:t>
            </a:r>
            <a:r>
              <a:rPr lang="en-SG" sz="2400" kern="0" dirty="0">
                <a:solidFill>
                  <a:srgbClr val="000000"/>
                </a:solidFill>
                <a:effectLst/>
                <a:latin typeface="Segoe UI"/>
                <a:ea typeface="Times New Roman" panose="02020603050405020304" pitchFamily="18" charset="0"/>
                <a:cs typeface="Segoe UI"/>
              </a:rPr>
              <a:t> </a:t>
            </a:r>
            <a:r>
              <a:rPr lang="en-SG" sz="2400" kern="0" dirty="0" err="1">
                <a:solidFill>
                  <a:srgbClr val="000000"/>
                </a:solidFill>
                <a:effectLst/>
                <a:latin typeface="Segoe UI"/>
                <a:ea typeface="Times New Roman" panose="02020603050405020304" pitchFamily="18" charset="0"/>
                <a:cs typeface="Segoe UI"/>
              </a:rPr>
              <a:t>thakarkkaan</a:t>
            </a:r>
            <a:br>
              <a:rPr lang="en-SG" sz="2400" kern="0" dirty="0">
                <a:effectLst/>
                <a:latin typeface="Segoe UI" panose="020B0502040204020203" pitchFamily="34" charset="0"/>
                <a:ea typeface="Times New Roman" panose="02020603050405020304" pitchFamily="18" charset="0"/>
                <a:cs typeface="Segoe UI" panose="020B0502040204020203" pitchFamily="34" charset="0"/>
              </a:rPr>
            </a:br>
            <a:r>
              <a:rPr lang="en-SG" sz="2400" kern="0" dirty="0" err="1">
                <a:solidFill>
                  <a:srgbClr val="000000"/>
                </a:solidFill>
                <a:effectLst/>
                <a:latin typeface="Segoe UI"/>
                <a:ea typeface="Times New Roman" panose="02020603050405020304" pitchFamily="18" charset="0"/>
                <a:cs typeface="Segoe UI"/>
              </a:rPr>
              <a:t>thellum</a:t>
            </a:r>
            <a:r>
              <a:rPr lang="en-SG" sz="2400" kern="0" dirty="0">
                <a:solidFill>
                  <a:srgbClr val="000000"/>
                </a:solidFill>
                <a:effectLst/>
                <a:latin typeface="Segoe UI"/>
                <a:ea typeface="Times New Roman" panose="02020603050405020304" pitchFamily="18" charset="0"/>
                <a:cs typeface="Segoe UI"/>
              </a:rPr>
              <a:t> </a:t>
            </a:r>
            <a:r>
              <a:rPr lang="en-SG" sz="2400" kern="0" dirty="0" err="1">
                <a:solidFill>
                  <a:srgbClr val="000000"/>
                </a:solidFill>
                <a:latin typeface="Segoe UI"/>
                <a:ea typeface="Times New Roman" panose="02020603050405020304" pitchFamily="18" charset="0"/>
                <a:cs typeface="Segoe UI"/>
              </a:rPr>
              <a:t>idaridath</a:t>
            </a:r>
            <a:r>
              <a:rPr lang="en-SG" sz="2400" kern="0" dirty="0">
                <a:solidFill>
                  <a:srgbClr val="000000"/>
                </a:solidFill>
                <a:latin typeface="Segoe UI"/>
                <a:ea typeface="Times New Roman" panose="02020603050405020304" pitchFamily="18" charset="0"/>
                <a:cs typeface="Segoe UI"/>
              </a:rPr>
              <a:t> </a:t>
            </a:r>
            <a:r>
              <a:rPr lang="en-SG" sz="2400" kern="0" dirty="0" err="1">
                <a:solidFill>
                  <a:srgbClr val="000000"/>
                </a:solidFill>
                <a:latin typeface="Segoe UI"/>
                <a:ea typeface="Times New Roman" panose="02020603050405020304" pitchFamily="18" charset="0"/>
                <a:cs typeface="Segoe UI"/>
              </a:rPr>
              <a:t>ennum</a:t>
            </a:r>
            <a:r>
              <a:rPr lang="en-SG" sz="2400" kern="0" dirty="0">
                <a:solidFill>
                  <a:srgbClr val="000000"/>
                </a:solidFill>
                <a:effectLst/>
                <a:latin typeface="Segoe UI"/>
                <a:ea typeface="Times New Roman" panose="02020603050405020304" pitchFamily="18" charset="0"/>
                <a:cs typeface="Segoe UI"/>
              </a:rPr>
              <a:t> </a:t>
            </a:r>
            <a:r>
              <a:rPr lang="en-SG" sz="2400" kern="0" dirty="0" err="1">
                <a:solidFill>
                  <a:srgbClr val="000000"/>
                </a:solidFill>
                <a:effectLst/>
                <a:latin typeface="Segoe UI"/>
                <a:ea typeface="Times New Roman" panose="02020603050405020304" pitchFamily="18" charset="0"/>
                <a:cs typeface="Segoe UI"/>
              </a:rPr>
              <a:t>gamippaan</a:t>
            </a:r>
            <a:r>
              <a:rPr lang="en-SG" sz="2400" kern="0" dirty="0">
                <a:solidFill>
                  <a:srgbClr val="000000"/>
                </a:solidFill>
                <a:effectLst/>
                <a:latin typeface="Segoe UI"/>
                <a:ea typeface="Times New Roman" panose="02020603050405020304" pitchFamily="18" charset="0"/>
                <a:cs typeface="Segoe UI"/>
              </a:rPr>
              <a:t> </a:t>
            </a:r>
            <a:br>
              <a:rPr lang="en-SG" sz="2400" kern="0" dirty="0">
                <a:effectLst/>
                <a:latin typeface="Segoe UI" panose="020B0502040204020203" pitchFamily="34" charset="0"/>
                <a:ea typeface="Times New Roman" panose="02020603050405020304" pitchFamily="18" charset="0"/>
                <a:cs typeface="Segoe UI" panose="020B0502040204020203" pitchFamily="34" charset="0"/>
              </a:rPr>
            </a:br>
            <a:r>
              <a:rPr lang="en-SG" sz="2400" kern="0" dirty="0" err="1">
                <a:solidFill>
                  <a:srgbClr val="000000"/>
                </a:solidFill>
                <a:latin typeface="Segoe UI"/>
                <a:ea typeface="Times New Roman" panose="02020603050405020304" pitchFamily="18" charset="0"/>
                <a:cs typeface="Segoe UI"/>
              </a:rPr>
              <a:t>maaraath</a:t>
            </a:r>
            <a:r>
              <a:rPr lang="en-SG" sz="2400" kern="0" dirty="0">
                <a:solidFill>
                  <a:srgbClr val="000000"/>
                </a:solidFill>
                <a:effectLst/>
                <a:latin typeface="Segoe UI"/>
                <a:ea typeface="Times New Roman" panose="02020603050405020304" pitchFamily="18" charset="0"/>
                <a:cs typeface="Segoe UI"/>
              </a:rPr>
              <a:t> than </a:t>
            </a:r>
            <a:r>
              <a:rPr lang="en-SG" sz="2400" kern="0" dirty="0" err="1">
                <a:solidFill>
                  <a:srgbClr val="000000"/>
                </a:solidFill>
                <a:effectLst/>
                <a:latin typeface="Segoe UI"/>
                <a:ea typeface="Times New Roman" panose="02020603050405020304" pitchFamily="18" charset="0"/>
                <a:cs typeface="Segoe UI"/>
              </a:rPr>
              <a:t>saannidhyathaal</a:t>
            </a:r>
            <a:br>
              <a:rPr lang="en-SG" sz="2400" kern="0" dirty="0">
                <a:effectLst/>
                <a:latin typeface="Segoe UI" panose="020B0502040204020203" pitchFamily="34" charset="0"/>
                <a:ea typeface="Times New Roman" panose="02020603050405020304" pitchFamily="18" charset="0"/>
                <a:cs typeface="Segoe UI" panose="020B0502040204020203" pitchFamily="34" charset="0"/>
              </a:rPr>
            </a:br>
            <a:r>
              <a:rPr lang="en-SG" sz="2400" kern="0" dirty="0" err="1">
                <a:solidFill>
                  <a:srgbClr val="000000"/>
                </a:solidFill>
                <a:effectLst/>
                <a:latin typeface="Segoe UI"/>
                <a:ea typeface="Times New Roman" panose="02020603050405020304" pitchFamily="18" charset="0"/>
                <a:cs typeface="Segoe UI"/>
              </a:rPr>
              <a:t>enne</a:t>
            </a:r>
            <a:r>
              <a:rPr lang="en-SG" sz="2400" kern="0" dirty="0">
                <a:solidFill>
                  <a:srgbClr val="000000"/>
                </a:solidFill>
                <a:effectLst/>
                <a:latin typeface="Segoe UI"/>
                <a:ea typeface="Times New Roman" panose="02020603050405020304" pitchFamily="18" charset="0"/>
                <a:cs typeface="Segoe UI"/>
              </a:rPr>
              <a:t> </a:t>
            </a:r>
            <a:r>
              <a:rPr lang="en-SG" sz="2400" kern="0" dirty="0" err="1">
                <a:solidFill>
                  <a:srgbClr val="000000"/>
                </a:solidFill>
                <a:effectLst/>
                <a:latin typeface="Segoe UI"/>
                <a:ea typeface="Times New Roman" panose="02020603050405020304" pitchFamily="18" charset="0"/>
                <a:cs typeface="Segoe UI"/>
              </a:rPr>
              <a:t>karutheedunnu</a:t>
            </a:r>
            <a:r>
              <a:rPr lang="en-SG" sz="2400" kern="0" dirty="0">
                <a:solidFill>
                  <a:srgbClr val="000000"/>
                </a:solidFill>
                <a:effectLst/>
                <a:latin typeface="Segoe UI"/>
                <a:ea typeface="Times New Roman" panose="02020603050405020304" pitchFamily="18" charset="0"/>
                <a:cs typeface="Segoe UI"/>
              </a:rPr>
              <a:t> </a:t>
            </a:r>
          </a:p>
          <a:p>
            <a:pPr algn="ctr"/>
            <a:r>
              <a:rPr lang="en-SG" sz="2400" i="1" kern="0" dirty="0" err="1">
                <a:solidFill>
                  <a:srgbClr val="000000"/>
                </a:solidFill>
                <a:latin typeface="Segoe UI"/>
                <a:ea typeface="Times New Roman" panose="02020603050405020304" pitchFamily="18" charset="0"/>
                <a:cs typeface="Segoe UI"/>
              </a:rPr>
              <a:t>n</a:t>
            </a:r>
            <a:r>
              <a:rPr lang="en-SG" sz="2400" i="1" kern="0" dirty="0" err="1">
                <a:solidFill>
                  <a:srgbClr val="000000"/>
                </a:solidFill>
                <a:effectLst/>
                <a:latin typeface="Segoe UI"/>
                <a:ea typeface="Times New Roman" panose="02020603050405020304" pitchFamily="18" charset="0"/>
                <a:cs typeface="Segoe UI"/>
              </a:rPr>
              <a:t>jaan</a:t>
            </a:r>
            <a:r>
              <a:rPr lang="en-SG" sz="2400" i="1" kern="0" dirty="0">
                <a:solidFill>
                  <a:srgbClr val="000000"/>
                </a:solidFill>
                <a:effectLst/>
                <a:latin typeface="Segoe UI"/>
                <a:ea typeface="Times New Roman" panose="02020603050405020304" pitchFamily="18" charset="0"/>
                <a:cs typeface="Segoe UI"/>
              </a:rPr>
              <a:t> </a:t>
            </a:r>
            <a:r>
              <a:rPr lang="en-SG" sz="2400" i="1" kern="0" dirty="0" err="1">
                <a:solidFill>
                  <a:srgbClr val="000000"/>
                </a:solidFill>
                <a:effectLst/>
                <a:latin typeface="Segoe UI"/>
                <a:ea typeface="Times New Roman" panose="02020603050405020304" pitchFamily="18" charset="0"/>
                <a:cs typeface="Segoe UI"/>
              </a:rPr>
              <a:t>paadidum</a:t>
            </a:r>
            <a:r>
              <a:rPr lang="en-SG" sz="2400" i="1" kern="0" dirty="0">
                <a:solidFill>
                  <a:srgbClr val="000000"/>
                </a:solidFill>
                <a:effectLst/>
                <a:latin typeface="Segoe UI"/>
                <a:ea typeface="Times New Roman" panose="02020603050405020304" pitchFamily="18" charset="0"/>
                <a:cs typeface="Segoe UI"/>
              </a:rPr>
              <a:t> </a:t>
            </a:r>
            <a:r>
              <a:rPr lang="en-SG" sz="2400" i="1" kern="0" dirty="0" err="1">
                <a:solidFill>
                  <a:srgbClr val="000000"/>
                </a:solidFill>
                <a:effectLst/>
                <a:latin typeface="Segoe UI"/>
                <a:ea typeface="Times New Roman" panose="02020603050405020304" pitchFamily="18" charset="0"/>
                <a:cs typeface="Segoe UI"/>
              </a:rPr>
              <a:t>en</a:t>
            </a:r>
            <a:r>
              <a:rPr lang="en-SG" sz="2400" i="1" kern="0" dirty="0">
                <a:solidFill>
                  <a:srgbClr val="000000"/>
                </a:solidFill>
                <a:effectLst/>
                <a:latin typeface="Segoe UI"/>
                <a:ea typeface="Times New Roman" panose="02020603050405020304" pitchFamily="18" charset="0"/>
                <a:cs typeface="Segoe UI"/>
              </a:rPr>
              <a:t> </a:t>
            </a:r>
            <a:r>
              <a:rPr lang="en-SG" sz="2400" i="1" kern="0" dirty="0" err="1">
                <a:solidFill>
                  <a:srgbClr val="000000"/>
                </a:solidFill>
                <a:effectLst/>
                <a:latin typeface="Segoe UI"/>
                <a:ea typeface="Times New Roman" panose="02020603050405020304" pitchFamily="18" charset="0"/>
                <a:cs typeface="Segoe UI"/>
              </a:rPr>
              <a:t>yeshuve</a:t>
            </a:r>
            <a:r>
              <a:rPr lang="en-SG" sz="2400" i="1" kern="0" dirty="0">
                <a:solidFill>
                  <a:srgbClr val="000000"/>
                </a:solidFill>
                <a:effectLst/>
                <a:latin typeface="Segoe UI"/>
                <a:ea typeface="Times New Roman" panose="02020603050405020304" pitchFamily="18" charset="0"/>
                <a:cs typeface="Segoe UI"/>
              </a:rPr>
              <a:t>; </a:t>
            </a:r>
            <a:r>
              <a:rPr lang="en-SG" sz="2400" i="1" kern="0" dirty="0" err="1">
                <a:solidFill>
                  <a:srgbClr val="000000"/>
                </a:solidFill>
                <a:effectLst/>
                <a:latin typeface="Segoe UI"/>
                <a:ea typeface="Times New Roman" panose="02020603050405020304" pitchFamily="18" charset="0"/>
                <a:cs typeface="Segoe UI"/>
              </a:rPr>
              <a:t>en</a:t>
            </a:r>
            <a:r>
              <a:rPr lang="en-SG" sz="2400" i="1" kern="0" dirty="0">
                <a:solidFill>
                  <a:srgbClr val="000000"/>
                </a:solidFill>
                <a:effectLst/>
                <a:latin typeface="Segoe UI"/>
                <a:ea typeface="Times New Roman" panose="02020603050405020304" pitchFamily="18" charset="0"/>
                <a:cs typeface="Segoe UI"/>
              </a:rPr>
              <a:t> </a:t>
            </a:r>
            <a:r>
              <a:rPr lang="en-SG" sz="2400" i="1" kern="0" dirty="0" err="1">
                <a:solidFill>
                  <a:srgbClr val="000000"/>
                </a:solidFill>
                <a:effectLst/>
                <a:latin typeface="Segoe UI"/>
                <a:ea typeface="Times New Roman" panose="02020603050405020304" pitchFamily="18" charset="0"/>
                <a:cs typeface="Segoe UI"/>
              </a:rPr>
              <a:t>jeevakaalamellaam</a:t>
            </a:r>
            <a:endParaRPr lang="en-US" sz="2400" dirty="0">
              <a:latin typeface="Segoe UI"/>
              <a:ea typeface="Calibri" panose="020F0502020204030204"/>
              <a:cs typeface="Segoe UI"/>
            </a:endParaRPr>
          </a:p>
        </p:txBody>
      </p:sp>
      <p:grpSp>
        <p:nvGrpSpPr>
          <p:cNvPr id="20" name="Group 19">
            <a:extLst>
              <a:ext uri="{FF2B5EF4-FFF2-40B4-BE49-F238E27FC236}">
                <a16:creationId xmlns:a16="http://schemas.microsoft.com/office/drawing/2014/main" id="{9E8B90AB-ECA1-FF6C-CF02-C906DB7320FA}"/>
              </a:ext>
            </a:extLst>
          </p:cNvPr>
          <p:cNvGrpSpPr/>
          <p:nvPr/>
        </p:nvGrpSpPr>
        <p:grpSpPr>
          <a:xfrm>
            <a:off x="7479660" y="3653302"/>
            <a:ext cx="398230" cy="582014"/>
            <a:chOff x="7641902" y="3762854"/>
            <a:chExt cx="444423" cy="776253"/>
          </a:xfrm>
        </p:grpSpPr>
        <p:sp>
          <p:nvSpPr>
            <p:cNvPr id="21" name="Right Brace 20">
              <a:extLst>
                <a:ext uri="{FF2B5EF4-FFF2-40B4-BE49-F238E27FC236}">
                  <a16:creationId xmlns:a16="http://schemas.microsoft.com/office/drawing/2014/main" id="{440BE45B-71E3-407E-0257-624F1997DFEA}"/>
                </a:ext>
              </a:extLst>
            </p:cNvPr>
            <p:cNvSpPr/>
            <p:nvPr/>
          </p:nvSpPr>
          <p:spPr>
            <a:xfrm>
              <a:off x="7641902" y="3762854"/>
              <a:ext cx="142737" cy="776253"/>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SG"/>
            </a:p>
          </p:txBody>
        </p:sp>
        <p:sp>
          <p:nvSpPr>
            <p:cNvPr id="22" name="TextBox 21">
              <a:extLst>
                <a:ext uri="{FF2B5EF4-FFF2-40B4-BE49-F238E27FC236}">
                  <a16:creationId xmlns:a16="http://schemas.microsoft.com/office/drawing/2014/main" id="{E49424F2-1FF1-EEBE-DB4A-54A0E20CB0F4}"/>
                </a:ext>
              </a:extLst>
            </p:cNvPr>
            <p:cNvSpPr txBox="1"/>
            <p:nvPr/>
          </p:nvSpPr>
          <p:spPr>
            <a:xfrm>
              <a:off x="7784639" y="3966315"/>
              <a:ext cx="301686" cy="369332"/>
            </a:xfrm>
            <a:prstGeom prst="rect">
              <a:avLst/>
            </a:prstGeom>
            <a:noFill/>
          </p:spPr>
          <p:txBody>
            <a:bodyPr wrap="none" rtlCol="0">
              <a:spAutoFit/>
            </a:bodyPr>
            <a:lstStyle/>
            <a:p>
              <a:r>
                <a:rPr lang="en-US"/>
                <a:t>2</a:t>
              </a:r>
              <a:endParaRPr lang="en-SG"/>
            </a:p>
          </p:txBody>
        </p:sp>
      </p:grpSp>
      <p:grpSp>
        <p:nvGrpSpPr>
          <p:cNvPr id="23" name="Group 22">
            <a:extLst>
              <a:ext uri="{FF2B5EF4-FFF2-40B4-BE49-F238E27FC236}">
                <a16:creationId xmlns:a16="http://schemas.microsoft.com/office/drawing/2014/main" id="{E5172E1E-9F54-F0EB-4C05-D1F4732A066F}"/>
              </a:ext>
            </a:extLst>
          </p:cNvPr>
          <p:cNvGrpSpPr/>
          <p:nvPr/>
        </p:nvGrpSpPr>
        <p:grpSpPr>
          <a:xfrm>
            <a:off x="7479660" y="2903116"/>
            <a:ext cx="461361" cy="582013"/>
            <a:chOff x="7641902" y="3762854"/>
            <a:chExt cx="444423" cy="776253"/>
          </a:xfrm>
        </p:grpSpPr>
        <p:sp>
          <p:nvSpPr>
            <p:cNvPr id="24" name="Right Brace 23">
              <a:extLst>
                <a:ext uri="{FF2B5EF4-FFF2-40B4-BE49-F238E27FC236}">
                  <a16:creationId xmlns:a16="http://schemas.microsoft.com/office/drawing/2014/main" id="{20CED3CC-544A-E521-08D8-F4D95A2CD95C}"/>
                </a:ext>
              </a:extLst>
            </p:cNvPr>
            <p:cNvSpPr/>
            <p:nvPr/>
          </p:nvSpPr>
          <p:spPr>
            <a:xfrm>
              <a:off x="7641902" y="3762854"/>
              <a:ext cx="142737" cy="776253"/>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SG"/>
            </a:p>
          </p:txBody>
        </p:sp>
        <p:sp>
          <p:nvSpPr>
            <p:cNvPr id="25" name="TextBox 24">
              <a:extLst>
                <a:ext uri="{FF2B5EF4-FFF2-40B4-BE49-F238E27FC236}">
                  <a16:creationId xmlns:a16="http://schemas.microsoft.com/office/drawing/2014/main" id="{F667469C-5934-F335-0550-5C29FC912D97}"/>
                </a:ext>
              </a:extLst>
            </p:cNvPr>
            <p:cNvSpPr txBox="1"/>
            <p:nvPr/>
          </p:nvSpPr>
          <p:spPr>
            <a:xfrm>
              <a:off x="7784639" y="3966315"/>
              <a:ext cx="301686" cy="369332"/>
            </a:xfrm>
            <a:prstGeom prst="rect">
              <a:avLst/>
            </a:prstGeom>
            <a:noFill/>
          </p:spPr>
          <p:txBody>
            <a:bodyPr wrap="none" rtlCol="0">
              <a:spAutoFit/>
            </a:bodyPr>
            <a:lstStyle/>
            <a:p>
              <a:r>
                <a:rPr lang="en-US"/>
                <a:t>2</a:t>
              </a:r>
              <a:endParaRPr lang="en-SG"/>
            </a:p>
          </p:txBody>
        </p:sp>
      </p:grpSp>
      <p:grpSp>
        <p:nvGrpSpPr>
          <p:cNvPr id="26" name="Group 25">
            <a:extLst>
              <a:ext uri="{FF2B5EF4-FFF2-40B4-BE49-F238E27FC236}">
                <a16:creationId xmlns:a16="http://schemas.microsoft.com/office/drawing/2014/main" id="{3DACB36A-A6B4-CB96-A887-7FB0CB50F3F2}"/>
              </a:ext>
            </a:extLst>
          </p:cNvPr>
          <p:cNvGrpSpPr/>
          <p:nvPr/>
        </p:nvGrpSpPr>
        <p:grpSpPr>
          <a:xfrm>
            <a:off x="7479677" y="713607"/>
            <a:ext cx="362028" cy="707166"/>
            <a:chOff x="7641902" y="3762854"/>
            <a:chExt cx="444423" cy="776253"/>
          </a:xfrm>
        </p:grpSpPr>
        <p:sp>
          <p:nvSpPr>
            <p:cNvPr id="27" name="Right Brace 26">
              <a:extLst>
                <a:ext uri="{FF2B5EF4-FFF2-40B4-BE49-F238E27FC236}">
                  <a16:creationId xmlns:a16="http://schemas.microsoft.com/office/drawing/2014/main" id="{AEF081B5-3B46-1BA8-187C-92236B03F621}"/>
                </a:ext>
              </a:extLst>
            </p:cNvPr>
            <p:cNvSpPr/>
            <p:nvPr/>
          </p:nvSpPr>
          <p:spPr>
            <a:xfrm>
              <a:off x="7641902" y="3762854"/>
              <a:ext cx="142737" cy="776253"/>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SG"/>
            </a:p>
          </p:txBody>
        </p:sp>
        <p:sp>
          <p:nvSpPr>
            <p:cNvPr id="28" name="TextBox 27">
              <a:extLst>
                <a:ext uri="{FF2B5EF4-FFF2-40B4-BE49-F238E27FC236}">
                  <a16:creationId xmlns:a16="http://schemas.microsoft.com/office/drawing/2014/main" id="{2EE6F8EA-5F06-3297-3CC7-9BE4E27D7343}"/>
                </a:ext>
              </a:extLst>
            </p:cNvPr>
            <p:cNvSpPr txBox="1"/>
            <p:nvPr/>
          </p:nvSpPr>
          <p:spPr>
            <a:xfrm>
              <a:off x="7784639" y="3966315"/>
              <a:ext cx="301686" cy="369332"/>
            </a:xfrm>
            <a:prstGeom prst="rect">
              <a:avLst/>
            </a:prstGeom>
            <a:noFill/>
          </p:spPr>
          <p:txBody>
            <a:bodyPr wrap="none" rtlCol="0">
              <a:spAutoFit/>
            </a:bodyPr>
            <a:lstStyle/>
            <a:p>
              <a:r>
                <a:rPr lang="en-US"/>
                <a:t>2</a:t>
              </a:r>
              <a:endParaRPr lang="en-SG"/>
            </a:p>
          </p:txBody>
        </p:sp>
      </p:grpSp>
      <p:grpSp>
        <p:nvGrpSpPr>
          <p:cNvPr id="29" name="Group 28">
            <a:extLst>
              <a:ext uri="{FF2B5EF4-FFF2-40B4-BE49-F238E27FC236}">
                <a16:creationId xmlns:a16="http://schemas.microsoft.com/office/drawing/2014/main" id="{5A18D165-6C6B-68BA-DAEB-3D22F35CA5BA}"/>
              </a:ext>
            </a:extLst>
          </p:cNvPr>
          <p:cNvGrpSpPr/>
          <p:nvPr/>
        </p:nvGrpSpPr>
        <p:grpSpPr>
          <a:xfrm>
            <a:off x="7479677" y="1537100"/>
            <a:ext cx="444280" cy="707167"/>
            <a:chOff x="7641902" y="3762854"/>
            <a:chExt cx="444423" cy="776253"/>
          </a:xfrm>
        </p:grpSpPr>
        <p:sp>
          <p:nvSpPr>
            <p:cNvPr id="30" name="Right Brace 29">
              <a:extLst>
                <a:ext uri="{FF2B5EF4-FFF2-40B4-BE49-F238E27FC236}">
                  <a16:creationId xmlns:a16="http://schemas.microsoft.com/office/drawing/2014/main" id="{2E1C59C9-E970-7D9E-FA42-76317A8E8821}"/>
                </a:ext>
              </a:extLst>
            </p:cNvPr>
            <p:cNvSpPr/>
            <p:nvPr/>
          </p:nvSpPr>
          <p:spPr>
            <a:xfrm>
              <a:off x="7641902" y="3762854"/>
              <a:ext cx="142737" cy="776253"/>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SG"/>
            </a:p>
          </p:txBody>
        </p:sp>
        <p:sp>
          <p:nvSpPr>
            <p:cNvPr id="31" name="TextBox 30">
              <a:extLst>
                <a:ext uri="{FF2B5EF4-FFF2-40B4-BE49-F238E27FC236}">
                  <a16:creationId xmlns:a16="http://schemas.microsoft.com/office/drawing/2014/main" id="{13E37456-F75B-CCE7-38F9-B7136C1432C3}"/>
                </a:ext>
              </a:extLst>
            </p:cNvPr>
            <p:cNvSpPr txBox="1"/>
            <p:nvPr/>
          </p:nvSpPr>
          <p:spPr>
            <a:xfrm>
              <a:off x="7784639" y="3966315"/>
              <a:ext cx="301686" cy="369332"/>
            </a:xfrm>
            <a:prstGeom prst="rect">
              <a:avLst/>
            </a:prstGeom>
            <a:noFill/>
          </p:spPr>
          <p:txBody>
            <a:bodyPr wrap="none" rtlCol="0">
              <a:spAutoFit/>
            </a:bodyPr>
            <a:lstStyle/>
            <a:p>
              <a:r>
                <a:rPr lang="en-US"/>
                <a:t>2</a:t>
              </a:r>
              <a:endParaRPr lang="en-SG"/>
            </a:p>
          </p:txBody>
        </p:sp>
      </p:grpSp>
    </p:spTree>
    <p:extLst>
      <p:ext uri="{BB962C8B-B14F-4D97-AF65-F5344CB8AC3E}">
        <p14:creationId xmlns:p14="http://schemas.microsoft.com/office/powerpoint/2010/main" val="352318978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6C72F-C000-D693-B25F-3C4A5C7E99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7EDD4D-B3F3-E15A-B6EE-64668468E942}"/>
              </a:ext>
            </a:extLst>
          </p:cNvPr>
          <p:cNvSpPr>
            <a:spLocks noGrp="1"/>
          </p:cNvSpPr>
          <p:nvPr>
            <p:ph type="title"/>
          </p:nvPr>
        </p:nvSpPr>
        <p:spPr/>
        <p:txBody>
          <a:bodyPr>
            <a:noAutofit/>
          </a:bodyPr>
          <a:lstStyle/>
          <a:p>
            <a:r>
              <a:rPr lang="en-GB">
                <a:latin typeface="Segoe UI"/>
                <a:cs typeface="Segoe UI"/>
              </a:rPr>
              <a:t>Holy Communion – </a:t>
            </a:r>
            <a:r>
              <a:rPr lang="en-SG" err="1">
                <a:latin typeface="Segoe UI"/>
                <a:cs typeface="Segoe UI"/>
              </a:rPr>
              <a:t>Njaan</a:t>
            </a:r>
            <a:r>
              <a:rPr lang="en-SG">
                <a:latin typeface="Segoe UI"/>
                <a:cs typeface="Segoe UI"/>
              </a:rPr>
              <a:t> </a:t>
            </a:r>
            <a:r>
              <a:rPr lang="en-SG" err="1">
                <a:latin typeface="Segoe UI"/>
                <a:cs typeface="Segoe UI"/>
              </a:rPr>
              <a:t>paadidum</a:t>
            </a:r>
            <a:r>
              <a:rPr lang="en-SG">
                <a:latin typeface="Segoe UI"/>
                <a:cs typeface="Segoe UI"/>
              </a:rPr>
              <a:t> </a:t>
            </a:r>
            <a:r>
              <a:rPr lang="en-SG" err="1">
                <a:latin typeface="Segoe UI"/>
                <a:cs typeface="Segoe UI"/>
              </a:rPr>
              <a:t>en</a:t>
            </a:r>
            <a:r>
              <a:rPr lang="en-SG">
                <a:latin typeface="Segoe UI"/>
                <a:cs typeface="Segoe UI"/>
              </a:rPr>
              <a:t> </a:t>
            </a:r>
            <a:r>
              <a:rPr lang="en-SG" err="1">
                <a:latin typeface="Segoe UI"/>
                <a:cs typeface="Segoe UI"/>
              </a:rPr>
              <a:t>yeshuve</a:t>
            </a:r>
            <a:endParaRPr lang="en-US">
              <a:latin typeface="Segoe UI" panose="020B0502040204020203" pitchFamily="34" charset="0"/>
            </a:endParaRPr>
          </a:p>
        </p:txBody>
      </p:sp>
      <p:sp>
        <p:nvSpPr>
          <p:cNvPr id="6" name="Slide Number Placeholder 3">
            <a:extLst>
              <a:ext uri="{FF2B5EF4-FFF2-40B4-BE49-F238E27FC236}">
                <a16:creationId xmlns:a16="http://schemas.microsoft.com/office/drawing/2014/main" id="{7743C9B4-610C-C5F9-0778-07BB0633196E}"/>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67</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425814E2-96B7-8DC4-51BB-0DD3DA02527B}"/>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Communion 3: 4 of </a:t>
            </a:r>
            <a:r>
              <a:rPr lang="en-US" sz="1400" dirty="0">
                <a:solidFill>
                  <a:prstClr val="black"/>
                </a:solidFill>
                <a:latin typeface="Segoe UI"/>
                <a:cs typeface="Segoe UI"/>
              </a:rPr>
              <a:t>5</a:t>
            </a:r>
            <a:endParaRPr lang="en-US" sz="1400">
              <a:solidFill>
                <a:prstClr val="black"/>
              </a:solidFill>
              <a:latin typeface="Segoe UI"/>
              <a:cs typeface="Segoe UI"/>
            </a:endParaRPr>
          </a:p>
        </p:txBody>
      </p:sp>
      <p:sp>
        <p:nvSpPr>
          <p:cNvPr id="7" name="Rectangle 6">
            <a:extLst>
              <a:ext uri="{FF2B5EF4-FFF2-40B4-BE49-F238E27FC236}">
                <a16:creationId xmlns:a16="http://schemas.microsoft.com/office/drawing/2014/main" id="{83FA7FBF-A0AA-9EAB-D5E1-E916CB93FF4A}"/>
              </a:ext>
            </a:extLst>
          </p:cNvPr>
          <p:cNvSpPr/>
          <p:nvPr/>
        </p:nvSpPr>
        <p:spPr>
          <a:xfrm>
            <a:off x="190500" y="509517"/>
            <a:ext cx="9062358" cy="2225426"/>
          </a:xfrm>
          <a:prstGeom prst="rect">
            <a:avLst/>
          </a:prstGeom>
          <a:noFill/>
        </p:spPr>
        <p:txBody>
          <a:bodyPr wrap="square" lIns="91440" tIns="45720" rIns="91440" bIns="45720" anchor="t"/>
          <a:lstStyle>
            <a:lvl1pPr lvl="0">
              <a:defRPr/>
            </a:lvl1pPr>
          </a:lstStyle>
          <a:p>
            <a:pPr indent="1828800"/>
            <a:endParaRPr lang="en-US" sz="2500">
              <a:ea typeface="Calibri" panose="020F0502020204030204"/>
              <a:cs typeface="Calibri" panose="020F0502020204030204"/>
            </a:endParaRPr>
          </a:p>
        </p:txBody>
      </p:sp>
      <p:sp>
        <p:nvSpPr>
          <p:cNvPr id="3" name="TextBox 2">
            <a:extLst>
              <a:ext uri="{FF2B5EF4-FFF2-40B4-BE49-F238E27FC236}">
                <a16:creationId xmlns:a16="http://schemas.microsoft.com/office/drawing/2014/main" id="{9F3C7716-9256-3B7E-3264-1CFB64E2B6DB}"/>
              </a:ext>
            </a:extLst>
          </p:cNvPr>
          <p:cNvSpPr txBox="1"/>
          <p:nvPr/>
        </p:nvSpPr>
        <p:spPr>
          <a:xfrm>
            <a:off x="-54864" y="3123614"/>
            <a:ext cx="9253728"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SG" sz="2000" kern="0" err="1">
                <a:solidFill>
                  <a:srgbClr val="000000"/>
                </a:solidFill>
                <a:effectLst/>
                <a:latin typeface="Kartika" panose="02020503030404060203" pitchFamily="18" charset="0"/>
                <a:ea typeface="Times New Roman" panose="02020603050405020304" pitchFamily="18" charset="0"/>
                <a:cs typeface="Times New Roman" panose="02020603050405020304" pitchFamily="18" charset="0"/>
              </a:rPr>
              <a:t>കലുഷിതമായൊരീ</a:t>
            </a:r>
            <a:r>
              <a:rPr lang="en-SG" sz="20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r>
              <a:rPr lang="en-SG" sz="2000" kern="0" err="1">
                <a:solidFill>
                  <a:srgbClr val="000000"/>
                </a:solidFill>
                <a:effectLst/>
                <a:latin typeface="Kartika" panose="02020503030404060203" pitchFamily="18" charset="0"/>
                <a:ea typeface="Times New Roman" panose="02020603050405020304" pitchFamily="18" charset="0"/>
                <a:cs typeface="Times New Roman" panose="02020603050405020304" pitchFamily="18" charset="0"/>
              </a:rPr>
              <a:t>ഭൂവി</a:t>
            </a:r>
            <a:r>
              <a:rPr lang="en-SG" sz="2000" kern="0">
                <a:solidFill>
                  <a:srgbClr val="000000"/>
                </a:solidFill>
                <a:effectLst/>
                <a:latin typeface="Kartika" panose="02020503030404060203" pitchFamily="18" charset="0"/>
                <a:ea typeface="Times New Roman" panose="02020603050405020304" pitchFamily="18" charset="0"/>
                <a:cs typeface="Times New Roman" panose="02020603050405020304" pitchFamily="18" charset="0"/>
              </a:rPr>
              <a:t>ൽ</a:t>
            </a:r>
            <a:r>
              <a:rPr lang="en-SG" sz="20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br>
              <a:rPr lang="en-SG" sz="20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br>
            <a:r>
              <a:rPr lang="en-SG" sz="2000" kern="0" err="1">
                <a:solidFill>
                  <a:srgbClr val="000000"/>
                </a:solidFill>
                <a:effectLst/>
                <a:latin typeface="Kartika" panose="02020503030404060203" pitchFamily="18" charset="0"/>
                <a:ea typeface="Times New Roman" panose="02020603050405020304" pitchFamily="18" charset="0"/>
                <a:cs typeface="Times New Roman" panose="02020603050405020304" pitchFamily="18" charset="0"/>
              </a:rPr>
              <a:t>തെല്ലും</a:t>
            </a:r>
            <a:r>
              <a:rPr lang="en-SG" sz="20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r>
              <a:rPr lang="en-SG" sz="2000" kern="0" err="1">
                <a:solidFill>
                  <a:srgbClr val="000000"/>
                </a:solidFill>
                <a:effectLst/>
                <a:latin typeface="Kartika" panose="02020503030404060203" pitchFamily="18" charset="0"/>
                <a:ea typeface="Times New Roman" panose="02020603050405020304" pitchFamily="18" charset="0"/>
                <a:cs typeface="Times New Roman" panose="02020603050405020304" pitchFamily="18" charset="0"/>
              </a:rPr>
              <a:t>കലങ്ങിടാതെന്നും</a:t>
            </a:r>
            <a:r>
              <a:rPr lang="en-SG" sz="20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r>
              <a:rPr lang="en-SG" sz="2000" kern="0" err="1">
                <a:solidFill>
                  <a:srgbClr val="000000"/>
                </a:solidFill>
                <a:effectLst/>
                <a:latin typeface="Kartika" panose="02020503030404060203" pitchFamily="18" charset="0"/>
                <a:ea typeface="Times New Roman" panose="02020603050405020304" pitchFamily="18" charset="0"/>
                <a:cs typeface="Times New Roman" panose="02020603050405020304" pitchFamily="18" charset="0"/>
              </a:rPr>
              <a:t>വസിപ്പാ</a:t>
            </a:r>
            <a:r>
              <a:rPr lang="en-SG" sz="2000" kern="0">
                <a:solidFill>
                  <a:srgbClr val="000000"/>
                </a:solidFill>
                <a:effectLst/>
                <a:latin typeface="Kartika" panose="02020503030404060203" pitchFamily="18" charset="0"/>
                <a:ea typeface="Times New Roman" panose="02020603050405020304" pitchFamily="18" charset="0"/>
                <a:cs typeface="Times New Roman" panose="02020603050405020304" pitchFamily="18" charset="0"/>
              </a:rPr>
              <a:t>ൻ</a:t>
            </a:r>
            <a:r>
              <a:rPr lang="en-SG" sz="20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br>
              <a:rPr lang="en-SG" sz="20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br>
            <a:r>
              <a:rPr lang="en-SG" sz="2000" kern="0" err="1">
                <a:solidFill>
                  <a:srgbClr val="000000"/>
                </a:solidFill>
                <a:effectLst/>
                <a:latin typeface="Kartika" panose="02020503030404060203" pitchFamily="18" charset="0"/>
                <a:ea typeface="Times New Roman" panose="02020603050405020304" pitchFamily="18" charset="0"/>
                <a:cs typeface="Times New Roman" panose="02020603050405020304" pitchFamily="18" charset="0"/>
              </a:rPr>
              <a:t>പ്രാണപ്രിയ</a:t>
            </a:r>
            <a:r>
              <a:rPr lang="en-SG" sz="2000" kern="0">
                <a:solidFill>
                  <a:srgbClr val="000000"/>
                </a:solidFill>
                <a:effectLst/>
                <a:latin typeface="Kartika" panose="02020503030404060203" pitchFamily="18" charset="0"/>
                <a:ea typeface="Times New Roman" panose="02020603050405020304" pitchFamily="18" charset="0"/>
                <a:cs typeface="Times New Roman" panose="02020603050405020304" pitchFamily="18" charset="0"/>
              </a:rPr>
              <a:t>ൻ</a:t>
            </a:r>
            <a:r>
              <a:rPr lang="en-SG" sz="20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r>
              <a:rPr lang="en-SG" sz="2000" kern="0" err="1">
                <a:solidFill>
                  <a:srgbClr val="000000"/>
                </a:solidFill>
                <a:effectLst/>
                <a:latin typeface="Kartika" panose="02020503030404060203" pitchFamily="18" charset="0"/>
                <a:ea typeface="Times New Roman" panose="02020603050405020304" pitchFamily="18" charset="0"/>
                <a:cs typeface="Times New Roman" panose="02020603050405020304" pitchFamily="18" charset="0"/>
              </a:rPr>
              <a:t>എന്നുമെന്നും</a:t>
            </a:r>
            <a:r>
              <a:rPr lang="en-SG" sz="20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br>
              <a:rPr lang="en-SG" sz="20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br>
            <a:r>
              <a:rPr lang="en-SG" sz="2000" kern="0" err="1">
                <a:solidFill>
                  <a:srgbClr val="000000"/>
                </a:solidFill>
                <a:effectLst/>
                <a:latin typeface="Kartika" panose="02020503030404060203" pitchFamily="18" charset="0"/>
                <a:ea typeface="Times New Roman" panose="02020603050405020304" pitchFamily="18" charset="0"/>
                <a:cs typeface="Times New Roman" panose="02020603050405020304" pitchFamily="18" charset="0"/>
              </a:rPr>
              <a:t>എന്നെ</a:t>
            </a:r>
            <a:r>
              <a:rPr lang="en-SG" sz="20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r>
              <a:rPr lang="en-SG" sz="2000" kern="0" err="1">
                <a:solidFill>
                  <a:srgbClr val="000000"/>
                </a:solidFill>
                <a:effectLst/>
                <a:latin typeface="Kartika" panose="02020503030404060203" pitchFamily="18" charset="0"/>
                <a:ea typeface="Times New Roman" panose="02020603050405020304" pitchFamily="18" charset="0"/>
                <a:cs typeface="Times New Roman" panose="02020603050405020304" pitchFamily="18" charset="0"/>
              </a:rPr>
              <a:t>കരുതീടുമേ</a:t>
            </a:r>
            <a:r>
              <a:rPr lang="en-SG" sz="20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SG" sz="2000" kern="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AE8CC777-BD10-A65F-7C61-A41C7FB12754}"/>
              </a:ext>
            </a:extLst>
          </p:cNvPr>
          <p:cNvSpPr txBox="1"/>
          <p:nvPr/>
        </p:nvSpPr>
        <p:spPr>
          <a:xfrm>
            <a:off x="440267" y="744123"/>
            <a:ext cx="7871727"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SG" sz="2800"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kalushithamayori</a:t>
            </a:r>
            <a:r>
              <a:rPr lang="en-SG" sz="2800"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a:t>
            </a:r>
            <a:r>
              <a:rPr lang="en-SG" sz="2800"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bhoovil</a:t>
            </a:r>
            <a:br>
              <a:rPr lang="en-SG" sz="2800"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br>
            <a:r>
              <a:rPr lang="en-SG" sz="2800"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thellum</a:t>
            </a:r>
            <a:r>
              <a:rPr lang="en-SG" sz="2800"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a:t>
            </a:r>
            <a:r>
              <a:rPr lang="en-SG" sz="2800"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kalangidathennum</a:t>
            </a:r>
            <a:r>
              <a:rPr lang="en-SG" sz="2800"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a:t>
            </a:r>
            <a:r>
              <a:rPr lang="en-SG" sz="2800"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vasippan</a:t>
            </a:r>
            <a:r>
              <a:rPr lang="en-SG" sz="2800"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a:t>
            </a:r>
            <a:br>
              <a:rPr lang="en-SG" sz="2800"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br>
            <a:r>
              <a:rPr lang="en-SG" sz="2800"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pranapriyan</a:t>
            </a:r>
            <a:r>
              <a:rPr lang="en-SG" sz="2800"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a:t>
            </a:r>
            <a:r>
              <a:rPr lang="en-SG" sz="2800"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ennumennum</a:t>
            </a:r>
            <a:br>
              <a:rPr lang="en-SG" sz="2800"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br>
            <a:r>
              <a:rPr lang="en-SG" sz="2800"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enne </a:t>
            </a:r>
            <a:r>
              <a:rPr lang="en-SG" sz="2800"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karutheedume</a:t>
            </a:r>
            <a:r>
              <a:rPr lang="en-SG" sz="2800"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a:t>
            </a:r>
            <a:endParaRPr lang="en-US" sz="2800">
              <a:latin typeface="Segoe UI" panose="020B0502040204020203" pitchFamily="34" charset="0"/>
              <a:ea typeface="Calibri" panose="020F0502020204030204"/>
              <a:cs typeface="Segoe UI" panose="020B0502040204020203" pitchFamily="34" charset="0"/>
            </a:endParaRPr>
          </a:p>
        </p:txBody>
      </p:sp>
      <p:grpSp>
        <p:nvGrpSpPr>
          <p:cNvPr id="8" name="Group 7">
            <a:extLst>
              <a:ext uri="{FF2B5EF4-FFF2-40B4-BE49-F238E27FC236}">
                <a16:creationId xmlns:a16="http://schemas.microsoft.com/office/drawing/2014/main" id="{8B8EAAF1-E732-E59D-D97B-BFD516A5F50E}"/>
              </a:ext>
            </a:extLst>
          </p:cNvPr>
          <p:cNvGrpSpPr/>
          <p:nvPr/>
        </p:nvGrpSpPr>
        <p:grpSpPr>
          <a:xfrm>
            <a:off x="7204891" y="3874814"/>
            <a:ext cx="444423" cy="702581"/>
            <a:chOff x="7641902" y="3762854"/>
            <a:chExt cx="444423" cy="776253"/>
          </a:xfrm>
        </p:grpSpPr>
        <p:sp>
          <p:nvSpPr>
            <p:cNvPr id="9" name="Right Brace 8">
              <a:extLst>
                <a:ext uri="{FF2B5EF4-FFF2-40B4-BE49-F238E27FC236}">
                  <a16:creationId xmlns:a16="http://schemas.microsoft.com/office/drawing/2014/main" id="{98961AB6-B4A8-56ED-83BF-768E71533A99}"/>
                </a:ext>
              </a:extLst>
            </p:cNvPr>
            <p:cNvSpPr/>
            <p:nvPr/>
          </p:nvSpPr>
          <p:spPr>
            <a:xfrm>
              <a:off x="7641902" y="3762854"/>
              <a:ext cx="142737" cy="776253"/>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SG"/>
            </a:p>
          </p:txBody>
        </p:sp>
        <p:sp>
          <p:nvSpPr>
            <p:cNvPr id="10" name="TextBox 9">
              <a:extLst>
                <a:ext uri="{FF2B5EF4-FFF2-40B4-BE49-F238E27FC236}">
                  <a16:creationId xmlns:a16="http://schemas.microsoft.com/office/drawing/2014/main" id="{34902771-0D3B-C758-F05F-C3565612C816}"/>
                </a:ext>
              </a:extLst>
            </p:cNvPr>
            <p:cNvSpPr txBox="1"/>
            <p:nvPr/>
          </p:nvSpPr>
          <p:spPr>
            <a:xfrm>
              <a:off x="7784639" y="3966315"/>
              <a:ext cx="301686" cy="369332"/>
            </a:xfrm>
            <a:prstGeom prst="rect">
              <a:avLst/>
            </a:prstGeom>
            <a:noFill/>
          </p:spPr>
          <p:txBody>
            <a:bodyPr wrap="none" rtlCol="0">
              <a:spAutoFit/>
            </a:bodyPr>
            <a:lstStyle/>
            <a:p>
              <a:r>
                <a:rPr lang="en-US"/>
                <a:t>2</a:t>
              </a:r>
              <a:endParaRPr lang="en-SG"/>
            </a:p>
          </p:txBody>
        </p:sp>
      </p:grpSp>
      <p:grpSp>
        <p:nvGrpSpPr>
          <p:cNvPr id="11" name="Group 10">
            <a:extLst>
              <a:ext uri="{FF2B5EF4-FFF2-40B4-BE49-F238E27FC236}">
                <a16:creationId xmlns:a16="http://schemas.microsoft.com/office/drawing/2014/main" id="{A288092E-3FD7-BE1E-0D9F-2BF74B8494E2}"/>
              </a:ext>
            </a:extLst>
          </p:cNvPr>
          <p:cNvGrpSpPr/>
          <p:nvPr/>
        </p:nvGrpSpPr>
        <p:grpSpPr>
          <a:xfrm>
            <a:off x="7178258" y="3107871"/>
            <a:ext cx="444423" cy="702581"/>
            <a:chOff x="7641902" y="3762854"/>
            <a:chExt cx="444423" cy="776253"/>
          </a:xfrm>
        </p:grpSpPr>
        <p:sp>
          <p:nvSpPr>
            <p:cNvPr id="12" name="Right Brace 11">
              <a:extLst>
                <a:ext uri="{FF2B5EF4-FFF2-40B4-BE49-F238E27FC236}">
                  <a16:creationId xmlns:a16="http://schemas.microsoft.com/office/drawing/2014/main" id="{991A6727-CBA1-F2A4-A665-FBB39684874B}"/>
                </a:ext>
              </a:extLst>
            </p:cNvPr>
            <p:cNvSpPr/>
            <p:nvPr/>
          </p:nvSpPr>
          <p:spPr>
            <a:xfrm>
              <a:off x="7641902" y="3762854"/>
              <a:ext cx="142737" cy="776253"/>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SG"/>
            </a:p>
          </p:txBody>
        </p:sp>
        <p:sp>
          <p:nvSpPr>
            <p:cNvPr id="13" name="TextBox 12">
              <a:extLst>
                <a:ext uri="{FF2B5EF4-FFF2-40B4-BE49-F238E27FC236}">
                  <a16:creationId xmlns:a16="http://schemas.microsoft.com/office/drawing/2014/main" id="{890B0393-BC3D-685E-BBFA-354E630CD57B}"/>
                </a:ext>
              </a:extLst>
            </p:cNvPr>
            <p:cNvSpPr txBox="1"/>
            <p:nvPr/>
          </p:nvSpPr>
          <p:spPr>
            <a:xfrm>
              <a:off x="7784639" y="3966315"/>
              <a:ext cx="301686" cy="369332"/>
            </a:xfrm>
            <a:prstGeom prst="rect">
              <a:avLst/>
            </a:prstGeom>
            <a:noFill/>
          </p:spPr>
          <p:txBody>
            <a:bodyPr wrap="none" rtlCol="0">
              <a:spAutoFit/>
            </a:bodyPr>
            <a:lstStyle/>
            <a:p>
              <a:r>
                <a:rPr lang="en-US"/>
                <a:t>2</a:t>
              </a:r>
              <a:endParaRPr lang="en-SG"/>
            </a:p>
          </p:txBody>
        </p:sp>
      </p:grpSp>
      <p:grpSp>
        <p:nvGrpSpPr>
          <p:cNvPr id="14" name="Group 13">
            <a:extLst>
              <a:ext uri="{FF2B5EF4-FFF2-40B4-BE49-F238E27FC236}">
                <a16:creationId xmlns:a16="http://schemas.microsoft.com/office/drawing/2014/main" id="{A9668D4E-34CD-0C64-FF8E-366D16EF950A}"/>
              </a:ext>
            </a:extLst>
          </p:cNvPr>
          <p:cNvGrpSpPr/>
          <p:nvPr/>
        </p:nvGrpSpPr>
        <p:grpSpPr>
          <a:xfrm>
            <a:off x="7231349" y="882445"/>
            <a:ext cx="444423" cy="744506"/>
            <a:chOff x="7641902" y="3762854"/>
            <a:chExt cx="444423" cy="776253"/>
          </a:xfrm>
        </p:grpSpPr>
        <p:sp>
          <p:nvSpPr>
            <p:cNvPr id="15" name="Right Brace 14">
              <a:extLst>
                <a:ext uri="{FF2B5EF4-FFF2-40B4-BE49-F238E27FC236}">
                  <a16:creationId xmlns:a16="http://schemas.microsoft.com/office/drawing/2014/main" id="{165DBC1A-A85F-A2A3-DE1D-BCE390F8BDB5}"/>
                </a:ext>
              </a:extLst>
            </p:cNvPr>
            <p:cNvSpPr/>
            <p:nvPr/>
          </p:nvSpPr>
          <p:spPr>
            <a:xfrm>
              <a:off x="7641902" y="3762854"/>
              <a:ext cx="142737" cy="776253"/>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SG"/>
            </a:p>
          </p:txBody>
        </p:sp>
        <p:sp>
          <p:nvSpPr>
            <p:cNvPr id="16" name="TextBox 15">
              <a:extLst>
                <a:ext uri="{FF2B5EF4-FFF2-40B4-BE49-F238E27FC236}">
                  <a16:creationId xmlns:a16="http://schemas.microsoft.com/office/drawing/2014/main" id="{8FB584B3-BD0E-0E1A-E8F1-0215916CF9E9}"/>
                </a:ext>
              </a:extLst>
            </p:cNvPr>
            <p:cNvSpPr txBox="1"/>
            <p:nvPr/>
          </p:nvSpPr>
          <p:spPr>
            <a:xfrm>
              <a:off x="7784639" y="3966315"/>
              <a:ext cx="301686" cy="369332"/>
            </a:xfrm>
            <a:prstGeom prst="rect">
              <a:avLst/>
            </a:prstGeom>
            <a:noFill/>
          </p:spPr>
          <p:txBody>
            <a:bodyPr wrap="none" rtlCol="0">
              <a:spAutoFit/>
            </a:bodyPr>
            <a:lstStyle/>
            <a:p>
              <a:r>
                <a:rPr lang="en-US"/>
                <a:t>2</a:t>
              </a:r>
              <a:endParaRPr lang="en-SG"/>
            </a:p>
          </p:txBody>
        </p:sp>
      </p:grpSp>
      <p:grpSp>
        <p:nvGrpSpPr>
          <p:cNvPr id="17" name="Group 16">
            <a:extLst>
              <a:ext uri="{FF2B5EF4-FFF2-40B4-BE49-F238E27FC236}">
                <a16:creationId xmlns:a16="http://schemas.microsoft.com/office/drawing/2014/main" id="{F0F295EE-21D7-C3D0-9C99-962A192504B3}"/>
              </a:ext>
            </a:extLst>
          </p:cNvPr>
          <p:cNvGrpSpPr/>
          <p:nvPr/>
        </p:nvGrpSpPr>
        <p:grpSpPr>
          <a:xfrm>
            <a:off x="7204891" y="1858578"/>
            <a:ext cx="444423" cy="654418"/>
            <a:chOff x="7641902" y="3762854"/>
            <a:chExt cx="444423" cy="776253"/>
          </a:xfrm>
        </p:grpSpPr>
        <p:sp>
          <p:nvSpPr>
            <p:cNvPr id="18" name="Right Brace 17">
              <a:extLst>
                <a:ext uri="{FF2B5EF4-FFF2-40B4-BE49-F238E27FC236}">
                  <a16:creationId xmlns:a16="http://schemas.microsoft.com/office/drawing/2014/main" id="{04D99F11-6A65-276E-D6E5-E8D998B8B872}"/>
                </a:ext>
              </a:extLst>
            </p:cNvPr>
            <p:cNvSpPr/>
            <p:nvPr/>
          </p:nvSpPr>
          <p:spPr>
            <a:xfrm>
              <a:off x="7641902" y="3762854"/>
              <a:ext cx="142737" cy="776253"/>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SG"/>
            </a:p>
          </p:txBody>
        </p:sp>
        <p:sp>
          <p:nvSpPr>
            <p:cNvPr id="19" name="TextBox 18">
              <a:extLst>
                <a:ext uri="{FF2B5EF4-FFF2-40B4-BE49-F238E27FC236}">
                  <a16:creationId xmlns:a16="http://schemas.microsoft.com/office/drawing/2014/main" id="{DA8F52FF-3724-0B50-D68E-B0A647FFF500}"/>
                </a:ext>
              </a:extLst>
            </p:cNvPr>
            <p:cNvSpPr txBox="1"/>
            <p:nvPr/>
          </p:nvSpPr>
          <p:spPr>
            <a:xfrm>
              <a:off x="7784639" y="3966315"/>
              <a:ext cx="301686" cy="369332"/>
            </a:xfrm>
            <a:prstGeom prst="rect">
              <a:avLst/>
            </a:prstGeom>
            <a:noFill/>
          </p:spPr>
          <p:txBody>
            <a:bodyPr wrap="none" rtlCol="0">
              <a:spAutoFit/>
            </a:bodyPr>
            <a:lstStyle/>
            <a:p>
              <a:r>
                <a:rPr lang="en-US"/>
                <a:t>2</a:t>
              </a:r>
              <a:endParaRPr lang="en-SG"/>
            </a:p>
          </p:txBody>
        </p:sp>
      </p:grpSp>
    </p:spTree>
    <p:extLst>
      <p:ext uri="{BB962C8B-B14F-4D97-AF65-F5344CB8AC3E}">
        <p14:creationId xmlns:p14="http://schemas.microsoft.com/office/powerpoint/2010/main" val="39210903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BB1FC-A21E-6F8F-9A2D-D814E5D77A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2E1A4E-9182-898F-38BE-148017F394D0}"/>
              </a:ext>
            </a:extLst>
          </p:cNvPr>
          <p:cNvSpPr>
            <a:spLocks noGrp="1"/>
          </p:cNvSpPr>
          <p:nvPr>
            <p:ph type="title"/>
          </p:nvPr>
        </p:nvSpPr>
        <p:spPr/>
        <p:txBody>
          <a:bodyPr>
            <a:noAutofit/>
          </a:bodyPr>
          <a:lstStyle/>
          <a:p>
            <a:r>
              <a:rPr lang="en-GB">
                <a:latin typeface="Segoe UI"/>
                <a:cs typeface="Segoe UI"/>
              </a:rPr>
              <a:t>Holy Communion – </a:t>
            </a:r>
            <a:r>
              <a:rPr lang="en-SG" err="1">
                <a:latin typeface="Segoe UI"/>
                <a:cs typeface="Segoe UI"/>
              </a:rPr>
              <a:t>Njaan</a:t>
            </a:r>
            <a:r>
              <a:rPr lang="en-SG">
                <a:latin typeface="Segoe UI"/>
                <a:cs typeface="Segoe UI"/>
              </a:rPr>
              <a:t> </a:t>
            </a:r>
            <a:r>
              <a:rPr lang="en-SG" err="1">
                <a:latin typeface="Segoe UI"/>
                <a:cs typeface="Segoe UI"/>
              </a:rPr>
              <a:t>paadidum</a:t>
            </a:r>
            <a:r>
              <a:rPr lang="en-SG">
                <a:latin typeface="Segoe UI"/>
                <a:cs typeface="Segoe UI"/>
              </a:rPr>
              <a:t> </a:t>
            </a:r>
            <a:r>
              <a:rPr lang="en-SG" err="1">
                <a:latin typeface="Segoe UI"/>
                <a:cs typeface="Segoe UI"/>
              </a:rPr>
              <a:t>en</a:t>
            </a:r>
            <a:r>
              <a:rPr lang="en-SG">
                <a:latin typeface="Segoe UI"/>
                <a:cs typeface="Segoe UI"/>
              </a:rPr>
              <a:t> </a:t>
            </a:r>
            <a:r>
              <a:rPr lang="en-SG" err="1">
                <a:latin typeface="Segoe UI"/>
                <a:cs typeface="Segoe UI"/>
              </a:rPr>
              <a:t>yeshuve</a:t>
            </a:r>
            <a:endParaRPr lang="en-US">
              <a:latin typeface="Segoe UI" panose="020B0502040204020203" pitchFamily="34" charset="0"/>
            </a:endParaRPr>
          </a:p>
        </p:txBody>
      </p:sp>
      <p:sp>
        <p:nvSpPr>
          <p:cNvPr id="6" name="Slide Number Placeholder 3">
            <a:extLst>
              <a:ext uri="{FF2B5EF4-FFF2-40B4-BE49-F238E27FC236}">
                <a16:creationId xmlns:a16="http://schemas.microsoft.com/office/drawing/2014/main" id="{4DE5E59A-97BF-7BB3-B9FF-A6EC0D43BA20}"/>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68</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DE10DEEA-B89B-2659-91B4-0FC709CC4879}"/>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Communion 3: </a:t>
            </a:r>
            <a:r>
              <a:rPr lang="en-US" sz="1400" dirty="0">
                <a:solidFill>
                  <a:prstClr val="black"/>
                </a:solidFill>
                <a:latin typeface="Segoe UI"/>
                <a:cs typeface="Segoe UI"/>
              </a:rPr>
              <a:t>5 </a:t>
            </a:r>
            <a:r>
              <a:rPr lang="en-US" sz="1400">
                <a:solidFill>
                  <a:prstClr val="black"/>
                </a:solidFill>
                <a:latin typeface="Segoe UI"/>
                <a:cs typeface="Segoe UI"/>
              </a:rPr>
              <a:t>of </a:t>
            </a:r>
            <a:r>
              <a:rPr lang="en-US" sz="1400" dirty="0">
                <a:solidFill>
                  <a:prstClr val="black"/>
                </a:solidFill>
                <a:latin typeface="Segoe UI"/>
                <a:cs typeface="Segoe UI"/>
              </a:rPr>
              <a:t>5</a:t>
            </a:r>
            <a:endParaRPr lang="en-US" sz="1400">
              <a:solidFill>
                <a:prstClr val="black"/>
              </a:solidFill>
              <a:latin typeface="Segoe UI"/>
              <a:cs typeface="Segoe UI"/>
            </a:endParaRPr>
          </a:p>
        </p:txBody>
      </p:sp>
      <p:sp>
        <p:nvSpPr>
          <p:cNvPr id="7" name="Rectangle 6">
            <a:extLst>
              <a:ext uri="{FF2B5EF4-FFF2-40B4-BE49-F238E27FC236}">
                <a16:creationId xmlns:a16="http://schemas.microsoft.com/office/drawing/2014/main" id="{62A52BCB-664A-A41A-9444-099E2C6B66A6}"/>
              </a:ext>
            </a:extLst>
          </p:cNvPr>
          <p:cNvSpPr/>
          <p:nvPr/>
        </p:nvSpPr>
        <p:spPr>
          <a:xfrm>
            <a:off x="190500" y="509517"/>
            <a:ext cx="9062358" cy="2225426"/>
          </a:xfrm>
          <a:prstGeom prst="rect">
            <a:avLst/>
          </a:prstGeom>
          <a:noFill/>
        </p:spPr>
        <p:txBody>
          <a:bodyPr wrap="square" lIns="91440" tIns="45720" rIns="91440" bIns="45720" anchor="t"/>
          <a:lstStyle>
            <a:lvl1pPr lvl="0">
              <a:defRPr/>
            </a:lvl1pPr>
          </a:lstStyle>
          <a:p>
            <a:pPr indent="1828800"/>
            <a:endParaRPr lang="en-US" sz="2500">
              <a:ea typeface="Calibri" panose="020F0502020204030204"/>
              <a:cs typeface="Calibri" panose="020F0502020204030204"/>
            </a:endParaRPr>
          </a:p>
        </p:txBody>
      </p:sp>
      <p:sp>
        <p:nvSpPr>
          <p:cNvPr id="3" name="TextBox 2">
            <a:extLst>
              <a:ext uri="{FF2B5EF4-FFF2-40B4-BE49-F238E27FC236}">
                <a16:creationId xmlns:a16="http://schemas.microsoft.com/office/drawing/2014/main" id="{FCE6FD89-9FF5-65FE-4512-6DEFFB8C0331}"/>
              </a:ext>
            </a:extLst>
          </p:cNvPr>
          <p:cNvSpPr txBox="1"/>
          <p:nvPr/>
        </p:nvSpPr>
        <p:spPr>
          <a:xfrm>
            <a:off x="130536" y="3024642"/>
            <a:ext cx="9009279"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SG" sz="2000" i="1"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ഞാ</a:t>
            </a:r>
            <a:r>
              <a:rPr lang="en-SG" sz="2000" i="1"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ൻ </a:t>
            </a:r>
            <a:r>
              <a:rPr lang="en-SG" sz="2000" i="1"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പാടിടും</a:t>
            </a:r>
            <a:r>
              <a:rPr lang="en-SG" sz="2000" i="1"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 </a:t>
            </a:r>
            <a:r>
              <a:rPr lang="en-SG" sz="2000" i="1"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എന്നേശുവേ</a:t>
            </a:r>
            <a:r>
              <a:rPr lang="en-SG" sz="2000" i="1" kern="0">
                <a:solidFill>
                  <a:srgbClr val="000000"/>
                </a:solidFill>
                <a:latin typeface="Kartika" panose="02020503030404060203" pitchFamily="18" charset="0"/>
                <a:ea typeface="Times New Roman" panose="02020603050405020304" pitchFamily="18" charset="0"/>
                <a:cs typeface="Kartika" panose="02020503030404060203" pitchFamily="18" charset="0"/>
              </a:rPr>
              <a:t>; </a:t>
            </a:r>
            <a:r>
              <a:rPr lang="en-SG" sz="2000" i="1"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എൻ </a:t>
            </a:r>
            <a:r>
              <a:rPr lang="en-SG" sz="2000" i="1"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ജീവകാലമെല്ലാം</a:t>
            </a:r>
            <a:r>
              <a:rPr lang="en-SG" sz="2000" i="1"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 (2)</a:t>
            </a:r>
            <a:br>
              <a:rPr lang="en-SG" sz="2000" i="1"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br>
            <a:r>
              <a:rPr lang="en-SG" sz="2000" i="1"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എന്നാത്മാവും</a:t>
            </a:r>
            <a:r>
              <a:rPr lang="en-SG" sz="2000" i="1"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 എൻ </a:t>
            </a:r>
            <a:r>
              <a:rPr lang="en-SG" sz="2000" i="1"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ദേഹിയും</a:t>
            </a:r>
            <a:r>
              <a:rPr lang="en-SG" sz="2000" i="1" kern="0">
                <a:solidFill>
                  <a:srgbClr val="000000"/>
                </a:solidFill>
                <a:latin typeface="Kartika" panose="02020503030404060203" pitchFamily="18" charset="0"/>
                <a:ea typeface="Times New Roman" panose="02020603050405020304" pitchFamily="18" charset="0"/>
                <a:cs typeface="Kartika" panose="02020503030404060203" pitchFamily="18" charset="0"/>
              </a:rPr>
              <a:t>; </a:t>
            </a:r>
            <a:r>
              <a:rPr lang="en-SG" sz="2000" i="1"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നിത്യകാലം</a:t>
            </a:r>
            <a:r>
              <a:rPr lang="en-SG" sz="2000" i="1"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 </a:t>
            </a:r>
            <a:r>
              <a:rPr lang="en-SG" sz="2000" i="1"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വാഴ്ത്തീടുമേ</a:t>
            </a:r>
            <a:r>
              <a:rPr lang="en-SG" sz="2000" i="1"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 (2)</a:t>
            </a:r>
            <a:br>
              <a:rPr lang="en-SG" sz="2000" i="1"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br>
            <a:r>
              <a:rPr lang="en-SG" sz="2000" i="1"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ഞാ</a:t>
            </a:r>
            <a:r>
              <a:rPr lang="en-SG" sz="2000" i="1"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ൻ </a:t>
            </a:r>
            <a:r>
              <a:rPr lang="en-SG" sz="2000" i="1"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പാടിടും</a:t>
            </a:r>
            <a:r>
              <a:rPr lang="en-SG" sz="2000" i="1"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 </a:t>
            </a:r>
            <a:r>
              <a:rPr lang="en-SG" sz="2000" i="1"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എന്നേശുവേ</a:t>
            </a:r>
            <a:r>
              <a:rPr lang="en-SG" sz="2000" i="1" kern="0">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 എൻ </a:t>
            </a:r>
            <a:r>
              <a:rPr lang="en-SG" sz="2000" i="1" kern="0" err="1">
                <a:solidFill>
                  <a:srgbClr val="000000"/>
                </a:solidFill>
                <a:effectLst/>
                <a:latin typeface="Kartika" panose="02020503030404060203" pitchFamily="18" charset="0"/>
                <a:ea typeface="Times New Roman" panose="02020603050405020304" pitchFamily="18" charset="0"/>
                <a:cs typeface="Kartika" panose="02020503030404060203" pitchFamily="18" charset="0"/>
              </a:rPr>
              <a:t>ജീവകാലമെല്ലാം</a:t>
            </a:r>
            <a:endParaRPr lang="en-US" sz="2000" i="1">
              <a:latin typeface="Kartika" panose="02020503030404060203" pitchFamily="18" charset="0"/>
              <a:cs typeface="Kartika" panose="02020503030404060203" pitchFamily="18" charset="0"/>
            </a:endParaRPr>
          </a:p>
        </p:txBody>
      </p:sp>
      <p:sp>
        <p:nvSpPr>
          <p:cNvPr id="5" name="TextBox 4">
            <a:extLst>
              <a:ext uri="{FF2B5EF4-FFF2-40B4-BE49-F238E27FC236}">
                <a16:creationId xmlns:a16="http://schemas.microsoft.com/office/drawing/2014/main" id="{CB2DFE7C-B088-9719-6E22-25D4ABB6F677}"/>
              </a:ext>
            </a:extLst>
          </p:cNvPr>
          <p:cNvSpPr txBox="1"/>
          <p:nvPr/>
        </p:nvSpPr>
        <p:spPr>
          <a:xfrm>
            <a:off x="134720" y="601831"/>
            <a:ext cx="8874559"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SG" sz="2800" i="1" kern="0" err="1">
                <a:solidFill>
                  <a:srgbClr val="000000"/>
                </a:solidFill>
                <a:latin typeface="Segoe UI" panose="020B0502040204020203" pitchFamily="34" charset="0"/>
                <a:ea typeface="Times New Roman" panose="02020603050405020304" pitchFamily="18" charset="0"/>
                <a:cs typeface="Segoe UI" panose="020B0502040204020203" pitchFamily="34" charset="0"/>
              </a:rPr>
              <a:t>n</a:t>
            </a:r>
            <a:r>
              <a:rPr lang="en-SG" sz="2800" i="1"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jaan</a:t>
            </a:r>
            <a:r>
              <a:rPr lang="en-SG" sz="2800" i="1"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a:t>
            </a:r>
            <a:r>
              <a:rPr lang="en-SG" sz="2800" i="1"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paadidum</a:t>
            </a:r>
            <a:r>
              <a:rPr lang="en-SG" sz="2800" i="1"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a:t>
            </a:r>
            <a:r>
              <a:rPr lang="en-SG" sz="2800" i="1"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en</a:t>
            </a:r>
            <a:r>
              <a:rPr lang="en-SG" sz="2800" i="1"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a:t>
            </a:r>
            <a:r>
              <a:rPr lang="en-SG" sz="2800" i="1"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yeshuve</a:t>
            </a:r>
            <a:r>
              <a:rPr lang="en-SG" sz="2800" i="1"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a:t>
            </a:r>
            <a:r>
              <a:rPr lang="en-SG" sz="2800" i="1"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en</a:t>
            </a:r>
            <a:r>
              <a:rPr lang="en-SG" sz="2800" i="1"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a:t>
            </a:r>
            <a:r>
              <a:rPr lang="en-SG" sz="2800" i="1"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jeevakaalamellaam</a:t>
            </a:r>
            <a:r>
              <a:rPr lang="en-SG" sz="2800" i="1"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(2)</a:t>
            </a:r>
            <a:br>
              <a:rPr lang="en-SG" sz="2800" i="1"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br>
            <a:r>
              <a:rPr lang="en-SG" sz="2800" i="1"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en</a:t>
            </a:r>
            <a:r>
              <a:rPr lang="en-SG" sz="2800" i="1"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a:t>
            </a:r>
            <a:r>
              <a:rPr lang="en-SG" sz="2800" i="1"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aathmavum</a:t>
            </a:r>
            <a:r>
              <a:rPr lang="en-SG" sz="2800" i="1"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a:t>
            </a:r>
            <a:r>
              <a:rPr lang="en-SG" sz="2800" i="1"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en</a:t>
            </a:r>
            <a:r>
              <a:rPr lang="en-SG" sz="2800" i="1"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a:t>
            </a:r>
            <a:r>
              <a:rPr lang="en-SG" sz="2800" i="1"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dehiyum;nithyakaalam</a:t>
            </a:r>
            <a:r>
              <a:rPr lang="en-SG" sz="2800" i="1"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a:t>
            </a:r>
            <a:r>
              <a:rPr lang="en-SG" sz="2800" i="1"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vaazhtheedume</a:t>
            </a:r>
            <a:r>
              <a:rPr lang="en-SG" sz="2800" i="1"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(2)</a:t>
            </a:r>
            <a:br>
              <a:rPr lang="en-SG" sz="2800" i="1"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br>
            <a:r>
              <a:rPr lang="en-SG" sz="2800" i="1" kern="0" err="1">
                <a:solidFill>
                  <a:srgbClr val="000000"/>
                </a:solidFill>
                <a:latin typeface="Segoe UI" panose="020B0502040204020203" pitchFamily="34" charset="0"/>
                <a:ea typeface="Times New Roman" panose="02020603050405020304" pitchFamily="18" charset="0"/>
                <a:cs typeface="Segoe UI" panose="020B0502040204020203" pitchFamily="34" charset="0"/>
              </a:rPr>
              <a:t>n</a:t>
            </a:r>
            <a:r>
              <a:rPr lang="en-SG" sz="2800" i="1"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jaan</a:t>
            </a:r>
            <a:r>
              <a:rPr lang="en-SG" sz="2800" i="1"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a:t>
            </a:r>
            <a:r>
              <a:rPr lang="en-SG" sz="2800" i="1"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paadidum</a:t>
            </a:r>
            <a:r>
              <a:rPr lang="en-SG" sz="2800" i="1"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a:t>
            </a:r>
            <a:r>
              <a:rPr lang="en-SG" sz="2800" i="1"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en</a:t>
            </a:r>
            <a:r>
              <a:rPr lang="en-SG" sz="2800" i="1"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a:t>
            </a:r>
            <a:r>
              <a:rPr lang="en-SG" sz="2800" i="1"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yeshuve</a:t>
            </a:r>
            <a:r>
              <a:rPr lang="en-SG" sz="2800" i="1"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a:t>
            </a:r>
            <a:r>
              <a:rPr lang="en-SG" sz="2800" i="1"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en</a:t>
            </a:r>
            <a:r>
              <a:rPr lang="en-SG" sz="2800" i="1" kern="0">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 </a:t>
            </a:r>
            <a:r>
              <a:rPr lang="en-SG" sz="2800" i="1" kern="0" err="1">
                <a:solidFill>
                  <a:srgbClr val="000000"/>
                </a:solidFill>
                <a:effectLst/>
                <a:latin typeface="Segoe UI" panose="020B0502040204020203" pitchFamily="34" charset="0"/>
                <a:ea typeface="Times New Roman" panose="02020603050405020304" pitchFamily="18" charset="0"/>
                <a:cs typeface="Segoe UI" panose="020B0502040204020203" pitchFamily="34" charset="0"/>
              </a:rPr>
              <a:t>jeevakaalamellaam</a:t>
            </a:r>
            <a:endParaRPr lang="en-US" sz="2800" i="1">
              <a:latin typeface="Segoe UI" panose="020B0502040204020203" pitchFamily="34" charset="0"/>
              <a:ea typeface="Calibri" panose="020F0502020204030204"/>
              <a:cs typeface="Segoe UI" panose="020B0502040204020203" pitchFamily="34" charset="0"/>
            </a:endParaRPr>
          </a:p>
        </p:txBody>
      </p:sp>
    </p:spTree>
    <p:extLst>
      <p:ext uri="{BB962C8B-B14F-4D97-AF65-F5344CB8AC3E}">
        <p14:creationId xmlns:p14="http://schemas.microsoft.com/office/powerpoint/2010/main" val="168338801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F6BD6-A964-7E09-DF79-E2417E3A37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7ACE52-F541-4533-7506-0CFFAF7E77AA}"/>
              </a:ext>
            </a:extLst>
          </p:cNvPr>
          <p:cNvSpPr>
            <a:spLocks noGrp="1"/>
          </p:cNvSpPr>
          <p:nvPr>
            <p:ph type="title"/>
          </p:nvPr>
        </p:nvSpPr>
        <p:spPr/>
        <p:txBody>
          <a:bodyPr/>
          <a:lstStyle/>
          <a:p>
            <a:r>
              <a:rPr lang="en-US">
                <a:latin typeface="Segoe UI" panose="020B0502040204020203" pitchFamily="34" charset="0"/>
              </a:rPr>
              <a:t>Holy Communion – Hymn No 103</a:t>
            </a:r>
            <a:endParaRPr lang="en-US">
              <a:solidFill>
                <a:prstClr val="black"/>
              </a:solidFill>
              <a:latin typeface="Segoe UI" panose="020B0502040204020203" pitchFamily="34" charset="0"/>
              <a:ea typeface="Calibri"/>
            </a:endParaRPr>
          </a:p>
        </p:txBody>
      </p:sp>
      <p:pic>
        <p:nvPicPr>
          <p:cNvPr id="4" name="Picture 3" descr="A picture containing wall, indoor, table, decorated&#10;&#10;Description automatically generated">
            <a:extLst>
              <a:ext uri="{FF2B5EF4-FFF2-40B4-BE49-F238E27FC236}">
                <a16:creationId xmlns:a16="http://schemas.microsoft.com/office/drawing/2014/main" id="{89F469B4-CDB0-A3C9-5139-09751345073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30000" y="705624"/>
            <a:ext cx="6084000" cy="405726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1559320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C77F2-60CF-F5A7-FE0B-134A390DCC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4370E0-3970-9495-2071-FB1A50302931}"/>
              </a:ext>
            </a:extLst>
          </p:cNvPr>
          <p:cNvSpPr>
            <a:spLocks noGrp="1"/>
          </p:cNvSpPr>
          <p:nvPr>
            <p:ph type="title"/>
          </p:nvPr>
        </p:nvSpPr>
        <p:spPr/>
        <p:txBody>
          <a:bodyPr>
            <a:noAutofit/>
          </a:bodyPr>
          <a:lstStyle/>
          <a:p>
            <a:r>
              <a:rPr lang="en-US">
                <a:latin typeface="Segoe UI"/>
                <a:cs typeface="Segoe UI"/>
              </a:rPr>
              <a:t>Holy Communion- Hymn No 103</a:t>
            </a:r>
          </a:p>
        </p:txBody>
      </p:sp>
      <p:sp>
        <p:nvSpPr>
          <p:cNvPr id="6" name="Slide Number Placeholder 3">
            <a:extLst>
              <a:ext uri="{FF2B5EF4-FFF2-40B4-BE49-F238E27FC236}">
                <a16:creationId xmlns:a16="http://schemas.microsoft.com/office/drawing/2014/main" id="{C35E50FF-3250-F0A8-60A3-F180BCE3B8B9}"/>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70</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71D41EC2-1548-90B4-ED31-562A75E5D9B7}"/>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Communion 4: 1 of 5</a:t>
            </a:r>
          </a:p>
        </p:txBody>
      </p:sp>
      <p:sp>
        <p:nvSpPr>
          <p:cNvPr id="3" name="Rectangle 2">
            <a:extLst>
              <a:ext uri="{FF2B5EF4-FFF2-40B4-BE49-F238E27FC236}">
                <a16:creationId xmlns:a16="http://schemas.microsoft.com/office/drawing/2014/main" id="{9C394727-0B11-7450-036A-0010FAAC4ECA}"/>
              </a:ext>
            </a:extLst>
          </p:cNvPr>
          <p:cNvSpPr/>
          <p:nvPr/>
        </p:nvSpPr>
        <p:spPr>
          <a:xfrm>
            <a:off x="1436137" y="622921"/>
            <a:ext cx="6272577" cy="2246769"/>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2800" err="1">
                <a:latin typeface="Segoe UI"/>
                <a:cs typeface="Arial"/>
              </a:rPr>
              <a:t>paradeva</a:t>
            </a:r>
            <a:r>
              <a:rPr lang="en-US" sz="2800">
                <a:latin typeface="Segoe UI"/>
                <a:cs typeface="Arial"/>
              </a:rPr>
              <a:t>- swarga - </a:t>
            </a:r>
            <a:r>
              <a:rPr lang="en-US" sz="2800" err="1">
                <a:latin typeface="Segoe UI"/>
                <a:cs typeface="Arial"/>
              </a:rPr>
              <a:t>puradeva</a:t>
            </a:r>
            <a:r>
              <a:rPr lang="en-US" sz="2800">
                <a:latin typeface="Segoe UI"/>
                <a:cs typeface="Arial"/>
              </a:rPr>
              <a:t>! </a:t>
            </a:r>
          </a:p>
          <a:p>
            <a:pPr algn="ctr"/>
            <a:r>
              <a:rPr lang="en-US" sz="2800">
                <a:latin typeface="Segoe UI"/>
                <a:cs typeface="Arial"/>
              </a:rPr>
              <a:t>bahu </a:t>
            </a:r>
            <a:r>
              <a:rPr lang="en-US" sz="2800" err="1">
                <a:latin typeface="Segoe UI"/>
                <a:cs typeface="Arial"/>
              </a:rPr>
              <a:t>varadeva</a:t>
            </a:r>
            <a:r>
              <a:rPr lang="en-US" sz="2800">
                <a:latin typeface="Segoe UI"/>
                <a:cs typeface="Arial"/>
              </a:rPr>
              <a:t>! </a:t>
            </a:r>
            <a:r>
              <a:rPr lang="en-US" sz="2800" err="1">
                <a:latin typeface="Segoe UI"/>
                <a:cs typeface="Arial"/>
              </a:rPr>
              <a:t>panka</a:t>
            </a:r>
            <a:r>
              <a:rPr lang="en-US" sz="2800">
                <a:latin typeface="Segoe UI"/>
                <a:cs typeface="Arial"/>
              </a:rPr>
              <a:t>- </a:t>
            </a:r>
            <a:r>
              <a:rPr lang="en-US" sz="2800" err="1">
                <a:latin typeface="Segoe UI"/>
                <a:cs typeface="Arial"/>
              </a:rPr>
              <a:t>haradeva</a:t>
            </a:r>
            <a:r>
              <a:rPr lang="en-US" sz="2800">
                <a:latin typeface="Segoe UI"/>
                <a:cs typeface="Arial"/>
              </a:rPr>
              <a:t>!  (2) </a:t>
            </a:r>
            <a:r>
              <a:rPr lang="en-US" sz="2800" err="1">
                <a:latin typeface="Segoe UI"/>
                <a:cs typeface="Arial"/>
              </a:rPr>
              <a:t>yeshudeva</a:t>
            </a:r>
            <a:r>
              <a:rPr lang="en-US" sz="2800">
                <a:latin typeface="Segoe UI"/>
                <a:cs typeface="Arial"/>
              </a:rPr>
              <a:t>, </a:t>
            </a:r>
            <a:r>
              <a:rPr lang="en-US" sz="2800" err="1">
                <a:latin typeface="Segoe UI"/>
                <a:cs typeface="Arial"/>
              </a:rPr>
              <a:t>yeshudeva</a:t>
            </a:r>
            <a:r>
              <a:rPr lang="en-US" sz="2800">
                <a:latin typeface="Segoe UI"/>
                <a:cs typeface="Arial"/>
              </a:rPr>
              <a:t>!</a:t>
            </a:r>
            <a:endParaRPr lang="en-US" sz="2800" dirty="0">
              <a:latin typeface="Segoe UI"/>
              <a:cs typeface="Arial"/>
            </a:endParaRPr>
          </a:p>
          <a:p>
            <a:pPr algn="ctr"/>
            <a:r>
              <a:rPr lang="en-US" sz="2800" err="1">
                <a:latin typeface="Segoe UI"/>
                <a:cs typeface="Segoe UI"/>
              </a:rPr>
              <a:t>paradeva</a:t>
            </a:r>
            <a:r>
              <a:rPr lang="en-US" sz="2800">
                <a:latin typeface="Segoe UI"/>
                <a:cs typeface="Segoe UI"/>
              </a:rPr>
              <a:t>- swarga - </a:t>
            </a:r>
            <a:r>
              <a:rPr lang="en-US" sz="2800" err="1">
                <a:latin typeface="Segoe UI"/>
                <a:cs typeface="Segoe UI"/>
              </a:rPr>
              <a:t>puradeva</a:t>
            </a:r>
            <a:r>
              <a:rPr lang="en-US" sz="2800">
                <a:latin typeface="Segoe UI"/>
                <a:cs typeface="Segoe UI"/>
              </a:rPr>
              <a:t>! </a:t>
            </a:r>
          </a:p>
          <a:p>
            <a:pPr algn="ctr"/>
            <a:endParaRPr lang="en-US" sz="2800" dirty="0">
              <a:latin typeface="Segoe UI"/>
              <a:cs typeface="Arial"/>
            </a:endParaRPr>
          </a:p>
        </p:txBody>
      </p:sp>
      <p:sp>
        <p:nvSpPr>
          <p:cNvPr id="5" name="Rectangle 4">
            <a:extLst>
              <a:ext uri="{FF2B5EF4-FFF2-40B4-BE49-F238E27FC236}">
                <a16:creationId xmlns:a16="http://schemas.microsoft.com/office/drawing/2014/main" id="{3D866C93-CAE2-E40E-CCD6-88AB4857E3BC}"/>
              </a:ext>
            </a:extLst>
          </p:cNvPr>
          <p:cNvSpPr/>
          <p:nvPr/>
        </p:nvSpPr>
        <p:spPr>
          <a:xfrm>
            <a:off x="1933668" y="2744107"/>
            <a:ext cx="5276662" cy="1900520"/>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lnSpc>
                <a:spcPct val="150000"/>
              </a:lnSpc>
            </a:pPr>
            <a:r>
              <a:rPr lang="ml-IN" sz="2000" dirty="0" err="1">
                <a:effectLst/>
                <a:latin typeface="Noto Sans Malayalam"/>
                <a:cs typeface="Kartika"/>
              </a:rPr>
              <a:t>പരദേവാ</a:t>
            </a:r>
            <a:r>
              <a:rPr lang="ml-IN" sz="2000" dirty="0">
                <a:effectLst/>
                <a:latin typeface="Noto Sans Malayalam"/>
                <a:cs typeface="Kartika"/>
              </a:rPr>
              <a:t> </a:t>
            </a:r>
            <a:r>
              <a:rPr lang="ml-IN" sz="2000" dirty="0" err="1">
                <a:effectLst/>
                <a:latin typeface="Noto Sans Malayalam"/>
                <a:cs typeface="Kartika"/>
              </a:rPr>
              <a:t>സ്വർഗ്ഗ</a:t>
            </a:r>
            <a:r>
              <a:rPr lang="ml-IN" sz="2000" dirty="0">
                <a:effectLst/>
                <a:latin typeface="Noto Sans Malayalam"/>
                <a:cs typeface="Kartika"/>
              </a:rPr>
              <a:t> </a:t>
            </a:r>
            <a:r>
              <a:rPr lang="ml-IN" sz="2000" dirty="0" err="1">
                <a:effectLst/>
                <a:latin typeface="Noto Sans Malayalam"/>
                <a:cs typeface="Kartika"/>
              </a:rPr>
              <a:t>പുരദേവ</a:t>
            </a:r>
            <a:r>
              <a:rPr lang="en-US" sz="2000">
                <a:effectLst/>
                <a:latin typeface="Noto Sans Malayalam"/>
              </a:rPr>
              <a:t>!</a:t>
            </a:r>
          </a:p>
          <a:p>
            <a:pPr algn="ctr">
              <a:lnSpc>
                <a:spcPct val="150000"/>
              </a:lnSpc>
            </a:pPr>
            <a:r>
              <a:rPr lang="ml-IN" sz="2000" dirty="0">
                <a:effectLst/>
                <a:latin typeface="Noto Sans Malayalam"/>
                <a:cs typeface="Kartika"/>
              </a:rPr>
              <a:t> ബഹു </a:t>
            </a:r>
            <a:r>
              <a:rPr lang="ml-IN" sz="2000" dirty="0" err="1">
                <a:effectLst/>
                <a:latin typeface="Noto Sans Malayalam"/>
                <a:cs typeface="Kartika"/>
              </a:rPr>
              <a:t>വരദേവാ</a:t>
            </a:r>
            <a:r>
              <a:rPr lang="en-US" sz="2000">
                <a:effectLst/>
                <a:latin typeface="Noto Sans Malayalam"/>
              </a:rPr>
              <a:t>! </a:t>
            </a:r>
            <a:r>
              <a:rPr lang="ml-IN" sz="2000" dirty="0" err="1">
                <a:effectLst/>
                <a:latin typeface="Noto Sans Malayalam"/>
                <a:cs typeface="Kartika"/>
              </a:rPr>
              <a:t>പങ്കഹരദേവ</a:t>
            </a:r>
            <a:r>
              <a:rPr lang="en-US" sz="2000">
                <a:effectLst/>
                <a:latin typeface="Noto Sans Malayalam"/>
              </a:rPr>
              <a:t>!  (2)  </a:t>
            </a:r>
          </a:p>
          <a:p>
            <a:pPr algn="ctr">
              <a:lnSpc>
                <a:spcPct val="150000"/>
              </a:lnSpc>
            </a:pPr>
            <a:r>
              <a:rPr lang="ml-IN" sz="2000" err="1">
                <a:effectLst/>
                <a:latin typeface="Noto Sans Malayalam"/>
                <a:cs typeface="Kartika"/>
              </a:rPr>
              <a:t>യേശുദേവാ</a:t>
            </a:r>
            <a:r>
              <a:rPr lang="en-US" sz="2000">
                <a:effectLst/>
                <a:latin typeface="Noto Sans Malayalam"/>
              </a:rPr>
              <a:t>, </a:t>
            </a:r>
            <a:r>
              <a:rPr lang="ml-IN" sz="2000" err="1">
                <a:effectLst/>
                <a:latin typeface="Noto Sans Malayalam"/>
                <a:cs typeface="Kartika"/>
              </a:rPr>
              <a:t>യേശുദേവാ</a:t>
            </a:r>
            <a:r>
              <a:rPr lang="en-SG" sz="2000">
                <a:effectLst/>
                <a:latin typeface="Noto Sans Malayalam"/>
              </a:rPr>
              <a:t>!</a:t>
            </a:r>
            <a:r>
              <a:rPr lang="ml-IN" sz="2000" dirty="0">
                <a:effectLst/>
                <a:latin typeface="Noto Sans Malayalam"/>
                <a:cs typeface="Kartika"/>
              </a:rPr>
              <a:t> </a:t>
            </a:r>
          </a:p>
          <a:p>
            <a:pPr algn="ctr">
              <a:lnSpc>
                <a:spcPct val="150000"/>
              </a:lnSpc>
            </a:pPr>
            <a:r>
              <a:rPr lang="ml-IN" sz="2000" err="1">
                <a:latin typeface="Kartika"/>
                <a:ea typeface="+mn-lt"/>
                <a:cs typeface="Kartika"/>
              </a:rPr>
              <a:t>പരദേവാ</a:t>
            </a:r>
            <a:r>
              <a:rPr lang="ml-IN" sz="2000" dirty="0">
                <a:latin typeface="Kartika"/>
                <a:ea typeface="+mn-lt"/>
                <a:cs typeface="Kartika"/>
              </a:rPr>
              <a:t> </a:t>
            </a:r>
            <a:r>
              <a:rPr lang="ml-IN" sz="2000" err="1">
                <a:latin typeface="Kartika"/>
                <a:ea typeface="+mn-lt"/>
                <a:cs typeface="Kartika"/>
              </a:rPr>
              <a:t>സ്വർഗ്ഗ</a:t>
            </a:r>
            <a:r>
              <a:rPr lang="ml-IN" sz="2000" dirty="0">
                <a:latin typeface="Kartika"/>
                <a:ea typeface="+mn-lt"/>
                <a:cs typeface="Kartika"/>
              </a:rPr>
              <a:t> </a:t>
            </a:r>
            <a:r>
              <a:rPr lang="ml-IN" sz="2000" err="1">
                <a:latin typeface="Kartika"/>
                <a:ea typeface="+mn-lt"/>
                <a:cs typeface="Kartika"/>
              </a:rPr>
              <a:t>പുരദേവ</a:t>
            </a:r>
            <a:r>
              <a:rPr lang="en-US" sz="2000" dirty="0">
                <a:latin typeface="Kartika"/>
                <a:ea typeface="+mn-lt"/>
                <a:cs typeface="+mn-lt"/>
              </a:rPr>
              <a:t>!</a:t>
            </a:r>
            <a:endParaRPr lang="ml-IN" sz="2000">
              <a:latin typeface="Kartika"/>
              <a:cs typeface="Kartika"/>
            </a:endParaRPr>
          </a:p>
        </p:txBody>
      </p:sp>
    </p:spTree>
    <p:extLst>
      <p:ext uri="{BB962C8B-B14F-4D97-AF65-F5344CB8AC3E}">
        <p14:creationId xmlns:p14="http://schemas.microsoft.com/office/powerpoint/2010/main" val="253445405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4E30C-FACB-DFE8-C96C-DED852388A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1C575A-B791-65C1-A0F0-44863FDA6E80}"/>
              </a:ext>
            </a:extLst>
          </p:cNvPr>
          <p:cNvSpPr>
            <a:spLocks noGrp="1"/>
          </p:cNvSpPr>
          <p:nvPr>
            <p:ph type="title"/>
          </p:nvPr>
        </p:nvSpPr>
        <p:spPr/>
        <p:txBody>
          <a:bodyPr>
            <a:noAutofit/>
          </a:bodyPr>
          <a:lstStyle/>
          <a:p>
            <a:r>
              <a:rPr lang="en-US">
                <a:latin typeface="Segoe UI"/>
                <a:cs typeface="Segoe UI"/>
              </a:rPr>
              <a:t>Holy Communion- Hymn No 103</a:t>
            </a:r>
          </a:p>
        </p:txBody>
      </p:sp>
      <p:sp>
        <p:nvSpPr>
          <p:cNvPr id="6" name="Slide Number Placeholder 3">
            <a:extLst>
              <a:ext uri="{FF2B5EF4-FFF2-40B4-BE49-F238E27FC236}">
                <a16:creationId xmlns:a16="http://schemas.microsoft.com/office/drawing/2014/main" id="{E57AD8E2-287E-2A06-452F-7D071B92AC26}"/>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71</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8D61FA5F-7CF7-1CCD-A6F1-E0939EA49B3C}"/>
              </a:ext>
            </a:extLst>
          </p:cNvPr>
          <p:cNvSpPr txBox="1"/>
          <p:nvPr/>
        </p:nvSpPr>
        <p:spPr>
          <a:xfrm>
            <a:off x="7069623" y="4835723"/>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Communion 4: 2 of 5</a:t>
            </a:r>
          </a:p>
        </p:txBody>
      </p:sp>
      <p:sp>
        <p:nvSpPr>
          <p:cNvPr id="3" name="Rectangle 2">
            <a:extLst>
              <a:ext uri="{FF2B5EF4-FFF2-40B4-BE49-F238E27FC236}">
                <a16:creationId xmlns:a16="http://schemas.microsoft.com/office/drawing/2014/main" id="{656E826A-8C45-184C-43D5-AB7F3D1B1A6D}"/>
              </a:ext>
            </a:extLst>
          </p:cNvPr>
          <p:cNvSpPr/>
          <p:nvPr/>
        </p:nvSpPr>
        <p:spPr>
          <a:xfrm>
            <a:off x="1202148" y="664131"/>
            <a:ext cx="6739701" cy="1815882"/>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2800" err="1">
                <a:latin typeface="Segoe UI"/>
                <a:cs typeface="Arial"/>
              </a:rPr>
              <a:t>paralokam</a:t>
            </a:r>
            <a:r>
              <a:rPr lang="en-US" sz="2800">
                <a:latin typeface="Segoe UI"/>
                <a:cs typeface="Arial"/>
              </a:rPr>
              <a:t> </a:t>
            </a:r>
            <a:r>
              <a:rPr lang="en-US" sz="2800" err="1">
                <a:latin typeface="Segoe UI"/>
                <a:cs typeface="Arial"/>
              </a:rPr>
              <a:t>vittu</a:t>
            </a:r>
            <a:r>
              <a:rPr lang="en-US" sz="2800">
                <a:latin typeface="Segoe UI"/>
                <a:cs typeface="Arial"/>
              </a:rPr>
              <a:t>- </a:t>
            </a:r>
            <a:r>
              <a:rPr lang="en-US" sz="2800" err="1">
                <a:latin typeface="Segoe UI"/>
                <a:cs typeface="Arial"/>
              </a:rPr>
              <a:t>naraloke</a:t>
            </a:r>
            <a:r>
              <a:rPr lang="en-US" sz="2800">
                <a:latin typeface="Segoe UI"/>
                <a:cs typeface="Arial"/>
              </a:rPr>
              <a:t> </a:t>
            </a:r>
          </a:p>
          <a:p>
            <a:pPr algn="ctr"/>
            <a:r>
              <a:rPr lang="en-US" sz="2800" err="1">
                <a:latin typeface="Segoe UI"/>
                <a:cs typeface="Arial"/>
              </a:rPr>
              <a:t>oru</a:t>
            </a:r>
            <a:r>
              <a:rPr lang="en-US" sz="2800">
                <a:latin typeface="Segoe UI"/>
                <a:cs typeface="Arial"/>
              </a:rPr>
              <a:t> </a:t>
            </a:r>
            <a:r>
              <a:rPr lang="en-US" sz="2800" err="1">
                <a:latin typeface="Segoe UI"/>
                <a:cs typeface="Arial"/>
              </a:rPr>
              <a:t>cherrubaalan</a:t>
            </a:r>
            <a:r>
              <a:rPr lang="en-US" sz="2800">
                <a:latin typeface="Segoe UI"/>
                <a:cs typeface="Arial"/>
              </a:rPr>
              <a:t> </a:t>
            </a:r>
            <a:r>
              <a:rPr lang="en-US" sz="2800" err="1">
                <a:latin typeface="Segoe UI"/>
                <a:cs typeface="Arial"/>
              </a:rPr>
              <a:t>aaya</a:t>
            </a:r>
            <a:r>
              <a:rPr lang="en-US" sz="2800">
                <a:latin typeface="Segoe UI"/>
                <a:cs typeface="Arial"/>
              </a:rPr>
              <a:t>- </a:t>
            </a:r>
            <a:r>
              <a:rPr lang="en-US" sz="2800" err="1">
                <a:latin typeface="Segoe UI"/>
                <a:cs typeface="Arial"/>
              </a:rPr>
              <a:t>parasuno</a:t>
            </a:r>
            <a:r>
              <a:rPr lang="en-US" sz="2800">
                <a:latin typeface="Segoe UI"/>
                <a:cs typeface="Arial"/>
              </a:rPr>
              <a:t>! (2) </a:t>
            </a:r>
          </a:p>
          <a:p>
            <a:pPr algn="ctr"/>
            <a:r>
              <a:rPr lang="en-US" sz="2800" err="1">
                <a:latin typeface="Segoe UI"/>
                <a:cs typeface="Arial"/>
              </a:rPr>
              <a:t>yeshudeva</a:t>
            </a:r>
            <a:r>
              <a:rPr lang="en-US" sz="2800">
                <a:latin typeface="Segoe UI"/>
                <a:cs typeface="Arial"/>
              </a:rPr>
              <a:t>, </a:t>
            </a:r>
            <a:r>
              <a:rPr lang="en-US" sz="2800" err="1">
                <a:latin typeface="Segoe UI"/>
                <a:cs typeface="Arial"/>
              </a:rPr>
              <a:t>yeshudeva</a:t>
            </a:r>
            <a:r>
              <a:rPr lang="en-US" sz="2800">
                <a:latin typeface="Segoe UI"/>
                <a:cs typeface="Arial"/>
              </a:rPr>
              <a:t>!</a:t>
            </a:r>
            <a:endParaRPr lang="en-US" sz="2800" dirty="0">
              <a:latin typeface="Segoe UI"/>
              <a:cs typeface="Arial"/>
            </a:endParaRPr>
          </a:p>
          <a:p>
            <a:pPr algn="ctr"/>
            <a:r>
              <a:rPr lang="en-US" sz="2800" dirty="0" err="1">
                <a:latin typeface="Segoe UI"/>
                <a:cs typeface="Segoe UI"/>
              </a:rPr>
              <a:t>paradeva</a:t>
            </a:r>
            <a:r>
              <a:rPr lang="en-US" sz="2800" dirty="0">
                <a:latin typeface="Segoe UI"/>
                <a:cs typeface="Segoe UI"/>
              </a:rPr>
              <a:t>- swarga - </a:t>
            </a:r>
            <a:r>
              <a:rPr lang="en-US" sz="2800" dirty="0" err="1">
                <a:latin typeface="Segoe UI"/>
                <a:cs typeface="Segoe UI"/>
              </a:rPr>
              <a:t>puradeva</a:t>
            </a:r>
            <a:r>
              <a:rPr lang="en-US" sz="2800" dirty="0">
                <a:latin typeface="Segoe UI"/>
                <a:cs typeface="Segoe UI"/>
              </a:rPr>
              <a:t>!</a:t>
            </a:r>
            <a:endParaRPr lang="en-US" dirty="0"/>
          </a:p>
        </p:txBody>
      </p:sp>
      <p:sp>
        <p:nvSpPr>
          <p:cNvPr id="5" name="Rectangle 4">
            <a:extLst>
              <a:ext uri="{FF2B5EF4-FFF2-40B4-BE49-F238E27FC236}">
                <a16:creationId xmlns:a16="http://schemas.microsoft.com/office/drawing/2014/main" id="{F0ECD1FC-FBCB-938B-5D79-E4F197FC3754}"/>
              </a:ext>
            </a:extLst>
          </p:cNvPr>
          <p:cNvSpPr/>
          <p:nvPr/>
        </p:nvSpPr>
        <p:spPr>
          <a:xfrm>
            <a:off x="1651125" y="2677682"/>
            <a:ext cx="5841748" cy="2199064"/>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lnSpc>
                <a:spcPct val="150000"/>
              </a:lnSpc>
            </a:pPr>
            <a:r>
              <a:rPr lang="ml-IN" sz="2000" dirty="0" err="1">
                <a:effectLst/>
                <a:latin typeface="Noto Sans Malayalam"/>
                <a:cs typeface="Kartika"/>
              </a:rPr>
              <a:t>പരലോകംവിട്ടു</a:t>
            </a:r>
            <a:r>
              <a:rPr lang="en-SG" sz="2000">
                <a:effectLst/>
                <a:latin typeface="Noto Sans Malayalam"/>
              </a:rPr>
              <a:t> </a:t>
            </a:r>
            <a:r>
              <a:rPr lang="ml-IN" sz="2000" dirty="0" err="1">
                <a:effectLst/>
                <a:latin typeface="Noto Sans Malayalam"/>
                <a:cs typeface="Kartika"/>
              </a:rPr>
              <a:t>നരലോകേ</a:t>
            </a:r>
            <a:r>
              <a:rPr lang="en-US" sz="2000">
                <a:effectLst/>
                <a:latin typeface="Noto Sans Malayalam"/>
              </a:rPr>
              <a:t> </a:t>
            </a:r>
          </a:p>
          <a:p>
            <a:pPr algn="ctr">
              <a:lnSpc>
                <a:spcPct val="150000"/>
              </a:lnSpc>
            </a:pPr>
            <a:r>
              <a:rPr lang="ml-IN" sz="2000" dirty="0">
                <a:effectLst/>
                <a:latin typeface="Noto Sans Malayalam"/>
                <a:cs typeface="Kartika"/>
              </a:rPr>
              <a:t>ഒരു </a:t>
            </a:r>
            <a:r>
              <a:rPr lang="ml-IN" sz="2000" dirty="0" err="1">
                <a:effectLst/>
                <a:latin typeface="Noto Sans Malayalam"/>
                <a:cs typeface="Kartika"/>
              </a:rPr>
              <a:t>ചെറുബാല</a:t>
            </a:r>
            <a:r>
              <a:rPr lang="ml-IN" sz="2000" dirty="0">
                <a:effectLst/>
                <a:latin typeface="Noto Sans Malayalam"/>
                <a:cs typeface="Kartika"/>
              </a:rPr>
              <a:t>ൻ ആയ </a:t>
            </a:r>
            <a:r>
              <a:rPr lang="ml-IN" sz="2000" dirty="0" err="1">
                <a:effectLst/>
                <a:latin typeface="Noto Sans Malayalam"/>
                <a:cs typeface="Kartika"/>
              </a:rPr>
              <a:t>പരസുനോ</a:t>
            </a:r>
            <a:r>
              <a:rPr lang="en-US" sz="2000">
                <a:effectLst/>
                <a:latin typeface="Noto Sans Malayalam"/>
              </a:rPr>
              <a:t>!  (2)</a:t>
            </a:r>
          </a:p>
          <a:p>
            <a:pPr algn="ctr">
              <a:lnSpc>
                <a:spcPct val="150000"/>
              </a:lnSpc>
            </a:pPr>
            <a:r>
              <a:rPr lang="en-SG" sz="2000">
                <a:effectLst/>
                <a:latin typeface="Noto Sans Malayalam"/>
              </a:rPr>
              <a:t> </a:t>
            </a:r>
            <a:r>
              <a:rPr lang="ml-IN" sz="2000" err="1">
                <a:effectLst/>
                <a:latin typeface="Noto Sans Malayalam"/>
                <a:cs typeface="Kartika"/>
              </a:rPr>
              <a:t>യേശുദേവാ</a:t>
            </a:r>
            <a:r>
              <a:rPr lang="en-US" sz="2000">
                <a:effectLst/>
                <a:latin typeface="Noto Sans Malayalam"/>
              </a:rPr>
              <a:t>, </a:t>
            </a:r>
            <a:r>
              <a:rPr lang="ml-IN" sz="2000" err="1">
                <a:effectLst/>
                <a:latin typeface="Noto Sans Malayalam"/>
                <a:cs typeface="Kartika"/>
              </a:rPr>
              <a:t>യേശുദേവാ</a:t>
            </a:r>
            <a:r>
              <a:rPr lang="en-US" sz="2000">
                <a:effectLst/>
                <a:latin typeface="Noto Sans Malayalam"/>
              </a:rPr>
              <a:t>!</a:t>
            </a:r>
            <a:endParaRPr lang="en-US" sz="2000" dirty="0">
              <a:effectLst/>
              <a:latin typeface="Noto Sans Malayalam"/>
            </a:endParaRPr>
          </a:p>
          <a:p>
            <a:pPr algn="ctr"/>
            <a:r>
              <a:rPr lang="ml-IN" sz="2000" dirty="0" err="1">
                <a:latin typeface="Kartika"/>
                <a:ea typeface="+mn-lt"/>
                <a:cs typeface="Kartika"/>
              </a:rPr>
              <a:t>പരദേവാ</a:t>
            </a:r>
            <a:r>
              <a:rPr lang="ml-IN" sz="2000" dirty="0">
                <a:latin typeface="Kartika"/>
                <a:ea typeface="+mn-lt"/>
                <a:cs typeface="Kartika"/>
              </a:rPr>
              <a:t> </a:t>
            </a:r>
            <a:r>
              <a:rPr lang="ml-IN" sz="2000" dirty="0" err="1">
                <a:latin typeface="Kartika"/>
                <a:ea typeface="+mn-lt"/>
                <a:cs typeface="Kartika"/>
              </a:rPr>
              <a:t>സ്വർഗ്ഗ</a:t>
            </a:r>
            <a:r>
              <a:rPr lang="ml-IN" sz="2000" dirty="0">
                <a:latin typeface="Kartika"/>
                <a:ea typeface="+mn-lt"/>
                <a:cs typeface="Kartika"/>
              </a:rPr>
              <a:t> </a:t>
            </a:r>
            <a:r>
              <a:rPr lang="ml-IN" sz="2000" dirty="0" err="1">
                <a:latin typeface="Kartika"/>
                <a:ea typeface="+mn-lt"/>
                <a:cs typeface="Kartika"/>
              </a:rPr>
              <a:t>പുരദേവ</a:t>
            </a:r>
            <a:r>
              <a:rPr lang="en-US" sz="2000" dirty="0">
                <a:latin typeface="Kartika"/>
                <a:ea typeface="+mn-lt"/>
                <a:cs typeface="+mn-lt"/>
              </a:rPr>
              <a:t>!</a:t>
            </a:r>
          </a:p>
          <a:p>
            <a:pPr algn="ctr">
              <a:lnSpc>
                <a:spcPct val="150000"/>
              </a:lnSpc>
            </a:pPr>
            <a:endParaRPr lang="en-US" sz="2000" dirty="0">
              <a:latin typeface="Noto Sans Malayalam"/>
              <a:ea typeface="Open Sans"/>
              <a:cs typeface="Kartika"/>
            </a:endParaRPr>
          </a:p>
        </p:txBody>
      </p:sp>
    </p:spTree>
    <p:extLst>
      <p:ext uri="{BB962C8B-B14F-4D97-AF65-F5344CB8AC3E}">
        <p14:creationId xmlns:p14="http://schemas.microsoft.com/office/powerpoint/2010/main" val="302171896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4C262-A3D5-C8E6-8B19-9C2A8FCDC5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C83F44-2986-B439-144F-7645AAFA44F9}"/>
              </a:ext>
            </a:extLst>
          </p:cNvPr>
          <p:cNvSpPr>
            <a:spLocks noGrp="1"/>
          </p:cNvSpPr>
          <p:nvPr>
            <p:ph type="title"/>
          </p:nvPr>
        </p:nvSpPr>
        <p:spPr/>
        <p:txBody>
          <a:bodyPr>
            <a:noAutofit/>
          </a:bodyPr>
          <a:lstStyle/>
          <a:p>
            <a:r>
              <a:rPr lang="en-US">
                <a:latin typeface="Segoe UI"/>
                <a:cs typeface="Segoe UI"/>
              </a:rPr>
              <a:t>Holy Communion- Hymn No 103</a:t>
            </a:r>
          </a:p>
        </p:txBody>
      </p:sp>
      <p:sp>
        <p:nvSpPr>
          <p:cNvPr id="6" name="Slide Number Placeholder 3">
            <a:extLst>
              <a:ext uri="{FF2B5EF4-FFF2-40B4-BE49-F238E27FC236}">
                <a16:creationId xmlns:a16="http://schemas.microsoft.com/office/drawing/2014/main" id="{66C74103-81F0-5473-73A2-2B4509C784B6}"/>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72</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D1403508-6277-0C5D-2945-D4CEF69EE9C2}"/>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Communion 4: 3 of 5</a:t>
            </a:r>
          </a:p>
        </p:txBody>
      </p:sp>
      <p:sp>
        <p:nvSpPr>
          <p:cNvPr id="3" name="Rectangle 2">
            <a:extLst>
              <a:ext uri="{FF2B5EF4-FFF2-40B4-BE49-F238E27FC236}">
                <a16:creationId xmlns:a16="http://schemas.microsoft.com/office/drawing/2014/main" id="{FA9F2E1F-9ADC-B638-AF60-82A55CC2E283}"/>
              </a:ext>
            </a:extLst>
          </p:cNvPr>
          <p:cNvSpPr/>
          <p:nvPr/>
        </p:nvSpPr>
        <p:spPr>
          <a:xfrm>
            <a:off x="987473" y="885306"/>
            <a:ext cx="7169054" cy="2246769"/>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2800" err="1">
                <a:latin typeface="Segoe UI"/>
                <a:cs typeface="Arial"/>
              </a:rPr>
              <a:t>aanandame</a:t>
            </a:r>
            <a:r>
              <a:rPr lang="en-US" sz="2800">
                <a:latin typeface="Segoe UI"/>
                <a:cs typeface="Arial"/>
              </a:rPr>
              <a:t> </a:t>
            </a:r>
            <a:r>
              <a:rPr lang="en-US" sz="2800" err="1">
                <a:latin typeface="Segoe UI"/>
                <a:cs typeface="Arial"/>
              </a:rPr>
              <a:t>paramaanandame</a:t>
            </a:r>
            <a:r>
              <a:rPr lang="en-US" sz="2800">
                <a:latin typeface="Segoe UI"/>
                <a:cs typeface="Arial"/>
              </a:rPr>
              <a:t>-</a:t>
            </a:r>
          </a:p>
          <a:p>
            <a:pPr algn="ctr"/>
            <a:r>
              <a:rPr lang="en-US" sz="2800">
                <a:latin typeface="Segoe UI"/>
                <a:cs typeface="Arial"/>
              </a:rPr>
              <a:t> </a:t>
            </a:r>
            <a:r>
              <a:rPr lang="en-US" sz="2800" err="1">
                <a:latin typeface="Segoe UI"/>
                <a:cs typeface="Arial"/>
              </a:rPr>
              <a:t>sada</a:t>
            </a:r>
            <a:r>
              <a:rPr lang="en-US" sz="2800">
                <a:latin typeface="Segoe UI"/>
                <a:cs typeface="Arial"/>
              </a:rPr>
              <a:t> </a:t>
            </a:r>
            <a:r>
              <a:rPr lang="en-US" sz="2800" err="1">
                <a:latin typeface="Segoe UI"/>
                <a:cs typeface="Arial"/>
              </a:rPr>
              <a:t>aanandame</a:t>
            </a:r>
            <a:r>
              <a:rPr lang="en-US" sz="2800">
                <a:latin typeface="Segoe UI"/>
                <a:cs typeface="Arial"/>
              </a:rPr>
              <a:t> </a:t>
            </a:r>
            <a:r>
              <a:rPr lang="en-US" sz="2800" err="1">
                <a:latin typeface="Segoe UI"/>
                <a:cs typeface="Arial"/>
              </a:rPr>
              <a:t>ninake</a:t>
            </a:r>
            <a:r>
              <a:rPr lang="en-US" sz="2800">
                <a:latin typeface="Segoe UI"/>
                <a:cs typeface="Arial"/>
              </a:rPr>
              <a:t>- </a:t>
            </a:r>
            <a:r>
              <a:rPr lang="en-US" sz="2800" err="1">
                <a:latin typeface="Segoe UI"/>
                <a:cs typeface="Arial"/>
              </a:rPr>
              <a:t>vandanam</a:t>
            </a:r>
            <a:r>
              <a:rPr lang="en-US" sz="2800">
                <a:latin typeface="Segoe UI"/>
                <a:cs typeface="Arial"/>
              </a:rPr>
              <a:t> (2) </a:t>
            </a:r>
          </a:p>
          <a:p>
            <a:pPr algn="ctr"/>
            <a:r>
              <a:rPr lang="en-US" sz="2800" err="1">
                <a:latin typeface="Segoe UI"/>
                <a:cs typeface="Arial"/>
              </a:rPr>
              <a:t>yeshudeva</a:t>
            </a:r>
            <a:r>
              <a:rPr lang="en-US" sz="2800">
                <a:latin typeface="Segoe UI"/>
                <a:cs typeface="Arial"/>
              </a:rPr>
              <a:t>, </a:t>
            </a:r>
            <a:r>
              <a:rPr lang="en-US" sz="2800" err="1">
                <a:latin typeface="Segoe UI"/>
                <a:cs typeface="Arial"/>
              </a:rPr>
              <a:t>yeshudeva</a:t>
            </a:r>
            <a:r>
              <a:rPr lang="en-US" sz="2800">
                <a:latin typeface="Segoe UI"/>
                <a:cs typeface="Arial"/>
              </a:rPr>
              <a:t>! </a:t>
            </a:r>
            <a:endParaRPr lang="en-US" sz="2800" dirty="0">
              <a:latin typeface="Segoe UI"/>
              <a:cs typeface="Arial"/>
            </a:endParaRPr>
          </a:p>
          <a:p>
            <a:pPr algn="ctr"/>
            <a:r>
              <a:rPr lang="en-US" sz="2800" dirty="0" err="1">
                <a:latin typeface="Segoe UI"/>
                <a:cs typeface="Segoe UI"/>
              </a:rPr>
              <a:t>paradeva</a:t>
            </a:r>
            <a:r>
              <a:rPr lang="en-US" sz="2800" dirty="0">
                <a:latin typeface="Segoe UI"/>
                <a:cs typeface="Segoe UI"/>
              </a:rPr>
              <a:t>- swarga - </a:t>
            </a:r>
            <a:r>
              <a:rPr lang="en-US" sz="2800" dirty="0" err="1">
                <a:latin typeface="Segoe UI"/>
                <a:cs typeface="Segoe UI"/>
              </a:rPr>
              <a:t>puradeva</a:t>
            </a:r>
            <a:r>
              <a:rPr lang="en-US" sz="2800" dirty="0">
                <a:latin typeface="Segoe UI"/>
                <a:cs typeface="Segoe UI"/>
              </a:rPr>
              <a:t>!</a:t>
            </a:r>
          </a:p>
          <a:p>
            <a:pPr algn="ctr"/>
            <a:endParaRPr lang="en-US" sz="2800" dirty="0">
              <a:latin typeface="Segoe UI"/>
              <a:cs typeface="Arial"/>
            </a:endParaRPr>
          </a:p>
        </p:txBody>
      </p:sp>
      <p:sp>
        <p:nvSpPr>
          <p:cNvPr id="5" name="Rectangle 4">
            <a:extLst>
              <a:ext uri="{FF2B5EF4-FFF2-40B4-BE49-F238E27FC236}">
                <a16:creationId xmlns:a16="http://schemas.microsoft.com/office/drawing/2014/main" id="{6861E664-48C2-D918-FB94-EC55FE441C5C}"/>
              </a:ext>
            </a:extLst>
          </p:cNvPr>
          <p:cNvSpPr/>
          <p:nvPr/>
        </p:nvSpPr>
        <p:spPr>
          <a:xfrm>
            <a:off x="1947098" y="2571750"/>
            <a:ext cx="5249804" cy="2916632"/>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lnSpc>
                <a:spcPct val="150000"/>
              </a:lnSpc>
            </a:pPr>
            <a:r>
              <a:rPr lang="ml-IN" sz="2000" dirty="0">
                <a:effectLst/>
                <a:latin typeface="Noto Sans Malayalam"/>
                <a:cs typeface="Kartika"/>
              </a:rPr>
              <a:t>ആനന്ദമേ പരമാനന്ദമേ</a:t>
            </a:r>
            <a:r>
              <a:rPr lang="en-US" sz="2800">
                <a:latin typeface="Segoe UI"/>
                <a:ea typeface="Open Sans"/>
                <a:cs typeface="Open Sans"/>
              </a:rPr>
              <a:t>-</a:t>
            </a:r>
          </a:p>
          <a:p>
            <a:pPr algn="ctr">
              <a:lnSpc>
                <a:spcPct val="150000"/>
              </a:lnSpc>
            </a:pPr>
            <a:r>
              <a:rPr lang="ml-IN" sz="2000" dirty="0">
                <a:effectLst/>
                <a:latin typeface="Noto Sans Malayalam"/>
                <a:cs typeface="Kartika"/>
              </a:rPr>
              <a:t>സദാ</a:t>
            </a:r>
            <a:r>
              <a:rPr lang="en-SG" sz="2000">
                <a:latin typeface="Noto Sans Malayalam"/>
              </a:rPr>
              <a:t>  </a:t>
            </a:r>
            <a:r>
              <a:rPr lang="ml-IN" sz="2000" dirty="0">
                <a:effectLst/>
                <a:latin typeface="Noto Sans Malayalam"/>
                <a:cs typeface="Kartika"/>
              </a:rPr>
              <a:t>ആനന്ദമേ </a:t>
            </a:r>
            <a:r>
              <a:rPr lang="ml-IN" sz="2000" err="1">
                <a:effectLst/>
                <a:latin typeface="Noto Sans Malayalam"/>
                <a:cs typeface="Kartika"/>
              </a:rPr>
              <a:t>നിനക്കേ</a:t>
            </a:r>
            <a:r>
              <a:rPr lang="en-US" sz="2000">
                <a:effectLst/>
                <a:latin typeface="Noto Sans Malayalam"/>
              </a:rPr>
              <a:t> </a:t>
            </a:r>
            <a:r>
              <a:rPr lang="ml-IN" sz="2000" dirty="0">
                <a:effectLst/>
                <a:latin typeface="Noto Sans Malayalam"/>
                <a:cs typeface="Kartika"/>
              </a:rPr>
              <a:t>വന്ദനം</a:t>
            </a:r>
            <a:r>
              <a:rPr lang="en-US" sz="2000">
                <a:effectLst/>
                <a:latin typeface="Noto Sans Malayalam"/>
              </a:rPr>
              <a:t> (2)</a:t>
            </a:r>
            <a:r>
              <a:rPr lang="ml-IN" sz="2000" dirty="0">
                <a:effectLst/>
                <a:latin typeface="Noto Sans Malayalam"/>
                <a:cs typeface="Kartika"/>
              </a:rPr>
              <a:t> </a:t>
            </a:r>
            <a:r>
              <a:rPr lang="ml-IN" sz="2000" err="1">
                <a:effectLst/>
                <a:latin typeface="Noto Sans Malayalam"/>
                <a:cs typeface="Kartika"/>
              </a:rPr>
              <a:t>യേശുദേവ</a:t>
            </a:r>
            <a:r>
              <a:rPr lang="en-US" sz="2000">
                <a:effectLst/>
                <a:latin typeface="Noto Sans Malayalam"/>
              </a:rPr>
              <a:t>, </a:t>
            </a:r>
            <a:r>
              <a:rPr lang="ml-IN" sz="2000" err="1">
                <a:effectLst/>
                <a:latin typeface="Noto Sans Malayalam"/>
                <a:cs typeface="Kartika"/>
              </a:rPr>
              <a:t>യേശുദേവ</a:t>
            </a:r>
            <a:r>
              <a:rPr lang="en-US" sz="2000">
                <a:effectLst/>
                <a:latin typeface="Noto Sans Malayalam"/>
              </a:rPr>
              <a:t>! </a:t>
            </a:r>
            <a:endParaRPr lang="en-SG" sz="2000">
              <a:effectLst/>
              <a:latin typeface="Noto Sans Malayalam"/>
            </a:endParaRPr>
          </a:p>
          <a:p>
            <a:pPr algn="ctr"/>
            <a:r>
              <a:rPr lang="ml-IN" sz="2000" dirty="0" err="1">
                <a:latin typeface="Kartika"/>
                <a:cs typeface="Kartika"/>
              </a:rPr>
              <a:t>പരദേവാ</a:t>
            </a:r>
            <a:r>
              <a:rPr lang="ml-IN" sz="2000" dirty="0">
                <a:latin typeface="Kartika"/>
                <a:cs typeface="Kartika"/>
              </a:rPr>
              <a:t> </a:t>
            </a:r>
            <a:r>
              <a:rPr lang="ml-IN" sz="2000" dirty="0" err="1">
                <a:latin typeface="Kartika"/>
                <a:cs typeface="Kartika"/>
              </a:rPr>
              <a:t>സ്വർഗ്ഗ</a:t>
            </a:r>
            <a:r>
              <a:rPr lang="ml-IN" sz="2000" dirty="0">
                <a:latin typeface="Kartika"/>
                <a:cs typeface="Kartika"/>
              </a:rPr>
              <a:t> </a:t>
            </a:r>
            <a:r>
              <a:rPr lang="ml-IN" sz="2000" dirty="0" err="1">
                <a:latin typeface="Kartika"/>
                <a:cs typeface="Kartika"/>
              </a:rPr>
              <a:t>പുരദേവ</a:t>
            </a:r>
            <a:r>
              <a:rPr lang="en-US" sz="2000" dirty="0">
                <a:latin typeface="Kartika"/>
                <a:cs typeface="Kartika"/>
              </a:rPr>
              <a:t>!</a:t>
            </a:r>
          </a:p>
          <a:p>
            <a:pPr algn="ctr">
              <a:lnSpc>
                <a:spcPct val="150000"/>
              </a:lnSpc>
            </a:pPr>
            <a:endParaRPr lang="en-US" sz="2000" dirty="0">
              <a:latin typeface="Noto Sans Malayalam"/>
              <a:cs typeface="Segoe UI"/>
            </a:endParaRPr>
          </a:p>
          <a:p>
            <a:pPr algn="ctr">
              <a:lnSpc>
                <a:spcPct val="150000"/>
              </a:lnSpc>
            </a:pPr>
            <a:endParaRPr lang="en-US" sz="2400">
              <a:highlight>
                <a:srgbClr val="FFFF00"/>
              </a:highlight>
              <a:latin typeface="Segoe UI"/>
              <a:cs typeface="Segoe UI"/>
            </a:endParaRPr>
          </a:p>
        </p:txBody>
      </p:sp>
    </p:spTree>
    <p:extLst>
      <p:ext uri="{BB962C8B-B14F-4D97-AF65-F5344CB8AC3E}">
        <p14:creationId xmlns:p14="http://schemas.microsoft.com/office/powerpoint/2010/main" val="39713910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F9239-B8F4-A251-0D94-8C657B8FC4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05ECEA-6E8B-8685-89E8-ACC1424C1DE9}"/>
              </a:ext>
            </a:extLst>
          </p:cNvPr>
          <p:cNvSpPr>
            <a:spLocks noGrp="1"/>
          </p:cNvSpPr>
          <p:nvPr>
            <p:ph type="title"/>
          </p:nvPr>
        </p:nvSpPr>
        <p:spPr/>
        <p:txBody>
          <a:bodyPr>
            <a:noAutofit/>
          </a:bodyPr>
          <a:lstStyle/>
          <a:p>
            <a:r>
              <a:rPr lang="en-US">
                <a:latin typeface="Segoe UI"/>
                <a:cs typeface="Segoe UI"/>
              </a:rPr>
              <a:t>Holy Communion- Hymn No 103</a:t>
            </a:r>
          </a:p>
        </p:txBody>
      </p:sp>
      <p:sp>
        <p:nvSpPr>
          <p:cNvPr id="6" name="Slide Number Placeholder 3">
            <a:extLst>
              <a:ext uri="{FF2B5EF4-FFF2-40B4-BE49-F238E27FC236}">
                <a16:creationId xmlns:a16="http://schemas.microsoft.com/office/drawing/2014/main" id="{D6493C61-D075-D409-4AEF-93A89AD56FD6}"/>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73</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FFDE3915-8902-9114-00F3-52C4E0473FC4}"/>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Communion 4: 4 of 5</a:t>
            </a:r>
          </a:p>
        </p:txBody>
      </p:sp>
      <p:sp>
        <p:nvSpPr>
          <p:cNvPr id="3" name="Rectangle 2">
            <a:extLst>
              <a:ext uri="{FF2B5EF4-FFF2-40B4-BE49-F238E27FC236}">
                <a16:creationId xmlns:a16="http://schemas.microsoft.com/office/drawing/2014/main" id="{C2E0566D-71C4-714B-C887-74F357B65FBF}"/>
              </a:ext>
            </a:extLst>
          </p:cNvPr>
          <p:cNvSpPr/>
          <p:nvPr/>
        </p:nvSpPr>
        <p:spPr>
          <a:xfrm>
            <a:off x="255033" y="625633"/>
            <a:ext cx="8814501" cy="2454518"/>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2800" err="1">
                <a:latin typeface="Segoe UI"/>
                <a:cs typeface="Arial"/>
              </a:rPr>
              <a:t>shuddh</a:t>
            </a:r>
            <a:r>
              <a:rPr lang="en-US" sz="2800">
                <a:latin typeface="Segoe UI"/>
                <a:cs typeface="Arial"/>
              </a:rPr>
              <a:t> </a:t>
            </a:r>
            <a:r>
              <a:rPr lang="en-US" sz="2800" err="1">
                <a:latin typeface="Segoe UI"/>
                <a:cs typeface="Arial"/>
              </a:rPr>
              <a:t>aathmaavinum</a:t>
            </a:r>
            <a:r>
              <a:rPr lang="en-US" sz="2800">
                <a:latin typeface="Segoe UI"/>
                <a:cs typeface="Arial"/>
              </a:rPr>
              <a:t> </a:t>
            </a:r>
            <a:r>
              <a:rPr lang="en-US" sz="2800" err="1">
                <a:latin typeface="Segoe UI"/>
                <a:cs typeface="Arial"/>
              </a:rPr>
              <a:t>nithyam</a:t>
            </a:r>
            <a:r>
              <a:rPr lang="en-US" sz="2800">
                <a:latin typeface="Segoe UI"/>
                <a:cs typeface="Arial"/>
              </a:rPr>
              <a:t> - halleluiah </a:t>
            </a:r>
            <a:r>
              <a:rPr lang="en-US" sz="2800" err="1">
                <a:latin typeface="Segoe UI"/>
                <a:cs typeface="Arial"/>
              </a:rPr>
              <a:t>parishuddhaathma</a:t>
            </a:r>
            <a:r>
              <a:rPr lang="en-US" sz="2800">
                <a:latin typeface="Segoe UI"/>
                <a:cs typeface="Arial"/>
              </a:rPr>
              <a:t> </a:t>
            </a:r>
            <a:r>
              <a:rPr lang="en-US" sz="2800" dirty="0" err="1">
                <a:latin typeface="Segoe UI"/>
                <a:cs typeface="Arial"/>
              </a:rPr>
              <a:t>devan</a:t>
            </a:r>
            <a:r>
              <a:rPr lang="en-US" sz="2800" dirty="0">
                <a:latin typeface="Segoe UI"/>
                <a:cs typeface="Arial"/>
              </a:rPr>
              <a:t> </a:t>
            </a:r>
            <a:r>
              <a:rPr lang="en-US" sz="2800" dirty="0" err="1">
                <a:latin typeface="Segoe UI"/>
                <a:cs typeface="Arial"/>
              </a:rPr>
              <a:t>ennum</a:t>
            </a:r>
            <a:r>
              <a:rPr lang="en-US" sz="2800" dirty="0">
                <a:latin typeface="Segoe UI"/>
                <a:cs typeface="Arial"/>
              </a:rPr>
              <a:t> </a:t>
            </a:r>
            <a:r>
              <a:rPr lang="en-US" sz="2800">
                <a:latin typeface="Segoe UI"/>
                <a:cs typeface="Arial"/>
              </a:rPr>
              <a:t>halleluiah</a:t>
            </a:r>
            <a:r>
              <a:rPr lang="en-US" sz="2800" dirty="0">
                <a:latin typeface="Segoe UI"/>
                <a:cs typeface="Arial"/>
              </a:rPr>
              <a:t> </a:t>
            </a:r>
            <a:r>
              <a:rPr lang="en-US" sz="2800" dirty="0">
                <a:latin typeface="Segoe UI"/>
                <a:cs typeface="Segoe UI"/>
              </a:rPr>
              <a:t>Amen</a:t>
            </a:r>
            <a:r>
              <a:rPr lang="en-US" sz="2800" dirty="0">
                <a:latin typeface="Segoe UI"/>
                <a:cs typeface="Arial"/>
              </a:rPr>
              <a:t>  </a:t>
            </a:r>
            <a:r>
              <a:rPr lang="en-US" sz="2800">
                <a:latin typeface="Segoe UI"/>
                <a:cs typeface="Arial"/>
              </a:rPr>
              <a:t>(2)</a:t>
            </a:r>
            <a:r>
              <a:rPr lang="en-US" sz="2800" dirty="0">
                <a:latin typeface="Segoe UI"/>
                <a:cs typeface="Arial"/>
              </a:rPr>
              <a:t> </a:t>
            </a:r>
            <a:endParaRPr lang="en-US" dirty="0"/>
          </a:p>
          <a:p>
            <a:pPr algn="ctr"/>
            <a:r>
              <a:rPr lang="en-US" sz="2800" dirty="0" err="1">
                <a:latin typeface="Segoe UI"/>
                <a:cs typeface="Segoe UI"/>
              </a:rPr>
              <a:t>yeshudeva</a:t>
            </a:r>
            <a:r>
              <a:rPr lang="en-US" sz="2800" dirty="0">
                <a:latin typeface="Segoe UI"/>
                <a:cs typeface="Segoe UI"/>
              </a:rPr>
              <a:t>, </a:t>
            </a:r>
            <a:r>
              <a:rPr lang="en-US" sz="2800" dirty="0" err="1">
                <a:latin typeface="Segoe UI"/>
                <a:cs typeface="Segoe UI"/>
              </a:rPr>
              <a:t>yeshudeva</a:t>
            </a:r>
            <a:r>
              <a:rPr lang="en-US" sz="2800" dirty="0">
                <a:latin typeface="Segoe UI"/>
                <a:cs typeface="Segoe UI"/>
              </a:rPr>
              <a:t>! </a:t>
            </a:r>
          </a:p>
          <a:p>
            <a:pPr algn="ctr"/>
            <a:r>
              <a:rPr lang="en-US" sz="2800" dirty="0" err="1">
                <a:latin typeface="Segoe UI"/>
                <a:cs typeface="Segoe UI"/>
              </a:rPr>
              <a:t>paradeva</a:t>
            </a:r>
            <a:r>
              <a:rPr lang="en-US" sz="2800" dirty="0">
                <a:latin typeface="Segoe UI"/>
                <a:cs typeface="Segoe UI"/>
              </a:rPr>
              <a:t>- swarga - </a:t>
            </a:r>
            <a:r>
              <a:rPr lang="en-US" sz="2800" dirty="0" err="1">
                <a:latin typeface="Segoe UI"/>
                <a:cs typeface="Segoe UI"/>
              </a:rPr>
              <a:t>puradeva</a:t>
            </a:r>
            <a:r>
              <a:rPr lang="en-US" sz="2800" dirty="0">
                <a:latin typeface="Segoe UI"/>
                <a:cs typeface="Segoe UI"/>
              </a:rPr>
              <a:t>!</a:t>
            </a:r>
          </a:p>
          <a:p>
            <a:pPr algn="ctr"/>
            <a:endParaRPr lang="en-US" sz="2800" dirty="0">
              <a:latin typeface="Segoe UI"/>
              <a:cs typeface="Segoe UI"/>
            </a:endParaRPr>
          </a:p>
          <a:p>
            <a:pPr algn="ctr"/>
            <a:endParaRPr lang="en-US" dirty="0">
              <a:ea typeface="Calibri"/>
              <a:cs typeface="Calibri"/>
            </a:endParaRPr>
          </a:p>
        </p:txBody>
      </p:sp>
      <p:sp>
        <p:nvSpPr>
          <p:cNvPr id="5" name="Rectangle 4">
            <a:extLst>
              <a:ext uri="{FF2B5EF4-FFF2-40B4-BE49-F238E27FC236}">
                <a16:creationId xmlns:a16="http://schemas.microsoft.com/office/drawing/2014/main" id="{25D65B9C-3FFB-B7E1-79C7-BE869CCEDD50}"/>
              </a:ext>
            </a:extLst>
          </p:cNvPr>
          <p:cNvSpPr/>
          <p:nvPr/>
        </p:nvSpPr>
        <p:spPr>
          <a:xfrm>
            <a:off x="1532771" y="2650690"/>
            <a:ext cx="6795099" cy="2351156"/>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lnSpc>
                <a:spcPct val="150000"/>
              </a:lnSpc>
            </a:pPr>
            <a:r>
              <a:rPr lang="ml-IN" sz="2000" dirty="0">
                <a:effectLst/>
                <a:latin typeface="Noto Sans Malayalam"/>
                <a:cs typeface="Kartika"/>
              </a:rPr>
              <a:t>ശുദ്ധാത്മാവിനും നിത്യം</a:t>
            </a:r>
            <a:r>
              <a:rPr lang="en-US" sz="2000">
                <a:effectLst/>
                <a:latin typeface="Noto Sans Malayalam"/>
              </a:rPr>
              <a:t> </a:t>
            </a:r>
            <a:r>
              <a:rPr lang="ml-IN" sz="2000" dirty="0">
                <a:effectLst/>
                <a:latin typeface="Noto Sans Malayalam"/>
                <a:cs typeface="Kartika"/>
              </a:rPr>
              <a:t>-</a:t>
            </a:r>
            <a:r>
              <a:rPr lang="en-US" sz="2000">
                <a:effectLst/>
                <a:latin typeface="Noto Sans Malayalam"/>
              </a:rPr>
              <a:t> </a:t>
            </a:r>
            <a:r>
              <a:rPr lang="ml-IN" sz="2000" dirty="0" err="1">
                <a:effectLst/>
                <a:latin typeface="Noto Sans Malayalam"/>
                <a:cs typeface="Kartika"/>
              </a:rPr>
              <a:t>ഹല്ലെലുയ്യ</a:t>
            </a:r>
            <a:r>
              <a:rPr lang="ml-IN" sz="2000" dirty="0">
                <a:effectLst/>
                <a:latin typeface="Noto Sans Malayalam"/>
                <a:cs typeface="Kartika"/>
              </a:rPr>
              <a:t> </a:t>
            </a:r>
            <a:r>
              <a:rPr lang="ml-IN" sz="2000" dirty="0" err="1">
                <a:effectLst/>
                <a:latin typeface="Noto Sans Malayalam"/>
                <a:cs typeface="Kartika"/>
              </a:rPr>
              <a:t>പരിശുദ്ധാത്മ</a:t>
            </a:r>
            <a:r>
              <a:rPr lang="en-US" sz="2000">
                <a:effectLst/>
                <a:latin typeface="Noto Sans Malayalam"/>
              </a:rPr>
              <a:t> </a:t>
            </a:r>
            <a:r>
              <a:rPr lang="ml-IN" sz="2000" dirty="0" err="1">
                <a:effectLst/>
                <a:latin typeface="Noto Sans Malayalam"/>
                <a:cs typeface="Kartika"/>
              </a:rPr>
              <a:t>ദേവനെന്നും</a:t>
            </a:r>
            <a:r>
              <a:rPr lang="en-US" sz="2000">
                <a:effectLst/>
                <a:latin typeface="Noto Sans Malayalam"/>
              </a:rPr>
              <a:t> </a:t>
            </a:r>
            <a:r>
              <a:rPr lang="ml-IN" sz="2000" dirty="0" err="1">
                <a:effectLst/>
                <a:latin typeface="Noto Sans Malayalam"/>
                <a:cs typeface="Kartika"/>
              </a:rPr>
              <a:t>ഹല്ലെലുയ</a:t>
            </a:r>
            <a:r>
              <a:rPr lang="en-US" sz="2000">
                <a:effectLst/>
                <a:latin typeface="Noto Sans Malayalam"/>
              </a:rPr>
              <a:t> </a:t>
            </a:r>
            <a:r>
              <a:rPr lang="ml-IN" sz="2000" dirty="0" err="1">
                <a:ea typeface="+mn-lt"/>
                <a:cs typeface="+mn-lt"/>
              </a:rPr>
              <a:t>ആമേ</a:t>
            </a:r>
            <a:r>
              <a:rPr lang="ml-IN" sz="2000" dirty="0">
                <a:ea typeface="+mn-lt"/>
                <a:cs typeface="+mn-lt"/>
              </a:rPr>
              <a:t>ൻ</a:t>
            </a:r>
            <a:r>
              <a:rPr lang="ml-IN" sz="2000" dirty="0">
                <a:latin typeface="Calibri"/>
                <a:ea typeface="Calibri"/>
                <a:cs typeface="Kartika"/>
              </a:rPr>
              <a:t> </a:t>
            </a:r>
            <a:r>
              <a:rPr lang="en-US" sz="2000">
                <a:latin typeface="Noto Sans Malayalam"/>
              </a:rPr>
              <a:t>(2)</a:t>
            </a:r>
            <a:endParaRPr lang="ml-IN" sz="2000" dirty="0">
              <a:latin typeface="Noto Sans Malayalam"/>
              <a:cs typeface="Kartika"/>
            </a:endParaRPr>
          </a:p>
          <a:p>
            <a:pPr algn="ctr">
              <a:lnSpc>
                <a:spcPct val="150000"/>
              </a:lnSpc>
            </a:pPr>
            <a:r>
              <a:rPr lang="ml-IN" sz="2000" dirty="0" err="1">
                <a:latin typeface="Segoe UI"/>
                <a:cs typeface="Segoe UI"/>
              </a:rPr>
              <a:t>യേശുദേവ</a:t>
            </a:r>
            <a:r>
              <a:rPr lang="en-US" sz="2000" dirty="0">
                <a:latin typeface="Segoe UI"/>
                <a:cs typeface="Segoe UI"/>
              </a:rPr>
              <a:t>, </a:t>
            </a:r>
            <a:r>
              <a:rPr lang="ml-IN" sz="2000" dirty="0" err="1">
                <a:latin typeface="Segoe UI"/>
                <a:cs typeface="Segoe UI"/>
              </a:rPr>
              <a:t>യേശുദേവ</a:t>
            </a:r>
            <a:r>
              <a:rPr lang="en-US" sz="2000" dirty="0">
                <a:latin typeface="Segoe UI"/>
                <a:cs typeface="Segoe UI"/>
              </a:rPr>
              <a:t>! </a:t>
            </a:r>
            <a:endParaRPr lang="en-SG" sz="2000" dirty="0">
              <a:latin typeface="Segoe UI"/>
              <a:cs typeface="Segoe UI"/>
            </a:endParaRPr>
          </a:p>
          <a:p>
            <a:pPr algn="ctr"/>
            <a:r>
              <a:rPr lang="ml-IN" sz="2000" dirty="0" err="1">
                <a:latin typeface="Kartika"/>
                <a:cs typeface="Kartika"/>
              </a:rPr>
              <a:t>പരദേവാ</a:t>
            </a:r>
            <a:r>
              <a:rPr lang="ml-IN" sz="2000" dirty="0">
                <a:latin typeface="Kartika"/>
                <a:cs typeface="Kartika"/>
              </a:rPr>
              <a:t> </a:t>
            </a:r>
            <a:r>
              <a:rPr lang="ml-IN" sz="2000" dirty="0" err="1">
                <a:latin typeface="Kartika"/>
                <a:cs typeface="Kartika"/>
              </a:rPr>
              <a:t>സ്വർഗ്ഗ</a:t>
            </a:r>
            <a:r>
              <a:rPr lang="ml-IN" sz="2000" dirty="0">
                <a:latin typeface="Kartika"/>
                <a:cs typeface="Kartika"/>
              </a:rPr>
              <a:t> </a:t>
            </a:r>
            <a:r>
              <a:rPr lang="ml-IN" sz="2000" dirty="0" err="1">
                <a:latin typeface="Kartika"/>
                <a:cs typeface="Kartika"/>
              </a:rPr>
              <a:t>പുരദേവ</a:t>
            </a:r>
            <a:r>
              <a:rPr lang="en-US" sz="2000" dirty="0">
                <a:latin typeface="Kartika"/>
                <a:cs typeface="Kartika"/>
              </a:rPr>
              <a:t>!</a:t>
            </a:r>
          </a:p>
          <a:p>
            <a:pPr algn="ctr">
              <a:lnSpc>
                <a:spcPct val="150000"/>
              </a:lnSpc>
            </a:pPr>
            <a:endParaRPr lang="en-US" sz="2800">
              <a:highlight>
                <a:srgbClr val="FFFF00"/>
              </a:highlight>
              <a:latin typeface="Segoe UI"/>
              <a:cs typeface="Segoe UI"/>
            </a:endParaRPr>
          </a:p>
        </p:txBody>
      </p:sp>
    </p:spTree>
    <p:extLst>
      <p:ext uri="{BB962C8B-B14F-4D97-AF65-F5344CB8AC3E}">
        <p14:creationId xmlns:p14="http://schemas.microsoft.com/office/powerpoint/2010/main" val="34248243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F8042-B1A7-E6DD-DB26-25483CB231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6C36BE-458F-A65F-7E05-0B21C98832D8}"/>
              </a:ext>
            </a:extLst>
          </p:cNvPr>
          <p:cNvSpPr>
            <a:spLocks noGrp="1"/>
          </p:cNvSpPr>
          <p:nvPr>
            <p:ph type="title"/>
          </p:nvPr>
        </p:nvSpPr>
        <p:spPr/>
        <p:txBody>
          <a:bodyPr>
            <a:noAutofit/>
          </a:bodyPr>
          <a:lstStyle/>
          <a:p>
            <a:r>
              <a:rPr lang="en-US">
                <a:latin typeface="Segoe UI"/>
                <a:cs typeface="Segoe UI"/>
              </a:rPr>
              <a:t>Holy Communion- Hymn No 103</a:t>
            </a:r>
          </a:p>
        </p:txBody>
      </p:sp>
      <p:sp>
        <p:nvSpPr>
          <p:cNvPr id="6" name="Slide Number Placeholder 3">
            <a:extLst>
              <a:ext uri="{FF2B5EF4-FFF2-40B4-BE49-F238E27FC236}">
                <a16:creationId xmlns:a16="http://schemas.microsoft.com/office/drawing/2014/main" id="{5BDB5DAC-6E59-41C4-A638-CB8E9BC0C345}"/>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74</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8E7262AF-B772-923C-9CF1-511381A5A067}"/>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Communion 4: 5 of 5</a:t>
            </a:r>
          </a:p>
        </p:txBody>
      </p:sp>
      <p:sp>
        <p:nvSpPr>
          <p:cNvPr id="3" name="Rectangle 2">
            <a:extLst>
              <a:ext uri="{FF2B5EF4-FFF2-40B4-BE49-F238E27FC236}">
                <a16:creationId xmlns:a16="http://schemas.microsoft.com/office/drawing/2014/main" id="{665BE3F6-8737-E7F0-EB18-BBEF2F8DF639}"/>
              </a:ext>
            </a:extLst>
          </p:cNvPr>
          <p:cNvSpPr/>
          <p:nvPr/>
        </p:nvSpPr>
        <p:spPr>
          <a:xfrm>
            <a:off x="1581338" y="619981"/>
            <a:ext cx="6282501" cy="1815882"/>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2800" err="1">
                <a:latin typeface="Segoe UI"/>
                <a:cs typeface="Arial"/>
              </a:rPr>
              <a:t>paradeva</a:t>
            </a:r>
            <a:r>
              <a:rPr lang="en-US" sz="2800">
                <a:latin typeface="Segoe UI"/>
                <a:cs typeface="Arial"/>
              </a:rPr>
              <a:t>- swarga- </a:t>
            </a:r>
            <a:r>
              <a:rPr lang="en-US" sz="2800" err="1">
                <a:latin typeface="Segoe UI"/>
                <a:cs typeface="Arial"/>
              </a:rPr>
              <a:t>puradeva</a:t>
            </a:r>
            <a:r>
              <a:rPr lang="en-US" sz="2800">
                <a:latin typeface="Segoe UI"/>
                <a:cs typeface="Arial"/>
              </a:rPr>
              <a:t>! </a:t>
            </a:r>
          </a:p>
          <a:p>
            <a:pPr algn="ctr"/>
            <a:r>
              <a:rPr lang="en-US" sz="2800" err="1">
                <a:latin typeface="Segoe UI"/>
                <a:cs typeface="Arial"/>
              </a:rPr>
              <a:t>bahuvaradeva</a:t>
            </a:r>
            <a:r>
              <a:rPr lang="en-US" sz="2800">
                <a:latin typeface="Segoe UI"/>
                <a:cs typeface="Arial"/>
              </a:rPr>
              <a:t>! </a:t>
            </a:r>
            <a:r>
              <a:rPr lang="en-US" sz="2800" err="1">
                <a:latin typeface="Segoe UI"/>
                <a:cs typeface="Arial"/>
              </a:rPr>
              <a:t>panka</a:t>
            </a:r>
            <a:r>
              <a:rPr lang="en-US" sz="2800">
                <a:latin typeface="Segoe UI"/>
                <a:cs typeface="Arial"/>
              </a:rPr>
              <a:t>- </a:t>
            </a:r>
            <a:r>
              <a:rPr lang="en-US" sz="2800" err="1">
                <a:latin typeface="Segoe UI"/>
                <a:cs typeface="Arial"/>
              </a:rPr>
              <a:t>haradeva</a:t>
            </a:r>
            <a:r>
              <a:rPr lang="en-US" sz="2800">
                <a:latin typeface="Segoe UI"/>
                <a:cs typeface="Arial"/>
              </a:rPr>
              <a:t>! (2) </a:t>
            </a:r>
            <a:r>
              <a:rPr lang="en-US" sz="2800" err="1">
                <a:latin typeface="Segoe UI"/>
                <a:cs typeface="Arial"/>
              </a:rPr>
              <a:t>yeshudeva</a:t>
            </a:r>
            <a:r>
              <a:rPr lang="en-US" sz="2800">
                <a:latin typeface="Segoe UI"/>
                <a:cs typeface="Arial"/>
              </a:rPr>
              <a:t>, </a:t>
            </a:r>
            <a:r>
              <a:rPr lang="en-US" sz="2800" err="1">
                <a:latin typeface="Segoe UI"/>
                <a:cs typeface="Arial"/>
              </a:rPr>
              <a:t>yeshudeva</a:t>
            </a:r>
            <a:r>
              <a:rPr lang="en-US" sz="2800">
                <a:latin typeface="Segoe UI"/>
                <a:cs typeface="Arial"/>
              </a:rPr>
              <a:t>!</a:t>
            </a:r>
          </a:p>
          <a:p>
            <a:pPr algn="ctr"/>
            <a:r>
              <a:rPr lang="en-US" sz="2800" err="1">
                <a:latin typeface="Segoe UI"/>
                <a:cs typeface="Arial"/>
              </a:rPr>
              <a:t>paradeva</a:t>
            </a:r>
            <a:r>
              <a:rPr lang="en-US" sz="2800">
                <a:latin typeface="Segoe UI"/>
                <a:cs typeface="Arial"/>
              </a:rPr>
              <a:t> swarga </a:t>
            </a:r>
            <a:r>
              <a:rPr lang="en-US" sz="2800" err="1">
                <a:latin typeface="Segoe UI"/>
                <a:cs typeface="Arial"/>
              </a:rPr>
              <a:t>puradeva</a:t>
            </a:r>
            <a:endParaRPr lang="en-US" sz="2800">
              <a:latin typeface="Segoe UI"/>
              <a:cs typeface="Segoe UI"/>
            </a:endParaRPr>
          </a:p>
        </p:txBody>
      </p:sp>
      <p:sp>
        <p:nvSpPr>
          <p:cNvPr id="5" name="Rectangle 4">
            <a:extLst>
              <a:ext uri="{FF2B5EF4-FFF2-40B4-BE49-F238E27FC236}">
                <a16:creationId xmlns:a16="http://schemas.microsoft.com/office/drawing/2014/main" id="{9F5C4939-E2A7-C25F-3FE7-2F6ACF9BAD4E}"/>
              </a:ext>
            </a:extLst>
          </p:cNvPr>
          <p:cNvSpPr/>
          <p:nvPr/>
        </p:nvSpPr>
        <p:spPr>
          <a:xfrm>
            <a:off x="1968536" y="2694731"/>
            <a:ext cx="5493636" cy="1900520"/>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lnSpc>
                <a:spcPct val="150000"/>
              </a:lnSpc>
            </a:pPr>
            <a:r>
              <a:rPr lang="ml-IN" sz="2000" dirty="0" err="1">
                <a:effectLst/>
                <a:latin typeface="Noto Sans Malayalam"/>
                <a:cs typeface="Kartika"/>
              </a:rPr>
              <a:t>പരദേവാ</a:t>
            </a:r>
            <a:r>
              <a:rPr lang="en-US" sz="2000">
                <a:effectLst/>
                <a:latin typeface="Noto Sans Malayalam"/>
              </a:rPr>
              <a:t> - </a:t>
            </a:r>
            <a:r>
              <a:rPr lang="ml-IN" sz="2000" dirty="0" err="1">
                <a:effectLst/>
                <a:latin typeface="Noto Sans Malayalam"/>
                <a:cs typeface="Kartika"/>
              </a:rPr>
              <a:t>സ്വർഗ്ഗ</a:t>
            </a:r>
            <a:r>
              <a:rPr lang="en-US" sz="2000">
                <a:effectLst/>
                <a:latin typeface="Noto Sans Malayalam"/>
              </a:rPr>
              <a:t> - </a:t>
            </a:r>
            <a:r>
              <a:rPr lang="ml-IN" sz="2000" dirty="0" err="1">
                <a:effectLst/>
                <a:latin typeface="Noto Sans Malayalam"/>
                <a:cs typeface="Kartika"/>
              </a:rPr>
              <a:t>പുരദേവ</a:t>
            </a:r>
            <a:r>
              <a:rPr lang="en-US" sz="2000">
                <a:effectLst/>
                <a:latin typeface="Noto Sans Malayalam"/>
              </a:rPr>
              <a:t>!</a:t>
            </a:r>
            <a:r>
              <a:rPr lang="ml-IN" sz="2000" dirty="0">
                <a:effectLst/>
                <a:latin typeface="Noto Sans Malayalam"/>
                <a:cs typeface="Kartika"/>
              </a:rPr>
              <a:t> </a:t>
            </a:r>
            <a:endParaRPr lang="en-US" sz="2000">
              <a:effectLst/>
              <a:latin typeface="Noto Sans Malayalam"/>
              <a:cs typeface="Kartika"/>
            </a:endParaRPr>
          </a:p>
          <a:p>
            <a:pPr algn="ctr">
              <a:lnSpc>
                <a:spcPct val="150000"/>
              </a:lnSpc>
            </a:pPr>
            <a:r>
              <a:rPr lang="ml-IN" sz="2000" dirty="0">
                <a:effectLst/>
                <a:latin typeface="Noto Sans Malayalam"/>
                <a:cs typeface="Kartika"/>
              </a:rPr>
              <a:t>ബഹു </a:t>
            </a:r>
            <a:r>
              <a:rPr lang="ml-IN" sz="2000" dirty="0" err="1">
                <a:effectLst/>
                <a:latin typeface="Noto Sans Malayalam"/>
                <a:cs typeface="Kartika"/>
              </a:rPr>
              <a:t>വരദേവാ</a:t>
            </a:r>
            <a:r>
              <a:rPr lang="ml-IN" sz="2000" dirty="0">
                <a:effectLst/>
                <a:latin typeface="Noto Sans Malayalam"/>
                <a:cs typeface="Kartika"/>
              </a:rPr>
              <a:t> </a:t>
            </a:r>
            <a:r>
              <a:rPr lang="ml-IN" sz="2000" dirty="0" err="1">
                <a:effectLst/>
                <a:latin typeface="Noto Sans Malayalam"/>
                <a:cs typeface="Kartika"/>
              </a:rPr>
              <a:t>പങ്കഹരദേവ</a:t>
            </a:r>
            <a:r>
              <a:rPr lang="en-US" sz="2000">
                <a:effectLst/>
                <a:latin typeface="Noto Sans Malayalam"/>
              </a:rPr>
              <a:t>! (2)</a:t>
            </a:r>
            <a:r>
              <a:rPr lang="ml-IN" sz="2000" dirty="0">
                <a:effectLst/>
                <a:latin typeface="Noto Sans Malayalam"/>
                <a:cs typeface="Kartika"/>
              </a:rPr>
              <a:t> </a:t>
            </a:r>
            <a:endParaRPr lang="en-US" sz="2000">
              <a:effectLst/>
              <a:latin typeface="Noto Sans Malayalam"/>
              <a:cs typeface="Kartika"/>
            </a:endParaRPr>
          </a:p>
          <a:p>
            <a:pPr algn="ctr">
              <a:lnSpc>
                <a:spcPct val="150000"/>
              </a:lnSpc>
            </a:pPr>
            <a:r>
              <a:rPr lang="ml-IN" sz="2000" dirty="0" err="1">
                <a:effectLst/>
                <a:latin typeface="Noto Sans Malayalam"/>
                <a:cs typeface="Kartika"/>
              </a:rPr>
              <a:t>യേശുദേവാ</a:t>
            </a:r>
            <a:r>
              <a:rPr lang="en-US" sz="2000">
                <a:effectLst/>
                <a:latin typeface="Noto Sans Malayalam"/>
              </a:rPr>
              <a:t>, </a:t>
            </a:r>
            <a:r>
              <a:rPr lang="ml-IN" sz="2000" dirty="0" err="1">
                <a:effectLst/>
                <a:latin typeface="Noto Sans Malayalam"/>
                <a:cs typeface="Kartika"/>
              </a:rPr>
              <a:t>യേശുദേവാ</a:t>
            </a:r>
            <a:r>
              <a:rPr lang="en-US" sz="2000">
                <a:effectLst/>
                <a:latin typeface="Noto Sans Malayalam"/>
              </a:rPr>
              <a:t>!</a:t>
            </a:r>
            <a:endParaRPr lang="en-SG" sz="2000">
              <a:effectLst/>
              <a:latin typeface="Noto Sans Malayalam"/>
            </a:endParaRPr>
          </a:p>
          <a:p>
            <a:pPr algn="ctr">
              <a:lnSpc>
                <a:spcPct val="150000"/>
              </a:lnSpc>
            </a:pPr>
            <a:r>
              <a:rPr lang="ml-IN" sz="2000" dirty="0" err="1">
                <a:latin typeface="Noto Sans Malayalam"/>
                <a:cs typeface="Kartika"/>
              </a:rPr>
              <a:t>പരദേവാ</a:t>
            </a:r>
            <a:r>
              <a:rPr lang="ml-IN" sz="2000" dirty="0">
                <a:effectLst/>
                <a:latin typeface="Noto Sans Malayalam"/>
                <a:cs typeface="Kartika"/>
              </a:rPr>
              <a:t> </a:t>
            </a:r>
            <a:r>
              <a:rPr lang="ml-IN" sz="2000" dirty="0" err="1">
                <a:effectLst/>
                <a:latin typeface="Noto Sans Malayalam"/>
                <a:cs typeface="Kartika"/>
              </a:rPr>
              <a:t>സ്വർഗ്ഗ</a:t>
            </a:r>
            <a:r>
              <a:rPr lang="ml-IN" sz="2000" dirty="0">
                <a:effectLst/>
                <a:latin typeface="Noto Sans Malayalam"/>
                <a:cs typeface="Kartika"/>
              </a:rPr>
              <a:t> </a:t>
            </a:r>
            <a:r>
              <a:rPr lang="ml-IN" sz="2000" dirty="0" err="1">
                <a:effectLst/>
                <a:latin typeface="Noto Sans Malayalam"/>
                <a:cs typeface="Kartika"/>
              </a:rPr>
              <a:t>പുരദേവ</a:t>
            </a:r>
            <a:r>
              <a:rPr lang="ml-IN" sz="2000" dirty="0">
                <a:effectLst/>
                <a:latin typeface="Noto Sans Malayalam"/>
                <a:cs typeface="Kartika"/>
              </a:rPr>
              <a:t> </a:t>
            </a:r>
            <a:endParaRPr lang="en-US" sz="2800" dirty="0">
              <a:highlight>
                <a:srgbClr val="FFFF00"/>
              </a:highlight>
              <a:latin typeface="Bodoni MT Poster Compressed" panose="02070706080601050204" pitchFamily="18" charset="0"/>
              <a:cs typeface="Kartika"/>
            </a:endParaRPr>
          </a:p>
        </p:txBody>
      </p:sp>
    </p:spTree>
    <p:extLst>
      <p:ext uri="{BB962C8B-B14F-4D97-AF65-F5344CB8AC3E}">
        <p14:creationId xmlns:p14="http://schemas.microsoft.com/office/powerpoint/2010/main" val="68800167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84BF6-A4BC-6E0B-2D8E-246673DF0C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A354EB-FF23-D535-0808-74E04515FC87}"/>
              </a:ext>
            </a:extLst>
          </p:cNvPr>
          <p:cNvSpPr>
            <a:spLocks noGrp="1"/>
          </p:cNvSpPr>
          <p:nvPr>
            <p:ph type="title"/>
          </p:nvPr>
        </p:nvSpPr>
        <p:spPr/>
        <p:txBody>
          <a:bodyPr/>
          <a:lstStyle/>
          <a:p>
            <a:r>
              <a:rPr lang="en-US">
                <a:latin typeface="+mn-lt"/>
                <a:cs typeface="Segoe UI"/>
              </a:rPr>
              <a:t>Holy Communion – </a:t>
            </a:r>
            <a:r>
              <a:rPr lang="en-US">
                <a:solidFill>
                  <a:prstClr val="black"/>
                </a:solidFill>
                <a:latin typeface="+mn-lt"/>
                <a:cs typeface="Segoe UI"/>
              </a:rPr>
              <a:t>En </a:t>
            </a:r>
            <a:r>
              <a:rPr lang="en-US" err="1">
                <a:solidFill>
                  <a:prstClr val="black"/>
                </a:solidFill>
                <a:latin typeface="+mn-lt"/>
                <a:cs typeface="Segoe UI"/>
              </a:rPr>
              <a:t>yeshu</a:t>
            </a:r>
            <a:r>
              <a:rPr lang="en-US">
                <a:solidFill>
                  <a:prstClr val="black"/>
                </a:solidFill>
                <a:latin typeface="+mn-lt"/>
                <a:cs typeface="Segoe UI"/>
              </a:rPr>
              <a:t> </a:t>
            </a:r>
            <a:r>
              <a:rPr lang="en-US" err="1">
                <a:solidFill>
                  <a:prstClr val="black"/>
                </a:solidFill>
                <a:latin typeface="+mn-lt"/>
                <a:cs typeface="Segoe UI"/>
              </a:rPr>
              <a:t>allathenikku</a:t>
            </a:r>
            <a:endParaRPr lang="en-US">
              <a:solidFill>
                <a:prstClr val="black"/>
              </a:solidFill>
              <a:latin typeface="Segoe UI"/>
              <a:ea typeface="Calibri"/>
            </a:endParaRPr>
          </a:p>
        </p:txBody>
      </p:sp>
      <p:pic>
        <p:nvPicPr>
          <p:cNvPr id="4" name="Picture 3" descr="A picture containing wall, indoor, table, decorated&#10;&#10;Description automatically generated">
            <a:extLst>
              <a:ext uri="{FF2B5EF4-FFF2-40B4-BE49-F238E27FC236}">
                <a16:creationId xmlns:a16="http://schemas.microsoft.com/office/drawing/2014/main" id="{2022D84F-2B80-F091-B62A-65C3F513D5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30000" y="705624"/>
            <a:ext cx="6084000" cy="405726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17527786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54717-AAD0-5AD8-592B-181597CDA5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DF2C2A-FD10-1636-1F20-AA4FE3AD9810}"/>
              </a:ext>
            </a:extLst>
          </p:cNvPr>
          <p:cNvSpPr>
            <a:spLocks noGrp="1"/>
          </p:cNvSpPr>
          <p:nvPr>
            <p:ph type="title"/>
          </p:nvPr>
        </p:nvSpPr>
        <p:spPr/>
        <p:txBody>
          <a:bodyPr>
            <a:noAutofit/>
          </a:bodyPr>
          <a:lstStyle/>
          <a:p>
            <a:r>
              <a:rPr lang="en-US">
                <a:latin typeface="Segoe UI" panose="020B0502040204020203" pitchFamily="34" charset="0"/>
              </a:rPr>
              <a:t>Holy Communion – En </a:t>
            </a:r>
            <a:r>
              <a:rPr lang="en-US" err="1">
                <a:latin typeface="Segoe UI" panose="020B0502040204020203" pitchFamily="34" charset="0"/>
              </a:rPr>
              <a:t>yeshu</a:t>
            </a:r>
            <a:r>
              <a:rPr lang="en-US">
                <a:latin typeface="Segoe UI" panose="020B0502040204020203" pitchFamily="34" charset="0"/>
              </a:rPr>
              <a:t> </a:t>
            </a:r>
            <a:r>
              <a:rPr lang="en-US" err="1">
                <a:latin typeface="Segoe UI" panose="020B0502040204020203" pitchFamily="34" charset="0"/>
              </a:rPr>
              <a:t>allathenikku</a:t>
            </a:r>
            <a:endParaRPr lang="en-US">
              <a:latin typeface="Segoe UI" panose="020B0502040204020203" pitchFamily="34" charset="0"/>
            </a:endParaRPr>
          </a:p>
        </p:txBody>
      </p:sp>
      <p:sp>
        <p:nvSpPr>
          <p:cNvPr id="6" name="Slide Number Placeholder 3">
            <a:extLst>
              <a:ext uri="{FF2B5EF4-FFF2-40B4-BE49-F238E27FC236}">
                <a16:creationId xmlns:a16="http://schemas.microsoft.com/office/drawing/2014/main" id="{20FA8F6A-55BD-6229-507F-500D11C1E093}"/>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76</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038D3218-338A-BDD1-2B56-E8E61AFDDE32}"/>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Communion 5: 1 of 3</a:t>
            </a:r>
          </a:p>
        </p:txBody>
      </p:sp>
      <p:sp>
        <p:nvSpPr>
          <p:cNvPr id="3" name="Rectangle 2">
            <a:extLst>
              <a:ext uri="{FF2B5EF4-FFF2-40B4-BE49-F238E27FC236}">
                <a16:creationId xmlns:a16="http://schemas.microsoft.com/office/drawing/2014/main" id="{F8E060D1-B40B-E1E5-A80F-9C6428879BB3}"/>
              </a:ext>
            </a:extLst>
          </p:cNvPr>
          <p:cNvSpPr/>
          <p:nvPr/>
        </p:nvSpPr>
        <p:spPr>
          <a:xfrm>
            <a:off x="722529" y="629272"/>
            <a:ext cx="7698941" cy="5170646"/>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buNone/>
            </a:pPr>
            <a:r>
              <a:rPr lang="en-US" sz="2400" kern="100" dirty="0" err="1">
                <a:effectLst/>
                <a:latin typeface="Seogue UI"/>
                <a:ea typeface="Calibri"/>
                <a:cs typeface="Times New Roman"/>
              </a:rPr>
              <a:t>en</a:t>
            </a:r>
            <a:r>
              <a:rPr lang="en-US" sz="2400" kern="100" dirty="0">
                <a:effectLst/>
                <a:latin typeface="Seogue UI"/>
                <a:ea typeface="Calibri"/>
                <a:cs typeface="Times New Roman"/>
              </a:rPr>
              <a:t> </a:t>
            </a:r>
            <a:r>
              <a:rPr lang="en-US" sz="2400" kern="100" dirty="0" err="1">
                <a:effectLst/>
                <a:latin typeface="Seogue UI"/>
                <a:ea typeface="Calibri"/>
                <a:cs typeface="Times New Roman"/>
              </a:rPr>
              <a:t>yeshu</a:t>
            </a:r>
            <a:r>
              <a:rPr lang="en-US" sz="2400" kern="100" dirty="0">
                <a:effectLst/>
                <a:latin typeface="Seogue UI"/>
                <a:ea typeface="Calibri"/>
                <a:cs typeface="Times New Roman"/>
              </a:rPr>
              <a:t> </a:t>
            </a:r>
            <a:r>
              <a:rPr lang="en-US" sz="2400" kern="100" dirty="0" err="1">
                <a:effectLst/>
                <a:latin typeface="Seogue UI"/>
                <a:ea typeface="Calibri"/>
                <a:cs typeface="Times New Roman"/>
              </a:rPr>
              <a:t>allaathillenikkoraashrayam</a:t>
            </a:r>
            <a:r>
              <a:rPr lang="en-US" sz="2400" kern="100" dirty="0">
                <a:effectLst/>
                <a:latin typeface="Seogue UI"/>
                <a:ea typeface="Calibri"/>
                <a:cs typeface="Times New Roman"/>
              </a:rPr>
              <a:t> </a:t>
            </a:r>
            <a:r>
              <a:rPr lang="en-US" sz="2400" kern="100" dirty="0" err="1">
                <a:effectLst/>
                <a:latin typeface="Seogue UI"/>
                <a:ea typeface="Calibri"/>
                <a:cs typeface="Times New Roman"/>
              </a:rPr>
              <a:t>bhoovil</a:t>
            </a:r>
            <a:endParaRPr lang="en-SG" sz="2400" kern="100" dirty="0">
              <a:effectLst/>
              <a:latin typeface="Seogue UI"/>
              <a:ea typeface="Calibri"/>
              <a:cs typeface="Times New Roman"/>
            </a:endParaRPr>
          </a:p>
          <a:p>
            <a:pPr>
              <a:buNone/>
            </a:pPr>
            <a:r>
              <a:rPr lang="en-US" sz="2400" kern="100" dirty="0" err="1">
                <a:effectLst/>
                <a:latin typeface="Seogue UI"/>
                <a:ea typeface="Calibri"/>
                <a:cs typeface="Times New Roman"/>
              </a:rPr>
              <a:t>nin</a:t>
            </a:r>
            <a:r>
              <a:rPr lang="en-US" sz="2400" kern="100" dirty="0">
                <a:effectLst/>
                <a:latin typeface="Seogue UI"/>
                <a:ea typeface="Calibri"/>
                <a:cs typeface="Times New Roman"/>
              </a:rPr>
              <a:t> </a:t>
            </a:r>
            <a:r>
              <a:rPr lang="en-US" sz="2400" kern="100" dirty="0" err="1">
                <a:effectLst/>
                <a:latin typeface="Seogue UI"/>
                <a:ea typeface="Calibri"/>
                <a:cs typeface="Times New Roman"/>
              </a:rPr>
              <a:t>maarvvilallaathillenikku</a:t>
            </a:r>
            <a:r>
              <a:rPr lang="en-US" sz="2400" kern="100" dirty="0">
                <a:effectLst/>
                <a:latin typeface="Seogue UI"/>
                <a:ea typeface="Calibri"/>
                <a:cs typeface="Times New Roman"/>
              </a:rPr>
              <a:t> </a:t>
            </a:r>
            <a:r>
              <a:rPr lang="en-US" sz="2400" kern="100" dirty="0" err="1">
                <a:effectLst/>
                <a:latin typeface="Seogue UI"/>
                <a:ea typeface="Calibri"/>
                <a:cs typeface="Times New Roman"/>
              </a:rPr>
              <a:t>vishramam</a:t>
            </a:r>
            <a:r>
              <a:rPr lang="en-US" sz="2400" kern="100" dirty="0">
                <a:effectLst/>
                <a:latin typeface="Seogue UI"/>
                <a:ea typeface="Calibri"/>
                <a:cs typeface="Times New Roman"/>
              </a:rPr>
              <a:t> </a:t>
            </a:r>
            <a:r>
              <a:rPr lang="en-US" sz="2400" kern="100" dirty="0" err="1">
                <a:effectLst/>
                <a:latin typeface="Seogue UI"/>
                <a:ea typeface="Calibri"/>
                <a:cs typeface="Times New Roman"/>
              </a:rPr>
              <a:t>vere</a:t>
            </a:r>
            <a:endParaRPr lang="en-SG" sz="2400" kern="100" dirty="0">
              <a:effectLst/>
              <a:latin typeface="Seogue UI"/>
              <a:ea typeface="Calibri"/>
              <a:cs typeface="Times New Roman"/>
            </a:endParaRPr>
          </a:p>
          <a:p>
            <a:pPr>
              <a:buNone/>
            </a:pPr>
            <a:r>
              <a:rPr lang="en-US" sz="2400" kern="100" dirty="0">
                <a:effectLst/>
                <a:latin typeface="Seogue UI"/>
                <a:ea typeface="Calibri"/>
                <a:cs typeface="Times New Roman"/>
              </a:rPr>
              <a:t>ee </a:t>
            </a:r>
            <a:r>
              <a:rPr lang="en-US" sz="2400" kern="100" dirty="0" err="1">
                <a:effectLst/>
                <a:latin typeface="Seogue UI"/>
                <a:ea typeface="Calibri"/>
                <a:cs typeface="Times New Roman"/>
              </a:rPr>
              <a:t>paarilum</a:t>
            </a:r>
            <a:r>
              <a:rPr lang="en-US" sz="2400" kern="100" dirty="0">
                <a:effectLst/>
                <a:latin typeface="Seogue UI"/>
                <a:ea typeface="Calibri"/>
                <a:cs typeface="Times New Roman"/>
              </a:rPr>
              <a:t> </a:t>
            </a:r>
            <a:r>
              <a:rPr lang="en-US" sz="2400" kern="100" dirty="0" err="1">
                <a:effectLst/>
                <a:latin typeface="Seogue UI"/>
                <a:ea typeface="Calibri"/>
                <a:cs typeface="Times New Roman"/>
              </a:rPr>
              <a:t>parathilum</a:t>
            </a:r>
            <a:r>
              <a:rPr lang="en-US" sz="2400" kern="100" dirty="0">
                <a:effectLst/>
                <a:latin typeface="Seogue UI"/>
                <a:ea typeface="Calibri"/>
                <a:cs typeface="Times New Roman"/>
              </a:rPr>
              <a:t>, </a:t>
            </a:r>
            <a:r>
              <a:rPr lang="en-US" sz="2400" kern="100" dirty="0" err="1">
                <a:effectLst/>
                <a:latin typeface="Seogue UI"/>
                <a:ea typeface="Calibri"/>
                <a:cs typeface="Times New Roman"/>
              </a:rPr>
              <a:t>nisthulyan</a:t>
            </a:r>
            <a:r>
              <a:rPr lang="en-US" sz="2400" kern="100" dirty="0">
                <a:effectLst/>
                <a:latin typeface="Seogue UI"/>
                <a:ea typeface="Calibri"/>
                <a:cs typeface="Times New Roman"/>
              </a:rPr>
              <a:t> </a:t>
            </a:r>
            <a:r>
              <a:rPr lang="en-US" sz="2400" kern="100" dirty="0" err="1">
                <a:effectLst/>
                <a:latin typeface="Seogue UI"/>
                <a:ea typeface="Calibri"/>
                <a:cs typeface="Times New Roman"/>
              </a:rPr>
              <a:t>en</a:t>
            </a:r>
            <a:r>
              <a:rPr lang="en-US" sz="2400" kern="100" dirty="0">
                <a:effectLst/>
                <a:latin typeface="Seogue UI"/>
                <a:ea typeface="Calibri"/>
                <a:cs typeface="Times New Roman"/>
              </a:rPr>
              <a:t> </a:t>
            </a:r>
            <a:r>
              <a:rPr lang="en-US" sz="2400" kern="100" dirty="0" err="1">
                <a:effectLst/>
                <a:latin typeface="Seogue UI"/>
                <a:ea typeface="Calibri"/>
                <a:cs typeface="Times New Roman"/>
              </a:rPr>
              <a:t>priyan</a:t>
            </a:r>
            <a:endParaRPr lang="en-US" sz="2400" kern="100" dirty="0">
              <a:latin typeface="Seogue UI"/>
              <a:ea typeface="Calibri"/>
              <a:cs typeface="Times New Roman"/>
            </a:endParaRPr>
          </a:p>
          <a:p>
            <a:pPr>
              <a:buNone/>
            </a:pPr>
            <a:r>
              <a:rPr lang="en-SG" sz="2400" kern="100" dirty="0">
                <a:latin typeface="Seogue UI"/>
                <a:ea typeface="Calibri"/>
                <a:cs typeface="Times New Roman"/>
              </a:rPr>
              <a:t>	</a:t>
            </a:r>
            <a:r>
              <a:rPr lang="en-US" sz="2400" i="1" kern="100" err="1">
                <a:solidFill>
                  <a:srgbClr val="800000"/>
                </a:solidFill>
                <a:effectLst/>
                <a:latin typeface="Seogue UI"/>
                <a:ea typeface="Calibri"/>
                <a:cs typeface="Times New Roman"/>
              </a:rPr>
              <a:t>en</a:t>
            </a:r>
            <a:r>
              <a:rPr lang="en-US" sz="2400" i="1" kern="100" dirty="0">
                <a:solidFill>
                  <a:srgbClr val="800000"/>
                </a:solidFill>
                <a:effectLst/>
                <a:latin typeface="Seogue UI"/>
                <a:ea typeface="Calibri"/>
                <a:cs typeface="Times New Roman"/>
              </a:rPr>
              <a:t> </a:t>
            </a:r>
            <a:r>
              <a:rPr lang="en-US" sz="2400" i="1" kern="100" err="1">
                <a:solidFill>
                  <a:srgbClr val="800000"/>
                </a:solidFill>
                <a:effectLst/>
                <a:latin typeface="Seogue UI"/>
                <a:ea typeface="Calibri"/>
                <a:cs typeface="Times New Roman"/>
              </a:rPr>
              <a:t>rakshakaa</a:t>
            </a:r>
            <a:r>
              <a:rPr lang="en-US" sz="2400" i="1" kern="100" dirty="0">
                <a:solidFill>
                  <a:srgbClr val="800000"/>
                </a:solidFill>
                <a:effectLst/>
                <a:latin typeface="Seogue UI"/>
                <a:ea typeface="Calibri"/>
                <a:cs typeface="Times New Roman"/>
              </a:rPr>
              <a:t>, </a:t>
            </a:r>
            <a:r>
              <a:rPr lang="en-US" sz="2400" i="1" kern="100" err="1">
                <a:solidFill>
                  <a:srgbClr val="800000"/>
                </a:solidFill>
                <a:effectLst/>
                <a:latin typeface="Seogue UI"/>
                <a:ea typeface="Calibri"/>
                <a:cs typeface="Times New Roman"/>
              </a:rPr>
              <a:t>en</a:t>
            </a:r>
            <a:r>
              <a:rPr lang="en-US" sz="2400" i="1" kern="100" dirty="0">
                <a:solidFill>
                  <a:srgbClr val="800000"/>
                </a:solidFill>
                <a:effectLst/>
                <a:latin typeface="Seogue UI"/>
                <a:ea typeface="Calibri"/>
                <a:cs typeface="Times New Roman"/>
              </a:rPr>
              <a:t> </a:t>
            </a:r>
            <a:r>
              <a:rPr lang="en-US" sz="2400" i="1" kern="100" err="1">
                <a:solidFill>
                  <a:srgbClr val="800000"/>
                </a:solidFill>
                <a:effectLst/>
                <a:latin typeface="Seogue UI"/>
                <a:ea typeface="Calibri"/>
                <a:cs typeface="Times New Roman"/>
              </a:rPr>
              <a:t>daivame</a:t>
            </a:r>
            <a:r>
              <a:rPr lang="en-US" sz="2400" i="1" kern="100" dirty="0">
                <a:solidFill>
                  <a:srgbClr val="800000"/>
                </a:solidFill>
                <a:effectLst/>
                <a:latin typeface="Seogue UI"/>
                <a:ea typeface="Calibri"/>
                <a:cs typeface="Times New Roman"/>
              </a:rPr>
              <a:t>; nee </a:t>
            </a:r>
            <a:r>
              <a:rPr lang="en-US" sz="2400" i="1" kern="100" err="1">
                <a:solidFill>
                  <a:srgbClr val="800000"/>
                </a:solidFill>
                <a:effectLst/>
                <a:latin typeface="Seogue UI"/>
                <a:ea typeface="Calibri"/>
                <a:cs typeface="Times New Roman"/>
              </a:rPr>
              <a:t>allaathillaarum</a:t>
            </a:r>
            <a:endParaRPr lang="en-SG" sz="2400" i="1" kern="100">
              <a:solidFill>
                <a:srgbClr val="800000"/>
              </a:solidFill>
              <a:effectLst/>
              <a:latin typeface="Seogue UI"/>
              <a:ea typeface="Calibri"/>
              <a:cs typeface="Times New Roman"/>
            </a:endParaRPr>
          </a:p>
          <a:p>
            <a:r>
              <a:rPr lang="en-US" sz="2400" i="1" kern="100" dirty="0">
                <a:solidFill>
                  <a:srgbClr val="800000"/>
                </a:solidFill>
                <a:effectLst/>
                <a:latin typeface="Seogue UI"/>
                <a:ea typeface="Calibri"/>
                <a:cs typeface="Times New Roman"/>
              </a:rPr>
              <a:t>	</a:t>
            </a:r>
            <a:r>
              <a:rPr lang="en-US" sz="2400" i="1" kern="100" err="1">
                <a:solidFill>
                  <a:srgbClr val="800000"/>
                </a:solidFill>
                <a:effectLst/>
                <a:latin typeface="Seogue UI"/>
                <a:ea typeface="Calibri"/>
                <a:cs typeface="Times New Roman"/>
              </a:rPr>
              <a:t>en</a:t>
            </a:r>
            <a:r>
              <a:rPr lang="en-US" sz="2400" i="1" kern="100" dirty="0">
                <a:solidFill>
                  <a:srgbClr val="800000"/>
                </a:solidFill>
                <a:effectLst/>
                <a:latin typeface="Seogue UI"/>
                <a:ea typeface="Calibri"/>
                <a:cs typeface="Times New Roman"/>
              </a:rPr>
              <a:t> </a:t>
            </a:r>
            <a:r>
              <a:rPr lang="en-US" sz="2400" i="1" kern="100" err="1">
                <a:solidFill>
                  <a:srgbClr val="800000"/>
                </a:solidFill>
                <a:effectLst/>
                <a:latin typeface="Seogue UI"/>
                <a:ea typeface="Calibri"/>
                <a:cs typeface="Times New Roman"/>
              </a:rPr>
              <a:t>yeshu</a:t>
            </a:r>
            <a:r>
              <a:rPr lang="en-US" sz="2400" i="1" kern="100" dirty="0">
                <a:solidFill>
                  <a:srgbClr val="800000"/>
                </a:solidFill>
                <a:effectLst/>
                <a:latin typeface="Seogue UI"/>
                <a:ea typeface="Calibri"/>
                <a:cs typeface="Times New Roman"/>
              </a:rPr>
              <a:t> </a:t>
            </a:r>
            <a:r>
              <a:rPr lang="en-US" sz="2400" i="1" kern="100" err="1">
                <a:solidFill>
                  <a:srgbClr val="800000"/>
                </a:solidFill>
                <a:effectLst/>
                <a:latin typeface="Seogue UI"/>
                <a:ea typeface="Calibri"/>
                <a:cs typeface="Times New Roman"/>
              </a:rPr>
              <a:t>maathram</a:t>
            </a:r>
            <a:r>
              <a:rPr lang="en-US" sz="2400" i="1" kern="100" dirty="0">
                <a:solidFill>
                  <a:srgbClr val="800000"/>
                </a:solidFill>
                <a:effectLst/>
                <a:latin typeface="Seogue UI"/>
                <a:ea typeface="Calibri"/>
                <a:cs typeface="Times New Roman"/>
              </a:rPr>
              <a:t> </a:t>
            </a:r>
            <a:r>
              <a:rPr lang="en-US" sz="2400" i="1" kern="100" err="1">
                <a:solidFill>
                  <a:srgbClr val="800000"/>
                </a:solidFill>
                <a:effectLst/>
                <a:latin typeface="Seogue UI"/>
                <a:ea typeface="Calibri"/>
                <a:cs typeface="Times New Roman"/>
              </a:rPr>
              <a:t>mathi</a:t>
            </a:r>
            <a:r>
              <a:rPr lang="en-US" sz="2400" i="1" kern="100" dirty="0">
                <a:solidFill>
                  <a:srgbClr val="800000"/>
                </a:solidFill>
                <a:effectLst/>
                <a:latin typeface="Seogue UI"/>
                <a:ea typeface="Calibri"/>
                <a:cs typeface="Times New Roman"/>
              </a:rPr>
              <a:t> </a:t>
            </a:r>
            <a:r>
              <a:rPr lang="en-US" sz="2400" i="1" kern="100" err="1">
                <a:solidFill>
                  <a:srgbClr val="800000"/>
                </a:solidFill>
                <a:effectLst/>
                <a:latin typeface="Seogue UI"/>
                <a:ea typeface="Calibri"/>
                <a:cs typeface="Times New Roman"/>
              </a:rPr>
              <a:t>enikkethu</a:t>
            </a:r>
            <a:r>
              <a:rPr lang="en-US" sz="2400" i="1" kern="100" dirty="0">
                <a:solidFill>
                  <a:srgbClr val="800000"/>
                </a:solidFill>
                <a:effectLst/>
                <a:latin typeface="Seogue UI"/>
                <a:ea typeface="Calibri"/>
                <a:cs typeface="Times New Roman"/>
              </a:rPr>
              <a:t> </a:t>
            </a:r>
            <a:r>
              <a:rPr lang="en-US" sz="2400" i="1" kern="100" err="1">
                <a:solidFill>
                  <a:srgbClr val="800000"/>
                </a:solidFill>
                <a:effectLst/>
                <a:latin typeface="Seogue UI"/>
                <a:ea typeface="Calibri"/>
                <a:cs typeface="Times New Roman"/>
              </a:rPr>
              <a:t>nerathum</a:t>
            </a:r>
            <a:endParaRPr lang="en-US" sz="2400" i="1" kern="100">
              <a:solidFill>
                <a:srgbClr val="800000"/>
              </a:solidFill>
              <a:effectLst/>
              <a:latin typeface="Seogue UI"/>
              <a:ea typeface="Calibri"/>
              <a:cs typeface="Times New Roman"/>
            </a:endParaRPr>
          </a:p>
          <a:p>
            <a:endParaRPr lang="en-US" sz="2400" i="1" kern="100">
              <a:solidFill>
                <a:srgbClr val="FF0000"/>
              </a:solidFill>
              <a:effectLst/>
              <a:latin typeface="Seogue UI"/>
              <a:ea typeface="Calibri" panose="020F0502020204030204" pitchFamily="34" charset="0"/>
              <a:cs typeface="Times New Roman" panose="02020603050405020304" pitchFamily="18" charset="0"/>
            </a:endParaRPr>
          </a:p>
          <a:p>
            <a:endParaRPr lang="en-US" sz="2400" i="1" kern="100">
              <a:solidFill>
                <a:srgbClr val="FF0000"/>
              </a:solidFill>
              <a:latin typeface="Seogue UI"/>
              <a:ea typeface="Calibri" panose="020F0502020204030204" pitchFamily="34" charset="0"/>
              <a:cs typeface="Times New Roman" panose="02020603050405020304" pitchFamily="18" charset="0"/>
            </a:endParaRPr>
          </a:p>
          <a:p>
            <a:pPr algn="l" rtl="0">
              <a:buNone/>
            </a:pPr>
            <a:r>
              <a:rPr lang="ml-IN" sz="1800" dirty="0">
                <a:effectLst/>
                <a:latin typeface="Noto Sans Malayalam"/>
                <a:cs typeface="Kartika"/>
              </a:rPr>
              <a:t>എൻ യേശു </a:t>
            </a:r>
            <a:r>
              <a:rPr lang="ml-IN" sz="1800" dirty="0" err="1">
                <a:effectLst/>
                <a:latin typeface="Noto Sans Malayalam"/>
                <a:cs typeface="Kartika"/>
              </a:rPr>
              <a:t>അല്ലാതില്ലെനിക്കൊരാശ്രയം</a:t>
            </a:r>
            <a:r>
              <a:rPr lang="ml-IN" sz="1800" dirty="0">
                <a:effectLst/>
                <a:latin typeface="Noto Sans Malayalam"/>
                <a:cs typeface="Kartika"/>
              </a:rPr>
              <a:t> </a:t>
            </a:r>
            <a:r>
              <a:rPr lang="ml-IN" sz="1800" dirty="0" err="1">
                <a:effectLst/>
                <a:latin typeface="Noto Sans Malayalam"/>
                <a:cs typeface="Kartika"/>
              </a:rPr>
              <a:t>ഭൂവി</a:t>
            </a:r>
            <a:r>
              <a:rPr lang="ml-IN" sz="1800" dirty="0">
                <a:effectLst/>
                <a:latin typeface="Noto Sans Malayalam"/>
                <a:cs typeface="Kartika"/>
              </a:rPr>
              <a:t>ൽ </a:t>
            </a:r>
            <a:endParaRPr lang="ml-IN" sz="3200" dirty="0">
              <a:effectLst/>
              <a:cs typeface="Kartika"/>
            </a:endParaRPr>
          </a:p>
          <a:p>
            <a:pPr algn="l" rtl="0">
              <a:buNone/>
            </a:pPr>
            <a:r>
              <a:rPr lang="ml-IN" sz="1800" dirty="0">
                <a:effectLst/>
                <a:latin typeface="Noto Sans Malayalam"/>
                <a:cs typeface="Kartika"/>
              </a:rPr>
              <a:t>നിൻ </a:t>
            </a:r>
            <a:r>
              <a:rPr lang="ml-IN" sz="1800" dirty="0" err="1">
                <a:effectLst/>
                <a:latin typeface="Noto Sans Malayalam"/>
                <a:cs typeface="Kartika"/>
              </a:rPr>
              <a:t>മാർവ്വിലല്ലാതില്ലെനിക്ക്</a:t>
            </a:r>
            <a:r>
              <a:rPr lang="ml-IN" sz="1800" dirty="0">
                <a:effectLst/>
                <a:latin typeface="Noto Sans Malayalam"/>
                <a:cs typeface="Kartika"/>
              </a:rPr>
              <a:t> വിശ്രമം വേറെ </a:t>
            </a:r>
            <a:endParaRPr lang="ml-IN" sz="3200" dirty="0">
              <a:effectLst/>
              <a:cs typeface="Kartika"/>
            </a:endParaRPr>
          </a:p>
          <a:p>
            <a:pPr algn="l" rtl="0">
              <a:buNone/>
            </a:pPr>
            <a:r>
              <a:rPr lang="ml-IN" sz="1800" dirty="0">
                <a:effectLst/>
                <a:latin typeface="Noto Sans Malayalam"/>
                <a:cs typeface="Kartika"/>
              </a:rPr>
              <a:t>ഈ </a:t>
            </a:r>
            <a:r>
              <a:rPr lang="ml-IN" sz="1800" dirty="0" err="1">
                <a:effectLst/>
                <a:latin typeface="Noto Sans Malayalam"/>
                <a:cs typeface="Kartika"/>
              </a:rPr>
              <a:t>പാരിലും</a:t>
            </a:r>
            <a:r>
              <a:rPr lang="ml-IN" sz="1800" dirty="0">
                <a:effectLst/>
                <a:latin typeface="Noto Sans Malayalam"/>
                <a:cs typeface="Kartika"/>
              </a:rPr>
              <a:t> പരത്തിലും, </a:t>
            </a:r>
            <a:r>
              <a:rPr lang="ml-IN" sz="1800" dirty="0" err="1">
                <a:effectLst/>
                <a:latin typeface="Noto Sans Malayalam"/>
                <a:cs typeface="Kartika"/>
              </a:rPr>
              <a:t>നിസ്തുല്യ</a:t>
            </a:r>
            <a:r>
              <a:rPr lang="ml-IN" sz="1800" dirty="0">
                <a:effectLst/>
                <a:latin typeface="Noto Sans Malayalam"/>
                <a:cs typeface="Kartika"/>
              </a:rPr>
              <a:t>ൻ എൻ പ്രിയൻ </a:t>
            </a:r>
            <a:endParaRPr lang="ml-IN" sz="3200" dirty="0">
              <a:effectLst/>
              <a:cs typeface="Kartika"/>
            </a:endParaRPr>
          </a:p>
          <a:p>
            <a:pPr algn="l" rtl="0">
              <a:buNone/>
            </a:pPr>
            <a:r>
              <a:rPr lang="en-US" sz="1800">
                <a:effectLst/>
                <a:latin typeface="Noto Sans Malayalam"/>
              </a:rPr>
              <a:t>	</a:t>
            </a:r>
            <a:r>
              <a:rPr lang="ml-IN" sz="1800" i="1" dirty="0">
                <a:solidFill>
                  <a:srgbClr val="800000"/>
                </a:solidFill>
                <a:effectLst/>
                <a:latin typeface="Noto Sans Malayalam"/>
                <a:cs typeface="Kartika"/>
              </a:rPr>
              <a:t>എൻ </a:t>
            </a:r>
            <a:r>
              <a:rPr lang="ml-IN" sz="1800" i="1" err="1">
                <a:solidFill>
                  <a:srgbClr val="800000"/>
                </a:solidFill>
                <a:effectLst/>
                <a:latin typeface="Noto Sans Malayalam"/>
                <a:cs typeface="Kartika"/>
              </a:rPr>
              <a:t>രക്ഷകാ</a:t>
            </a:r>
            <a:r>
              <a:rPr lang="ml-IN" sz="1800" i="1" dirty="0">
                <a:solidFill>
                  <a:srgbClr val="800000"/>
                </a:solidFill>
                <a:effectLst/>
                <a:latin typeface="Noto Sans Malayalam"/>
                <a:cs typeface="Kartika"/>
              </a:rPr>
              <a:t>, എൻ ദൈവമേ; നീ </a:t>
            </a:r>
            <a:r>
              <a:rPr lang="ml-IN" sz="1800" i="1" err="1">
                <a:solidFill>
                  <a:srgbClr val="800000"/>
                </a:solidFill>
                <a:effectLst/>
                <a:latin typeface="Noto Sans Malayalam"/>
                <a:cs typeface="Kartika"/>
              </a:rPr>
              <a:t>അല്ലാതില്ലാരും</a:t>
            </a:r>
            <a:r>
              <a:rPr lang="ml-IN" sz="1800" i="1" dirty="0">
                <a:solidFill>
                  <a:srgbClr val="800000"/>
                </a:solidFill>
                <a:effectLst/>
                <a:latin typeface="Noto Sans Malayalam"/>
                <a:cs typeface="Kartika"/>
              </a:rPr>
              <a:t> </a:t>
            </a:r>
            <a:endParaRPr lang="ml-IN" sz="3200" i="1" dirty="0">
              <a:solidFill>
                <a:srgbClr val="800000"/>
              </a:solidFill>
              <a:effectLst/>
              <a:ea typeface="Calibri"/>
              <a:cs typeface="Kartika"/>
            </a:endParaRPr>
          </a:p>
          <a:p>
            <a:pPr algn="l" rtl="0"/>
            <a:r>
              <a:rPr lang="en-US" sz="1800" i="1" dirty="0">
                <a:solidFill>
                  <a:srgbClr val="800000"/>
                </a:solidFill>
                <a:effectLst/>
                <a:latin typeface="Noto Sans Malayalam"/>
              </a:rPr>
              <a:t>	</a:t>
            </a:r>
            <a:r>
              <a:rPr lang="ml-IN" sz="1800" i="1" dirty="0">
                <a:solidFill>
                  <a:srgbClr val="800000"/>
                </a:solidFill>
                <a:effectLst/>
                <a:latin typeface="Noto Sans Malayalam"/>
                <a:cs typeface="Kartika"/>
              </a:rPr>
              <a:t>എൻ യേശു മാത്രം മതി </a:t>
            </a:r>
            <a:r>
              <a:rPr lang="ml-IN" sz="1800" i="1" err="1">
                <a:solidFill>
                  <a:srgbClr val="800000"/>
                </a:solidFill>
                <a:effectLst/>
                <a:latin typeface="Noto Sans Malayalam"/>
                <a:cs typeface="Kartika"/>
              </a:rPr>
              <a:t>എനിക്കേതു</a:t>
            </a:r>
            <a:r>
              <a:rPr lang="ml-IN" sz="1800" i="1" dirty="0">
                <a:solidFill>
                  <a:srgbClr val="800000"/>
                </a:solidFill>
                <a:effectLst/>
                <a:latin typeface="Noto Sans Malayalam"/>
                <a:cs typeface="Kartika"/>
              </a:rPr>
              <a:t> നേരത്തും </a:t>
            </a:r>
            <a:endParaRPr lang="ml-IN" sz="3200" i="1" dirty="0">
              <a:solidFill>
                <a:srgbClr val="800000"/>
              </a:solidFill>
              <a:effectLst/>
              <a:ea typeface="Calibri"/>
              <a:cs typeface="Kartika"/>
            </a:endParaRPr>
          </a:p>
          <a:p>
            <a:endParaRPr lang="en-US" sz="2400" i="1" kern="100">
              <a:solidFill>
                <a:srgbClr val="FF0000"/>
              </a:solidFill>
              <a:latin typeface="Seogue UI"/>
              <a:ea typeface="Calibri" panose="020F0502020204030204" pitchFamily="34" charset="0"/>
              <a:cs typeface="Times New Roman" panose="02020603050405020304" pitchFamily="18" charset="0"/>
            </a:endParaRPr>
          </a:p>
          <a:p>
            <a:endParaRPr lang="en-SG" sz="2400" i="1" kern="100">
              <a:solidFill>
                <a:srgbClr val="FF0000"/>
              </a:solidFill>
              <a:effectLst/>
              <a:latin typeface="Seogue UI"/>
              <a:ea typeface="Calibri" panose="020F0502020204030204" pitchFamily="34" charset="0"/>
              <a:cs typeface="Times New Roman" panose="02020603050405020304" pitchFamily="18" charset="0"/>
            </a:endParaRPr>
          </a:p>
          <a:p>
            <a:endParaRPr lang="en-US" sz="2400">
              <a:latin typeface="Seogue UI"/>
              <a:cs typeface="Segoe UI"/>
            </a:endParaRPr>
          </a:p>
        </p:txBody>
      </p:sp>
    </p:spTree>
    <p:extLst>
      <p:ext uri="{BB962C8B-B14F-4D97-AF65-F5344CB8AC3E}">
        <p14:creationId xmlns:p14="http://schemas.microsoft.com/office/powerpoint/2010/main" val="347783458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C58EE-EB38-839A-3A09-E0C55734CB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7539DE-8C6A-456C-6B3A-EF4A028F431A}"/>
              </a:ext>
            </a:extLst>
          </p:cNvPr>
          <p:cNvSpPr>
            <a:spLocks noGrp="1"/>
          </p:cNvSpPr>
          <p:nvPr>
            <p:ph type="title"/>
          </p:nvPr>
        </p:nvSpPr>
        <p:spPr/>
        <p:txBody>
          <a:bodyPr>
            <a:noAutofit/>
          </a:bodyPr>
          <a:lstStyle/>
          <a:p>
            <a:r>
              <a:rPr lang="en-US">
                <a:latin typeface="Segoe UI" panose="020B0502040204020203" pitchFamily="34" charset="0"/>
              </a:rPr>
              <a:t>Holy Communion – En </a:t>
            </a:r>
            <a:r>
              <a:rPr lang="en-US" err="1">
                <a:latin typeface="Segoe UI" panose="020B0502040204020203" pitchFamily="34" charset="0"/>
              </a:rPr>
              <a:t>yeshu</a:t>
            </a:r>
            <a:r>
              <a:rPr lang="en-US">
                <a:latin typeface="Segoe UI" panose="020B0502040204020203" pitchFamily="34" charset="0"/>
              </a:rPr>
              <a:t> </a:t>
            </a:r>
            <a:r>
              <a:rPr lang="en-US" err="1">
                <a:latin typeface="Segoe UI" panose="020B0502040204020203" pitchFamily="34" charset="0"/>
              </a:rPr>
              <a:t>allathenikku</a:t>
            </a:r>
            <a:endParaRPr lang="en-US">
              <a:latin typeface="Segoe UI" panose="020B0502040204020203" pitchFamily="34" charset="0"/>
            </a:endParaRPr>
          </a:p>
        </p:txBody>
      </p:sp>
      <p:sp>
        <p:nvSpPr>
          <p:cNvPr id="6" name="Slide Number Placeholder 3">
            <a:extLst>
              <a:ext uri="{FF2B5EF4-FFF2-40B4-BE49-F238E27FC236}">
                <a16:creationId xmlns:a16="http://schemas.microsoft.com/office/drawing/2014/main" id="{10330E4F-A9F5-0382-0043-07331C3F1371}"/>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77</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9E2FA0FB-7EBE-3201-9116-FA71BF319356}"/>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Communion 5: 2 of 3</a:t>
            </a:r>
          </a:p>
        </p:txBody>
      </p:sp>
      <p:sp>
        <p:nvSpPr>
          <p:cNvPr id="3" name="Rectangle 2">
            <a:extLst>
              <a:ext uri="{FF2B5EF4-FFF2-40B4-BE49-F238E27FC236}">
                <a16:creationId xmlns:a16="http://schemas.microsoft.com/office/drawing/2014/main" id="{07B3F196-9D45-45A8-3E44-6B5CF3016BDB}"/>
              </a:ext>
            </a:extLst>
          </p:cNvPr>
          <p:cNvSpPr/>
          <p:nvPr/>
        </p:nvSpPr>
        <p:spPr>
          <a:xfrm>
            <a:off x="444043" y="619185"/>
            <a:ext cx="8255913" cy="4216539"/>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buNone/>
            </a:pPr>
            <a:r>
              <a:rPr lang="en-US" sz="2400" kern="100" dirty="0">
                <a:effectLst/>
                <a:latin typeface="Seogue UI"/>
                <a:ea typeface="Calibri"/>
                <a:cs typeface="Times New Roman"/>
              </a:rPr>
              <a:t>van </a:t>
            </a:r>
            <a:r>
              <a:rPr lang="en-US" sz="2400" kern="100" dirty="0" err="1">
                <a:effectLst/>
                <a:latin typeface="Seogue UI"/>
                <a:ea typeface="Calibri"/>
                <a:cs typeface="Times New Roman"/>
              </a:rPr>
              <a:t>bhaarangal</a:t>
            </a:r>
            <a:r>
              <a:rPr lang="en-US" sz="2400" kern="100" dirty="0">
                <a:effectLst/>
                <a:latin typeface="Seogue UI"/>
                <a:ea typeface="Calibri"/>
                <a:cs typeface="Times New Roman"/>
              </a:rPr>
              <a:t> </a:t>
            </a:r>
            <a:r>
              <a:rPr lang="en-US" sz="2400" kern="100" dirty="0" err="1">
                <a:effectLst/>
                <a:latin typeface="Seogue UI"/>
                <a:ea typeface="Calibri"/>
                <a:cs typeface="Times New Roman"/>
              </a:rPr>
              <a:t>prayaasangal</a:t>
            </a:r>
            <a:r>
              <a:rPr lang="en-US" sz="2400" kern="100" dirty="0">
                <a:effectLst/>
                <a:latin typeface="Seogue UI"/>
                <a:ea typeface="Calibri"/>
                <a:cs typeface="Times New Roman"/>
              </a:rPr>
              <a:t>, </a:t>
            </a:r>
            <a:r>
              <a:rPr lang="en-US" sz="2400" kern="100" dirty="0" err="1">
                <a:effectLst/>
                <a:latin typeface="Seogue UI"/>
                <a:ea typeface="Calibri"/>
                <a:cs typeface="Times New Roman"/>
              </a:rPr>
              <a:t>neridum</a:t>
            </a:r>
            <a:r>
              <a:rPr lang="en-US" sz="2400" kern="100" dirty="0">
                <a:effectLst/>
                <a:latin typeface="Seogue UI"/>
                <a:ea typeface="Calibri"/>
                <a:cs typeface="Times New Roman"/>
              </a:rPr>
              <a:t> </a:t>
            </a:r>
            <a:r>
              <a:rPr lang="en-US" sz="2400" kern="100" dirty="0" err="1">
                <a:effectLst/>
                <a:latin typeface="Seogue UI"/>
                <a:ea typeface="Calibri"/>
                <a:cs typeface="Times New Roman"/>
              </a:rPr>
              <a:t>nerathum</a:t>
            </a:r>
            <a:endParaRPr lang="en-SG" sz="2400" kern="100" dirty="0">
              <a:effectLst/>
              <a:latin typeface="Seogue UI"/>
              <a:ea typeface="Calibri"/>
              <a:cs typeface="Times New Roman"/>
            </a:endParaRPr>
          </a:p>
          <a:p>
            <a:pPr>
              <a:buNone/>
            </a:pPr>
            <a:r>
              <a:rPr lang="en-US" sz="2400" kern="100" dirty="0" err="1">
                <a:effectLst/>
                <a:latin typeface="Seogue UI"/>
                <a:ea typeface="Calibri"/>
                <a:cs typeface="Times New Roman"/>
              </a:rPr>
              <a:t>en</a:t>
            </a:r>
            <a:r>
              <a:rPr lang="en-US" sz="2400" kern="100" dirty="0">
                <a:effectLst/>
                <a:latin typeface="Seogue UI"/>
                <a:ea typeface="Calibri"/>
                <a:cs typeface="Times New Roman"/>
              </a:rPr>
              <a:t> </a:t>
            </a:r>
            <a:r>
              <a:rPr lang="en-US" sz="2400" kern="100" dirty="0" err="1">
                <a:effectLst/>
                <a:latin typeface="Seogue UI"/>
                <a:ea typeface="Calibri"/>
                <a:cs typeface="Times New Roman"/>
              </a:rPr>
              <a:t>chaarave</a:t>
            </a:r>
            <a:r>
              <a:rPr lang="en-US" sz="2400" kern="100" dirty="0">
                <a:effectLst/>
                <a:latin typeface="Seogue UI"/>
                <a:ea typeface="Calibri"/>
                <a:cs typeface="Times New Roman"/>
              </a:rPr>
              <a:t> </a:t>
            </a:r>
            <a:r>
              <a:rPr lang="en-US" sz="2400" kern="100" dirty="0" err="1">
                <a:effectLst/>
                <a:latin typeface="Seogue UI"/>
                <a:ea typeface="Calibri"/>
                <a:cs typeface="Times New Roman"/>
              </a:rPr>
              <a:t>njan</a:t>
            </a:r>
            <a:r>
              <a:rPr lang="en-US" sz="2400" kern="100" dirty="0">
                <a:effectLst/>
                <a:latin typeface="Seogue UI"/>
                <a:ea typeface="Calibri"/>
                <a:cs typeface="Times New Roman"/>
              </a:rPr>
              <a:t> </a:t>
            </a:r>
            <a:r>
              <a:rPr lang="en-US" sz="2400" kern="100" dirty="0" err="1">
                <a:effectLst/>
                <a:latin typeface="Seogue UI"/>
                <a:ea typeface="Calibri"/>
                <a:cs typeface="Times New Roman"/>
              </a:rPr>
              <a:t>kaanunnunden</a:t>
            </a:r>
            <a:r>
              <a:rPr lang="en-US" sz="2400" kern="100" dirty="0">
                <a:effectLst/>
                <a:latin typeface="Seogue UI"/>
                <a:ea typeface="Calibri"/>
                <a:cs typeface="Times New Roman"/>
              </a:rPr>
              <a:t> </a:t>
            </a:r>
            <a:r>
              <a:rPr lang="en-US" sz="2400" kern="100" dirty="0" err="1">
                <a:effectLst/>
                <a:latin typeface="Seogue UI"/>
                <a:ea typeface="Calibri"/>
                <a:cs typeface="Times New Roman"/>
              </a:rPr>
              <a:t>sneha</a:t>
            </a:r>
            <a:r>
              <a:rPr lang="en-US" sz="2400" kern="100" dirty="0">
                <a:effectLst/>
                <a:latin typeface="Seogue UI"/>
                <a:ea typeface="Calibri"/>
                <a:cs typeface="Times New Roman"/>
              </a:rPr>
              <a:t> </a:t>
            </a:r>
            <a:r>
              <a:rPr lang="en-US" sz="2400" kern="100" dirty="0" err="1">
                <a:effectLst/>
                <a:latin typeface="Seogue UI"/>
                <a:ea typeface="Calibri"/>
                <a:cs typeface="Times New Roman"/>
              </a:rPr>
              <a:t>sakhiyaai</a:t>
            </a:r>
            <a:endParaRPr lang="en-SG" sz="2400" kern="100" dirty="0">
              <a:effectLst/>
              <a:latin typeface="Seogue UI"/>
              <a:ea typeface="Calibri"/>
              <a:cs typeface="Times New Roman"/>
            </a:endParaRPr>
          </a:p>
          <a:p>
            <a:pPr>
              <a:buNone/>
            </a:pPr>
            <a:r>
              <a:rPr lang="en-US" sz="2400" kern="100" dirty="0">
                <a:effectLst/>
                <a:latin typeface="Seogue UI"/>
                <a:ea typeface="Calibri"/>
                <a:cs typeface="Times New Roman"/>
              </a:rPr>
              <a:t>ee </a:t>
            </a:r>
            <a:r>
              <a:rPr lang="en-US" sz="2400" kern="100" dirty="0" err="1">
                <a:effectLst/>
                <a:latin typeface="Seogue UI"/>
                <a:ea typeface="Calibri"/>
                <a:cs typeface="Times New Roman"/>
              </a:rPr>
              <a:t>loka</a:t>
            </a:r>
            <a:r>
              <a:rPr lang="en-US" sz="2400" kern="100" dirty="0">
                <a:effectLst/>
                <a:latin typeface="Seogue UI"/>
                <a:ea typeface="Calibri"/>
                <a:cs typeface="Times New Roman"/>
              </a:rPr>
              <a:t> </a:t>
            </a:r>
            <a:r>
              <a:rPr lang="en-US" sz="2400" kern="100" dirty="0" err="1">
                <a:effectLst/>
                <a:latin typeface="Seogue UI"/>
                <a:ea typeface="Calibri"/>
                <a:cs typeface="Times New Roman"/>
              </a:rPr>
              <a:t>sakhikalellaarum</a:t>
            </a:r>
            <a:r>
              <a:rPr lang="en-US" sz="2400" kern="100" dirty="0">
                <a:effectLst/>
                <a:latin typeface="Seogue UI"/>
                <a:ea typeface="Calibri"/>
                <a:cs typeface="Times New Roman"/>
              </a:rPr>
              <a:t>, </a:t>
            </a:r>
            <a:r>
              <a:rPr lang="en-US" sz="2400" kern="100" dirty="0" err="1">
                <a:effectLst/>
                <a:latin typeface="Seogue UI"/>
                <a:ea typeface="Calibri"/>
                <a:cs typeface="Times New Roman"/>
              </a:rPr>
              <a:t>maari</a:t>
            </a:r>
            <a:r>
              <a:rPr lang="en-US" sz="2400" kern="100" dirty="0">
                <a:effectLst/>
                <a:latin typeface="Seogue UI"/>
                <a:ea typeface="Calibri"/>
                <a:cs typeface="Times New Roman"/>
              </a:rPr>
              <a:t> </a:t>
            </a:r>
            <a:r>
              <a:rPr lang="en-US" sz="2400" kern="100" dirty="0" err="1">
                <a:effectLst/>
                <a:latin typeface="Seogue UI"/>
                <a:ea typeface="Calibri"/>
                <a:cs typeface="Times New Roman"/>
              </a:rPr>
              <a:t>poyaalum</a:t>
            </a:r>
            <a:endParaRPr lang="en-SG" sz="2400" kern="100" dirty="0">
              <a:effectLst/>
              <a:latin typeface="Seogue UI"/>
              <a:ea typeface="Calibri"/>
              <a:cs typeface="Times New Roman"/>
            </a:endParaRPr>
          </a:p>
          <a:p>
            <a:pPr>
              <a:buNone/>
            </a:pPr>
            <a:r>
              <a:rPr lang="en-US" sz="2400" kern="100" dirty="0">
                <a:effectLst/>
                <a:latin typeface="Seogue UI"/>
                <a:ea typeface="Calibri"/>
                <a:cs typeface="Times New Roman"/>
              </a:rPr>
              <a:t>	</a:t>
            </a:r>
            <a:r>
              <a:rPr lang="en-US" sz="2400" i="1" kern="100" err="1">
                <a:solidFill>
                  <a:srgbClr val="800000"/>
                </a:solidFill>
                <a:effectLst/>
                <a:latin typeface="Seogue UI"/>
                <a:ea typeface="Calibri"/>
                <a:cs typeface="Times New Roman"/>
              </a:rPr>
              <a:t>en</a:t>
            </a:r>
            <a:r>
              <a:rPr lang="en-US" sz="2400" i="1" kern="100" dirty="0">
                <a:solidFill>
                  <a:srgbClr val="800000"/>
                </a:solidFill>
                <a:effectLst/>
                <a:latin typeface="Seogue UI"/>
                <a:ea typeface="Calibri"/>
                <a:cs typeface="Times New Roman"/>
              </a:rPr>
              <a:t> </a:t>
            </a:r>
            <a:r>
              <a:rPr lang="en-US" sz="2400" i="1" kern="100" err="1">
                <a:solidFill>
                  <a:srgbClr val="800000"/>
                </a:solidFill>
                <a:effectLst/>
                <a:latin typeface="Seogue UI"/>
                <a:ea typeface="Calibri"/>
                <a:cs typeface="Times New Roman"/>
              </a:rPr>
              <a:t>rakshakaa</a:t>
            </a:r>
            <a:r>
              <a:rPr lang="en-US" sz="2400" i="1" kern="100" dirty="0">
                <a:solidFill>
                  <a:srgbClr val="800000"/>
                </a:solidFill>
                <a:effectLst/>
                <a:latin typeface="Seogue UI"/>
                <a:ea typeface="Calibri"/>
                <a:cs typeface="Times New Roman"/>
              </a:rPr>
              <a:t>, </a:t>
            </a:r>
            <a:r>
              <a:rPr lang="en-US" sz="2400" i="1" kern="100" err="1">
                <a:solidFill>
                  <a:srgbClr val="800000"/>
                </a:solidFill>
                <a:effectLst/>
                <a:latin typeface="Seogue UI"/>
                <a:ea typeface="Calibri"/>
                <a:cs typeface="Times New Roman"/>
              </a:rPr>
              <a:t>en</a:t>
            </a:r>
            <a:r>
              <a:rPr lang="en-US" sz="2400" i="1" kern="100" dirty="0">
                <a:solidFill>
                  <a:srgbClr val="800000"/>
                </a:solidFill>
                <a:effectLst/>
                <a:latin typeface="Seogue UI"/>
                <a:ea typeface="Calibri"/>
                <a:cs typeface="Times New Roman"/>
              </a:rPr>
              <a:t> </a:t>
            </a:r>
            <a:r>
              <a:rPr lang="en-US" sz="2400" i="1" kern="100" err="1">
                <a:solidFill>
                  <a:srgbClr val="800000"/>
                </a:solidFill>
                <a:effectLst/>
                <a:latin typeface="Seogue UI"/>
                <a:ea typeface="Calibri"/>
                <a:cs typeface="Times New Roman"/>
              </a:rPr>
              <a:t>daivame</a:t>
            </a:r>
            <a:r>
              <a:rPr lang="en-US" sz="2400" i="1" kern="100" dirty="0">
                <a:solidFill>
                  <a:srgbClr val="800000"/>
                </a:solidFill>
                <a:effectLst/>
                <a:latin typeface="Seogue UI"/>
                <a:ea typeface="Calibri"/>
                <a:cs typeface="Times New Roman"/>
              </a:rPr>
              <a:t>; nee </a:t>
            </a:r>
            <a:r>
              <a:rPr lang="en-US" sz="2400" i="1" kern="100" err="1">
                <a:solidFill>
                  <a:srgbClr val="800000"/>
                </a:solidFill>
                <a:effectLst/>
                <a:latin typeface="Seogue UI"/>
                <a:ea typeface="Calibri"/>
                <a:cs typeface="Times New Roman"/>
              </a:rPr>
              <a:t>allaathillaarum</a:t>
            </a:r>
            <a:endParaRPr lang="en-SG" sz="2400" i="1" kern="100">
              <a:solidFill>
                <a:srgbClr val="800000"/>
              </a:solidFill>
              <a:effectLst/>
              <a:latin typeface="Seogue UI"/>
              <a:ea typeface="Calibri"/>
              <a:cs typeface="Times New Roman"/>
            </a:endParaRPr>
          </a:p>
          <a:p>
            <a:r>
              <a:rPr lang="en-US" sz="2400" i="1" kern="100" dirty="0">
                <a:solidFill>
                  <a:srgbClr val="800000"/>
                </a:solidFill>
                <a:effectLst/>
                <a:latin typeface="Seogue UI"/>
                <a:ea typeface="Calibri"/>
                <a:cs typeface="Times New Roman"/>
              </a:rPr>
              <a:t>	</a:t>
            </a:r>
            <a:r>
              <a:rPr lang="en-US" sz="2400" i="1" kern="100" err="1">
                <a:solidFill>
                  <a:srgbClr val="800000"/>
                </a:solidFill>
                <a:effectLst/>
                <a:latin typeface="Seogue UI"/>
                <a:ea typeface="Calibri"/>
                <a:cs typeface="Times New Roman"/>
              </a:rPr>
              <a:t>en</a:t>
            </a:r>
            <a:r>
              <a:rPr lang="en-US" sz="2400" i="1" kern="100" dirty="0">
                <a:solidFill>
                  <a:srgbClr val="800000"/>
                </a:solidFill>
                <a:effectLst/>
                <a:latin typeface="Seogue UI"/>
                <a:ea typeface="Calibri"/>
                <a:cs typeface="Times New Roman"/>
              </a:rPr>
              <a:t> </a:t>
            </a:r>
            <a:r>
              <a:rPr lang="en-US" sz="2400" i="1" kern="100" err="1">
                <a:solidFill>
                  <a:srgbClr val="800000"/>
                </a:solidFill>
                <a:effectLst/>
                <a:latin typeface="Seogue UI"/>
                <a:ea typeface="Calibri"/>
                <a:cs typeface="Times New Roman"/>
              </a:rPr>
              <a:t>yeshu</a:t>
            </a:r>
            <a:r>
              <a:rPr lang="en-US" sz="2400" i="1" kern="100" dirty="0">
                <a:solidFill>
                  <a:srgbClr val="800000"/>
                </a:solidFill>
                <a:effectLst/>
                <a:latin typeface="Seogue UI"/>
                <a:ea typeface="Calibri"/>
                <a:cs typeface="Times New Roman"/>
              </a:rPr>
              <a:t> </a:t>
            </a:r>
            <a:r>
              <a:rPr lang="en-US" sz="2400" i="1" kern="100" err="1">
                <a:solidFill>
                  <a:srgbClr val="800000"/>
                </a:solidFill>
                <a:effectLst/>
                <a:latin typeface="Seogue UI"/>
                <a:ea typeface="Calibri"/>
                <a:cs typeface="Times New Roman"/>
              </a:rPr>
              <a:t>mathram</a:t>
            </a:r>
            <a:r>
              <a:rPr lang="en-US" sz="2400" i="1" kern="100" dirty="0">
                <a:solidFill>
                  <a:srgbClr val="800000"/>
                </a:solidFill>
                <a:effectLst/>
                <a:latin typeface="Seogue UI"/>
                <a:ea typeface="Calibri"/>
                <a:cs typeface="Times New Roman"/>
              </a:rPr>
              <a:t> </a:t>
            </a:r>
            <a:r>
              <a:rPr lang="en-US" sz="2400" i="1" kern="100" err="1">
                <a:solidFill>
                  <a:srgbClr val="800000"/>
                </a:solidFill>
                <a:effectLst/>
                <a:latin typeface="Seogue UI"/>
                <a:ea typeface="Calibri"/>
                <a:cs typeface="Times New Roman"/>
              </a:rPr>
              <a:t>mathi</a:t>
            </a:r>
            <a:r>
              <a:rPr lang="en-US" sz="2400" i="1" kern="100" dirty="0">
                <a:solidFill>
                  <a:srgbClr val="800000"/>
                </a:solidFill>
                <a:effectLst/>
                <a:latin typeface="Seogue UI"/>
                <a:ea typeface="Calibri"/>
                <a:cs typeface="Times New Roman"/>
              </a:rPr>
              <a:t> </a:t>
            </a:r>
            <a:r>
              <a:rPr lang="en-US" sz="2400" i="1" kern="100" err="1">
                <a:solidFill>
                  <a:srgbClr val="800000"/>
                </a:solidFill>
                <a:effectLst/>
                <a:latin typeface="Seogue UI"/>
                <a:ea typeface="Calibri"/>
                <a:cs typeface="Times New Roman"/>
              </a:rPr>
              <a:t>enikkethu</a:t>
            </a:r>
            <a:r>
              <a:rPr lang="en-US" sz="2400" i="1" kern="100" dirty="0">
                <a:solidFill>
                  <a:srgbClr val="800000"/>
                </a:solidFill>
                <a:effectLst/>
                <a:latin typeface="Seogue UI"/>
                <a:ea typeface="Calibri"/>
                <a:cs typeface="Times New Roman"/>
              </a:rPr>
              <a:t> </a:t>
            </a:r>
            <a:r>
              <a:rPr lang="en-US" sz="2400" i="1" kern="100" err="1">
                <a:solidFill>
                  <a:srgbClr val="800000"/>
                </a:solidFill>
                <a:effectLst/>
                <a:latin typeface="Seogue UI"/>
                <a:ea typeface="Calibri"/>
                <a:cs typeface="Times New Roman"/>
              </a:rPr>
              <a:t>nerathum</a:t>
            </a:r>
            <a:endParaRPr lang="en-US" sz="2400" i="1" kern="100">
              <a:solidFill>
                <a:srgbClr val="800000"/>
              </a:solidFill>
              <a:effectLst/>
              <a:latin typeface="Seogue UI"/>
              <a:ea typeface="Calibri"/>
              <a:cs typeface="Times New Roman"/>
            </a:endParaRPr>
          </a:p>
          <a:p>
            <a:endParaRPr lang="en-US" sz="2400" i="1" kern="100">
              <a:solidFill>
                <a:srgbClr val="C00000"/>
              </a:solidFill>
              <a:latin typeface="Seogue UI"/>
              <a:ea typeface="Calibri" panose="020F0502020204030204" pitchFamily="34" charset="0"/>
              <a:cs typeface="Times New Roman" panose="02020603050405020304" pitchFamily="18" charset="0"/>
            </a:endParaRPr>
          </a:p>
          <a:p>
            <a:endParaRPr lang="en-SG" sz="2400" i="1" kern="100">
              <a:solidFill>
                <a:srgbClr val="FF0000"/>
              </a:solidFill>
              <a:effectLst/>
              <a:latin typeface="Seogue UI"/>
              <a:ea typeface="Calibri" panose="020F0502020204030204" pitchFamily="34" charset="0"/>
              <a:cs typeface="Times New Roman" panose="02020603050405020304" pitchFamily="18" charset="0"/>
            </a:endParaRPr>
          </a:p>
          <a:p>
            <a:r>
              <a:rPr lang="ml-IN" sz="1800" b="0" i="0" dirty="0">
                <a:effectLst/>
                <a:latin typeface="Arial"/>
                <a:cs typeface="Kartika"/>
              </a:rPr>
              <a:t>വൻ </a:t>
            </a:r>
            <a:r>
              <a:rPr lang="ml-IN" sz="1800" b="0" i="0" dirty="0" err="1">
                <a:effectLst/>
                <a:latin typeface="Arial"/>
                <a:cs typeface="Kartika"/>
              </a:rPr>
              <a:t>ഭാരങ്ങ</a:t>
            </a:r>
            <a:r>
              <a:rPr lang="ml-IN" sz="1800" b="0" i="0" dirty="0">
                <a:effectLst/>
                <a:latin typeface="Arial"/>
                <a:cs typeface="Kartika"/>
              </a:rPr>
              <a:t>ൾ </a:t>
            </a:r>
            <a:r>
              <a:rPr lang="ml-IN" sz="1800" b="0" i="0" dirty="0" err="1">
                <a:effectLst/>
                <a:latin typeface="Arial"/>
                <a:cs typeface="Kartika"/>
              </a:rPr>
              <a:t>പ്രയാസങ്ങ</a:t>
            </a:r>
            <a:r>
              <a:rPr lang="ml-IN" sz="1800" b="0" i="0" dirty="0">
                <a:effectLst/>
                <a:latin typeface="Arial"/>
                <a:cs typeface="Kartika"/>
              </a:rPr>
              <a:t>ൾ, നേരിടും നേരത്തും </a:t>
            </a:r>
            <a:endParaRPr lang="en-US" sz="1800" b="0" i="0" dirty="0">
              <a:effectLst/>
              <a:latin typeface="Arial"/>
              <a:cs typeface="Kartika"/>
            </a:endParaRPr>
          </a:p>
          <a:p>
            <a:r>
              <a:rPr lang="ml-IN" sz="1800" b="0" i="0" dirty="0">
                <a:effectLst/>
                <a:latin typeface="Arial"/>
                <a:cs typeface="Kartika"/>
              </a:rPr>
              <a:t>എൻ </a:t>
            </a:r>
            <a:r>
              <a:rPr lang="ml-IN" sz="1800" b="0" i="0" dirty="0" err="1">
                <a:effectLst/>
                <a:latin typeface="Arial"/>
                <a:cs typeface="Kartika"/>
              </a:rPr>
              <a:t>ചാരവേ</a:t>
            </a:r>
            <a:r>
              <a:rPr lang="ml-IN" sz="1800" b="0" i="0" dirty="0">
                <a:effectLst/>
                <a:latin typeface="Arial"/>
                <a:cs typeface="Kartika"/>
              </a:rPr>
              <a:t> </a:t>
            </a:r>
            <a:r>
              <a:rPr lang="ml-IN" sz="1800" b="0" i="0" dirty="0" err="1">
                <a:effectLst/>
                <a:latin typeface="Arial"/>
                <a:cs typeface="Kartika"/>
              </a:rPr>
              <a:t>ഞാ</a:t>
            </a:r>
            <a:r>
              <a:rPr lang="ml-IN" sz="1800" b="0" i="0" dirty="0">
                <a:effectLst/>
                <a:latin typeface="Arial"/>
                <a:cs typeface="Kartika"/>
              </a:rPr>
              <a:t>ൻ </a:t>
            </a:r>
            <a:r>
              <a:rPr lang="ml-IN" sz="1800" dirty="0" err="1">
                <a:effectLst/>
                <a:latin typeface="Noto Sans Malayalam"/>
                <a:cs typeface="Kartika"/>
              </a:rPr>
              <a:t>കാണുന്നുണ്ടെ</a:t>
            </a:r>
            <a:r>
              <a:rPr lang="ml-IN" sz="1800" dirty="0">
                <a:effectLst/>
                <a:latin typeface="Noto Sans Malayalam"/>
                <a:cs typeface="Kartika"/>
              </a:rPr>
              <a:t>ൻ</a:t>
            </a:r>
            <a:r>
              <a:rPr lang="en-US" sz="1800">
                <a:latin typeface="Noto Sans Malayalam"/>
              </a:rPr>
              <a:t>  </a:t>
            </a:r>
            <a:r>
              <a:rPr lang="ml-IN" sz="1800" b="0" i="0" dirty="0">
                <a:effectLst/>
                <a:latin typeface="Arial"/>
                <a:cs typeface="Kartika"/>
              </a:rPr>
              <a:t>സ്നേഹ</a:t>
            </a:r>
            <a:r>
              <a:rPr lang="en-US" sz="1800" b="0" i="0" dirty="0">
                <a:effectLst/>
                <a:latin typeface="Arial"/>
                <a:cs typeface="Arial"/>
              </a:rPr>
              <a:t> </a:t>
            </a:r>
            <a:r>
              <a:rPr lang="ml-IN" sz="1800" b="0" i="0" dirty="0">
                <a:effectLst/>
                <a:latin typeface="Arial"/>
                <a:cs typeface="Kartika"/>
              </a:rPr>
              <a:t>സഖിയായി</a:t>
            </a:r>
            <a:endParaRPr lang="en-US" sz="1800" b="0" i="0" dirty="0">
              <a:effectLst/>
              <a:latin typeface="Arial"/>
              <a:cs typeface="Kartika"/>
            </a:endParaRPr>
          </a:p>
          <a:p>
            <a:r>
              <a:rPr lang="ml-IN" sz="1800" b="0" i="0" dirty="0">
                <a:effectLst/>
                <a:latin typeface="Arial"/>
                <a:cs typeface="Kartika"/>
              </a:rPr>
              <a:t>ഈ </a:t>
            </a:r>
            <a:r>
              <a:rPr lang="ml-IN" sz="1800" b="0" i="0" dirty="0" err="1">
                <a:effectLst/>
                <a:latin typeface="Arial"/>
                <a:cs typeface="Kartika"/>
              </a:rPr>
              <a:t>ലോക</a:t>
            </a:r>
            <a:r>
              <a:rPr lang="ml-IN" sz="1800" b="0" i="0" dirty="0">
                <a:effectLst/>
                <a:latin typeface="Arial"/>
                <a:cs typeface="Kartika"/>
              </a:rPr>
              <a:t> </a:t>
            </a:r>
            <a:r>
              <a:rPr lang="ml-IN" sz="1800" b="0" i="0" dirty="0" err="1">
                <a:effectLst/>
                <a:latin typeface="Arial"/>
                <a:cs typeface="Kartika"/>
              </a:rPr>
              <a:t>സഖികളെല്ലാരും</a:t>
            </a:r>
            <a:r>
              <a:rPr lang="ml-IN" sz="1800" b="0" i="0" dirty="0">
                <a:effectLst/>
                <a:latin typeface="Arial"/>
                <a:cs typeface="Kartika"/>
              </a:rPr>
              <a:t>, മാറി</a:t>
            </a:r>
            <a:r>
              <a:rPr lang="en-US" sz="1800" b="0" i="0" dirty="0">
                <a:effectLst/>
                <a:latin typeface="Arial"/>
                <a:cs typeface="Arial"/>
              </a:rPr>
              <a:t>  </a:t>
            </a:r>
            <a:r>
              <a:rPr lang="ml-IN" sz="1800" b="0" i="0" dirty="0">
                <a:effectLst/>
                <a:latin typeface="Arial"/>
                <a:cs typeface="Kartika"/>
              </a:rPr>
              <a:t>പോയാലും </a:t>
            </a:r>
            <a:endParaRPr lang="en-US" sz="1800" b="0" i="0" dirty="0">
              <a:effectLst/>
              <a:latin typeface="Arial"/>
              <a:cs typeface="Kartika"/>
            </a:endParaRPr>
          </a:p>
          <a:p>
            <a:r>
              <a:rPr lang="en-US" sz="1800" dirty="0">
                <a:solidFill>
                  <a:srgbClr val="800000"/>
                </a:solidFill>
                <a:latin typeface="Arial"/>
                <a:cs typeface="Arial"/>
              </a:rPr>
              <a:t>	</a:t>
            </a:r>
            <a:r>
              <a:rPr lang="ml-IN" sz="1800" b="0" i="1" dirty="0">
                <a:solidFill>
                  <a:srgbClr val="800000"/>
                </a:solidFill>
                <a:effectLst/>
                <a:latin typeface="Arial"/>
                <a:cs typeface="Kartika"/>
              </a:rPr>
              <a:t>എൻ </a:t>
            </a:r>
            <a:r>
              <a:rPr lang="ml-IN" sz="1800" b="0" i="1" err="1">
                <a:solidFill>
                  <a:srgbClr val="800000"/>
                </a:solidFill>
                <a:effectLst/>
                <a:latin typeface="Arial"/>
                <a:cs typeface="Kartika"/>
              </a:rPr>
              <a:t>രക്ഷകാ</a:t>
            </a:r>
            <a:r>
              <a:rPr lang="ml-IN" sz="1800" b="0" i="1" dirty="0">
                <a:solidFill>
                  <a:srgbClr val="800000"/>
                </a:solidFill>
                <a:effectLst/>
                <a:latin typeface="Arial"/>
                <a:cs typeface="Kartika"/>
              </a:rPr>
              <a:t>, എൻ ദൈവമേ; നീ </a:t>
            </a:r>
            <a:r>
              <a:rPr lang="ml-IN" sz="1800" b="0" i="1" err="1">
                <a:solidFill>
                  <a:srgbClr val="800000"/>
                </a:solidFill>
                <a:effectLst/>
                <a:latin typeface="Arial"/>
                <a:cs typeface="Kartika"/>
              </a:rPr>
              <a:t>അല്ലാതില്ലാരും</a:t>
            </a:r>
            <a:r>
              <a:rPr lang="ml-IN" sz="1800" b="0" i="1" dirty="0">
                <a:solidFill>
                  <a:srgbClr val="800000"/>
                </a:solidFill>
                <a:effectLst/>
                <a:latin typeface="Arial"/>
                <a:cs typeface="Kartika"/>
              </a:rPr>
              <a:t> </a:t>
            </a:r>
            <a:r>
              <a:rPr lang="en-US" sz="1800" b="0" i="1" dirty="0">
                <a:solidFill>
                  <a:srgbClr val="800000"/>
                </a:solidFill>
                <a:effectLst/>
                <a:latin typeface="Arial"/>
                <a:cs typeface="Arial"/>
              </a:rPr>
              <a:t>	</a:t>
            </a:r>
          </a:p>
          <a:p>
            <a:r>
              <a:rPr lang="en-US" sz="1800" i="1" dirty="0">
                <a:solidFill>
                  <a:srgbClr val="800000"/>
                </a:solidFill>
                <a:latin typeface="Arial"/>
                <a:cs typeface="Arial"/>
              </a:rPr>
              <a:t>	</a:t>
            </a:r>
            <a:r>
              <a:rPr lang="ml-IN" sz="1800" b="0" i="1" dirty="0">
                <a:solidFill>
                  <a:srgbClr val="800000"/>
                </a:solidFill>
                <a:effectLst/>
                <a:latin typeface="Arial"/>
                <a:cs typeface="Kartika"/>
              </a:rPr>
              <a:t>എൻ യേശു മാത്രം മതി </a:t>
            </a:r>
            <a:r>
              <a:rPr lang="ml-IN" sz="1800" b="0" i="1" err="1">
                <a:solidFill>
                  <a:srgbClr val="800000"/>
                </a:solidFill>
                <a:effectLst/>
                <a:latin typeface="Arial"/>
                <a:cs typeface="Kartika"/>
              </a:rPr>
              <a:t>എനിക്കേത്</a:t>
            </a:r>
            <a:r>
              <a:rPr lang="ml-IN" sz="1800" b="0" i="1" dirty="0">
                <a:solidFill>
                  <a:srgbClr val="800000"/>
                </a:solidFill>
                <a:effectLst/>
                <a:latin typeface="Arial"/>
                <a:cs typeface="Kartika"/>
              </a:rPr>
              <a:t> നേരത്തും</a:t>
            </a:r>
            <a:endParaRPr lang="en-US" sz="1800" i="1">
              <a:solidFill>
                <a:srgbClr val="800000"/>
              </a:solidFill>
              <a:latin typeface="Arial"/>
              <a:cs typeface="Kartika"/>
            </a:endParaRPr>
          </a:p>
        </p:txBody>
      </p:sp>
    </p:spTree>
    <p:extLst>
      <p:ext uri="{BB962C8B-B14F-4D97-AF65-F5344CB8AC3E}">
        <p14:creationId xmlns:p14="http://schemas.microsoft.com/office/powerpoint/2010/main" val="94301297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53FCE-6DB1-ABE7-EEF2-7A6DBB6AF3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C5EC8F-C8E2-9B3C-013D-9BF9DB59E524}"/>
              </a:ext>
            </a:extLst>
          </p:cNvPr>
          <p:cNvSpPr>
            <a:spLocks noGrp="1"/>
          </p:cNvSpPr>
          <p:nvPr>
            <p:ph type="title"/>
          </p:nvPr>
        </p:nvSpPr>
        <p:spPr/>
        <p:txBody>
          <a:bodyPr>
            <a:noAutofit/>
          </a:bodyPr>
          <a:lstStyle/>
          <a:p>
            <a:r>
              <a:rPr lang="en-US">
                <a:latin typeface="Segoe UI" panose="020B0502040204020203" pitchFamily="34" charset="0"/>
              </a:rPr>
              <a:t>Holy Communion – En </a:t>
            </a:r>
            <a:r>
              <a:rPr lang="en-US" err="1">
                <a:latin typeface="Segoe UI" panose="020B0502040204020203" pitchFamily="34" charset="0"/>
              </a:rPr>
              <a:t>yeshu</a:t>
            </a:r>
            <a:r>
              <a:rPr lang="en-US">
                <a:latin typeface="Segoe UI" panose="020B0502040204020203" pitchFamily="34" charset="0"/>
              </a:rPr>
              <a:t> </a:t>
            </a:r>
            <a:r>
              <a:rPr lang="en-US" err="1">
                <a:latin typeface="Segoe UI" panose="020B0502040204020203" pitchFamily="34" charset="0"/>
              </a:rPr>
              <a:t>allathenikku</a:t>
            </a:r>
            <a:endParaRPr lang="en-US">
              <a:latin typeface="Segoe UI" panose="020B0502040204020203" pitchFamily="34" charset="0"/>
            </a:endParaRPr>
          </a:p>
        </p:txBody>
      </p:sp>
      <p:sp>
        <p:nvSpPr>
          <p:cNvPr id="6" name="Slide Number Placeholder 3">
            <a:extLst>
              <a:ext uri="{FF2B5EF4-FFF2-40B4-BE49-F238E27FC236}">
                <a16:creationId xmlns:a16="http://schemas.microsoft.com/office/drawing/2014/main" id="{D59728FA-8A38-30B6-1F82-391814622291}"/>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78</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C989C9C1-2C36-FFA9-D49F-5EC62F7920F4}"/>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Communion 5: </a:t>
            </a:r>
            <a:r>
              <a:rPr lang="en-US" sz="1400" dirty="0">
                <a:solidFill>
                  <a:prstClr val="black"/>
                </a:solidFill>
                <a:latin typeface="Segoe UI"/>
                <a:cs typeface="Segoe UI"/>
              </a:rPr>
              <a:t>3 </a:t>
            </a:r>
            <a:r>
              <a:rPr lang="en-US" sz="1400">
                <a:solidFill>
                  <a:prstClr val="black"/>
                </a:solidFill>
                <a:latin typeface="Segoe UI"/>
                <a:cs typeface="Segoe UI"/>
              </a:rPr>
              <a:t>of 3</a:t>
            </a:r>
          </a:p>
        </p:txBody>
      </p:sp>
      <p:sp>
        <p:nvSpPr>
          <p:cNvPr id="3" name="Rectangle 2">
            <a:extLst>
              <a:ext uri="{FF2B5EF4-FFF2-40B4-BE49-F238E27FC236}">
                <a16:creationId xmlns:a16="http://schemas.microsoft.com/office/drawing/2014/main" id="{91EA1DA1-B087-7B2F-059E-0EB08F74B46F}"/>
              </a:ext>
            </a:extLst>
          </p:cNvPr>
          <p:cNvSpPr/>
          <p:nvPr/>
        </p:nvSpPr>
        <p:spPr>
          <a:xfrm>
            <a:off x="495551" y="655586"/>
            <a:ext cx="8152898" cy="4616648"/>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buNone/>
            </a:pPr>
            <a:r>
              <a:rPr lang="en-US" sz="2400" kern="100" dirty="0" err="1">
                <a:effectLst/>
                <a:latin typeface="Seogue UI"/>
                <a:ea typeface="Calibri"/>
                <a:cs typeface="Times New Roman"/>
              </a:rPr>
              <a:t>en</a:t>
            </a:r>
            <a:r>
              <a:rPr lang="en-US" sz="2400" kern="100" dirty="0">
                <a:effectLst/>
                <a:latin typeface="Seogue UI"/>
                <a:ea typeface="Calibri"/>
                <a:cs typeface="Times New Roman"/>
              </a:rPr>
              <a:t> </a:t>
            </a:r>
            <a:r>
              <a:rPr lang="en-US" sz="2400" kern="100" dirty="0" err="1">
                <a:effectLst/>
                <a:latin typeface="Seogue UI"/>
                <a:ea typeface="Calibri"/>
                <a:cs typeface="Times New Roman"/>
              </a:rPr>
              <a:t>ksheenitha</a:t>
            </a:r>
            <a:r>
              <a:rPr lang="en-US" sz="2400" kern="100" dirty="0">
                <a:effectLst/>
                <a:latin typeface="Seogue UI"/>
                <a:ea typeface="Calibri"/>
                <a:cs typeface="Times New Roman"/>
              </a:rPr>
              <a:t> </a:t>
            </a:r>
            <a:r>
              <a:rPr lang="en-US" sz="2400" kern="100" dirty="0" err="1">
                <a:effectLst/>
                <a:latin typeface="Seogue UI"/>
                <a:ea typeface="Calibri"/>
                <a:cs typeface="Times New Roman"/>
              </a:rPr>
              <a:t>rogathilum</a:t>
            </a:r>
            <a:r>
              <a:rPr lang="en-US" sz="2400" kern="100" dirty="0">
                <a:effectLst/>
                <a:latin typeface="Seogue UI"/>
                <a:ea typeface="Calibri"/>
                <a:cs typeface="Times New Roman"/>
              </a:rPr>
              <a:t>, nee </a:t>
            </a:r>
            <a:r>
              <a:rPr lang="en-US" sz="2400" kern="100" dirty="0" err="1">
                <a:effectLst/>
                <a:latin typeface="Seogue UI"/>
                <a:ea typeface="Calibri"/>
                <a:cs typeface="Times New Roman"/>
              </a:rPr>
              <a:t>maathram</a:t>
            </a:r>
            <a:r>
              <a:rPr lang="en-US" sz="2400" kern="100" dirty="0">
                <a:effectLst/>
                <a:latin typeface="Seogue UI"/>
                <a:ea typeface="Calibri"/>
                <a:cs typeface="Times New Roman"/>
              </a:rPr>
              <a:t> </a:t>
            </a:r>
            <a:r>
              <a:rPr lang="en-US" sz="2400" kern="100" dirty="0" err="1">
                <a:effectLst/>
                <a:latin typeface="Seogue UI"/>
                <a:ea typeface="Calibri"/>
                <a:cs typeface="Times New Roman"/>
              </a:rPr>
              <a:t>en</a:t>
            </a:r>
            <a:r>
              <a:rPr lang="en-US" sz="2400" kern="100" dirty="0">
                <a:effectLst/>
                <a:latin typeface="Seogue UI"/>
                <a:ea typeface="Calibri"/>
                <a:cs typeface="Times New Roman"/>
              </a:rPr>
              <a:t> </a:t>
            </a:r>
            <a:r>
              <a:rPr lang="en-US" sz="2400" kern="100" dirty="0" err="1">
                <a:effectLst/>
                <a:latin typeface="Seogue UI"/>
                <a:ea typeface="Calibri"/>
                <a:cs typeface="Times New Roman"/>
              </a:rPr>
              <a:t>vaidhyan</a:t>
            </a:r>
            <a:endParaRPr lang="en-SG" sz="2400" kern="100" dirty="0">
              <a:effectLst/>
              <a:latin typeface="Seogue UI"/>
              <a:ea typeface="Calibri"/>
              <a:cs typeface="Times New Roman"/>
            </a:endParaRPr>
          </a:p>
          <a:p>
            <a:pPr>
              <a:buNone/>
            </a:pPr>
            <a:r>
              <a:rPr lang="en-US" sz="2400" kern="100" dirty="0" err="1">
                <a:effectLst/>
                <a:latin typeface="Seogue UI"/>
                <a:ea typeface="Calibri"/>
                <a:cs typeface="Times New Roman"/>
              </a:rPr>
              <a:t>mattaareyum</a:t>
            </a:r>
            <a:r>
              <a:rPr lang="en-US" sz="2400" kern="100" dirty="0">
                <a:effectLst/>
                <a:latin typeface="Seogue UI"/>
                <a:ea typeface="Calibri"/>
                <a:cs typeface="Times New Roman"/>
              </a:rPr>
              <a:t> </a:t>
            </a:r>
            <a:r>
              <a:rPr lang="en-US" sz="2400" kern="100" dirty="0" err="1">
                <a:effectLst/>
                <a:latin typeface="Seogue UI"/>
                <a:ea typeface="Calibri"/>
                <a:cs typeface="Times New Roman"/>
              </a:rPr>
              <a:t>njan</a:t>
            </a:r>
            <a:r>
              <a:rPr lang="en-US" sz="2400" kern="100" dirty="0">
                <a:effectLst/>
                <a:latin typeface="Seogue UI"/>
                <a:ea typeface="Calibri"/>
                <a:cs typeface="Times New Roman"/>
              </a:rPr>
              <a:t> </a:t>
            </a:r>
            <a:r>
              <a:rPr lang="en-US" sz="2400" kern="100" dirty="0" err="1">
                <a:effectLst/>
                <a:latin typeface="Seogue UI"/>
                <a:ea typeface="Calibri"/>
                <a:cs typeface="Times New Roman"/>
              </a:rPr>
              <a:t>kaanunnillen</a:t>
            </a:r>
            <a:r>
              <a:rPr lang="en-US" sz="2400" kern="100" dirty="0">
                <a:effectLst/>
                <a:latin typeface="Seogue UI"/>
                <a:ea typeface="Calibri"/>
                <a:cs typeface="Times New Roman"/>
              </a:rPr>
              <a:t> </a:t>
            </a:r>
            <a:r>
              <a:rPr lang="en-US" sz="2400" kern="100" dirty="0" err="1">
                <a:effectLst/>
                <a:latin typeface="Seogue UI"/>
                <a:ea typeface="Calibri"/>
                <a:cs typeface="Times New Roman"/>
              </a:rPr>
              <a:t>roga</a:t>
            </a:r>
            <a:r>
              <a:rPr lang="en-US" sz="2400" kern="100" dirty="0">
                <a:effectLst/>
                <a:latin typeface="Seogue UI"/>
                <a:ea typeface="Calibri"/>
                <a:cs typeface="Times New Roman"/>
              </a:rPr>
              <a:t> </a:t>
            </a:r>
            <a:r>
              <a:rPr lang="en-US" sz="2400" kern="100" dirty="0" err="1">
                <a:effectLst/>
                <a:latin typeface="Seogue UI"/>
                <a:ea typeface="Calibri"/>
                <a:cs typeface="Times New Roman"/>
              </a:rPr>
              <a:t>shaanthikkaai</a:t>
            </a:r>
            <a:endParaRPr lang="en-SG" sz="2400" kern="100" dirty="0">
              <a:effectLst/>
              <a:latin typeface="Seogue UI"/>
              <a:ea typeface="Calibri"/>
              <a:cs typeface="Times New Roman"/>
            </a:endParaRPr>
          </a:p>
          <a:p>
            <a:pPr>
              <a:buNone/>
            </a:pPr>
            <a:r>
              <a:rPr lang="en-US" sz="2400" kern="100" dirty="0" err="1">
                <a:effectLst/>
                <a:latin typeface="Seogue UI"/>
                <a:ea typeface="Calibri"/>
                <a:cs typeface="Times New Roman"/>
              </a:rPr>
              <a:t>nin</a:t>
            </a:r>
            <a:r>
              <a:rPr lang="en-US" sz="2400" kern="100" dirty="0">
                <a:effectLst/>
                <a:latin typeface="Seogue UI"/>
                <a:ea typeface="Calibri"/>
                <a:cs typeface="Times New Roman"/>
              </a:rPr>
              <a:t> </a:t>
            </a:r>
            <a:r>
              <a:rPr lang="en-US" sz="2400" kern="100" dirty="0" err="1">
                <a:effectLst/>
                <a:latin typeface="Seogue UI"/>
                <a:ea typeface="Calibri"/>
                <a:cs typeface="Times New Roman"/>
              </a:rPr>
              <a:t>maarvvidam</a:t>
            </a:r>
            <a:r>
              <a:rPr lang="en-US" sz="2400" kern="100" dirty="0">
                <a:effectLst/>
                <a:latin typeface="Seogue UI"/>
                <a:ea typeface="Calibri"/>
                <a:cs typeface="Times New Roman"/>
              </a:rPr>
              <a:t> </a:t>
            </a:r>
            <a:r>
              <a:rPr lang="en-US" sz="2400" kern="100" dirty="0" err="1">
                <a:effectLst/>
                <a:latin typeface="Seogue UI"/>
                <a:ea typeface="Calibri"/>
                <a:cs typeface="Times New Roman"/>
              </a:rPr>
              <a:t>en</a:t>
            </a:r>
            <a:r>
              <a:rPr lang="en-US" sz="2400" kern="100" dirty="0">
                <a:effectLst/>
                <a:latin typeface="Seogue UI"/>
                <a:ea typeface="Calibri"/>
                <a:cs typeface="Times New Roman"/>
              </a:rPr>
              <a:t> </a:t>
            </a:r>
            <a:r>
              <a:rPr lang="en-US" sz="2400" kern="100" dirty="0" err="1">
                <a:effectLst/>
                <a:latin typeface="Seogue UI"/>
                <a:ea typeface="Calibri"/>
                <a:cs typeface="Times New Roman"/>
              </a:rPr>
              <a:t>aashrayam</a:t>
            </a:r>
            <a:r>
              <a:rPr lang="en-US" sz="2400" kern="100" dirty="0">
                <a:effectLst/>
                <a:latin typeface="Seogue UI"/>
                <a:ea typeface="Calibri"/>
                <a:cs typeface="Times New Roman"/>
              </a:rPr>
              <a:t>, </a:t>
            </a:r>
            <a:r>
              <a:rPr lang="en-US" sz="2400" kern="100" dirty="0" err="1">
                <a:effectLst/>
                <a:latin typeface="Seogue UI"/>
                <a:ea typeface="Calibri"/>
                <a:cs typeface="Times New Roman"/>
              </a:rPr>
              <a:t>en</a:t>
            </a:r>
            <a:r>
              <a:rPr lang="en-US" sz="2400" kern="100" dirty="0">
                <a:effectLst/>
                <a:latin typeface="Seogue UI"/>
                <a:ea typeface="Calibri"/>
                <a:cs typeface="Times New Roman"/>
              </a:rPr>
              <a:t> </a:t>
            </a:r>
            <a:r>
              <a:rPr lang="en-US" sz="2400" kern="100" dirty="0" err="1">
                <a:effectLst/>
                <a:latin typeface="Seogue UI"/>
                <a:ea typeface="Calibri"/>
                <a:cs typeface="Times New Roman"/>
              </a:rPr>
              <a:t>yeshu</a:t>
            </a:r>
            <a:r>
              <a:rPr lang="en-US" sz="2400" kern="100" dirty="0">
                <a:effectLst/>
                <a:latin typeface="Seogue UI"/>
                <a:ea typeface="Calibri"/>
                <a:cs typeface="Times New Roman"/>
              </a:rPr>
              <a:t> </a:t>
            </a:r>
            <a:r>
              <a:rPr lang="en-US" sz="2400" kern="100" dirty="0" err="1">
                <a:effectLst/>
                <a:latin typeface="Seogue UI"/>
                <a:ea typeface="Calibri"/>
                <a:cs typeface="Times New Roman"/>
              </a:rPr>
              <a:t>karthave</a:t>
            </a:r>
            <a:endParaRPr lang="en-SG" sz="2400" kern="100" dirty="0">
              <a:effectLst/>
              <a:latin typeface="Seogue UI"/>
              <a:ea typeface="Calibri"/>
              <a:cs typeface="Times New Roman"/>
            </a:endParaRPr>
          </a:p>
          <a:p>
            <a:pPr>
              <a:buNone/>
            </a:pPr>
            <a:r>
              <a:rPr lang="en-US" sz="2400" kern="100" dirty="0">
                <a:solidFill>
                  <a:srgbClr val="800000"/>
                </a:solidFill>
                <a:effectLst/>
                <a:latin typeface="Seogue UI"/>
                <a:ea typeface="Calibri"/>
                <a:cs typeface="Times New Roman"/>
              </a:rPr>
              <a:t>	</a:t>
            </a:r>
            <a:r>
              <a:rPr lang="en-US" sz="2400" i="1" kern="100" err="1">
                <a:solidFill>
                  <a:srgbClr val="800000"/>
                </a:solidFill>
                <a:effectLst/>
                <a:latin typeface="Seogue UI"/>
                <a:ea typeface="Calibri"/>
                <a:cs typeface="Times New Roman"/>
              </a:rPr>
              <a:t>en</a:t>
            </a:r>
            <a:r>
              <a:rPr lang="en-US" sz="2400" i="1" kern="100" dirty="0">
                <a:solidFill>
                  <a:srgbClr val="800000"/>
                </a:solidFill>
                <a:effectLst/>
                <a:latin typeface="Seogue UI"/>
                <a:ea typeface="Calibri"/>
                <a:cs typeface="Times New Roman"/>
              </a:rPr>
              <a:t> </a:t>
            </a:r>
            <a:r>
              <a:rPr lang="en-US" sz="2400" i="1" kern="100" err="1">
                <a:solidFill>
                  <a:srgbClr val="800000"/>
                </a:solidFill>
                <a:effectLst/>
                <a:latin typeface="Seogue UI"/>
                <a:ea typeface="Calibri"/>
                <a:cs typeface="Times New Roman"/>
              </a:rPr>
              <a:t>rakshakaa</a:t>
            </a:r>
            <a:r>
              <a:rPr lang="en-US" sz="2400" i="1" kern="100">
                <a:solidFill>
                  <a:srgbClr val="800000"/>
                </a:solidFill>
                <a:effectLst/>
                <a:latin typeface="Seogue UI"/>
                <a:ea typeface="Calibri"/>
                <a:cs typeface="Times New Roman"/>
              </a:rPr>
              <a:t>, </a:t>
            </a:r>
            <a:r>
              <a:rPr lang="en-US" sz="2400" i="1" kern="100" err="1">
                <a:solidFill>
                  <a:srgbClr val="800000"/>
                </a:solidFill>
                <a:effectLst/>
                <a:latin typeface="Seogue UI"/>
                <a:ea typeface="Calibri"/>
                <a:cs typeface="Times New Roman"/>
              </a:rPr>
              <a:t>en</a:t>
            </a:r>
            <a:r>
              <a:rPr lang="en-US" sz="2400" i="1" kern="100" dirty="0">
                <a:solidFill>
                  <a:srgbClr val="800000"/>
                </a:solidFill>
                <a:effectLst/>
                <a:latin typeface="Seogue UI"/>
                <a:ea typeface="Calibri"/>
                <a:cs typeface="Times New Roman"/>
              </a:rPr>
              <a:t> </a:t>
            </a:r>
            <a:r>
              <a:rPr lang="en-US" sz="2400" i="1" kern="100" err="1">
                <a:solidFill>
                  <a:srgbClr val="800000"/>
                </a:solidFill>
                <a:effectLst/>
                <a:latin typeface="Seogue UI"/>
                <a:ea typeface="Calibri"/>
                <a:cs typeface="Times New Roman"/>
              </a:rPr>
              <a:t>daivame</a:t>
            </a:r>
            <a:r>
              <a:rPr lang="en-US" sz="2400" i="1" kern="100">
                <a:solidFill>
                  <a:srgbClr val="800000"/>
                </a:solidFill>
                <a:effectLst/>
                <a:latin typeface="Seogue UI"/>
                <a:ea typeface="Calibri"/>
                <a:cs typeface="Times New Roman"/>
              </a:rPr>
              <a:t>; nee </a:t>
            </a:r>
            <a:r>
              <a:rPr lang="en-US" sz="2400" i="1" kern="100" err="1">
                <a:solidFill>
                  <a:srgbClr val="800000"/>
                </a:solidFill>
                <a:effectLst/>
                <a:latin typeface="Seogue UI"/>
                <a:ea typeface="Calibri"/>
                <a:cs typeface="Times New Roman"/>
              </a:rPr>
              <a:t>allaathillaarum</a:t>
            </a:r>
            <a:endParaRPr lang="en-SG" sz="2400" i="1" kern="100">
              <a:solidFill>
                <a:srgbClr val="800000"/>
              </a:solidFill>
              <a:effectLst/>
              <a:latin typeface="Seogue UI"/>
              <a:ea typeface="Calibri"/>
              <a:cs typeface="Times New Roman"/>
            </a:endParaRPr>
          </a:p>
          <a:p>
            <a:r>
              <a:rPr lang="en-US" sz="2400" i="1" kern="100" dirty="0">
                <a:solidFill>
                  <a:srgbClr val="800000"/>
                </a:solidFill>
                <a:effectLst/>
                <a:latin typeface="Seogue UI"/>
                <a:ea typeface="Calibri"/>
                <a:cs typeface="Times New Roman"/>
              </a:rPr>
              <a:t>	</a:t>
            </a:r>
            <a:r>
              <a:rPr lang="en-US" sz="2400" i="1" kern="100" err="1">
                <a:solidFill>
                  <a:srgbClr val="800000"/>
                </a:solidFill>
                <a:effectLst/>
                <a:latin typeface="Seogue UI"/>
                <a:ea typeface="Calibri"/>
                <a:cs typeface="Times New Roman"/>
              </a:rPr>
              <a:t>en</a:t>
            </a:r>
            <a:r>
              <a:rPr lang="en-US" sz="2400" i="1" kern="100" dirty="0">
                <a:solidFill>
                  <a:srgbClr val="800000"/>
                </a:solidFill>
                <a:effectLst/>
                <a:latin typeface="Seogue UI"/>
                <a:ea typeface="Calibri"/>
                <a:cs typeface="Times New Roman"/>
              </a:rPr>
              <a:t> </a:t>
            </a:r>
            <a:r>
              <a:rPr lang="en-US" sz="2400" i="1" kern="100" err="1">
                <a:solidFill>
                  <a:srgbClr val="800000"/>
                </a:solidFill>
                <a:effectLst/>
                <a:latin typeface="Seogue UI"/>
                <a:ea typeface="Calibri"/>
                <a:cs typeface="Times New Roman"/>
              </a:rPr>
              <a:t>yeshu</a:t>
            </a:r>
            <a:r>
              <a:rPr lang="en-US" sz="2400" i="1" kern="100" dirty="0">
                <a:solidFill>
                  <a:srgbClr val="800000"/>
                </a:solidFill>
                <a:effectLst/>
                <a:latin typeface="Seogue UI"/>
                <a:ea typeface="Calibri"/>
                <a:cs typeface="Times New Roman"/>
              </a:rPr>
              <a:t> </a:t>
            </a:r>
            <a:r>
              <a:rPr lang="en-US" sz="2400" i="1" kern="100" err="1">
                <a:solidFill>
                  <a:srgbClr val="800000"/>
                </a:solidFill>
                <a:effectLst/>
                <a:latin typeface="Seogue UI"/>
                <a:ea typeface="Calibri"/>
                <a:cs typeface="Times New Roman"/>
              </a:rPr>
              <a:t>mathram</a:t>
            </a:r>
            <a:r>
              <a:rPr lang="en-US" sz="2400" i="1" kern="100" dirty="0">
                <a:solidFill>
                  <a:srgbClr val="800000"/>
                </a:solidFill>
                <a:effectLst/>
                <a:latin typeface="Seogue UI"/>
                <a:ea typeface="Calibri"/>
                <a:cs typeface="Times New Roman"/>
              </a:rPr>
              <a:t> </a:t>
            </a:r>
            <a:r>
              <a:rPr lang="en-US" sz="2400" i="1" kern="100" err="1">
                <a:solidFill>
                  <a:srgbClr val="800000"/>
                </a:solidFill>
                <a:effectLst/>
                <a:latin typeface="Seogue UI"/>
                <a:ea typeface="Calibri"/>
                <a:cs typeface="Times New Roman"/>
              </a:rPr>
              <a:t>mathi</a:t>
            </a:r>
            <a:r>
              <a:rPr lang="en-US" sz="2400" i="1" kern="100" dirty="0">
                <a:solidFill>
                  <a:srgbClr val="800000"/>
                </a:solidFill>
                <a:effectLst/>
                <a:latin typeface="Seogue UI"/>
                <a:ea typeface="Calibri"/>
                <a:cs typeface="Times New Roman"/>
              </a:rPr>
              <a:t> </a:t>
            </a:r>
            <a:r>
              <a:rPr lang="en-US" sz="2400" i="1" kern="100" err="1">
                <a:solidFill>
                  <a:srgbClr val="800000"/>
                </a:solidFill>
                <a:effectLst/>
                <a:latin typeface="Seogue UI"/>
                <a:ea typeface="Calibri"/>
                <a:cs typeface="Times New Roman"/>
              </a:rPr>
              <a:t>enikkethu</a:t>
            </a:r>
            <a:r>
              <a:rPr lang="en-US" sz="2400" i="1" kern="100" dirty="0">
                <a:solidFill>
                  <a:srgbClr val="800000"/>
                </a:solidFill>
                <a:effectLst/>
                <a:latin typeface="Seogue UI"/>
                <a:ea typeface="Calibri"/>
                <a:cs typeface="Times New Roman"/>
              </a:rPr>
              <a:t> </a:t>
            </a:r>
            <a:r>
              <a:rPr lang="en-US" sz="2400" i="1" kern="100" err="1">
                <a:solidFill>
                  <a:srgbClr val="800000"/>
                </a:solidFill>
                <a:effectLst/>
                <a:latin typeface="Seogue UI"/>
                <a:ea typeface="Calibri"/>
                <a:cs typeface="Times New Roman"/>
              </a:rPr>
              <a:t>nerathum</a:t>
            </a:r>
            <a:endParaRPr lang="en-US" sz="2400" i="1" kern="100" dirty="0">
              <a:solidFill>
                <a:srgbClr val="800000"/>
              </a:solidFill>
              <a:effectLst/>
              <a:latin typeface="Seogue UI"/>
              <a:ea typeface="Calibri"/>
              <a:cs typeface="Times New Roman"/>
            </a:endParaRPr>
          </a:p>
          <a:p>
            <a:endParaRPr lang="en-US" sz="2400" i="1" kern="100">
              <a:solidFill>
                <a:srgbClr val="C00000"/>
              </a:solidFill>
              <a:effectLst/>
              <a:latin typeface="Seogue UI"/>
              <a:ea typeface="Calibri" panose="020F0502020204030204" pitchFamily="34" charset="0"/>
              <a:cs typeface="Times New Roman" panose="02020603050405020304" pitchFamily="18" charset="0"/>
            </a:endParaRPr>
          </a:p>
          <a:p>
            <a:endParaRPr lang="en-US" sz="2400" i="1" kern="100">
              <a:solidFill>
                <a:srgbClr val="FF0000"/>
              </a:solidFill>
              <a:latin typeface="Seogue UI"/>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ml-IN" altLang="en-US" sz="1800" b="0" i="0" u="none" strike="noStrike" cap="none" normalizeH="0" baseline="0" dirty="0">
                <a:ln>
                  <a:noFill/>
                </a:ln>
                <a:effectLst/>
                <a:latin typeface="ML-TTKarthika"/>
                <a:cs typeface="Kartika"/>
              </a:rPr>
              <a:t>എൻ</a:t>
            </a:r>
            <a:r>
              <a:rPr kumimoji="0" lang="en-US" altLang="en-US" sz="1800" b="0" i="0" u="none" strike="noStrike" cap="none" normalizeH="0" baseline="0" dirty="0">
                <a:ln>
                  <a:noFill/>
                </a:ln>
                <a:effectLst/>
                <a:latin typeface="ML-TTKarthika"/>
              </a:rPr>
              <a:t> </a:t>
            </a:r>
            <a:r>
              <a:rPr kumimoji="0" lang="ml-IN" altLang="en-US" sz="1800" b="0" i="0" u="none" strike="noStrike" cap="none" normalizeH="0" baseline="0" dirty="0" err="1">
                <a:ln>
                  <a:noFill/>
                </a:ln>
                <a:effectLst/>
                <a:latin typeface="ML-TTKarthika"/>
                <a:cs typeface="Kartika"/>
              </a:rPr>
              <a:t>ക്ഷീണിത</a:t>
            </a:r>
            <a:r>
              <a:rPr kumimoji="0" lang="en-US" altLang="en-US" sz="1800" b="0" i="0" u="none" strike="noStrike" cap="none" normalizeH="0" baseline="0" dirty="0">
                <a:ln>
                  <a:noFill/>
                </a:ln>
                <a:effectLst/>
                <a:latin typeface="ML-TTKarthika"/>
              </a:rPr>
              <a:t> </a:t>
            </a:r>
            <a:r>
              <a:rPr kumimoji="0" lang="ml-IN" altLang="en-US" sz="1800" b="0" i="0" u="none" strike="noStrike" cap="none" normalizeH="0" baseline="0" dirty="0">
                <a:ln>
                  <a:noFill/>
                </a:ln>
                <a:effectLst/>
                <a:latin typeface="ML-TTKarthika"/>
                <a:cs typeface="Kartika"/>
              </a:rPr>
              <a:t>രോഗത്തിലും</a:t>
            </a:r>
            <a:r>
              <a:rPr kumimoji="0" lang="en-US" altLang="en-US" sz="1800" b="0" i="0" u="none" strike="noStrike" cap="none" normalizeH="0" baseline="0" dirty="0">
                <a:ln>
                  <a:noFill/>
                </a:ln>
                <a:effectLst/>
                <a:latin typeface="ML-TTKarthika"/>
              </a:rPr>
              <a:t>, </a:t>
            </a:r>
            <a:r>
              <a:rPr kumimoji="0" lang="ml-IN" altLang="en-US" sz="1800" b="0" i="0" u="none" strike="noStrike" cap="none" normalizeH="0" baseline="0" dirty="0">
                <a:ln>
                  <a:noFill/>
                </a:ln>
                <a:effectLst/>
                <a:latin typeface="ML-TTKarthika"/>
                <a:cs typeface="Kartika"/>
              </a:rPr>
              <a:t>നീ</a:t>
            </a:r>
            <a:r>
              <a:rPr kumimoji="0" lang="en-US" altLang="en-US" sz="1800" b="0" i="0" u="none" strike="noStrike" cap="none" normalizeH="0" baseline="0" dirty="0">
                <a:ln>
                  <a:noFill/>
                </a:ln>
                <a:effectLst/>
                <a:latin typeface="ML-TTKarthika"/>
              </a:rPr>
              <a:t>  </a:t>
            </a:r>
            <a:r>
              <a:rPr kumimoji="0" lang="ml-IN" altLang="en-US" sz="1800" b="0" i="0" u="none" strike="noStrike" cap="none" normalizeH="0" baseline="0" dirty="0">
                <a:ln>
                  <a:noFill/>
                </a:ln>
                <a:effectLst/>
                <a:latin typeface="ML-TTKarthika"/>
                <a:cs typeface="Kartika"/>
              </a:rPr>
              <a:t>മാത്രം</a:t>
            </a:r>
            <a:r>
              <a:rPr kumimoji="0" lang="en-US" altLang="en-US" sz="1800" b="0" i="0" u="none" strike="noStrike" cap="none" normalizeH="0" baseline="0" dirty="0">
                <a:ln>
                  <a:noFill/>
                </a:ln>
                <a:effectLst/>
                <a:latin typeface="ML-TTKarthika"/>
              </a:rPr>
              <a:t>  </a:t>
            </a:r>
            <a:r>
              <a:rPr kumimoji="0" lang="ml-IN" altLang="en-US" sz="1800" b="0" i="0" u="none" strike="noStrike" cap="none" normalizeH="0" baseline="0" dirty="0">
                <a:ln>
                  <a:noFill/>
                </a:ln>
                <a:effectLst/>
                <a:latin typeface="ML-TTKarthika"/>
                <a:cs typeface="Kartika"/>
              </a:rPr>
              <a:t>എൻ</a:t>
            </a:r>
            <a:r>
              <a:rPr kumimoji="0" lang="en-US" altLang="en-US" sz="1800" b="0" i="0" u="none" strike="noStrike" cap="none" normalizeH="0" baseline="0" dirty="0">
                <a:ln>
                  <a:noFill/>
                </a:ln>
                <a:effectLst/>
                <a:latin typeface="ML-TTKarthika"/>
              </a:rPr>
              <a:t>  </a:t>
            </a:r>
            <a:r>
              <a:rPr kumimoji="0" lang="ml-IN" altLang="en-US" sz="1800" b="0" i="0" u="none" strike="noStrike" cap="none" normalizeH="0" baseline="0" dirty="0">
                <a:ln>
                  <a:noFill/>
                </a:ln>
                <a:effectLst/>
                <a:latin typeface="ML-TTKarthika"/>
                <a:cs typeface="Kartika"/>
              </a:rPr>
              <a:t>വൈദ്യൻ</a:t>
            </a:r>
            <a:r>
              <a:rPr kumimoji="0" lang="en-US" altLang="en-US" sz="1800" b="0" i="0" u="none" strike="noStrike" cap="none" normalizeH="0" baseline="0" dirty="0">
                <a:ln>
                  <a:noFill/>
                </a:ln>
                <a:effectLst/>
                <a:latin typeface="ML-TTKarthika"/>
              </a:rPr>
              <a:t> </a:t>
            </a:r>
            <a:endParaRPr lang="en-US" altLang="en-US" sz="1800" b="0" i="0" u="none" strike="noStrike" cap="none" normalizeH="0" baseline="0" dirty="0">
              <a:ln>
                <a:noFill/>
              </a:ln>
              <a:effectLst/>
              <a:latin typeface="ML-TTKarthika"/>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ml-IN" altLang="en-US" sz="1800" b="0" i="0" u="none" strike="noStrike" cap="none" normalizeH="0" baseline="0" dirty="0" err="1">
                <a:ln>
                  <a:noFill/>
                </a:ln>
                <a:effectLst/>
                <a:latin typeface="ML-TTKarthika"/>
                <a:cs typeface="Kartika"/>
              </a:rPr>
              <a:t>മറ്റാരെയും</a:t>
            </a:r>
            <a:r>
              <a:rPr kumimoji="0" lang="en-US" altLang="en-US" sz="1800" b="0" i="0" u="none" strike="noStrike" cap="none" normalizeH="0" baseline="0" dirty="0">
                <a:ln>
                  <a:noFill/>
                </a:ln>
                <a:effectLst/>
                <a:latin typeface="ML-TTKarthika"/>
              </a:rPr>
              <a:t>  </a:t>
            </a:r>
            <a:r>
              <a:rPr kumimoji="0" lang="ml-IN" altLang="en-US" sz="1800" b="0" i="0" u="none" strike="noStrike" cap="none" normalizeH="0" baseline="0" dirty="0" err="1">
                <a:ln>
                  <a:noFill/>
                </a:ln>
                <a:effectLst/>
                <a:latin typeface="ML-TTKarthika"/>
                <a:cs typeface="Kartika"/>
              </a:rPr>
              <a:t>ഞാ</a:t>
            </a:r>
            <a:r>
              <a:rPr kumimoji="0" lang="ml-IN" altLang="en-US" sz="1800" b="0" i="0" u="none" strike="noStrike" cap="none" normalizeH="0" baseline="0" dirty="0">
                <a:ln>
                  <a:noFill/>
                </a:ln>
                <a:effectLst/>
                <a:latin typeface="ML-TTKarthika"/>
                <a:cs typeface="Kartika"/>
              </a:rPr>
              <a:t>ൻ</a:t>
            </a:r>
            <a:r>
              <a:rPr kumimoji="0" lang="en-US" altLang="en-US" sz="1800" b="0" i="0" u="none" strike="noStrike" cap="none" normalizeH="0" baseline="0" dirty="0">
                <a:ln>
                  <a:noFill/>
                </a:ln>
                <a:effectLst/>
                <a:latin typeface="ML-TTKarthika"/>
              </a:rPr>
              <a:t>  </a:t>
            </a:r>
            <a:r>
              <a:rPr kumimoji="0" lang="ml-IN" altLang="en-US" sz="1800" b="0" i="0" u="none" strike="noStrike" cap="none" normalizeH="0" baseline="0" dirty="0" err="1">
                <a:ln>
                  <a:noFill/>
                </a:ln>
                <a:effectLst/>
                <a:latin typeface="ML-TTKarthika"/>
                <a:cs typeface="Kartika"/>
              </a:rPr>
              <a:t>കാണുന്നില്ലെ</a:t>
            </a:r>
            <a:r>
              <a:rPr kumimoji="0" lang="ml-IN" altLang="en-US" sz="1800" b="0" i="0" u="none" strike="noStrike" cap="none" normalizeH="0" baseline="0" dirty="0">
                <a:ln>
                  <a:noFill/>
                </a:ln>
                <a:effectLst/>
                <a:latin typeface="ML-TTKarthika"/>
                <a:cs typeface="Kartika"/>
              </a:rPr>
              <a:t>ൻ</a:t>
            </a:r>
            <a:r>
              <a:rPr kumimoji="0" lang="en-US" altLang="en-US" sz="1800" b="0" i="0" u="none" strike="noStrike" cap="none" normalizeH="0" baseline="0" dirty="0">
                <a:ln>
                  <a:noFill/>
                </a:ln>
                <a:effectLst/>
                <a:latin typeface="ML-TTKarthika"/>
              </a:rPr>
              <a:t>  </a:t>
            </a:r>
            <a:r>
              <a:rPr kumimoji="0" lang="ml-IN" altLang="en-US" sz="1800" b="0" i="0" u="none" strike="noStrike" cap="none" normalizeH="0" baseline="0" dirty="0">
                <a:ln>
                  <a:noFill/>
                </a:ln>
                <a:effectLst/>
                <a:latin typeface="ML-TTKarthika"/>
                <a:cs typeface="Kartika"/>
              </a:rPr>
              <a:t>രോഗ</a:t>
            </a:r>
            <a:r>
              <a:rPr kumimoji="0" lang="en-US" altLang="en-US" sz="1800" b="0" i="0" u="none" strike="noStrike" cap="none" normalizeH="0" baseline="0" dirty="0">
                <a:ln>
                  <a:noFill/>
                </a:ln>
                <a:effectLst/>
                <a:latin typeface="ML-TTKarthika"/>
              </a:rPr>
              <a:t>  </a:t>
            </a:r>
            <a:r>
              <a:rPr kumimoji="0" lang="ml-IN" altLang="en-US" sz="1800" b="0" i="0" u="none" strike="noStrike" cap="none" normalizeH="0" baseline="0" dirty="0" err="1">
                <a:ln>
                  <a:noFill/>
                </a:ln>
                <a:effectLst/>
                <a:latin typeface="ML-TTKarthika"/>
                <a:cs typeface="Kartika"/>
              </a:rPr>
              <a:t>ശാന്തിക്കായി</a:t>
            </a:r>
            <a:r>
              <a:rPr kumimoji="0" lang="en-US" altLang="en-US" sz="1800" b="0" i="0" u="none" strike="noStrike" cap="none" normalizeH="0" baseline="0" dirty="0">
                <a:ln>
                  <a:noFill/>
                </a:ln>
                <a:effectLst/>
                <a:latin typeface="ML-TTKarthika"/>
              </a:rPr>
              <a:t> </a:t>
            </a:r>
            <a:endParaRPr lang="en-US" altLang="en-US" sz="1800" b="0" i="0" u="none" strike="noStrike" cap="none" normalizeH="0" baseline="0" dirty="0">
              <a:ln>
                <a:noFill/>
              </a:ln>
              <a:effectLst/>
              <a:latin typeface="ML-TTKarthika"/>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ml-IN" altLang="en-US" sz="1800" b="0" i="0" u="none" strike="noStrike" cap="none" normalizeH="0" baseline="0" dirty="0">
                <a:ln>
                  <a:noFill/>
                </a:ln>
                <a:effectLst/>
                <a:latin typeface="ML-TTKarthika"/>
                <a:cs typeface="Kartika"/>
              </a:rPr>
              <a:t>നിൻ</a:t>
            </a:r>
            <a:r>
              <a:rPr kumimoji="0" lang="en-US" altLang="en-US" sz="1800" b="0" i="0" u="none" strike="noStrike" cap="none" normalizeH="0" baseline="0" dirty="0">
                <a:ln>
                  <a:noFill/>
                </a:ln>
                <a:effectLst/>
                <a:latin typeface="ML-TTKarthika"/>
              </a:rPr>
              <a:t> </a:t>
            </a:r>
            <a:r>
              <a:rPr kumimoji="0" lang="ml-IN" altLang="en-US" sz="1800" b="0" i="0" u="none" strike="noStrike" cap="none" normalizeH="0" baseline="0" dirty="0" err="1">
                <a:ln>
                  <a:noFill/>
                </a:ln>
                <a:effectLst/>
                <a:latin typeface="ML-TTKarthika"/>
                <a:cs typeface="Kartika"/>
              </a:rPr>
              <a:t>മാർവ്വിടം</a:t>
            </a:r>
            <a:r>
              <a:rPr kumimoji="0" lang="en-US" altLang="en-US" sz="1800" b="0" i="0" u="none" strike="noStrike" cap="none" normalizeH="0" baseline="0" dirty="0">
                <a:ln>
                  <a:noFill/>
                </a:ln>
                <a:effectLst/>
                <a:latin typeface="ML-TTKarthika"/>
              </a:rPr>
              <a:t> </a:t>
            </a:r>
            <a:r>
              <a:rPr kumimoji="0" lang="ml-IN" altLang="en-US" sz="1800" b="0" i="0" u="none" strike="noStrike" cap="none" normalizeH="0" baseline="0" dirty="0">
                <a:ln>
                  <a:noFill/>
                </a:ln>
                <a:effectLst/>
                <a:latin typeface="ML-TTKarthika"/>
                <a:cs typeface="Kartika"/>
              </a:rPr>
              <a:t>എൻ</a:t>
            </a:r>
            <a:r>
              <a:rPr kumimoji="0" lang="en-US" altLang="en-US" sz="1800" b="0" i="0" u="none" strike="noStrike" cap="none" normalizeH="0" baseline="0" dirty="0">
                <a:ln>
                  <a:noFill/>
                </a:ln>
                <a:effectLst/>
                <a:latin typeface="ML-TTKarthika"/>
              </a:rPr>
              <a:t> </a:t>
            </a:r>
            <a:r>
              <a:rPr kumimoji="0" lang="ml-IN" altLang="en-US" sz="1800" b="0" i="0" u="none" strike="noStrike" cap="none" normalizeH="0" baseline="0" dirty="0">
                <a:ln>
                  <a:noFill/>
                </a:ln>
                <a:effectLst/>
                <a:latin typeface="ML-TTKarthika"/>
                <a:cs typeface="Kartika"/>
              </a:rPr>
              <a:t>ആശ്രയം</a:t>
            </a:r>
            <a:r>
              <a:rPr kumimoji="0" lang="en-US" altLang="en-US" sz="1800" b="0" i="0" u="none" strike="noStrike" cap="none" normalizeH="0" baseline="0" dirty="0">
                <a:ln>
                  <a:noFill/>
                </a:ln>
                <a:effectLst/>
                <a:latin typeface="ML-TTKarthika"/>
              </a:rPr>
              <a:t>, </a:t>
            </a:r>
            <a:r>
              <a:rPr kumimoji="0" lang="ml-IN" altLang="en-US" sz="1800" b="0" i="0" u="none" strike="noStrike" cap="none" normalizeH="0" baseline="0" dirty="0">
                <a:ln>
                  <a:noFill/>
                </a:ln>
                <a:effectLst/>
                <a:latin typeface="ML-TTKarthika"/>
                <a:cs typeface="Kartika"/>
              </a:rPr>
              <a:t>എൻ</a:t>
            </a:r>
            <a:r>
              <a:rPr kumimoji="0" lang="en-US" altLang="en-US" sz="1800" b="0" i="0" u="none" strike="noStrike" cap="none" normalizeH="0" baseline="0" dirty="0">
                <a:ln>
                  <a:noFill/>
                </a:ln>
                <a:effectLst/>
                <a:latin typeface="ML-TTKarthika"/>
              </a:rPr>
              <a:t>  </a:t>
            </a:r>
            <a:r>
              <a:rPr kumimoji="0" lang="ml-IN" altLang="en-US" sz="1800" b="0" i="0" u="none" strike="noStrike" cap="none" normalizeH="0" baseline="0" dirty="0">
                <a:ln>
                  <a:noFill/>
                </a:ln>
                <a:effectLst/>
                <a:latin typeface="ML-TTKarthika"/>
                <a:cs typeface="Kartika"/>
              </a:rPr>
              <a:t>യേശു</a:t>
            </a:r>
            <a:r>
              <a:rPr kumimoji="0" lang="en-US" altLang="en-US" sz="1800" b="0" i="0" u="none" strike="noStrike" cap="none" normalizeH="0" baseline="0" dirty="0">
                <a:ln>
                  <a:noFill/>
                </a:ln>
                <a:effectLst/>
                <a:latin typeface="ML-TTKarthika"/>
              </a:rPr>
              <a:t>  </a:t>
            </a:r>
            <a:r>
              <a:rPr kumimoji="0" lang="ml-IN" altLang="en-US" sz="1800" b="0" i="0" u="none" strike="noStrike" cap="none" normalizeH="0" baseline="0" dirty="0" err="1">
                <a:ln>
                  <a:noFill/>
                </a:ln>
                <a:effectLst/>
                <a:latin typeface="ML-TTKarthika"/>
                <a:cs typeface="Kartika"/>
              </a:rPr>
              <a:t>കർത്താവേ</a:t>
            </a:r>
            <a:endParaRPr kumimoji="0" lang="en-US" altLang="en-US" sz="1800" b="0" i="0" u="none" strike="noStrike" cap="none" normalizeH="0" baseline="0" dirty="0" err="1">
              <a:ln>
                <a:noFill/>
              </a:ln>
              <a:effectLst/>
              <a:latin typeface="ML-TTKarthika"/>
              <a:cs typeface="Kartika"/>
            </a:endParaRPr>
          </a:p>
          <a:p>
            <a:pPr defTabSz="914400" eaLnBrk="0" fontAlgn="base" hangingPunct="0">
              <a:spcBef>
                <a:spcPct val="0"/>
              </a:spcBef>
              <a:spcAft>
                <a:spcPct val="0"/>
              </a:spcAft>
            </a:pPr>
            <a:r>
              <a:rPr lang="en-US" sz="1800" i="1" dirty="0">
                <a:solidFill>
                  <a:srgbClr val="FF0000"/>
                </a:solidFill>
                <a:latin typeface="Arial"/>
                <a:cs typeface="Arial"/>
              </a:rPr>
              <a:t>	</a:t>
            </a:r>
            <a:r>
              <a:rPr lang="ml-IN" sz="1800" b="0" i="1" dirty="0">
                <a:solidFill>
                  <a:srgbClr val="800000"/>
                </a:solidFill>
                <a:effectLst/>
                <a:latin typeface="Arial"/>
                <a:cs typeface="Kartika"/>
              </a:rPr>
              <a:t>എൻ </a:t>
            </a:r>
            <a:r>
              <a:rPr lang="ml-IN" sz="1800" b="0" i="1" err="1">
                <a:solidFill>
                  <a:srgbClr val="800000"/>
                </a:solidFill>
                <a:effectLst/>
                <a:latin typeface="Arial"/>
                <a:cs typeface="Kartika"/>
              </a:rPr>
              <a:t>രക്ഷകാ</a:t>
            </a:r>
            <a:r>
              <a:rPr lang="ml-IN" sz="1800" b="0" i="1" dirty="0">
                <a:solidFill>
                  <a:srgbClr val="800000"/>
                </a:solidFill>
                <a:effectLst/>
                <a:latin typeface="Arial"/>
                <a:cs typeface="Kartika"/>
              </a:rPr>
              <a:t>, എൻ ദൈവമേ; നീ </a:t>
            </a:r>
            <a:r>
              <a:rPr lang="ml-IN" sz="1800" b="0" i="1" err="1">
                <a:solidFill>
                  <a:srgbClr val="800000"/>
                </a:solidFill>
                <a:effectLst/>
                <a:latin typeface="Arial"/>
                <a:cs typeface="Kartika"/>
              </a:rPr>
              <a:t>അല്ലാതില്ലാരും</a:t>
            </a:r>
            <a:r>
              <a:rPr lang="ml-IN" sz="1800" b="0" i="1" dirty="0">
                <a:solidFill>
                  <a:srgbClr val="800000"/>
                </a:solidFill>
                <a:effectLst/>
                <a:latin typeface="Arial"/>
                <a:cs typeface="Kartika"/>
              </a:rPr>
              <a:t> </a:t>
            </a:r>
            <a:r>
              <a:rPr lang="en-US" sz="1800" b="0" i="1" dirty="0">
                <a:solidFill>
                  <a:srgbClr val="800000"/>
                </a:solidFill>
                <a:effectLst/>
                <a:latin typeface="Arial"/>
                <a:cs typeface="Arial"/>
              </a:rPr>
              <a:t>	</a:t>
            </a:r>
            <a:endParaRPr lang="en-US" altLang="en-US" sz="1800">
              <a:solidFill>
                <a:srgbClr val="800000"/>
              </a:solidFill>
              <a:latin typeface="Arial"/>
              <a:ea typeface="Calibri" panose="020F0502020204030204"/>
              <a:cs typeface="Arial"/>
            </a:endParaRPr>
          </a:p>
          <a:p>
            <a:pPr defTabSz="914400">
              <a:spcBef>
                <a:spcPct val="0"/>
              </a:spcBef>
              <a:spcAft>
                <a:spcPct val="0"/>
              </a:spcAft>
            </a:pPr>
            <a:r>
              <a:rPr lang="ml-IN" sz="1800" i="1" dirty="0">
                <a:solidFill>
                  <a:srgbClr val="800000"/>
                </a:solidFill>
                <a:latin typeface="Arial"/>
                <a:cs typeface="Kartika"/>
              </a:rPr>
              <a:t>             </a:t>
            </a:r>
            <a:r>
              <a:rPr lang="ml-IN" sz="1800" b="0" i="1" dirty="0">
                <a:solidFill>
                  <a:srgbClr val="800000"/>
                </a:solidFill>
                <a:effectLst/>
                <a:latin typeface="Arial"/>
                <a:cs typeface="Kartika"/>
              </a:rPr>
              <a:t>എൻ യേശു മാത്രം മതി </a:t>
            </a:r>
            <a:r>
              <a:rPr lang="ml-IN" sz="1800" b="0" i="1" err="1">
                <a:solidFill>
                  <a:srgbClr val="800000"/>
                </a:solidFill>
                <a:effectLst/>
                <a:latin typeface="Arial"/>
                <a:cs typeface="Kartika"/>
              </a:rPr>
              <a:t>എനിക്കേത്</a:t>
            </a:r>
            <a:r>
              <a:rPr lang="ml-IN" sz="1800" b="0" i="1" dirty="0">
                <a:solidFill>
                  <a:srgbClr val="800000"/>
                </a:solidFill>
                <a:effectLst/>
                <a:latin typeface="Arial"/>
                <a:cs typeface="Kartika"/>
              </a:rPr>
              <a:t> നേരത്തും</a:t>
            </a:r>
            <a:r>
              <a:rPr kumimoji="0" lang="en-US" altLang="en-US" sz="1800" b="0" i="0" u="none" strike="noStrike" cap="none" normalizeH="0" baseline="0" dirty="0">
                <a:ln>
                  <a:noFill/>
                </a:ln>
                <a:solidFill>
                  <a:srgbClr val="800000"/>
                </a:solidFill>
                <a:effectLst/>
                <a:latin typeface="Noto Sans Malayalam"/>
              </a:rPr>
              <a:t> </a:t>
            </a:r>
            <a:endParaRPr lang="en-US" altLang="en-US" sz="1800" b="0" i="0" u="none" strike="noStrike" cap="none" normalizeH="0" baseline="0">
              <a:ln>
                <a:noFill/>
              </a:ln>
              <a:solidFill>
                <a:srgbClr val="800000"/>
              </a:solidFill>
              <a:effectLst/>
              <a:ea typeface="Calibri"/>
              <a:cs typeface="Calibri"/>
            </a:endParaRPr>
          </a:p>
        </p:txBody>
      </p:sp>
    </p:spTree>
    <p:extLst>
      <p:ext uri="{BB962C8B-B14F-4D97-AF65-F5344CB8AC3E}">
        <p14:creationId xmlns:p14="http://schemas.microsoft.com/office/powerpoint/2010/main" val="273393293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65245-C62E-5F93-96EB-6A201FBFF1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3EFCDF-FD09-C62E-0815-9961D2102623}"/>
              </a:ext>
            </a:extLst>
          </p:cNvPr>
          <p:cNvSpPr>
            <a:spLocks noGrp="1"/>
          </p:cNvSpPr>
          <p:nvPr>
            <p:ph type="title"/>
          </p:nvPr>
        </p:nvSpPr>
        <p:spPr/>
        <p:txBody>
          <a:bodyPr/>
          <a:lstStyle/>
          <a:p>
            <a:r>
              <a:rPr lang="en-US">
                <a:latin typeface="+mn-lt"/>
                <a:cs typeface="Segoe UI"/>
              </a:rPr>
              <a:t>Holy Communion – Hymn No.  </a:t>
            </a:r>
            <a:r>
              <a:rPr lang="en-US">
                <a:solidFill>
                  <a:prstClr val="black"/>
                </a:solidFill>
                <a:latin typeface="Calibri"/>
                <a:cs typeface="Segoe UI"/>
              </a:rPr>
              <a:t>203</a:t>
            </a:r>
            <a:endParaRPr lang="en-US">
              <a:latin typeface="Segoe UI"/>
            </a:endParaRPr>
          </a:p>
        </p:txBody>
      </p:sp>
      <p:pic>
        <p:nvPicPr>
          <p:cNvPr id="4" name="Picture 3" descr="A picture containing wall, indoor, table, decorated&#10;&#10;Description automatically generated">
            <a:extLst>
              <a:ext uri="{FF2B5EF4-FFF2-40B4-BE49-F238E27FC236}">
                <a16:creationId xmlns:a16="http://schemas.microsoft.com/office/drawing/2014/main" id="{3C15C9F7-53E4-01AC-32DA-BD5A60EC6D9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30000" y="705624"/>
            <a:ext cx="6084000" cy="405726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3545639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225E7-C60B-B201-7872-5A0723EE22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F61270-3C10-0018-E599-7530B6718D65}"/>
              </a:ext>
            </a:extLst>
          </p:cNvPr>
          <p:cNvSpPr>
            <a:spLocks noGrp="1"/>
          </p:cNvSpPr>
          <p:nvPr>
            <p:ph type="title"/>
          </p:nvPr>
        </p:nvSpPr>
        <p:spPr/>
        <p:txBody>
          <a:bodyPr>
            <a:noAutofit/>
          </a:bodyPr>
          <a:lstStyle/>
          <a:p>
            <a:r>
              <a:rPr lang="en-US">
                <a:latin typeface="Segoe UI" panose="020B0502040204020203" pitchFamily="34" charset="0"/>
              </a:rPr>
              <a:t>Holy Communion – Hymn No. 203</a:t>
            </a:r>
          </a:p>
        </p:txBody>
      </p:sp>
      <p:sp>
        <p:nvSpPr>
          <p:cNvPr id="6" name="Slide Number Placeholder 3">
            <a:extLst>
              <a:ext uri="{FF2B5EF4-FFF2-40B4-BE49-F238E27FC236}">
                <a16:creationId xmlns:a16="http://schemas.microsoft.com/office/drawing/2014/main" id="{85321DBC-B21B-63A0-CC1E-41DC6D8F0DBF}"/>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80</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84EF326A-FE36-3468-2B6A-FCBA20761AE9}"/>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Communion 6: 1 of 14</a:t>
            </a:r>
          </a:p>
        </p:txBody>
      </p:sp>
      <p:sp>
        <p:nvSpPr>
          <p:cNvPr id="3" name="Rectangle 2">
            <a:extLst>
              <a:ext uri="{FF2B5EF4-FFF2-40B4-BE49-F238E27FC236}">
                <a16:creationId xmlns:a16="http://schemas.microsoft.com/office/drawing/2014/main" id="{0DC18226-E030-B418-FB53-2686F2EAD0E1}"/>
              </a:ext>
            </a:extLst>
          </p:cNvPr>
          <p:cNvSpPr/>
          <p:nvPr/>
        </p:nvSpPr>
        <p:spPr>
          <a:xfrm>
            <a:off x="258002" y="802035"/>
            <a:ext cx="8627995" cy="2677656"/>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err="1">
                <a:latin typeface="Segoe UI"/>
                <a:cs typeface="Segoe UI"/>
              </a:rPr>
              <a:t>daivame</a:t>
            </a:r>
            <a:r>
              <a:rPr lang="en-US" sz="2800">
                <a:latin typeface="Segoe UI"/>
                <a:cs typeface="Segoe UI"/>
              </a:rPr>
              <a:t> </a:t>
            </a:r>
            <a:r>
              <a:rPr lang="en-US" sz="2800" err="1">
                <a:latin typeface="Segoe UI"/>
                <a:cs typeface="Segoe UI"/>
              </a:rPr>
              <a:t>nin</a:t>
            </a:r>
            <a:r>
              <a:rPr lang="en-US" sz="2800">
                <a:latin typeface="Segoe UI"/>
                <a:cs typeface="Segoe UI"/>
              </a:rPr>
              <a:t> </a:t>
            </a:r>
            <a:r>
              <a:rPr lang="en-US" sz="2800" err="1">
                <a:latin typeface="Segoe UI"/>
                <a:cs typeface="Segoe UI"/>
              </a:rPr>
              <a:t>arrivaale</a:t>
            </a:r>
            <a:r>
              <a:rPr lang="en-US" sz="2800">
                <a:latin typeface="Segoe UI"/>
                <a:cs typeface="Segoe UI"/>
              </a:rPr>
              <a:t> – </a:t>
            </a:r>
            <a:r>
              <a:rPr lang="en-US" sz="2800" err="1">
                <a:latin typeface="Segoe UI"/>
                <a:cs typeface="Segoe UI"/>
              </a:rPr>
              <a:t>hridayam</a:t>
            </a:r>
            <a:r>
              <a:rPr lang="en-US" sz="2800">
                <a:latin typeface="Segoe UI"/>
                <a:cs typeface="Segoe UI"/>
              </a:rPr>
              <a:t> </a:t>
            </a:r>
            <a:r>
              <a:rPr lang="en-US" sz="2800" err="1">
                <a:latin typeface="Segoe UI"/>
                <a:cs typeface="Segoe UI"/>
              </a:rPr>
              <a:t>nirrakkuke</a:t>
            </a:r>
            <a:r>
              <a:rPr lang="en-US" sz="2800">
                <a:latin typeface="Segoe UI"/>
                <a:cs typeface="Segoe UI"/>
              </a:rPr>
              <a:t> </a:t>
            </a:r>
          </a:p>
          <a:p>
            <a:r>
              <a:rPr lang="en-US" sz="2800" err="1">
                <a:latin typeface="Segoe UI"/>
                <a:cs typeface="Segoe UI"/>
              </a:rPr>
              <a:t>jeevanaam</a:t>
            </a:r>
            <a:r>
              <a:rPr lang="en-US" sz="2800">
                <a:latin typeface="Segoe UI"/>
                <a:cs typeface="Segoe UI"/>
              </a:rPr>
              <a:t> </a:t>
            </a:r>
            <a:r>
              <a:rPr lang="en-US" sz="2800" err="1">
                <a:latin typeface="Segoe UI"/>
                <a:cs typeface="Segoe UI"/>
              </a:rPr>
              <a:t>nin</a:t>
            </a:r>
            <a:r>
              <a:rPr lang="en-US" sz="2800">
                <a:latin typeface="Segoe UI"/>
                <a:cs typeface="Segoe UI"/>
              </a:rPr>
              <a:t> </a:t>
            </a:r>
            <a:r>
              <a:rPr lang="en-US" sz="2800" err="1">
                <a:latin typeface="Segoe UI"/>
                <a:cs typeface="Segoe UI"/>
              </a:rPr>
              <a:t>kripayaale</a:t>
            </a:r>
            <a:r>
              <a:rPr lang="en-US" sz="2800">
                <a:latin typeface="Segoe UI"/>
                <a:cs typeface="Segoe UI"/>
              </a:rPr>
              <a:t>- </a:t>
            </a:r>
            <a:r>
              <a:rPr lang="en-US" sz="2800" err="1">
                <a:latin typeface="Segoe UI"/>
                <a:cs typeface="Segoe UI"/>
              </a:rPr>
              <a:t>aathma</a:t>
            </a:r>
            <a:r>
              <a:rPr lang="en-US" sz="2800">
                <a:latin typeface="Segoe UI"/>
                <a:cs typeface="Segoe UI"/>
              </a:rPr>
              <a:t> </a:t>
            </a:r>
            <a:r>
              <a:rPr lang="en-US" sz="2800" err="1">
                <a:latin typeface="Segoe UI"/>
                <a:cs typeface="Segoe UI"/>
              </a:rPr>
              <a:t>kanh</a:t>
            </a:r>
            <a:r>
              <a:rPr lang="en-US" sz="2800">
                <a:latin typeface="Segoe UI"/>
                <a:cs typeface="Segoe UI"/>
              </a:rPr>
              <a:t> </a:t>
            </a:r>
            <a:r>
              <a:rPr lang="en-US" sz="2800" err="1">
                <a:latin typeface="Segoe UI"/>
                <a:cs typeface="Segoe UI"/>
              </a:rPr>
              <a:t>thurrakkuke</a:t>
            </a:r>
            <a:endParaRPr lang="en-US" sz="2800">
              <a:latin typeface="Segoe UI"/>
              <a:cs typeface="Segoe UI"/>
            </a:endParaRPr>
          </a:p>
          <a:p>
            <a:endParaRPr lang="en-US" sz="2800">
              <a:latin typeface="Segoe UI"/>
              <a:cs typeface="Segoe UI"/>
            </a:endParaRPr>
          </a:p>
          <a:p>
            <a:endParaRPr lang="en-US" sz="2800">
              <a:latin typeface="Segoe UI"/>
              <a:cs typeface="Segoe UI"/>
            </a:endParaRPr>
          </a:p>
          <a:p>
            <a:r>
              <a:rPr lang="en-US" sz="2800" err="1">
                <a:latin typeface="ML-TTKarthika" panose="04000000000000000000" pitchFamily="82" charset="0"/>
                <a:cs typeface="Segoe UI"/>
              </a:rPr>
              <a:t>ssZhta</a:t>
            </a:r>
            <a:r>
              <a:rPr lang="en-US" sz="2800">
                <a:latin typeface="ML-TTKarthika" panose="04000000000000000000" pitchFamily="82" charset="0"/>
                <a:cs typeface="Segoe UI"/>
              </a:rPr>
              <a:t>, \n³ </a:t>
            </a:r>
            <a:r>
              <a:rPr lang="en-US" sz="2800" err="1">
                <a:latin typeface="ML-TTKarthika" panose="04000000000000000000" pitchFamily="82" charset="0"/>
                <a:cs typeface="Segoe UI"/>
              </a:rPr>
              <a:t>AdnhmseþlrZbw</a:t>
            </a:r>
            <a:r>
              <a:rPr lang="en-US" sz="2800">
                <a:latin typeface="ML-TTKarthika" panose="04000000000000000000" pitchFamily="82" charset="0"/>
                <a:cs typeface="Segoe UI"/>
              </a:rPr>
              <a:t> \</a:t>
            </a:r>
            <a:r>
              <a:rPr lang="en-US" sz="2800" err="1">
                <a:latin typeface="ML-TTKarthika" panose="04000000000000000000" pitchFamily="82" charset="0"/>
                <a:cs typeface="Segoe UI"/>
              </a:rPr>
              <a:t>osdbv¡ptI</a:t>
            </a:r>
            <a:endParaRPr lang="en-US" sz="2800">
              <a:latin typeface="ML-TTKarthika" panose="04000000000000000000" pitchFamily="82" charset="0"/>
              <a:cs typeface="Segoe UI"/>
            </a:endParaRPr>
          </a:p>
          <a:p>
            <a:r>
              <a:rPr lang="en-US" sz="2800">
                <a:latin typeface="ML-TTKarthika" panose="04000000000000000000" pitchFamily="82" charset="0"/>
                <a:cs typeface="Segoe UI"/>
              </a:rPr>
              <a:t>Poh\mw \n³ </a:t>
            </a:r>
            <a:r>
              <a:rPr lang="en-US" sz="2800" err="1">
                <a:latin typeface="ML-TTKarthika" panose="04000000000000000000" pitchFamily="82" charset="0"/>
                <a:cs typeface="Segoe UI"/>
              </a:rPr>
              <a:t>Ir</a:t>
            </a:r>
            <a:r>
              <a:rPr lang="en-US" sz="2800">
                <a:latin typeface="ML-TTKarthika" panose="04000000000000000000" pitchFamily="82" charset="0"/>
                <a:cs typeface="Segoe UI"/>
              </a:rPr>
              <a:t>]</a:t>
            </a:r>
            <a:r>
              <a:rPr lang="en-US" sz="2800" err="1">
                <a:latin typeface="ML-TTKarthika" panose="04000000000000000000" pitchFamily="82" charset="0"/>
                <a:cs typeface="Segoe UI"/>
              </a:rPr>
              <a:t>bmseþBß</a:t>
            </a:r>
            <a:r>
              <a:rPr lang="en-US" sz="2800">
                <a:latin typeface="ML-TTKarthika" panose="04000000000000000000" pitchFamily="82" charset="0"/>
                <a:cs typeface="Segoe UI"/>
              </a:rPr>
              <a:t> I¬ </a:t>
            </a:r>
            <a:r>
              <a:rPr lang="en-US" sz="2800" err="1">
                <a:latin typeface="ML-TTKarthika" panose="04000000000000000000" pitchFamily="82" charset="0"/>
                <a:cs typeface="Segoe UI"/>
              </a:rPr>
              <a:t>Xpd¡ptI</a:t>
            </a:r>
            <a:endParaRPr lang="en-US" sz="2800">
              <a:latin typeface="ML-TTKarthika" panose="04000000000000000000" pitchFamily="82" charset="0"/>
              <a:cs typeface="Segoe UI"/>
            </a:endParaRPr>
          </a:p>
        </p:txBody>
      </p:sp>
    </p:spTree>
    <p:extLst>
      <p:ext uri="{BB962C8B-B14F-4D97-AF65-F5344CB8AC3E}">
        <p14:creationId xmlns:p14="http://schemas.microsoft.com/office/powerpoint/2010/main" val="106469414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384E4-1304-3122-9B0F-7ECCB307BF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5AB32-FBE5-8D77-608B-5B576A233BD9}"/>
              </a:ext>
            </a:extLst>
          </p:cNvPr>
          <p:cNvSpPr>
            <a:spLocks noGrp="1"/>
          </p:cNvSpPr>
          <p:nvPr>
            <p:ph type="title"/>
          </p:nvPr>
        </p:nvSpPr>
        <p:spPr/>
        <p:txBody>
          <a:bodyPr>
            <a:noAutofit/>
          </a:bodyPr>
          <a:lstStyle/>
          <a:p>
            <a:r>
              <a:rPr lang="en-US">
                <a:latin typeface="Segoe UI" panose="020B0502040204020203" pitchFamily="34" charset="0"/>
              </a:rPr>
              <a:t>Holy Communion – Hymn No. 203</a:t>
            </a:r>
          </a:p>
        </p:txBody>
      </p:sp>
      <p:sp>
        <p:nvSpPr>
          <p:cNvPr id="6" name="Slide Number Placeholder 3">
            <a:extLst>
              <a:ext uri="{FF2B5EF4-FFF2-40B4-BE49-F238E27FC236}">
                <a16:creationId xmlns:a16="http://schemas.microsoft.com/office/drawing/2014/main" id="{1AF89DBF-16C6-D11F-3503-4492D924F908}"/>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81</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4A3FCA2A-F98F-6DEF-2594-C74D60372AE3}"/>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Communion 6: 2 of 14</a:t>
            </a:r>
          </a:p>
        </p:txBody>
      </p:sp>
      <p:sp>
        <p:nvSpPr>
          <p:cNvPr id="3" name="Rectangle 2">
            <a:extLst>
              <a:ext uri="{FF2B5EF4-FFF2-40B4-BE49-F238E27FC236}">
                <a16:creationId xmlns:a16="http://schemas.microsoft.com/office/drawing/2014/main" id="{330DA70D-4725-DF21-F910-B7D41ADDE6C5}"/>
              </a:ext>
            </a:extLst>
          </p:cNvPr>
          <p:cNvSpPr/>
          <p:nvPr/>
        </p:nvSpPr>
        <p:spPr>
          <a:xfrm>
            <a:off x="258001" y="637982"/>
            <a:ext cx="8627995" cy="1815882"/>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2800" i="1" err="1">
                <a:latin typeface="Segoe UI"/>
                <a:cs typeface="Segoe UI"/>
              </a:rPr>
              <a:t>daiva</a:t>
            </a:r>
            <a:r>
              <a:rPr lang="en-US" sz="2800" i="1">
                <a:latin typeface="Segoe UI"/>
                <a:cs typeface="Segoe UI"/>
              </a:rPr>
              <a:t> </a:t>
            </a:r>
            <a:r>
              <a:rPr lang="en-US" sz="2800" i="1" err="1">
                <a:latin typeface="Segoe UI"/>
                <a:cs typeface="Segoe UI"/>
              </a:rPr>
              <a:t>njaanam</a:t>
            </a:r>
            <a:r>
              <a:rPr lang="en-US" sz="2800" i="1">
                <a:latin typeface="Segoe UI"/>
                <a:cs typeface="Segoe UI"/>
              </a:rPr>
              <a:t> </a:t>
            </a:r>
            <a:r>
              <a:rPr lang="en-US" sz="2800" i="1" err="1">
                <a:latin typeface="Segoe UI"/>
                <a:cs typeface="Segoe UI"/>
              </a:rPr>
              <a:t>shreshta</a:t>
            </a:r>
            <a:r>
              <a:rPr lang="en-US" sz="2800" i="1">
                <a:latin typeface="Segoe UI"/>
                <a:cs typeface="Segoe UI"/>
              </a:rPr>
              <a:t> </a:t>
            </a:r>
            <a:r>
              <a:rPr lang="en-US" sz="2800" i="1" err="1">
                <a:latin typeface="Segoe UI"/>
                <a:cs typeface="Segoe UI"/>
              </a:rPr>
              <a:t>daanam</a:t>
            </a:r>
            <a:r>
              <a:rPr lang="en-US" sz="2800" i="1">
                <a:latin typeface="Segoe UI"/>
                <a:cs typeface="Segoe UI"/>
              </a:rPr>
              <a:t> </a:t>
            </a:r>
          </a:p>
          <a:p>
            <a:pPr algn="ctr"/>
            <a:r>
              <a:rPr lang="en-US" sz="2800" i="1" err="1">
                <a:latin typeface="Segoe UI"/>
                <a:cs typeface="Segoe UI"/>
              </a:rPr>
              <a:t>bhakthan</a:t>
            </a:r>
            <a:r>
              <a:rPr lang="en-US" sz="2800" i="1">
                <a:latin typeface="Segoe UI"/>
                <a:cs typeface="Segoe UI"/>
              </a:rPr>
              <a:t> </a:t>
            </a:r>
            <a:r>
              <a:rPr lang="en-US" sz="2800" i="1" err="1">
                <a:latin typeface="Segoe UI"/>
                <a:cs typeface="Segoe UI"/>
              </a:rPr>
              <a:t>sathya</a:t>
            </a:r>
            <a:r>
              <a:rPr lang="en-US" sz="2800" i="1">
                <a:latin typeface="Segoe UI"/>
                <a:cs typeface="Segoe UI"/>
              </a:rPr>
              <a:t> </a:t>
            </a:r>
            <a:r>
              <a:rPr lang="en-US" sz="2800" i="1" err="1">
                <a:latin typeface="Segoe UI"/>
                <a:cs typeface="Segoe UI"/>
              </a:rPr>
              <a:t>sampaththum</a:t>
            </a:r>
            <a:r>
              <a:rPr lang="en-US" sz="2800" i="1">
                <a:latin typeface="Segoe UI"/>
                <a:cs typeface="Segoe UI"/>
              </a:rPr>
              <a:t> </a:t>
            </a:r>
          </a:p>
          <a:p>
            <a:pPr algn="ctr"/>
            <a:r>
              <a:rPr lang="en-US" sz="2800" i="1" err="1">
                <a:latin typeface="Segoe UI"/>
                <a:cs typeface="Segoe UI"/>
              </a:rPr>
              <a:t>vaanchikkenham</a:t>
            </a:r>
            <a:r>
              <a:rPr lang="en-US" sz="2800" i="1">
                <a:latin typeface="Segoe UI"/>
                <a:cs typeface="Segoe UI"/>
              </a:rPr>
              <a:t> </a:t>
            </a:r>
            <a:r>
              <a:rPr lang="en-US" sz="2800" i="1" err="1">
                <a:latin typeface="Segoe UI"/>
                <a:cs typeface="Segoe UI"/>
              </a:rPr>
              <a:t>kenchidenham</a:t>
            </a:r>
            <a:r>
              <a:rPr lang="en-US" sz="2800" i="1">
                <a:latin typeface="Segoe UI"/>
                <a:cs typeface="Segoe UI"/>
              </a:rPr>
              <a:t> </a:t>
            </a:r>
          </a:p>
          <a:p>
            <a:pPr algn="ctr"/>
            <a:r>
              <a:rPr lang="en-US" sz="2800" i="1" err="1">
                <a:latin typeface="Segoe UI"/>
                <a:cs typeface="Segoe UI"/>
              </a:rPr>
              <a:t>kristhuvinkal</a:t>
            </a:r>
            <a:r>
              <a:rPr lang="en-US" sz="2800" i="1">
                <a:latin typeface="Segoe UI"/>
                <a:cs typeface="Segoe UI"/>
              </a:rPr>
              <a:t> </a:t>
            </a:r>
            <a:r>
              <a:rPr lang="en-US" sz="2800" i="1" err="1">
                <a:latin typeface="Segoe UI"/>
                <a:cs typeface="Segoe UI"/>
              </a:rPr>
              <a:t>kandeththum</a:t>
            </a:r>
            <a:r>
              <a:rPr lang="en-US" sz="2800" i="1">
                <a:latin typeface="Segoe UI"/>
                <a:cs typeface="Segoe UI"/>
              </a:rPr>
              <a:t> </a:t>
            </a:r>
            <a:endParaRPr lang="en-US" sz="2600" i="1">
              <a:latin typeface="Segoe UI"/>
              <a:cs typeface="Segoe UI"/>
            </a:endParaRPr>
          </a:p>
        </p:txBody>
      </p:sp>
      <p:sp>
        <p:nvSpPr>
          <p:cNvPr id="5" name="Rectangle 4">
            <a:extLst>
              <a:ext uri="{FF2B5EF4-FFF2-40B4-BE49-F238E27FC236}">
                <a16:creationId xmlns:a16="http://schemas.microsoft.com/office/drawing/2014/main" id="{25DAAEB6-D1E1-B388-9ECB-6773FAFF66E5}"/>
              </a:ext>
            </a:extLst>
          </p:cNvPr>
          <p:cNvSpPr/>
          <p:nvPr/>
        </p:nvSpPr>
        <p:spPr>
          <a:xfrm>
            <a:off x="258002" y="2689636"/>
            <a:ext cx="8627995" cy="1969770"/>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pt-BR" sz="2800" i="1">
                <a:latin typeface="ML-TTKarthika"/>
              </a:rPr>
              <a:t>ssZhÚm\w t{ijvTZm\w</a:t>
            </a:r>
          </a:p>
          <a:p>
            <a:pPr algn="ctr"/>
            <a:r>
              <a:rPr lang="pt-BR" sz="2800" i="1">
                <a:latin typeface="ML-TTKarthika"/>
              </a:rPr>
              <a:t>`à³ kXyk¼¯pw</a:t>
            </a:r>
          </a:p>
          <a:p>
            <a:pPr algn="ctr"/>
            <a:r>
              <a:rPr lang="pt-BR" sz="2800" i="1">
                <a:latin typeface="ML-TTKarthika"/>
              </a:rPr>
              <a:t>hmRvOnt¡Ww, sI©ntSWw</a:t>
            </a:r>
          </a:p>
          <a:p>
            <a:pPr algn="ctr"/>
            <a:r>
              <a:rPr lang="pt-BR" sz="2800" i="1">
                <a:latin typeface="ML-TTKarthika"/>
              </a:rPr>
              <a:t>{InkvXphn¦Â I¬sS¯pw.</a:t>
            </a:r>
          </a:p>
          <a:p>
            <a:endParaRPr lang="pt-BR" sz="1000">
              <a:highlight>
                <a:srgbClr val="FFFF00"/>
              </a:highlight>
              <a:latin typeface="ML-TTKarthika"/>
            </a:endParaRPr>
          </a:p>
        </p:txBody>
      </p:sp>
    </p:spTree>
    <p:extLst>
      <p:ext uri="{BB962C8B-B14F-4D97-AF65-F5344CB8AC3E}">
        <p14:creationId xmlns:p14="http://schemas.microsoft.com/office/powerpoint/2010/main" val="229386091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3AC55-A334-4C4F-C549-44AC816B43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3E80BA-5514-270E-B920-38D3830CC5DD}"/>
              </a:ext>
            </a:extLst>
          </p:cNvPr>
          <p:cNvSpPr>
            <a:spLocks noGrp="1"/>
          </p:cNvSpPr>
          <p:nvPr>
            <p:ph type="title"/>
          </p:nvPr>
        </p:nvSpPr>
        <p:spPr/>
        <p:txBody>
          <a:bodyPr>
            <a:noAutofit/>
          </a:bodyPr>
          <a:lstStyle/>
          <a:p>
            <a:r>
              <a:rPr lang="en-US">
                <a:latin typeface="Segoe UI" panose="020B0502040204020203" pitchFamily="34" charset="0"/>
              </a:rPr>
              <a:t>Holy Communion – Hymn No. 203</a:t>
            </a:r>
          </a:p>
        </p:txBody>
      </p:sp>
      <p:sp>
        <p:nvSpPr>
          <p:cNvPr id="6" name="Slide Number Placeholder 3">
            <a:extLst>
              <a:ext uri="{FF2B5EF4-FFF2-40B4-BE49-F238E27FC236}">
                <a16:creationId xmlns:a16="http://schemas.microsoft.com/office/drawing/2014/main" id="{7A9BF249-61A0-0565-8369-2F539203CF4E}"/>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82</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98AE2A91-3BD8-16E5-A998-EC085AA6F88E}"/>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Communion 6: 3 of 14</a:t>
            </a:r>
          </a:p>
        </p:txBody>
      </p:sp>
      <p:sp>
        <p:nvSpPr>
          <p:cNvPr id="3" name="Rectangle 2">
            <a:extLst>
              <a:ext uri="{FF2B5EF4-FFF2-40B4-BE49-F238E27FC236}">
                <a16:creationId xmlns:a16="http://schemas.microsoft.com/office/drawing/2014/main" id="{295CE31C-85DB-9312-54DA-87019E714996}"/>
              </a:ext>
            </a:extLst>
          </p:cNvPr>
          <p:cNvSpPr/>
          <p:nvPr/>
        </p:nvSpPr>
        <p:spPr>
          <a:xfrm>
            <a:off x="349322" y="670575"/>
            <a:ext cx="9144000" cy="1384995"/>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err="1">
                <a:latin typeface="Segoe UI"/>
                <a:cs typeface="Segoe UI"/>
              </a:rPr>
              <a:t>oru</a:t>
            </a:r>
            <a:r>
              <a:rPr lang="en-US" sz="2800">
                <a:latin typeface="Segoe UI"/>
                <a:cs typeface="Segoe UI"/>
              </a:rPr>
              <a:t> </a:t>
            </a:r>
            <a:r>
              <a:rPr lang="en-US" sz="2800" err="1">
                <a:latin typeface="Segoe UI"/>
                <a:cs typeface="Segoe UI"/>
              </a:rPr>
              <a:t>baalan</a:t>
            </a:r>
            <a:r>
              <a:rPr lang="en-US" sz="2800">
                <a:latin typeface="Segoe UI"/>
                <a:cs typeface="Segoe UI"/>
              </a:rPr>
              <a:t> </a:t>
            </a:r>
            <a:r>
              <a:rPr lang="en-US" sz="2800" err="1">
                <a:latin typeface="Segoe UI"/>
                <a:cs typeface="Segoe UI"/>
              </a:rPr>
              <a:t>thante</a:t>
            </a:r>
            <a:r>
              <a:rPr lang="en-US" sz="2800">
                <a:latin typeface="Segoe UI"/>
                <a:cs typeface="Segoe UI"/>
              </a:rPr>
              <a:t> </a:t>
            </a:r>
            <a:r>
              <a:rPr lang="en-US" sz="2800" err="1">
                <a:latin typeface="Segoe UI"/>
                <a:cs typeface="Segoe UI"/>
              </a:rPr>
              <a:t>paatha</a:t>
            </a:r>
            <a:r>
              <a:rPr lang="en-US" sz="2800">
                <a:latin typeface="Segoe UI"/>
                <a:cs typeface="Segoe UI"/>
              </a:rPr>
              <a:t>- </a:t>
            </a:r>
            <a:r>
              <a:rPr lang="en-US" sz="2800" err="1">
                <a:latin typeface="Segoe UI"/>
                <a:cs typeface="Segoe UI"/>
              </a:rPr>
              <a:t>nirmmala</a:t>
            </a:r>
            <a:r>
              <a:rPr lang="en-US" sz="2800">
                <a:latin typeface="Segoe UI"/>
                <a:cs typeface="Segoe UI"/>
              </a:rPr>
              <a:t> </a:t>
            </a:r>
            <a:r>
              <a:rPr lang="en-US" sz="2800" err="1">
                <a:latin typeface="Segoe UI"/>
                <a:cs typeface="Segoe UI"/>
              </a:rPr>
              <a:t>maakkeeduvaan</a:t>
            </a:r>
            <a:r>
              <a:rPr lang="en-US" sz="2800">
                <a:latin typeface="Segoe UI"/>
                <a:cs typeface="Segoe UI"/>
              </a:rPr>
              <a:t> </a:t>
            </a:r>
          </a:p>
          <a:p>
            <a:r>
              <a:rPr lang="en-US" sz="2800" err="1">
                <a:latin typeface="Segoe UI"/>
                <a:cs typeface="Segoe UI"/>
              </a:rPr>
              <a:t>karuthenham</a:t>
            </a:r>
            <a:r>
              <a:rPr lang="en-US" sz="2800">
                <a:latin typeface="Segoe UI"/>
                <a:cs typeface="Segoe UI"/>
              </a:rPr>
              <a:t> </a:t>
            </a:r>
            <a:r>
              <a:rPr lang="en-US" sz="2800" err="1">
                <a:latin typeface="Segoe UI"/>
                <a:cs typeface="Segoe UI"/>
              </a:rPr>
              <a:t>nin</a:t>
            </a:r>
            <a:r>
              <a:rPr lang="en-US" sz="2800">
                <a:latin typeface="Segoe UI"/>
                <a:cs typeface="Segoe UI"/>
              </a:rPr>
              <a:t> </a:t>
            </a:r>
            <a:r>
              <a:rPr lang="en-US" sz="2800" err="1">
                <a:latin typeface="Segoe UI"/>
                <a:cs typeface="Segoe UI"/>
              </a:rPr>
              <a:t>prramaanham</a:t>
            </a:r>
            <a:r>
              <a:rPr lang="en-US" sz="2800">
                <a:latin typeface="Segoe UI"/>
                <a:cs typeface="Segoe UI"/>
              </a:rPr>
              <a:t> –</a:t>
            </a:r>
            <a:r>
              <a:rPr lang="en-US" sz="2800" err="1">
                <a:latin typeface="Segoe UI"/>
                <a:cs typeface="Segoe UI"/>
              </a:rPr>
              <a:t>kaaththu</a:t>
            </a:r>
            <a:r>
              <a:rPr lang="en-US" sz="2800">
                <a:latin typeface="Segoe UI"/>
                <a:cs typeface="Segoe UI"/>
              </a:rPr>
              <a:t> </a:t>
            </a:r>
            <a:r>
              <a:rPr lang="en-US" sz="2800" err="1">
                <a:latin typeface="Segoe UI"/>
                <a:cs typeface="Segoe UI"/>
              </a:rPr>
              <a:t>sookshicheeduvan</a:t>
            </a:r>
            <a:endParaRPr lang="en-US" sz="2600">
              <a:latin typeface="Segoe UI"/>
              <a:cs typeface="Segoe UI"/>
            </a:endParaRPr>
          </a:p>
        </p:txBody>
      </p:sp>
      <p:sp>
        <p:nvSpPr>
          <p:cNvPr id="5" name="Rectangle 4">
            <a:extLst>
              <a:ext uri="{FF2B5EF4-FFF2-40B4-BE49-F238E27FC236}">
                <a16:creationId xmlns:a16="http://schemas.microsoft.com/office/drawing/2014/main" id="{185F8DB2-B9EF-DDEB-7BD4-F15D5D0D5862}"/>
              </a:ext>
            </a:extLst>
          </p:cNvPr>
          <p:cNvSpPr/>
          <p:nvPr/>
        </p:nvSpPr>
        <p:spPr>
          <a:xfrm>
            <a:off x="349322" y="2663406"/>
            <a:ext cx="8627995" cy="1384995"/>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pt-BR" sz="2800">
                <a:latin typeface="ML-TTKarthika"/>
              </a:rPr>
              <a:t>Hcp _me³ Xsâ ]mX \nÀ½eam¡oSphm³</a:t>
            </a:r>
          </a:p>
          <a:p>
            <a:r>
              <a:rPr lang="pt-BR" sz="2800">
                <a:latin typeface="ML-TTKarthika"/>
              </a:rPr>
              <a:t>IcptXWw \n³{]amWw Im¯p</a:t>
            </a:r>
          </a:p>
          <a:p>
            <a:r>
              <a:rPr lang="pt-BR" sz="2800">
                <a:latin typeface="ML-TTKarthika"/>
              </a:rPr>
              <a:t>kq£n¨oSphm³</a:t>
            </a:r>
          </a:p>
        </p:txBody>
      </p:sp>
    </p:spTree>
    <p:extLst>
      <p:ext uri="{BB962C8B-B14F-4D97-AF65-F5344CB8AC3E}">
        <p14:creationId xmlns:p14="http://schemas.microsoft.com/office/powerpoint/2010/main" val="317142027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DE579-767E-B593-42B1-D2A2186570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D4DD8D-2079-5A95-F579-8ECA01580314}"/>
              </a:ext>
            </a:extLst>
          </p:cNvPr>
          <p:cNvSpPr>
            <a:spLocks noGrp="1"/>
          </p:cNvSpPr>
          <p:nvPr>
            <p:ph type="title"/>
          </p:nvPr>
        </p:nvSpPr>
        <p:spPr/>
        <p:txBody>
          <a:bodyPr>
            <a:noAutofit/>
          </a:bodyPr>
          <a:lstStyle/>
          <a:p>
            <a:r>
              <a:rPr lang="en-US">
                <a:latin typeface="Segoe UI" panose="020B0502040204020203" pitchFamily="34" charset="0"/>
              </a:rPr>
              <a:t>Holy Communion – Hymn No. 203</a:t>
            </a:r>
          </a:p>
        </p:txBody>
      </p:sp>
      <p:sp>
        <p:nvSpPr>
          <p:cNvPr id="6" name="Slide Number Placeholder 3">
            <a:extLst>
              <a:ext uri="{FF2B5EF4-FFF2-40B4-BE49-F238E27FC236}">
                <a16:creationId xmlns:a16="http://schemas.microsoft.com/office/drawing/2014/main" id="{8BB6185B-54CE-CB3E-0678-28C63A40125E}"/>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83</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4B9C6FBC-92D8-FDB7-F352-04CD07333B14}"/>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Communion 6: 4 of 14</a:t>
            </a:r>
          </a:p>
        </p:txBody>
      </p:sp>
      <p:sp>
        <p:nvSpPr>
          <p:cNvPr id="3" name="Rectangle 2">
            <a:extLst>
              <a:ext uri="{FF2B5EF4-FFF2-40B4-BE49-F238E27FC236}">
                <a16:creationId xmlns:a16="http://schemas.microsoft.com/office/drawing/2014/main" id="{77C049A8-383F-AA6B-C7F1-1AD879D9D43D}"/>
              </a:ext>
            </a:extLst>
          </p:cNvPr>
          <p:cNvSpPr/>
          <p:nvPr/>
        </p:nvSpPr>
        <p:spPr>
          <a:xfrm>
            <a:off x="258002" y="637982"/>
            <a:ext cx="8627995" cy="1815882"/>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2800" i="1" err="1">
                <a:latin typeface="Segoe UI"/>
                <a:cs typeface="Segoe UI"/>
              </a:rPr>
              <a:t>daiva</a:t>
            </a:r>
            <a:r>
              <a:rPr lang="en-US" sz="2800" i="1">
                <a:latin typeface="Segoe UI"/>
                <a:cs typeface="Segoe UI"/>
              </a:rPr>
              <a:t> </a:t>
            </a:r>
            <a:r>
              <a:rPr lang="en-US" sz="2800" i="1" err="1">
                <a:latin typeface="Segoe UI"/>
                <a:cs typeface="Segoe UI"/>
              </a:rPr>
              <a:t>njaanam</a:t>
            </a:r>
            <a:r>
              <a:rPr lang="en-US" sz="2800" i="1">
                <a:latin typeface="Segoe UI"/>
                <a:cs typeface="Segoe UI"/>
              </a:rPr>
              <a:t> </a:t>
            </a:r>
            <a:r>
              <a:rPr lang="en-US" sz="2800" i="1" err="1">
                <a:latin typeface="Segoe UI"/>
                <a:cs typeface="Segoe UI"/>
              </a:rPr>
              <a:t>shreshta</a:t>
            </a:r>
            <a:r>
              <a:rPr lang="en-US" sz="2800" i="1">
                <a:latin typeface="Segoe UI"/>
                <a:cs typeface="Segoe UI"/>
              </a:rPr>
              <a:t> </a:t>
            </a:r>
            <a:r>
              <a:rPr lang="en-US" sz="2800" i="1" err="1">
                <a:latin typeface="Segoe UI"/>
                <a:cs typeface="Segoe UI"/>
              </a:rPr>
              <a:t>daanam</a:t>
            </a:r>
            <a:r>
              <a:rPr lang="en-US" sz="2800" i="1">
                <a:latin typeface="Segoe UI"/>
                <a:cs typeface="Segoe UI"/>
              </a:rPr>
              <a:t> </a:t>
            </a:r>
          </a:p>
          <a:p>
            <a:pPr algn="ctr"/>
            <a:r>
              <a:rPr lang="en-US" sz="2800" i="1" err="1">
                <a:latin typeface="Segoe UI"/>
                <a:cs typeface="Segoe UI"/>
              </a:rPr>
              <a:t>bhakthan</a:t>
            </a:r>
            <a:r>
              <a:rPr lang="en-US" sz="2800" i="1">
                <a:latin typeface="Segoe UI"/>
                <a:cs typeface="Segoe UI"/>
              </a:rPr>
              <a:t> </a:t>
            </a:r>
            <a:r>
              <a:rPr lang="en-US" sz="2800" i="1" err="1">
                <a:latin typeface="Segoe UI"/>
                <a:cs typeface="Segoe UI"/>
              </a:rPr>
              <a:t>sathya</a:t>
            </a:r>
            <a:r>
              <a:rPr lang="en-US" sz="2800" i="1">
                <a:latin typeface="Segoe UI"/>
                <a:cs typeface="Segoe UI"/>
              </a:rPr>
              <a:t> </a:t>
            </a:r>
            <a:r>
              <a:rPr lang="en-US" sz="2800" i="1" err="1">
                <a:latin typeface="Segoe UI"/>
                <a:cs typeface="Segoe UI"/>
              </a:rPr>
              <a:t>sampaththum</a:t>
            </a:r>
            <a:r>
              <a:rPr lang="en-US" sz="2800" i="1">
                <a:latin typeface="Segoe UI"/>
                <a:cs typeface="Segoe UI"/>
              </a:rPr>
              <a:t> </a:t>
            </a:r>
          </a:p>
          <a:p>
            <a:pPr algn="ctr"/>
            <a:r>
              <a:rPr lang="en-US" sz="2800" i="1" err="1">
                <a:latin typeface="Segoe UI"/>
                <a:cs typeface="Segoe UI"/>
              </a:rPr>
              <a:t>vaanchikkenham</a:t>
            </a:r>
            <a:r>
              <a:rPr lang="en-US" sz="2800" i="1">
                <a:latin typeface="Segoe UI"/>
                <a:cs typeface="Segoe UI"/>
              </a:rPr>
              <a:t> </a:t>
            </a:r>
            <a:r>
              <a:rPr lang="en-US" sz="2800" i="1" err="1">
                <a:latin typeface="Segoe UI"/>
                <a:cs typeface="Segoe UI"/>
              </a:rPr>
              <a:t>kenchidenham</a:t>
            </a:r>
            <a:r>
              <a:rPr lang="en-US" sz="2800" i="1">
                <a:latin typeface="Segoe UI"/>
                <a:cs typeface="Segoe UI"/>
              </a:rPr>
              <a:t> </a:t>
            </a:r>
          </a:p>
          <a:p>
            <a:pPr algn="ctr"/>
            <a:r>
              <a:rPr lang="en-US" sz="2800" i="1" err="1">
                <a:latin typeface="Segoe UI"/>
                <a:cs typeface="Segoe UI"/>
              </a:rPr>
              <a:t>kristhuvinkal</a:t>
            </a:r>
            <a:r>
              <a:rPr lang="en-US" sz="2800" i="1">
                <a:latin typeface="Segoe UI"/>
                <a:cs typeface="Segoe UI"/>
              </a:rPr>
              <a:t> </a:t>
            </a:r>
            <a:r>
              <a:rPr lang="en-US" sz="2800" i="1" err="1">
                <a:latin typeface="Segoe UI"/>
                <a:cs typeface="Segoe UI"/>
              </a:rPr>
              <a:t>kandeththum</a:t>
            </a:r>
            <a:r>
              <a:rPr lang="en-US" sz="2800" i="1">
                <a:latin typeface="Segoe UI"/>
                <a:cs typeface="Segoe UI"/>
              </a:rPr>
              <a:t> </a:t>
            </a:r>
            <a:endParaRPr lang="en-US" sz="2600" i="1">
              <a:latin typeface="Segoe UI"/>
              <a:cs typeface="Segoe UI"/>
            </a:endParaRPr>
          </a:p>
        </p:txBody>
      </p:sp>
      <p:sp>
        <p:nvSpPr>
          <p:cNvPr id="5" name="Rectangle 4">
            <a:extLst>
              <a:ext uri="{FF2B5EF4-FFF2-40B4-BE49-F238E27FC236}">
                <a16:creationId xmlns:a16="http://schemas.microsoft.com/office/drawing/2014/main" id="{E406EF8E-E7F7-1A1B-3922-6C593D8288FD}"/>
              </a:ext>
            </a:extLst>
          </p:cNvPr>
          <p:cNvSpPr/>
          <p:nvPr/>
        </p:nvSpPr>
        <p:spPr>
          <a:xfrm>
            <a:off x="258002" y="2689636"/>
            <a:ext cx="8627995" cy="1969770"/>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pt-BR" sz="2800" i="1">
                <a:latin typeface="ML-TTKarthika"/>
              </a:rPr>
              <a:t>ssZhÚm\w t{ijvTZm\w</a:t>
            </a:r>
          </a:p>
          <a:p>
            <a:pPr algn="ctr"/>
            <a:r>
              <a:rPr lang="pt-BR" sz="2800" i="1">
                <a:latin typeface="ML-TTKarthika"/>
              </a:rPr>
              <a:t>`à³ kXyk¼¯pw</a:t>
            </a:r>
          </a:p>
          <a:p>
            <a:pPr algn="ctr"/>
            <a:r>
              <a:rPr lang="pt-BR" sz="2800" i="1">
                <a:latin typeface="ML-TTKarthika"/>
              </a:rPr>
              <a:t>hmRvOnt¡Ww, sI©ntSWw</a:t>
            </a:r>
          </a:p>
          <a:p>
            <a:pPr algn="ctr"/>
            <a:r>
              <a:rPr lang="pt-BR" sz="2800" i="1">
                <a:latin typeface="ML-TTKarthika"/>
              </a:rPr>
              <a:t>{InkvXphn¦Â I¬sS¯pw.</a:t>
            </a:r>
          </a:p>
          <a:p>
            <a:endParaRPr lang="pt-BR" sz="1000">
              <a:highlight>
                <a:srgbClr val="FFFF00"/>
              </a:highlight>
              <a:latin typeface="ML-TTKarthika"/>
            </a:endParaRPr>
          </a:p>
        </p:txBody>
      </p:sp>
    </p:spTree>
    <p:extLst>
      <p:ext uri="{BB962C8B-B14F-4D97-AF65-F5344CB8AC3E}">
        <p14:creationId xmlns:p14="http://schemas.microsoft.com/office/powerpoint/2010/main" val="263825651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C6571-3A1F-41BE-A00F-FEE2A227C1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336AE4-70C2-942C-8A04-1955631BF890}"/>
              </a:ext>
            </a:extLst>
          </p:cNvPr>
          <p:cNvSpPr>
            <a:spLocks noGrp="1"/>
          </p:cNvSpPr>
          <p:nvPr>
            <p:ph type="title"/>
          </p:nvPr>
        </p:nvSpPr>
        <p:spPr/>
        <p:txBody>
          <a:bodyPr>
            <a:noAutofit/>
          </a:bodyPr>
          <a:lstStyle/>
          <a:p>
            <a:r>
              <a:rPr lang="en-US">
                <a:latin typeface="Segoe UI" panose="020B0502040204020203" pitchFamily="34" charset="0"/>
              </a:rPr>
              <a:t>Holy Communion – Hymn No. 203</a:t>
            </a:r>
          </a:p>
        </p:txBody>
      </p:sp>
      <p:sp>
        <p:nvSpPr>
          <p:cNvPr id="6" name="Slide Number Placeholder 3">
            <a:extLst>
              <a:ext uri="{FF2B5EF4-FFF2-40B4-BE49-F238E27FC236}">
                <a16:creationId xmlns:a16="http://schemas.microsoft.com/office/drawing/2014/main" id="{1AC24B0C-F7FE-EDFE-3289-6AE5396EE053}"/>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84</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DFC04F08-1C5A-AA55-F9BD-B7D2EBCAC3B0}"/>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Communion 6: 5 of 14</a:t>
            </a:r>
          </a:p>
        </p:txBody>
      </p:sp>
      <p:sp>
        <p:nvSpPr>
          <p:cNvPr id="3" name="Rectangle 2">
            <a:extLst>
              <a:ext uri="{FF2B5EF4-FFF2-40B4-BE49-F238E27FC236}">
                <a16:creationId xmlns:a16="http://schemas.microsoft.com/office/drawing/2014/main" id="{FD33E4D5-B80D-F148-53CF-BF0AA7BFE124}"/>
              </a:ext>
            </a:extLst>
          </p:cNvPr>
          <p:cNvSpPr/>
          <p:nvPr/>
        </p:nvSpPr>
        <p:spPr>
          <a:xfrm>
            <a:off x="322011" y="962709"/>
            <a:ext cx="8627995" cy="954107"/>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err="1">
                <a:latin typeface="Segoe UI"/>
                <a:cs typeface="Segoe UI"/>
              </a:rPr>
              <a:t>thediyoru</a:t>
            </a:r>
            <a:r>
              <a:rPr lang="en-US" sz="2800">
                <a:latin typeface="Segoe UI"/>
                <a:cs typeface="Segoe UI"/>
              </a:rPr>
              <a:t> </a:t>
            </a:r>
            <a:r>
              <a:rPr lang="en-US" sz="2800" err="1">
                <a:latin typeface="Segoe UI"/>
                <a:cs typeface="Segoe UI"/>
              </a:rPr>
              <a:t>shalomonum</a:t>
            </a:r>
            <a:r>
              <a:rPr lang="en-US" sz="2800">
                <a:latin typeface="Segoe UI"/>
                <a:cs typeface="Segoe UI"/>
              </a:rPr>
              <a:t> ee </a:t>
            </a:r>
            <a:r>
              <a:rPr lang="en-US" sz="2800" dirty="0" err="1">
                <a:latin typeface="Segoe UI"/>
                <a:cs typeface="Segoe UI"/>
              </a:rPr>
              <a:t>nikshepam</a:t>
            </a:r>
            <a:r>
              <a:rPr lang="en-US" sz="2800">
                <a:latin typeface="Segoe UI"/>
                <a:cs typeface="Segoe UI"/>
              </a:rPr>
              <a:t> </a:t>
            </a:r>
            <a:r>
              <a:rPr lang="en-US" sz="2800" err="1">
                <a:latin typeface="Segoe UI"/>
                <a:cs typeface="Segoe UI"/>
              </a:rPr>
              <a:t>darshane</a:t>
            </a:r>
            <a:r>
              <a:rPr lang="en-US" sz="2800">
                <a:latin typeface="Segoe UI"/>
                <a:cs typeface="Segoe UI"/>
              </a:rPr>
              <a:t> </a:t>
            </a:r>
          </a:p>
          <a:p>
            <a:r>
              <a:rPr lang="en-US" sz="2800" err="1">
                <a:latin typeface="Segoe UI"/>
                <a:cs typeface="Segoe UI"/>
              </a:rPr>
              <a:t>nedi</a:t>
            </a:r>
            <a:r>
              <a:rPr lang="en-US" sz="2800">
                <a:latin typeface="Segoe UI"/>
                <a:cs typeface="Segoe UI"/>
              </a:rPr>
              <a:t> </a:t>
            </a:r>
            <a:r>
              <a:rPr lang="en-US" sz="2800" err="1">
                <a:latin typeface="Segoe UI"/>
                <a:cs typeface="Segoe UI"/>
              </a:rPr>
              <a:t>karththan</a:t>
            </a:r>
            <a:r>
              <a:rPr lang="en-US" sz="2800">
                <a:latin typeface="Segoe UI"/>
                <a:cs typeface="Segoe UI"/>
              </a:rPr>
              <a:t> </a:t>
            </a:r>
            <a:r>
              <a:rPr lang="en-US" sz="2800" err="1">
                <a:latin typeface="Segoe UI"/>
                <a:cs typeface="Segoe UI"/>
              </a:rPr>
              <a:t>suprasaadam</a:t>
            </a:r>
            <a:r>
              <a:rPr lang="en-US" sz="2800">
                <a:latin typeface="Segoe UI"/>
                <a:cs typeface="Segoe UI"/>
              </a:rPr>
              <a:t> </a:t>
            </a:r>
            <a:r>
              <a:rPr lang="en-US" sz="2800" err="1">
                <a:latin typeface="Segoe UI"/>
                <a:cs typeface="Segoe UI"/>
              </a:rPr>
              <a:t>kettu</a:t>
            </a:r>
            <a:r>
              <a:rPr lang="en-US" sz="2800">
                <a:latin typeface="Segoe UI"/>
                <a:cs typeface="Segoe UI"/>
              </a:rPr>
              <a:t> than </a:t>
            </a:r>
            <a:r>
              <a:rPr lang="en-US" sz="2800" err="1">
                <a:latin typeface="Segoe UI"/>
                <a:cs typeface="Segoe UI"/>
              </a:rPr>
              <a:t>rahasyaththe</a:t>
            </a:r>
            <a:endParaRPr lang="en-US" sz="2600">
              <a:latin typeface="Segoe UI"/>
              <a:cs typeface="Segoe UI"/>
            </a:endParaRPr>
          </a:p>
        </p:txBody>
      </p:sp>
      <p:sp>
        <p:nvSpPr>
          <p:cNvPr id="5" name="Rectangle 4">
            <a:extLst>
              <a:ext uri="{FF2B5EF4-FFF2-40B4-BE49-F238E27FC236}">
                <a16:creationId xmlns:a16="http://schemas.microsoft.com/office/drawing/2014/main" id="{9067E025-A57B-147B-B757-E1295C820723}"/>
              </a:ext>
            </a:extLst>
          </p:cNvPr>
          <p:cNvSpPr/>
          <p:nvPr/>
        </p:nvSpPr>
        <p:spPr>
          <a:xfrm>
            <a:off x="322011" y="2571750"/>
            <a:ext cx="8627995" cy="954107"/>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pt-BR" sz="2800">
                <a:latin typeface="ML-TTKarthika"/>
              </a:rPr>
              <a:t>tXSnsbmcp itemtam\pwþCu \nt£]w ZÀit</a:t>
            </a:r>
          </a:p>
          <a:p>
            <a:r>
              <a:rPr lang="pt-BR" sz="2800">
                <a:latin typeface="ML-TTKarthika"/>
              </a:rPr>
              <a:t>t\Sn IÀ¯³ kp{]kmZwþtI«p X³ clkys¯\</a:t>
            </a:r>
          </a:p>
        </p:txBody>
      </p:sp>
    </p:spTree>
    <p:extLst>
      <p:ext uri="{BB962C8B-B14F-4D97-AF65-F5344CB8AC3E}">
        <p14:creationId xmlns:p14="http://schemas.microsoft.com/office/powerpoint/2010/main" val="158586848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308F0-FF74-2E9B-51AB-632DEEB62B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7B6C78-5171-FD4D-314F-8E6F8FD68CB4}"/>
              </a:ext>
            </a:extLst>
          </p:cNvPr>
          <p:cNvSpPr>
            <a:spLocks noGrp="1"/>
          </p:cNvSpPr>
          <p:nvPr>
            <p:ph type="title"/>
          </p:nvPr>
        </p:nvSpPr>
        <p:spPr/>
        <p:txBody>
          <a:bodyPr>
            <a:noAutofit/>
          </a:bodyPr>
          <a:lstStyle/>
          <a:p>
            <a:r>
              <a:rPr lang="en-US">
                <a:latin typeface="Segoe UI" panose="020B0502040204020203" pitchFamily="34" charset="0"/>
              </a:rPr>
              <a:t>Holy Communion – Hymn No. 203</a:t>
            </a:r>
          </a:p>
        </p:txBody>
      </p:sp>
      <p:sp>
        <p:nvSpPr>
          <p:cNvPr id="6" name="Slide Number Placeholder 3">
            <a:extLst>
              <a:ext uri="{FF2B5EF4-FFF2-40B4-BE49-F238E27FC236}">
                <a16:creationId xmlns:a16="http://schemas.microsoft.com/office/drawing/2014/main" id="{A45808E6-0445-9094-A688-2ED3FAE216AD}"/>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85</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2AFB6201-742D-EA5B-0B2A-49C7EC3C3E92}"/>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Communion 6: 6 of 14</a:t>
            </a:r>
          </a:p>
        </p:txBody>
      </p:sp>
      <p:sp>
        <p:nvSpPr>
          <p:cNvPr id="3" name="Rectangle 2">
            <a:extLst>
              <a:ext uri="{FF2B5EF4-FFF2-40B4-BE49-F238E27FC236}">
                <a16:creationId xmlns:a16="http://schemas.microsoft.com/office/drawing/2014/main" id="{CCB4E4D9-B001-27F0-84EB-C3C1DA141516}"/>
              </a:ext>
            </a:extLst>
          </p:cNvPr>
          <p:cNvSpPr/>
          <p:nvPr/>
        </p:nvSpPr>
        <p:spPr>
          <a:xfrm>
            <a:off x="401841" y="601980"/>
            <a:ext cx="8627995" cy="1815882"/>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2800" i="1" err="1">
                <a:latin typeface="Segoe UI"/>
                <a:cs typeface="Segoe UI"/>
              </a:rPr>
              <a:t>daiva</a:t>
            </a:r>
            <a:r>
              <a:rPr lang="en-US" sz="2800" i="1">
                <a:latin typeface="Segoe UI"/>
                <a:cs typeface="Segoe UI"/>
              </a:rPr>
              <a:t> </a:t>
            </a:r>
            <a:r>
              <a:rPr lang="en-US" sz="2800" i="1" err="1">
                <a:latin typeface="Segoe UI"/>
                <a:cs typeface="Segoe UI"/>
              </a:rPr>
              <a:t>njaanam</a:t>
            </a:r>
            <a:r>
              <a:rPr lang="en-US" sz="2800" i="1">
                <a:latin typeface="Segoe UI"/>
                <a:cs typeface="Segoe UI"/>
              </a:rPr>
              <a:t> </a:t>
            </a:r>
            <a:r>
              <a:rPr lang="en-US" sz="2800" i="1" err="1">
                <a:latin typeface="Segoe UI"/>
                <a:cs typeface="Segoe UI"/>
              </a:rPr>
              <a:t>shreshta</a:t>
            </a:r>
            <a:r>
              <a:rPr lang="en-US" sz="2800" i="1">
                <a:latin typeface="Segoe UI"/>
                <a:cs typeface="Segoe UI"/>
              </a:rPr>
              <a:t> </a:t>
            </a:r>
            <a:r>
              <a:rPr lang="en-US" sz="2800" i="1" err="1">
                <a:latin typeface="Segoe UI"/>
                <a:cs typeface="Segoe UI"/>
              </a:rPr>
              <a:t>daanam</a:t>
            </a:r>
            <a:r>
              <a:rPr lang="en-US" sz="2800" i="1">
                <a:latin typeface="Segoe UI"/>
                <a:cs typeface="Segoe UI"/>
              </a:rPr>
              <a:t> </a:t>
            </a:r>
          </a:p>
          <a:p>
            <a:pPr algn="ctr"/>
            <a:r>
              <a:rPr lang="en-US" sz="2800" i="1" err="1">
                <a:latin typeface="Segoe UI"/>
                <a:cs typeface="Segoe UI"/>
              </a:rPr>
              <a:t>bhakthan</a:t>
            </a:r>
            <a:r>
              <a:rPr lang="en-US" sz="2800" i="1">
                <a:latin typeface="Segoe UI"/>
                <a:cs typeface="Segoe UI"/>
              </a:rPr>
              <a:t> </a:t>
            </a:r>
            <a:r>
              <a:rPr lang="en-US" sz="2800" i="1" err="1">
                <a:latin typeface="Segoe UI"/>
                <a:cs typeface="Segoe UI"/>
              </a:rPr>
              <a:t>sathya</a:t>
            </a:r>
            <a:r>
              <a:rPr lang="en-US" sz="2800" i="1">
                <a:latin typeface="Segoe UI"/>
                <a:cs typeface="Segoe UI"/>
              </a:rPr>
              <a:t> </a:t>
            </a:r>
            <a:r>
              <a:rPr lang="en-US" sz="2800" i="1" err="1">
                <a:latin typeface="Segoe UI"/>
                <a:cs typeface="Segoe UI"/>
              </a:rPr>
              <a:t>sampaththum</a:t>
            </a:r>
            <a:r>
              <a:rPr lang="en-US" sz="2800" i="1">
                <a:latin typeface="Segoe UI"/>
                <a:cs typeface="Segoe UI"/>
              </a:rPr>
              <a:t> </a:t>
            </a:r>
          </a:p>
          <a:p>
            <a:pPr algn="ctr"/>
            <a:r>
              <a:rPr lang="en-US" sz="2800" i="1" err="1">
                <a:latin typeface="Segoe UI"/>
                <a:cs typeface="Segoe UI"/>
              </a:rPr>
              <a:t>vaanchikkenham</a:t>
            </a:r>
            <a:r>
              <a:rPr lang="en-US" sz="2800" i="1">
                <a:latin typeface="Segoe UI"/>
                <a:cs typeface="Segoe UI"/>
              </a:rPr>
              <a:t> </a:t>
            </a:r>
            <a:r>
              <a:rPr lang="en-US" sz="2800" i="1" err="1">
                <a:latin typeface="Segoe UI"/>
                <a:cs typeface="Segoe UI"/>
              </a:rPr>
              <a:t>kenchidenham</a:t>
            </a:r>
            <a:r>
              <a:rPr lang="en-US" sz="2800" i="1">
                <a:latin typeface="Segoe UI"/>
                <a:cs typeface="Segoe UI"/>
              </a:rPr>
              <a:t> </a:t>
            </a:r>
          </a:p>
          <a:p>
            <a:pPr algn="ctr"/>
            <a:r>
              <a:rPr lang="en-US" sz="2800" i="1" err="1">
                <a:latin typeface="Segoe UI"/>
                <a:cs typeface="Segoe UI"/>
              </a:rPr>
              <a:t>kristhuvinkal</a:t>
            </a:r>
            <a:r>
              <a:rPr lang="en-US" sz="2800" i="1">
                <a:latin typeface="Segoe UI"/>
                <a:cs typeface="Segoe UI"/>
              </a:rPr>
              <a:t> </a:t>
            </a:r>
            <a:r>
              <a:rPr lang="en-US" sz="2800" i="1" err="1">
                <a:latin typeface="Segoe UI"/>
                <a:cs typeface="Segoe UI"/>
              </a:rPr>
              <a:t>kandeththum</a:t>
            </a:r>
            <a:r>
              <a:rPr lang="en-US" sz="2800" i="1">
                <a:latin typeface="Segoe UI"/>
                <a:cs typeface="Segoe UI"/>
              </a:rPr>
              <a:t> </a:t>
            </a:r>
            <a:endParaRPr lang="en-US" sz="2600" i="1">
              <a:latin typeface="Segoe UI"/>
              <a:cs typeface="Segoe UI"/>
            </a:endParaRPr>
          </a:p>
        </p:txBody>
      </p:sp>
      <p:sp>
        <p:nvSpPr>
          <p:cNvPr id="5" name="Rectangle 4">
            <a:extLst>
              <a:ext uri="{FF2B5EF4-FFF2-40B4-BE49-F238E27FC236}">
                <a16:creationId xmlns:a16="http://schemas.microsoft.com/office/drawing/2014/main" id="{672AC6F6-98C9-C9F0-FDFC-7327BDB8D6F7}"/>
              </a:ext>
            </a:extLst>
          </p:cNvPr>
          <p:cNvSpPr/>
          <p:nvPr/>
        </p:nvSpPr>
        <p:spPr>
          <a:xfrm>
            <a:off x="401840" y="2536090"/>
            <a:ext cx="8627995" cy="1969770"/>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pt-BR" sz="2800" i="1">
                <a:latin typeface="ML-TTKarthika"/>
              </a:rPr>
              <a:t>ssZhÚm\w t{ijvTZm\w</a:t>
            </a:r>
          </a:p>
          <a:p>
            <a:pPr algn="ctr"/>
            <a:r>
              <a:rPr lang="pt-BR" sz="2800" i="1">
                <a:latin typeface="ML-TTKarthika"/>
              </a:rPr>
              <a:t>`à³ kXyk¼¯pw</a:t>
            </a:r>
          </a:p>
          <a:p>
            <a:pPr algn="ctr"/>
            <a:r>
              <a:rPr lang="pt-BR" sz="2800" i="1">
                <a:latin typeface="ML-TTKarthika"/>
              </a:rPr>
              <a:t>hmRvOnt¡Ww, sI©ntSWw</a:t>
            </a:r>
          </a:p>
          <a:p>
            <a:pPr algn="ctr"/>
            <a:r>
              <a:rPr lang="pt-BR" sz="2800" i="1">
                <a:latin typeface="ML-TTKarthika"/>
              </a:rPr>
              <a:t>{InkvXphn¦Â I¬sS¯pw.</a:t>
            </a:r>
          </a:p>
          <a:p>
            <a:endParaRPr lang="pt-BR" sz="1000">
              <a:highlight>
                <a:srgbClr val="FFFF00"/>
              </a:highlight>
              <a:latin typeface="ML-TTKarthika"/>
            </a:endParaRPr>
          </a:p>
        </p:txBody>
      </p:sp>
    </p:spTree>
    <p:extLst>
      <p:ext uri="{BB962C8B-B14F-4D97-AF65-F5344CB8AC3E}">
        <p14:creationId xmlns:p14="http://schemas.microsoft.com/office/powerpoint/2010/main" val="138069068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C76C1-0F8C-5EF0-087D-A81172F804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296A6E-0D5F-4CAE-3702-E495A261D6D9}"/>
              </a:ext>
            </a:extLst>
          </p:cNvPr>
          <p:cNvSpPr>
            <a:spLocks noGrp="1"/>
          </p:cNvSpPr>
          <p:nvPr>
            <p:ph type="title"/>
          </p:nvPr>
        </p:nvSpPr>
        <p:spPr/>
        <p:txBody>
          <a:bodyPr>
            <a:noAutofit/>
          </a:bodyPr>
          <a:lstStyle/>
          <a:p>
            <a:r>
              <a:rPr lang="en-US">
                <a:latin typeface="Segoe UI" panose="020B0502040204020203" pitchFamily="34" charset="0"/>
              </a:rPr>
              <a:t>Holy Communion – Hymn No. 203</a:t>
            </a:r>
          </a:p>
        </p:txBody>
      </p:sp>
      <p:sp>
        <p:nvSpPr>
          <p:cNvPr id="6" name="Slide Number Placeholder 3">
            <a:extLst>
              <a:ext uri="{FF2B5EF4-FFF2-40B4-BE49-F238E27FC236}">
                <a16:creationId xmlns:a16="http://schemas.microsoft.com/office/drawing/2014/main" id="{EBE6D294-3BAB-C5CD-2444-CBA60C80660E}"/>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86</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D54DFF42-DAAC-C322-4CEC-8562FF70C9BC}"/>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Communion 6: 7 of 14</a:t>
            </a:r>
          </a:p>
        </p:txBody>
      </p:sp>
      <p:sp>
        <p:nvSpPr>
          <p:cNvPr id="3" name="Rectangle 2">
            <a:extLst>
              <a:ext uri="{FF2B5EF4-FFF2-40B4-BE49-F238E27FC236}">
                <a16:creationId xmlns:a16="http://schemas.microsoft.com/office/drawing/2014/main" id="{17652C35-D2BC-06E2-E3C5-7E09437AEB61}"/>
              </a:ext>
            </a:extLst>
          </p:cNvPr>
          <p:cNvSpPr/>
          <p:nvPr/>
        </p:nvSpPr>
        <p:spPr>
          <a:xfrm>
            <a:off x="322010" y="582416"/>
            <a:ext cx="8885997" cy="1815882"/>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err="1">
                <a:latin typeface="Segoe UI"/>
                <a:cs typeface="Segoe UI"/>
              </a:rPr>
              <a:t>daiva</a:t>
            </a:r>
            <a:r>
              <a:rPr lang="en-US" sz="2800">
                <a:latin typeface="Segoe UI"/>
                <a:cs typeface="Segoe UI"/>
              </a:rPr>
              <a:t> </a:t>
            </a:r>
            <a:r>
              <a:rPr lang="en-US" sz="2800" err="1">
                <a:latin typeface="Segoe UI"/>
                <a:cs typeface="Segoe UI"/>
              </a:rPr>
              <a:t>bhakthar</a:t>
            </a:r>
            <a:r>
              <a:rPr lang="en-US" sz="2800">
                <a:latin typeface="Segoe UI"/>
                <a:cs typeface="Segoe UI"/>
              </a:rPr>
              <a:t>- </a:t>
            </a:r>
            <a:r>
              <a:rPr lang="en-US" sz="2800" err="1">
                <a:latin typeface="Segoe UI"/>
                <a:cs typeface="Segoe UI"/>
              </a:rPr>
              <a:t>kkadisthaanam</a:t>
            </a:r>
            <a:r>
              <a:rPr lang="en-US" sz="2800">
                <a:latin typeface="Segoe UI"/>
                <a:cs typeface="Segoe UI"/>
              </a:rPr>
              <a:t> </a:t>
            </a:r>
            <a:r>
              <a:rPr lang="en-US" sz="2800" err="1">
                <a:latin typeface="Segoe UI"/>
                <a:cs typeface="Segoe UI"/>
              </a:rPr>
              <a:t>sathyathin</a:t>
            </a:r>
            <a:r>
              <a:rPr lang="en-US" sz="2800">
                <a:latin typeface="Segoe UI"/>
                <a:cs typeface="Segoe UI"/>
              </a:rPr>
              <a:t> </a:t>
            </a:r>
            <a:r>
              <a:rPr lang="en-US" sz="2800" err="1">
                <a:latin typeface="Segoe UI"/>
                <a:cs typeface="Segoe UI"/>
              </a:rPr>
              <a:t>prakashanam</a:t>
            </a:r>
            <a:r>
              <a:rPr lang="en-US" sz="2800">
                <a:latin typeface="Segoe UI"/>
                <a:cs typeface="Segoe UI"/>
              </a:rPr>
              <a:t> </a:t>
            </a:r>
          </a:p>
          <a:p>
            <a:r>
              <a:rPr lang="en-US" sz="2800" err="1">
                <a:latin typeface="Segoe UI"/>
                <a:cs typeface="Segoe UI"/>
              </a:rPr>
              <a:t>jeeva</a:t>
            </a:r>
            <a:r>
              <a:rPr lang="en-US" sz="2800">
                <a:latin typeface="Segoe UI"/>
                <a:cs typeface="Segoe UI"/>
              </a:rPr>
              <a:t> </a:t>
            </a:r>
            <a:r>
              <a:rPr lang="en-US" sz="2800" err="1">
                <a:latin typeface="Segoe UI"/>
                <a:cs typeface="Segoe UI"/>
              </a:rPr>
              <a:t>shakthi</a:t>
            </a:r>
            <a:r>
              <a:rPr lang="en-US" sz="2800">
                <a:latin typeface="Segoe UI"/>
                <a:cs typeface="Segoe UI"/>
              </a:rPr>
              <a:t> </a:t>
            </a:r>
            <a:r>
              <a:rPr lang="en-US" sz="2800" err="1">
                <a:latin typeface="Segoe UI"/>
                <a:cs typeface="Segoe UI"/>
              </a:rPr>
              <a:t>athin</a:t>
            </a:r>
            <a:r>
              <a:rPr lang="en-US" sz="2800">
                <a:latin typeface="Segoe UI"/>
                <a:cs typeface="Segoe UI"/>
              </a:rPr>
              <a:t> </a:t>
            </a:r>
            <a:r>
              <a:rPr lang="en-US" sz="2800" err="1">
                <a:latin typeface="Segoe UI"/>
                <a:cs typeface="Segoe UI"/>
              </a:rPr>
              <a:t>daanam</a:t>
            </a:r>
            <a:r>
              <a:rPr lang="en-US" sz="2800">
                <a:latin typeface="Segoe UI"/>
                <a:cs typeface="Segoe UI"/>
              </a:rPr>
              <a:t> – </a:t>
            </a:r>
            <a:r>
              <a:rPr lang="en-US" sz="2800" err="1">
                <a:latin typeface="Segoe UI"/>
                <a:cs typeface="Segoe UI"/>
              </a:rPr>
              <a:t>phalam</a:t>
            </a:r>
            <a:r>
              <a:rPr lang="en-US" sz="2800">
                <a:latin typeface="Segoe UI"/>
                <a:cs typeface="Segoe UI"/>
              </a:rPr>
              <a:t> </a:t>
            </a:r>
            <a:r>
              <a:rPr lang="en-US" sz="2800" err="1">
                <a:latin typeface="Segoe UI"/>
                <a:cs typeface="Segoe UI"/>
              </a:rPr>
              <a:t>divya</a:t>
            </a:r>
            <a:r>
              <a:rPr lang="en-US" sz="2800">
                <a:latin typeface="Segoe UI"/>
                <a:cs typeface="Segoe UI"/>
              </a:rPr>
              <a:t> </a:t>
            </a:r>
            <a:r>
              <a:rPr lang="en-US" sz="2800" err="1">
                <a:latin typeface="Segoe UI"/>
                <a:cs typeface="Segoe UI"/>
              </a:rPr>
              <a:t>swaathanthryam</a:t>
            </a:r>
            <a:r>
              <a:rPr lang="en-US" sz="2800">
                <a:latin typeface="Segoe UI"/>
                <a:cs typeface="Segoe UI"/>
              </a:rPr>
              <a:t> </a:t>
            </a:r>
            <a:endParaRPr lang="en-US" sz="2600">
              <a:latin typeface="Segoe UI"/>
              <a:cs typeface="Segoe UI"/>
            </a:endParaRPr>
          </a:p>
        </p:txBody>
      </p:sp>
      <p:sp>
        <p:nvSpPr>
          <p:cNvPr id="5" name="Rectangle 4">
            <a:extLst>
              <a:ext uri="{FF2B5EF4-FFF2-40B4-BE49-F238E27FC236}">
                <a16:creationId xmlns:a16="http://schemas.microsoft.com/office/drawing/2014/main" id="{FCBA6D36-B306-A21B-E5DE-79112EA92892}"/>
              </a:ext>
            </a:extLst>
          </p:cNvPr>
          <p:cNvSpPr/>
          <p:nvPr/>
        </p:nvSpPr>
        <p:spPr>
          <a:xfrm>
            <a:off x="322010" y="2709070"/>
            <a:ext cx="8627995" cy="1815882"/>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err="1">
                <a:latin typeface="ML-TTKarthika"/>
              </a:rPr>
              <a:t>ssZh`àÀ¡SnØm</a:t>
            </a:r>
            <a:r>
              <a:rPr lang="en-US" sz="2800">
                <a:latin typeface="ML-TTKarthika"/>
              </a:rPr>
              <a:t>\wþkXy¯n³ </a:t>
            </a:r>
          </a:p>
          <a:p>
            <a:r>
              <a:rPr lang="en-US" sz="2800">
                <a:latin typeface="ML-TTKarthika"/>
              </a:rPr>
              <a:t>{]Imi\w</a:t>
            </a:r>
          </a:p>
          <a:p>
            <a:r>
              <a:rPr lang="en-US" sz="2800" err="1">
                <a:latin typeface="ML-TTKarthika"/>
              </a:rPr>
              <a:t>Pohiàn</a:t>
            </a:r>
            <a:r>
              <a:rPr lang="en-US" sz="2800">
                <a:latin typeface="ML-TTKarthika"/>
              </a:rPr>
              <a:t> AXn³ </a:t>
            </a:r>
            <a:r>
              <a:rPr lang="en-US" sz="2800" err="1">
                <a:latin typeface="ML-TTKarthika"/>
              </a:rPr>
              <a:t>Zm</a:t>
            </a:r>
            <a:r>
              <a:rPr lang="en-US" sz="2800">
                <a:latin typeface="ML-TTKarthika"/>
              </a:rPr>
              <a:t>\</a:t>
            </a:r>
            <a:r>
              <a:rPr lang="en-US" sz="2800" err="1">
                <a:latin typeface="ML-TTKarthika"/>
              </a:rPr>
              <a:t>wþ^ew</a:t>
            </a:r>
            <a:r>
              <a:rPr lang="en-US" sz="2800">
                <a:latin typeface="ML-TTKarthika"/>
              </a:rPr>
              <a:t> </a:t>
            </a:r>
            <a:r>
              <a:rPr lang="en-US" sz="2800" err="1">
                <a:latin typeface="ML-TTKarthika"/>
              </a:rPr>
              <a:t>Znhy</a:t>
            </a:r>
            <a:endParaRPr lang="en-US" sz="2800">
              <a:latin typeface="ML-TTKarthika"/>
            </a:endParaRPr>
          </a:p>
          <a:p>
            <a:r>
              <a:rPr lang="en-US" sz="2800" err="1">
                <a:latin typeface="ML-TTKarthika"/>
              </a:rPr>
              <a:t>kzmX</a:t>
            </a:r>
            <a:r>
              <a:rPr lang="en-US" sz="2800">
                <a:latin typeface="ML-TTKarthika"/>
              </a:rPr>
              <a:t>{´</a:t>
            </a:r>
            <a:r>
              <a:rPr lang="en-US" sz="2800" err="1">
                <a:latin typeface="ML-TTKarthika"/>
              </a:rPr>
              <a:t>yw</a:t>
            </a:r>
            <a:endParaRPr lang="pt-BR" sz="1000">
              <a:latin typeface="ML-TTKarthika"/>
            </a:endParaRPr>
          </a:p>
        </p:txBody>
      </p:sp>
    </p:spTree>
    <p:extLst>
      <p:ext uri="{BB962C8B-B14F-4D97-AF65-F5344CB8AC3E}">
        <p14:creationId xmlns:p14="http://schemas.microsoft.com/office/powerpoint/2010/main" val="124856995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F299F-660A-C3A2-39BD-CBCBE43D35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A75B57-6FD6-F46C-CEB9-773075E69E50}"/>
              </a:ext>
            </a:extLst>
          </p:cNvPr>
          <p:cNvSpPr>
            <a:spLocks noGrp="1"/>
          </p:cNvSpPr>
          <p:nvPr>
            <p:ph type="title"/>
          </p:nvPr>
        </p:nvSpPr>
        <p:spPr/>
        <p:txBody>
          <a:bodyPr>
            <a:noAutofit/>
          </a:bodyPr>
          <a:lstStyle/>
          <a:p>
            <a:r>
              <a:rPr lang="en-US">
                <a:latin typeface="Segoe UI" panose="020B0502040204020203" pitchFamily="34" charset="0"/>
              </a:rPr>
              <a:t>Holy Communion – Hymn No. 203</a:t>
            </a:r>
          </a:p>
        </p:txBody>
      </p:sp>
      <p:sp>
        <p:nvSpPr>
          <p:cNvPr id="6" name="Slide Number Placeholder 3">
            <a:extLst>
              <a:ext uri="{FF2B5EF4-FFF2-40B4-BE49-F238E27FC236}">
                <a16:creationId xmlns:a16="http://schemas.microsoft.com/office/drawing/2014/main" id="{BC244ECE-6C3F-C640-B386-E1478BBAB4F9}"/>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87</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5CF845E3-DF65-EA76-5370-B6CB6E682ACF}"/>
              </a:ext>
            </a:extLst>
          </p:cNvPr>
          <p:cNvSpPr txBox="1"/>
          <p:nvPr/>
        </p:nvSpPr>
        <p:spPr>
          <a:xfrm>
            <a:off x="7073153" y="4835723"/>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Communion 6: 8 of 14</a:t>
            </a:r>
          </a:p>
        </p:txBody>
      </p:sp>
      <p:sp>
        <p:nvSpPr>
          <p:cNvPr id="3" name="Rectangle 2">
            <a:extLst>
              <a:ext uri="{FF2B5EF4-FFF2-40B4-BE49-F238E27FC236}">
                <a16:creationId xmlns:a16="http://schemas.microsoft.com/office/drawing/2014/main" id="{C2CCB739-32F5-8543-BB32-B2A390ECBD4B}"/>
              </a:ext>
            </a:extLst>
          </p:cNvPr>
          <p:cNvSpPr/>
          <p:nvPr/>
        </p:nvSpPr>
        <p:spPr>
          <a:xfrm>
            <a:off x="401841" y="601980"/>
            <a:ext cx="8627995" cy="1815882"/>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2800" i="1" err="1">
                <a:latin typeface="Segoe UI"/>
                <a:cs typeface="Segoe UI"/>
              </a:rPr>
              <a:t>daiva</a:t>
            </a:r>
            <a:r>
              <a:rPr lang="en-US" sz="2800" i="1">
                <a:latin typeface="Segoe UI"/>
                <a:cs typeface="Segoe UI"/>
              </a:rPr>
              <a:t> </a:t>
            </a:r>
            <a:r>
              <a:rPr lang="en-US" sz="2800" i="1" err="1">
                <a:latin typeface="Segoe UI"/>
                <a:cs typeface="Segoe UI"/>
              </a:rPr>
              <a:t>njaanam</a:t>
            </a:r>
            <a:r>
              <a:rPr lang="en-US" sz="2800" i="1">
                <a:latin typeface="Segoe UI"/>
                <a:cs typeface="Segoe UI"/>
              </a:rPr>
              <a:t> </a:t>
            </a:r>
            <a:r>
              <a:rPr lang="en-US" sz="2800" i="1" err="1">
                <a:latin typeface="Segoe UI"/>
                <a:cs typeface="Segoe UI"/>
              </a:rPr>
              <a:t>shreshta</a:t>
            </a:r>
            <a:r>
              <a:rPr lang="en-US" sz="2800" i="1">
                <a:latin typeface="Segoe UI"/>
                <a:cs typeface="Segoe UI"/>
              </a:rPr>
              <a:t> </a:t>
            </a:r>
            <a:r>
              <a:rPr lang="en-US" sz="2800" i="1" err="1">
                <a:latin typeface="Segoe UI"/>
                <a:cs typeface="Segoe UI"/>
              </a:rPr>
              <a:t>daanam</a:t>
            </a:r>
            <a:r>
              <a:rPr lang="en-US" sz="2800" i="1">
                <a:latin typeface="Segoe UI"/>
                <a:cs typeface="Segoe UI"/>
              </a:rPr>
              <a:t> </a:t>
            </a:r>
          </a:p>
          <a:p>
            <a:pPr algn="ctr"/>
            <a:r>
              <a:rPr lang="en-US" sz="2800" i="1" err="1">
                <a:latin typeface="Segoe UI"/>
                <a:cs typeface="Segoe UI"/>
              </a:rPr>
              <a:t>bhakthan</a:t>
            </a:r>
            <a:r>
              <a:rPr lang="en-US" sz="2800" i="1">
                <a:latin typeface="Segoe UI"/>
                <a:cs typeface="Segoe UI"/>
              </a:rPr>
              <a:t> </a:t>
            </a:r>
            <a:r>
              <a:rPr lang="en-US" sz="2800" i="1" err="1">
                <a:latin typeface="Segoe UI"/>
                <a:cs typeface="Segoe UI"/>
              </a:rPr>
              <a:t>sathya</a:t>
            </a:r>
            <a:r>
              <a:rPr lang="en-US" sz="2800" i="1">
                <a:latin typeface="Segoe UI"/>
                <a:cs typeface="Segoe UI"/>
              </a:rPr>
              <a:t> </a:t>
            </a:r>
            <a:r>
              <a:rPr lang="en-US" sz="2800" i="1" err="1">
                <a:latin typeface="Segoe UI"/>
                <a:cs typeface="Segoe UI"/>
              </a:rPr>
              <a:t>sampaththum</a:t>
            </a:r>
            <a:r>
              <a:rPr lang="en-US" sz="2800" i="1">
                <a:latin typeface="Segoe UI"/>
                <a:cs typeface="Segoe UI"/>
              </a:rPr>
              <a:t> </a:t>
            </a:r>
          </a:p>
          <a:p>
            <a:pPr algn="ctr"/>
            <a:r>
              <a:rPr lang="en-US" sz="2800" i="1" err="1">
                <a:latin typeface="Segoe UI"/>
                <a:cs typeface="Segoe UI"/>
              </a:rPr>
              <a:t>vaanchikkenham</a:t>
            </a:r>
            <a:r>
              <a:rPr lang="en-US" sz="2800" i="1">
                <a:latin typeface="Segoe UI"/>
                <a:cs typeface="Segoe UI"/>
              </a:rPr>
              <a:t> </a:t>
            </a:r>
            <a:r>
              <a:rPr lang="en-US" sz="2800" i="1" err="1">
                <a:latin typeface="Segoe UI"/>
                <a:cs typeface="Segoe UI"/>
              </a:rPr>
              <a:t>kenchidenham</a:t>
            </a:r>
            <a:r>
              <a:rPr lang="en-US" sz="2800" i="1">
                <a:latin typeface="Segoe UI"/>
                <a:cs typeface="Segoe UI"/>
              </a:rPr>
              <a:t> </a:t>
            </a:r>
          </a:p>
          <a:p>
            <a:pPr algn="ctr"/>
            <a:r>
              <a:rPr lang="en-US" sz="2800" i="1" err="1">
                <a:latin typeface="Segoe UI"/>
                <a:cs typeface="Segoe UI"/>
              </a:rPr>
              <a:t>kristhuvinkal</a:t>
            </a:r>
            <a:r>
              <a:rPr lang="en-US" sz="2800" i="1">
                <a:latin typeface="Segoe UI"/>
                <a:cs typeface="Segoe UI"/>
              </a:rPr>
              <a:t> </a:t>
            </a:r>
            <a:r>
              <a:rPr lang="en-US" sz="2800" i="1" err="1">
                <a:latin typeface="Segoe UI"/>
                <a:cs typeface="Segoe UI"/>
              </a:rPr>
              <a:t>kandeththum</a:t>
            </a:r>
            <a:r>
              <a:rPr lang="en-US" sz="2800" i="1">
                <a:latin typeface="Segoe UI"/>
                <a:cs typeface="Segoe UI"/>
              </a:rPr>
              <a:t> </a:t>
            </a:r>
            <a:endParaRPr lang="en-US" sz="2600" i="1">
              <a:latin typeface="Segoe UI"/>
              <a:cs typeface="Segoe UI"/>
            </a:endParaRPr>
          </a:p>
        </p:txBody>
      </p:sp>
      <p:sp>
        <p:nvSpPr>
          <p:cNvPr id="5" name="Rectangle 4">
            <a:extLst>
              <a:ext uri="{FF2B5EF4-FFF2-40B4-BE49-F238E27FC236}">
                <a16:creationId xmlns:a16="http://schemas.microsoft.com/office/drawing/2014/main" id="{B928E4A6-310C-EA45-D898-16BE82B4B13B}"/>
              </a:ext>
            </a:extLst>
          </p:cNvPr>
          <p:cNvSpPr/>
          <p:nvPr/>
        </p:nvSpPr>
        <p:spPr>
          <a:xfrm>
            <a:off x="401840" y="2536090"/>
            <a:ext cx="8627995" cy="1969770"/>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pt-BR" sz="2800" i="1">
                <a:latin typeface="ML-TTKarthika"/>
              </a:rPr>
              <a:t>ssZhÚm\w t{ijvTZm\w</a:t>
            </a:r>
          </a:p>
          <a:p>
            <a:pPr algn="ctr"/>
            <a:r>
              <a:rPr lang="pt-BR" sz="2800" i="1">
                <a:latin typeface="ML-TTKarthika"/>
              </a:rPr>
              <a:t>`à³ kXyk¼¯pw</a:t>
            </a:r>
          </a:p>
          <a:p>
            <a:pPr algn="ctr"/>
            <a:r>
              <a:rPr lang="pt-BR" sz="2800" i="1">
                <a:latin typeface="ML-TTKarthika"/>
              </a:rPr>
              <a:t>hmRvOnt¡Ww, sI©ntSWw</a:t>
            </a:r>
          </a:p>
          <a:p>
            <a:pPr algn="ctr"/>
            <a:r>
              <a:rPr lang="pt-BR" sz="2800" i="1">
                <a:latin typeface="ML-TTKarthika"/>
              </a:rPr>
              <a:t>{InkvXphn¦Â I¬sS¯pw.</a:t>
            </a:r>
          </a:p>
          <a:p>
            <a:endParaRPr lang="pt-BR" sz="1000">
              <a:highlight>
                <a:srgbClr val="FFFF00"/>
              </a:highlight>
              <a:latin typeface="ML-TTKarthika"/>
            </a:endParaRPr>
          </a:p>
        </p:txBody>
      </p:sp>
    </p:spTree>
    <p:extLst>
      <p:ext uri="{BB962C8B-B14F-4D97-AF65-F5344CB8AC3E}">
        <p14:creationId xmlns:p14="http://schemas.microsoft.com/office/powerpoint/2010/main" val="356301746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AB8EA-F004-9AFB-96C6-392A8594AA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0396A2-77CB-8B5A-38E6-C7B467B0FCE2}"/>
              </a:ext>
            </a:extLst>
          </p:cNvPr>
          <p:cNvSpPr>
            <a:spLocks noGrp="1"/>
          </p:cNvSpPr>
          <p:nvPr>
            <p:ph type="title"/>
          </p:nvPr>
        </p:nvSpPr>
        <p:spPr/>
        <p:txBody>
          <a:bodyPr>
            <a:noAutofit/>
          </a:bodyPr>
          <a:lstStyle/>
          <a:p>
            <a:r>
              <a:rPr lang="en-US">
                <a:latin typeface="Segoe UI" panose="020B0502040204020203" pitchFamily="34" charset="0"/>
              </a:rPr>
              <a:t>Holy Communion – Hymn No. 203</a:t>
            </a:r>
          </a:p>
        </p:txBody>
      </p:sp>
      <p:sp>
        <p:nvSpPr>
          <p:cNvPr id="6" name="Slide Number Placeholder 3">
            <a:extLst>
              <a:ext uri="{FF2B5EF4-FFF2-40B4-BE49-F238E27FC236}">
                <a16:creationId xmlns:a16="http://schemas.microsoft.com/office/drawing/2014/main" id="{DAC128CA-BDFA-D867-DF48-BF03868E3B7F}"/>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88</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BA6A3012-BDB4-5BDD-A720-F794FFA12304}"/>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Communion 6: 9 of 14</a:t>
            </a:r>
          </a:p>
        </p:txBody>
      </p:sp>
      <p:sp>
        <p:nvSpPr>
          <p:cNvPr id="3" name="Rectangle 2">
            <a:extLst>
              <a:ext uri="{FF2B5EF4-FFF2-40B4-BE49-F238E27FC236}">
                <a16:creationId xmlns:a16="http://schemas.microsoft.com/office/drawing/2014/main" id="{DBF9D3E0-023C-6B0A-33AA-57ABDCFC88DF}"/>
              </a:ext>
            </a:extLst>
          </p:cNvPr>
          <p:cNvSpPr/>
          <p:nvPr/>
        </p:nvSpPr>
        <p:spPr>
          <a:xfrm>
            <a:off x="322010" y="755868"/>
            <a:ext cx="8627995" cy="1815882"/>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err="1">
                <a:latin typeface="Segoe UI"/>
                <a:cs typeface="Segoe UI"/>
              </a:rPr>
              <a:t>nadakumbolh</a:t>
            </a:r>
            <a:r>
              <a:rPr lang="en-US" sz="2800">
                <a:latin typeface="Segoe UI"/>
                <a:cs typeface="Segoe UI"/>
              </a:rPr>
              <a:t> </a:t>
            </a:r>
            <a:r>
              <a:rPr lang="en-US" sz="2800" err="1">
                <a:latin typeface="Segoe UI"/>
                <a:cs typeface="Segoe UI"/>
              </a:rPr>
              <a:t>idarraathe</a:t>
            </a:r>
            <a:r>
              <a:rPr lang="en-US" sz="2800">
                <a:latin typeface="Segoe UI"/>
                <a:cs typeface="Segoe UI"/>
              </a:rPr>
              <a:t> – </a:t>
            </a:r>
            <a:r>
              <a:rPr lang="en-US" sz="2800" err="1">
                <a:latin typeface="Segoe UI"/>
                <a:cs typeface="Segoe UI"/>
              </a:rPr>
              <a:t>njaanam</a:t>
            </a:r>
            <a:r>
              <a:rPr lang="en-US" sz="2800">
                <a:latin typeface="Segoe UI"/>
                <a:cs typeface="Segoe UI"/>
              </a:rPr>
              <a:t> </a:t>
            </a:r>
            <a:r>
              <a:rPr lang="en-US" sz="2800" err="1">
                <a:latin typeface="Segoe UI"/>
                <a:cs typeface="Segoe UI"/>
              </a:rPr>
              <a:t>kaalkalh</a:t>
            </a:r>
            <a:r>
              <a:rPr lang="en-US" sz="2800">
                <a:latin typeface="Segoe UI"/>
                <a:cs typeface="Segoe UI"/>
              </a:rPr>
              <a:t> </a:t>
            </a:r>
            <a:r>
              <a:rPr lang="en-US" sz="2800" err="1">
                <a:latin typeface="Segoe UI"/>
                <a:cs typeface="Segoe UI"/>
              </a:rPr>
              <a:t>sookshikkum</a:t>
            </a:r>
            <a:r>
              <a:rPr lang="en-US" sz="2800">
                <a:latin typeface="Segoe UI"/>
                <a:cs typeface="Segoe UI"/>
              </a:rPr>
              <a:t> </a:t>
            </a:r>
          </a:p>
          <a:p>
            <a:r>
              <a:rPr lang="en-US" sz="2800" err="1">
                <a:latin typeface="Segoe UI"/>
                <a:cs typeface="Segoe UI"/>
              </a:rPr>
              <a:t>kidakkumbolh</a:t>
            </a:r>
            <a:r>
              <a:rPr lang="en-US" sz="2800">
                <a:latin typeface="Segoe UI"/>
                <a:cs typeface="Segoe UI"/>
              </a:rPr>
              <a:t> </a:t>
            </a:r>
            <a:r>
              <a:rPr lang="en-US" sz="2800" err="1">
                <a:latin typeface="Segoe UI"/>
                <a:cs typeface="Segoe UI"/>
              </a:rPr>
              <a:t>kaividaathe</a:t>
            </a:r>
            <a:r>
              <a:rPr lang="en-US" sz="2800">
                <a:latin typeface="Segoe UI"/>
                <a:cs typeface="Segoe UI"/>
              </a:rPr>
              <a:t> </a:t>
            </a:r>
            <a:r>
              <a:rPr lang="en-US" sz="2800" err="1">
                <a:latin typeface="Segoe UI"/>
                <a:cs typeface="Segoe UI"/>
              </a:rPr>
              <a:t>chutthum</a:t>
            </a:r>
            <a:r>
              <a:rPr lang="en-US" sz="2800">
                <a:latin typeface="Segoe UI"/>
                <a:cs typeface="Segoe UI"/>
              </a:rPr>
              <a:t> </a:t>
            </a:r>
            <a:r>
              <a:rPr lang="en-US" sz="2800" err="1">
                <a:latin typeface="Segoe UI"/>
                <a:cs typeface="Segoe UI"/>
              </a:rPr>
              <a:t>kaaval</a:t>
            </a:r>
            <a:r>
              <a:rPr lang="en-US" sz="2800">
                <a:latin typeface="Segoe UI"/>
                <a:cs typeface="Segoe UI"/>
              </a:rPr>
              <a:t> </a:t>
            </a:r>
            <a:r>
              <a:rPr lang="en-US" sz="2800" err="1">
                <a:latin typeface="Segoe UI"/>
                <a:cs typeface="Segoe UI"/>
              </a:rPr>
              <a:t>ninniddum</a:t>
            </a:r>
            <a:endParaRPr lang="en-US" sz="2600">
              <a:latin typeface="Segoe UI"/>
              <a:cs typeface="Segoe UI"/>
            </a:endParaRPr>
          </a:p>
        </p:txBody>
      </p:sp>
      <p:sp>
        <p:nvSpPr>
          <p:cNvPr id="5" name="Rectangle 4">
            <a:extLst>
              <a:ext uri="{FF2B5EF4-FFF2-40B4-BE49-F238E27FC236}">
                <a16:creationId xmlns:a16="http://schemas.microsoft.com/office/drawing/2014/main" id="{D62B320E-9DE8-9E4A-30EE-B150CF816B7B}"/>
              </a:ext>
            </a:extLst>
          </p:cNvPr>
          <p:cNvSpPr/>
          <p:nvPr/>
        </p:nvSpPr>
        <p:spPr>
          <a:xfrm>
            <a:off x="322010" y="2748068"/>
            <a:ext cx="8627995" cy="1815882"/>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a:latin typeface="ML-TTKarthika"/>
              </a:rPr>
              <a:t>\S¡pt¼mÄ </a:t>
            </a:r>
            <a:r>
              <a:rPr lang="en-US" sz="2800" err="1">
                <a:latin typeface="ML-TTKarthika"/>
              </a:rPr>
              <a:t>CSdmsXþÚm</a:t>
            </a:r>
            <a:r>
              <a:rPr lang="en-US" sz="2800">
                <a:latin typeface="ML-TTKarthika"/>
              </a:rPr>
              <a:t>\w </a:t>
            </a:r>
            <a:r>
              <a:rPr lang="en-US" sz="2800" err="1">
                <a:latin typeface="ML-TTKarthika"/>
              </a:rPr>
              <a:t>ImÂIÄ</a:t>
            </a:r>
            <a:r>
              <a:rPr lang="en-US" sz="2800">
                <a:latin typeface="ML-TTKarthika"/>
              </a:rPr>
              <a:t> </a:t>
            </a:r>
          </a:p>
          <a:p>
            <a:r>
              <a:rPr lang="en-US" sz="2800" err="1">
                <a:latin typeface="ML-TTKarthika"/>
              </a:rPr>
              <a:t>kq£n¡pw</a:t>
            </a:r>
            <a:endParaRPr lang="en-US" sz="2800">
              <a:latin typeface="ML-TTKarthika"/>
            </a:endParaRPr>
          </a:p>
          <a:p>
            <a:r>
              <a:rPr lang="en-US" sz="2800">
                <a:latin typeface="ML-TTKarthika"/>
              </a:rPr>
              <a:t>InS¡pt¼mÄ </a:t>
            </a:r>
            <a:r>
              <a:rPr lang="en-US" sz="2800" err="1">
                <a:latin typeface="ML-TTKarthika"/>
              </a:rPr>
              <a:t>ssIhnSmsXþNpäpw</a:t>
            </a:r>
            <a:r>
              <a:rPr lang="en-US" sz="2800">
                <a:latin typeface="ML-TTKarthika"/>
              </a:rPr>
              <a:t> </a:t>
            </a:r>
            <a:r>
              <a:rPr lang="en-US" sz="2800" err="1">
                <a:latin typeface="ML-TTKarthika"/>
              </a:rPr>
              <a:t>ImhÂ</a:t>
            </a:r>
            <a:r>
              <a:rPr lang="en-US" sz="2800">
                <a:latin typeface="ML-TTKarthika"/>
              </a:rPr>
              <a:t> </a:t>
            </a:r>
          </a:p>
          <a:p>
            <a:r>
              <a:rPr lang="en-US" sz="2800">
                <a:latin typeface="ML-TTKarthika"/>
              </a:rPr>
              <a:t>\</a:t>
            </a:r>
            <a:r>
              <a:rPr lang="en-US" sz="2800" err="1">
                <a:latin typeface="ML-TTKarthika"/>
              </a:rPr>
              <a:t>n¶oSpw</a:t>
            </a:r>
            <a:endParaRPr lang="pt-BR" sz="1000">
              <a:latin typeface="ML-TTKarthika"/>
            </a:endParaRPr>
          </a:p>
        </p:txBody>
      </p:sp>
    </p:spTree>
    <p:extLst>
      <p:ext uri="{BB962C8B-B14F-4D97-AF65-F5344CB8AC3E}">
        <p14:creationId xmlns:p14="http://schemas.microsoft.com/office/powerpoint/2010/main" val="422608399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6043D-6B65-4472-D056-6780247353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7A3CD1-54E4-45CD-5B30-A06FFDED77A4}"/>
              </a:ext>
            </a:extLst>
          </p:cNvPr>
          <p:cNvSpPr>
            <a:spLocks noGrp="1"/>
          </p:cNvSpPr>
          <p:nvPr>
            <p:ph type="title"/>
          </p:nvPr>
        </p:nvSpPr>
        <p:spPr/>
        <p:txBody>
          <a:bodyPr>
            <a:noAutofit/>
          </a:bodyPr>
          <a:lstStyle/>
          <a:p>
            <a:r>
              <a:rPr lang="en-US">
                <a:latin typeface="Segoe UI" panose="020B0502040204020203" pitchFamily="34" charset="0"/>
              </a:rPr>
              <a:t>Holy Communion – Hymn No. 203</a:t>
            </a:r>
          </a:p>
        </p:txBody>
      </p:sp>
      <p:sp>
        <p:nvSpPr>
          <p:cNvPr id="6" name="Slide Number Placeholder 3">
            <a:extLst>
              <a:ext uri="{FF2B5EF4-FFF2-40B4-BE49-F238E27FC236}">
                <a16:creationId xmlns:a16="http://schemas.microsoft.com/office/drawing/2014/main" id="{FDED2B16-4EE1-91E2-1F6A-D03C4D4CB8C1}"/>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89</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1705D549-AB17-235F-7982-D90D5CF41795}"/>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Communion 6: 10 of 14</a:t>
            </a:r>
          </a:p>
        </p:txBody>
      </p:sp>
      <p:sp>
        <p:nvSpPr>
          <p:cNvPr id="3" name="Rectangle 2">
            <a:extLst>
              <a:ext uri="{FF2B5EF4-FFF2-40B4-BE49-F238E27FC236}">
                <a16:creationId xmlns:a16="http://schemas.microsoft.com/office/drawing/2014/main" id="{1282CFA5-E39F-E1F4-E02E-D4E994A3E8D6}"/>
              </a:ext>
            </a:extLst>
          </p:cNvPr>
          <p:cNvSpPr/>
          <p:nvPr/>
        </p:nvSpPr>
        <p:spPr>
          <a:xfrm>
            <a:off x="401841" y="601980"/>
            <a:ext cx="8627995" cy="1815882"/>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2800" i="1" err="1">
                <a:latin typeface="Segoe UI"/>
                <a:cs typeface="Segoe UI"/>
              </a:rPr>
              <a:t>daiva</a:t>
            </a:r>
            <a:r>
              <a:rPr lang="en-US" sz="2800" i="1">
                <a:latin typeface="Segoe UI"/>
                <a:cs typeface="Segoe UI"/>
              </a:rPr>
              <a:t> </a:t>
            </a:r>
            <a:r>
              <a:rPr lang="en-US" sz="2800" i="1" err="1">
                <a:latin typeface="Segoe UI"/>
                <a:cs typeface="Segoe UI"/>
              </a:rPr>
              <a:t>njaanam</a:t>
            </a:r>
            <a:r>
              <a:rPr lang="en-US" sz="2800" i="1">
                <a:latin typeface="Segoe UI"/>
                <a:cs typeface="Segoe UI"/>
              </a:rPr>
              <a:t> </a:t>
            </a:r>
            <a:r>
              <a:rPr lang="en-US" sz="2800" i="1" err="1">
                <a:latin typeface="Segoe UI"/>
                <a:cs typeface="Segoe UI"/>
              </a:rPr>
              <a:t>shreshta</a:t>
            </a:r>
            <a:r>
              <a:rPr lang="en-US" sz="2800" i="1">
                <a:latin typeface="Segoe UI"/>
                <a:cs typeface="Segoe UI"/>
              </a:rPr>
              <a:t> </a:t>
            </a:r>
            <a:r>
              <a:rPr lang="en-US" sz="2800" i="1" err="1">
                <a:latin typeface="Segoe UI"/>
                <a:cs typeface="Segoe UI"/>
              </a:rPr>
              <a:t>daanam</a:t>
            </a:r>
            <a:r>
              <a:rPr lang="en-US" sz="2800" i="1">
                <a:latin typeface="Segoe UI"/>
                <a:cs typeface="Segoe UI"/>
              </a:rPr>
              <a:t> </a:t>
            </a:r>
          </a:p>
          <a:p>
            <a:pPr algn="ctr"/>
            <a:r>
              <a:rPr lang="en-US" sz="2800" i="1" err="1">
                <a:latin typeface="Segoe UI"/>
                <a:cs typeface="Segoe UI"/>
              </a:rPr>
              <a:t>bhakthan</a:t>
            </a:r>
            <a:r>
              <a:rPr lang="en-US" sz="2800" i="1">
                <a:latin typeface="Segoe UI"/>
                <a:cs typeface="Segoe UI"/>
              </a:rPr>
              <a:t> </a:t>
            </a:r>
            <a:r>
              <a:rPr lang="en-US" sz="2800" i="1" err="1">
                <a:latin typeface="Segoe UI"/>
                <a:cs typeface="Segoe UI"/>
              </a:rPr>
              <a:t>sathya</a:t>
            </a:r>
            <a:r>
              <a:rPr lang="en-US" sz="2800" i="1">
                <a:latin typeface="Segoe UI"/>
                <a:cs typeface="Segoe UI"/>
              </a:rPr>
              <a:t> </a:t>
            </a:r>
            <a:r>
              <a:rPr lang="en-US" sz="2800" i="1" err="1">
                <a:latin typeface="Segoe UI"/>
                <a:cs typeface="Segoe UI"/>
              </a:rPr>
              <a:t>sampaththum</a:t>
            </a:r>
            <a:r>
              <a:rPr lang="en-US" sz="2800" i="1">
                <a:latin typeface="Segoe UI"/>
                <a:cs typeface="Segoe UI"/>
              </a:rPr>
              <a:t> </a:t>
            </a:r>
          </a:p>
          <a:p>
            <a:pPr algn="ctr"/>
            <a:r>
              <a:rPr lang="en-US" sz="2800" i="1" err="1">
                <a:latin typeface="Segoe UI"/>
                <a:cs typeface="Segoe UI"/>
              </a:rPr>
              <a:t>vaanchikkenham</a:t>
            </a:r>
            <a:r>
              <a:rPr lang="en-US" sz="2800" i="1">
                <a:latin typeface="Segoe UI"/>
                <a:cs typeface="Segoe UI"/>
              </a:rPr>
              <a:t> </a:t>
            </a:r>
            <a:r>
              <a:rPr lang="en-US" sz="2800" i="1" err="1">
                <a:latin typeface="Segoe UI"/>
                <a:cs typeface="Segoe UI"/>
              </a:rPr>
              <a:t>kenchidenham</a:t>
            </a:r>
            <a:r>
              <a:rPr lang="en-US" sz="2800" i="1">
                <a:latin typeface="Segoe UI"/>
                <a:cs typeface="Segoe UI"/>
              </a:rPr>
              <a:t> </a:t>
            </a:r>
          </a:p>
          <a:p>
            <a:pPr algn="ctr"/>
            <a:r>
              <a:rPr lang="en-US" sz="2800" i="1" err="1">
                <a:latin typeface="Segoe UI"/>
                <a:cs typeface="Segoe UI"/>
              </a:rPr>
              <a:t>kristhuvinkal</a:t>
            </a:r>
            <a:r>
              <a:rPr lang="en-US" sz="2800" i="1">
                <a:latin typeface="Segoe UI"/>
                <a:cs typeface="Segoe UI"/>
              </a:rPr>
              <a:t> </a:t>
            </a:r>
            <a:r>
              <a:rPr lang="en-US" sz="2800" i="1" err="1">
                <a:latin typeface="Segoe UI"/>
                <a:cs typeface="Segoe UI"/>
              </a:rPr>
              <a:t>kandeththum</a:t>
            </a:r>
            <a:r>
              <a:rPr lang="en-US" sz="2800" i="1">
                <a:latin typeface="Segoe UI"/>
                <a:cs typeface="Segoe UI"/>
              </a:rPr>
              <a:t> </a:t>
            </a:r>
            <a:endParaRPr lang="en-US" sz="2600" i="1">
              <a:latin typeface="Segoe UI"/>
              <a:cs typeface="Segoe UI"/>
            </a:endParaRPr>
          </a:p>
        </p:txBody>
      </p:sp>
      <p:sp>
        <p:nvSpPr>
          <p:cNvPr id="5" name="Rectangle 4">
            <a:extLst>
              <a:ext uri="{FF2B5EF4-FFF2-40B4-BE49-F238E27FC236}">
                <a16:creationId xmlns:a16="http://schemas.microsoft.com/office/drawing/2014/main" id="{618579DE-39ED-1C98-1565-5FF5D15ED429}"/>
              </a:ext>
            </a:extLst>
          </p:cNvPr>
          <p:cNvSpPr/>
          <p:nvPr/>
        </p:nvSpPr>
        <p:spPr>
          <a:xfrm>
            <a:off x="401840" y="2536090"/>
            <a:ext cx="8627995" cy="1969770"/>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pt-BR" sz="2800" i="1">
                <a:latin typeface="ML-TTKarthika"/>
              </a:rPr>
              <a:t>ssZhÚm\w t{ijvTZm\w</a:t>
            </a:r>
          </a:p>
          <a:p>
            <a:pPr algn="ctr"/>
            <a:r>
              <a:rPr lang="pt-BR" sz="2800" i="1">
                <a:latin typeface="ML-TTKarthika"/>
              </a:rPr>
              <a:t>`à³ kXyk¼¯pw</a:t>
            </a:r>
          </a:p>
          <a:p>
            <a:pPr algn="ctr"/>
            <a:r>
              <a:rPr lang="pt-BR" sz="2800" i="1">
                <a:latin typeface="ML-TTKarthika"/>
              </a:rPr>
              <a:t>hmRvOnt¡Ww, sI©ntSWw</a:t>
            </a:r>
          </a:p>
          <a:p>
            <a:pPr algn="ctr"/>
            <a:r>
              <a:rPr lang="pt-BR" sz="2800" i="1">
                <a:latin typeface="ML-TTKarthika"/>
              </a:rPr>
              <a:t>{InkvXphn¦Â I¬sS¯pw.</a:t>
            </a:r>
          </a:p>
          <a:p>
            <a:endParaRPr lang="pt-BR" sz="1000">
              <a:highlight>
                <a:srgbClr val="FFFF00"/>
              </a:highlight>
              <a:latin typeface="ML-TTKarthika"/>
            </a:endParaRPr>
          </a:p>
        </p:txBody>
      </p:sp>
    </p:spTree>
    <p:extLst>
      <p:ext uri="{BB962C8B-B14F-4D97-AF65-F5344CB8AC3E}">
        <p14:creationId xmlns:p14="http://schemas.microsoft.com/office/powerpoint/2010/main" val="415802472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3FC6B-FF5B-F501-9CFF-3017846D97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409818-0EA5-5F23-EE66-4A9253F19173}"/>
              </a:ext>
            </a:extLst>
          </p:cNvPr>
          <p:cNvSpPr>
            <a:spLocks noGrp="1"/>
          </p:cNvSpPr>
          <p:nvPr>
            <p:ph type="title"/>
          </p:nvPr>
        </p:nvSpPr>
        <p:spPr/>
        <p:txBody>
          <a:bodyPr>
            <a:noAutofit/>
          </a:bodyPr>
          <a:lstStyle/>
          <a:p>
            <a:r>
              <a:rPr lang="en-US">
                <a:latin typeface="Segoe UI" panose="020B0502040204020203" pitchFamily="34" charset="0"/>
              </a:rPr>
              <a:t>Holy Communion – Hymn No. 203</a:t>
            </a:r>
          </a:p>
        </p:txBody>
      </p:sp>
      <p:sp>
        <p:nvSpPr>
          <p:cNvPr id="6" name="Slide Number Placeholder 3">
            <a:extLst>
              <a:ext uri="{FF2B5EF4-FFF2-40B4-BE49-F238E27FC236}">
                <a16:creationId xmlns:a16="http://schemas.microsoft.com/office/drawing/2014/main" id="{C28C22F7-7065-D4D1-468C-F07523B93588}"/>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90</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4EE657F8-54FE-366E-B90E-48B2F46A9D3C}"/>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Communion 6: 11 of 14</a:t>
            </a:r>
          </a:p>
        </p:txBody>
      </p:sp>
      <p:sp>
        <p:nvSpPr>
          <p:cNvPr id="3" name="Rectangle 2">
            <a:extLst>
              <a:ext uri="{FF2B5EF4-FFF2-40B4-BE49-F238E27FC236}">
                <a16:creationId xmlns:a16="http://schemas.microsoft.com/office/drawing/2014/main" id="{3B170A83-5E1B-6796-7F72-74F454FC5BE8}"/>
              </a:ext>
            </a:extLst>
          </p:cNvPr>
          <p:cNvSpPr/>
          <p:nvPr/>
        </p:nvSpPr>
        <p:spPr>
          <a:xfrm>
            <a:off x="258002" y="484094"/>
            <a:ext cx="8627995" cy="1815882"/>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err="1">
                <a:latin typeface="Segoe UI"/>
                <a:cs typeface="Segoe UI"/>
              </a:rPr>
              <a:t>mannhum</a:t>
            </a:r>
            <a:r>
              <a:rPr lang="en-US" sz="2800">
                <a:latin typeface="Segoe UI"/>
                <a:cs typeface="Segoe UI"/>
              </a:rPr>
              <a:t> </a:t>
            </a:r>
            <a:r>
              <a:rPr lang="en-US" sz="2800" err="1">
                <a:latin typeface="Segoe UI"/>
                <a:cs typeface="Segoe UI"/>
              </a:rPr>
              <a:t>ponnum</a:t>
            </a:r>
            <a:r>
              <a:rPr lang="en-US" sz="2800">
                <a:latin typeface="Segoe UI"/>
                <a:cs typeface="Segoe UI"/>
              </a:rPr>
              <a:t> </a:t>
            </a:r>
            <a:r>
              <a:rPr lang="en-US" sz="2800" err="1">
                <a:latin typeface="Segoe UI"/>
                <a:cs typeface="Segoe UI"/>
              </a:rPr>
              <a:t>neengi</a:t>
            </a:r>
            <a:r>
              <a:rPr lang="en-US" sz="2800">
                <a:latin typeface="Segoe UI"/>
                <a:cs typeface="Segoe UI"/>
              </a:rPr>
              <a:t> </a:t>
            </a:r>
            <a:r>
              <a:rPr lang="en-US" sz="2800" err="1">
                <a:latin typeface="Segoe UI"/>
                <a:cs typeface="Segoe UI"/>
              </a:rPr>
              <a:t>pokum</a:t>
            </a:r>
            <a:r>
              <a:rPr lang="en-US" sz="2800">
                <a:latin typeface="Segoe UI"/>
                <a:cs typeface="Segoe UI"/>
              </a:rPr>
              <a:t> </a:t>
            </a:r>
            <a:r>
              <a:rPr lang="en-US" sz="2800" err="1">
                <a:latin typeface="Segoe UI"/>
                <a:cs typeface="Segoe UI"/>
              </a:rPr>
              <a:t>kannhin</a:t>
            </a:r>
            <a:r>
              <a:rPr lang="en-US" sz="2800">
                <a:latin typeface="Segoe UI"/>
                <a:cs typeface="Segoe UI"/>
              </a:rPr>
              <a:t> </a:t>
            </a:r>
            <a:r>
              <a:rPr lang="en-US" sz="2800" err="1">
                <a:latin typeface="Segoe UI"/>
                <a:cs typeface="Segoe UI"/>
              </a:rPr>
              <a:t>moham</a:t>
            </a:r>
            <a:r>
              <a:rPr lang="en-US" sz="2800">
                <a:latin typeface="Segoe UI"/>
                <a:cs typeface="Segoe UI"/>
              </a:rPr>
              <a:t> </a:t>
            </a:r>
            <a:r>
              <a:rPr lang="en-US" sz="2800" err="1">
                <a:latin typeface="Segoe UI"/>
                <a:cs typeface="Segoe UI"/>
              </a:rPr>
              <a:t>neengume</a:t>
            </a:r>
            <a:r>
              <a:rPr lang="en-US" sz="2800">
                <a:latin typeface="Segoe UI"/>
                <a:cs typeface="Segoe UI"/>
              </a:rPr>
              <a:t> </a:t>
            </a:r>
          </a:p>
          <a:p>
            <a:r>
              <a:rPr lang="en-US" sz="2800" err="1">
                <a:latin typeface="Segoe UI"/>
                <a:cs typeface="Segoe UI"/>
              </a:rPr>
              <a:t>vinnhin</a:t>
            </a:r>
            <a:r>
              <a:rPr lang="en-US" sz="2800">
                <a:latin typeface="Segoe UI"/>
                <a:cs typeface="Segoe UI"/>
              </a:rPr>
              <a:t> </a:t>
            </a:r>
            <a:r>
              <a:rPr lang="en-US" sz="2800" err="1">
                <a:latin typeface="Segoe UI"/>
                <a:cs typeface="Segoe UI"/>
              </a:rPr>
              <a:t>daanam</a:t>
            </a:r>
            <a:r>
              <a:rPr lang="en-US" sz="2800">
                <a:latin typeface="Segoe UI"/>
                <a:cs typeface="Segoe UI"/>
              </a:rPr>
              <a:t> </a:t>
            </a:r>
            <a:r>
              <a:rPr lang="en-US" sz="2800" err="1">
                <a:latin typeface="Segoe UI"/>
                <a:cs typeface="Segoe UI"/>
              </a:rPr>
              <a:t>aathma</a:t>
            </a:r>
            <a:r>
              <a:rPr lang="en-US" sz="2800">
                <a:latin typeface="Segoe UI"/>
                <a:cs typeface="Segoe UI"/>
              </a:rPr>
              <a:t> </a:t>
            </a:r>
            <a:r>
              <a:rPr lang="en-US" sz="2800" err="1">
                <a:latin typeface="Segoe UI"/>
                <a:cs typeface="Segoe UI"/>
              </a:rPr>
              <a:t>njaanam</a:t>
            </a:r>
            <a:r>
              <a:rPr lang="en-US" sz="2800">
                <a:latin typeface="Segoe UI"/>
                <a:cs typeface="Segoe UI"/>
              </a:rPr>
              <a:t> –</a:t>
            </a:r>
            <a:r>
              <a:rPr lang="en-US" sz="2800" err="1">
                <a:latin typeface="Segoe UI"/>
                <a:cs typeface="Segoe UI"/>
              </a:rPr>
              <a:t>nila</a:t>
            </a:r>
            <a:r>
              <a:rPr lang="en-US" sz="2800">
                <a:latin typeface="Segoe UI"/>
                <a:cs typeface="Segoe UI"/>
              </a:rPr>
              <a:t> </a:t>
            </a:r>
            <a:r>
              <a:rPr lang="en-US" sz="2800" err="1">
                <a:latin typeface="Segoe UI"/>
                <a:cs typeface="Segoe UI"/>
              </a:rPr>
              <a:t>nilkkum</a:t>
            </a:r>
            <a:r>
              <a:rPr lang="en-US" sz="2800">
                <a:latin typeface="Segoe UI"/>
                <a:cs typeface="Segoe UI"/>
              </a:rPr>
              <a:t> </a:t>
            </a:r>
            <a:r>
              <a:rPr lang="en-US" sz="2800" err="1">
                <a:latin typeface="Segoe UI"/>
                <a:cs typeface="Segoe UI"/>
              </a:rPr>
              <a:t>ennume</a:t>
            </a:r>
            <a:endParaRPr lang="en-US" sz="2600">
              <a:latin typeface="Segoe UI"/>
              <a:cs typeface="Segoe UI"/>
            </a:endParaRPr>
          </a:p>
        </p:txBody>
      </p:sp>
      <p:sp>
        <p:nvSpPr>
          <p:cNvPr id="5" name="Rectangle 4">
            <a:extLst>
              <a:ext uri="{FF2B5EF4-FFF2-40B4-BE49-F238E27FC236}">
                <a16:creationId xmlns:a16="http://schemas.microsoft.com/office/drawing/2014/main" id="{27A1574A-5A2D-E4BC-D48A-460B429F1810}"/>
              </a:ext>
            </a:extLst>
          </p:cNvPr>
          <p:cNvSpPr/>
          <p:nvPr/>
        </p:nvSpPr>
        <p:spPr>
          <a:xfrm>
            <a:off x="258002" y="2897700"/>
            <a:ext cx="8627995" cy="1815882"/>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pt-BR" sz="2800">
                <a:latin typeface="ML-TTKarthika"/>
              </a:rPr>
              <a:t>a®pw s]m¶pw \o§nt¸mIpwþI®n³tamlw </a:t>
            </a:r>
          </a:p>
          <a:p>
            <a:r>
              <a:rPr lang="pt-BR" sz="2800">
                <a:latin typeface="ML-TTKarthika"/>
              </a:rPr>
              <a:t>\o§pta</a:t>
            </a:r>
          </a:p>
          <a:p>
            <a:r>
              <a:rPr lang="pt-BR" sz="2800">
                <a:latin typeface="ML-TTKarthika"/>
              </a:rPr>
              <a:t>hn®n³Zm\w BßÚm\wþ\ne\nev¡pw </a:t>
            </a:r>
          </a:p>
          <a:p>
            <a:r>
              <a:rPr lang="pt-BR" sz="2800">
                <a:latin typeface="ML-TTKarthika"/>
              </a:rPr>
              <a:t>F¶pta</a:t>
            </a:r>
          </a:p>
        </p:txBody>
      </p:sp>
    </p:spTree>
    <p:extLst>
      <p:ext uri="{BB962C8B-B14F-4D97-AF65-F5344CB8AC3E}">
        <p14:creationId xmlns:p14="http://schemas.microsoft.com/office/powerpoint/2010/main" val="130157529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9ECEC-F695-002E-E8E5-9E07C74215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2860A2-739A-822D-F73E-7AE042C1FDF7}"/>
              </a:ext>
            </a:extLst>
          </p:cNvPr>
          <p:cNvSpPr>
            <a:spLocks noGrp="1"/>
          </p:cNvSpPr>
          <p:nvPr>
            <p:ph type="title"/>
          </p:nvPr>
        </p:nvSpPr>
        <p:spPr/>
        <p:txBody>
          <a:bodyPr>
            <a:noAutofit/>
          </a:bodyPr>
          <a:lstStyle/>
          <a:p>
            <a:r>
              <a:rPr lang="en-US">
                <a:latin typeface="Segoe UI" panose="020B0502040204020203" pitchFamily="34" charset="0"/>
              </a:rPr>
              <a:t>Holy Communion – Hymn No. 203</a:t>
            </a:r>
          </a:p>
        </p:txBody>
      </p:sp>
      <p:sp>
        <p:nvSpPr>
          <p:cNvPr id="6" name="Slide Number Placeholder 3">
            <a:extLst>
              <a:ext uri="{FF2B5EF4-FFF2-40B4-BE49-F238E27FC236}">
                <a16:creationId xmlns:a16="http://schemas.microsoft.com/office/drawing/2014/main" id="{52172D4B-81C4-1A02-FF58-E5F3519A3AA6}"/>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91</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77E6E224-4A80-D6DE-7ABD-7101303EC6FE}"/>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Communion 6: 12 of 14</a:t>
            </a:r>
          </a:p>
        </p:txBody>
      </p:sp>
      <p:sp>
        <p:nvSpPr>
          <p:cNvPr id="3" name="Rectangle 2">
            <a:extLst>
              <a:ext uri="{FF2B5EF4-FFF2-40B4-BE49-F238E27FC236}">
                <a16:creationId xmlns:a16="http://schemas.microsoft.com/office/drawing/2014/main" id="{E2CA9B42-6E01-A4AC-689B-FC6B9638BA10}"/>
              </a:ext>
            </a:extLst>
          </p:cNvPr>
          <p:cNvSpPr/>
          <p:nvPr/>
        </p:nvSpPr>
        <p:spPr>
          <a:xfrm>
            <a:off x="401841" y="601980"/>
            <a:ext cx="8627995" cy="1815882"/>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2800" i="1" err="1">
                <a:latin typeface="Segoe UI"/>
                <a:cs typeface="Segoe UI"/>
              </a:rPr>
              <a:t>daiva</a:t>
            </a:r>
            <a:r>
              <a:rPr lang="en-US" sz="2800" i="1">
                <a:latin typeface="Segoe UI"/>
                <a:cs typeface="Segoe UI"/>
              </a:rPr>
              <a:t> </a:t>
            </a:r>
            <a:r>
              <a:rPr lang="en-US" sz="2800" i="1" err="1">
                <a:latin typeface="Segoe UI"/>
                <a:cs typeface="Segoe UI"/>
              </a:rPr>
              <a:t>njaanam</a:t>
            </a:r>
            <a:r>
              <a:rPr lang="en-US" sz="2800" i="1">
                <a:latin typeface="Segoe UI"/>
                <a:cs typeface="Segoe UI"/>
              </a:rPr>
              <a:t> </a:t>
            </a:r>
            <a:r>
              <a:rPr lang="en-US" sz="2800" i="1" err="1">
                <a:latin typeface="Segoe UI"/>
                <a:cs typeface="Segoe UI"/>
              </a:rPr>
              <a:t>shreshta</a:t>
            </a:r>
            <a:r>
              <a:rPr lang="en-US" sz="2800" i="1">
                <a:latin typeface="Segoe UI"/>
                <a:cs typeface="Segoe UI"/>
              </a:rPr>
              <a:t> </a:t>
            </a:r>
            <a:r>
              <a:rPr lang="en-US" sz="2800" i="1" err="1">
                <a:latin typeface="Segoe UI"/>
                <a:cs typeface="Segoe UI"/>
              </a:rPr>
              <a:t>daanam</a:t>
            </a:r>
            <a:r>
              <a:rPr lang="en-US" sz="2800" i="1">
                <a:latin typeface="Segoe UI"/>
                <a:cs typeface="Segoe UI"/>
              </a:rPr>
              <a:t> </a:t>
            </a:r>
          </a:p>
          <a:p>
            <a:pPr algn="ctr"/>
            <a:r>
              <a:rPr lang="en-US" sz="2800" i="1" err="1">
                <a:latin typeface="Segoe UI"/>
                <a:cs typeface="Segoe UI"/>
              </a:rPr>
              <a:t>bhakthan</a:t>
            </a:r>
            <a:r>
              <a:rPr lang="en-US" sz="2800" i="1">
                <a:latin typeface="Segoe UI"/>
                <a:cs typeface="Segoe UI"/>
              </a:rPr>
              <a:t> </a:t>
            </a:r>
            <a:r>
              <a:rPr lang="en-US" sz="2800" i="1" err="1">
                <a:latin typeface="Segoe UI"/>
                <a:cs typeface="Segoe UI"/>
              </a:rPr>
              <a:t>sathya</a:t>
            </a:r>
            <a:r>
              <a:rPr lang="en-US" sz="2800" i="1">
                <a:latin typeface="Segoe UI"/>
                <a:cs typeface="Segoe UI"/>
              </a:rPr>
              <a:t> </a:t>
            </a:r>
            <a:r>
              <a:rPr lang="en-US" sz="2800" i="1" err="1">
                <a:latin typeface="Segoe UI"/>
                <a:cs typeface="Segoe UI"/>
              </a:rPr>
              <a:t>sampaththum</a:t>
            </a:r>
            <a:r>
              <a:rPr lang="en-US" sz="2800" i="1">
                <a:latin typeface="Segoe UI"/>
                <a:cs typeface="Segoe UI"/>
              </a:rPr>
              <a:t> </a:t>
            </a:r>
          </a:p>
          <a:p>
            <a:pPr algn="ctr"/>
            <a:r>
              <a:rPr lang="en-US" sz="2800" i="1" err="1">
                <a:latin typeface="Segoe UI"/>
                <a:cs typeface="Segoe UI"/>
              </a:rPr>
              <a:t>vaanchikkenham</a:t>
            </a:r>
            <a:r>
              <a:rPr lang="en-US" sz="2800" i="1">
                <a:latin typeface="Segoe UI"/>
                <a:cs typeface="Segoe UI"/>
              </a:rPr>
              <a:t> </a:t>
            </a:r>
            <a:r>
              <a:rPr lang="en-US" sz="2800" i="1" err="1">
                <a:latin typeface="Segoe UI"/>
                <a:cs typeface="Segoe UI"/>
              </a:rPr>
              <a:t>kenchidenham</a:t>
            </a:r>
            <a:r>
              <a:rPr lang="en-US" sz="2800" i="1">
                <a:latin typeface="Segoe UI"/>
                <a:cs typeface="Segoe UI"/>
              </a:rPr>
              <a:t> </a:t>
            </a:r>
          </a:p>
          <a:p>
            <a:pPr algn="ctr"/>
            <a:r>
              <a:rPr lang="en-US" sz="2800" i="1" err="1">
                <a:latin typeface="Segoe UI"/>
                <a:cs typeface="Segoe UI"/>
              </a:rPr>
              <a:t>kristhuvinkal</a:t>
            </a:r>
            <a:r>
              <a:rPr lang="en-US" sz="2800" i="1">
                <a:latin typeface="Segoe UI"/>
                <a:cs typeface="Segoe UI"/>
              </a:rPr>
              <a:t> </a:t>
            </a:r>
            <a:r>
              <a:rPr lang="en-US" sz="2800" i="1" err="1">
                <a:latin typeface="Segoe UI"/>
                <a:cs typeface="Segoe UI"/>
              </a:rPr>
              <a:t>kandeththum</a:t>
            </a:r>
            <a:r>
              <a:rPr lang="en-US" sz="2800" i="1">
                <a:latin typeface="Segoe UI"/>
                <a:cs typeface="Segoe UI"/>
              </a:rPr>
              <a:t> </a:t>
            </a:r>
            <a:endParaRPr lang="en-US" sz="2600" i="1">
              <a:latin typeface="Segoe UI"/>
              <a:cs typeface="Segoe UI"/>
            </a:endParaRPr>
          </a:p>
        </p:txBody>
      </p:sp>
      <p:sp>
        <p:nvSpPr>
          <p:cNvPr id="5" name="Rectangle 4">
            <a:extLst>
              <a:ext uri="{FF2B5EF4-FFF2-40B4-BE49-F238E27FC236}">
                <a16:creationId xmlns:a16="http://schemas.microsoft.com/office/drawing/2014/main" id="{47F8831B-4541-4BA5-C2A0-15C1E678B08B}"/>
              </a:ext>
            </a:extLst>
          </p:cNvPr>
          <p:cNvSpPr/>
          <p:nvPr/>
        </p:nvSpPr>
        <p:spPr>
          <a:xfrm>
            <a:off x="401840" y="2536090"/>
            <a:ext cx="8627995" cy="1969770"/>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pt-BR" sz="2800" i="1">
                <a:latin typeface="ML-TTKarthika"/>
              </a:rPr>
              <a:t>ssZhÚm\w t{ijvTZm\w</a:t>
            </a:r>
          </a:p>
          <a:p>
            <a:pPr algn="ctr"/>
            <a:r>
              <a:rPr lang="pt-BR" sz="2800" i="1">
                <a:latin typeface="ML-TTKarthika"/>
              </a:rPr>
              <a:t>`à³ kXyk¼¯pw</a:t>
            </a:r>
          </a:p>
          <a:p>
            <a:pPr algn="ctr"/>
            <a:r>
              <a:rPr lang="pt-BR" sz="2800" i="1">
                <a:latin typeface="ML-TTKarthika"/>
              </a:rPr>
              <a:t>hmRvOnt¡Ww, sI©ntSWw</a:t>
            </a:r>
          </a:p>
          <a:p>
            <a:pPr algn="ctr"/>
            <a:r>
              <a:rPr lang="pt-BR" sz="2800" i="1">
                <a:latin typeface="ML-TTKarthika"/>
              </a:rPr>
              <a:t>{InkvXphn¦Â I¬sS¯pw.</a:t>
            </a:r>
          </a:p>
          <a:p>
            <a:endParaRPr lang="pt-BR" sz="1000">
              <a:highlight>
                <a:srgbClr val="FFFF00"/>
              </a:highlight>
              <a:latin typeface="ML-TTKarthika"/>
            </a:endParaRPr>
          </a:p>
        </p:txBody>
      </p:sp>
    </p:spTree>
    <p:extLst>
      <p:ext uri="{BB962C8B-B14F-4D97-AF65-F5344CB8AC3E}">
        <p14:creationId xmlns:p14="http://schemas.microsoft.com/office/powerpoint/2010/main" val="69745894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46D13-18FA-C771-7667-F03EDC553B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EAE5B0-72E7-6853-5DFF-D514B59DE149}"/>
              </a:ext>
            </a:extLst>
          </p:cNvPr>
          <p:cNvSpPr>
            <a:spLocks noGrp="1"/>
          </p:cNvSpPr>
          <p:nvPr>
            <p:ph type="title"/>
          </p:nvPr>
        </p:nvSpPr>
        <p:spPr/>
        <p:txBody>
          <a:bodyPr>
            <a:noAutofit/>
          </a:bodyPr>
          <a:lstStyle/>
          <a:p>
            <a:r>
              <a:rPr lang="en-US">
                <a:latin typeface="Segoe UI" panose="020B0502040204020203" pitchFamily="34" charset="0"/>
              </a:rPr>
              <a:t>Holy Communion – Hymn No. 203</a:t>
            </a:r>
          </a:p>
        </p:txBody>
      </p:sp>
      <p:sp>
        <p:nvSpPr>
          <p:cNvPr id="6" name="Slide Number Placeholder 3">
            <a:extLst>
              <a:ext uri="{FF2B5EF4-FFF2-40B4-BE49-F238E27FC236}">
                <a16:creationId xmlns:a16="http://schemas.microsoft.com/office/drawing/2014/main" id="{242A6453-D2EA-DF89-0038-1DCB699A9B4C}"/>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92</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C53E4EC3-AF78-51A5-8268-C50F2BA1811A}"/>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Communion 6: 13 of 14</a:t>
            </a:r>
          </a:p>
        </p:txBody>
      </p:sp>
      <p:sp>
        <p:nvSpPr>
          <p:cNvPr id="3" name="Rectangle 2">
            <a:extLst>
              <a:ext uri="{FF2B5EF4-FFF2-40B4-BE49-F238E27FC236}">
                <a16:creationId xmlns:a16="http://schemas.microsoft.com/office/drawing/2014/main" id="{968A4681-688B-6AA9-2301-0857C12FD999}"/>
              </a:ext>
            </a:extLst>
          </p:cNvPr>
          <p:cNvSpPr/>
          <p:nvPr/>
        </p:nvSpPr>
        <p:spPr>
          <a:xfrm>
            <a:off x="258002" y="961147"/>
            <a:ext cx="8627995" cy="954107"/>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dirty="0" err="1">
                <a:latin typeface="Segoe UI"/>
                <a:cs typeface="Segoe UI"/>
              </a:rPr>
              <a:t>daivame</a:t>
            </a:r>
            <a:r>
              <a:rPr lang="en-US" sz="2800" dirty="0">
                <a:latin typeface="Segoe UI"/>
                <a:cs typeface="Segoe UI"/>
              </a:rPr>
              <a:t> </a:t>
            </a:r>
            <a:r>
              <a:rPr lang="en-US" sz="2800" dirty="0" err="1">
                <a:latin typeface="Segoe UI"/>
                <a:cs typeface="Segoe UI"/>
              </a:rPr>
              <a:t>nin</a:t>
            </a:r>
            <a:r>
              <a:rPr lang="en-US" sz="2800">
                <a:latin typeface="Segoe UI"/>
                <a:cs typeface="Segoe UI"/>
              </a:rPr>
              <a:t> </a:t>
            </a:r>
            <a:r>
              <a:rPr lang="en-US" sz="2800" err="1">
                <a:latin typeface="Segoe UI"/>
                <a:cs typeface="Segoe UI"/>
              </a:rPr>
              <a:t>velhippaadin</a:t>
            </a:r>
            <a:r>
              <a:rPr lang="en-US" sz="2800">
                <a:latin typeface="Segoe UI"/>
                <a:cs typeface="Segoe UI"/>
              </a:rPr>
              <a:t>- </a:t>
            </a:r>
            <a:r>
              <a:rPr lang="en-US" sz="2800" err="1">
                <a:latin typeface="Segoe UI"/>
                <a:cs typeface="Segoe UI"/>
              </a:rPr>
              <a:t>aathmaavingu</a:t>
            </a:r>
            <a:r>
              <a:rPr lang="en-US" sz="2800">
                <a:latin typeface="Segoe UI"/>
                <a:cs typeface="Segoe UI"/>
              </a:rPr>
              <a:t> </a:t>
            </a:r>
            <a:r>
              <a:rPr lang="en-US" sz="2800" err="1">
                <a:latin typeface="Segoe UI"/>
                <a:cs typeface="Segoe UI"/>
              </a:rPr>
              <a:t>nalkuke</a:t>
            </a:r>
            <a:r>
              <a:rPr lang="en-US" sz="2800">
                <a:latin typeface="Segoe UI"/>
                <a:cs typeface="Segoe UI"/>
              </a:rPr>
              <a:t> </a:t>
            </a:r>
          </a:p>
          <a:p>
            <a:r>
              <a:rPr lang="en-US" sz="2800" dirty="0" err="1">
                <a:latin typeface="Segoe UI"/>
                <a:cs typeface="Segoe UI"/>
              </a:rPr>
              <a:t>nin</a:t>
            </a:r>
            <a:r>
              <a:rPr lang="en-US" sz="2800" dirty="0">
                <a:latin typeface="Segoe UI"/>
                <a:cs typeface="Segoe UI"/>
              </a:rPr>
              <a:t> </a:t>
            </a:r>
            <a:r>
              <a:rPr lang="en-US" sz="2800" err="1">
                <a:latin typeface="Segoe UI"/>
                <a:cs typeface="Segoe UI"/>
              </a:rPr>
              <a:t>prakaasham</a:t>
            </a:r>
            <a:r>
              <a:rPr lang="en-US" sz="2800">
                <a:latin typeface="Segoe UI"/>
                <a:cs typeface="Segoe UI"/>
              </a:rPr>
              <a:t> </a:t>
            </a:r>
            <a:r>
              <a:rPr lang="en-US" sz="2800" err="1">
                <a:latin typeface="Segoe UI"/>
                <a:cs typeface="Segoe UI"/>
              </a:rPr>
              <a:t>avakaasham</a:t>
            </a:r>
            <a:r>
              <a:rPr lang="en-US" sz="2800">
                <a:latin typeface="Segoe UI"/>
                <a:cs typeface="Segoe UI"/>
              </a:rPr>
              <a:t> </a:t>
            </a:r>
            <a:r>
              <a:rPr lang="en-US" sz="2800" err="1">
                <a:latin typeface="Segoe UI"/>
                <a:cs typeface="Segoe UI"/>
              </a:rPr>
              <a:t>aakkuvaan</a:t>
            </a:r>
            <a:r>
              <a:rPr lang="en-US" sz="2800">
                <a:latin typeface="Segoe UI"/>
                <a:cs typeface="Segoe UI"/>
              </a:rPr>
              <a:t> </a:t>
            </a:r>
            <a:r>
              <a:rPr lang="en-US" sz="2800" dirty="0" err="1">
                <a:latin typeface="Segoe UI"/>
                <a:cs typeface="Segoe UI"/>
              </a:rPr>
              <a:t>thannarulhke</a:t>
            </a:r>
            <a:r>
              <a:rPr lang="en-US" sz="2800">
                <a:latin typeface="Segoe UI"/>
                <a:cs typeface="Segoe UI"/>
              </a:rPr>
              <a:t> </a:t>
            </a:r>
            <a:endParaRPr lang="en-US" sz="2600">
              <a:latin typeface="Segoe UI"/>
              <a:cs typeface="Segoe UI"/>
            </a:endParaRPr>
          </a:p>
        </p:txBody>
      </p:sp>
      <p:sp>
        <p:nvSpPr>
          <p:cNvPr id="5" name="Rectangle 4">
            <a:extLst>
              <a:ext uri="{FF2B5EF4-FFF2-40B4-BE49-F238E27FC236}">
                <a16:creationId xmlns:a16="http://schemas.microsoft.com/office/drawing/2014/main" id="{51E8DAD9-47EC-6077-F2B3-DC7D04D08C6D}"/>
              </a:ext>
            </a:extLst>
          </p:cNvPr>
          <p:cNvSpPr/>
          <p:nvPr/>
        </p:nvSpPr>
        <p:spPr>
          <a:xfrm>
            <a:off x="258002" y="2659909"/>
            <a:ext cx="8627995" cy="954107"/>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err="1">
                <a:latin typeface="ML-TTKarthika"/>
              </a:rPr>
              <a:t>ssZhta</a:t>
            </a:r>
            <a:r>
              <a:rPr lang="en-US" sz="2800">
                <a:latin typeface="ML-TTKarthika"/>
              </a:rPr>
              <a:t>, \n³ shfn¸mSn³þBßmhn§pw \</a:t>
            </a:r>
            <a:r>
              <a:rPr lang="en-US" sz="2800" err="1">
                <a:latin typeface="ML-TTKarthika"/>
              </a:rPr>
              <a:t>ÂIpsI</a:t>
            </a:r>
            <a:endParaRPr lang="en-US" sz="2800">
              <a:latin typeface="ML-TTKarthika"/>
            </a:endParaRPr>
          </a:p>
          <a:p>
            <a:r>
              <a:rPr lang="en-US" sz="2800">
                <a:latin typeface="ML-TTKarthika"/>
              </a:rPr>
              <a:t>\n³ {]</a:t>
            </a:r>
            <a:r>
              <a:rPr lang="en-US" sz="2800" err="1">
                <a:latin typeface="ML-TTKarthika"/>
              </a:rPr>
              <a:t>Imiw</a:t>
            </a:r>
            <a:r>
              <a:rPr lang="en-US" sz="2800">
                <a:latin typeface="ML-TTKarthika"/>
              </a:rPr>
              <a:t> AhImiwþB¡phm³ </a:t>
            </a:r>
            <a:r>
              <a:rPr lang="en-US" sz="2800" err="1">
                <a:latin typeface="ML-TTKarthika"/>
              </a:rPr>
              <a:t>X¶cpÄtI</a:t>
            </a:r>
            <a:endParaRPr lang="pt-BR" sz="1000">
              <a:latin typeface="ML-TTKarthika"/>
            </a:endParaRPr>
          </a:p>
        </p:txBody>
      </p:sp>
    </p:spTree>
    <p:extLst>
      <p:ext uri="{BB962C8B-B14F-4D97-AF65-F5344CB8AC3E}">
        <p14:creationId xmlns:p14="http://schemas.microsoft.com/office/powerpoint/2010/main" val="32072881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8153C-3765-39B4-94F6-A67F1C7A69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6FA31E-AE92-E6C7-1614-1593706C483B}"/>
              </a:ext>
            </a:extLst>
          </p:cNvPr>
          <p:cNvSpPr>
            <a:spLocks noGrp="1"/>
          </p:cNvSpPr>
          <p:nvPr>
            <p:ph type="title"/>
          </p:nvPr>
        </p:nvSpPr>
        <p:spPr/>
        <p:txBody>
          <a:bodyPr>
            <a:noAutofit/>
          </a:bodyPr>
          <a:lstStyle/>
          <a:p>
            <a:r>
              <a:rPr lang="en-US">
                <a:latin typeface="Segoe UI" panose="020B0502040204020203" pitchFamily="34" charset="0"/>
              </a:rPr>
              <a:t>Holy Communion – Hymn No. 203</a:t>
            </a:r>
          </a:p>
        </p:txBody>
      </p:sp>
      <p:sp>
        <p:nvSpPr>
          <p:cNvPr id="6" name="Slide Number Placeholder 3">
            <a:extLst>
              <a:ext uri="{FF2B5EF4-FFF2-40B4-BE49-F238E27FC236}">
                <a16:creationId xmlns:a16="http://schemas.microsoft.com/office/drawing/2014/main" id="{14F283CC-AB51-9058-6CC2-05CEAB5BCD65}"/>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93</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B621322C-E978-F01B-BABF-F0E9FC8C43C4}"/>
              </a:ext>
            </a:extLst>
          </p:cNvPr>
          <p:cNvSpPr txBox="1"/>
          <p:nvPr/>
        </p:nvSpPr>
        <p:spPr>
          <a:xfrm>
            <a:off x="7068968" y="4835724"/>
            <a:ext cx="2070847" cy="307777"/>
          </a:xfrm>
          <a:prstGeom prst="rect">
            <a:avLst/>
          </a:prstGeom>
          <a:noFill/>
        </p:spPr>
        <p:txBody>
          <a:bodyPr wrap="square" lIns="91440" tIns="45720" rIns="91440" bIns="45720" anchor="t">
            <a:spAutoFit/>
          </a:bodyPr>
          <a:lstStyle/>
          <a:p>
            <a:pPr algn="r" defTabSz="457178">
              <a:defRPr/>
            </a:pPr>
            <a:r>
              <a:rPr lang="en-US" sz="1400">
                <a:solidFill>
                  <a:prstClr val="black"/>
                </a:solidFill>
                <a:latin typeface="Segoe UI"/>
                <a:cs typeface="Segoe UI"/>
              </a:rPr>
              <a:t>Communion 6: 14 of 14</a:t>
            </a:r>
          </a:p>
        </p:txBody>
      </p:sp>
      <p:sp>
        <p:nvSpPr>
          <p:cNvPr id="3" name="Rectangle 2">
            <a:extLst>
              <a:ext uri="{FF2B5EF4-FFF2-40B4-BE49-F238E27FC236}">
                <a16:creationId xmlns:a16="http://schemas.microsoft.com/office/drawing/2014/main" id="{88AC704C-25F4-FBBF-840F-163E6AF5B338}"/>
              </a:ext>
            </a:extLst>
          </p:cNvPr>
          <p:cNvSpPr/>
          <p:nvPr/>
        </p:nvSpPr>
        <p:spPr>
          <a:xfrm>
            <a:off x="401841" y="601980"/>
            <a:ext cx="8627995" cy="1815882"/>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2800" i="1" err="1">
                <a:latin typeface="Segoe UI"/>
                <a:cs typeface="Segoe UI"/>
              </a:rPr>
              <a:t>daiva</a:t>
            </a:r>
            <a:r>
              <a:rPr lang="en-US" sz="2800" i="1">
                <a:latin typeface="Segoe UI"/>
                <a:cs typeface="Segoe UI"/>
              </a:rPr>
              <a:t> </a:t>
            </a:r>
            <a:r>
              <a:rPr lang="en-US" sz="2800" i="1" err="1">
                <a:latin typeface="Segoe UI"/>
                <a:cs typeface="Segoe UI"/>
              </a:rPr>
              <a:t>njaanam</a:t>
            </a:r>
            <a:r>
              <a:rPr lang="en-US" sz="2800" i="1">
                <a:latin typeface="Segoe UI"/>
                <a:cs typeface="Segoe UI"/>
              </a:rPr>
              <a:t> </a:t>
            </a:r>
            <a:r>
              <a:rPr lang="en-US" sz="2800" i="1" err="1">
                <a:latin typeface="Segoe UI"/>
                <a:cs typeface="Segoe UI"/>
              </a:rPr>
              <a:t>shreshta</a:t>
            </a:r>
            <a:r>
              <a:rPr lang="en-US" sz="2800" i="1">
                <a:latin typeface="Segoe UI"/>
                <a:cs typeface="Segoe UI"/>
              </a:rPr>
              <a:t> </a:t>
            </a:r>
            <a:r>
              <a:rPr lang="en-US" sz="2800" i="1" err="1">
                <a:latin typeface="Segoe UI"/>
                <a:cs typeface="Segoe UI"/>
              </a:rPr>
              <a:t>daanam</a:t>
            </a:r>
            <a:r>
              <a:rPr lang="en-US" sz="2800" i="1">
                <a:latin typeface="Segoe UI"/>
                <a:cs typeface="Segoe UI"/>
              </a:rPr>
              <a:t> </a:t>
            </a:r>
          </a:p>
          <a:p>
            <a:pPr algn="ctr"/>
            <a:r>
              <a:rPr lang="en-US" sz="2800" i="1" err="1">
                <a:latin typeface="Segoe UI"/>
                <a:cs typeface="Segoe UI"/>
              </a:rPr>
              <a:t>bhakthan</a:t>
            </a:r>
            <a:r>
              <a:rPr lang="en-US" sz="2800" i="1">
                <a:latin typeface="Segoe UI"/>
                <a:cs typeface="Segoe UI"/>
              </a:rPr>
              <a:t> </a:t>
            </a:r>
            <a:r>
              <a:rPr lang="en-US" sz="2800" i="1" err="1">
                <a:latin typeface="Segoe UI"/>
                <a:cs typeface="Segoe UI"/>
              </a:rPr>
              <a:t>sathya</a:t>
            </a:r>
            <a:r>
              <a:rPr lang="en-US" sz="2800" i="1">
                <a:latin typeface="Segoe UI"/>
                <a:cs typeface="Segoe UI"/>
              </a:rPr>
              <a:t> </a:t>
            </a:r>
            <a:r>
              <a:rPr lang="en-US" sz="2800" i="1" err="1">
                <a:latin typeface="Segoe UI"/>
                <a:cs typeface="Segoe UI"/>
              </a:rPr>
              <a:t>sampaththum</a:t>
            </a:r>
            <a:r>
              <a:rPr lang="en-US" sz="2800" i="1">
                <a:latin typeface="Segoe UI"/>
                <a:cs typeface="Segoe UI"/>
              </a:rPr>
              <a:t> </a:t>
            </a:r>
          </a:p>
          <a:p>
            <a:pPr algn="ctr"/>
            <a:r>
              <a:rPr lang="en-US" sz="2800" i="1" err="1">
                <a:latin typeface="Segoe UI"/>
                <a:cs typeface="Segoe UI"/>
              </a:rPr>
              <a:t>vaanchikkenham</a:t>
            </a:r>
            <a:r>
              <a:rPr lang="en-US" sz="2800" i="1">
                <a:latin typeface="Segoe UI"/>
                <a:cs typeface="Segoe UI"/>
              </a:rPr>
              <a:t> </a:t>
            </a:r>
            <a:r>
              <a:rPr lang="en-US" sz="2800" i="1" err="1">
                <a:latin typeface="Segoe UI"/>
                <a:cs typeface="Segoe UI"/>
              </a:rPr>
              <a:t>kenchidenham</a:t>
            </a:r>
            <a:r>
              <a:rPr lang="en-US" sz="2800" i="1">
                <a:latin typeface="Segoe UI"/>
                <a:cs typeface="Segoe UI"/>
              </a:rPr>
              <a:t> </a:t>
            </a:r>
          </a:p>
          <a:p>
            <a:pPr algn="ctr"/>
            <a:r>
              <a:rPr lang="en-US" sz="2800" i="1" err="1">
                <a:latin typeface="Segoe UI"/>
                <a:cs typeface="Segoe UI"/>
              </a:rPr>
              <a:t>kristhuvinkal</a:t>
            </a:r>
            <a:r>
              <a:rPr lang="en-US" sz="2800" i="1">
                <a:latin typeface="Segoe UI"/>
                <a:cs typeface="Segoe UI"/>
              </a:rPr>
              <a:t> </a:t>
            </a:r>
            <a:r>
              <a:rPr lang="en-US" sz="2800" i="1" err="1">
                <a:latin typeface="Segoe UI"/>
                <a:cs typeface="Segoe UI"/>
              </a:rPr>
              <a:t>kandeththum</a:t>
            </a:r>
            <a:r>
              <a:rPr lang="en-US" sz="2800" i="1">
                <a:latin typeface="Segoe UI"/>
                <a:cs typeface="Segoe UI"/>
              </a:rPr>
              <a:t> </a:t>
            </a:r>
            <a:endParaRPr lang="en-US" sz="2600" i="1">
              <a:latin typeface="Segoe UI"/>
              <a:cs typeface="Segoe UI"/>
            </a:endParaRPr>
          </a:p>
        </p:txBody>
      </p:sp>
      <p:sp>
        <p:nvSpPr>
          <p:cNvPr id="5" name="Rectangle 4">
            <a:extLst>
              <a:ext uri="{FF2B5EF4-FFF2-40B4-BE49-F238E27FC236}">
                <a16:creationId xmlns:a16="http://schemas.microsoft.com/office/drawing/2014/main" id="{EAAC5717-FA34-1B7D-E876-2ADD6F79E3BC}"/>
              </a:ext>
            </a:extLst>
          </p:cNvPr>
          <p:cNvSpPr/>
          <p:nvPr/>
        </p:nvSpPr>
        <p:spPr>
          <a:xfrm>
            <a:off x="401840" y="2536090"/>
            <a:ext cx="8627995" cy="1969770"/>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pt-BR" sz="2800" i="1">
                <a:latin typeface="ML-TTKarthika"/>
              </a:rPr>
              <a:t>ssZhÚm\w t{ijvTZm\w</a:t>
            </a:r>
          </a:p>
          <a:p>
            <a:pPr algn="ctr"/>
            <a:r>
              <a:rPr lang="pt-BR" sz="2800" i="1">
                <a:latin typeface="ML-TTKarthika"/>
              </a:rPr>
              <a:t>`à³ kXyk¼¯pw</a:t>
            </a:r>
          </a:p>
          <a:p>
            <a:pPr algn="ctr"/>
            <a:r>
              <a:rPr lang="pt-BR" sz="2800" i="1">
                <a:latin typeface="ML-TTKarthika"/>
              </a:rPr>
              <a:t>hmRvOnt¡Ww, sI©ntSWw</a:t>
            </a:r>
          </a:p>
          <a:p>
            <a:pPr algn="ctr"/>
            <a:r>
              <a:rPr lang="pt-BR" sz="2800" i="1">
                <a:latin typeface="ML-TTKarthika"/>
              </a:rPr>
              <a:t>{InkvXphn¦Â I¬sS¯pw.</a:t>
            </a:r>
          </a:p>
          <a:p>
            <a:endParaRPr lang="pt-BR" sz="1000">
              <a:highlight>
                <a:srgbClr val="FFFF00"/>
              </a:highlight>
              <a:latin typeface="ML-TTKarthika"/>
            </a:endParaRPr>
          </a:p>
        </p:txBody>
      </p:sp>
    </p:spTree>
    <p:extLst>
      <p:ext uri="{BB962C8B-B14F-4D97-AF65-F5344CB8AC3E}">
        <p14:creationId xmlns:p14="http://schemas.microsoft.com/office/powerpoint/2010/main" val="384196280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A03D52CF-E261-624A-BC5A-964DA31E576D}"/>
              </a:ext>
            </a:extLst>
          </p:cNvPr>
          <p:cNvSpPr txBox="1">
            <a:spLocks/>
          </p:cNvSpPr>
          <p:nvPr/>
        </p:nvSpPr>
        <p:spPr>
          <a:xfrm>
            <a:off x="973756" y="1615256"/>
            <a:ext cx="6858100" cy="1912987"/>
          </a:xfrm>
          <a:prstGeom prst="rect">
            <a:avLst/>
          </a:prstGeom>
          <a:noFill/>
          <a:ln>
            <a:noFill/>
          </a:ln>
        </p:spPr>
        <p:txBody>
          <a:bodyPr lIns="91440" tIns="45720" rIns="91440" bIns="45720"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tabLst>
                <a:tab pos="1423952" algn="l"/>
              </a:tabLst>
              <a:defRPr/>
            </a:pPr>
            <a:r>
              <a:rPr kumimoji="0" lang="en-US" sz="6000" b="1" i="0" u="none" strike="noStrike" kern="1200" cap="none" spc="0" normalizeH="0" baseline="0" noProof="0">
                <a:ln>
                  <a:noFill/>
                </a:ln>
                <a:effectLst>
                  <a:outerShdw blurRad="38100" dist="38100" dir="2700000" algn="tl">
                    <a:srgbClr val="000000">
                      <a:alpha val="43137"/>
                    </a:srgbClr>
                  </a:outerShdw>
                </a:effectLst>
                <a:uLnTx/>
                <a:uFillTx/>
                <a:latin typeface="Gabriola"/>
              </a:rPr>
              <a:t>Closing Hymn</a:t>
            </a:r>
            <a:r>
              <a:rPr lang="en-US" sz="6000" b="1">
                <a:effectLst>
                  <a:outerShdw blurRad="38100" dist="38100" dir="2700000" algn="tl">
                    <a:srgbClr val="000000">
                      <a:alpha val="43137"/>
                    </a:srgbClr>
                  </a:outerShdw>
                </a:effectLst>
                <a:latin typeface="Gabriola"/>
              </a:rPr>
              <a:t> </a:t>
            </a:r>
          </a:p>
          <a:p>
            <a:pPr marL="0" indent="0" algn="ctr">
              <a:buNone/>
              <a:tabLst>
                <a:tab pos="1423952" algn="l"/>
              </a:tabLst>
              <a:defRPr/>
            </a:pPr>
            <a:r>
              <a:rPr kumimoji="0" lang="en-US" sz="6000" i="0" u="none" strike="noStrike" kern="1200" cap="none" spc="0" normalizeH="0" baseline="0" noProof="0">
                <a:ln>
                  <a:noFill/>
                </a:ln>
                <a:solidFill>
                  <a:prstClr val="black"/>
                </a:solidFill>
                <a:effectLst/>
                <a:uLnTx/>
                <a:uFillTx/>
                <a:latin typeface="Gabriola" pitchFamily="82" charset="0"/>
                <a:ea typeface="+mn-ea"/>
                <a:cs typeface="+mn-cs"/>
              </a:rPr>
              <a:t>Doxology I</a:t>
            </a:r>
            <a:endParaRPr kumimoji="0" lang="en-US" sz="6000" i="0" u="none" strike="noStrike" kern="1200" cap="none" spc="0" normalizeH="0" baseline="0" noProof="0">
              <a:ln>
                <a:noFill/>
              </a:ln>
              <a:effectLst>
                <a:outerShdw blurRad="38100" dist="38100" dir="2700000" algn="tl">
                  <a:srgbClr val="000000">
                    <a:alpha val="43137"/>
                  </a:srgbClr>
                </a:outerShdw>
              </a:effectLst>
              <a:uLnTx/>
              <a:uFillTx/>
              <a:latin typeface="Gabriola"/>
            </a:endParaRPr>
          </a:p>
        </p:txBody>
      </p:sp>
    </p:spTree>
    <p:extLst>
      <p:ext uri="{BB962C8B-B14F-4D97-AF65-F5344CB8AC3E}">
        <p14:creationId xmlns:p14="http://schemas.microsoft.com/office/powerpoint/2010/main" val="264669818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0EDBA-98A6-F1DC-2FBA-2FAFF74C33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3C6BEB-C3C6-C44E-CCA6-FA4251F664E3}"/>
              </a:ext>
            </a:extLst>
          </p:cNvPr>
          <p:cNvSpPr>
            <a:spLocks noGrp="1"/>
          </p:cNvSpPr>
          <p:nvPr>
            <p:ph type="title"/>
          </p:nvPr>
        </p:nvSpPr>
        <p:spPr/>
        <p:txBody>
          <a:bodyPr>
            <a:noAutofit/>
          </a:bodyPr>
          <a:lstStyle/>
          <a:p>
            <a:r>
              <a:rPr lang="en-SG">
                <a:latin typeface="Segoe UI" panose="020B0502040204020203" pitchFamily="34" charset="0"/>
                <a:cs typeface="Segoe UI" panose="020B0502040204020203" pitchFamily="34" charset="0"/>
              </a:rPr>
              <a:t>Closing Hymn – Doxology I</a:t>
            </a:r>
            <a:endParaRPr lang="en-US">
              <a:latin typeface="Segoe UI" panose="020B0502040204020203" pitchFamily="34" charset="0"/>
              <a:cs typeface="Segoe UI" panose="020B0502040204020203" pitchFamily="34" charset="0"/>
            </a:endParaRPr>
          </a:p>
        </p:txBody>
      </p:sp>
      <p:sp>
        <p:nvSpPr>
          <p:cNvPr id="6" name="Slide Number Placeholder 3">
            <a:extLst>
              <a:ext uri="{FF2B5EF4-FFF2-40B4-BE49-F238E27FC236}">
                <a16:creationId xmlns:a16="http://schemas.microsoft.com/office/drawing/2014/main" id="{B56BFFFC-A89D-E303-EA68-94E0C1D99801}"/>
              </a:ext>
            </a:extLst>
          </p:cNvPr>
          <p:cNvSpPr txBox="1">
            <a:spLocks/>
          </p:cNvSpPr>
          <p:nvPr/>
        </p:nvSpPr>
        <p:spPr>
          <a:xfrm>
            <a:off x="8534400" y="13609"/>
            <a:ext cx="609600" cy="34834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457178">
              <a:defRPr/>
            </a:pPr>
            <a:fld id="{61572416-2890-4130-B3A5-BF0B00B97382}" type="slidenum">
              <a:rPr lang="en-US" sz="1400">
                <a:solidFill>
                  <a:srgbClr val="FFFF00"/>
                </a:solidFill>
                <a:latin typeface="Segoe UI" panose="020B0502040204020203" pitchFamily="34" charset="0"/>
                <a:cs typeface="Segoe UI" panose="020B0502040204020203" pitchFamily="34" charset="0"/>
              </a:rPr>
              <a:pPr algn="r" defTabSz="457178">
                <a:defRPr/>
              </a:pPr>
              <a:t>95</a:t>
            </a:fld>
            <a:endParaRPr lang="en-US" sz="1400">
              <a:solidFill>
                <a:srgbClr val="FFFF00"/>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000C7B14-A3FF-EB74-3B0F-E6394D2682B1}"/>
              </a:ext>
            </a:extLst>
          </p:cNvPr>
          <p:cNvSpPr txBox="1"/>
          <p:nvPr/>
        </p:nvSpPr>
        <p:spPr>
          <a:xfrm>
            <a:off x="7068968" y="4835724"/>
            <a:ext cx="2070847" cy="307777"/>
          </a:xfrm>
          <a:prstGeom prst="rect">
            <a:avLst/>
          </a:prstGeom>
          <a:noFill/>
        </p:spPr>
        <p:txBody>
          <a:bodyPr wrap="square">
            <a:spAutoFit/>
          </a:bodyPr>
          <a:lstStyle/>
          <a:p>
            <a:pPr algn="r" defTabSz="457178">
              <a:defRPr/>
            </a:pPr>
            <a:r>
              <a:rPr lang="en-US" sz="1400">
                <a:solidFill>
                  <a:prstClr val="black"/>
                </a:solidFill>
                <a:latin typeface="Segoe UI" panose="020B0502040204020203" pitchFamily="34" charset="0"/>
                <a:cs typeface="Segoe UI" panose="020B0502040204020203" pitchFamily="34" charset="0"/>
              </a:rPr>
              <a:t>Closing: 1 of 1</a:t>
            </a:r>
          </a:p>
        </p:txBody>
      </p:sp>
      <p:sp>
        <p:nvSpPr>
          <p:cNvPr id="5" name="Rectangle 4">
            <a:extLst>
              <a:ext uri="{FF2B5EF4-FFF2-40B4-BE49-F238E27FC236}">
                <a16:creationId xmlns:a16="http://schemas.microsoft.com/office/drawing/2014/main" id="{3DD7E497-16E3-4D0B-D67F-B0783CD0DB3A}"/>
              </a:ext>
            </a:extLst>
          </p:cNvPr>
          <p:cNvSpPr/>
          <p:nvPr/>
        </p:nvSpPr>
        <p:spPr>
          <a:xfrm>
            <a:off x="914976" y="607627"/>
            <a:ext cx="7305674" cy="1815882"/>
          </a:xfrm>
          <a:prstGeom prst="rect">
            <a:avLst/>
          </a:prstGeom>
        </p:spPr>
        <p:txBody>
          <a:bodyPr wrap="square" lIns="91440" tIns="45720" rIns="91440" bIns="4572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2800" dirty="0" err="1">
                <a:latin typeface="Segoe UI"/>
                <a:cs typeface="Segoe UI"/>
              </a:rPr>
              <a:t>ennekkum</a:t>
            </a:r>
            <a:r>
              <a:rPr lang="en-US" sz="2800" dirty="0">
                <a:latin typeface="Segoe UI"/>
                <a:cs typeface="Segoe UI"/>
              </a:rPr>
              <a:t> </a:t>
            </a:r>
            <a:r>
              <a:rPr lang="en-US" sz="2800" dirty="0" err="1">
                <a:latin typeface="Segoe UI"/>
                <a:cs typeface="Segoe UI"/>
              </a:rPr>
              <a:t>mahathwam</a:t>
            </a:r>
            <a:r>
              <a:rPr lang="en-US" sz="2800" dirty="0">
                <a:latin typeface="Segoe UI"/>
                <a:cs typeface="Segoe UI"/>
              </a:rPr>
              <a:t>, eka </a:t>
            </a:r>
            <a:r>
              <a:rPr lang="en-US" sz="2800" dirty="0" err="1">
                <a:latin typeface="Segoe UI"/>
                <a:cs typeface="Segoe UI"/>
              </a:rPr>
              <a:t>pitha</a:t>
            </a:r>
            <a:endParaRPr lang="en-US" sz="2800" dirty="0">
              <a:latin typeface="Segoe UI"/>
              <a:cs typeface="Segoe UI"/>
            </a:endParaRPr>
          </a:p>
          <a:p>
            <a:pPr algn="ctr"/>
            <a:r>
              <a:rPr lang="en-US" sz="2800" dirty="0" err="1">
                <a:latin typeface="Segoe UI"/>
                <a:cs typeface="Segoe UI"/>
              </a:rPr>
              <a:t>ennekkum</a:t>
            </a:r>
            <a:r>
              <a:rPr lang="en-US" sz="2800" dirty="0">
                <a:latin typeface="Segoe UI"/>
                <a:cs typeface="Segoe UI"/>
              </a:rPr>
              <a:t> </a:t>
            </a:r>
            <a:r>
              <a:rPr lang="en-US" sz="2800" dirty="0" err="1">
                <a:latin typeface="Segoe UI"/>
                <a:cs typeface="Segoe UI"/>
              </a:rPr>
              <a:t>mahathwam</a:t>
            </a:r>
            <a:r>
              <a:rPr lang="en-US" sz="2800" dirty="0">
                <a:latin typeface="Segoe UI"/>
                <a:cs typeface="Segoe UI"/>
              </a:rPr>
              <a:t>, eka </a:t>
            </a:r>
            <a:r>
              <a:rPr lang="en-US" sz="2800" dirty="0" err="1">
                <a:latin typeface="Segoe UI"/>
                <a:cs typeface="Segoe UI"/>
              </a:rPr>
              <a:t>sutha</a:t>
            </a:r>
            <a:endParaRPr lang="en-US" sz="2800" dirty="0">
              <a:latin typeface="Segoe UI"/>
              <a:cs typeface="Segoe UI"/>
            </a:endParaRPr>
          </a:p>
          <a:p>
            <a:pPr algn="ctr"/>
            <a:r>
              <a:rPr lang="en-US" sz="2800" dirty="0" err="1">
                <a:latin typeface="Segoe UI"/>
                <a:cs typeface="Segoe UI"/>
              </a:rPr>
              <a:t>ennum</a:t>
            </a:r>
            <a:r>
              <a:rPr lang="en-US" sz="2800" dirty="0">
                <a:latin typeface="Segoe UI"/>
                <a:cs typeface="Segoe UI"/>
              </a:rPr>
              <a:t> </a:t>
            </a:r>
            <a:r>
              <a:rPr lang="en-US" sz="2800" dirty="0" err="1">
                <a:latin typeface="Segoe UI"/>
                <a:cs typeface="Segoe UI"/>
              </a:rPr>
              <a:t>ennekkume</a:t>
            </a:r>
            <a:r>
              <a:rPr lang="en-US" sz="2800" dirty="0">
                <a:latin typeface="Segoe UI"/>
                <a:cs typeface="Segoe UI"/>
              </a:rPr>
              <a:t>, </a:t>
            </a:r>
            <a:r>
              <a:rPr lang="en-US" sz="2800" dirty="0" err="1">
                <a:latin typeface="Segoe UI"/>
                <a:cs typeface="Segoe UI"/>
              </a:rPr>
              <a:t>evam</a:t>
            </a:r>
            <a:r>
              <a:rPr lang="en-US" sz="2800" dirty="0">
                <a:latin typeface="Segoe UI"/>
                <a:cs typeface="Segoe UI"/>
              </a:rPr>
              <a:t> </a:t>
            </a:r>
            <a:r>
              <a:rPr lang="en-US" sz="2800" dirty="0" err="1">
                <a:latin typeface="Segoe UI"/>
                <a:cs typeface="Segoe UI"/>
              </a:rPr>
              <a:t>bhavikkatte</a:t>
            </a:r>
            <a:endParaRPr lang="en-US" sz="2800" dirty="0">
              <a:latin typeface="Segoe UI"/>
              <a:cs typeface="Segoe UI"/>
            </a:endParaRPr>
          </a:p>
          <a:p>
            <a:pPr algn="ctr"/>
            <a:r>
              <a:rPr lang="en-US" sz="2800" dirty="0">
                <a:latin typeface="Segoe UI"/>
                <a:cs typeface="Segoe UI"/>
              </a:rPr>
              <a:t>ek-</a:t>
            </a:r>
            <a:r>
              <a:rPr lang="en-US" sz="2800" dirty="0" err="1">
                <a:latin typeface="Segoe UI"/>
                <a:cs typeface="Segoe UI"/>
              </a:rPr>
              <a:t>aathmaav</a:t>
            </a:r>
            <a:r>
              <a:rPr lang="en-US" sz="2800" dirty="0">
                <a:latin typeface="Segoe UI"/>
                <a:cs typeface="Segoe UI"/>
              </a:rPr>
              <a:t>-</a:t>
            </a:r>
            <a:r>
              <a:rPr lang="en-US" sz="2800" dirty="0" err="1">
                <a:latin typeface="Segoe UI"/>
                <a:cs typeface="Segoe UI"/>
              </a:rPr>
              <a:t>aayonnum</a:t>
            </a:r>
            <a:r>
              <a:rPr lang="en-US" sz="2800" dirty="0">
                <a:latin typeface="Segoe UI"/>
                <a:cs typeface="Segoe UI"/>
              </a:rPr>
              <a:t> </a:t>
            </a:r>
            <a:r>
              <a:rPr lang="en-US" sz="2800" dirty="0" err="1">
                <a:latin typeface="Segoe UI"/>
                <a:cs typeface="Segoe UI"/>
              </a:rPr>
              <a:t>ettham</a:t>
            </a:r>
            <a:r>
              <a:rPr lang="en-US" sz="2800" dirty="0">
                <a:latin typeface="Segoe UI"/>
                <a:cs typeface="Segoe UI"/>
              </a:rPr>
              <a:t> </a:t>
            </a:r>
            <a:r>
              <a:rPr lang="en-US" sz="2800" dirty="0" err="1">
                <a:latin typeface="Segoe UI"/>
                <a:cs typeface="Segoe UI"/>
              </a:rPr>
              <a:t>sthuthi</a:t>
            </a:r>
            <a:endParaRPr lang="en-US" sz="2800" dirty="0">
              <a:latin typeface="Segoe UI"/>
              <a:cs typeface="Segoe UI"/>
            </a:endParaRPr>
          </a:p>
        </p:txBody>
      </p:sp>
      <p:sp>
        <p:nvSpPr>
          <p:cNvPr id="11" name="TextBox 4">
            <a:extLst>
              <a:ext uri="{FF2B5EF4-FFF2-40B4-BE49-F238E27FC236}">
                <a16:creationId xmlns:a16="http://schemas.microsoft.com/office/drawing/2014/main" id="{112E09B5-E893-4800-2C09-D538794564EC}"/>
              </a:ext>
            </a:extLst>
          </p:cNvPr>
          <p:cNvSpPr txBox="1"/>
          <p:nvPr/>
        </p:nvSpPr>
        <p:spPr>
          <a:xfrm>
            <a:off x="1353883" y="2531459"/>
            <a:ext cx="6427859" cy="2100575"/>
          </a:xfrm>
          <a:prstGeom prst="rect">
            <a:avLst/>
          </a:prstGeom>
          <a:noFill/>
        </p:spPr>
        <p:txBody>
          <a:bodyPr wrap="square" rtlCol="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lnSpc>
                <a:spcPct val="150000"/>
              </a:lnSpc>
            </a:pPr>
            <a:r>
              <a:rPr lang="ml-IN" sz="2200">
                <a:latin typeface="ML-TTKarthika" panose="04000000000000000000" pitchFamily="82" charset="0"/>
              </a:rPr>
              <a:t>എന്നേക്കും മഹത്വം, ഏക പിതാ </a:t>
            </a:r>
          </a:p>
          <a:p>
            <a:pPr algn="ctr">
              <a:lnSpc>
                <a:spcPct val="150000"/>
              </a:lnSpc>
            </a:pPr>
            <a:r>
              <a:rPr lang="ml-IN" sz="2200">
                <a:latin typeface="ML-TTKarthika" panose="04000000000000000000" pitchFamily="82" charset="0"/>
              </a:rPr>
              <a:t>എന്നേക്കും മഹത്വം, ഏക സുതാ</a:t>
            </a:r>
          </a:p>
          <a:p>
            <a:pPr algn="ctr">
              <a:lnSpc>
                <a:spcPct val="150000"/>
              </a:lnSpc>
            </a:pPr>
            <a:r>
              <a:rPr lang="ml-IN" sz="2200">
                <a:latin typeface="ML-TTKarthika" panose="04000000000000000000" pitchFamily="82" charset="0"/>
              </a:rPr>
              <a:t>എന്നും എന്നേക്കുമേ, ഏവം ഭവിക്കട്ടെ </a:t>
            </a:r>
          </a:p>
          <a:p>
            <a:pPr algn="ctr">
              <a:lnSpc>
                <a:spcPct val="150000"/>
              </a:lnSpc>
            </a:pPr>
            <a:r>
              <a:rPr lang="ml-IN" sz="2200">
                <a:effectLst/>
                <a:latin typeface="Noto Sans Malayalam"/>
              </a:rPr>
              <a:t>ഏകാത്മാവായൊന്നും</a:t>
            </a:r>
            <a:r>
              <a:rPr lang="ml-IN" sz="2200">
                <a:latin typeface="ML-TTKarthika" panose="04000000000000000000" pitchFamily="82" charset="0"/>
              </a:rPr>
              <a:t> ഏറ്റം സ്തുതി </a:t>
            </a:r>
            <a:endParaRPr lang="en-US" sz="2200">
              <a:latin typeface="ML-TTKarthika" panose="04000000000000000000" pitchFamily="82" charset="0"/>
            </a:endParaRPr>
          </a:p>
        </p:txBody>
      </p:sp>
    </p:spTree>
    <p:extLst>
      <p:ext uri="{BB962C8B-B14F-4D97-AF65-F5344CB8AC3E}">
        <p14:creationId xmlns:p14="http://schemas.microsoft.com/office/powerpoint/2010/main" val="348929790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E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g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EBAQEBAQEBAQEBAQEBAQIAAAAAAAAAAwAAAAMAAAAA/////wQAPwwAAAAAAAAAAAAAIAD///////////////8AAAD///////////////8DAAAAAwD///////8DAAAAAwD///////////////////////////////////////////////////////////////////////////////////////////////////////////////////////////////////////////////////////////////////////////////////////////////////////////////////////////////////////////////////////////////////////////////////////////////////////////////////////////////////////////////////////////////////////////////////////////////////////////////////////////////////////////////////////////////////////////////////////////////8BACAA////////////////AAAO////////AwAAAAIA////////////////////////////////////////////////////////////////////////////////////////////////////////////////////////////////////////////////////////////////////////////////////////////////////////////////////////////////////////////////////////////////////////////////////////////////////////////////////////////////////////////////////////////////////////////////////////////////////////////////////////////////////////////////////////////////////////////////////////////////////////////////////////AgABAP///////wQAAAACABAAC6dBBeSu/ChDoQm/xOTgfAsFAAAAAAADAAAAAwADAAAAAQADAAIA////////BAAAAAMAEAALUgxNcRTWykmGVx4BBhARQwUAAAABAAMAAAAAAAMAAAACAAMAAAAAAP///////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EACwMAAAAAAAAAAAAACAB////////////////AAAA////////////////BAAAAAMA////////////////////////////////////////////////////////////////////////////////////////////////////////////////////////////////////////////////////////////////////////////////////////////////////////////////////////////////////////////////////////////////////////////////////////////////////////////////////////////////////////////////////////////////////////////////////////////////////////////////////////////////////////////////////////////////////////////////////////////////////////////////AQAgAf///////////////wAADv///////wQAAAACAP///////////////////////////////////////////////////////////////////////////////////////////////////////////////////////////////////////////////////////////////////////////////////////////////////////////////////////////////////////////////////////////////////////////////////////////////////////////////////////////////////////////////////////////////////////////////////////////////////////////////////////////////////////////////////////////////////////////////////////////////////////////////////////wIAAQEDAAAAAgD///////8aAAZMaW5rZWRTaGFwZXNEYXRhUHJvcGVydHlfMAUAAAAAAAQAAAADAAQAAAABAAMAAQEDAAAAAwD///////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gC3DgAAAAAAAAAAAAD/////gwCDAAAABV9pZAAQAAAABKdBBeSu/ChDoQm/xOTgfAsDRGF0YQAbAAAABExpbmtlZFNoYXBlRGF0YQAFAAAAAAACTmFtZQAZAAAATGlua2VkU2hhcGVzRGF0YVByb3BlcnR5ABBWZXJzaW9uAAAAAAAJTGFzdFdyaXRlAPX7JeOKAQAAAAEA/////50AnQAAAAVfaWQAEAAAAARSDE1xFNbKSYZXHgEGEBFDA0RhdGEAKgAAAAhQcmVzZW50YXRpb25TY2FubmVkRm9yTGlua2VkU2hhcGVzAAEAAk5hbWUAJAAAAExpbmtlZFNoYXBlUHJlc2VudGF0aW9uU2V0dGluZ3NEYXRhABBWZXJzaW9uAAAAAAAJTGFzdFdyaXRlAIH8JeOK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B_LENGTH" val="24576"/>
</p:tagLst>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6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6006a9c5-d130-408c-bc8e-3b5ecdb17aa0}" enabled="1" method="Standard" siteId="{8d4b558f-7b2e-40ba-ad1f-e04d79e6265a}" removed="0"/>
</clbl:labelList>
</file>

<file path=docProps/app.xml><?xml version="1.0" encoding="utf-8"?>
<Properties xmlns="http://schemas.openxmlformats.org/officeDocument/2006/extended-properties" xmlns:vt="http://schemas.openxmlformats.org/officeDocument/2006/docPropsVTypes">
  <Template>Office Theme</Template>
  <TotalTime>7</TotalTime>
  <Words>5137</Words>
  <Application>Microsoft Office PowerPoint</Application>
  <PresentationFormat>On-screen Show (16:9)</PresentationFormat>
  <Paragraphs>793</Paragraphs>
  <Slides>95</Slides>
  <Notes>54</Notes>
  <HiddenSlides>0</HiddenSlides>
  <MMClips>0</MMClips>
  <ScaleCrop>false</ScaleCrop>
  <HeadingPairs>
    <vt:vector size="4" baseType="variant">
      <vt:variant>
        <vt:lpstr>Theme</vt:lpstr>
      </vt:variant>
      <vt:variant>
        <vt:i4>3</vt:i4>
      </vt:variant>
      <vt:variant>
        <vt:lpstr>Slide Titles</vt:lpstr>
      </vt:variant>
      <vt:variant>
        <vt:i4>95</vt:i4>
      </vt:variant>
    </vt:vector>
  </HeadingPairs>
  <TitlesOfParts>
    <vt:vector size="98" baseType="lpstr">
      <vt:lpstr>1_Office Theme</vt:lpstr>
      <vt:lpstr>6_Office Theme</vt:lpstr>
      <vt:lpstr>Office 2013 - 2022 Theme</vt:lpstr>
      <vt:lpstr>PowerPoint Presentation</vt:lpstr>
      <vt:lpstr>Opening Song – Hymn No.  86</vt:lpstr>
      <vt:lpstr>Opening Song – Hymn No.  86</vt:lpstr>
      <vt:lpstr>Opening Song – Hymn No.  86</vt:lpstr>
      <vt:lpstr>Opening Song – Hymn No.  86</vt:lpstr>
      <vt:lpstr>Opening Song – Hymn No.  86</vt:lpstr>
      <vt:lpstr>Opening Song – Hymn No.  86</vt:lpstr>
      <vt:lpstr>Opening Song – Hymn No.  86</vt:lpstr>
      <vt:lpstr>Opening Song – Hymn No.  86</vt:lpstr>
      <vt:lpstr>Opening Song – Hymn No.  86</vt:lpstr>
      <vt:lpstr>Opening Song – Hymn No.  86</vt:lpstr>
      <vt:lpstr>Opening Song – Hymn No.  86</vt:lpstr>
      <vt:lpstr>PowerPoint Presentation</vt:lpstr>
      <vt:lpstr>Thanksgiving Prayers – Hymn No 363</vt:lpstr>
      <vt:lpstr>PowerPoint Presentation</vt:lpstr>
      <vt:lpstr>Offertory Hymn- Hymn No. 405</vt:lpstr>
      <vt:lpstr>Offertory Hymn- Hymn No. 405</vt:lpstr>
      <vt:lpstr>Offertory Hymn- Hymn No. 405</vt:lpstr>
      <vt:lpstr>Offertory Hymn- Hymn No. 405</vt:lpstr>
      <vt:lpstr>Offertory Hymn- Hymn No. 405</vt:lpstr>
      <vt:lpstr>Offertory Hymn- Hymn No. 405</vt:lpstr>
      <vt:lpstr>Offertory Hymn- Hymn No. 405</vt:lpstr>
      <vt:lpstr>Offertory Hymn- Hymn No. 405</vt:lpstr>
      <vt:lpstr>Offertory Hymn- Hymn No. 405</vt:lpstr>
      <vt:lpstr>Offertory Hymn- Hymn No. 405</vt:lpstr>
      <vt:lpstr>PowerPoint Presentation</vt:lpstr>
      <vt:lpstr>Sacred Music Sunday: Order Of Worship</vt:lpstr>
      <vt:lpstr>Introductory Prayer</vt:lpstr>
      <vt:lpstr>Thanksgiving Prayer</vt:lpstr>
      <vt:lpstr>Thanksgiving Prayer</vt:lpstr>
      <vt:lpstr>Intercessory Prayer</vt:lpstr>
      <vt:lpstr>Intercessory Prayer</vt:lpstr>
      <vt:lpstr>Intercessory Prayer</vt:lpstr>
      <vt:lpstr>Confession Prayer</vt:lpstr>
      <vt:lpstr>Prayer of Dedication</vt:lpstr>
      <vt:lpstr>Prayer by Choir Member</vt:lpstr>
      <vt:lpstr>Concluding Prayer (Achen)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Confession – Jeevanulla devane varoo</vt:lpstr>
      <vt:lpstr>Confession – Jeevanulla devane varoo</vt:lpstr>
      <vt:lpstr>PowerPoint Presentation</vt:lpstr>
      <vt:lpstr>Holy Communion – Jeevanulla devane varoo</vt:lpstr>
      <vt:lpstr>Holy Communion- Jeevanulla devane varoo</vt:lpstr>
      <vt:lpstr>Holy Communion – Jeevanulla devane varoo</vt:lpstr>
      <vt:lpstr>Holy Communion – Jeevanulla devane varoo</vt:lpstr>
      <vt:lpstr>Holy Communion – Jeevanulla devane varoo</vt:lpstr>
      <vt:lpstr>Holy Communion – Jeevanulla devane varoo</vt:lpstr>
      <vt:lpstr>Holy Communion – Jeevanulla devane varoo</vt:lpstr>
      <vt:lpstr>Holy Communion –  Hymn No 483</vt:lpstr>
      <vt:lpstr>Holy Communion – Hymn No. 483</vt:lpstr>
      <vt:lpstr>Holy Communion – Hymn No. 483</vt:lpstr>
      <vt:lpstr>Holy Communion – Hymn No. 483</vt:lpstr>
      <vt:lpstr>Holy Communion – Hymn No. 483</vt:lpstr>
      <vt:lpstr>Holy Communion –  Njaan paadidum </vt:lpstr>
      <vt:lpstr>Holy Communion – Njaan paadidum en yeshuve</vt:lpstr>
      <vt:lpstr>Holy Communion – Njaan paadidum en yeshuve</vt:lpstr>
      <vt:lpstr>Holy Communion – Njaan paadidum en yeshuve</vt:lpstr>
      <vt:lpstr>Holy Communion – Njaan paadidum en yeshuve</vt:lpstr>
      <vt:lpstr>Holy Communion – Njaan paadidum en yeshuve</vt:lpstr>
      <vt:lpstr>Holy Communion – Hymn No 103</vt:lpstr>
      <vt:lpstr>Holy Communion- Hymn No 103</vt:lpstr>
      <vt:lpstr>Holy Communion- Hymn No 103</vt:lpstr>
      <vt:lpstr>Holy Communion- Hymn No 103</vt:lpstr>
      <vt:lpstr>Holy Communion- Hymn No 103</vt:lpstr>
      <vt:lpstr>Holy Communion- Hymn No 103</vt:lpstr>
      <vt:lpstr>Holy Communion – En yeshu allathenikku</vt:lpstr>
      <vt:lpstr>Holy Communion – En yeshu allathenikku</vt:lpstr>
      <vt:lpstr>Holy Communion – En yeshu allathenikku</vt:lpstr>
      <vt:lpstr>Holy Communion – En yeshu allathenikku</vt:lpstr>
      <vt:lpstr>Holy Communion – Hymn No.  203</vt:lpstr>
      <vt:lpstr>Holy Communion – Hymn No. 203</vt:lpstr>
      <vt:lpstr>Holy Communion – Hymn No. 203</vt:lpstr>
      <vt:lpstr>Holy Communion – Hymn No. 203</vt:lpstr>
      <vt:lpstr>Holy Communion – Hymn No. 203</vt:lpstr>
      <vt:lpstr>Holy Communion – Hymn No. 203</vt:lpstr>
      <vt:lpstr>Holy Communion – Hymn No. 203</vt:lpstr>
      <vt:lpstr>Holy Communion – Hymn No. 203</vt:lpstr>
      <vt:lpstr>Holy Communion – Hymn No. 203</vt:lpstr>
      <vt:lpstr>Holy Communion – Hymn No. 203</vt:lpstr>
      <vt:lpstr>Holy Communion – Hymn No. 203</vt:lpstr>
      <vt:lpstr>Holy Communion – Hymn No. 203</vt:lpstr>
      <vt:lpstr>Holy Communion – Hymn No. 203</vt:lpstr>
      <vt:lpstr>Holy Communion – Hymn No. 203</vt:lpstr>
      <vt:lpstr>Holy Communion – Hymn No. 203</vt:lpstr>
      <vt:lpstr>PowerPoint Presentation</vt:lpstr>
      <vt:lpstr>Closing Hymn – Doxology I</vt:lpstr>
    </vt:vector>
  </TitlesOfParts>
  <Company>ITE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Santhosh JOSEPH (ITE)</dc:creator>
  <cp:lastModifiedBy>arun thomas</cp:lastModifiedBy>
  <cp:revision>4</cp:revision>
  <dcterms:created xsi:type="dcterms:W3CDTF">2020-09-02T02:55:07Z</dcterms:created>
  <dcterms:modified xsi:type="dcterms:W3CDTF">2025-05-30T23:42:36Z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7ce832c-fd95-4339-84d0-00952058857c_Enabled">
    <vt:lpwstr>True</vt:lpwstr>
  </property>
  <property fmtid="{D5CDD505-2E9C-101B-9397-08002B2CF9AE}" pid="3" name="MSIP_Label_47ce832c-fd95-4339-84d0-00952058857c_SiteId">
    <vt:lpwstr>13b42c8c-cbcf-4e3d-9d20-f55b7b5ee3c1</vt:lpwstr>
  </property>
  <property fmtid="{D5CDD505-2E9C-101B-9397-08002B2CF9AE}" pid="4" name="MSIP_Label_47ce832c-fd95-4339-84d0-00952058857c_Owner">
    <vt:lpwstr>Santhosh_Joseph@ite.edu.sg</vt:lpwstr>
  </property>
  <property fmtid="{D5CDD505-2E9C-101B-9397-08002B2CF9AE}" pid="5" name="MSIP_Label_47ce832c-fd95-4339-84d0-00952058857c_SetDate">
    <vt:lpwstr>2020-09-02T02:55:31.4412613Z</vt:lpwstr>
  </property>
  <property fmtid="{D5CDD505-2E9C-101B-9397-08002B2CF9AE}" pid="6" name="MSIP_Label_47ce832c-fd95-4339-84d0-00952058857c_Name">
    <vt:lpwstr>Official (Closed)</vt:lpwstr>
  </property>
  <property fmtid="{D5CDD505-2E9C-101B-9397-08002B2CF9AE}" pid="7" name="MSIP_Label_47ce832c-fd95-4339-84d0-00952058857c_Application">
    <vt:lpwstr>Microsoft Azure Information Protection</vt:lpwstr>
  </property>
  <property fmtid="{D5CDD505-2E9C-101B-9397-08002B2CF9AE}" pid="8" name="MSIP_Label_47ce832c-fd95-4339-84d0-00952058857c_ActionId">
    <vt:lpwstr>8101d916-9275-49eb-bf62-55ac502d45bb</vt:lpwstr>
  </property>
  <property fmtid="{D5CDD505-2E9C-101B-9397-08002B2CF9AE}" pid="9" name="MSIP_Label_47ce832c-fd95-4339-84d0-00952058857c_Extended_MSFT_Method">
    <vt:lpwstr>Automatic</vt:lpwstr>
  </property>
  <property fmtid="{D5CDD505-2E9C-101B-9397-08002B2CF9AE}" pid="10" name="MSIP_Label_0dcf3bf5-ad0e-4c8c-aa2d-c5b4b510dcc6_Enabled">
    <vt:lpwstr>true</vt:lpwstr>
  </property>
  <property fmtid="{D5CDD505-2E9C-101B-9397-08002B2CF9AE}" pid="11" name="MSIP_Label_0dcf3bf5-ad0e-4c8c-aa2d-c5b4b510dcc6_SetDate">
    <vt:lpwstr>2022-03-09T08:58:32Z</vt:lpwstr>
  </property>
  <property fmtid="{D5CDD505-2E9C-101B-9397-08002B2CF9AE}" pid="12" name="MSIP_Label_0dcf3bf5-ad0e-4c8c-aa2d-c5b4b510dcc6_Method">
    <vt:lpwstr>Standard</vt:lpwstr>
  </property>
  <property fmtid="{D5CDD505-2E9C-101B-9397-08002B2CF9AE}" pid="13" name="MSIP_Label_0dcf3bf5-ad0e-4c8c-aa2d-c5b4b510dcc6_Name">
    <vt:lpwstr>0dcf3bf5-ad0e-4c8c-aa2d-c5b4b510dcc6</vt:lpwstr>
  </property>
  <property fmtid="{D5CDD505-2E9C-101B-9397-08002B2CF9AE}" pid="14" name="MSIP_Label_0dcf3bf5-ad0e-4c8c-aa2d-c5b4b510dcc6_SiteId">
    <vt:lpwstr>13b42c8c-cbcf-4e3d-9d20-f55b7b5ee3c1</vt:lpwstr>
  </property>
  <property fmtid="{D5CDD505-2E9C-101B-9397-08002B2CF9AE}" pid="15" name="MSIP_Label_0dcf3bf5-ad0e-4c8c-aa2d-c5b4b510dcc6_ActionId">
    <vt:lpwstr>8101d916-9275-49eb-bf62-55ac502d45bb</vt:lpwstr>
  </property>
  <property fmtid="{D5CDD505-2E9C-101B-9397-08002B2CF9AE}" pid="16" name="MSIP_Label_0dcf3bf5-ad0e-4c8c-aa2d-c5b4b510dcc6_ContentBits">
    <vt:lpwstr>0</vt:lpwstr>
  </property>
  <property fmtid="{D5CDD505-2E9C-101B-9397-08002B2CF9AE}" pid="17" name="ClassificationContentMarkingFooterLocations">
    <vt:lpwstr>Office Theme:8\1_Office Theme:8\2_Office Theme:8\3_Office Theme:8</vt:lpwstr>
  </property>
  <property fmtid="{D5CDD505-2E9C-101B-9397-08002B2CF9AE}" pid="18" name="ClassificationContentMarkingFooterText">
    <vt:lpwstr>Internal</vt:lpwstr>
  </property>
</Properties>
</file>