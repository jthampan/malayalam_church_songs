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3.xml" ContentType="application/vnd.openxmlformats-officedocument.theme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  <p:sldMasterId id="2147483810" r:id="rId2"/>
    <p:sldMasterId id="2147483823" r:id="rId3"/>
    <p:sldMasterId id="2147483838" r:id="rId4"/>
  </p:sldMasterIdLst>
  <p:notesMasterIdLst>
    <p:notesMasterId r:id="rId66"/>
  </p:notesMasterIdLst>
  <p:sldIdLst>
    <p:sldId id="2224" r:id="rId5"/>
    <p:sldId id="511" r:id="rId6"/>
    <p:sldId id="1980" r:id="rId7"/>
    <p:sldId id="2225" r:id="rId8"/>
    <p:sldId id="2226" r:id="rId9"/>
    <p:sldId id="2227" r:id="rId10"/>
    <p:sldId id="952" r:id="rId11"/>
    <p:sldId id="2228" r:id="rId12"/>
    <p:sldId id="439" r:id="rId13"/>
    <p:sldId id="1545" r:id="rId14"/>
    <p:sldId id="2255" r:id="rId15"/>
    <p:sldId id="2237" r:id="rId16"/>
    <p:sldId id="2273" r:id="rId17"/>
    <p:sldId id="2239" r:id="rId18"/>
    <p:sldId id="2274" r:id="rId19"/>
    <p:sldId id="256" r:id="rId20"/>
    <p:sldId id="257" r:id="rId21"/>
    <p:sldId id="258" r:id="rId22"/>
    <p:sldId id="259" r:id="rId23"/>
    <p:sldId id="265" r:id="rId24"/>
    <p:sldId id="261" r:id="rId25"/>
    <p:sldId id="266" r:id="rId26"/>
    <p:sldId id="633" r:id="rId27"/>
    <p:sldId id="1888" r:id="rId28"/>
    <p:sldId id="1539" r:id="rId29"/>
    <p:sldId id="1564" r:id="rId30"/>
    <p:sldId id="2233" r:id="rId31"/>
    <p:sldId id="2235" r:id="rId32"/>
    <p:sldId id="2257" r:id="rId33"/>
    <p:sldId id="2236" r:id="rId34"/>
    <p:sldId id="2241" r:id="rId35"/>
    <p:sldId id="2242" r:id="rId36"/>
    <p:sldId id="2266" r:id="rId37"/>
    <p:sldId id="2267" r:id="rId38"/>
    <p:sldId id="2268" r:id="rId39"/>
    <p:sldId id="2243" r:id="rId40"/>
    <p:sldId id="2244" r:id="rId41"/>
    <p:sldId id="2245" r:id="rId42"/>
    <p:sldId id="2246" r:id="rId43"/>
    <p:sldId id="2247" r:id="rId44"/>
    <p:sldId id="2248" r:id="rId45"/>
    <p:sldId id="2269" r:id="rId46"/>
    <p:sldId id="2270" r:id="rId47"/>
    <p:sldId id="2249" r:id="rId48"/>
    <p:sldId id="2250" r:id="rId49"/>
    <p:sldId id="2259" r:id="rId50"/>
    <p:sldId id="2260" r:id="rId51"/>
    <p:sldId id="2261" r:id="rId52"/>
    <p:sldId id="2251" r:id="rId53"/>
    <p:sldId id="2252" r:id="rId54"/>
    <p:sldId id="2262" r:id="rId55"/>
    <p:sldId id="2263" r:id="rId56"/>
    <p:sldId id="2264" r:id="rId57"/>
    <p:sldId id="2265" r:id="rId58"/>
    <p:sldId id="2275" r:id="rId59"/>
    <p:sldId id="2253" r:id="rId60"/>
    <p:sldId id="2254" r:id="rId61"/>
    <p:sldId id="2271" r:id="rId62"/>
    <p:sldId id="2272" r:id="rId63"/>
    <p:sldId id="1444" r:id="rId64"/>
    <p:sldId id="2231" r:id="rId65"/>
  </p:sldIdLst>
  <p:sldSz cx="9144000" cy="5143500" type="screen16x9"/>
  <p:notesSz cx="6858000" cy="9144000"/>
  <p:custDataLst>
    <p:tags r:id="rId67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5DCF09-FC5E-8246-38A5-7BDD29DA3586}" name="Sherin Sarah Varghese" initials="SSV" userId="dc22cf68baf02303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diti samuel" initials="as" lastIdx="1" clrIdx="0">
    <p:extLst>
      <p:ext uri="{19B8F6BF-5375-455C-9EA6-DF929625EA0E}">
        <p15:presenceInfo xmlns:p15="http://schemas.microsoft.com/office/powerpoint/2012/main" userId="810fea6f6deeb52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AF5F0"/>
    <a:srgbClr val="E8D3D3"/>
    <a:srgbClr val="D1CDC4"/>
    <a:srgbClr val="A78B86"/>
    <a:srgbClr val="FFD9C8"/>
    <a:srgbClr val="C09C6F"/>
    <a:srgbClr val="AACDE2"/>
    <a:srgbClr val="7E5F73"/>
    <a:srgbClr val="800000"/>
    <a:srgbClr val="B381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A37B21-E54F-A5F1-5F7A-0E1A0F94B713}" v="43" dt="2025-04-18T14:22:00.041"/>
    <p1510:client id="{24CA7084-25FB-4B3B-85FF-E749C9ABBD05}" v="515" dt="2025-04-19T07:41:15.147"/>
    <p1510:client id="{34C99BBA-4EE7-48C5-8286-A7B8744CCF0E}" v="21" dt="2025-04-19T02:25:49.147"/>
    <p1510:client id="{36826C47-C56A-D8F6-16BC-4E640D8F2E68}" v="289" dt="2025-04-19T04:37:40.042"/>
    <p1510:client id="{45DC9B30-6250-44D3-87B5-5E38A097A32A}" v="283" dt="2025-04-19T06:53:59.928"/>
    <p1510:client id="{B1697F9B-328D-B04D-B962-7FE1CCD3CB0F}" v="18" dt="2025-04-18T14:07:02.989"/>
    <p1510:client id="{D961737D-29A7-46AF-81A4-C0FB92ABD5A7}" v="1643" dt="2025-04-19T06:50:32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1836" y="6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commentAuthors" Target="commentAuthor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notesMaster" Target="notesMasters/notesMaster1.xml"/><Relationship Id="rId74" Type="http://schemas.microsoft.com/office/2015/10/relationships/revisionInfo" Target="revisionInfo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gs" Target="tags/tag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viewProps" Target="viewProps.xml"/><Relationship Id="rId75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microsoft.com/office/2016/11/relationships/changesInfo" Target="changesInfos/changesInfo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" Type="http://schemas.openxmlformats.org/officeDocument/2006/relationships/slide" Target="slides/slide3.xml"/><Relationship Id="rId71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ynthia George" userId="8e4ca16d49ed6304" providerId="Windows Live" clId="Web-{02A37B21-E54F-A5F1-5F7A-0E1A0F94B713}"/>
    <pc:docChg chg="modSld">
      <pc:chgData name="Cynthia George" userId="8e4ca16d49ed6304" providerId="Windows Live" clId="Web-{02A37B21-E54F-A5F1-5F7A-0E1A0F94B713}" dt="2025-04-18T14:22:00.041" v="41" actId="1076"/>
      <pc:docMkLst>
        <pc:docMk/>
      </pc:docMkLst>
      <pc:sldChg chg="modSp">
        <pc:chgData name="Cynthia George" userId="8e4ca16d49ed6304" providerId="Windows Live" clId="Web-{02A37B21-E54F-A5F1-5F7A-0E1A0F94B713}" dt="2025-04-18T14:18:15.705" v="15" actId="14100"/>
        <pc:sldMkLst>
          <pc:docMk/>
          <pc:sldMk cId="934316541" sldId="256"/>
        </pc:sldMkLst>
        <pc:spChg chg="mod">
          <ac:chgData name="Cynthia George" userId="8e4ca16d49ed6304" providerId="Windows Live" clId="Web-{02A37B21-E54F-A5F1-5F7A-0E1A0F94B713}" dt="2025-04-18T14:18:15.705" v="15" actId="14100"/>
          <ac:spMkLst>
            <pc:docMk/>
            <pc:sldMk cId="934316541" sldId="256"/>
            <ac:spMk id="2" creationId="{7FDD45F3-A0D7-0BC6-8D78-AC547B3AA601}"/>
          </ac:spMkLst>
        </pc:spChg>
      </pc:sldChg>
      <pc:sldChg chg="modSp">
        <pc:chgData name="Cynthia George" userId="8e4ca16d49ed6304" providerId="Windows Live" clId="Web-{02A37B21-E54F-A5F1-5F7A-0E1A0F94B713}" dt="2025-04-18T14:19:32.348" v="23" actId="1076"/>
        <pc:sldMkLst>
          <pc:docMk/>
          <pc:sldMk cId="2339149606" sldId="257"/>
        </pc:sldMkLst>
        <pc:spChg chg="mod">
          <ac:chgData name="Cynthia George" userId="8e4ca16d49ed6304" providerId="Windows Live" clId="Web-{02A37B21-E54F-A5F1-5F7A-0E1A0F94B713}" dt="2025-04-18T14:19:32.348" v="23" actId="1076"/>
          <ac:spMkLst>
            <pc:docMk/>
            <pc:sldMk cId="2339149606" sldId="257"/>
            <ac:spMk id="3" creationId="{3A9B93B8-9614-F381-88E9-F8466EDE59C2}"/>
          </ac:spMkLst>
        </pc:spChg>
      </pc:sldChg>
      <pc:sldChg chg="modSp">
        <pc:chgData name="Cynthia George" userId="8e4ca16d49ed6304" providerId="Windows Live" clId="Web-{02A37B21-E54F-A5F1-5F7A-0E1A0F94B713}" dt="2025-04-18T14:20:15.569" v="29" actId="14100"/>
        <pc:sldMkLst>
          <pc:docMk/>
          <pc:sldMk cId="3922955554" sldId="258"/>
        </pc:sldMkLst>
        <pc:spChg chg="mod">
          <ac:chgData name="Cynthia George" userId="8e4ca16d49ed6304" providerId="Windows Live" clId="Web-{02A37B21-E54F-A5F1-5F7A-0E1A0F94B713}" dt="2025-04-18T14:20:15.569" v="29" actId="14100"/>
          <ac:spMkLst>
            <pc:docMk/>
            <pc:sldMk cId="3922955554" sldId="258"/>
            <ac:spMk id="3" creationId="{BD00747E-82FD-C9DF-A6E7-6A9633CE6483}"/>
          </ac:spMkLst>
        </pc:spChg>
      </pc:sldChg>
      <pc:sldChg chg="modSp">
        <pc:chgData name="Cynthia George" userId="8e4ca16d49ed6304" providerId="Windows Live" clId="Web-{02A37B21-E54F-A5F1-5F7A-0E1A0F94B713}" dt="2025-04-18T14:21:21.759" v="37" actId="1076"/>
        <pc:sldMkLst>
          <pc:docMk/>
          <pc:sldMk cId="456774289" sldId="259"/>
        </pc:sldMkLst>
        <pc:spChg chg="mod">
          <ac:chgData name="Cynthia George" userId="8e4ca16d49ed6304" providerId="Windows Live" clId="Web-{02A37B21-E54F-A5F1-5F7A-0E1A0F94B713}" dt="2025-04-18T14:21:21.759" v="37" actId="1076"/>
          <ac:spMkLst>
            <pc:docMk/>
            <pc:sldMk cId="456774289" sldId="259"/>
            <ac:spMk id="3" creationId="{966F3026-CEB8-BD52-0D2D-4F902D00DEAA}"/>
          </ac:spMkLst>
        </pc:spChg>
        <pc:picChg chg="mod modCrop">
          <ac:chgData name="Cynthia George" userId="8e4ca16d49ed6304" providerId="Windows Live" clId="Web-{02A37B21-E54F-A5F1-5F7A-0E1A0F94B713}" dt="2025-04-18T14:21:13.508" v="36"/>
          <ac:picMkLst>
            <pc:docMk/>
            <pc:sldMk cId="456774289" sldId="259"/>
            <ac:picMk id="3074" creationId="{75DAF914-189C-6115-886E-518ABF340033}"/>
          </ac:picMkLst>
        </pc:picChg>
      </pc:sldChg>
      <pc:sldChg chg="modSp">
        <pc:chgData name="Cynthia George" userId="8e4ca16d49ed6304" providerId="Windows Live" clId="Web-{02A37B21-E54F-A5F1-5F7A-0E1A0F94B713}" dt="2025-04-18T14:22:00.041" v="41" actId="1076"/>
        <pc:sldMkLst>
          <pc:docMk/>
          <pc:sldMk cId="2279853751" sldId="265"/>
        </pc:sldMkLst>
        <pc:spChg chg="mod">
          <ac:chgData name="Cynthia George" userId="8e4ca16d49ed6304" providerId="Windows Live" clId="Web-{02A37B21-E54F-A5F1-5F7A-0E1A0F94B713}" dt="2025-04-18T14:22:00.041" v="41" actId="1076"/>
          <ac:spMkLst>
            <pc:docMk/>
            <pc:sldMk cId="2279853751" sldId="265"/>
            <ac:spMk id="3" creationId="{1CE21DEA-F6EB-0E91-B27A-6CFFE50D84A4}"/>
          </ac:spMkLst>
        </pc:spChg>
      </pc:sldChg>
    </pc:docChg>
  </pc:docChgLst>
  <pc:docChgLst>
    <pc:chgData name="Cynthia George" userId="8e4ca16d49ed6304" providerId="Windows Live" clId="Web-{B1697F9B-328D-B04D-B962-7FE1CCD3CB0F}"/>
    <pc:docChg chg="addSld delSld modSld">
      <pc:chgData name="Cynthia George" userId="8e4ca16d49ed6304" providerId="Windows Live" clId="Web-{B1697F9B-328D-B04D-B962-7FE1CCD3CB0F}" dt="2025-04-18T14:07:02.989" v="14"/>
      <pc:docMkLst>
        <pc:docMk/>
      </pc:docMkLst>
      <pc:sldChg chg="addSp delSp modSp">
        <pc:chgData name="Cynthia George" userId="8e4ca16d49ed6304" providerId="Windows Live" clId="Web-{B1697F9B-328D-B04D-B962-7FE1CCD3CB0F}" dt="2025-04-18T14:05:34.236" v="3"/>
        <pc:sldMkLst>
          <pc:docMk/>
          <pc:sldMk cId="3368756669" sldId="1545"/>
        </pc:sldMkLst>
        <pc:picChg chg="add del mod">
          <ac:chgData name="Cynthia George" userId="8e4ca16d49ed6304" providerId="Windows Live" clId="Web-{B1697F9B-328D-B04D-B962-7FE1CCD3CB0F}" dt="2025-04-18T14:05:34.236" v="3"/>
          <ac:picMkLst>
            <pc:docMk/>
            <pc:sldMk cId="3368756669" sldId="1545"/>
            <ac:picMk id="13" creationId="{DD72113C-8CBA-933D-AFA2-97E83CED191D}"/>
          </ac:picMkLst>
        </pc:picChg>
        <pc:picChg chg="add del mod">
          <ac:chgData name="Cynthia George" userId="8e4ca16d49ed6304" providerId="Windows Live" clId="Web-{B1697F9B-328D-B04D-B962-7FE1CCD3CB0F}" dt="2025-04-18T14:05:14.892" v="2"/>
          <ac:picMkLst>
            <pc:docMk/>
            <pc:sldMk cId="3368756669" sldId="1545"/>
            <ac:picMk id="14" creationId="{022F9BA5-60B0-0750-75E1-37B257ACA942}"/>
          </ac:picMkLst>
        </pc:picChg>
      </pc:sldChg>
      <pc:sldChg chg="addSp delSp modSp new del">
        <pc:chgData name="Cynthia George" userId="8e4ca16d49ed6304" providerId="Windows Live" clId="Web-{B1697F9B-328D-B04D-B962-7FE1CCD3CB0F}" dt="2025-04-18T14:06:58.692" v="11"/>
        <pc:sldMkLst>
          <pc:docMk/>
          <pc:sldMk cId="3226186912" sldId="2229"/>
        </pc:sldMkLst>
        <pc:picChg chg="add del mod">
          <ac:chgData name="Cynthia George" userId="8e4ca16d49ed6304" providerId="Windows Live" clId="Web-{B1697F9B-328D-B04D-B962-7FE1CCD3CB0F}" dt="2025-04-18T14:06:44.192" v="10"/>
          <ac:picMkLst>
            <pc:docMk/>
            <pc:sldMk cId="3226186912" sldId="2229"/>
            <ac:picMk id="3" creationId="{4F1B1AC2-11B0-FDEE-2DAF-7903080912E2}"/>
          </ac:picMkLst>
        </pc:picChg>
      </pc:sldChg>
      <pc:sldChg chg="new del">
        <pc:chgData name="Cynthia George" userId="8e4ca16d49ed6304" providerId="Windows Live" clId="Web-{B1697F9B-328D-B04D-B962-7FE1CCD3CB0F}" dt="2025-04-18T14:07:00.208" v="12"/>
        <pc:sldMkLst>
          <pc:docMk/>
          <pc:sldMk cId="2031930049" sldId="2230"/>
        </pc:sldMkLst>
      </pc:sldChg>
      <pc:sldChg chg="new del">
        <pc:chgData name="Cynthia George" userId="8e4ca16d49ed6304" providerId="Windows Live" clId="Web-{B1697F9B-328D-B04D-B962-7FE1CCD3CB0F}" dt="2025-04-18T14:07:01.520" v="13"/>
        <pc:sldMkLst>
          <pc:docMk/>
          <pc:sldMk cId="19612921" sldId="2231"/>
        </pc:sldMkLst>
      </pc:sldChg>
      <pc:sldChg chg="new del">
        <pc:chgData name="Cynthia George" userId="8e4ca16d49ed6304" providerId="Windows Live" clId="Web-{B1697F9B-328D-B04D-B962-7FE1CCD3CB0F}" dt="2025-04-18T14:07:02.989" v="14"/>
        <pc:sldMkLst>
          <pc:docMk/>
          <pc:sldMk cId="2895675015" sldId="2232"/>
        </pc:sldMkLst>
      </pc:sldChg>
    </pc:docChg>
  </pc:docChgLst>
  <pc:docChgLst>
    <pc:chgData name="Cynthia George" userId="8e4ca16d49ed6304" providerId="Windows Live" clId="Web-{36826C47-C56A-D8F6-16BC-4E640D8F2E68}"/>
    <pc:docChg chg="delSld modSld">
      <pc:chgData name="Cynthia George" userId="8e4ca16d49ed6304" providerId="Windows Live" clId="Web-{36826C47-C56A-D8F6-16BC-4E640D8F2E68}" dt="2025-04-19T04:37:40.042" v="131" actId="20577"/>
      <pc:docMkLst>
        <pc:docMk/>
      </pc:docMkLst>
      <pc:sldChg chg="del">
        <pc:chgData name="Cynthia George" userId="8e4ca16d49ed6304" providerId="Windows Live" clId="Web-{36826C47-C56A-D8F6-16BC-4E640D8F2E68}" dt="2025-04-19T04:26:50.139" v="0"/>
        <pc:sldMkLst>
          <pc:docMk/>
          <pc:sldMk cId="1714993959" sldId="2230"/>
        </pc:sldMkLst>
      </pc:sldChg>
      <pc:sldChg chg="modSp">
        <pc:chgData name="Cynthia George" userId="8e4ca16d49ed6304" providerId="Windows Live" clId="Web-{36826C47-C56A-D8F6-16BC-4E640D8F2E68}" dt="2025-04-19T04:27:54.875" v="9" actId="20577"/>
        <pc:sldMkLst>
          <pc:docMk/>
          <pc:sldMk cId="2526750278" sldId="2242"/>
        </pc:sldMkLst>
        <pc:spChg chg="mod">
          <ac:chgData name="Cynthia George" userId="8e4ca16d49ed6304" providerId="Windows Live" clId="Web-{36826C47-C56A-D8F6-16BC-4E640D8F2E68}" dt="2025-04-19T04:27:54.875" v="9" actId="20577"/>
          <ac:spMkLst>
            <pc:docMk/>
            <pc:sldMk cId="2526750278" sldId="2242"/>
            <ac:spMk id="4" creationId="{5A083BD6-D44D-4F20-0446-B3516F20EF94}"/>
          </ac:spMkLst>
        </pc:spChg>
      </pc:sldChg>
      <pc:sldChg chg="modSp">
        <pc:chgData name="Cynthia George" userId="8e4ca16d49ed6304" providerId="Windows Live" clId="Web-{36826C47-C56A-D8F6-16BC-4E640D8F2E68}" dt="2025-04-19T04:28:48.407" v="27" actId="20577"/>
        <pc:sldMkLst>
          <pc:docMk/>
          <pc:sldMk cId="4049254405" sldId="2243"/>
        </pc:sldMkLst>
        <pc:spChg chg="mod">
          <ac:chgData name="Cynthia George" userId="8e4ca16d49ed6304" providerId="Windows Live" clId="Web-{36826C47-C56A-D8F6-16BC-4E640D8F2E68}" dt="2025-04-19T04:28:48.407" v="27" actId="20577"/>
          <ac:spMkLst>
            <pc:docMk/>
            <pc:sldMk cId="4049254405" sldId="2243"/>
            <ac:spMk id="2" creationId="{A6E40828-F1E6-03A9-3D3E-DA266AFC9818}"/>
          </ac:spMkLst>
        </pc:spChg>
      </pc:sldChg>
      <pc:sldChg chg="modSp">
        <pc:chgData name="Cynthia George" userId="8e4ca16d49ed6304" providerId="Windows Live" clId="Web-{36826C47-C56A-D8F6-16BC-4E640D8F2E68}" dt="2025-04-19T04:29:34.002" v="46" actId="20577"/>
        <pc:sldMkLst>
          <pc:docMk/>
          <pc:sldMk cId="3661610941" sldId="2244"/>
        </pc:sldMkLst>
        <pc:spChg chg="mod">
          <ac:chgData name="Cynthia George" userId="8e4ca16d49ed6304" providerId="Windows Live" clId="Web-{36826C47-C56A-D8F6-16BC-4E640D8F2E68}" dt="2025-04-19T04:29:05.689" v="33" actId="20577"/>
          <ac:spMkLst>
            <pc:docMk/>
            <pc:sldMk cId="3661610941" sldId="2244"/>
            <ac:spMk id="4" creationId="{8A4F8563-5A6E-3F5B-4A05-062F2AA4240D}"/>
          </ac:spMkLst>
        </pc:spChg>
        <pc:spChg chg="mod">
          <ac:chgData name="Cynthia George" userId="8e4ca16d49ed6304" providerId="Windows Live" clId="Web-{36826C47-C56A-D8F6-16BC-4E640D8F2E68}" dt="2025-04-19T04:29:34.002" v="46" actId="20577"/>
          <ac:spMkLst>
            <pc:docMk/>
            <pc:sldMk cId="3661610941" sldId="2244"/>
            <ac:spMk id="12" creationId="{6F20F06F-93D5-414D-EA0A-378F2004D0AF}"/>
          </ac:spMkLst>
        </pc:spChg>
      </pc:sldChg>
      <pc:sldChg chg="modSp">
        <pc:chgData name="Cynthia George" userId="8e4ca16d49ed6304" providerId="Windows Live" clId="Web-{36826C47-C56A-D8F6-16BC-4E640D8F2E68}" dt="2025-04-19T04:30:00.815" v="56" actId="20577"/>
        <pc:sldMkLst>
          <pc:docMk/>
          <pc:sldMk cId="1613343910" sldId="2245"/>
        </pc:sldMkLst>
        <pc:spChg chg="mod">
          <ac:chgData name="Cynthia George" userId="8e4ca16d49ed6304" providerId="Windows Live" clId="Web-{36826C47-C56A-D8F6-16BC-4E640D8F2E68}" dt="2025-04-19T04:29:59.315" v="54" actId="20577"/>
          <ac:spMkLst>
            <pc:docMk/>
            <pc:sldMk cId="1613343910" sldId="2245"/>
            <ac:spMk id="4" creationId="{768C1C00-346D-ECA6-7AF0-0FE28D1E6717}"/>
          </ac:spMkLst>
        </pc:spChg>
        <pc:spChg chg="mod">
          <ac:chgData name="Cynthia George" userId="8e4ca16d49ed6304" providerId="Windows Live" clId="Web-{36826C47-C56A-D8F6-16BC-4E640D8F2E68}" dt="2025-04-19T04:30:00.815" v="56" actId="20577"/>
          <ac:spMkLst>
            <pc:docMk/>
            <pc:sldMk cId="1613343910" sldId="2245"/>
            <ac:spMk id="12" creationId="{E17ACE73-21EE-24C4-1BF5-55B204A995B7}"/>
          </ac:spMkLst>
        </pc:spChg>
      </pc:sldChg>
      <pc:sldChg chg="modSp">
        <pc:chgData name="Cynthia George" userId="8e4ca16d49ed6304" providerId="Windows Live" clId="Web-{36826C47-C56A-D8F6-16BC-4E640D8F2E68}" dt="2025-04-19T04:30:19.534" v="65" actId="20577"/>
        <pc:sldMkLst>
          <pc:docMk/>
          <pc:sldMk cId="1269245124" sldId="2246"/>
        </pc:sldMkLst>
        <pc:spChg chg="mod">
          <ac:chgData name="Cynthia George" userId="8e4ca16d49ed6304" providerId="Windows Live" clId="Web-{36826C47-C56A-D8F6-16BC-4E640D8F2E68}" dt="2025-04-19T04:30:19.534" v="65" actId="20577"/>
          <ac:spMkLst>
            <pc:docMk/>
            <pc:sldMk cId="1269245124" sldId="2246"/>
            <ac:spMk id="4" creationId="{9429E792-ED55-59B0-9446-60C8EA55D021}"/>
          </ac:spMkLst>
        </pc:spChg>
        <pc:spChg chg="mod">
          <ac:chgData name="Cynthia George" userId="8e4ca16d49ed6304" providerId="Windows Live" clId="Web-{36826C47-C56A-D8F6-16BC-4E640D8F2E68}" dt="2025-04-19T04:30:17.737" v="63" actId="20577"/>
          <ac:spMkLst>
            <pc:docMk/>
            <pc:sldMk cId="1269245124" sldId="2246"/>
            <ac:spMk id="12" creationId="{01363949-F226-FAF5-9DDF-08A44E177A36}"/>
          </ac:spMkLst>
        </pc:spChg>
      </pc:sldChg>
      <pc:sldChg chg="modSp">
        <pc:chgData name="Cynthia George" userId="8e4ca16d49ed6304" providerId="Windows Live" clId="Web-{36826C47-C56A-D8F6-16BC-4E640D8F2E68}" dt="2025-04-19T04:32:17.098" v="78" actId="20577"/>
        <pc:sldMkLst>
          <pc:docMk/>
          <pc:sldMk cId="3477370061" sldId="2248"/>
        </pc:sldMkLst>
        <pc:spChg chg="mod">
          <ac:chgData name="Cynthia George" userId="8e4ca16d49ed6304" providerId="Windows Live" clId="Web-{36826C47-C56A-D8F6-16BC-4E640D8F2E68}" dt="2025-04-19T04:32:02.895" v="75" actId="20577"/>
          <ac:spMkLst>
            <pc:docMk/>
            <pc:sldMk cId="3477370061" sldId="2248"/>
            <ac:spMk id="3" creationId="{2E00FB14-2699-71BA-D01C-CD3C33278D89}"/>
          </ac:spMkLst>
        </pc:spChg>
        <pc:spChg chg="mod">
          <ac:chgData name="Cynthia George" userId="8e4ca16d49ed6304" providerId="Windows Live" clId="Web-{36826C47-C56A-D8F6-16BC-4E640D8F2E68}" dt="2025-04-19T04:32:17.098" v="78" actId="20577"/>
          <ac:spMkLst>
            <pc:docMk/>
            <pc:sldMk cId="3477370061" sldId="2248"/>
            <ac:spMk id="4" creationId="{5300D177-3872-BED7-FE03-92623EA8062F}"/>
          </ac:spMkLst>
        </pc:spChg>
        <pc:spChg chg="mod">
          <ac:chgData name="Cynthia George" userId="8e4ca16d49ed6304" providerId="Windows Live" clId="Web-{36826C47-C56A-D8F6-16BC-4E640D8F2E68}" dt="2025-04-19T04:31:58.848" v="73" actId="20577"/>
          <ac:spMkLst>
            <pc:docMk/>
            <pc:sldMk cId="3477370061" sldId="2248"/>
            <ac:spMk id="12" creationId="{DD2D218F-3362-CE75-F805-FA8EABF8D589}"/>
          </ac:spMkLst>
        </pc:spChg>
      </pc:sldChg>
      <pc:sldChg chg="modSp">
        <pc:chgData name="Cynthia George" userId="8e4ca16d49ed6304" providerId="Windows Live" clId="Web-{36826C47-C56A-D8F6-16BC-4E640D8F2E68}" dt="2025-04-19T04:34:17.335" v="92" actId="20577"/>
        <pc:sldMkLst>
          <pc:docMk/>
          <pc:sldMk cId="3477834588" sldId="2250"/>
        </pc:sldMkLst>
        <pc:spChg chg="mod">
          <ac:chgData name="Cynthia George" userId="8e4ca16d49ed6304" providerId="Windows Live" clId="Web-{36826C47-C56A-D8F6-16BC-4E640D8F2E68}" dt="2025-04-19T04:34:17.335" v="92" actId="20577"/>
          <ac:spMkLst>
            <pc:docMk/>
            <pc:sldMk cId="3477834588" sldId="2250"/>
            <ac:spMk id="4" creationId="{038D3218-338A-BDD1-2B56-E8E61AFDDE32}"/>
          </ac:spMkLst>
        </pc:spChg>
      </pc:sldChg>
      <pc:sldChg chg="modSp">
        <pc:chgData name="Cynthia George" userId="8e4ca16d49ed6304" providerId="Windows Live" clId="Web-{36826C47-C56A-D8F6-16BC-4E640D8F2E68}" dt="2025-04-19T04:34:53.351" v="100" actId="20577"/>
        <pc:sldMkLst>
          <pc:docMk/>
          <pc:sldMk cId="1064694149" sldId="2252"/>
        </pc:sldMkLst>
        <pc:spChg chg="mod">
          <ac:chgData name="Cynthia George" userId="8e4ca16d49ed6304" providerId="Windows Live" clId="Web-{36826C47-C56A-D8F6-16BC-4E640D8F2E68}" dt="2025-04-19T04:34:53.351" v="100" actId="20577"/>
          <ac:spMkLst>
            <pc:docMk/>
            <pc:sldMk cId="1064694149" sldId="2252"/>
            <ac:spMk id="4" creationId="{84EF326A-FE36-3468-2B6A-FCBA20761AE9}"/>
          </ac:spMkLst>
        </pc:spChg>
      </pc:sldChg>
      <pc:sldChg chg="modSp">
        <pc:chgData name="Cynthia George" userId="8e4ca16d49ed6304" providerId="Windows Live" clId="Web-{36826C47-C56A-D8F6-16BC-4E640D8F2E68}" dt="2025-04-19T04:36:13.025" v="110" actId="20577"/>
        <pc:sldMkLst>
          <pc:docMk/>
          <pc:sldMk cId="3328942207" sldId="2254"/>
        </pc:sldMkLst>
        <pc:spChg chg="mod">
          <ac:chgData name="Cynthia George" userId="8e4ca16d49ed6304" providerId="Windows Live" clId="Web-{36826C47-C56A-D8F6-16BC-4E640D8F2E68}" dt="2025-04-19T04:36:13.025" v="110" actId="20577"/>
          <ac:spMkLst>
            <pc:docMk/>
            <pc:sldMk cId="3328942207" sldId="2254"/>
            <ac:spMk id="4" creationId="{1E46E22E-52AE-C290-3D36-8B4F5D78A9BF}"/>
          </ac:spMkLst>
        </pc:spChg>
      </pc:sldChg>
      <pc:sldChg chg="modSp">
        <pc:chgData name="Cynthia George" userId="8e4ca16d49ed6304" providerId="Windows Live" clId="Web-{36826C47-C56A-D8F6-16BC-4E640D8F2E68}" dt="2025-04-19T04:34:24.132" v="94" actId="20577"/>
        <pc:sldMkLst>
          <pc:docMk/>
          <pc:sldMk cId="3118565536" sldId="2259"/>
        </pc:sldMkLst>
        <pc:spChg chg="mod">
          <ac:chgData name="Cynthia George" userId="8e4ca16d49ed6304" providerId="Windows Live" clId="Web-{36826C47-C56A-D8F6-16BC-4E640D8F2E68}" dt="2025-04-19T04:34:24.132" v="94" actId="20577"/>
          <ac:spMkLst>
            <pc:docMk/>
            <pc:sldMk cId="3118565536" sldId="2259"/>
            <ac:spMk id="4" creationId="{D223EE2D-FE07-F170-00A8-26960D6A9464}"/>
          </ac:spMkLst>
        </pc:spChg>
      </pc:sldChg>
      <pc:sldChg chg="modSp">
        <pc:chgData name="Cynthia George" userId="8e4ca16d49ed6304" providerId="Windows Live" clId="Web-{36826C47-C56A-D8F6-16BC-4E640D8F2E68}" dt="2025-04-19T04:34:33.367" v="96" actId="20577"/>
        <pc:sldMkLst>
          <pc:docMk/>
          <pc:sldMk cId="185820612" sldId="2260"/>
        </pc:sldMkLst>
        <pc:spChg chg="mod">
          <ac:chgData name="Cynthia George" userId="8e4ca16d49ed6304" providerId="Windows Live" clId="Web-{36826C47-C56A-D8F6-16BC-4E640D8F2E68}" dt="2025-04-19T04:34:33.367" v="96" actId="20577"/>
          <ac:spMkLst>
            <pc:docMk/>
            <pc:sldMk cId="185820612" sldId="2260"/>
            <ac:spMk id="4" creationId="{B1CE8DCC-1560-62D3-7C78-A35BC417C0F4}"/>
          </ac:spMkLst>
        </pc:spChg>
      </pc:sldChg>
      <pc:sldChg chg="modSp">
        <pc:chgData name="Cynthia George" userId="8e4ca16d49ed6304" providerId="Windows Live" clId="Web-{36826C47-C56A-D8F6-16BC-4E640D8F2E68}" dt="2025-04-19T04:34:37.804" v="98" actId="20577"/>
        <pc:sldMkLst>
          <pc:docMk/>
          <pc:sldMk cId="2538666468" sldId="2261"/>
        </pc:sldMkLst>
        <pc:spChg chg="mod">
          <ac:chgData name="Cynthia George" userId="8e4ca16d49ed6304" providerId="Windows Live" clId="Web-{36826C47-C56A-D8F6-16BC-4E640D8F2E68}" dt="2025-04-19T04:34:37.804" v="98" actId="20577"/>
          <ac:spMkLst>
            <pc:docMk/>
            <pc:sldMk cId="2538666468" sldId="2261"/>
            <ac:spMk id="4" creationId="{059DE7B7-6808-DBF9-5BEE-76FF86C0C81A}"/>
          </ac:spMkLst>
        </pc:spChg>
      </pc:sldChg>
      <pc:sldChg chg="modSp">
        <pc:chgData name="Cynthia George" userId="8e4ca16d49ed6304" providerId="Windows Live" clId="Web-{36826C47-C56A-D8F6-16BC-4E640D8F2E68}" dt="2025-04-19T04:34:58.805" v="102" actId="20577"/>
        <pc:sldMkLst>
          <pc:docMk/>
          <pc:sldMk cId="71336007" sldId="2262"/>
        </pc:sldMkLst>
        <pc:spChg chg="mod">
          <ac:chgData name="Cynthia George" userId="8e4ca16d49ed6304" providerId="Windows Live" clId="Web-{36826C47-C56A-D8F6-16BC-4E640D8F2E68}" dt="2025-04-19T04:34:58.805" v="102" actId="20577"/>
          <ac:spMkLst>
            <pc:docMk/>
            <pc:sldMk cId="71336007" sldId="2262"/>
            <ac:spMk id="4" creationId="{3E579CCB-D939-72FA-4919-64BDF924FBDB}"/>
          </ac:spMkLst>
        </pc:spChg>
      </pc:sldChg>
      <pc:sldChg chg="modSp">
        <pc:chgData name="Cynthia George" userId="8e4ca16d49ed6304" providerId="Windows Live" clId="Web-{36826C47-C56A-D8F6-16BC-4E640D8F2E68}" dt="2025-04-19T04:35:06.195" v="104" actId="20577"/>
        <pc:sldMkLst>
          <pc:docMk/>
          <pc:sldMk cId="2040708728" sldId="2263"/>
        </pc:sldMkLst>
        <pc:spChg chg="mod">
          <ac:chgData name="Cynthia George" userId="8e4ca16d49ed6304" providerId="Windows Live" clId="Web-{36826C47-C56A-D8F6-16BC-4E640D8F2E68}" dt="2025-04-19T04:35:06.195" v="104" actId="20577"/>
          <ac:spMkLst>
            <pc:docMk/>
            <pc:sldMk cId="2040708728" sldId="2263"/>
            <ac:spMk id="4" creationId="{2192DEFE-9E6F-1AAB-A06C-6774A73F3F17}"/>
          </ac:spMkLst>
        </pc:spChg>
      </pc:sldChg>
      <pc:sldChg chg="modSp">
        <pc:chgData name="Cynthia George" userId="8e4ca16d49ed6304" providerId="Windows Live" clId="Web-{36826C47-C56A-D8F6-16BC-4E640D8F2E68}" dt="2025-04-19T04:35:11.336" v="106" actId="20577"/>
        <pc:sldMkLst>
          <pc:docMk/>
          <pc:sldMk cId="2534319763" sldId="2264"/>
        </pc:sldMkLst>
        <pc:spChg chg="mod">
          <ac:chgData name="Cynthia George" userId="8e4ca16d49ed6304" providerId="Windows Live" clId="Web-{36826C47-C56A-D8F6-16BC-4E640D8F2E68}" dt="2025-04-19T04:35:11.336" v="106" actId="20577"/>
          <ac:spMkLst>
            <pc:docMk/>
            <pc:sldMk cId="2534319763" sldId="2264"/>
            <ac:spMk id="4" creationId="{6C877B68-0877-13FF-4AE3-F9A9807ABA38}"/>
          </ac:spMkLst>
        </pc:spChg>
      </pc:sldChg>
      <pc:sldChg chg="modSp">
        <pc:chgData name="Cynthia George" userId="8e4ca16d49ed6304" providerId="Windows Live" clId="Web-{36826C47-C56A-D8F6-16BC-4E640D8F2E68}" dt="2025-04-19T04:35:17.508" v="107" actId="20577"/>
        <pc:sldMkLst>
          <pc:docMk/>
          <pc:sldMk cId="1077729681" sldId="2265"/>
        </pc:sldMkLst>
        <pc:spChg chg="mod">
          <ac:chgData name="Cynthia George" userId="8e4ca16d49ed6304" providerId="Windows Live" clId="Web-{36826C47-C56A-D8F6-16BC-4E640D8F2E68}" dt="2025-04-19T04:35:17.508" v="107" actId="20577"/>
          <ac:spMkLst>
            <pc:docMk/>
            <pc:sldMk cId="1077729681" sldId="2265"/>
            <ac:spMk id="4" creationId="{5721556E-28F6-A8CA-892B-D3F58D20BDF5}"/>
          </ac:spMkLst>
        </pc:spChg>
      </pc:sldChg>
      <pc:sldChg chg="modSp">
        <pc:chgData name="Cynthia George" userId="8e4ca16d49ed6304" providerId="Windows Live" clId="Web-{36826C47-C56A-D8F6-16BC-4E640D8F2E68}" dt="2025-04-19T04:28:05.031" v="11" actId="20577"/>
        <pc:sldMkLst>
          <pc:docMk/>
          <pc:sldMk cId="3593547148" sldId="2266"/>
        </pc:sldMkLst>
        <pc:spChg chg="mod">
          <ac:chgData name="Cynthia George" userId="8e4ca16d49ed6304" providerId="Windows Live" clId="Web-{36826C47-C56A-D8F6-16BC-4E640D8F2E68}" dt="2025-04-19T04:28:05.031" v="11" actId="20577"/>
          <ac:spMkLst>
            <pc:docMk/>
            <pc:sldMk cId="3593547148" sldId="2266"/>
            <ac:spMk id="4" creationId="{197A4766-EE72-02EF-CF14-F4F4117F1EB2}"/>
          </ac:spMkLst>
        </pc:spChg>
      </pc:sldChg>
      <pc:sldChg chg="modSp">
        <pc:chgData name="Cynthia George" userId="8e4ca16d49ed6304" providerId="Windows Live" clId="Web-{36826C47-C56A-D8F6-16BC-4E640D8F2E68}" dt="2025-04-19T04:28:11.953" v="13" actId="20577"/>
        <pc:sldMkLst>
          <pc:docMk/>
          <pc:sldMk cId="3458419097" sldId="2267"/>
        </pc:sldMkLst>
        <pc:spChg chg="mod">
          <ac:chgData name="Cynthia George" userId="8e4ca16d49ed6304" providerId="Windows Live" clId="Web-{36826C47-C56A-D8F6-16BC-4E640D8F2E68}" dt="2025-04-19T04:28:11.953" v="13" actId="20577"/>
          <ac:spMkLst>
            <pc:docMk/>
            <pc:sldMk cId="3458419097" sldId="2267"/>
            <ac:spMk id="4" creationId="{E874893B-5E81-A0C1-6822-734A450C834E}"/>
          </ac:spMkLst>
        </pc:spChg>
      </pc:sldChg>
      <pc:sldChg chg="modSp">
        <pc:chgData name="Cynthia George" userId="8e4ca16d49ed6304" providerId="Windows Live" clId="Web-{36826C47-C56A-D8F6-16BC-4E640D8F2E68}" dt="2025-04-19T04:28:18.953" v="15" actId="20577"/>
        <pc:sldMkLst>
          <pc:docMk/>
          <pc:sldMk cId="563162819" sldId="2268"/>
        </pc:sldMkLst>
        <pc:spChg chg="mod">
          <ac:chgData name="Cynthia George" userId="8e4ca16d49ed6304" providerId="Windows Live" clId="Web-{36826C47-C56A-D8F6-16BC-4E640D8F2E68}" dt="2025-04-19T04:28:18.953" v="15" actId="20577"/>
          <ac:spMkLst>
            <pc:docMk/>
            <pc:sldMk cId="563162819" sldId="2268"/>
            <ac:spMk id="4" creationId="{B6B93BAE-CA1F-B239-B950-1FBB6696417C}"/>
          </ac:spMkLst>
        </pc:spChg>
      </pc:sldChg>
      <pc:sldChg chg="modSp">
        <pc:chgData name="Cynthia George" userId="8e4ca16d49ed6304" providerId="Windows Live" clId="Web-{36826C47-C56A-D8F6-16BC-4E640D8F2E68}" dt="2025-04-19T04:33:15.271" v="85" actId="20577"/>
        <pc:sldMkLst>
          <pc:docMk/>
          <pc:sldMk cId="314189989" sldId="2269"/>
        </pc:sldMkLst>
        <pc:spChg chg="mod">
          <ac:chgData name="Cynthia George" userId="8e4ca16d49ed6304" providerId="Windows Live" clId="Web-{36826C47-C56A-D8F6-16BC-4E640D8F2E68}" dt="2025-04-19T04:33:04.099" v="82" actId="20577"/>
          <ac:spMkLst>
            <pc:docMk/>
            <pc:sldMk cId="314189989" sldId="2269"/>
            <ac:spMk id="3" creationId="{03D5FAC0-7013-E6B3-9FA4-0BCC85FB94AE}"/>
          </ac:spMkLst>
        </pc:spChg>
        <pc:spChg chg="mod">
          <ac:chgData name="Cynthia George" userId="8e4ca16d49ed6304" providerId="Windows Live" clId="Web-{36826C47-C56A-D8F6-16BC-4E640D8F2E68}" dt="2025-04-19T04:33:15.271" v="85" actId="20577"/>
          <ac:spMkLst>
            <pc:docMk/>
            <pc:sldMk cId="314189989" sldId="2269"/>
            <ac:spMk id="4" creationId="{710667D8-6F10-8969-460E-CDF99C140261}"/>
          </ac:spMkLst>
        </pc:spChg>
        <pc:spChg chg="mod">
          <ac:chgData name="Cynthia George" userId="8e4ca16d49ed6304" providerId="Windows Live" clId="Web-{36826C47-C56A-D8F6-16BC-4E640D8F2E68}" dt="2025-04-19T04:32:57.380" v="80" actId="20577"/>
          <ac:spMkLst>
            <pc:docMk/>
            <pc:sldMk cId="314189989" sldId="2269"/>
            <ac:spMk id="12" creationId="{87862DEB-1E08-0298-6423-3511226DFC2C}"/>
          </ac:spMkLst>
        </pc:spChg>
      </pc:sldChg>
      <pc:sldChg chg="modSp">
        <pc:chgData name="Cynthia George" userId="8e4ca16d49ed6304" providerId="Windows Live" clId="Web-{36826C47-C56A-D8F6-16BC-4E640D8F2E68}" dt="2025-04-19T04:34:11.460" v="90" actId="20577"/>
        <pc:sldMkLst>
          <pc:docMk/>
          <pc:sldMk cId="2017150355" sldId="2270"/>
        </pc:sldMkLst>
        <pc:spChg chg="mod">
          <ac:chgData name="Cynthia George" userId="8e4ca16d49ed6304" providerId="Windows Live" clId="Web-{36826C47-C56A-D8F6-16BC-4E640D8F2E68}" dt="2025-04-19T04:33:40.522" v="88" actId="20577"/>
          <ac:spMkLst>
            <pc:docMk/>
            <pc:sldMk cId="2017150355" sldId="2270"/>
            <ac:spMk id="3" creationId="{85FAFC7C-CE5E-8DF0-54C4-7F6FEB0EC091}"/>
          </ac:spMkLst>
        </pc:spChg>
        <pc:spChg chg="mod">
          <ac:chgData name="Cynthia George" userId="8e4ca16d49ed6304" providerId="Windows Live" clId="Web-{36826C47-C56A-D8F6-16BC-4E640D8F2E68}" dt="2025-04-19T04:33:25.459" v="86" actId="20577"/>
          <ac:spMkLst>
            <pc:docMk/>
            <pc:sldMk cId="2017150355" sldId="2270"/>
            <ac:spMk id="4" creationId="{C610BF08-AFD3-D514-5E30-8F6D4ACB44A5}"/>
          </ac:spMkLst>
        </pc:spChg>
        <pc:spChg chg="mod">
          <ac:chgData name="Cynthia George" userId="8e4ca16d49ed6304" providerId="Windows Live" clId="Web-{36826C47-C56A-D8F6-16BC-4E640D8F2E68}" dt="2025-04-19T04:34:11.460" v="90" actId="20577"/>
          <ac:spMkLst>
            <pc:docMk/>
            <pc:sldMk cId="2017150355" sldId="2270"/>
            <ac:spMk id="12" creationId="{3CCBE869-53AC-C850-6E98-080A3FD8ED37}"/>
          </ac:spMkLst>
        </pc:spChg>
      </pc:sldChg>
      <pc:sldChg chg="modSp">
        <pc:chgData name="Cynthia George" userId="8e4ca16d49ed6304" providerId="Windows Live" clId="Web-{36826C47-C56A-D8F6-16BC-4E640D8F2E68}" dt="2025-04-19T04:36:39.588" v="118" actId="20577"/>
        <pc:sldMkLst>
          <pc:docMk/>
          <pc:sldMk cId="4065195486" sldId="2271"/>
        </pc:sldMkLst>
        <pc:spChg chg="mod">
          <ac:chgData name="Cynthia George" userId="8e4ca16d49ed6304" providerId="Windows Live" clId="Web-{36826C47-C56A-D8F6-16BC-4E640D8F2E68}" dt="2025-04-19T04:36:19.540" v="112" actId="20577"/>
          <ac:spMkLst>
            <pc:docMk/>
            <pc:sldMk cId="4065195486" sldId="2271"/>
            <ac:spMk id="4" creationId="{C7D9F7D7-2E6D-6A5F-124C-9F8668E46CEF}"/>
          </ac:spMkLst>
        </pc:spChg>
        <pc:spChg chg="mod">
          <ac:chgData name="Cynthia George" userId="8e4ca16d49ed6304" providerId="Windows Live" clId="Web-{36826C47-C56A-D8F6-16BC-4E640D8F2E68}" dt="2025-04-19T04:36:39.588" v="118" actId="20577"/>
          <ac:spMkLst>
            <pc:docMk/>
            <pc:sldMk cId="4065195486" sldId="2271"/>
            <ac:spMk id="12" creationId="{801B7CD8-679D-5408-AF09-A5C65D92ADFD}"/>
          </ac:spMkLst>
        </pc:spChg>
      </pc:sldChg>
      <pc:sldChg chg="modSp">
        <pc:chgData name="Cynthia George" userId="8e4ca16d49ed6304" providerId="Windows Live" clId="Web-{36826C47-C56A-D8F6-16BC-4E640D8F2E68}" dt="2025-04-19T04:37:40.042" v="131" actId="20577"/>
        <pc:sldMkLst>
          <pc:docMk/>
          <pc:sldMk cId="1534622121" sldId="2272"/>
        </pc:sldMkLst>
        <pc:spChg chg="mod">
          <ac:chgData name="Cynthia George" userId="8e4ca16d49ed6304" providerId="Windows Live" clId="Web-{36826C47-C56A-D8F6-16BC-4E640D8F2E68}" dt="2025-04-19T04:37:09.041" v="122" actId="20577"/>
          <ac:spMkLst>
            <pc:docMk/>
            <pc:sldMk cId="1534622121" sldId="2272"/>
            <ac:spMk id="4" creationId="{CEDBD6E8-4726-0EE1-0483-180E4EE87739}"/>
          </ac:spMkLst>
        </pc:spChg>
        <pc:spChg chg="mod">
          <ac:chgData name="Cynthia George" userId="8e4ca16d49ed6304" providerId="Windows Live" clId="Web-{36826C47-C56A-D8F6-16BC-4E640D8F2E68}" dt="2025-04-19T04:37:40.042" v="131" actId="20577"/>
          <ac:spMkLst>
            <pc:docMk/>
            <pc:sldMk cId="1534622121" sldId="2272"/>
            <ac:spMk id="12" creationId="{D25C01D6-7D26-85F2-D439-E6159B529B3C}"/>
          </ac:spMkLst>
        </pc:spChg>
      </pc:sldChg>
    </pc:docChg>
  </pc:docChgLst>
  <pc:docChgLst>
    <pc:chgData name="Reuben Stephen" userId="6a6eda1f0b9c2b70" providerId="LiveId" clId="{45DC9B30-6250-44D3-87B5-5E38A097A32A}"/>
    <pc:docChg chg="undo custSel addSld delSld modSld">
      <pc:chgData name="Reuben Stephen" userId="6a6eda1f0b9c2b70" providerId="LiveId" clId="{45DC9B30-6250-44D3-87B5-5E38A097A32A}" dt="2025-04-19T06:53:59.930" v="306" actId="20577"/>
      <pc:docMkLst>
        <pc:docMk/>
      </pc:docMkLst>
      <pc:sldChg chg="modSp mod">
        <pc:chgData name="Reuben Stephen" userId="6a6eda1f0b9c2b70" providerId="LiveId" clId="{45DC9B30-6250-44D3-87B5-5E38A097A32A}" dt="2025-04-19T06:10:09.571" v="86" actId="1076"/>
        <pc:sldMkLst>
          <pc:docMk/>
          <pc:sldMk cId="3368756669" sldId="1545"/>
        </pc:sldMkLst>
        <pc:spChg chg="mod">
          <ac:chgData name="Reuben Stephen" userId="6a6eda1f0b9c2b70" providerId="LiveId" clId="{45DC9B30-6250-44D3-87B5-5E38A097A32A}" dt="2025-04-19T06:09:56.507" v="84" actId="20577"/>
          <ac:spMkLst>
            <pc:docMk/>
            <pc:sldMk cId="3368756669" sldId="1545"/>
            <ac:spMk id="11" creationId="{D5808DF5-7C67-12E4-2659-2733E65F55E1}"/>
          </ac:spMkLst>
        </pc:spChg>
        <pc:spChg chg="mod">
          <ac:chgData name="Reuben Stephen" userId="6a6eda1f0b9c2b70" providerId="LiveId" clId="{45DC9B30-6250-44D3-87B5-5E38A097A32A}" dt="2025-04-19T06:10:09.571" v="86" actId="1076"/>
          <ac:spMkLst>
            <pc:docMk/>
            <pc:sldMk cId="3368756669" sldId="1545"/>
            <ac:spMk id="12" creationId="{39ED888C-4677-964B-8923-FC2BB06FF192}"/>
          </ac:spMkLst>
        </pc:spChg>
      </pc:sldChg>
      <pc:sldChg chg="modSp mod">
        <pc:chgData name="Reuben Stephen" userId="6a6eda1f0b9c2b70" providerId="LiveId" clId="{45DC9B30-6250-44D3-87B5-5E38A097A32A}" dt="2025-04-19T06:03:29.213" v="46" actId="2711"/>
        <pc:sldMkLst>
          <pc:docMk/>
          <pc:sldMk cId="88404620" sldId="1980"/>
        </pc:sldMkLst>
        <pc:spChg chg="mod">
          <ac:chgData name="Reuben Stephen" userId="6a6eda1f0b9c2b70" providerId="LiveId" clId="{45DC9B30-6250-44D3-87B5-5E38A097A32A}" dt="2025-04-19T06:03:29.213" v="46" actId="2711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Reuben Stephen" userId="6a6eda1f0b9c2b70" providerId="LiveId" clId="{45DC9B30-6250-44D3-87B5-5E38A097A32A}" dt="2025-04-19T05:59:25.884" v="33" actId="20577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Reuben Stephen" userId="6a6eda1f0b9c2b70" providerId="LiveId" clId="{45DC9B30-6250-44D3-87B5-5E38A097A32A}" dt="2025-04-19T05:59:22.015" v="30" actId="20577"/>
        <pc:sldMkLst>
          <pc:docMk/>
          <pc:sldMk cId="2951403442" sldId="2225"/>
        </pc:sldMkLst>
        <pc:spChg chg="mod">
          <ac:chgData name="Reuben Stephen" userId="6a6eda1f0b9c2b70" providerId="LiveId" clId="{45DC9B30-6250-44D3-87B5-5E38A097A32A}" dt="2025-04-19T05:58:22.926" v="14" actId="12788"/>
          <ac:spMkLst>
            <pc:docMk/>
            <pc:sldMk cId="2951403442" sldId="2225"/>
            <ac:spMk id="11" creationId="{B03E3A8A-C15B-C249-3B4F-9955B38EB8B3}"/>
          </ac:spMkLst>
        </pc:spChg>
        <pc:spChg chg="mod">
          <ac:chgData name="Reuben Stephen" userId="6a6eda1f0b9c2b70" providerId="LiveId" clId="{45DC9B30-6250-44D3-87B5-5E38A097A32A}" dt="2025-04-19T05:59:22.015" v="30" actId="20577"/>
          <ac:spMkLst>
            <pc:docMk/>
            <pc:sldMk cId="2951403442" sldId="2225"/>
            <ac:spMk id="12" creationId="{4CBDA6B6-D4A5-4BA2-704B-7C7B5A267367}"/>
          </ac:spMkLst>
        </pc:spChg>
      </pc:sldChg>
      <pc:sldChg chg="modSp mod">
        <pc:chgData name="Reuben Stephen" userId="6a6eda1f0b9c2b70" providerId="LiveId" clId="{45DC9B30-6250-44D3-87B5-5E38A097A32A}" dt="2025-04-19T06:05:42.797" v="64" actId="12788"/>
        <pc:sldMkLst>
          <pc:docMk/>
          <pc:sldMk cId="1394722712" sldId="2226"/>
        </pc:sldMkLst>
        <pc:spChg chg="mod">
          <ac:chgData name="Reuben Stephen" userId="6a6eda1f0b9c2b70" providerId="LiveId" clId="{45DC9B30-6250-44D3-87B5-5E38A097A32A}" dt="2025-04-19T06:05:42.797" v="64" actId="12788"/>
          <ac:spMkLst>
            <pc:docMk/>
            <pc:sldMk cId="1394722712" sldId="2226"/>
            <ac:spMk id="11" creationId="{E4443B48-4C32-0888-4B97-A7F0B7B79C36}"/>
          </ac:spMkLst>
        </pc:spChg>
      </pc:sldChg>
      <pc:sldChg chg="modSp mod">
        <pc:chgData name="Reuben Stephen" userId="6a6eda1f0b9c2b70" providerId="LiveId" clId="{45DC9B30-6250-44D3-87B5-5E38A097A32A}" dt="2025-04-19T06:06:17.405" v="72" actId="20577"/>
        <pc:sldMkLst>
          <pc:docMk/>
          <pc:sldMk cId="154014290" sldId="2227"/>
        </pc:sldMkLst>
        <pc:spChg chg="mod">
          <ac:chgData name="Reuben Stephen" userId="6a6eda1f0b9c2b70" providerId="LiveId" clId="{45DC9B30-6250-44D3-87B5-5E38A097A32A}" dt="2025-04-19T06:06:05.792" v="67" actId="1076"/>
          <ac:spMkLst>
            <pc:docMk/>
            <pc:sldMk cId="154014290" sldId="2227"/>
            <ac:spMk id="11" creationId="{27C8460B-46BF-4586-E3EB-ABE37B2A7302}"/>
          </ac:spMkLst>
        </pc:spChg>
        <pc:spChg chg="mod">
          <ac:chgData name="Reuben Stephen" userId="6a6eda1f0b9c2b70" providerId="LiveId" clId="{45DC9B30-6250-44D3-87B5-5E38A097A32A}" dt="2025-04-19T06:06:17.405" v="72" actId="20577"/>
          <ac:spMkLst>
            <pc:docMk/>
            <pc:sldMk cId="154014290" sldId="2227"/>
            <ac:spMk id="12" creationId="{7FFF41E1-D7A3-1D3F-2964-C1DA427DA8B9}"/>
          </ac:spMkLst>
        </pc:spChg>
      </pc:sldChg>
      <pc:sldChg chg="modSp mod">
        <pc:chgData name="Reuben Stephen" userId="6a6eda1f0b9c2b70" providerId="LiveId" clId="{45DC9B30-6250-44D3-87B5-5E38A097A32A}" dt="2025-04-19T06:07:14.085" v="80" actId="1076"/>
        <pc:sldMkLst>
          <pc:docMk/>
          <pc:sldMk cId="3780779953" sldId="2228"/>
        </pc:sldMkLst>
        <pc:spChg chg="mod">
          <ac:chgData name="Reuben Stephen" userId="6a6eda1f0b9c2b70" providerId="LiveId" clId="{45DC9B30-6250-44D3-87B5-5E38A097A32A}" dt="2025-04-19T06:07:14.085" v="80" actId="1076"/>
          <ac:spMkLst>
            <pc:docMk/>
            <pc:sldMk cId="3780779953" sldId="2228"/>
            <ac:spMk id="9" creationId="{1D593D98-1A73-D535-7BC0-08AE5424274B}"/>
          </ac:spMkLst>
        </pc:spChg>
        <pc:spChg chg="mod">
          <ac:chgData name="Reuben Stephen" userId="6a6eda1f0b9c2b70" providerId="LiveId" clId="{45DC9B30-6250-44D3-87B5-5E38A097A32A}" dt="2025-04-19T06:07:02.879" v="78" actId="20577"/>
          <ac:spMkLst>
            <pc:docMk/>
            <pc:sldMk cId="3780779953" sldId="2228"/>
            <ac:spMk id="11" creationId="{126AFE02-66EF-32EF-25F0-F8A032DB7770}"/>
          </ac:spMkLst>
        </pc:spChg>
      </pc:sldChg>
      <pc:sldChg chg="modSp mod">
        <pc:chgData name="Reuben Stephen" userId="6a6eda1f0b9c2b70" providerId="LiveId" clId="{45DC9B30-6250-44D3-87B5-5E38A097A32A}" dt="2025-04-19T06:38:24.994" v="280" actId="12788"/>
        <pc:sldMkLst>
          <pc:docMk/>
          <pc:sldMk cId="3489297901" sldId="2231"/>
        </pc:sldMkLst>
        <pc:spChg chg="mod">
          <ac:chgData name="Reuben Stephen" userId="6a6eda1f0b9c2b70" providerId="LiveId" clId="{45DC9B30-6250-44D3-87B5-5E38A097A32A}" dt="2025-04-19T06:38:24.994" v="280" actId="12788"/>
          <ac:spMkLst>
            <pc:docMk/>
            <pc:sldMk cId="3489297901" sldId="2231"/>
            <ac:spMk id="11" creationId="{12F0A3C8-C794-6713-6F10-835010CADB1B}"/>
          </ac:spMkLst>
        </pc:spChg>
        <pc:spChg chg="mod">
          <ac:chgData name="Reuben Stephen" userId="6a6eda1f0b9c2b70" providerId="LiveId" clId="{45DC9B30-6250-44D3-87B5-5E38A097A32A}" dt="2025-04-19T06:38:16.374" v="278" actId="12788"/>
          <ac:spMkLst>
            <pc:docMk/>
            <pc:sldMk cId="3489297901" sldId="2231"/>
            <ac:spMk id="12" creationId="{8CFD157C-5BE1-B6E4-1B43-1B377BDFD3D0}"/>
          </ac:spMkLst>
        </pc:spChg>
      </pc:sldChg>
      <pc:sldChg chg="modSp mod">
        <pc:chgData name="Reuben Stephen" userId="6a6eda1f0b9c2b70" providerId="LiveId" clId="{45DC9B30-6250-44D3-87B5-5E38A097A32A}" dt="2025-04-19T06:18:21.167" v="174" actId="114"/>
        <pc:sldMkLst>
          <pc:docMk/>
          <pc:sldMk cId="3170579240" sldId="2233"/>
        </pc:sldMkLst>
        <pc:spChg chg="mod">
          <ac:chgData name="Reuben Stephen" userId="6a6eda1f0b9c2b70" providerId="LiveId" clId="{45DC9B30-6250-44D3-87B5-5E38A097A32A}" dt="2025-04-19T06:18:21.167" v="174" actId="114"/>
          <ac:spMkLst>
            <pc:docMk/>
            <pc:sldMk cId="3170579240" sldId="2233"/>
            <ac:spMk id="11" creationId="{0D9EDAA2-F074-5F04-A166-9EA172CA1B88}"/>
          </ac:spMkLst>
        </pc:spChg>
        <pc:spChg chg="mod">
          <ac:chgData name="Reuben Stephen" userId="6a6eda1f0b9c2b70" providerId="LiveId" clId="{45DC9B30-6250-44D3-87B5-5E38A097A32A}" dt="2025-04-19T06:18:14.393" v="172" actId="114"/>
          <ac:spMkLst>
            <pc:docMk/>
            <pc:sldMk cId="3170579240" sldId="2233"/>
            <ac:spMk id="12" creationId="{75753835-AFCC-6517-FB5B-BA1CF660A40E}"/>
          </ac:spMkLst>
        </pc:spChg>
      </pc:sldChg>
      <pc:sldChg chg="modSp mod">
        <pc:chgData name="Reuben Stephen" userId="6a6eda1f0b9c2b70" providerId="LiveId" clId="{45DC9B30-6250-44D3-87B5-5E38A097A32A}" dt="2025-04-19T06:18:28.115" v="178" actId="114"/>
        <pc:sldMkLst>
          <pc:docMk/>
          <pc:sldMk cId="1784859979" sldId="2235"/>
        </pc:sldMkLst>
        <pc:spChg chg="mod">
          <ac:chgData name="Reuben Stephen" userId="6a6eda1f0b9c2b70" providerId="LiveId" clId="{45DC9B30-6250-44D3-87B5-5E38A097A32A}" dt="2025-04-19T06:18:28.115" v="178" actId="114"/>
          <ac:spMkLst>
            <pc:docMk/>
            <pc:sldMk cId="1784859979" sldId="2235"/>
            <ac:spMk id="11" creationId="{B89345D4-6808-E9BD-FF9D-279C52624459}"/>
          </ac:spMkLst>
        </pc:spChg>
        <pc:spChg chg="mod">
          <ac:chgData name="Reuben Stephen" userId="6a6eda1f0b9c2b70" providerId="LiveId" clId="{45DC9B30-6250-44D3-87B5-5E38A097A32A}" dt="2025-04-19T06:18:25.524" v="176" actId="114"/>
          <ac:spMkLst>
            <pc:docMk/>
            <pc:sldMk cId="1784859979" sldId="2235"/>
            <ac:spMk id="12" creationId="{50E38E33-CEEF-FC62-C769-A06CEC1715C7}"/>
          </ac:spMkLst>
        </pc:spChg>
      </pc:sldChg>
      <pc:sldChg chg="modSp mod">
        <pc:chgData name="Reuben Stephen" userId="6a6eda1f0b9c2b70" providerId="LiveId" clId="{45DC9B30-6250-44D3-87B5-5E38A097A32A}" dt="2025-04-19T06:27:25.689" v="236" actId="6549"/>
        <pc:sldMkLst>
          <pc:docMk/>
          <pc:sldMk cId="3061958577" sldId="2236"/>
        </pc:sldMkLst>
        <pc:spChg chg="mod">
          <ac:chgData name="Reuben Stephen" userId="6a6eda1f0b9c2b70" providerId="LiveId" clId="{45DC9B30-6250-44D3-87B5-5E38A097A32A}" dt="2025-04-19T06:27:23.289" v="235" actId="6549"/>
          <ac:spMkLst>
            <pc:docMk/>
            <pc:sldMk cId="3061958577" sldId="2236"/>
            <ac:spMk id="11" creationId="{06D8A56E-50B1-F4D1-65C9-192E9B11C544}"/>
          </ac:spMkLst>
        </pc:spChg>
        <pc:spChg chg="mod">
          <ac:chgData name="Reuben Stephen" userId="6a6eda1f0b9c2b70" providerId="LiveId" clId="{45DC9B30-6250-44D3-87B5-5E38A097A32A}" dt="2025-04-19T06:27:25.689" v="236" actId="6549"/>
          <ac:spMkLst>
            <pc:docMk/>
            <pc:sldMk cId="3061958577" sldId="2236"/>
            <ac:spMk id="12" creationId="{CD75BDB4-3F16-B41B-E2AC-FDFCDFDC3332}"/>
          </ac:spMkLst>
        </pc:spChg>
      </pc:sldChg>
      <pc:sldChg chg="modSp mod">
        <pc:chgData name="Reuben Stephen" userId="6a6eda1f0b9c2b70" providerId="LiveId" clId="{45DC9B30-6250-44D3-87B5-5E38A097A32A}" dt="2025-04-19T06:12:41.697" v="120" actId="20577"/>
        <pc:sldMkLst>
          <pc:docMk/>
          <pc:sldMk cId="4110030402" sldId="2237"/>
        </pc:sldMkLst>
        <pc:spChg chg="mod">
          <ac:chgData name="Reuben Stephen" userId="6a6eda1f0b9c2b70" providerId="LiveId" clId="{45DC9B30-6250-44D3-87B5-5E38A097A32A}" dt="2025-04-19T06:11:57.217" v="115" actId="20577"/>
          <ac:spMkLst>
            <pc:docMk/>
            <pc:sldMk cId="4110030402" sldId="2237"/>
            <ac:spMk id="11" creationId="{EB885D8D-0852-F0B0-40A5-31BC1C7042C9}"/>
          </ac:spMkLst>
        </pc:spChg>
        <pc:spChg chg="mod">
          <ac:chgData name="Reuben Stephen" userId="6a6eda1f0b9c2b70" providerId="LiveId" clId="{45DC9B30-6250-44D3-87B5-5E38A097A32A}" dt="2025-04-19T06:12:41.697" v="120" actId="20577"/>
          <ac:spMkLst>
            <pc:docMk/>
            <pc:sldMk cId="4110030402" sldId="2237"/>
            <ac:spMk id="12" creationId="{87FBDBE0-2E94-E3EE-03B8-33C11750A9DE}"/>
          </ac:spMkLst>
        </pc:spChg>
      </pc:sldChg>
      <pc:sldChg chg="del">
        <pc:chgData name="Reuben Stephen" userId="6a6eda1f0b9c2b70" providerId="LiveId" clId="{45DC9B30-6250-44D3-87B5-5E38A097A32A}" dt="2025-04-19T06:13:31.905" v="127" actId="47"/>
        <pc:sldMkLst>
          <pc:docMk/>
          <pc:sldMk cId="1457731405" sldId="2238"/>
        </pc:sldMkLst>
      </pc:sldChg>
      <pc:sldChg chg="modSp mod">
        <pc:chgData name="Reuben Stephen" userId="6a6eda1f0b9c2b70" providerId="LiveId" clId="{45DC9B30-6250-44D3-87B5-5E38A097A32A}" dt="2025-04-19T06:15:03.736" v="150" actId="20577"/>
        <pc:sldMkLst>
          <pc:docMk/>
          <pc:sldMk cId="1189225" sldId="2239"/>
        </pc:sldMkLst>
        <pc:spChg chg="mod">
          <ac:chgData name="Reuben Stephen" userId="6a6eda1f0b9c2b70" providerId="LiveId" clId="{45DC9B30-6250-44D3-87B5-5E38A097A32A}" dt="2025-04-19T06:15:03.736" v="150" actId="20577"/>
          <ac:spMkLst>
            <pc:docMk/>
            <pc:sldMk cId="1189225" sldId="2239"/>
            <ac:spMk id="11" creationId="{561CF700-0F57-097D-C677-1C6A8EA8791B}"/>
          </ac:spMkLst>
        </pc:spChg>
        <pc:spChg chg="mod">
          <ac:chgData name="Reuben Stephen" userId="6a6eda1f0b9c2b70" providerId="LiveId" clId="{45DC9B30-6250-44D3-87B5-5E38A097A32A}" dt="2025-04-19T06:14:30.716" v="142" actId="20577"/>
          <ac:spMkLst>
            <pc:docMk/>
            <pc:sldMk cId="1189225" sldId="2239"/>
            <ac:spMk id="12" creationId="{13D1FB90-0ADE-EC80-4748-4293D4AE7D9D}"/>
          </ac:spMkLst>
        </pc:spChg>
      </pc:sldChg>
      <pc:sldChg chg="del">
        <pc:chgData name="Reuben Stephen" userId="6a6eda1f0b9c2b70" providerId="LiveId" clId="{45DC9B30-6250-44D3-87B5-5E38A097A32A}" dt="2025-04-19T06:14:42.763" v="145" actId="47"/>
        <pc:sldMkLst>
          <pc:docMk/>
          <pc:sldMk cId="167032332" sldId="2240"/>
        </pc:sldMkLst>
      </pc:sldChg>
      <pc:sldChg chg="modSp mod">
        <pc:chgData name="Reuben Stephen" userId="6a6eda1f0b9c2b70" providerId="LiveId" clId="{45DC9B30-6250-44D3-87B5-5E38A097A32A}" dt="2025-04-19T06:25:49.887" v="225"/>
        <pc:sldMkLst>
          <pc:docMk/>
          <pc:sldMk cId="2526750278" sldId="2242"/>
        </pc:sldMkLst>
        <pc:spChg chg="mod">
          <ac:chgData name="Reuben Stephen" userId="6a6eda1f0b9c2b70" providerId="LiveId" clId="{45DC9B30-6250-44D3-87B5-5E38A097A32A}" dt="2025-04-19T06:25:40.824" v="224" actId="20577"/>
          <ac:spMkLst>
            <pc:docMk/>
            <pc:sldMk cId="2526750278" sldId="2242"/>
            <ac:spMk id="3" creationId="{D8E96A9D-9A25-A27C-5287-37C02C956F8B}"/>
          </ac:spMkLst>
        </pc:spChg>
        <pc:spChg chg="mod">
          <ac:chgData name="Reuben Stephen" userId="6a6eda1f0b9c2b70" providerId="LiveId" clId="{45DC9B30-6250-44D3-87B5-5E38A097A32A}" dt="2025-04-19T06:25:49.887" v="225"/>
          <ac:spMkLst>
            <pc:docMk/>
            <pc:sldMk cId="2526750278" sldId="2242"/>
            <ac:spMk id="5" creationId="{A93B0008-610D-ED56-BE36-2421E7FD2696}"/>
          </ac:spMkLst>
        </pc:spChg>
      </pc:sldChg>
      <pc:sldChg chg="modSp mod">
        <pc:chgData name="Reuben Stephen" userId="6a6eda1f0b9c2b70" providerId="LiveId" clId="{45DC9B30-6250-44D3-87B5-5E38A097A32A}" dt="2025-04-19T06:31:03.709" v="254" actId="20577"/>
        <pc:sldMkLst>
          <pc:docMk/>
          <pc:sldMk cId="3477834588" sldId="2250"/>
        </pc:sldMkLst>
        <pc:spChg chg="mod">
          <ac:chgData name="Reuben Stephen" userId="6a6eda1f0b9c2b70" providerId="LiveId" clId="{45DC9B30-6250-44D3-87B5-5E38A097A32A}" dt="2025-04-19T06:31:03.709" v="254" actId="20577"/>
          <ac:spMkLst>
            <pc:docMk/>
            <pc:sldMk cId="3477834588" sldId="2250"/>
            <ac:spMk id="7" creationId="{51ED1387-DDC2-45A4-3B0E-F6004895B3CE}"/>
          </ac:spMkLst>
        </pc:spChg>
        <pc:spChg chg="mod">
          <ac:chgData name="Reuben Stephen" userId="6a6eda1f0b9c2b70" providerId="LiveId" clId="{45DC9B30-6250-44D3-87B5-5E38A097A32A}" dt="2025-04-19T06:30:51.891" v="253" actId="1076"/>
          <ac:spMkLst>
            <pc:docMk/>
            <pc:sldMk cId="3477834588" sldId="2250"/>
            <ac:spMk id="8" creationId="{EAA5BE76-DC7F-2851-5AD0-806F68493544}"/>
          </ac:spMkLst>
        </pc:spChg>
      </pc:sldChg>
      <pc:sldChg chg="modSp mod">
        <pc:chgData name="Reuben Stephen" userId="6a6eda1f0b9c2b70" providerId="LiveId" clId="{45DC9B30-6250-44D3-87B5-5E38A097A32A}" dt="2025-04-19T06:53:59.930" v="306" actId="20577"/>
        <pc:sldMkLst>
          <pc:docMk/>
          <pc:sldMk cId="1064694149" sldId="2252"/>
        </pc:sldMkLst>
        <pc:spChg chg="mod">
          <ac:chgData name="Reuben Stephen" userId="6a6eda1f0b9c2b70" providerId="LiveId" clId="{45DC9B30-6250-44D3-87B5-5E38A097A32A}" dt="2025-04-19T06:53:59.930" v="306" actId="20577"/>
          <ac:spMkLst>
            <pc:docMk/>
            <pc:sldMk cId="1064694149" sldId="2252"/>
            <ac:spMk id="4" creationId="{84EF326A-FE36-3468-2B6A-FCBA20761AE9}"/>
          </ac:spMkLst>
        </pc:spChg>
      </pc:sldChg>
      <pc:sldChg chg="modSp mod">
        <pc:chgData name="Reuben Stephen" userId="6a6eda1f0b9c2b70" providerId="LiveId" clId="{45DC9B30-6250-44D3-87B5-5E38A097A32A}" dt="2025-04-19T06:11:13.330" v="101" actId="404"/>
        <pc:sldMkLst>
          <pc:docMk/>
          <pc:sldMk cId="3535621030" sldId="2255"/>
        </pc:sldMkLst>
        <pc:spChg chg="mod">
          <ac:chgData name="Reuben Stephen" userId="6a6eda1f0b9c2b70" providerId="LiveId" clId="{45DC9B30-6250-44D3-87B5-5E38A097A32A}" dt="2025-04-19T06:10:44.920" v="95" actId="20577"/>
          <ac:spMkLst>
            <pc:docMk/>
            <pc:sldMk cId="3535621030" sldId="2255"/>
            <ac:spMk id="11" creationId="{04E3D9C2-0264-A265-4DFB-16A6CA780D74}"/>
          </ac:spMkLst>
        </pc:spChg>
        <pc:spChg chg="mod">
          <ac:chgData name="Reuben Stephen" userId="6a6eda1f0b9c2b70" providerId="LiveId" clId="{45DC9B30-6250-44D3-87B5-5E38A097A32A}" dt="2025-04-19T06:11:13.330" v="101" actId="404"/>
          <ac:spMkLst>
            <pc:docMk/>
            <pc:sldMk cId="3535621030" sldId="2255"/>
            <ac:spMk id="12" creationId="{649C5D81-2C41-2272-67E5-5B3DE35646F5}"/>
          </ac:spMkLst>
        </pc:spChg>
      </pc:sldChg>
      <pc:sldChg chg="modSp mod">
        <pc:chgData name="Reuben Stephen" userId="6a6eda1f0b9c2b70" providerId="LiveId" clId="{45DC9B30-6250-44D3-87B5-5E38A097A32A}" dt="2025-04-19T06:19:47.984" v="193" actId="12788"/>
        <pc:sldMkLst>
          <pc:docMk/>
          <pc:sldMk cId="2323970490" sldId="2257"/>
        </pc:sldMkLst>
        <pc:spChg chg="mod">
          <ac:chgData name="Reuben Stephen" userId="6a6eda1f0b9c2b70" providerId="LiveId" clId="{45DC9B30-6250-44D3-87B5-5E38A097A32A}" dt="2025-04-19T06:19:44.289" v="192" actId="12788"/>
          <ac:spMkLst>
            <pc:docMk/>
            <pc:sldMk cId="2323970490" sldId="2257"/>
            <ac:spMk id="11" creationId="{1952B32B-D22D-F213-E8CC-EDEE94D021BF}"/>
          </ac:spMkLst>
        </pc:spChg>
        <pc:spChg chg="mod">
          <ac:chgData name="Reuben Stephen" userId="6a6eda1f0b9c2b70" providerId="LiveId" clId="{45DC9B30-6250-44D3-87B5-5E38A097A32A}" dt="2025-04-19T06:19:47.984" v="193" actId="12788"/>
          <ac:spMkLst>
            <pc:docMk/>
            <pc:sldMk cId="2323970490" sldId="2257"/>
            <ac:spMk id="12" creationId="{26747E09-0F33-E0AE-56AD-F30530674AD3}"/>
          </ac:spMkLst>
        </pc:spChg>
      </pc:sldChg>
      <pc:sldChg chg="modSp mod">
        <pc:chgData name="Reuben Stephen" userId="6a6eda1f0b9c2b70" providerId="LiveId" clId="{45DC9B30-6250-44D3-87B5-5E38A097A32A}" dt="2025-04-19T06:31:42.175" v="255" actId="20577"/>
        <pc:sldMkLst>
          <pc:docMk/>
          <pc:sldMk cId="185820612" sldId="2260"/>
        </pc:sldMkLst>
        <pc:spChg chg="mod">
          <ac:chgData name="Reuben Stephen" userId="6a6eda1f0b9c2b70" providerId="LiveId" clId="{45DC9B30-6250-44D3-87B5-5E38A097A32A}" dt="2025-04-19T06:31:42.175" v="255" actId="20577"/>
          <ac:spMkLst>
            <pc:docMk/>
            <pc:sldMk cId="185820612" sldId="2260"/>
            <ac:spMk id="5" creationId="{4BF9CA61-6680-419C-A597-2B8F90F492F3}"/>
          </ac:spMkLst>
        </pc:spChg>
      </pc:sldChg>
      <pc:sldChg chg="modSp mod">
        <pc:chgData name="Reuben Stephen" userId="6a6eda1f0b9c2b70" providerId="LiveId" clId="{45DC9B30-6250-44D3-87B5-5E38A097A32A}" dt="2025-04-19T06:32:16.052" v="256" actId="20577"/>
        <pc:sldMkLst>
          <pc:docMk/>
          <pc:sldMk cId="2538666468" sldId="2261"/>
        </pc:sldMkLst>
        <pc:spChg chg="mod">
          <ac:chgData name="Reuben Stephen" userId="6a6eda1f0b9c2b70" providerId="LiveId" clId="{45DC9B30-6250-44D3-87B5-5E38A097A32A}" dt="2025-04-19T06:32:16.052" v="256" actId="20577"/>
          <ac:spMkLst>
            <pc:docMk/>
            <pc:sldMk cId="2538666468" sldId="2261"/>
            <ac:spMk id="4" creationId="{059DE7B7-6808-DBF9-5BEE-76FF86C0C81A}"/>
          </ac:spMkLst>
        </pc:spChg>
      </pc:sldChg>
      <pc:sldChg chg="modSp mod">
        <pc:chgData name="Reuben Stephen" userId="6a6eda1f0b9c2b70" providerId="LiveId" clId="{45DC9B30-6250-44D3-87B5-5E38A097A32A}" dt="2025-04-19T06:53:56.903" v="305" actId="20577"/>
        <pc:sldMkLst>
          <pc:docMk/>
          <pc:sldMk cId="71336007" sldId="2262"/>
        </pc:sldMkLst>
        <pc:spChg chg="mod">
          <ac:chgData name="Reuben Stephen" userId="6a6eda1f0b9c2b70" providerId="LiveId" clId="{45DC9B30-6250-44D3-87B5-5E38A097A32A}" dt="2025-04-19T06:53:56.903" v="305" actId="20577"/>
          <ac:spMkLst>
            <pc:docMk/>
            <pc:sldMk cId="71336007" sldId="2262"/>
            <ac:spMk id="4" creationId="{3E579CCB-D939-72FA-4919-64BDF924FBDB}"/>
          </ac:spMkLst>
        </pc:spChg>
      </pc:sldChg>
      <pc:sldChg chg="modSp mod">
        <pc:chgData name="Reuben Stephen" userId="6a6eda1f0b9c2b70" providerId="LiveId" clId="{45DC9B30-6250-44D3-87B5-5E38A097A32A}" dt="2025-04-19T06:53:54.267" v="304" actId="20577"/>
        <pc:sldMkLst>
          <pc:docMk/>
          <pc:sldMk cId="2040708728" sldId="2263"/>
        </pc:sldMkLst>
        <pc:spChg chg="mod">
          <ac:chgData name="Reuben Stephen" userId="6a6eda1f0b9c2b70" providerId="LiveId" clId="{45DC9B30-6250-44D3-87B5-5E38A097A32A}" dt="2025-04-19T06:53:54.267" v="304" actId="20577"/>
          <ac:spMkLst>
            <pc:docMk/>
            <pc:sldMk cId="2040708728" sldId="2263"/>
            <ac:spMk id="4" creationId="{2192DEFE-9E6F-1AAB-A06C-6774A73F3F17}"/>
          </ac:spMkLst>
        </pc:spChg>
      </pc:sldChg>
      <pc:sldChg chg="modSp mod">
        <pc:chgData name="Reuben Stephen" userId="6a6eda1f0b9c2b70" providerId="LiveId" clId="{45DC9B30-6250-44D3-87B5-5E38A097A32A}" dt="2025-04-19T06:53:51.592" v="303" actId="20577"/>
        <pc:sldMkLst>
          <pc:docMk/>
          <pc:sldMk cId="2534319763" sldId="2264"/>
        </pc:sldMkLst>
        <pc:spChg chg="mod">
          <ac:chgData name="Reuben Stephen" userId="6a6eda1f0b9c2b70" providerId="LiveId" clId="{45DC9B30-6250-44D3-87B5-5E38A097A32A}" dt="2025-04-19T06:53:51.592" v="303" actId="20577"/>
          <ac:spMkLst>
            <pc:docMk/>
            <pc:sldMk cId="2534319763" sldId="2264"/>
            <ac:spMk id="4" creationId="{6C877B68-0877-13FF-4AE3-F9A9807ABA38}"/>
          </ac:spMkLst>
        </pc:spChg>
      </pc:sldChg>
      <pc:sldChg chg="modSp mod">
        <pc:chgData name="Reuben Stephen" userId="6a6eda1f0b9c2b70" providerId="LiveId" clId="{45DC9B30-6250-44D3-87B5-5E38A097A32A}" dt="2025-04-19T06:53:49.051" v="302" actId="20577"/>
        <pc:sldMkLst>
          <pc:docMk/>
          <pc:sldMk cId="1077729681" sldId="2265"/>
        </pc:sldMkLst>
        <pc:spChg chg="mod">
          <ac:chgData name="Reuben Stephen" userId="6a6eda1f0b9c2b70" providerId="LiveId" clId="{45DC9B30-6250-44D3-87B5-5E38A097A32A}" dt="2025-04-19T06:53:49.051" v="302" actId="20577"/>
          <ac:spMkLst>
            <pc:docMk/>
            <pc:sldMk cId="1077729681" sldId="2265"/>
            <ac:spMk id="4" creationId="{5721556E-28F6-A8CA-892B-D3F58D20BDF5}"/>
          </ac:spMkLst>
        </pc:spChg>
      </pc:sldChg>
      <pc:sldChg chg="modSp mod">
        <pc:chgData name="Reuben Stephen" userId="6a6eda1f0b9c2b70" providerId="LiveId" clId="{45DC9B30-6250-44D3-87B5-5E38A097A32A}" dt="2025-04-19T06:28:53.912" v="237"/>
        <pc:sldMkLst>
          <pc:docMk/>
          <pc:sldMk cId="3593547148" sldId="2266"/>
        </pc:sldMkLst>
        <pc:spChg chg="mod">
          <ac:chgData name="Reuben Stephen" userId="6a6eda1f0b9c2b70" providerId="LiveId" clId="{45DC9B30-6250-44D3-87B5-5E38A097A32A}" dt="2025-04-19T06:26:51.916" v="232" actId="20577"/>
          <ac:spMkLst>
            <pc:docMk/>
            <pc:sldMk cId="3593547148" sldId="2266"/>
            <ac:spMk id="8" creationId="{0C624CB5-A703-8A35-915E-4C5548F58244}"/>
          </ac:spMkLst>
        </pc:spChg>
        <pc:spChg chg="mod">
          <ac:chgData name="Reuben Stephen" userId="6a6eda1f0b9c2b70" providerId="LiveId" clId="{45DC9B30-6250-44D3-87B5-5E38A097A32A}" dt="2025-04-19T06:28:53.912" v="237"/>
          <ac:spMkLst>
            <pc:docMk/>
            <pc:sldMk cId="3593547148" sldId="2266"/>
            <ac:spMk id="9" creationId="{E309B5B2-C449-58A0-D971-21D853B4964B}"/>
          </ac:spMkLst>
        </pc:spChg>
      </pc:sldChg>
      <pc:sldChg chg="modSp mod">
        <pc:chgData name="Reuben Stephen" userId="6a6eda1f0b9c2b70" providerId="LiveId" clId="{45DC9B30-6250-44D3-87B5-5E38A097A32A}" dt="2025-04-19T06:29:20.306" v="241" actId="114"/>
        <pc:sldMkLst>
          <pc:docMk/>
          <pc:sldMk cId="3458419097" sldId="2267"/>
        </pc:sldMkLst>
        <pc:spChg chg="mod">
          <ac:chgData name="Reuben Stephen" userId="6a6eda1f0b9c2b70" providerId="LiveId" clId="{45DC9B30-6250-44D3-87B5-5E38A097A32A}" dt="2025-04-19T06:29:13.703" v="239" actId="114"/>
          <ac:spMkLst>
            <pc:docMk/>
            <pc:sldMk cId="3458419097" sldId="2267"/>
            <ac:spMk id="3" creationId="{DD5EF0DC-B3D5-8C55-A964-D7013DD4828D}"/>
          </ac:spMkLst>
        </pc:spChg>
        <pc:spChg chg="mod">
          <ac:chgData name="Reuben Stephen" userId="6a6eda1f0b9c2b70" providerId="LiveId" clId="{45DC9B30-6250-44D3-87B5-5E38A097A32A}" dt="2025-04-19T06:29:20.306" v="241" actId="114"/>
          <ac:spMkLst>
            <pc:docMk/>
            <pc:sldMk cId="3458419097" sldId="2267"/>
            <ac:spMk id="5" creationId="{04BF571A-A6A9-3ADD-CACF-4046F31CE174}"/>
          </ac:spMkLst>
        </pc:spChg>
      </pc:sldChg>
      <pc:sldChg chg="modSp mod">
        <pc:chgData name="Reuben Stephen" userId="6a6eda1f0b9c2b70" providerId="LiveId" clId="{45DC9B30-6250-44D3-87B5-5E38A097A32A}" dt="2025-04-19T06:30:30.343" v="252" actId="207"/>
        <pc:sldMkLst>
          <pc:docMk/>
          <pc:sldMk cId="563162819" sldId="2268"/>
        </pc:sldMkLst>
        <pc:spChg chg="mod">
          <ac:chgData name="Reuben Stephen" userId="6a6eda1f0b9c2b70" providerId="LiveId" clId="{45DC9B30-6250-44D3-87B5-5E38A097A32A}" dt="2025-04-19T06:30:23.516" v="250" actId="20577"/>
          <ac:spMkLst>
            <pc:docMk/>
            <pc:sldMk cId="563162819" sldId="2268"/>
            <ac:spMk id="7" creationId="{8B0B3200-4A23-FA36-BDE7-BE320F919053}"/>
          </ac:spMkLst>
        </pc:spChg>
        <pc:spChg chg="mod">
          <ac:chgData name="Reuben Stephen" userId="6a6eda1f0b9c2b70" providerId="LiveId" clId="{45DC9B30-6250-44D3-87B5-5E38A097A32A}" dt="2025-04-19T06:30:30.343" v="252" actId="207"/>
          <ac:spMkLst>
            <pc:docMk/>
            <pc:sldMk cId="563162819" sldId="2268"/>
            <ac:spMk id="8" creationId="{A29D8FBE-FAB8-5F21-0EAF-9E2F06CA9EBA}"/>
          </ac:spMkLst>
        </pc:spChg>
      </pc:sldChg>
      <pc:sldChg chg="modSp add mod">
        <pc:chgData name="Reuben Stephen" userId="6a6eda1f0b9c2b70" providerId="LiveId" clId="{45DC9B30-6250-44D3-87B5-5E38A097A32A}" dt="2025-04-19T06:13:24.752" v="126" actId="14100"/>
        <pc:sldMkLst>
          <pc:docMk/>
          <pc:sldMk cId="860467773" sldId="2273"/>
        </pc:sldMkLst>
        <pc:spChg chg="mod">
          <ac:chgData name="Reuben Stephen" userId="6a6eda1f0b9c2b70" providerId="LiveId" clId="{45DC9B30-6250-44D3-87B5-5E38A097A32A}" dt="2025-04-19T06:12:55.850" v="122" actId="20577"/>
          <ac:spMkLst>
            <pc:docMk/>
            <pc:sldMk cId="860467773" sldId="2273"/>
            <ac:spMk id="5" creationId="{2074AE54-C286-38E3-40FB-F0A4C14D9453}"/>
          </ac:spMkLst>
        </pc:spChg>
        <pc:spChg chg="mod">
          <ac:chgData name="Reuben Stephen" userId="6a6eda1f0b9c2b70" providerId="LiveId" clId="{45DC9B30-6250-44D3-87B5-5E38A097A32A}" dt="2025-04-19T06:13:24.752" v="126" actId="14100"/>
          <ac:spMkLst>
            <pc:docMk/>
            <pc:sldMk cId="860467773" sldId="2273"/>
            <ac:spMk id="12" creationId="{45C16548-F168-281D-C7E2-910518AEAD9D}"/>
          </ac:spMkLst>
        </pc:spChg>
      </pc:sldChg>
      <pc:sldChg chg="modSp add mod">
        <pc:chgData name="Reuben Stephen" userId="6a6eda1f0b9c2b70" providerId="LiveId" clId="{45DC9B30-6250-44D3-87B5-5E38A097A32A}" dt="2025-04-19T06:14:40.704" v="144" actId="20577"/>
        <pc:sldMkLst>
          <pc:docMk/>
          <pc:sldMk cId="1174471822" sldId="2274"/>
        </pc:sldMkLst>
        <pc:spChg chg="mod">
          <ac:chgData name="Reuben Stephen" userId="6a6eda1f0b9c2b70" providerId="LiveId" clId="{45DC9B30-6250-44D3-87B5-5E38A097A32A}" dt="2025-04-19T06:14:40.704" v="144" actId="20577"/>
          <ac:spMkLst>
            <pc:docMk/>
            <pc:sldMk cId="1174471822" sldId="2274"/>
            <ac:spMk id="5" creationId="{4869B1D6-274B-FE1C-2C48-35DC546B5E89}"/>
          </ac:spMkLst>
        </pc:spChg>
      </pc:sldChg>
      <pc:sldChg chg="modSp mod">
        <pc:chgData name="Reuben Stephen" userId="6a6eda1f0b9c2b70" providerId="LiveId" clId="{45DC9B30-6250-44D3-87B5-5E38A097A32A}" dt="2025-04-19T06:53:44.525" v="301" actId="20577"/>
        <pc:sldMkLst>
          <pc:docMk/>
          <pc:sldMk cId="3517840952" sldId="2275"/>
        </pc:sldMkLst>
        <pc:spChg chg="mod">
          <ac:chgData name="Reuben Stephen" userId="6a6eda1f0b9c2b70" providerId="LiveId" clId="{45DC9B30-6250-44D3-87B5-5E38A097A32A}" dt="2025-04-19T06:53:24.836" v="299" actId="20577"/>
          <ac:spMkLst>
            <pc:docMk/>
            <pc:sldMk cId="3517840952" sldId="2275"/>
            <ac:spMk id="3" creationId="{AC0A297A-7B1C-CF8F-9A6B-0817A498DB43}"/>
          </ac:spMkLst>
        </pc:spChg>
        <pc:spChg chg="mod">
          <ac:chgData name="Reuben Stephen" userId="6a6eda1f0b9c2b70" providerId="LiveId" clId="{45DC9B30-6250-44D3-87B5-5E38A097A32A}" dt="2025-04-19T06:53:44.525" v="301" actId="20577"/>
          <ac:spMkLst>
            <pc:docMk/>
            <pc:sldMk cId="3517840952" sldId="2275"/>
            <ac:spMk id="4" creationId="{C5DF990B-D95A-2CA1-B6D0-93A46F9D81FE}"/>
          </ac:spMkLst>
        </pc:spChg>
      </pc:sldChg>
    </pc:docChg>
  </pc:docChgLst>
  <pc:docChgLst>
    <pc:chgData name="Sini Mathew" userId="3875fe58a975fc01" providerId="LiveId" clId="{392A5648-CA1A-43E0-B6B1-E0329748FFD7}"/>
    <pc:docChg chg="undo redo custSel delSld modSld">
      <pc:chgData name="Sini Mathew" userId="3875fe58a975fc01" providerId="LiveId" clId="{392A5648-CA1A-43E0-B6B1-E0329748FFD7}" dt="2025-04-15T02:39:26.822" v="181" actId="1076"/>
      <pc:docMkLst>
        <pc:docMk/>
      </pc:docMkLst>
      <pc:sldChg chg="modSp mod">
        <pc:chgData name="Sini Mathew" userId="3875fe58a975fc01" providerId="LiveId" clId="{392A5648-CA1A-43E0-B6B1-E0329748FFD7}" dt="2025-04-15T02:36:18.116" v="91" actId="20577"/>
        <pc:sldMkLst>
          <pc:docMk/>
          <pc:sldMk cId="3749989706" sldId="439"/>
        </pc:sldMkLst>
        <pc:spChg chg="mod">
          <ac:chgData name="Sini Mathew" userId="3875fe58a975fc01" providerId="LiveId" clId="{392A5648-CA1A-43E0-B6B1-E0329748FFD7}" dt="2025-04-15T02:36:18.116" v="91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Sini Mathew" userId="3875fe58a975fc01" providerId="LiveId" clId="{392A5648-CA1A-43E0-B6B1-E0329748FFD7}" dt="2025-04-15T02:26:16.645" v="6" actId="20577"/>
        <pc:sldMkLst>
          <pc:docMk/>
          <pc:sldMk cId="2329691217" sldId="511"/>
        </pc:sldMkLst>
        <pc:spChg chg="mod">
          <ac:chgData name="Sini Mathew" userId="3875fe58a975fc01" providerId="LiveId" clId="{392A5648-CA1A-43E0-B6B1-E0329748FFD7}" dt="2025-04-15T02:26:16.645" v="6" actId="20577"/>
          <ac:spMkLst>
            <pc:docMk/>
            <pc:sldMk cId="2329691217" sldId="511"/>
            <ac:spMk id="2" creationId="{A310C7A2-B140-7C31-BCBA-76CAF5F59BEF}"/>
          </ac:spMkLst>
        </pc:spChg>
      </pc:sldChg>
      <pc:sldChg chg="modSp mod">
        <pc:chgData name="Sini Mathew" userId="3875fe58a975fc01" providerId="LiveId" clId="{392A5648-CA1A-43E0-B6B1-E0329748FFD7}" dt="2025-04-15T02:38:46.607" v="149" actId="1076"/>
        <pc:sldMkLst>
          <pc:docMk/>
          <pc:sldMk cId="2078510117" sldId="633"/>
        </pc:sldMkLst>
        <pc:spChg chg="mod">
          <ac:chgData name="Sini Mathew" userId="3875fe58a975fc01" providerId="LiveId" clId="{392A5648-CA1A-43E0-B6B1-E0329748FFD7}" dt="2025-04-15T02:38:46.607" v="149" actId="1076"/>
          <ac:spMkLst>
            <pc:docMk/>
            <pc:sldMk cId="2078510117" sldId="633"/>
            <ac:spMk id="6" creationId="{2A77E361-0731-5941-80D2-641C47A02C93}"/>
          </ac:spMkLst>
        </pc:spChg>
      </pc:sldChg>
      <pc:sldChg chg="modSp mod">
        <pc:chgData name="Sini Mathew" userId="3875fe58a975fc01" providerId="LiveId" clId="{392A5648-CA1A-43E0-B6B1-E0329748FFD7}" dt="2025-04-15T02:34:23.020" v="69" actId="20577"/>
        <pc:sldMkLst>
          <pc:docMk/>
          <pc:sldMk cId="347759732" sldId="952"/>
        </pc:sldMkLst>
        <pc:spChg chg="mod">
          <ac:chgData name="Sini Mathew" userId="3875fe58a975fc01" providerId="LiveId" clId="{392A5648-CA1A-43E0-B6B1-E0329748FFD7}" dt="2025-04-15T02:34:23.020" v="69" actId="20577"/>
          <ac:spMkLst>
            <pc:docMk/>
            <pc:sldMk cId="347759732" sldId="952"/>
            <ac:spMk id="3" creationId="{6DD02174-DEBC-400F-A4DF-B2DD71DE45B9}"/>
          </ac:spMkLst>
        </pc:spChg>
      </pc:sldChg>
      <pc:sldChg chg="addSp modSp mod">
        <pc:chgData name="Sini Mathew" userId="3875fe58a975fc01" providerId="LiveId" clId="{392A5648-CA1A-43E0-B6B1-E0329748FFD7}" dt="2025-04-15T02:35:05.199" v="80" actId="1076"/>
        <pc:sldMkLst>
          <pc:docMk/>
          <pc:sldMk cId="1738488628" sldId="1543"/>
        </pc:sldMkLst>
      </pc:sldChg>
      <pc:sldChg chg="modSp mod">
        <pc:chgData name="Sini Mathew" userId="3875fe58a975fc01" providerId="LiveId" clId="{392A5648-CA1A-43E0-B6B1-E0329748FFD7}" dt="2025-04-15T02:36:26.434" v="96" actId="20577"/>
        <pc:sldMkLst>
          <pc:docMk/>
          <pc:sldMk cId="3368756669" sldId="1545"/>
        </pc:sldMkLst>
        <pc:spChg chg="mod">
          <ac:chgData name="Sini Mathew" userId="3875fe58a975fc01" providerId="LiveId" clId="{392A5648-CA1A-43E0-B6B1-E0329748FFD7}" dt="2025-04-15T02:36:26.434" v="96" actId="20577"/>
          <ac:spMkLst>
            <pc:docMk/>
            <pc:sldMk cId="3368756669" sldId="1545"/>
            <ac:spMk id="2" creationId="{69072751-0DFD-E04D-8DBC-6192EE4B4B2A}"/>
          </ac:spMkLst>
        </pc:spChg>
      </pc:sldChg>
      <pc:sldChg chg="modSp mod">
        <pc:chgData name="Sini Mathew" userId="3875fe58a975fc01" providerId="LiveId" clId="{392A5648-CA1A-43E0-B6B1-E0329748FFD7}" dt="2025-04-15T02:39:26.822" v="181" actId="1076"/>
        <pc:sldMkLst>
          <pc:docMk/>
          <pc:sldMk cId="2430628198" sldId="1888"/>
        </pc:sldMkLst>
        <pc:spChg chg="mod">
          <ac:chgData name="Sini Mathew" userId="3875fe58a975fc01" providerId="LiveId" clId="{392A5648-CA1A-43E0-B6B1-E0329748FFD7}" dt="2025-04-15T02:39:21.587" v="180" actId="20577"/>
          <ac:spMkLst>
            <pc:docMk/>
            <pc:sldMk cId="2430628198" sldId="1888"/>
            <ac:spMk id="2" creationId="{69072751-0DFD-E04D-8DBC-6192EE4B4B2A}"/>
          </ac:spMkLst>
        </pc:spChg>
      </pc:sldChg>
      <pc:sldChg chg="delSp modSp mod">
        <pc:chgData name="Sini Mathew" userId="3875fe58a975fc01" providerId="LiveId" clId="{392A5648-CA1A-43E0-B6B1-E0329748FFD7}" dt="2025-04-15T02:30:48.840" v="59" actId="20577"/>
        <pc:sldMkLst>
          <pc:docMk/>
          <pc:sldMk cId="88404620" sldId="1980"/>
        </pc:sldMkLst>
        <pc:spChg chg="mod">
          <ac:chgData name="Sini Mathew" userId="3875fe58a975fc01" providerId="LiveId" clId="{392A5648-CA1A-43E0-B6B1-E0329748FFD7}" dt="2025-04-15T02:29:06.135" v="27" actId="20577"/>
          <ac:spMkLst>
            <pc:docMk/>
            <pc:sldMk cId="88404620" sldId="1980"/>
            <ac:spMk id="2" creationId="{00000000-0000-0000-0000-000000000000}"/>
          </ac:spMkLst>
        </pc:spChg>
        <pc:spChg chg="mod">
          <ac:chgData name="Sini Mathew" userId="3875fe58a975fc01" providerId="LiveId" clId="{392A5648-CA1A-43E0-B6B1-E0329748FFD7}" dt="2025-04-15T02:30:48.840" v="59" actId="20577"/>
          <ac:spMkLst>
            <pc:docMk/>
            <pc:sldMk cId="88404620" sldId="1980"/>
            <ac:spMk id="4" creationId="{11638D45-CE17-40C1-F11F-770D918C473D}"/>
          </ac:spMkLst>
        </pc:spChg>
        <pc:spChg chg="mod">
          <ac:chgData name="Sini Mathew" userId="3875fe58a975fc01" providerId="LiveId" clId="{392A5648-CA1A-43E0-B6B1-E0329748FFD7}" dt="2025-04-15T02:28:00.418" v="10"/>
          <ac:spMkLst>
            <pc:docMk/>
            <pc:sldMk cId="88404620" sldId="1980"/>
            <ac:spMk id="12" creationId="{7905A2DF-1131-91B8-F9F4-29C2BA98F4E1}"/>
          </ac:spMkLst>
        </pc:spChg>
      </pc:sldChg>
      <pc:sldChg chg="delSp modSp mod">
        <pc:chgData name="Sini Mathew" userId="3875fe58a975fc01" providerId="LiveId" clId="{392A5648-CA1A-43E0-B6B1-E0329748FFD7}" dt="2025-04-15T02:30:52.864" v="61" actId="20577"/>
        <pc:sldMkLst>
          <pc:docMk/>
          <pc:sldMk cId="4046410781" sldId="2127"/>
        </pc:sldMkLst>
      </pc:sldChg>
      <pc:sldChg chg="delSp modSp mod">
        <pc:chgData name="Sini Mathew" userId="3875fe58a975fc01" providerId="LiveId" clId="{392A5648-CA1A-43E0-B6B1-E0329748FFD7}" dt="2025-04-15T02:30:57.098" v="63" actId="20577"/>
        <pc:sldMkLst>
          <pc:docMk/>
          <pc:sldMk cId="1278113787" sldId="2128"/>
        </pc:sldMkLst>
      </pc:sldChg>
      <pc:sldChg chg="addSp delSp modSp mod">
        <pc:chgData name="Sini Mathew" userId="3875fe58a975fc01" providerId="LiveId" clId="{392A5648-CA1A-43E0-B6B1-E0329748FFD7}" dt="2025-04-15T02:31:00.847" v="65" actId="20577"/>
        <pc:sldMkLst>
          <pc:docMk/>
          <pc:sldMk cId="616756977" sldId="2129"/>
        </pc:sldMkLst>
      </pc:sldChg>
      <pc:sldChg chg="del">
        <pc:chgData name="Sini Mathew" userId="3875fe58a975fc01" providerId="LiveId" clId="{392A5648-CA1A-43E0-B6B1-E0329748FFD7}" dt="2025-04-15T02:31:04.793" v="66" actId="47"/>
        <pc:sldMkLst>
          <pc:docMk/>
          <pc:sldMk cId="3667561014" sldId="2130"/>
        </pc:sldMkLst>
      </pc:sldChg>
      <pc:sldChg chg="modSp mod">
        <pc:chgData name="Sini Mathew" userId="3875fe58a975fc01" providerId="LiveId" clId="{392A5648-CA1A-43E0-B6B1-E0329748FFD7}" dt="2025-04-15T02:37:53.855" v="100" actId="20577"/>
        <pc:sldMkLst>
          <pc:docMk/>
          <pc:sldMk cId="1383090789" sldId="2133"/>
        </pc:sldMkLst>
      </pc:sldChg>
      <pc:sldChg chg="modSp mod">
        <pc:chgData name="Sini Mathew" userId="3875fe58a975fc01" providerId="LiveId" clId="{392A5648-CA1A-43E0-B6B1-E0329748FFD7}" dt="2025-04-15T02:37:59.399" v="104" actId="20577"/>
        <pc:sldMkLst>
          <pc:docMk/>
          <pc:sldMk cId="2344975083" sldId="2134"/>
        </pc:sldMkLst>
      </pc:sldChg>
      <pc:sldChg chg="modSp mod">
        <pc:chgData name="Sini Mathew" userId="3875fe58a975fc01" providerId="LiveId" clId="{392A5648-CA1A-43E0-B6B1-E0329748FFD7}" dt="2025-04-15T02:38:10.454" v="112" actId="20577"/>
        <pc:sldMkLst>
          <pc:docMk/>
          <pc:sldMk cId="1248507728" sldId="2183"/>
        </pc:sldMkLst>
      </pc:sldChg>
      <pc:sldChg chg="modSp mod">
        <pc:chgData name="Sini Mathew" userId="3875fe58a975fc01" providerId="LiveId" clId="{392A5648-CA1A-43E0-B6B1-E0329748FFD7}" dt="2025-04-15T02:38:04.741" v="108" actId="20577"/>
        <pc:sldMkLst>
          <pc:docMk/>
          <pc:sldMk cId="259297803" sldId="2189"/>
        </pc:sldMkLst>
      </pc:sldChg>
      <pc:sldChg chg="modSp mod">
        <pc:chgData name="Sini Mathew" userId="3875fe58a975fc01" providerId="LiveId" clId="{392A5648-CA1A-43E0-B6B1-E0329748FFD7}" dt="2025-04-15T02:38:16.557" v="116" actId="20577"/>
        <pc:sldMkLst>
          <pc:docMk/>
          <pc:sldMk cId="3228609223" sldId="2190"/>
        </pc:sldMkLst>
      </pc:sldChg>
    </pc:docChg>
  </pc:docChgLst>
  <pc:docChgLst>
    <pc:chgData name="Jim Cherian" userId="42bbbbf2bb86bc24" providerId="LiveId" clId="{24CA7084-25FB-4B3B-85FF-E749C9ABBD05}"/>
    <pc:docChg chg="undo redo custSel addSld delSld modSld sldOrd">
      <pc:chgData name="Jim Cherian" userId="42bbbbf2bb86bc24" providerId="LiveId" clId="{24CA7084-25FB-4B3B-85FF-E749C9ABBD05}" dt="2025-04-19T07:47:04.886" v="1750" actId="12788"/>
      <pc:docMkLst>
        <pc:docMk/>
      </pc:docMkLst>
      <pc:sldChg chg="modSp mod">
        <pc:chgData name="Jim Cherian" userId="42bbbbf2bb86bc24" providerId="LiveId" clId="{24CA7084-25FB-4B3B-85FF-E749C9ABBD05}" dt="2025-04-18T14:32:37.143" v="589" actId="20577"/>
        <pc:sldMkLst>
          <pc:docMk/>
          <pc:sldMk cId="3749989706" sldId="439"/>
        </pc:sldMkLst>
        <pc:spChg chg="mod">
          <ac:chgData name="Jim Cherian" userId="42bbbbf2bb86bc24" providerId="LiveId" clId="{24CA7084-25FB-4B3B-85FF-E749C9ABBD05}" dt="2025-04-18T14:32:37.143" v="589" actId="20577"/>
          <ac:spMkLst>
            <pc:docMk/>
            <pc:sldMk cId="3749989706" sldId="439"/>
            <ac:spMk id="4" creationId="{24B59398-515B-40E4-9922-357DB2AB5477}"/>
          </ac:spMkLst>
        </pc:spChg>
      </pc:sldChg>
      <pc:sldChg chg="modSp mod">
        <pc:chgData name="Jim Cherian" userId="42bbbbf2bb86bc24" providerId="LiveId" clId="{24CA7084-25FB-4B3B-85FF-E749C9ABBD05}" dt="2025-04-18T14:33:36.221" v="612" actId="14100"/>
        <pc:sldMkLst>
          <pc:docMk/>
          <pc:sldMk cId="2078510117" sldId="633"/>
        </pc:sldMkLst>
        <pc:spChg chg="mod">
          <ac:chgData name="Jim Cherian" userId="42bbbbf2bb86bc24" providerId="LiveId" clId="{24CA7084-25FB-4B3B-85FF-E749C9ABBD05}" dt="2025-04-18T14:33:36.221" v="612" actId="14100"/>
          <ac:spMkLst>
            <pc:docMk/>
            <pc:sldMk cId="2078510117" sldId="633"/>
            <ac:spMk id="6" creationId="{2A77E361-0731-5941-80D2-641C47A02C93}"/>
          </ac:spMkLst>
        </pc:spChg>
      </pc:sldChg>
      <pc:sldChg chg="modSp mod">
        <pc:chgData name="Jim Cherian" userId="42bbbbf2bb86bc24" providerId="LiveId" clId="{24CA7084-25FB-4B3B-85FF-E749C9ABBD05}" dt="2025-04-18T14:42:48.952" v="637" actId="20577"/>
        <pc:sldMkLst>
          <pc:docMk/>
          <pc:sldMk cId="2646698185" sldId="1444"/>
        </pc:sldMkLst>
        <pc:spChg chg="mod">
          <ac:chgData name="Jim Cherian" userId="42bbbbf2bb86bc24" providerId="LiveId" clId="{24CA7084-25FB-4B3B-85FF-E749C9ABBD05}" dt="2025-04-18T14:42:48.952" v="637" actId="20577"/>
          <ac:spMkLst>
            <pc:docMk/>
            <pc:sldMk cId="2646698185" sldId="1444"/>
            <ac:spMk id="12" creationId="{A03D52CF-E261-624A-BC5A-964DA31E576D}"/>
          </ac:spMkLst>
        </pc:spChg>
      </pc:sldChg>
      <pc:sldChg chg="del">
        <pc:chgData name="Jim Cherian" userId="42bbbbf2bb86bc24" providerId="LiveId" clId="{24CA7084-25FB-4B3B-85FF-E749C9ABBD05}" dt="2025-04-18T13:20:57.916" v="379" actId="47"/>
        <pc:sldMkLst>
          <pc:docMk/>
          <pc:sldMk cId="1738488628" sldId="1543"/>
        </pc:sldMkLst>
      </pc:sldChg>
      <pc:sldChg chg="addSp delSp modSp mod">
        <pc:chgData name="Jim Cherian" userId="42bbbbf2bb86bc24" providerId="LiveId" clId="{24CA7084-25FB-4B3B-85FF-E749C9ABBD05}" dt="2025-04-19T07:40:28.523" v="1665" actId="1038"/>
        <pc:sldMkLst>
          <pc:docMk/>
          <pc:sldMk cId="3368756669" sldId="1545"/>
        </pc:sldMkLst>
        <pc:spChg chg="mod">
          <ac:chgData name="Jim Cherian" userId="42bbbbf2bb86bc24" providerId="LiveId" clId="{24CA7084-25FB-4B3B-85FF-E749C9ABBD05}" dt="2025-04-18T16:09:55.009" v="738"/>
          <ac:spMkLst>
            <pc:docMk/>
            <pc:sldMk cId="3368756669" sldId="1545"/>
            <ac:spMk id="2" creationId="{69072751-0DFD-E04D-8DBC-6192EE4B4B2A}"/>
          </ac:spMkLst>
        </pc:spChg>
        <pc:spChg chg="del">
          <ac:chgData name="Jim Cherian" userId="42bbbbf2bb86bc24" providerId="LiveId" clId="{24CA7084-25FB-4B3B-85FF-E749C9ABBD05}" dt="2025-04-18T13:28:51.497" v="394" actId="478"/>
          <ac:spMkLst>
            <pc:docMk/>
            <pc:sldMk cId="3368756669" sldId="1545"/>
            <ac:spMk id="3" creationId="{3B3C4E8B-68F8-7126-0AF8-D0669B12C418}"/>
          </ac:spMkLst>
        </pc:spChg>
        <pc:spChg chg="del">
          <ac:chgData name="Jim Cherian" userId="42bbbbf2bb86bc24" providerId="LiveId" clId="{24CA7084-25FB-4B3B-85FF-E749C9ABBD05}" dt="2025-04-18T13:28:47.127" v="393" actId="478"/>
          <ac:spMkLst>
            <pc:docMk/>
            <pc:sldMk cId="3368756669" sldId="1545"/>
            <ac:spMk id="4" creationId="{064DE8CA-B187-EC06-A4FA-4F11CB386D6A}"/>
          </ac:spMkLst>
        </pc:spChg>
        <pc:spChg chg="del">
          <ac:chgData name="Jim Cherian" userId="42bbbbf2bb86bc24" providerId="LiveId" clId="{24CA7084-25FB-4B3B-85FF-E749C9ABBD05}" dt="2025-04-18T13:28:51.497" v="394" actId="478"/>
          <ac:spMkLst>
            <pc:docMk/>
            <pc:sldMk cId="3368756669" sldId="1545"/>
            <ac:spMk id="6" creationId="{C5D08377-6ACC-D0A4-65EE-2A5E2B751FD3}"/>
          </ac:spMkLst>
        </pc:spChg>
        <pc:spChg chg="del">
          <ac:chgData name="Jim Cherian" userId="42bbbbf2bb86bc24" providerId="LiveId" clId="{24CA7084-25FB-4B3B-85FF-E749C9ABBD05}" dt="2025-04-18T13:28:51.497" v="394" actId="478"/>
          <ac:spMkLst>
            <pc:docMk/>
            <pc:sldMk cId="3368756669" sldId="1545"/>
            <ac:spMk id="8" creationId="{9F8B7B75-9825-910A-9879-0015C0B7D615}"/>
          </ac:spMkLst>
        </pc:spChg>
        <pc:spChg chg="del">
          <ac:chgData name="Jim Cherian" userId="42bbbbf2bb86bc24" providerId="LiveId" clId="{24CA7084-25FB-4B3B-85FF-E749C9ABBD05}" dt="2025-04-18T13:28:51.497" v="394" actId="478"/>
          <ac:spMkLst>
            <pc:docMk/>
            <pc:sldMk cId="3368756669" sldId="1545"/>
            <ac:spMk id="9" creationId="{E844E02B-6A3D-AAE4-528E-328F50F4796F}"/>
          </ac:spMkLst>
        </pc:spChg>
        <pc:spChg chg="add mod">
          <ac:chgData name="Jim Cherian" userId="42bbbbf2bb86bc24" providerId="LiveId" clId="{24CA7084-25FB-4B3B-85FF-E749C9ABBD05}" dt="2025-04-19T07:40:28.523" v="1665" actId="1038"/>
          <ac:spMkLst>
            <pc:docMk/>
            <pc:sldMk cId="3368756669" sldId="1545"/>
            <ac:spMk id="11" creationId="{D5808DF5-7C67-12E4-2659-2733E65F55E1}"/>
          </ac:spMkLst>
        </pc:spChg>
        <pc:spChg chg="add mod">
          <ac:chgData name="Jim Cherian" userId="42bbbbf2bb86bc24" providerId="LiveId" clId="{24CA7084-25FB-4B3B-85FF-E749C9ABBD05}" dt="2025-04-19T07:40:28.523" v="1665" actId="1038"/>
          <ac:spMkLst>
            <pc:docMk/>
            <pc:sldMk cId="3368756669" sldId="1545"/>
            <ac:spMk id="12" creationId="{39ED888C-4677-964B-8923-FC2BB06FF192}"/>
          </ac:spMkLst>
        </pc:spChg>
      </pc:sldChg>
      <pc:sldChg chg="modSp mod">
        <pc:chgData name="Jim Cherian" userId="42bbbbf2bb86bc24" providerId="LiveId" clId="{24CA7084-25FB-4B3B-85FF-E749C9ABBD05}" dt="2025-04-18T23:43:37.093" v="1160"/>
        <pc:sldMkLst>
          <pc:docMk/>
          <pc:sldMk cId="1563557240" sldId="1564"/>
        </pc:sldMkLst>
        <pc:spChg chg="mod">
          <ac:chgData name="Jim Cherian" userId="42bbbbf2bb86bc24" providerId="LiveId" clId="{24CA7084-25FB-4B3B-85FF-E749C9ABBD05}" dt="2025-04-18T23:43:37.093" v="1160"/>
          <ac:spMkLst>
            <pc:docMk/>
            <pc:sldMk cId="1563557240" sldId="1564"/>
            <ac:spMk id="2" creationId="{00000000-0000-0000-0000-000000000000}"/>
          </ac:spMkLst>
        </pc:spChg>
      </pc:sldChg>
      <pc:sldChg chg="addSp delSp modSp mod">
        <pc:chgData name="Jim Cherian" userId="42bbbbf2bb86bc24" providerId="LiveId" clId="{24CA7084-25FB-4B3B-85FF-E749C9ABBD05}" dt="2025-04-18T16:10:07.703" v="745" actId="20577"/>
        <pc:sldMkLst>
          <pc:docMk/>
          <pc:sldMk cId="2430628198" sldId="1888"/>
        </pc:sldMkLst>
        <pc:spChg chg="mod">
          <ac:chgData name="Jim Cherian" userId="42bbbbf2bb86bc24" providerId="LiveId" clId="{24CA7084-25FB-4B3B-85FF-E749C9ABBD05}" dt="2025-04-18T16:10:07.703" v="745" actId="20577"/>
          <ac:spMkLst>
            <pc:docMk/>
            <pc:sldMk cId="2430628198" sldId="1888"/>
            <ac:spMk id="2" creationId="{69072751-0DFD-E04D-8DBC-6192EE4B4B2A}"/>
          </ac:spMkLst>
        </pc:spChg>
        <pc:spChg chg="del mod">
          <ac:chgData name="Jim Cherian" userId="42bbbbf2bb86bc24" providerId="LiveId" clId="{24CA7084-25FB-4B3B-85FF-E749C9ABBD05}" dt="2025-04-18T13:40:15.978" v="524" actId="478"/>
          <ac:spMkLst>
            <pc:docMk/>
            <pc:sldMk cId="2430628198" sldId="1888"/>
            <ac:spMk id="3" creationId="{57AE222E-4671-212B-25A7-CE983FDD0D35}"/>
          </ac:spMkLst>
        </pc:spChg>
        <pc:spChg chg="del mod">
          <ac:chgData name="Jim Cherian" userId="42bbbbf2bb86bc24" providerId="LiveId" clId="{24CA7084-25FB-4B3B-85FF-E749C9ABBD05}" dt="2025-04-18T13:40:13.665" v="523" actId="478"/>
          <ac:spMkLst>
            <pc:docMk/>
            <pc:sldMk cId="2430628198" sldId="1888"/>
            <ac:spMk id="4" creationId="{064DE8CA-B187-EC06-A4FA-4F11CB386D6A}"/>
          </ac:spMkLst>
        </pc:spChg>
        <pc:spChg chg="add mod">
          <ac:chgData name="Jim Cherian" userId="42bbbbf2bb86bc24" providerId="LiveId" clId="{24CA7084-25FB-4B3B-85FF-E749C9ABBD05}" dt="2025-04-18T14:34:21.107" v="622" actId="12788"/>
          <ac:spMkLst>
            <pc:docMk/>
            <pc:sldMk cId="2430628198" sldId="1888"/>
            <ac:spMk id="5" creationId="{02C53BC5-988A-A798-8447-A905728C8D21}"/>
          </ac:spMkLst>
        </pc:spChg>
        <pc:spChg chg="add mod">
          <ac:chgData name="Jim Cherian" userId="42bbbbf2bb86bc24" providerId="LiveId" clId="{24CA7084-25FB-4B3B-85FF-E749C9ABBD05}" dt="2025-04-18T14:34:21.107" v="622" actId="12788"/>
          <ac:spMkLst>
            <pc:docMk/>
            <pc:sldMk cId="2430628198" sldId="1888"/>
            <ac:spMk id="6" creationId="{7C8FD079-C764-7498-7691-FC2386C10D56}"/>
          </ac:spMkLst>
        </pc:spChg>
      </pc:sldChg>
      <pc:sldChg chg="del">
        <pc:chgData name="Jim Cherian" userId="42bbbbf2bb86bc24" providerId="LiveId" clId="{24CA7084-25FB-4B3B-85FF-E749C9ABBD05}" dt="2025-04-18T13:54:17.096" v="532" actId="47"/>
        <pc:sldMkLst>
          <pc:docMk/>
          <pc:sldMk cId="3856652934" sldId="1918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23874075" sldId="1959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3954064343" sldId="1968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1840363242" sldId="1969"/>
        </pc:sldMkLst>
      </pc:sldChg>
      <pc:sldChg chg="addSp modSp mod">
        <pc:chgData name="Jim Cherian" userId="42bbbbf2bb86bc24" providerId="LiveId" clId="{24CA7084-25FB-4B3B-85FF-E749C9ABBD05}" dt="2025-04-19T07:39:26.287" v="1606" actId="1076"/>
        <pc:sldMkLst>
          <pc:docMk/>
          <pc:sldMk cId="88404620" sldId="1980"/>
        </pc:sldMkLst>
        <pc:spChg chg="mod">
          <ac:chgData name="Jim Cherian" userId="42bbbbf2bb86bc24" providerId="LiveId" clId="{24CA7084-25FB-4B3B-85FF-E749C9ABBD05}" dt="2025-04-18T16:09:45.808" v="732"/>
          <ac:spMkLst>
            <pc:docMk/>
            <pc:sldMk cId="88404620" sldId="1980"/>
            <ac:spMk id="2" creationId="{00000000-0000-0000-0000-000000000000}"/>
          </ac:spMkLst>
        </pc:spChg>
        <pc:spChg chg="add mod">
          <ac:chgData name="Jim Cherian" userId="42bbbbf2bb86bc24" providerId="LiveId" clId="{24CA7084-25FB-4B3B-85FF-E749C9ABBD05}" dt="2025-04-18T13:01:23.564" v="285"/>
          <ac:spMkLst>
            <pc:docMk/>
            <pc:sldMk cId="88404620" sldId="1980"/>
            <ac:spMk id="3" creationId="{F87897B3-948E-FEC2-85A1-3A689B40E21C}"/>
          </ac:spMkLst>
        </pc:spChg>
        <pc:spChg chg="mod">
          <ac:chgData name="Jim Cherian" userId="42bbbbf2bb86bc24" providerId="LiveId" clId="{24CA7084-25FB-4B3B-85FF-E749C9ABBD05}" dt="2025-04-18T12:49:08.059" v="221" actId="1076"/>
          <ac:spMkLst>
            <pc:docMk/>
            <pc:sldMk cId="88404620" sldId="1980"/>
            <ac:spMk id="8" creationId="{84128A4C-BAEA-E882-5683-99A8C4D40AE1}"/>
          </ac:spMkLst>
        </pc:spChg>
        <pc:spChg chg="mod">
          <ac:chgData name="Jim Cherian" userId="42bbbbf2bb86bc24" providerId="LiveId" clId="{24CA7084-25FB-4B3B-85FF-E749C9ABBD05}" dt="2025-04-18T12:49:08.059" v="221" actId="1076"/>
          <ac:spMkLst>
            <pc:docMk/>
            <pc:sldMk cId="88404620" sldId="1980"/>
            <ac:spMk id="9" creationId="{3F2240E4-D617-E6B9-D5F3-1266297E6737}"/>
          </ac:spMkLst>
        </pc:spChg>
        <pc:spChg chg="mod">
          <ac:chgData name="Jim Cherian" userId="42bbbbf2bb86bc24" providerId="LiveId" clId="{24CA7084-25FB-4B3B-85FF-E749C9ABBD05}" dt="2025-04-19T07:39:26.287" v="1606" actId="1076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Jim Cherian" userId="42bbbbf2bb86bc24" providerId="LiveId" clId="{24CA7084-25FB-4B3B-85FF-E749C9ABBD05}" dt="2025-04-18T13:06:35.268" v="329" actId="12788"/>
          <ac:spMkLst>
            <pc:docMk/>
            <pc:sldMk cId="88404620" sldId="1980"/>
            <ac:spMk id="12" creationId="{7905A2DF-1131-91B8-F9F4-29C2BA98F4E1}"/>
          </ac:spMkLst>
        </pc:spChg>
      </pc:sldChg>
      <pc:sldChg chg="del">
        <pc:chgData name="Jim Cherian" userId="42bbbbf2bb86bc24" providerId="LiveId" clId="{24CA7084-25FB-4B3B-85FF-E749C9ABBD05}" dt="2025-04-18T13:54:17.096" v="532" actId="47"/>
        <pc:sldMkLst>
          <pc:docMk/>
          <pc:sldMk cId="1700184848" sldId="1992"/>
        </pc:sldMkLst>
      </pc:sldChg>
      <pc:sldChg chg="modSp del mod">
        <pc:chgData name="Jim Cherian" userId="42bbbbf2bb86bc24" providerId="LiveId" clId="{24CA7084-25FB-4B3B-85FF-E749C9ABBD05}" dt="2025-04-18T16:08:06.031" v="724" actId="47"/>
        <pc:sldMkLst>
          <pc:docMk/>
          <pc:sldMk cId="474597300" sldId="2086"/>
        </pc:sldMkLst>
        <pc:spChg chg="mod">
          <ac:chgData name="Jim Cherian" userId="42bbbbf2bb86bc24" providerId="LiveId" clId="{24CA7084-25FB-4B3B-85FF-E749C9ABBD05}" dt="2025-04-18T16:07:48.452" v="720" actId="108"/>
          <ac:spMkLst>
            <pc:docMk/>
            <pc:sldMk cId="474597300" sldId="2086"/>
            <ac:spMk id="3" creationId="{57AE222E-4671-212B-25A7-CE983FDD0D35}"/>
          </ac:spMkLst>
        </pc:spChg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3908188759" sldId="2118"/>
        </pc:sldMkLst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232143484" sldId="2119"/>
        </pc:sldMkLst>
      </pc:sldChg>
      <pc:sldChg chg="addSp delSp modSp del mod">
        <pc:chgData name="Jim Cherian" userId="42bbbbf2bb86bc24" providerId="LiveId" clId="{24CA7084-25FB-4B3B-85FF-E749C9ABBD05}" dt="2025-04-18T13:02:17.941" v="289" actId="47"/>
        <pc:sldMkLst>
          <pc:docMk/>
          <pc:sldMk cId="4046410781" sldId="2127"/>
        </pc:sldMkLst>
        <pc:spChg chg="add mod">
          <ac:chgData name="Jim Cherian" userId="42bbbbf2bb86bc24" providerId="LiveId" clId="{24CA7084-25FB-4B3B-85FF-E749C9ABBD05}" dt="2025-04-18T12:50:46.682" v="236"/>
          <ac:spMkLst>
            <pc:docMk/>
            <pc:sldMk cId="4046410781" sldId="2127"/>
            <ac:spMk id="3" creationId="{F640B7D2-9E70-62B1-6B13-D84A7444AB9E}"/>
          </ac:spMkLst>
        </pc:spChg>
        <pc:spChg chg="del">
          <ac:chgData name="Jim Cherian" userId="42bbbbf2bb86bc24" providerId="LiveId" clId="{24CA7084-25FB-4B3B-85FF-E749C9ABBD05}" dt="2025-04-18T12:50:45.776" v="235" actId="478"/>
          <ac:spMkLst>
            <pc:docMk/>
            <pc:sldMk cId="4046410781" sldId="2127"/>
            <ac:spMk id="5" creationId="{726B0097-91C4-5FB0-4E23-F379E290453E}"/>
          </ac:spMkLst>
        </pc:spChg>
        <pc:spChg chg="add del mod">
          <ac:chgData name="Jim Cherian" userId="42bbbbf2bb86bc24" providerId="LiveId" clId="{24CA7084-25FB-4B3B-85FF-E749C9ABBD05}" dt="2025-04-18T12:59:19.884" v="261" actId="478"/>
          <ac:spMkLst>
            <pc:docMk/>
            <pc:sldMk cId="4046410781" sldId="2127"/>
            <ac:spMk id="7" creationId="{0A66A32E-CCE1-2AFB-91A1-D516ABE09387}"/>
          </ac:spMkLst>
        </pc:spChg>
        <pc:spChg chg="del">
          <ac:chgData name="Jim Cherian" userId="42bbbbf2bb86bc24" providerId="LiveId" clId="{24CA7084-25FB-4B3B-85FF-E749C9ABBD05}" dt="2025-04-18T12:50:49.963" v="237" actId="478"/>
          <ac:spMkLst>
            <pc:docMk/>
            <pc:sldMk cId="4046410781" sldId="2127"/>
            <ac:spMk id="8" creationId="{1A0D72CF-CCFA-F2F8-8880-883B27D3E582}"/>
          </ac:spMkLst>
        </pc:spChg>
        <pc:spChg chg="del">
          <ac:chgData name="Jim Cherian" userId="42bbbbf2bb86bc24" providerId="LiveId" clId="{24CA7084-25FB-4B3B-85FF-E749C9ABBD05}" dt="2025-04-18T12:50:49.963" v="237" actId="478"/>
          <ac:spMkLst>
            <pc:docMk/>
            <pc:sldMk cId="4046410781" sldId="2127"/>
            <ac:spMk id="9" creationId="{02FB2AE4-0D3C-9FB6-35F0-702DA1F4DC71}"/>
          </ac:spMkLst>
        </pc:spChg>
      </pc:sldChg>
      <pc:sldChg chg="addSp delSp modSp del mod">
        <pc:chgData name="Jim Cherian" userId="42bbbbf2bb86bc24" providerId="LiveId" clId="{24CA7084-25FB-4B3B-85FF-E749C9ABBD05}" dt="2025-04-18T13:02:53.025" v="295" actId="47"/>
        <pc:sldMkLst>
          <pc:docMk/>
          <pc:sldMk cId="1278113787" sldId="2128"/>
        </pc:sldMkLst>
        <pc:spChg chg="add del mod">
          <ac:chgData name="Jim Cherian" userId="42bbbbf2bb86bc24" providerId="LiveId" clId="{24CA7084-25FB-4B3B-85FF-E749C9ABBD05}" dt="2025-04-18T12:59:17.793" v="260" actId="478"/>
          <ac:spMkLst>
            <pc:docMk/>
            <pc:sldMk cId="1278113787" sldId="2128"/>
            <ac:spMk id="3" creationId="{9C26C39A-CFC3-AA0F-8BE0-5729ACF99F31}"/>
          </ac:spMkLst>
        </pc:spChg>
        <pc:spChg chg="add del">
          <ac:chgData name="Jim Cherian" userId="42bbbbf2bb86bc24" providerId="LiveId" clId="{24CA7084-25FB-4B3B-85FF-E749C9ABBD05}" dt="2025-04-18T12:50:54.526" v="239" actId="478"/>
          <ac:spMkLst>
            <pc:docMk/>
            <pc:sldMk cId="1278113787" sldId="2128"/>
            <ac:spMk id="4" creationId="{4E28219F-D797-75DD-9504-40800806AFAB}"/>
          </ac:spMkLst>
        </pc:spChg>
        <pc:spChg chg="add del">
          <ac:chgData name="Jim Cherian" userId="42bbbbf2bb86bc24" providerId="LiveId" clId="{24CA7084-25FB-4B3B-85FF-E749C9ABBD05}" dt="2025-04-18T12:50:59.568" v="240" actId="478"/>
          <ac:spMkLst>
            <pc:docMk/>
            <pc:sldMk cId="1278113787" sldId="2128"/>
            <ac:spMk id="8" creationId="{322447E3-6398-8EAB-E981-2D3CCC8E99C8}"/>
          </ac:spMkLst>
        </pc:spChg>
        <pc:spChg chg="add del">
          <ac:chgData name="Jim Cherian" userId="42bbbbf2bb86bc24" providerId="LiveId" clId="{24CA7084-25FB-4B3B-85FF-E749C9ABBD05}" dt="2025-04-18T12:50:59.568" v="240" actId="478"/>
          <ac:spMkLst>
            <pc:docMk/>
            <pc:sldMk cId="1278113787" sldId="2128"/>
            <ac:spMk id="9" creationId="{CE52DDE9-86E7-58C1-0066-D3C601D2CB17}"/>
          </ac:spMkLst>
        </pc:spChg>
        <pc:spChg chg="add del">
          <ac:chgData name="Jim Cherian" userId="42bbbbf2bb86bc24" providerId="LiveId" clId="{24CA7084-25FB-4B3B-85FF-E749C9ABBD05}" dt="2025-04-18T12:50:59.568" v="240" actId="478"/>
          <ac:spMkLst>
            <pc:docMk/>
            <pc:sldMk cId="1278113787" sldId="2128"/>
            <ac:spMk id="10" creationId="{D075F29D-549B-5C4C-BFB3-ADFBACB2B456}"/>
          </ac:spMkLst>
        </pc:spChg>
      </pc:sldChg>
      <pc:sldChg chg="addSp delSp modSp del mod">
        <pc:chgData name="Jim Cherian" userId="42bbbbf2bb86bc24" providerId="LiveId" clId="{24CA7084-25FB-4B3B-85FF-E749C9ABBD05}" dt="2025-04-18T13:03:09.747" v="299" actId="47"/>
        <pc:sldMkLst>
          <pc:docMk/>
          <pc:sldMk cId="616756977" sldId="2129"/>
        </pc:sldMkLst>
        <pc:spChg chg="add del mod">
          <ac:chgData name="Jim Cherian" userId="42bbbbf2bb86bc24" providerId="LiveId" clId="{24CA7084-25FB-4B3B-85FF-E749C9ABBD05}" dt="2025-04-18T12:59:15.606" v="259" actId="478"/>
          <ac:spMkLst>
            <pc:docMk/>
            <pc:sldMk cId="616756977" sldId="2129"/>
            <ac:spMk id="3" creationId="{7B47CA08-99F0-D6C8-AD65-9E123AA405C2}"/>
          </ac:spMkLst>
        </pc:spChg>
        <pc:spChg chg="del">
          <ac:chgData name="Jim Cherian" userId="42bbbbf2bb86bc24" providerId="LiveId" clId="{24CA7084-25FB-4B3B-85FF-E749C9ABBD05}" dt="2025-04-18T12:51:04.189" v="241" actId="478"/>
          <ac:spMkLst>
            <pc:docMk/>
            <pc:sldMk cId="616756977" sldId="2129"/>
            <ac:spMk id="5" creationId="{15B7F004-7DED-8987-7F5D-BD659FC46ADF}"/>
          </ac:spMkLst>
        </pc:spChg>
        <pc:spChg chg="del">
          <ac:chgData name="Jim Cherian" userId="42bbbbf2bb86bc24" providerId="LiveId" clId="{24CA7084-25FB-4B3B-85FF-E749C9ABBD05}" dt="2025-04-18T12:51:04.189" v="241" actId="478"/>
          <ac:spMkLst>
            <pc:docMk/>
            <pc:sldMk cId="616756977" sldId="2129"/>
            <ac:spMk id="9" creationId="{68786014-6CF0-D718-FDD0-D54216AB581F}"/>
          </ac:spMkLst>
        </pc:spChg>
        <pc:spChg chg="del">
          <ac:chgData name="Jim Cherian" userId="42bbbbf2bb86bc24" providerId="LiveId" clId="{24CA7084-25FB-4B3B-85FF-E749C9ABBD05}" dt="2025-04-18T12:51:04.189" v="241" actId="478"/>
          <ac:spMkLst>
            <pc:docMk/>
            <pc:sldMk cId="616756977" sldId="2129"/>
            <ac:spMk id="10" creationId="{9A1E25C6-002A-9B6A-36BB-8F662763858F}"/>
          </ac:spMkLst>
        </pc:spChg>
      </pc:sldChg>
      <pc:sldChg chg="del">
        <pc:chgData name="Jim Cherian" userId="42bbbbf2bb86bc24" providerId="LiveId" clId="{24CA7084-25FB-4B3B-85FF-E749C9ABBD05}" dt="2025-04-18T13:39:31.300" v="519" actId="47"/>
        <pc:sldMkLst>
          <pc:docMk/>
          <pc:sldMk cId="1383090789" sldId="2133"/>
        </pc:sldMkLst>
      </pc:sldChg>
      <pc:sldChg chg="del">
        <pc:chgData name="Jim Cherian" userId="42bbbbf2bb86bc24" providerId="LiveId" clId="{24CA7084-25FB-4B3B-85FF-E749C9ABBD05}" dt="2025-04-18T13:39:31.300" v="519" actId="47"/>
        <pc:sldMkLst>
          <pc:docMk/>
          <pc:sldMk cId="2344975083" sldId="2134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3778138920" sldId="2144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757515522" sldId="2148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3898120243" sldId="2152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583353319" sldId="2156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678598712" sldId="2157"/>
        </pc:sldMkLst>
      </pc:sldChg>
      <pc:sldChg chg="modSp del mod">
        <pc:chgData name="Jim Cherian" userId="42bbbbf2bb86bc24" providerId="LiveId" clId="{24CA7084-25FB-4B3B-85FF-E749C9ABBD05}" dt="2025-04-18T14:29:52.232" v="552" actId="47"/>
        <pc:sldMkLst>
          <pc:docMk/>
          <pc:sldMk cId="2290117312" sldId="2164"/>
        </pc:sldMkLst>
        <pc:spChg chg="mod">
          <ac:chgData name="Jim Cherian" userId="42bbbbf2bb86bc24" providerId="LiveId" clId="{24CA7084-25FB-4B3B-85FF-E749C9ABBD05}" dt="2025-04-18T14:28:49.185" v="542" actId="20577"/>
          <ac:spMkLst>
            <pc:docMk/>
            <pc:sldMk cId="2290117312" sldId="2164"/>
            <ac:spMk id="2" creationId="{3941B67D-73DC-32D7-06D7-CDE5DEF8B890}"/>
          </ac:spMkLst>
        </pc:spChg>
        <pc:spChg chg="mod">
          <ac:chgData name="Jim Cherian" userId="42bbbbf2bb86bc24" providerId="LiveId" clId="{24CA7084-25FB-4B3B-85FF-E749C9ABBD05}" dt="2025-04-18T14:28:58.140" v="543"/>
          <ac:spMkLst>
            <pc:docMk/>
            <pc:sldMk cId="2290117312" sldId="2164"/>
            <ac:spMk id="5" creationId="{C1D63327-77E4-7736-AF2F-2B8692D6A8AF}"/>
          </ac:spMkLst>
        </pc:spChg>
        <pc:spChg chg="mod">
          <ac:chgData name="Jim Cherian" userId="42bbbbf2bb86bc24" providerId="LiveId" clId="{24CA7084-25FB-4B3B-85FF-E749C9ABBD05}" dt="2025-04-18T14:29:00.990" v="544" actId="1076"/>
          <ac:spMkLst>
            <pc:docMk/>
            <pc:sldMk cId="2290117312" sldId="2164"/>
            <ac:spMk id="7" creationId="{5A87DD58-B98C-9CCF-56EB-80CBB94ED741}"/>
          </ac:spMkLst>
        </pc:spChg>
      </pc:sldChg>
      <pc:sldChg chg="del">
        <pc:chgData name="Jim Cherian" userId="42bbbbf2bb86bc24" providerId="LiveId" clId="{24CA7084-25FB-4B3B-85FF-E749C9ABBD05}" dt="2025-04-18T13:39:31.300" v="519" actId="47"/>
        <pc:sldMkLst>
          <pc:docMk/>
          <pc:sldMk cId="1248507728" sldId="2183"/>
        </pc:sldMkLst>
      </pc:sldChg>
      <pc:sldChg chg="del">
        <pc:chgData name="Jim Cherian" userId="42bbbbf2bb86bc24" providerId="LiveId" clId="{24CA7084-25FB-4B3B-85FF-E749C9ABBD05}" dt="2025-04-18T13:39:31.300" v="519" actId="47"/>
        <pc:sldMkLst>
          <pc:docMk/>
          <pc:sldMk cId="259297803" sldId="2189"/>
        </pc:sldMkLst>
      </pc:sldChg>
      <pc:sldChg chg="del">
        <pc:chgData name="Jim Cherian" userId="42bbbbf2bb86bc24" providerId="LiveId" clId="{24CA7084-25FB-4B3B-85FF-E749C9ABBD05}" dt="2025-04-18T13:39:31.300" v="519" actId="47"/>
        <pc:sldMkLst>
          <pc:docMk/>
          <pc:sldMk cId="3228609223" sldId="2190"/>
        </pc:sldMkLst>
      </pc:sldChg>
      <pc:sldChg chg="del">
        <pc:chgData name="Jim Cherian" userId="42bbbbf2bb86bc24" providerId="LiveId" clId="{24CA7084-25FB-4B3B-85FF-E749C9ABBD05}" dt="2025-04-18T13:54:08.544" v="531" actId="47"/>
        <pc:sldMkLst>
          <pc:docMk/>
          <pc:sldMk cId="3327288889" sldId="2191"/>
        </pc:sldMkLst>
      </pc:sldChg>
      <pc:sldChg chg="del">
        <pc:chgData name="Jim Cherian" userId="42bbbbf2bb86bc24" providerId="LiveId" clId="{24CA7084-25FB-4B3B-85FF-E749C9ABBD05}" dt="2025-04-18T13:54:08.544" v="531" actId="47"/>
        <pc:sldMkLst>
          <pc:docMk/>
          <pc:sldMk cId="3417700735" sldId="2192"/>
        </pc:sldMkLst>
      </pc:sldChg>
      <pc:sldChg chg="del">
        <pc:chgData name="Jim Cherian" userId="42bbbbf2bb86bc24" providerId="LiveId" clId="{24CA7084-25FB-4B3B-85FF-E749C9ABBD05}" dt="2025-04-18T13:54:08.544" v="531" actId="47"/>
        <pc:sldMkLst>
          <pc:docMk/>
          <pc:sldMk cId="4026022784" sldId="2193"/>
        </pc:sldMkLst>
      </pc:sldChg>
      <pc:sldChg chg="del">
        <pc:chgData name="Jim Cherian" userId="42bbbbf2bb86bc24" providerId="LiveId" clId="{24CA7084-25FB-4B3B-85FF-E749C9ABBD05}" dt="2025-04-18T13:54:08.544" v="531" actId="47"/>
        <pc:sldMkLst>
          <pc:docMk/>
          <pc:sldMk cId="3409087115" sldId="2194"/>
        </pc:sldMkLst>
      </pc:sldChg>
      <pc:sldChg chg="del">
        <pc:chgData name="Jim Cherian" userId="42bbbbf2bb86bc24" providerId="LiveId" clId="{24CA7084-25FB-4B3B-85FF-E749C9ABBD05}" dt="2025-04-18T13:54:08.544" v="531" actId="47"/>
        <pc:sldMkLst>
          <pc:docMk/>
          <pc:sldMk cId="1074060346" sldId="2195"/>
        </pc:sldMkLst>
      </pc:sldChg>
      <pc:sldChg chg="del">
        <pc:chgData name="Jim Cherian" userId="42bbbbf2bb86bc24" providerId="LiveId" clId="{24CA7084-25FB-4B3B-85FF-E749C9ABBD05}" dt="2025-04-18T13:54:17.096" v="532" actId="47"/>
        <pc:sldMkLst>
          <pc:docMk/>
          <pc:sldMk cId="139069936" sldId="2196"/>
        </pc:sldMkLst>
      </pc:sldChg>
      <pc:sldChg chg="del">
        <pc:chgData name="Jim Cherian" userId="42bbbbf2bb86bc24" providerId="LiveId" clId="{24CA7084-25FB-4B3B-85FF-E749C9ABBD05}" dt="2025-04-18T13:54:17.096" v="532" actId="47"/>
        <pc:sldMkLst>
          <pc:docMk/>
          <pc:sldMk cId="3195505942" sldId="2198"/>
        </pc:sldMkLst>
      </pc:sldChg>
      <pc:sldChg chg="del">
        <pc:chgData name="Jim Cherian" userId="42bbbbf2bb86bc24" providerId="LiveId" clId="{24CA7084-25FB-4B3B-85FF-E749C9ABBD05}" dt="2025-04-18T13:54:17.096" v="532" actId="47"/>
        <pc:sldMkLst>
          <pc:docMk/>
          <pc:sldMk cId="2486300348" sldId="2199"/>
        </pc:sldMkLst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4014766684" sldId="2200"/>
        </pc:sldMkLst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2290530466" sldId="2201"/>
        </pc:sldMkLst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2696903545" sldId="2202"/>
        </pc:sldMkLst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182489781" sldId="2203"/>
        </pc:sldMkLst>
      </pc:sldChg>
      <pc:sldChg chg="del">
        <pc:chgData name="Jim Cherian" userId="42bbbbf2bb86bc24" providerId="LiveId" clId="{24CA7084-25FB-4B3B-85FF-E749C9ABBD05}" dt="2025-04-18T13:54:24.741" v="533" actId="47"/>
        <pc:sldMkLst>
          <pc:docMk/>
          <pc:sldMk cId="2480692053" sldId="2204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189503831" sldId="2205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954651816" sldId="2206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4139644595" sldId="2207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1559381436" sldId="2208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755387422" sldId="2209"/>
        </pc:sldMkLst>
      </pc:sldChg>
      <pc:sldChg chg="del">
        <pc:chgData name="Jim Cherian" userId="42bbbbf2bb86bc24" providerId="LiveId" clId="{24CA7084-25FB-4B3B-85FF-E749C9ABBD05}" dt="2025-04-18T13:54:31.398" v="534" actId="47"/>
        <pc:sldMkLst>
          <pc:docMk/>
          <pc:sldMk cId="3931749541" sldId="2210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1588438480" sldId="2211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2877923320" sldId="2212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2377854253" sldId="2213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4254857502" sldId="2214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2023233644" sldId="2215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698116463" sldId="2216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4080107628" sldId="2217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1072970104" sldId="2218"/>
        </pc:sldMkLst>
      </pc:sldChg>
      <pc:sldChg chg="del">
        <pc:chgData name="Jim Cherian" userId="42bbbbf2bb86bc24" providerId="LiveId" clId="{24CA7084-25FB-4B3B-85FF-E749C9ABBD05}" dt="2025-04-18T13:54:45.296" v="536" actId="47"/>
        <pc:sldMkLst>
          <pc:docMk/>
          <pc:sldMk cId="2824883173" sldId="2219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4099884261" sldId="2220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390755713" sldId="2221"/>
        </pc:sldMkLst>
      </pc:sldChg>
      <pc:sldChg chg="del">
        <pc:chgData name="Jim Cherian" userId="42bbbbf2bb86bc24" providerId="LiveId" clId="{24CA7084-25FB-4B3B-85FF-E749C9ABBD05}" dt="2025-04-18T13:54:37.221" v="535" actId="47"/>
        <pc:sldMkLst>
          <pc:docMk/>
          <pc:sldMk cId="3291869401" sldId="2222"/>
        </pc:sldMkLst>
      </pc:sldChg>
      <pc:sldChg chg="new del ord">
        <pc:chgData name="Jim Cherian" userId="42bbbbf2bb86bc24" providerId="LiveId" clId="{24CA7084-25FB-4B3B-85FF-E749C9ABBD05}" dt="2025-04-18T12:35:40.458" v="4" actId="47"/>
        <pc:sldMkLst>
          <pc:docMk/>
          <pc:sldMk cId="361004043" sldId="2223"/>
        </pc:sldMkLst>
      </pc:sldChg>
      <pc:sldChg chg="addSp delSp modSp add mod modShow">
        <pc:chgData name="Jim Cherian" userId="42bbbbf2bb86bc24" providerId="LiveId" clId="{24CA7084-25FB-4B3B-85FF-E749C9ABBD05}" dt="2025-04-18T12:45:46.953" v="202" actId="113"/>
        <pc:sldMkLst>
          <pc:docMk/>
          <pc:sldMk cId="3121947046" sldId="2224"/>
        </pc:sldMkLst>
        <pc:spChg chg="mod">
          <ac:chgData name="Jim Cherian" userId="42bbbbf2bb86bc24" providerId="LiveId" clId="{24CA7084-25FB-4B3B-85FF-E749C9ABBD05}" dt="2025-04-18T12:45:18.905" v="199" actId="20577"/>
          <ac:spMkLst>
            <pc:docMk/>
            <pc:sldMk cId="3121947046" sldId="2224"/>
            <ac:spMk id="2" creationId="{D39F83B4-3FDC-AB9E-7F61-EE91997B8C1A}"/>
          </ac:spMkLst>
        </pc:spChg>
        <pc:spChg chg="add mod">
          <ac:chgData name="Jim Cherian" userId="42bbbbf2bb86bc24" providerId="LiveId" clId="{24CA7084-25FB-4B3B-85FF-E749C9ABBD05}" dt="2025-04-18T12:45:46.953" v="202" actId="113"/>
          <ac:spMkLst>
            <pc:docMk/>
            <pc:sldMk cId="3121947046" sldId="2224"/>
            <ac:spMk id="3" creationId="{38089C85-5C96-F517-DD26-C5A3F165A6A2}"/>
          </ac:spMkLst>
        </pc:spChg>
        <pc:spChg chg="del">
          <ac:chgData name="Jim Cherian" userId="42bbbbf2bb86bc24" providerId="LiveId" clId="{24CA7084-25FB-4B3B-85FF-E749C9ABBD05}" dt="2025-04-18T12:35:54.914" v="18" actId="478"/>
          <ac:spMkLst>
            <pc:docMk/>
            <pc:sldMk cId="3121947046" sldId="2224"/>
            <ac:spMk id="4" creationId="{207C1BF6-64D3-8164-BFF7-219CC3BB4C15}"/>
          </ac:spMkLst>
        </pc:spChg>
        <pc:spChg chg="del">
          <ac:chgData name="Jim Cherian" userId="42bbbbf2bb86bc24" providerId="LiveId" clId="{24CA7084-25FB-4B3B-85FF-E749C9ABBD05}" dt="2025-04-18T12:35:54.914" v="18" actId="478"/>
          <ac:spMkLst>
            <pc:docMk/>
            <pc:sldMk cId="3121947046" sldId="2224"/>
            <ac:spMk id="8" creationId="{B12FA6F9-F100-AF48-84DA-E0541E76C2F4}"/>
          </ac:spMkLst>
        </pc:spChg>
        <pc:spChg chg="del">
          <ac:chgData name="Jim Cherian" userId="42bbbbf2bb86bc24" providerId="LiveId" clId="{24CA7084-25FB-4B3B-85FF-E749C9ABBD05}" dt="2025-04-18T12:35:54.914" v="18" actId="478"/>
          <ac:spMkLst>
            <pc:docMk/>
            <pc:sldMk cId="3121947046" sldId="2224"/>
            <ac:spMk id="9" creationId="{A953B632-2A97-6BE0-2F30-1C3CE55E577A}"/>
          </ac:spMkLst>
        </pc:spChg>
        <pc:spChg chg="del">
          <ac:chgData name="Jim Cherian" userId="42bbbbf2bb86bc24" providerId="LiveId" clId="{24CA7084-25FB-4B3B-85FF-E749C9ABBD05}" dt="2025-04-18T12:35:44.885" v="5" actId="478"/>
          <ac:spMkLst>
            <pc:docMk/>
            <pc:sldMk cId="3121947046" sldId="2224"/>
            <ac:spMk id="11" creationId="{FEC2BB09-928F-C4ED-D90D-AFA094B0A420}"/>
          </ac:spMkLst>
        </pc:spChg>
        <pc:spChg chg="del">
          <ac:chgData name="Jim Cherian" userId="42bbbbf2bb86bc24" providerId="LiveId" clId="{24CA7084-25FB-4B3B-85FF-E749C9ABBD05}" dt="2025-04-18T12:35:50.937" v="17" actId="478"/>
          <ac:spMkLst>
            <pc:docMk/>
            <pc:sldMk cId="3121947046" sldId="2224"/>
            <ac:spMk id="12" creationId="{4F0D9185-0FEF-9166-F741-1F075C39E431}"/>
          </ac:spMkLst>
        </pc:spChg>
      </pc:sldChg>
      <pc:sldChg chg="delSp modSp add mod">
        <pc:chgData name="Jim Cherian" userId="42bbbbf2bb86bc24" providerId="LiveId" clId="{24CA7084-25FB-4B3B-85FF-E749C9ABBD05}" dt="2025-04-19T07:39:32.691" v="1615" actId="1036"/>
        <pc:sldMkLst>
          <pc:docMk/>
          <pc:sldMk cId="2951403442" sldId="2225"/>
        </pc:sldMkLst>
        <pc:spChg chg="mod">
          <ac:chgData name="Jim Cherian" userId="42bbbbf2bb86bc24" providerId="LiveId" clId="{24CA7084-25FB-4B3B-85FF-E749C9ABBD05}" dt="2025-04-18T13:02:46.706" v="294" actId="20577"/>
          <ac:spMkLst>
            <pc:docMk/>
            <pc:sldMk cId="2951403442" sldId="2225"/>
            <ac:spMk id="4" creationId="{3BE64E00-BAC6-E9AC-5163-A1921A3F8CCD}"/>
          </ac:spMkLst>
        </pc:spChg>
        <pc:spChg chg="del">
          <ac:chgData name="Jim Cherian" userId="42bbbbf2bb86bc24" providerId="LiveId" clId="{24CA7084-25FB-4B3B-85FF-E749C9ABBD05}" dt="2025-04-18T13:17:52.298" v="356" actId="478"/>
          <ac:spMkLst>
            <pc:docMk/>
            <pc:sldMk cId="2951403442" sldId="2225"/>
            <ac:spMk id="8" creationId="{7D9B2033-ED40-3312-DFEB-53FE50748D87}"/>
          </ac:spMkLst>
        </pc:spChg>
        <pc:spChg chg="del">
          <ac:chgData name="Jim Cherian" userId="42bbbbf2bb86bc24" providerId="LiveId" clId="{24CA7084-25FB-4B3B-85FF-E749C9ABBD05}" dt="2025-04-18T13:17:52.298" v="356" actId="478"/>
          <ac:spMkLst>
            <pc:docMk/>
            <pc:sldMk cId="2951403442" sldId="2225"/>
            <ac:spMk id="9" creationId="{873A4688-E6BE-F1D8-5A4F-D5D6880BB1B5}"/>
          </ac:spMkLst>
        </pc:spChg>
        <pc:spChg chg="mod">
          <ac:chgData name="Jim Cherian" userId="42bbbbf2bb86bc24" providerId="LiveId" clId="{24CA7084-25FB-4B3B-85FF-E749C9ABBD05}" dt="2025-04-19T07:39:32.691" v="1615" actId="1036"/>
          <ac:spMkLst>
            <pc:docMk/>
            <pc:sldMk cId="2951403442" sldId="2225"/>
            <ac:spMk id="11" creationId="{B03E3A8A-C15B-C249-3B4F-9955B38EB8B3}"/>
          </ac:spMkLst>
        </pc:spChg>
        <pc:spChg chg="mod">
          <ac:chgData name="Jim Cherian" userId="42bbbbf2bb86bc24" providerId="LiveId" clId="{24CA7084-25FB-4B3B-85FF-E749C9ABBD05}" dt="2025-04-18T13:02:01.385" v="288" actId="12788"/>
          <ac:spMkLst>
            <pc:docMk/>
            <pc:sldMk cId="2951403442" sldId="2225"/>
            <ac:spMk id="12" creationId="{4CBDA6B6-D4A5-4BA2-704B-7C7B5A267367}"/>
          </ac:spMkLst>
        </pc:spChg>
      </pc:sldChg>
      <pc:sldChg chg="delSp modSp add mod">
        <pc:chgData name="Jim Cherian" userId="42bbbbf2bb86bc24" providerId="LiveId" clId="{24CA7084-25FB-4B3B-85FF-E749C9ABBD05}" dt="2025-04-19T07:39:37.687" v="1632" actId="1036"/>
        <pc:sldMkLst>
          <pc:docMk/>
          <pc:sldMk cId="1394722712" sldId="2226"/>
        </pc:sldMkLst>
        <pc:spChg chg="mod">
          <ac:chgData name="Jim Cherian" userId="42bbbbf2bb86bc24" providerId="LiveId" clId="{24CA7084-25FB-4B3B-85FF-E749C9ABBD05}" dt="2025-04-18T16:09:49.317" v="734"/>
          <ac:spMkLst>
            <pc:docMk/>
            <pc:sldMk cId="1394722712" sldId="2226"/>
            <ac:spMk id="2" creationId="{09CC1E16-4ACD-B93A-1D69-EF5190DF5469}"/>
          </ac:spMkLst>
        </pc:spChg>
        <pc:spChg chg="mod">
          <ac:chgData name="Jim Cherian" userId="42bbbbf2bb86bc24" providerId="LiveId" clId="{24CA7084-25FB-4B3B-85FF-E749C9ABBD05}" dt="2025-04-18T13:02:42.117" v="293"/>
          <ac:spMkLst>
            <pc:docMk/>
            <pc:sldMk cId="1394722712" sldId="2226"/>
            <ac:spMk id="4" creationId="{D4CB61AB-4BA0-8E05-FE56-72A2B54EB0AC}"/>
          </ac:spMkLst>
        </pc:spChg>
        <pc:spChg chg="del">
          <ac:chgData name="Jim Cherian" userId="42bbbbf2bb86bc24" providerId="LiveId" clId="{24CA7084-25FB-4B3B-85FF-E749C9ABBD05}" dt="2025-04-18T13:17:49.726" v="355" actId="478"/>
          <ac:spMkLst>
            <pc:docMk/>
            <pc:sldMk cId="1394722712" sldId="2226"/>
            <ac:spMk id="8" creationId="{182A3540-EF33-102C-1E33-CB1BB016D88E}"/>
          </ac:spMkLst>
        </pc:spChg>
        <pc:spChg chg="del">
          <ac:chgData name="Jim Cherian" userId="42bbbbf2bb86bc24" providerId="LiveId" clId="{24CA7084-25FB-4B3B-85FF-E749C9ABBD05}" dt="2025-04-18T13:17:49.726" v="355" actId="478"/>
          <ac:spMkLst>
            <pc:docMk/>
            <pc:sldMk cId="1394722712" sldId="2226"/>
            <ac:spMk id="9" creationId="{0FBEE704-9812-DF9C-6E65-7D1E2F2779E1}"/>
          </ac:spMkLst>
        </pc:spChg>
        <pc:spChg chg="mod">
          <ac:chgData name="Jim Cherian" userId="42bbbbf2bb86bc24" providerId="LiveId" clId="{24CA7084-25FB-4B3B-85FF-E749C9ABBD05}" dt="2025-04-19T07:39:37.687" v="1632" actId="1036"/>
          <ac:spMkLst>
            <pc:docMk/>
            <pc:sldMk cId="1394722712" sldId="2226"/>
            <ac:spMk id="11" creationId="{E4443B48-4C32-0888-4B97-A7F0B7B79C36}"/>
          </ac:spMkLst>
        </pc:spChg>
        <pc:spChg chg="mod">
          <ac:chgData name="Jim Cherian" userId="42bbbbf2bb86bc24" providerId="LiveId" clId="{24CA7084-25FB-4B3B-85FF-E749C9ABBD05}" dt="2025-04-18T13:17:06.573" v="352" actId="12788"/>
          <ac:spMkLst>
            <pc:docMk/>
            <pc:sldMk cId="1394722712" sldId="2226"/>
            <ac:spMk id="12" creationId="{09112E8E-1B22-E119-C7DA-3D414A8D4275}"/>
          </ac:spMkLst>
        </pc:spChg>
      </pc:sldChg>
      <pc:sldChg chg="delSp modSp add mod">
        <pc:chgData name="Jim Cherian" userId="42bbbbf2bb86bc24" providerId="LiveId" clId="{24CA7084-25FB-4B3B-85FF-E749C9ABBD05}" dt="2025-04-19T07:40:10.792" v="1646" actId="1036"/>
        <pc:sldMkLst>
          <pc:docMk/>
          <pc:sldMk cId="154014290" sldId="2227"/>
        </pc:sldMkLst>
        <pc:spChg chg="mod">
          <ac:chgData name="Jim Cherian" userId="42bbbbf2bb86bc24" providerId="LiveId" clId="{24CA7084-25FB-4B3B-85FF-E749C9ABBD05}" dt="2025-04-18T13:03:08.069" v="298"/>
          <ac:spMkLst>
            <pc:docMk/>
            <pc:sldMk cId="154014290" sldId="2227"/>
            <ac:spMk id="4" creationId="{09AF32EC-A23A-CE0A-76BC-B99FF6A1EF92}"/>
          </ac:spMkLst>
        </pc:spChg>
        <pc:spChg chg="del">
          <ac:chgData name="Jim Cherian" userId="42bbbbf2bb86bc24" providerId="LiveId" clId="{24CA7084-25FB-4B3B-85FF-E749C9ABBD05}" dt="2025-04-18T13:17:45.599" v="354" actId="478"/>
          <ac:spMkLst>
            <pc:docMk/>
            <pc:sldMk cId="154014290" sldId="2227"/>
            <ac:spMk id="8" creationId="{FA5255EC-24C8-DD73-C8AD-31FEFB50A92B}"/>
          </ac:spMkLst>
        </pc:spChg>
        <pc:spChg chg="del">
          <ac:chgData name="Jim Cherian" userId="42bbbbf2bb86bc24" providerId="LiveId" clId="{24CA7084-25FB-4B3B-85FF-E749C9ABBD05}" dt="2025-04-18T13:17:45.599" v="354" actId="478"/>
          <ac:spMkLst>
            <pc:docMk/>
            <pc:sldMk cId="154014290" sldId="2227"/>
            <ac:spMk id="9" creationId="{54DC8CCA-0CCF-A8C4-9C46-C9F019462AEF}"/>
          </ac:spMkLst>
        </pc:spChg>
        <pc:spChg chg="mod">
          <ac:chgData name="Jim Cherian" userId="42bbbbf2bb86bc24" providerId="LiveId" clId="{24CA7084-25FB-4B3B-85FF-E749C9ABBD05}" dt="2025-04-19T07:40:10.792" v="1646" actId="1036"/>
          <ac:spMkLst>
            <pc:docMk/>
            <pc:sldMk cId="154014290" sldId="2227"/>
            <ac:spMk id="11" creationId="{27C8460B-46BF-4586-E3EB-ABE37B2A7302}"/>
          </ac:spMkLst>
        </pc:spChg>
        <pc:spChg chg="mod">
          <ac:chgData name="Jim Cherian" userId="42bbbbf2bb86bc24" providerId="LiveId" clId="{24CA7084-25FB-4B3B-85FF-E749C9ABBD05}" dt="2025-04-18T13:17:26.333" v="353" actId="20577"/>
          <ac:spMkLst>
            <pc:docMk/>
            <pc:sldMk cId="154014290" sldId="2227"/>
            <ac:spMk id="12" creationId="{7FFF41E1-D7A3-1D3F-2964-C1DA427DA8B9}"/>
          </ac:spMkLst>
        </pc:spChg>
      </pc:sldChg>
      <pc:sldChg chg="addSp delSp modSp add mod">
        <pc:chgData name="Jim Cherian" userId="42bbbbf2bb86bc24" providerId="LiveId" clId="{24CA7084-25FB-4B3B-85FF-E749C9ABBD05}" dt="2025-04-18T16:09:52.540" v="736"/>
        <pc:sldMkLst>
          <pc:docMk/>
          <pc:sldMk cId="3780779953" sldId="2228"/>
        </pc:sldMkLst>
        <pc:spChg chg="mod">
          <ac:chgData name="Jim Cherian" userId="42bbbbf2bb86bc24" providerId="LiveId" clId="{24CA7084-25FB-4B3B-85FF-E749C9ABBD05}" dt="2025-04-18T16:09:52.540" v="736"/>
          <ac:spMkLst>
            <pc:docMk/>
            <pc:sldMk cId="3780779953" sldId="2228"/>
            <ac:spMk id="2" creationId="{28119393-2E07-9BA8-3601-874709AD6190}"/>
          </ac:spMkLst>
        </pc:spChg>
        <pc:spChg chg="add del mod">
          <ac:chgData name="Jim Cherian" userId="42bbbbf2bb86bc24" providerId="LiveId" clId="{24CA7084-25FB-4B3B-85FF-E749C9ABBD05}" dt="2025-04-18T13:25:16.290" v="389" actId="164"/>
          <ac:spMkLst>
            <pc:docMk/>
            <pc:sldMk cId="3780779953" sldId="2228"/>
            <ac:spMk id="3" creationId="{1D01B9A4-FEC6-F5F8-9AB2-405C61AED9A3}"/>
          </ac:spMkLst>
        </pc:spChg>
        <pc:spChg chg="mod">
          <ac:chgData name="Jim Cherian" userId="42bbbbf2bb86bc24" providerId="LiveId" clId="{24CA7084-25FB-4B3B-85FF-E749C9ABBD05}" dt="2025-04-18T13:25:16.290" v="389" actId="164"/>
          <ac:spMkLst>
            <pc:docMk/>
            <pc:sldMk cId="3780779953" sldId="2228"/>
            <ac:spMk id="5" creationId="{DD5E96DE-C29A-1709-9884-9128CB4214F5}"/>
          </ac:spMkLst>
        </pc:spChg>
        <pc:spChg chg="add del mod">
          <ac:chgData name="Jim Cherian" userId="42bbbbf2bb86bc24" providerId="LiveId" clId="{24CA7084-25FB-4B3B-85FF-E749C9ABBD05}" dt="2025-04-18T13:19:20.165" v="366" actId="21"/>
          <ac:spMkLst>
            <pc:docMk/>
            <pc:sldMk cId="3780779953" sldId="2228"/>
            <ac:spMk id="7" creationId="{126AFE02-66EF-32EF-25F0-F8A032DB7770}"/>
          </ac:spMkLst>
        </pc:spChg>
        <pc:spChg chg="del">
          <ac:chgData name="Jim Cherian" userId="42bbbbf2bb86bc24" providerId="LiveId" clId="{24CA7084-25FB-4B3B-85FF-E749C9ABBD05}" dt="2025-04-18T13:18:44.438" v="358" actId="478"/>
          <ac:spMkLst>
            <pc:docMk/>
            <pc:sldMk cId="3780779953" sldId="2228"/>
            <ac:spMk id="8" creationId="{74D01373-EEF8-DCE9-B227-BD805396F1BE}"/>
          </ac:spMkLst>
        </pc:spChg>
        <pc:spChg chg="add mod">
          <ac:chgData name="Jim Cherian" userId="42bbbbf2bb86bc24" providerId="LiveId" clId="{24CA7084-25FB-4B3B-85FF-E749C9ABBD05}" dt="2025-04-18T13:25:10.086" v="387" actId="12788"/>
          <ac:spMkLst>
            <pc:docMk/>
            <pc:sldMk cId="3780779953" sldId="2228"/>
            <ac:spMk id="9" creationId="{1D593D98-1A73-D535-7BC0-08AE5424274B}"/>
          </ac:spMkLst>
        </pc:spChg>
        <pc:spChg chg="del">
          <ac:chgData name="Jim Cherian" userId="42bbbbf2bb86bc24" providerId="LiveId" clId="{24CA7084-25FB-4B3B-85FF-E749C9ABBD05}" dt="2025-04-18T13:18:44.438" v="358" actId="478"/>
          <ac:spMkLst>
            <pc:docMk/>
            <pc:sldMk cId="3780779953" sldId="2228"/>
            <ac:spMk id="10" creationId="{2F230BBD-C7D6-D828-1F65-A74034A3EC97}"/>
          </ac:spMkLst>
        </pc:spChg>
        <pc:spChg chg="add mod ord">
          <ac:chgData name="Jim Cherian" userId="42bbbbf2bb86bc24" providerId="LiveId" clId="{24CA7084-25FB-4B3B-85FF-E749C9ABBD05}" dt="2025-04-18T13:25:10.086" v="387" actId="12788"/>
          <ac:spMkLst>
            <pc:docMk/>
            <pc:sldMk cId="3780779953" sldId="2228"/>
            <ac:spMk id="11" creationId="{126AFE02-66EF-32EF-25F0-F8A032DB7770}"/>
          </ac:spMkLst>
        </pc:spChg>
        <pc:grpChg chg="add mod">
          <ac:chgData name="Jim Cherian" userId="42bbbbf2bb86bc24" providerId="LiveId" clId="{24CA7084-25FB-4B3B-85FF-E749C9ABBD05}" dt="2025-04-18T13:25:29.518" v="392" actId="1076"/>
          <ac:grpSpMkLst>
            <pc:docMk/>
            <pc:sldMk cId="3780779953" sldId="2228"/>
            <ac:grpSpMk id="12" creationId="{EDECDFEC-D219-F3A1-C2B4-7BE22C1047EE}"/>
          </ac:grpSpMkLst>
        </pc:grpChg>
      </pc:sldChg>
      <pc:sldChg chg="delSp modSp add del mod">
        <pc:chgData name="Jim Cherian" userId="42bbbbf2bb86bc24" providerId="LiveId" clId="{24CA7084-25FB-4B3B-85FF-E749C9ABBD05}" dt="2025-04-18T14:49:00.554" v="670" actId="47"/>
        <pc:sldMkLst>
          <pc:docMk/>
          <pc:sldMk cId="3664248465" sldId="2229"/>
        </pc:sldMkLst>
        <pc:spChg chg="mod">
          <ac:chgData name="Jim Cherian" userId="42bbbbf2bb86bc24" providerId="LiveId" clId="{24CA7084-25FB-4B3B-85FF-E749C9ABBD05}" dt="2025-04-18T14:29:19.895" v="546"/>
          <ac:spMkLst>
            <pc:docMk/>
            <pc:sldMk cId="3664248465" sldId="2229"/>
            <ac:spMk id="2" creationId="{8C17E505-B887-946B-6C76-DFC3DAD13649}"/>
          </ac:spMkLst>
        </pc:spChg>
        <pc:spChg chg="del mod">
          <ac:chgData name="Jim Cherian" userId="42bbbbf2bb86bc24" providerId="LiveId" clId="{24CA7084-25FB-4B3B-85FF-E749C9ABBD05}" dt="2025-04-18T14:45:02.359" v="643" actId="478"/>
          <ac:spMkLst>
            <pc:docMk/>
            <pc:sldMk cId="3664248465" sldId="2229"/>
            <ac:spMk id="11" creationId="{3DEA23D3-0FEE-12AE-0F07-57F8835C9A1F}"/>
          </ac:spMkLst>
        </pc:spChg>
        <pc:spChg chg="mod">
          <ac:chgData name="Jim Cherian" userId="42bbbbf2bb86bc24" providerId="LiveId" clId="{24CA7084-25FB-4B3B-85FF-E749C9ABBD05}" dt="2025-04-18T14:29:39.620" v="551" actId="14100"/>
          <ac:spMkLst>
            <pc:docMk/>
            <pc:sldMk cId="3664248465" sldId="2229"/>
            <ac:spMk id="12" creationId="{5C7CF3F7-DE24-2BF9-B418-65FE29EA89E0}"/>
          </ac:spMkLst>
        </pc:spChg>
      </pc:sldChg>
      <pc:sldChg chg="modSp add mod">
        <pc:chgData name="Jim Cherian" userId="42bbbbf2bb86bc24" providerId="LiveId" clId="{24CA7084-25FB-4B3B-85FF-E749C9ABBD05}" dt="2025-04-18T14:32:26.412" v="587" actId="20577"/>
        <pc:sldMkLst>
          <pc:docMk/>
          <pc:sldMk cId="1714993959" sldId="2230"/>
        </pc:sldMkLst>
        <pc:spChg chg="mod">
          <ac:chgData name="Jim Cherian" userId="42bbbbf2bb86bc24" providerId="LiveId" clId="{24CA7084-25FB-4B3B-85FF-E749C9ABBD05}" dt="2025-04-18T14:32:26.412" v="587" actId="20577"/>
          <ac:spMkLst>
            <pc:docMk/>
            <pc:sldMk cId="1714993959" sldId="2230"/>
            <ac:spMk id="4" creationId="{2BDEA5EC-79E4-0373-0621-C47D010C0F95}"/>
          </ac:spMkLst>
        </pc:spChg>
      </pc:sldChg>
      <pc:sldChg chg="add del">
        <pc:chgData name="Jim Cherian" userId="42bbbbf2bb86bc24" providerId="LiveId" clId="{24CA7084-25FB-4B3B-85FF-E749C9ABBD05}" dt="2025-04-18T14:30:27.744" v="555"/>
        <pc:sldMkLst>
          <pc:docMk/>
          <pc:sldMk cId="3416265295" sldId="2230"/>
        </pc:sldMkLst>
      </pc:sldChg>
      <pc:sldChg chg="modSp add mod">
        <pc:chgData name="Jim Cherian" userId="42bbbbf2bb86bc24" providerId="LiveId" clId="{24CA7084-25FB-4B3B-85FF-E749C9ABBD05}" dt="2025-04-19T07:30:59.959" v="1580" actId="122"/>
        <pc:sldMkLst>
          <pc:docMk/>
          <pc:sldMk cId="3489297901" sldId="2231"/>
        </pc:sldMkLst>
        <pc:spChg chg="mod">
          <ac:chgData name="Jim Cherian" userId="42bbbbf2bb86bc24" providerId="LiveId" clId="{24CA7084-25FB-4B3B-85FF-E749C9ABBD05}" dt="2025-04-18T16:10:19.397" v="749"/>
          <ac:spMkLst>
            <pc:docMk/>
            <pc:sldMk cId="3489297901" sldId="2231"/>
            <ac:spMk id="2" creationId="{7A3C6BEB-C3C6-C44E-CCA6-FA4251F664E3}"/>
          </ac:spMkLst>
        </pc:spChg>
        <pc:spChg chg="mod">
          <ac:chgData name="Jim Cherian" userId="42bbbbf2bb86bc24" providerId="LiveId" clId="{24CA7084-25FB-4B3B-85FF-E749C9ABBD05}" dt="2025-04-18T16:06:04.821" v="711" actId="20577"/>
          <ac:spMkLst>
            <pc:docMk/>
            <pc:sldMk cId="3489297901" sldId="2231"/>
            <ac:spMk id="4" creationId="{000C7B14-A3FF-EB74-3B0F-E6394D2682B1}"/>
          </ac:spMkLst>
        </pc:spChg>
        <pc:spChg chg="mod">
          <ac:chgData name="Jim Cherian" userId="42bbbbf2bb86bc24" providerId="LiveId" clId="{24CA7084-25FB-4B3B-85FF-E749C9ABBD05}" dt="2025-04-19T07:30:58.523" v="1579" actId="122"/>
          <ac:spMkLst>
            <pc:docMk/>
            <pc:sldMk cId="3489297901" sldId="2231"/>
            <ac:spMk id="11" creationId="{12F0A3C8-C794-6713-6F10-835010CADB1B}"/>
          </ac:spMkLst>
        </pc:spChg>
        <pc:spChg chg="mod">
          <ac:chgData name="Jim Cherian" userId="42bbbbf2bb86bc24" providerId="LiveId" clId="{24CA7084-25FB-4B3B-85FF-E749C9ABBD05}" dt="2025-04-19T07:30:59.959" v="1580" actId="122"/>
          <ac:spMkLst>
            <pc:docMk/>
            <pc:sldMk cId="3489297901" sldId="2231"/>
            <ac:spMk id="12" creationId="{8CFD157C-5BE1-B6E4-1B43-1B377BDFD3D0}"/>
          </ac:spMkLst>
        </pc:spChg>
      </pc:sldChg>
      <pc:sldChg chg="modSp add mod">
        <pc:chgData name="Jim Cherian" userId="42bbbbf2bb86bc24" providerId="LiveId" clId="{24CA7084-25FB-4B3B-85FF-E749C9ABBD05}" dt="2025-04-18T23:33:55.858" v="1075" actId="20577"/>
        <pc:sldMkLst>
          <pc:docMk/>
          <pc:sldMk cId="1094209004" sldId="2232"/>
        </pc:sldMkLst>
        <pc:spChg chg="mod">
          <ac:chgData name="Jim Cherian" userId="42bbbbf2bb86bc24" providerId="LiveId" clId="{24CA7084-25FB-4B3B-85FF-E749C9ABBD05}" dt="2025-04-18T16:09:58.481" v="740"/>
          <ac:spMkLst>
            <pc:docMk/>
            <pc:sldMk cId="1094209004" sldId="2232"/>
            <ac:spMk id="2" creationId="{9A73A607-F11B-4F36-B957-E58DD0BD7E23}"/>
          </ac:spMkLst>
        </pc:spChg>
        <pc:spChg chg="mod">
          <ac:chgData name="Jim Cherian" userId="42bbbbf2bb86bc24" providerId="LiveId" clId="{24CA7084-25FB-4B3B-85FF-E749C9ABBD05}" dt="2025-04-18T23:33:55.858" v="1075" actId="20577"/>
          <ac:spMkLst>
            <pc:docMk/>
            <pc:sldMk cId="1094209004" sldId="2232"/>
            <ac:spMk id="5" creationId="{812DE3CC-9B27-6417-4208-00201E655BAC}"/>
          </ac:spMkLst>
        </pc:spChg>
        <pc:spChg chg="mod">
          <ac:chgData name="Jim Cherian" userId="42bbbbf2bb86bc24" providerId="LiveId" clId="{24CA7084-25FB-4B3B-85FF-E749C9ABBD05}" dt="2025-04-18T23:25:29.192" v="1019" actId="20577"/>
          <ac:spMkLst>
            <pc:docMk/>
            <pc:sldMk cId="1094209004" sldId="2232"/>
            <ac:spMk id="11" creationId="{DD6410F7-86DD-023E-2B71-2E38EDA99D60}"/>
          </ac:spMkLst>
        </pc:spChg>
        <pc:spChg chg="mod">
          <ac:chgData name="Jim Cherian" userId="42bbbbf2bb86bc24" providerId="LiveId" clId="{24CA7084-25FB-4B3B-85FF-E749C9ABBD05}" dt="2025-04-18T23:24:22.707" v="1009" actId="6549"/>
          <ac:spMkLst>
            <pc:docMk/>
            <pc:sldMk cId="1094209004" sldId="2232"/>
            <ac:spMk id="12" creationId="{12CB9CB9-4F46-28DB-7DC4-928AC1731147}"/>
          </ac:spMkLst>
        </pc:spChg>
      </pc:sldChg>
      <pc:sldChg chg="modSp add mod">
        <pc:chgData name="Jim Cherian" userId="42bbbbf2bb86bc24" providerId="LiveId" clId="{24CA7084-25FB-4B3B-85FF-E749C9ABBD05}" dt="2025-04-19T07:43:12.291" v="1695" actId="14100"/>
        <pc:sldMkLst>
          <pc:docMk/>
          <pc:sldMk cId="3170579240" sldId="2233"/>
        </pc:sldMkLst>
        <pc:spChg chg="mod">
          <ac:chgData name="Jim Cherian" userId="42bbbbf2bb86bc24" providerId="LiveId" clId="{24CA7084-25FB-4B3B-85FF-E749C9ABBD05}" dt="2025-04-18T16:10:15.288" v="747"/>
          <ac:spMkLst>
            <pc:docMk/>
            <pc:sldMk cId="3170579240" sldId="2233"/>
            <ac:spMk id="2" creationId="{1037573C-D558-CDE2-E747-40BDD63F8623}"/>
          </ac:spMkLst>
        </pc:spChg>
        <pc:spChg chg="mod">
          <ac:chgData name="Jim Cherian" userId="42bbbbf2bb86bc24" providerId="LiveId" clId="{24CA7084-25FB-4B3B-85FF-E749C9ABBD05}" dt="2025-04-18T16:27:55.409" v="931" actId="20577"/>
          <ac:spMkLst>
            <pc:docMk/>
            <pc:sldMk cId="3170579240" sldId="2233"/>
            <ac:spMk id="4" creationId="{05D70808-3FDE-F3AC-A4D0-8710031353EE}"/>
          </ac:spMkLst>
        </pc:spChg>
        <pc:spChg chg="mod">
          <ac:chgData name="Jim Cherian" userId="42bbbbf2bb86bc24" providerId="LiveId" clId="{24CA7084-25FB-4B3B-85FF-E749C9ABBD05}" dt="2025-04-19T07:42:31.308" v="1688" actId="122"/>
          <ac:spMkLst>
            <pc:docMk/>
            <pc:sldMk cId="3170579240" sldId="2233"/>
            <ac:spMk id="11" creationId="{0D9EDAA2-F074-5F04-A166-9EA172CA1B88}"/>
          </ac:spMkLst>
        </pc:spChg>
        <pc:spChg chg="mod">
          <ac:chgData name="Jim Cherian" userId="42bbbbf2bb86bc24" providerId="LiveId" clId="{24CA7084-25FB-4B3B-85FF-E749C9ABBD05}" dt="2025-04-19T07:43:12.291" v="1695" actId="14100"/>
          <ac:spMkLst>
            <pc:docMk/>
            <pc:sldMk cId="3170579240" sldId="2233"/>
            <ac:spMk id="12" creationId="{75753835-AFCC-6517-FB5B-BA1CF660A40E}"/>
          </ac:spMkLst>
        </pc:spChg>
      </pc:sldChg>
      <pc:sldChg chg="add del">
        <pc:chgData name="Jim Cherian" userId="42bbbbf2bb86bc24" providerId="LiveId" clId="{24CA7084-25FB-4B3B-85FF-E749C9ABBD05}" dt="2025-04-18T16:21:20.117" v="866" actId="47"/>
        <pc:sldMkLst>
          <pc:docMk/>
          <pc:sldMk cId="1329352582" sldId="2234"/>
        </pc:sldMkLst>
      </pc:sldChg>
      <pc:sldChg chg="modSp add mod">
        <pc:chgData name="Jim Cherian" userId="42bbbbf2bb86bc24" providerId="LiveId" clId="{24CA7084-25FB-4B3B-85FF-E749C9ABBD05}" dt="2025-04-19T07:47:04.886" v="1750" actId="12788"/>
        <pc:sldMkLst>
          <pc:docMk/>
          <pc:sldMk cId="1784859979" sldId="2235"/>
        </pc:sldMkLst>
        <pc:spChg chg="mod">
          <ac:chgData name="Jim Cherian" userId="42bbbbf2bb86bc24" providerId="LiveId" clId="{24CA7084-25FB-4B3B-85FF-E749C9ABBD05}" dt="2025-04-18T16:28:02.341" v="933" actId="20577"/>
          <ac:spMkLst>
            <pc:docMk/>
            <pc:sldMk cId="1784859979" sldId="2235"/>
            <ac:spMk id="4" creationId="{B2A76C11-E3BE-32B2-F97B-CBE726A171D0}"/>
          </ac:spMkLst>
        </pc:spChg>
        <pc:spChg chg="mod">
          <ac:chgData name="Jim Cherian" userId="42bbbbf2bb86bc24" providerId="LiveId" clId="{24CA7084-25FB-4B3B-85FF-E749C9ABBD05}" dt="2025-04-19T07:47:04.886" v="1750" actId="12788"/>
          <ac:spMkLst>
            <pc:docMk/>
            <pc:sldMk cId="1784859979" sldId="2235"/>
            <ac:spMk id="11" creationId="{B89345D4-6808-E9BD-FF9D-279C52624459}"/>
          </ac:spMkLst>
        </pc:spChg>
        <pc:spChg chg="mod">
          <ac:chgData name="Jim Cherian" userId="42bbbbf2bb86bc24" providerId="LiveId" clId="{24CA7084-25FB-4B3B-85FF-E749C9ABBD05}" dt="2025-04-19T07:47:04.886" v="1750" actId="12788"/>
          <ac:spMkLst>
            <pc:docMk/>
            <pc:sldMk cId="1784859979" sldId="2235"/>
            <ac:spMk id="12" creationId="{50E38E33-CEEF-FC62-C769-A06CEC1715C7}"/>
          </ac:spMkLst>
        </pc:spChg>
      </pc:sldChg>
      <pc:sldChg chg="add del">
        <pc:chgData name="Jim Cherian" userId="42bbbbf2bb86bc24" providerId="LiveId" clId="{24CA7084-25FB-4B3B-85FF-E749C9ABBD05}" dt="2025-04-18T16:26:25.440" v="916" actId="2696"/>
        <pc:sldMkLst>
          <pc:docMk/>
          <pc:sldMk cId="973210816" sldId="2236"/>
        </pc:sldMkLst>
      </pc:sldChg>
      <pc:sldChg chg="modSp add mod">
        <pc:chgData name="Jim Cherian" userId="42bbbbf2bb86bc24" providerId="LiveId" clId="{24CA7084-25FB-4B3B-85FF-E749C9ABBD05}" dt="2025-04-19T07:46:35.710" v="1742" actId="14100"/>
        <pc:sldMkLst>
          <pc:docMk/>
          <pc:sldMk cId="3061958577" sldId="2236"/>
        </pc:sldMkLst>
        <pc:spChg chg="mod">
          <ac:chgData name="Jim Cherian" userId="42bbbbf2bb86bc24" providerId="LiveId" clId="{24CA7084-25FB-4B3B-85FF-E749C9ABBD05}" dt="2025-04-18T16:28:08.297" v="935" actId="20577"/>
          <ac:spMkLst>
            <pc:docMk/>
            <pc:sldMk cId="3061958577" sldId="2236"/>
            <ac:spMk id="4" creationId="{B925F235-5245-D53F-04B9-F72B6583649D}"/>
          </ac:spMkLst>
        </pc:spChg>
        <pc:spChg chg="mod">
          <ac:chgData name="Jim Cherian" userId="42bbbbf2bb86bc24" providerId="LiveId" clId="{24CA7084-25FB-4B3B-85FF-E749C9ABBD05}" dt="2025-04-19T07:46:35.710" v="1742" actId="14100"/>
          <ac:spMkLst>
            <pc:docMk/>
            <pc:sldMk cId="3061958577" sldId="2236"/>
            <ac:spMk id="11" creationId="{06D8A56E-50B1-F4D1-65C9-192E9B11C544}"/>
          </ac:spMkLst>
        </pc:spChg>
        <pc:spChg chg="mod">
          <ac:chgData name="Jim Cherian" userId="42bbbbf2bb86bc24" providerId="LiveId" clId="{24CA7084-25FB-4B3B-85FF-E749C9ABBD05}" dt="2025-04-19T07:46:35.710" v="1742" actId="14100"/>
          <ac:spMkLst>
            <pc:docMk/>
            <pc:sldMk cId="3061958577" sldId="2236"/>
            <ac:spMk id="12" creationId="{CD75BDB4-3F16-B41B-E2AC-FDFCDFDC3332}"/>
          </ac:spMkLst>
        </pc:spChg>
      </pc:sldChg>
      <pc:sldChg chg="modSp add mod">
        <pc:chgData name="Jim Cherian" userId="42bbbbf2bb86bc24" providerId="LiveId" clId="{24CA7084-25FB-4B3B-85FF-E749C9ABBD05}" dt="2025-04-18T23:33:59.135" v="1076" actId="20577"/>
        <pc:sldMkLst>
          <pc:docMk/>
          <pc:sldMk cId="4110030402" sldId="2237"/>
        </pc:sldMkLst>
        <pc:spChg chg="mod">
          <ac:chgData name="Jim Cherian" userId="42bbbbf2bb86bc24" providerId="LiveId" clId="{24CA7084-25FB-4B3B-85FF-E749C9ABBD05}" dt="2025-04-18T23:33:59.135" v="1076" actId="20577"/>
          <ac:spMkLst>
            <pc:docMk/>
            <pc:sldMk cId="4110030402" sldId="2237"/>
            <ac:spMk id="5" creationId="{0EC223A7-A812-B4E4-4F67-7F63CF834925}"/>
          </ac:spMkLst>
        </pc:spChg>
        <pc:spChg chg="mod">
          <ac:chgData name="Jim Cherian" userId="42bbbbf2bb86bc24" providerId="LiveId" clId="{24CA7084-25FB-4B3B-85FF-E749C9ABBD05}" dt="2025-04-18T23:30:37.933" v="1037" actId="20577"/>
          <ac:spMkLst>
            <pc:docMk/>
            <pc:sldMk cId="4110030402" sldId="2237"/>
            <ac:spMk id="11" creationId="{EB885D8D-0852-F0B0-40A5-31BC1C7042C9}"/>
          </ac:spMkLst>
        </pc:spChg>
        <pc:spChg chg="mod">
          <ac:chgData name="Jim Cherian" userId="42bbbbf2bb86bc24" providerId="LiveId" clId="{24CA7084-25FB-4B3B-85FF-E749C9ABBD05}" dt="2025-04-18T23:30:34.558" v="1036" actId="20577"/>
          <ac:spMkLst>
            <pc:docMk/>
            <pc:sldMk cId="4110030402" sldId="2237"/>
            <ac:spMk id="12" creationId="{87FBDBE0-2E94-E3EE-03B8-33C11750A9DE}"/>
          </ac:spMkLst>
        </pc:spChg>
      </pc:sldChg>
      <pc:sldChg chg="modSp add mod">
        <pc:chgData name="Jim Cherian" userId="42bbbbf2bb86bc24" providerId="LiveId" clId="{24CA7084-25FB-4B3B-85FF-E749C9ABBD05}" dt="2025-04-18T23:34:02.124" v="1077" actId="20577"/>
        <pc:sldMkLst>
          <pc:docMk/>
          <pc:sldMk cId="1457731405" sldId="2238"/>
        </pc:sldMkLst>
        <pc:spChg chg="mod">
          <ac:chgData name="Jim Cherian" userId="42bbbbf2bb86bc24" providerId="LiveId" clId="{24CA7084-25FB-4B3B-85FF-E749C9ABBD05}" dt="2025-04-18T23:34:02.124" v="1077" actId="20577"/>
          <ac:spMkLst>
            <pc:docMk/>
            <pc:sldMk cId="1457731405" sldId="2238"/>
            <ac:spMk id="5" creationId="{7E978B59-E21A-97F0-428A-88700D5DC7A9}"/>
          </ac:spMkLst>
        </pc:spChg>
      </pc:sldChg>
      <pc:sldChg chg="modSp add mod">
        <pc:chgData name="Jim Cherian" userId="42bbbbf2bb86bc24" providerId="LiveId" clId="{24CA7084-25FB-4B3B-85FF-E749C9ABBD05}" dt="2025-04-19T07:41:37.891" v="1685" actId="1036"/>
        <pc:sldMkLst>
          <pc:docMk/>
          <pc:sldMk cId="1189225" sldId="2239"/>
        </pc:sldMkLst>
        <pc:spChg chg="mod">
          <ac:chgData name="Jim Cherian" userId="42bbbbf2bb86bc24" providerId="LiveId" clId="{24CA7084-25FB-4B3B-85FF-E749C9ABBD05}" dt="2025-04-18T23:34:05.268" v="1078" actId="20577"/>
          <ac:spMkLst>
            <pc:docMk/>
            <pc:sldMk cId="1189225" sldId="2239"/>
            <ac:spMk id="5" creationId="{1957F0DD-103B-DDA4-6235-986AEB3BC236}"/>
          </ac:spMkLst>
        </pc:spChg>
        <pc:spChg chg="mod">
          <ac:chgData name="Jim Cherian" userId="42bbbbf2bb86bc24" providerId="LiveId" clId="{24CA7084-25FB-4B3B-85FF-E749C9ABBD05}" dt="2025-04-18T23:32:33.030" v="1067" actId="20577"/>
          <ac:spMkLst>
            <pc:docMk/>
            <pc:sldMk cId="1189225" sldId="2239"/>
            <ac:spMk id="11" creationId="{561CF700-0F57-097D-C677-1C6A8EA8791B}"/>
          </ac:spMkLst>
        </pc:spChg>
        <pc:spChg chg="mod">
          <ac:chgData name="Jim Cherian" userId="42bbbbf2bb86bc24" providerId="LiveId" clId="{24CA7084-25FB-4B3B-85FF-E749C9ABBD05}" dt="2025-04-19T07:41:37.891" v="1685" actId="1036"/>
          <ac:spMkLst>
            <pc:docMk/>
            <pc:sldMk cId="1189225" sldId="2239"/>
            <ac:spMk id="12" creationId="{13D1FB90-0ADE-EC80-4748-4293D4AE7D9D}"/>
          </ac:spMkLst>
        </pc:spChg>
      </pc:sldChg>
      <pc:sldChg chg="modSp add mod">
        <pc:chgData name="Jim Cherian" userId="42bbbbf2bb86bc24" providerId="LiveId" clId="{24CA7084-25FB-4B3B-85FF-E749C9ABBD05}" dt="2025-04-18T23:34:08.830" v="1079" actId="20577"/>
        <pc:sldMkLst>
          <pc:docMk/>
          <pc:sldMk cId="167032332" sldId="2240"/>
        </pc:sldMkLst>
        <pc:spChg chg="mod">
          <ac:chgData name="Jim Cherian" userId="42bbbbf2bb86bc24" providerId="LiveId" clId="{24CA7084-25FB-4B3B-85FF-E749C9ABBD05}" dt="2025-04-18T23:34:08.830" v="1079" actId="20577"/>
          <ac:spMkLst>
            <pc:docMk/>
            <pc:sldMk cId="167032332" sldId="2240"/>
            <ac:spMk id="5" creationId="{E9AF6248-03E2-8A0B-C214-6CF537AA6A5A}"/>
          </ac:spMkLst>
        </pc:spChg>
      </pc:sldChg>
      <pc:sldChg chg="modSp add mod">
        <pc:chgData name="Jim Cherian" userId="42bbbbf2bb86bc24" providerId="LiveId" clId="{24CA7084-25FB-4B3B-85FF-E749C9ABBD05}" dt="2025-04-18T23:44:28.399" v="1162"/>
        <pc:sldMkLst>
          <pc:docMk/>
          <pc:sldMk cId="2734071704" sldId="2241"/>
        </pc:sldMkLst>
        <pc:spChg chg="mod">
          <ac:chgData name="Jim Cherian" userId="42bbbbf2bb86bc24" providerId="LiveId" clId="{24CA7084-25FB-4B3B-85FF-E749C9ABBD05}" dt="2025-04-18T23:44:28.399" v="1162"/>
          <ac:spMkLst>
            <pc:docMk/>
            <pc:sldMk cId="2734071704" sldId="2241"/>
            <ac:spMk id="2" creationId="{3FAD3966-F8B5-C09A-2EF3-823484DD2F01}"/>
          </ac:spMkLst>
        </pc:spChg>
      </pc:sldChg>
      <pc:sldChg chg="delSp modSp add mod">
        <pc:chgData name="Jim Cherian" userId="42bbbbf2bb86bc24" providerId="LiveId" clId="{24CA7084-25FB-4B3B-85FF-E749C9ABBD05}" dt="2025-04-19T07:46:16.453" v="1738" actId="12788"/>
        <pc:sldMkLst>
          <pc:docMk/>
          <pc:sldMk cId="2526750278" sldId="2242"/>
        </pc:sldMkLst>
        <pc:spChg chg="mod">
          <ac:chgData name="Jim Cherian" userId="42bbbbf2bb86bc24" providerId="LiveId" clId="{24CA7084-25FB-4B3B-85FF-E749C9ABBD05}" dt="2025-04-19T07:43:53.754" v="1701"/>
          <ac:spMkLst>
            <pc:docMk/>
            <pc:sldMk cId="2526750278" sldId="2242"/>
            <ac:spMk id="2" creationId="{9A91B804-BB9A-FA40-5F60-202BF3A531AC}"/>
          </ac:spMkLst>
        </pc:spChg>
        <pc:spChg chg="mod">
          <ac:chgData name="Jim Cherian" userId="42bbbbf2bb86bc24" providerId="LiveId" clId="{24CA7084-25FB-4B3B-85FF-E749C9ABBD05}" dt="2025-04-19T07:46:16.453" v="1738" actId="12788"/>
          <ac:spMkLst>
            <pc:docMk/>
            <pc:sldMk cId="2526750278" sldId="2242"/>
            <ac:spMk id="3" creationId="{D8E96A9D-9A25-A27C-5287-37C02C956F8B}"/>
          </ac:spMkLst>
        </pc:spChg>
        <pc:spChg chg="mod">
          <ac:chgData name="Jim Cherian" userId="42bbbbf2bb86bc24" providerId="LiveId" clId="{24CA7084-25FB-4B3B-85FF-E749C9ABBD05}" dt="2025-04-19T07:46:16.453" v="1738" actId="12788"/>
          <ac:spMkLst>
            <pc:docMk/>
            <pc:sldMk cId="2526750278" sldId="2242"/>
            <ac:spMk id="5" creationId="{A93B0008-610D-ED56-BE36-2421E7FD2696}"/>
          </ac:spMkLst>
        </pc:spChg>
        <pc:spChg chg="del">
          <ac:chgData name="Jim Cherian" userId="42bbbbf2bb86bc24" providerId="LiveId" clId="{24CA7084-25FB-4B3B-85FF-E749C9ABBD05}" dt="2025-04-18T23:47:55.873" v="1185" actId="478"/>
          <ac:spMkLst>
            <pc:docMk/>
            <pc:sldMk cId="2526750278" sldId="2242"/>
            <ac:spMk id="8" creationId="{02ED0755-ED4F-9ACA-69F0-E88505C85D47}"/>
          </ac:spMkLst>
        </pc:spChg>
        <pc:spChg chg="del">
          <ac:chgData name="Jim Cherian" userId="42bbbbf2bb86bc24" providerId="LiveId" clId="{24CA7084-25FB-4B3B-85FF-E749C9ABBD05}" dt="2025-04-18T23:47:55.873" v="1185" actId="478"/>
          <ac:spMkLst>
            <pc:docMk/>
            <pc:sldMk cId="2526750278" sldId="2242"/>
            <ac:spMk id="9" creationId="{8157E4AF-5B45-A243-EAE3-3FC79EF4E439}"/>
          </ac:spMkLst>
        </pc:spChg>
        <pc:spChg chg="mod">
          <ac:chgData name="Jim Cherian" userId="42bbbbf2bb86bc24" providerId="LiveId" clId="{24CA7084-25FB-4B3B-85FF-E749C9ABBD05}" dt="2025-04-18T23:50:21.803" v="1254" actId="255"/>
          <ac:spMkLst>
            <pc:docMk/>
            <pc:sldMk cId="2526750278" sldId="2242"/>
            <ac:spMk id="11" creationId="{2A293A72-DCE3-E464-6644-597CF954D131}"/>
          </ac:spMkLst>
        </pc:spChg>
        <pc:spChg chg="mod">
          <ac:chgData name="Jim Cherian" userId="42bbbbf2bb86bc24" providerId="LiveId" clId="{24CA7084-25FB-4B3B-85FF-E749C9ABBD05}" dt="2025-04-18T23:50:24.949" v="1259" actId="1036"/>
          <ac:spMkLst>
            <pc:docMk/>
            <pc:sldMk cId="2526750278" sldId="2242"/>
            <ac:spMk id="12" creationId="{5D6F9B62-F844-B74A-2A4A-3E4904284CEC}"/>
          </ac:spMkLst>
        </pc:spChg>
      </pc:sldChg>
      <pc:sldChg chg="add del">
        <pc:chgData name="Jim Cherian" userId="42bbbbf2bb86bc24" providerId="LiveId" clId="{24CA7084-25FB-4B3B-85FF-E749C9ABBD05}" dt="2025-04-18T23:50:41.478" v="1261"/>
        <pc:sldMkLst>
          <pc:docMk/>
          <pc:sldMk cId="1158888144" sldId="2243"/>
        </pc:sldMkLst>
      </pc:sldChg>
      <pc:sldChg chg="modSp add mod">
        <pc:chgData name="Jim Cherian" userId="42bbbbf2bb86bc24" providerId="LiveId" clId="{24CA7084-25FB-4B3B-85FF-E749C9ABBD05}" dt="2025-04-19T07:32:30.606" v="1603"/>
        <pc:sldMkLst>
          <pc:docMk/>
          <pc:sldMk cId="4049254405" sldId="2243"/>
        </pc:sldMkLst>
        <pc:spChg chg="mod">
          <ac:chgData name="Jim Cherian" userId="42bbbbf2bb86bc24" providerId="LiveId" clId="{24CA7084-25FB-4B3B-85FF-E749C9ABBD05}" dt="2025-04-19T07:32:30.606" v="1603"/>
          <ac:spMkLst>
            <pc:docMk/>
            <pc:sldMk cId="4049254405" sldId="2243"/>
            <ac:spMk id="2" creationId="{A6E40828-F1E6-03A9-3D3E-DA266AFC9818}"/>
          </ac:spMkLst>
        </pc:spChg>
      </pc:sldChg>
      <pc:sldChg chg="delSp modSp add mod">
        <pc:chgData name="Jim Cherian" userId="42bbbbf2bb86bc24" providerId="LiveId" clId="{24CA7084-25FB-4B3B-85FF-E749C9ABBD05}" dt="2025-04-19T07:32:24.499" v="1602" actId="20577"/>
        <pc:sldMkLst>
          <pc:docMk/>
          <pc:sldMk cId="3661610941" sldId="2244"/>
        </pc:sldMkLst>
        <pc:spChg chg="mod">
          <ac:chgData name="Jim Cherian" userId="42bbbbf2bb86bc24" providerId="LiveId" clId="{24CA7084-25FB-4B3B-85FF-E749C9ABBD05}" dt="2025-04-19T07:32:24.499" v="1602" actId="20577"/>
          <ac:spMkLst>
            <pc:docMk/>
            <pc:sldMk cId="3661610941" sldId="2244"/>
            <ac:spMk id="2" creationId="{A869A03B-ED4E-9C6D-4304-8E4E547B0D70}"/>
          </ac:spMkLst>
        </pc:spChg>
        <pc:spChg chg="del">
          <ac:chgData name="Jim Cherian" userId="42bbbbf2bb86bc24" providerId="LiveId" clId="{24CA7084-25FB-4B3B-85FF-E749C9ABBD05}" dt="2025-04-18T23:51:45.970" v="1266" actId="478"/>
          <ac:spMkLst>
            <pc:docMk/>
            <pc:sldMk cId="3661610941" sldId="2244"/>
            <ac:spMk id="11" creationId="{C4128026-BA54-B6B8-D8BF-3DDA1946E000}"/>
          </ac:spMkLst>
        </pc:spChg>
        <pc:spChg chg="mod">
          <ac:chgData name="Jim Cherian" userId="42bbbbf2bb86bc24" providerId="LiveId" clId="{24CA7084-25FB-4B3B-85FF-E749C9ABBD05}" dt="2025-04-18T23:52:16.533" v="1275" actId="1076"/>
          <ac:spMkLst>
            <pc:docMk/>
            <pc:sldMk cId="3661610941" sldId="2244"/>
            <ac:spMk id="12" creationId="{6F20F06F-93D5-414D-EA0A-378F2004D0AF}"/>
          </ac:spMkLst>
        </pc:spChg>
      </pc:sldChg>
      <pc:sldChg chg="modSp add mod">
        <pc:chgData name="Jim Cherian" userId="42bbbbf2bb86bc24" providerId="LiveId" clId="{24CA7084-25FB-4B3B-85FF-E749C9ABBD05}" dt="2025-04-19T07:32:34.961" v="1604"/>
        <pc:sldMkLst>
          <pc:docMk/>
          <pc:sldMk cId="1613343910" sldId="2245"/>
        </pc:sldMkLst>
        <pc:spChg chg="mod">
          <ac:chgData name="Jim Cherian" userId="42bbbbf2bb86bc24" providerId="LiveId" clId="{24CA7084-25FB-4B3B-85FF-E749C9ABBD05}" dt="2025-04-19T07:32:34.961" v="1604"/>
          <ac:spMkLst>
            <pc:docMk/>
            <pc:sldMk cId="1613343910" sldId="2245"/>
            <ac:spMk id="2" creationId="{C786DAB7-4597-3364-4C78-605A9697ACDF}"/>
          </ac:spMkLst>
        </pc:spChg>
        <pc:spChg chg="mod">
          <ac:chgData name="Jim Cherian" userId="42bbbbf2bb86bc24" providerId="LiveId" clId="{24CA7084-25FB-4B3B-85FF-E749C9ABBD05}" dt="2025-04-18T23:53:42.789" v="1297" actId="20577"/>
          <ac:spMkLst>
            <pc:docMk/>
            <pc:sldMk cId="1613343910" sldId="2245"/>
            <ac:spMk id="4" creationId="{768C1C00-346D-ECA6-7AF0-0FE28D1E6717}"/>
          </ac:spMkLst>
        </pc:spChg>
        <pc:spChg chg="mod">
          <ac:chgData name="Jim Cherian" userId="42bbbbf2bb86bc24" providerId="LiveId" clId="{24CA7084-25FB-4B3B-85FF-E749C9ABBD05}" dt="2025-04-18T23:53:33.573" v="1294"/>
          <ac:spMkLst>
            <pc:docMk/>
            <pc:sldMk cId="1613343910" sldId="2245"/>
            <ac:spMk id="12" creationId="{E17ACE73-21EE-24C4-1BF5-55B204A995B7}"/>
          </ac:spMkLst>
        </pc:spChg>
      </pc:sldChg>
      <pc:sldChg chg="modSp add mod">
        <pc:chgData name="Jim Cherian" userId="42bbbbf2bb86bc24" providerId="LiveId" clId="{24CA7084-25FB-4B3B-85FF-E749C9ABBD05}" dt="2025-04-19T07:32:37.860" v="1605"/>
        <pc:sldMkLst>
          <pc:docMk/>
          <pc:sldMk cId="1269245124" sldId="2246"/>
        </pc:sldMkLst>
        <pc:spChg chg="mod">
          <ac:chgData name="Jim Cherian" userId="42bbbbf2bb86bc24" providerId="LiveId" clId="{24CA7084-25FB-4B3B-85FF-E749C9ABBD05}" dt="2025-04-19T07:32:37.860" v="1605"/>
          <ac:spMkLst>
            <pc:docMk/>
            <pc:sldMk cId="1269245124" sldId="2246"/>
            <ac:spMk id="2" creationId="{504AC1B7-7EEC-4FF7-398A-110899F52702}"/>
          </ac:spMkLst>
        </pc:spChg>
        <pc:spChg chg="mod">
          <ac:chgData name="Jim Cherian" userId="42bbbbf2bb86bc24" providerId="LiveId" clId="{24CA7084-25FB-4B3B-85FF-E749C9ABBD05}" dt="2025-04-18T23:53:45.794" v="1298" actId="20577"/>
          <ac:spMkLst>
            <pc:docMk/>
            <pc:sldMk cId="1269245124" sldId="2246"/>
            <ac:spMk id="4" creationId="{9429E792-ED55-59B0-9446-60C8EA55D021}"/>
          </ac:spMkLst>
        </pc:spChg>
        <pc:spChg chg="mod">
          <ac:chgData name="Jim Cherian" userId="42bbbbf2bb86bc24" providerId="LiveId" clId="{24CA7084-25FB-4B3B-85FF-E749C9ABBD05}" dt="2025-04-18T23:53:24.982" v="1291" actId="6549"/>
          <ac:spMkLst>
            <pc:docMk/>
            <pc:sldMk cId="1269245124" sldId="2246"/>
            <ac:spMk id="12" creationId="{01363949-F226-FAF5-9DDF-08A44E177A36}"/>
          </ac:spMkLst>
        </pc:spChg>
      </pc:sldChg>
      <pc:sldChg chg="modSp add mod">
        <pc:chgData name="Jim Cherian" userId="42bbbbf2bb86bc24" providerId="LiveId" clId="{24CA7084-25FB-4B3B-85FF-E749C9ABBD05}" dt="2025-04-18T23:54:11.059" v="1317" actId="20577"/>
        <pc:sldMkLst>
          <pc:docMk/>
          <pc:sldMk cId="2796762590" sldId="2247"/>
        </pc:sldMkLst>
        <pc:spChg chg="mod">
          <ac:chgData name="Jim Cherian" userId="42bbbbf2bb86bc24" providerId="LiveId" clId="{24CA7084-25FB-4B3B-85FF-E749C9ABBD05}" dt="2025-04-18T23:54:11.059" v="1317" actId="20577"/>
          <ac:spMkLst>
            <pc:docMk/>
            <pc:sldMk cId="2796762590" sldId="2247"/>
            <ac:spMk id="2" creationId="{79A44514-794E-8F08-D1F0-ECEE59CBE551}"/>
          </ac:spMkLst>
        </pc:spChg>
      </pc:sldChg>
      <pc:sldChg chg="add del">
        <pc:chgData name="Jim Cherian" userId="42bbbbf2bb86bc24" providerId="LiveId" clId="{24CA7084-25FB-4B3B-85FF-E749C9ABBD05}" dt="2025-04-18T23:53:27.845" v="1292" actId="47"/>
        <pc:sldMkLst>
          <pc:docMk/>
          <pc:sldMk cId="3482527684" sldId="2247"/>
        </pc:sldMkLst>
      </pc:sldChg>
      <pc:sldChg chg="modSp add mod">
        <pc:chgData name="Jim Cherian" userId="42bbbbf2bb86bc24" providerId="LiveId" clId="{24CA7084-25FB-4B3B-85FF-E749C9ABBD05}" dt="2025-04-18T23:54:25.574" v="1321"/>
        <pc:sldMkLst>
          <pc:docMk/>
          <pc:sldMk cId="3477370061" sldId="2248"/>
        </pc:sldMkLst>
        <pc:spChg chg="mod">
          <ac:chgData name="Jim Cherian" userId="42bbbbf2bb86bc24" providerId="LiveId" clId="{24CA7084-25FB-4B3B-85FF-E749C9ABBD05}" dt="2025-04-18T23:54:25.574" v="1321"/>
          <ac:spMkLst>
            <pc:docMk/>
            <pc:sldMk cId="3477370061" sldId="2248"/>
            <ac:spMk id="2" creationId="{88F71DC7-845D-1FE4-23E2-0E7F77E1DCD2}"/>
          </ac:spMkLst>
        </pc:spChg>
        <pc:spChg chg="mod">
          <ac:chgData name="Jim Cherian" userId="42bbbbf2bb86bc24" providerId="LiveId" clId="{24CA7084-25FB-4B3B-85FF-E749C9ABBD05}" dt="2025-04-18T23:54:15.497" v="1318" actId="20577"/>
          <ac:spMkLst>
            <pc:docMk/>
            <pc:sldMk cId="3477370061" sldId="2248"/>
            <ac:spMk id="12" creationId="{DD2D218F-3362-CE75-F805-FA8EABF8D589}"/>
          </ac:spMkLst>
        </pc:spChg>
      </pc:sldChg>
      <pc:sldChg chg="modSp add mod">
        <pc:chgData name="Jim Cherian" userId="42bbbbf2bb86bc24" providerId="LiveId" clId="{24CA7084-25FB-4B3B-85FF-E749C9ABBD05}" dt="2025-04-19T00:00:24.486" v="1429" actId="14100"/>
        <pc:sldMkLst>
          <pc:docMk/>
          <pc:sldMk cId="3615593209" sldId="2249"/>
        </pc:sldMkLst>
        <pc:spChg chg="mod">
          <ac:chgData name="Jim Cherian" userId="42bbbbf2bb86bc24" providerId="LiveId" clId="{24CA7084-25FB-4B3B-85FF-E749C9ABBD05}" dt="2025-04-19T00:00:24.486" v="1429" actId="14100"/>
          <ac:spMkLst>
            <pc:docMk/>
            <pc:sldMk cId="3615593209" sldId="2249"/>
            <ac:spMk id="2" creationId="{E97ACE52-F541-4533-7506-0CFFAF7E77AA}"/>
          </ac:spMkLst>
        </pc:spChg>
      </pc:sldChg>
      <pc:sldChg chg="addSp delSp modSp add mod">
        <pc:chgData name="Jim Cherian" userId="42bbbbf2bb86bc24" providerId="LiveId" clId="{24CA7084-25FB-4B3B-85FF-E749C9ABBD05}" dt="2025-04-19T07:23:59.246" v="1537" actId="948"/>
        <pc:sldMkLst>
          <pc:docMk/>
          <pc:sldMk cId="3477834588" sldId="2250"/>
        </pc:sldMkLst>
        <pc:spChg chg="mod">
          <ac:chgData name="Jim Cherian" userId="42bbbbf2bb86bc24" providerId="LiveId" clId="{24CA7084-25FB-4B3B-85FF-E749C9ABBD05}" dt="2025-04-18T23:55:05.185" v="1349"/>
          <ac:spMkLst>
            <pc:docMk/>
            <pc:sldMk cId="3477834588" sldId="2250"/>
            <ac:spMk id="2" creationId="{29DF2C2A-FD10-1636-1F20-AA4FE3AD9810}"/>
          </ac:spMkLst>
        </pc:spChg>
        <pc:spChg chg="add mod">
          <ac:chgData name="Jim Cherian" userId="42bbbbf2bb86bc24" providerId="LiveId" clId="{24CA7084-25FB-4B3B-85FF-E749C9ABBD05}" dt="2025-04-18T23:56:25.688" v="1368" actId="20577"/>
          <ac:spMkLst>
            <pc:docMk/>
            <pc:sldMk cId="3477834588" sldId="2250"/>
            <ac:spMk id="3" creationId="{6F9D5605-D8B0-54F3-E2BD-84318FA78BF4}"/>
          </ac:spMkLst>
        </pc:spChg>
        <pc:spChg chg="add mod">
          <ac:chgData name="Jim Cherian" userId="42bbbbf2bb86bc24" providerId="LiveId" clId="{24CA7084-25FB-4B3B-85FF-E749C9ABBD05}" dt="2025-04-18T23:56:19.102" v="1353"/>
          <ac:spMkLst>
            <pc:docMk/>
            <pc:sldMk cId="3477834588" sldId="2250"/>
            <ac:spMk id="5" creationId="{C2308E20-487F-E8FA-3703-7373958DAB02}"/>
          </ac:spMkLst>
        </pc:spChg>
        <pc:spChg chg="mod">
          <ac:chgData name="Jim Cherian" userId="42bbbbf2bb86bc24" providerId="LiveId" clId="{24CA7084-25FB-4B3B-85FF-E749C9ABBD05}" dt="2025-04-19T07:23:27.407" v="1533" actId="255"/>
          <ac:spMkLst>
            <pc:docMk/>
            <pc:sldMk cId="3477834588" sldId="2250"/>
            <ac:spMk id="7" creationId="{51ED1387-DDC2-45A4-3B0E-F6004895B3CE}"/>
          </ac:spMkLst>
        </pc:spChg>
        <pc:spChg chg="mod">
          <ac:chgData name="Jim Cherian" userId="42bbbbf2bb86bc24" providerId="LiveId" clId="{24CA7084-25FB-4B3B-85FF-E749C9ABBD05}" dt="2025-04-19T07:23:59.246" v="1537" actId="948"/>
          <ac:spMkLst>
            <pc:docMk/>
            <pc:sldMk cId="3477834588" sldId="2250"/>
            <ac:spMk id="8" creationId="{EAA5BE76-DC7F-2851-5AD0-806F68493544}"/>
          </ac:spMkLst>
        </pc:spChg>
        <pc:spChg chg="del">
          <ac:chgData name="Jim Cherian" userId="42bbbbf2bb86bc24" providerId="LiveId" clId="{24CA7084-25FB-4B3B-85FF-E749C9ABBD05}" dt="2025-04-18T23:55:16.719" v="1350" actId="478"/>
          <ac:spMkLst>
            <pc:docMk/>
            <pc:sldMk cId="3477834588" sldId="2250"/>
            <ac:spMk id="12" creationId="{9EC3BA9A-8A20-0CFC-A680-9EA78473E3C2}"/>
          </ac:spMkLst>
        </pc:spChg>
      </pc:sldChg>
      <pc:sldChg chg="modSp add mod">
        <pc:chgData name="Jim Cherian" userId="42bbbbf2bb86bc24" providerId="LiveId" clId="{24CA7084-25FB-4B3B-85FF-E749C9ABBD05}" dt="2025-04-18T23:57:07.310" v="1383" actId="20577"/>
        <pc:sldMkLst>
          <pc:docMk/>
          <pc:sldMk cId="735456393" sldId="2251"/>
        </pc:sldMkLst>
        <pc:spChg chg="mod">
          <ac:chgData name="Jim Cherian" userId="42bbbbf2bb86bc24" providerId="LiveId" clId="{24CA7084-25FB-4B3B-85FF-E749C9ABBD05}" dt="2025-04-18T23:57:07.310" v="1383" actId="20577"/>
          <ac:spMkLst>
            <pc:docMk/>
            <pc:sldMk cId="735456393" sldId="2251"/>
            <ac:spMk id="2" creationId="{1A3EFCDF-FD09-C62E-0815-9961D2102623}"/>
          </ac:spMkLst>
        </pc:spChg>
      </pc:sldChg>
      <pc:sldChg chg="modSp add mod">
        <pc:chgData name="Jim Cherian" userId="42bbbbf2bb86bc24" providerId="LiveId" clId="{24CA7084-25FB-4B3B-85FF-E749C9ABBD05}" dt="2025-04-19T00:00:28.101" v="1431" actId="1076"/>
        <pc:sldMkLst>
          <pc:docMk/>
          <pc:sldMk cId="1064694149" sldId="2252"/>
        </pc:sldMkLst>
        <pc:spChg chg="mod">
          <ac:chgData name="Jim Cherian" userId="42bbbbf2bb86bc24" providerId="LiveId" clId="{24CA7084-25FB-4B3B-85FF-E749C9ABBD05}" dt="2025-04-19T00:00:28.101" v="1431" actId="1076"/>
          <ac:spMkLst>
            <pc:docMk/>
            <pc:sldMk cId="1064694149" sldId="2252"/>
            <ac:spMk id="2" creationId="{24F61270-3C10-0018-E599-7530B6718D65}"/>
          </ac:spMkLst>
        </pc:spChg>
        <pc:spChg chg="mod">
          <ac:chgData name="Jim Cherian" userId="42bbbbf2bb86bc24" providerId="LiveId" clId="{24CA7084-25FB-4B3B-85FF-E749C9ABBD05}" dt="2025-04-18T23:57:16.746" v="1384"/>
          <ac:spMkLst>
            <pc:docMk/>
            <pc:sldMk cId="1064694149" sldId="2252"/>
            <ac:spMk id="3" creationId="{21F4D351-B30D-DD7E-8644-34CBE700E564}"/>
          </ac:spMkLst>
        </pc:spChg>
        <pc:spChg chg="mod">
          <ac:chgData name="Jim Cherian" userId="42bbbbf2bb86bc24" providerId="LiveId" clId="{24CA7084-25FB-4B3B-85FF-E749C9ABBD05}" dt="2025-04-18T23:57:38.054" v="1387"/>
          <ac:spMkLst>
            <pc:docMk/>
            <pc:sldMk cId="1064694149" sldId="2252"/>
            <ac:spMk id="5" creationId="{BC78D70A-B28B-9731-932B-50082D2C807B}"/>
          </ac:spMkLst>
        </pc:spChg>
      </pc:sldChg>
      <pc:sldChg chg="modSp add mod">
        <pc:chgData name="Jim Cherian" userId="42bbbbf2bb86bc24" providerId="LiveId" clId="{24CA7084-25FB-4B3B-85FF-E749C9ABBD05}" dt="2025-04-18T23:59:05.590" v="1412" actId="20577"/>
        <pc:sldMkLst>
          <pc:docMk/>
          <pc:sldMk cId="3254874425" sldId="2253"/>
        </pc:sldMkLst>
        <pc:spChg chg="mod">
          <ac:chgData name="Jim Cherian" userId="42bbbbf2bb86bc24" providerId="LiveId" clId="{24CA7084-25FB-4B3B-85FF-E749C9ABBD05}" dt="2025-04-18T23:59:05.590" v="1412" actId="20577"/>
          <ac:spMkLst>
            <pc:docMk/>
            <pc:sldMk cId="3254874425" sldId="2253"/>
            <ac:spMk id="2" creationId="{74AE924C-AFCB-D5A4-60D5-7A154907E0CF}"/>
          </ac:spMkLst>
        </pc:spChg>
      </pc:sldChg>
      <pc:sldChg chg="addSp delSp modSp add mod">
        <pc:chgData name="Jim Cherian" userId="42bbbbf2bb86bc24" providerId="LiveId" clId="{24CA7084-25FB-4B3B-85FF-E749C9ABBD05}" dt="2025-04-19T07:30:38.691" v="1577" actId="122"/>
        <pc:sldMkLst>
          <pc:docMk/>
          <pc:sldMk cId="3328942207" sldId="2254"/>
        </pc:sldMkLst>
        <pc:spChg chg="mod">
          <ac:chgData name="Jim Cherian" userId="42bbbbf2bb86bc24" providerId="LiveId" clId="{24CA7084-25FB-4B3B-85FF-E749C9ABBD05}" dt="2025-04-18T23:59:11.218" v="1413"/>
          <ac:spMkLst>
            <pc:docMk/>
            <pc:sldMk cId="3328942207" sldId="2254"/>
            <ac:spMk id="2" creationId="{3BA77F02-1B18-E0FD-29C3-14DB159EE28F}"/>
          </ac:spMkLst>
        </pc:spChg>
        <pc:spChg chg="del">
          <ac:chgData name="Jim Cherian" userId="42bbbbf2bb86bc24" providerId="LiveId" clId="{24CA7084-25FB-4B3B-85FF-E749C9ABBD05}" dt="2025-04-19T07:28:03.731" v="1574" actId="478"/>
          <ac:spMkLst>
            <pc:docMk/>
            <pc:sldMk cId="3328942207" sldId="2254"/>
            <ac:spMk id="3" creationId="{A4646163-8875-8E46-2C14-374E8F11420E}"/>
          </ac:spMkLst>
        </pc:spChg>
        <pc:spChg chg="add mod">
          <ac:chgData name="Jim Cherian" userId="42bbbbf2bb86bc24" providerId="LiveId" clId="{24CA7084-25FB-4B3B-85FF-E749C9ABBD05}" dt="2025-04-19T07:28:04.014" v="1575"/>
          <ac:spMkLst>
            <pc:docMk/>
            <pc:sldMk cId="3328942207" sldId="2254"/>
            <ac:spMk id="5" creationId="{F4608A60-65EA-602A-12EC-B1840CA78CE6}"/>
          </ac:spMkLst>
        </pc:spChg>
        <pc:spChg chg="add del">
          <ac:chgData name="Jim Cherian" userId="42bbbbf2bb86bc24" providerId="LiveId" clId="{24CA7084-25FB-4B3B-85FF-E749C9ABBD05}" dt="2025-04-19T00:00:39.754" v="1435" actId="478"/>
          <ac:spMkLst>
            <pc:docMk/>
            <pc:sldMk cId="3328942207" sldId="2254"/>
            <ac:spMk id="6" creationId="{B7017DA7-1B70-2345-9C20-B9BE2052FA18}"/>
          </ac:spMkLst>
        </pc:spChg>
        <pc:spChg chg="mod">
          <ac:chgData name="Jim Cherian" userId="42bbbbf2bb86bc24" providerId="LiveId" clId="{24CA7084-25FB-4B3B-85FF-E749C9ABBD05}" dt="2025-04-19T07:30:38.691" v="1577" actId="122"/>
          <ac:spMkLst>
            <pc:docMk/>
            <pc:sldMk cId="3328942207" sldId="2254"/>
            <ac:spMk id="12" creationId="{EB0F8B0F-087A-63EE-8BB5-F166B394E80D}"/>
          </ac:spMkLst>
        </pc:spChg>
      </pc:sldChg>
      <pc:sldChg chg="modSp mod">
        <pc:chgData name="Jim Cherian" userId="42bbbbf2bb86bc24" providerId="LiveId" clId="{24CA7084-25FB-4B3B-85FF-E749C9ABBD05}" dt="2025-04-19T07:41:00.381" v="1673" actId="1037"/>
        <pc:sldMkLst>
          <pc:docMk/>
          <pc:sldMk cId="3535621030" sldId="2255"/>
        </pc:sldMkLst>
        <pc:spChg chg="mod">
          <ac:chgData name="Jim Cherian" userId="42bbbbf2bb86bc24" providerId="LiveId" clId="{24CA7084-25FB-4B3B-85FF-E749C9ABBD05}" dt="2025-04-19T05:17:37.225" v="1437" actId="20577"/>
          <ac:spMkLst>
            <pc:docMk/>
            <pc:sldMk cId="3535621030" sldId="2255"/>
            <ac:spMk id="11" creationId="{04E3D9C2-0264-A265-4DFB-16A6CA780D74}"/>
          </ac:spMkLst>
        </pc:spChg>
        <pc:spChg chg="mod">
          <ac:chgData name="Jim Cherian" userId="42bbbbf2bb86bc24" providerId="LiveId" clId="{24CA7084-25FB-4B3B-85FF-E749C9ABBD05}" dt="2025-04-19T07:41:00.381" v="1673" actId="1037"/>
          <ac:spMkLst>
            <pc:docMk/>
            <pc:sldMk cId="3535621030" sldId="2255"/>
            <ac:spMk id="12" creationId="{649C5D81-2C41-2272-67E5-5B3DE35646F5}"/>
          </ac:spMkLst>
        </pc:spChg>
      </pc:sldChg>
      <pc:sldChg chg="addSp delSp modSp add mod">
        <pc:chgData name="Jim Cherian" userId="42bbbbf2bb86bc24" providerId="LiveId" clId="{24CA7084-25FB-4B3B-85FF-E749C9ABBD05}" dt="2025-04-19T00:00:36.332" v="1432" actId="478"/>
        <pc:sldMkLst>
          <pc:docMk/>
          <pc:sldMk cId="1421334443" sldId="2256"/>
        </pc:sldMkLst>
        <pc:spChg chg="add del">
          <ac:chgData name="Jim Cherian" userId="42bbbbf2bb86bc24" providerId="LiveId" clId="{24CA7084-25FB-4B3B-85FF-E749C9ABBD05}" dt="2025-04-19T00:00:36.332" v="1432" actId="478"/>
          <ac:spMkLst>
            <pc:docMk/>
            <pc:sldMk cId="1421334443" sldId="2256"/>
            <ac:spMk id="6" creationId="{F15C39DD-56AD-9E9C-A335-E68415E2BE9D}"/>
          </ac:spMkLst>
        </pc:spChg>
        <pc:spChg chg="mod">
          <ac:chgData name="Jim Cherian" userId="42bbbbf2bb86bc24" providerId="LiveId" clId="{24CA7084-25FB-4B3B-85FF-E749C9ABBD05}" dt="2025-04-18T23:59:53.496" v="1425" actId="20577"/>
          <ac:spMkLst>
            <pc:docMk/>
            <pc:sldMk cId="1421334443" sldId="2256"/>
            <ac:spMk id="12" creationId="{37387429-8D43-151D-FFD5-C9F445241EEF}"/>
          </ac:spMkLst>
        </pc:spChg>
      </pc:sldChg>
      <pc:sldChg chg="modSp mod">
        <pc:chgData name="Jim Cherian" userId="42bbbbf2bb86bc24" providerId="LiveId" clId="{24CA7084-25FB-4B3B-85FF-E749C9ABBD05}" dt="2025-04-19T07:43:23.856" v="1698" actId="12788"/>
        <pc:sldMkLst>
          <pc:docMk/>
          <pc:sldMk cId="2323970490" sldId="2257"/>
        </pc:sldMkLst>
        <pc:spChg chg="mod">
          <ac:chgData name="Jim Cherian" userId="42bbbbf2bb86bc24" providerId="LiveId" clId="{24CA7084-25FB-4B3B-85FF-E749C9ABBD05}" dt="2025-04-19T07:43:23.856" v="1698" actId="12788"/>
          <ac:spMkLst>
            <pc:docMk/>
            <pc:sldMk cId="2323970490" sldId="2257"/>
            <ac:spMk id="11" creationId="{1952B32B-D22D-F213-E8CC-EDEE94D021BF}"/>
          </ac:spMkLst>
        </pc:spChg>
        <pc:spChg chg="mod">
          <ac:chgData name="Jim Cherian" userId="42bbbbf2bb86bc24" providerId="LiveId" clId="{24CA7084-25FB-4B3B-85FF-E749C9ABBD05}" dt="2025-04-19T07:43:23.856" v="1698" actId="12788"/>
          <ac:spMkLst>
            <pc:docMk/>
            <pc:sldMk cId="2323970490" sldId="2257"/>
            <ac:spMk id="12" creationId="{26747E09-0F33-E0AE-56AD-F30530674AD3}"/>
          </ac:spMkLst>
        </pc:spChg>
      </pc:sldChg>
      <pc:sldChg chg="modSp mod">
        <pc:chgData name="Jim Cherian" userId="42bbbbf2bb86bc24" providerId="LiveId" clId="{24CA7084-25FB-4B3B-85FF-E749C9ABBD05}" dt="2025-04-19T07:24:54.178" v="1548" actId="948"/>
        <pc:sldMkLst>
          <pc:docMk/>
          <pc:sldMk cId="3118565536" sldId="2259"/>
        </pc:sldMkLst>
        <pc:spChg chg="mod">
          <ac:chgData name="Jim Cherian" userId="42bbbbf2bb86bc24" providerId="LiveId" clId="{24CA7084-25FB-4B3B-85FF-E749C9ABBD05}" dt="2025-04-19T07:24:54.178" v="1548" actId="948"/>
          <ac:spMkLst>
            <pc:docMk/>
            <pc:sldMk cId="3118565536" sldId="2259"/>
            <ac:spMk id="3" creationId="{325AF87E-9D48-CE0B-9C0A-5C85175F49A4}"/>
          </ac:spMkLst>
        </pc:spChg>
        <pc:spChg chg="mod">
          <ac:chgData name="Jim Cherian" userId="42bbbbf2bb86bc24" providerId="LiveId" clId="{24CA7084-25FB-4B3B-85FF-E749C9ABBD05}" dt="2025-04-19T07:24:29.995" v="1541" actId="108"/>
          <ac:spMkLst>
            <pc:docMk/>
            <pc:sldMk cId="3118565536" sldId="2259"/>
            <ac:spMk id="12" creationId="{4BF9CA61-6680-419C-A597-2B8F90F492F3}"/>
          </ac:spMkLst>
        </pc:spChg>
      </pc:sldChg>
      <pc:sldChg chg="modSp mod">
        <pc:chgData name="Jim Cherian" userId="42bbbbf2bb86bc24" providerId="LiveId" clId="{24CA7084-25FB-4B3B-85FF-E749C9ABBD05}" dt="2025-04-19T07:25:24.197" v="1553" actId="114"/>
        <pc:sldMkLst>
          <pc:docMk/>
          <pc:sldMk cId="185820612" sldId="2260"/>
        </pc:sldMkLst>
        <pc:spChg chg="mod">
          <ac:chgData name="Jim Cherian" userId="42bbbbf2bb86bc24" providerId="LiveId" clId="{24CA7084-25FB-4B3B-85FF-E749C9ABBD05}" dt="2025-04-19T07:25:24.197" v="1553" actId="114"/>
          <ac:spMkLst>
            <pc:docMk/>
            <pc:sldMk cId="185820612" sldId="2260"/>
            <ac:spMk id="5" creationId="{4BF9CA61-6680-419C-A597-2B8F90F492F3}"/>
          </ac:spMkLst>
        </pc:spChg>
        <pc:spChg chg="mod">
          <ac:chgData name="Jim Cherian" userId="42bbbbf2bb86bc24" providerId="LiveId" clId="{24CA7084-25FB-4B3B-85FF-E749C9ABBD05}" dt="2025-04-19T07:25:21.731" v="1552" actId="114"/>
          <ac:spMkLst>
            <pc:docMk/>
            <pc:sldMk cId="185820612" sldId="2260"/>
            <ac:spMk id="7" creationId="{325AF87E-9D48-CE0B-9C0A-5C85175F49A4}"/>
          </ac:spMkLst>
        </pc:spChg>
      </pc:sldChg>
      <pc:sldChg chg="modSp mod">
        <pc:chgData name="Jim Cherian" userId="42bbbbf2bb86bc24" providerId="LiveId" clId="{24CA7084-25FB-4B3B-85FF-E749C9ABBD05}" dt="2025-04-19T07:25:34.103" v="1557" actId="114"/>
        <pc:sldMkLst>
          <pc:docMk/>
          <pc:sldMk cId="2538666468" sldId="2261"/>
        </pc:sldMkLst>
        <pc:spChg chg="mod">
          <ac:chgData name="Jim Cherian" userId="42bbbbf2bb86bc24" providerId="LiveId" clId="{24CA7084-25FB-4B3B-85FF-E749C9ABBD05}" dt="2025-04-19T07:25:31.199" v="1556" actId="114"/>
          <ac:spMkLst>
            <pc:docMk/>
            <pc:sldMk cId="2538666468" sldId="2261"/>
            <ac:spMk id="3" creationId="{325AF87E-9D48-CE0B-9C0A-5C85175F49A4}"/>
          </ac:spMkLst>
        </pc:spChg>
        <pc:spChg chg="mod">
          <ac:chgData name="Jim Cherian" userId="42bbbbf2bb86bc24" providerId="LiveId" clId="{24CA7084-25FB-4B3B-85FF-E749C9ABBD05}" dt="2025-04-19T07:25:34.103" v="1557" actId="114"/>
          <ac:spMkLst>
            <pc:docMk/>
            <pc:sldMk cId="2538666468" sldId="2261"/>
            <ac:spMk id="12" creationId="{4BF9CA61-6680-419C-A597-2B8F90F492F3}"/>
          </ac:spMkLst>
        </pc:spChg>
      </pc:sldChg>
      <pc:sldChg chg="modSp mod">
        <pc:chgData name="Jim Cherian" userId="42bbbbf2bb86bc24" providerId="LiveId" clId="{24CA7084-25FB-4B3B-85FF-E749C9ABBD05}" dt="2025-04-19T07:25:58.502" v="1559" actId="122"/>
        <pc:sldMkLst>
          <pc:docMk/>
          <pc:sldMk cId="71336007" sldId="2262"/>
        </pc:sldMkLst>
        <pc:spChg chg="mod">
          <ac:chgData name="Jim Cherian" userId="42bbbbf2bb86bc24" providerId="LiveId" clId="{24CA7084-25FB-4B3B-85FF-E749C9ABBD05}" dt="2025-04-19T07:25:58.502" v="1559" actId="122"/>
          <ac:spMkLst>
            <pc:docMk/>
            <pc:sldMk cId="71336007" sldId="2262"/>
            <ac:spMk id="5" creationId="{4BF9CA61-6680-419C-A597-2B8F90F492F3}"/>
          </ac:spMkLst>
        </pc:spChg>
        <pc:spChg chg="mod">
          <ac:chgData name="Jim Cherian" userId="42bbbbf2bb86bc24" providerId="LiveId" clId="{24CA7084-25FB-4B3B-85FF-E749C9ABBD05}" dt="2025-04-19T07:25:58.502" v="1559" actId="122"/>
          <ac:spMkLst>
            <pc:docMk/>
            <pc:sldMk cId="71336007" sldId="2262"/>
            <ac:spMk id="8" creationId="{417841CC-3991-6E1E-452F-1B3AA15F3B22}"/>
          </ac:spMkLst>
        </pc:spChg>
      </pc:sldChg>
      <pc:sldChg chg="modSp mod">
        <pc:chgData name="Jim Cherian" userId="42bbbbf2bb86bc24" providerId="LiveId" clId="{24CA7084-25FB-4B3B-85FF-E749C9ABBD05}" dt="2025-04-19T07:25:55.200" v="1558" actId="122"/>
        <pc:sldMkLst>
          <pc:docMk/>
          <pc:sldMk cId="2040708728" sldId="2263"/>
        </pc:sldMkLst>
        <pc:spChg chg="mod">
          <ac:chgData name="Jim Cherian" userId="42bbbbf2bb86bc24" providerId="LiveId" clId="{24CA7084-25FB-4B3B-85FF-E749C9ABBD05}" dt="2025-04-19T07:25:55.200" v="1558" actId="122"/>
          <ac:spMkLst>
            <pc:docMk/>
            <pc:sldMk cId="2040708728" sldId="2263"/>
            <ac:spMk id="3" creationId="{325AF87E-9D48-CE0B-9C0A-5C85175F49A4}"/>
          </ac:spMkLst>
        </pc:spChg>
        <pc:spChg chg="mod">
          <ac:chgData name="Jim Cherian" userId="42bbbbf2bb86bc24" providerId="LiveId" clId="{24CA7084-25FB-4B3B-85FF-E749C9ABBD05}" dt="2025-04-19T07:25:55.200" v="1558" actId="122"/>
          <ac:spMkLst>
            <pc:docMk/>
            <pc:sldMk cId="2040708728" sldId="2263"/>
            <ac:spMk id="12" creationId="{4BF9CA61-6680-419C-A597-2B8F90F492F3}"/>
          </ac:spMkLst>
        </pc:spChg>
      </pc:sldChg>
      <pc:sldChg chg="modSp mod">
        <pc:chgData name="Jim Cherian" userId="42bbbbf2bb86bc24" providerId="LiveId" clId="{24CA7084-25FB-4B3B-85FF-E749C9ABBD05}" dt="2025-04-19T07:26:00.956" v="1560" actId="122"/>
        <pc:sldMkLst>
          <pc:docMk/>
          <pc:sldMk cId="2534319763" sldId="2264"/>
        </pc:sldMkLst>
        <pc:spChg chg="mod">
          <ac:chgData name="Jim Cherian" userId="42bbbbf2bb86bc24" providerId="LiveId" clId="{24CA7084-25FB-4B3B-85FF-E749C9ABBD05}" dt="2025-04-19T07:26:00.956" v="1560" actId="122"/>
          <ac:spMkLst>
            <pc:docMk/>
            <pc:sldMk cId="2534319763" sldId="2264"/>
            <ac:spMk id="5" creationId="{5065B0BF-C75A-977C-2D6B-831C6BFA66C2}"/>
          </ac:spMkLst>
        </pc:spChg>
        <pc:spChg chg="mod">
          <ac:chgData name="Jim Cherian" userId="42bbbbf2bb86bc24" providerId="LiveId" clId="{24CA7084-25FB-4B3B-85FF-E749C9ABBD05}" dt="2025-04-19T07:26:00.956" v="1560" actId="122"/>
          <ac:spMkLst>
            <pc:docMk/>
            <pc:sldMk cId="2534319763" sldId="2264"/>
            <ac:spMk id="7" creationId="{F5908389-3B82-612B-61AD-27DD71633778}"/>
          </ac:spMkLst>
        </pc:spChg>
      </pc:sldChg>
      <pc:sldChg chg="modSp mod">
        <pc:chgData name="Jim Cherian" userId="42bbbbf2bb86bc24" providerId="LiveId" clId="{24CA7084-25FB-4B3B-85FF-E749C9ABBD05}" dt="2025-04-19T07:26:04.435" v="1561" actId="122"/>
        <pc:sldMkLst>
          <pc:docMk/>
          <pc:sldMk cId="1077729681" sldId="2265"/>
        </pc:sldMkLst>
        <pc:spChg chg="mod">
          <ac:chgData name="Jim Cherian" userId="42bbbbf2bb86bc24" providerId="LiveId" clId="{24CA7084-25FB-4B3B-85FF-E749C9ABBD05}" dt="2025-04-19T07:26:04.435" v="1561" actId="122"/>
          <ac:spMkLst>
            <pc:docMk/>
            <pc:sldMk cId="1077729681" sldId="2265"/>
            <ac:spMk id="3" creationId="{325AF87E-9D48-CE0B-9C0A-5C85175F49A4}"/>
          </ac:spMkLst>
        </pc:spChg>
        <pc:spChg chg="mod">
          <ac:chgData name="Jim Cherian" userId="42bbbbf2bb86bc24" providerId="LiveId" clId="{24CA7084-25FB-4B3B-85FF-E749C9ABBD05}" dt="2025-04-19T07:26:04.435" v="1561" actId="122"/>
          <ac:spMkLst>
            <pc:docMk/>
            <pc:sldMk cId="1077729681" sldId="2265"/>
            <ac:spMk id="12" creationId="{4BF9CA61-6680-419C-A597-2B8F90F492F3}"/>
          </ac:spMkLst>
        </pc:spChg>
      </pc:sldChg>
      <pc:sldChg chg="modSp mod">
        <pc:chgData name="Jim Cherian" userId="42bbbbf2bb86bc24" providerId="LiveId" clId="{24CA7084-25FB-4B3B-85FF-E749C9ABBD05}" dt="2025-04-19T07:45:53.900" v="1732" actId="12788"/>
        <pc:sldMkLst>
          <pc:docMk/>
          <pc:sldMk cId="3593547148" sldId="2266"/>
        </pc:sldMkLst>
        <pc:spChg chg="mod">
          <ac:chgData name="Jim Cherian" userId="42bbbbf2bb86bc24" providerId="LiveId" clId="{24CA7084-25FB-4B3B-85FF-E749C9ABBD05}" dt="2025-04-19T07:44:02.549" v="1702"/>
          <ac:spMkLst>
            <pc:docMk/>
            <pc:sldMk cId="3593547148" sldId="2266"/>
            <ac:spMk id="2" creationId="{DE3A4100-E62E-3EC1-5F7B-D29950B4E0B6}"/>
          </ac:spMkLst>
        </pc:spChg>
        <pc:spChg chg="mod">
          <ac:chgData name="Jim Cherian" userId="42bbbbf2bb86bc24" providerId="LiveId" clId="{24CA7084-25FB-4B3B-85FF-E749C9ABBD05}" dt="2025-04-19T07:45:53.900" v="1732" actId="12788"/>
          <ac:spMkLst>
            <pc:docMk/>
            <pc:sldMk cId="3593547148" sldId="2266"/>
            <ac:spMk id="8" creationId="{0C624CB5-A703-8A35-915E-4C5548F58244}"/>
          </ac:spMkLst>
        </pc:spChg>
        <pc:spChg chg="mod">
          <ac:chgData name="Jim Cherian" userId="42bbbbf2bb86bc24" providerId="LiveId" clId="{24CA7084-25FB-4B3B-85FF-E749C9ABBD05}" dt="2025-04-19T07:45:53.900" v="1732" actId="12788"/>
          <ac:spMkLst>
            <pc:docMk/>
            <pc:sldMk cId="3593547148" sldId="2266"/>
            <ac:spMk id="9" creationId="{E309B5B2-C449-58A0-D971-21D853B4964B}"/>
          </ac:spMkLst>
        </pc:spChg>
      </pc:sldChg>
      <pc:sldChg chg="modSp mod">
        <pc:chgData name="Jim Cherian" userId="42bbbbf2bb86bc24" providerId="LiveId" clId="{24CA7084-25FB-4B3B-85FF-E749C9ABBD05}" dt="2025-04-19T07:45:28.305" v="1723" actId="14100"/>
        <pc:sldMkLst>
          <pc:docMk/>
          <pc:sldMk cId="3458419097" sldId="2267"/>
        </pc:sldMkLst>
        <pc:spChg chg="mod">
          <ac:chgData name="Jim Cherian" userId="42bbbbf2bb86bc24" providerId="LiveId" clId="{24CA7084-25FB-4B3B-85FF-E749C9ABBD05}" dt="2025-04-19T07:44:05.355" v="1703"/>
          <ac:spMkLst>
            <pc:docMk/>
            <pc:sldMk cId="3458419097" sldId="2267"/>
            <ac:spMk id="2" creationId="{E1B23F65-1985-00A2-0CE2-B6ED03C06B9C}"/>
          </ac:spMkLst>
        </pc:spChg>
        <pc:spChg chg="mod">
          <ac:chgData name="Jim Cherian" userId="42bbbbf2bb86bc24" providerId="LiveId" clId="{24CA7084-25FB-4B3B-85FF-E749C9ABBD05}" dt="2025-04-19T07:45:28.305" v="1723" actId="14100"/>
          <ac:spMkLst>
            <pc:docMk/>
            <pc:sldMk cId="3458419097" sldId="2267"/>
            <ac:spMk id="3" creationId="{DD5EF0DC-B3D5-8C55-A964-D7013DD4828D}"/>
          </ac:spMkLst>
        </pc:spChg>
        <pc:spChg chg="mod">
          <ac:chgData name="Jim Cherian" userId="42bbbbf2bb86bc24" providerId="LiveId" clId="{24CA7084-25FB-4B3B-85FF-E749C9ABBD05}" dt="2025-04-19T07:45:12.797" v="1719" actId="1076"/>
          <ac:spMkLst>
            <pc:docMk/>
            <pc:sldMk cId="3458419097" sldId="2267"/>
            <ac:spMk id="5" creationId="{04BF571A-A6A9-3ADD-CACF-4046F31CE174}"/>
          </ac:spMkLst>
        </pc:spChg>
      </pc:sldChg>
      <pc:sldChg chg="modSp mod">
        <pc:chgData name="Jim Cherian" userId="42bbbbf2bb86bc24" providerId="LiveId" clId="{24CA7084-25FB-4B3B-85FF-E749C9ABBD05}" dt="2025-04-19T07:44:56.721" v="1714" actId="1076"/>
        <pc:sldMkLst>
          <pc:docMk/>
          <pc:sldMk cId="563162819" sldId="2268"/>
        </pc:sldMkLst>
        <pc:spChg chg="mod">
          <ac:chgData name="Jim Cherian" userId="42bbbbf2bb86bc24" providerId="LiveId" clId="{24CA7084-25FB-4B3B-85FF-E749C9ABBD05}" dt="2025-04-19T07:44:07.404" v="1704"/>
          <ac:spMkLst>
            <pc:docMk/>
            <pc:sldMk cId="563162819" sldId="2268"/>
            <ac:spMk id="2" creationId="{12192B97-A1B2-7FC6-53E5-09D6FCBF72F1}"/>
          </ac:spMkLst>
        </pc:spChg>
        <pc:spChg chg="mod">
          <ac:chgData name="Jim Cherian" userId="42bbbbf2bb86bc24" providerId="LiveId" clId="{24CA7084-25FB-4B3B-85FF-E749C9ABBD05}" dt="2025-04-19T07:44:30.228" v="1708" actId="14100"/>
          <ac:spMkLst>
            <pc:docMk/>
            <pc:sldMk cId="563162819" sldId="2268"/>
            <ac:spMk id="7" creationId="{8B0B3200-4A23-FA36-BDE7-BE320F919053}"/>
          </ac:spMkLst>
        </pc:spChg>
        <pc:spChg chg="mod">
          <ac:chgData name="Jim Cherian" userId="42bbbbf2bb86bc24" providerId="LiveId" clId="{24CA7084-25FB-4B3B-85FF-E749C9ABBD05}" dt="2025-04-19T07:44:56.721" v="1714" actId="1076"/>
          <ac:spMkLst>
            <pc:docMk/>
            <pc:sldMk cId="563162819" sldId="2268"/>
            <ac:spMk id="8" creationId="{A29D8FBE-FAB8-5F21-0EAF-9E2F06CA9EBA}"/>
          </ac:spMkLst>
        </pc:spChg>
      </pc:sldChg>
      <pc:sldChg chg="modSp mod">
        <pc:chgData name="Jim Cherian" userId="42bbbbf2bb86bc24" providerId="LiveId" clId="{24CA7084-25FB-4B3B-85FF-E749C9ABBD05}" dt="2025-04-19T07:30:36.645" v="1576" actId="122"/>
        <pc:sldMkLst>
          <pc:docMk/>
          <pc:sldMk cId="4065195486" sldId="2271"/>
        </pc:sldMkLst>
        <pc:spChg chg="mod">
          <ac:chgData name="Jim Cherian" userId="42bbbbf2bb86bc24" providerId="LiveId" clId="{24CA7084-25FB-4B3B-85FF-E749C9ABBD05}" dt="2025-04-19T07:27:49.731" v="1569" actId="122"/>
          <ac:spMkLst>
            <pc:docMk/>
            <pc:sldMk cId="4065195486" sldId="2271"/>
            <ac:spMk id="3" creationId="{A6E038B7-8D3D-C395-71F7-E1238C58B1A8}"/>
          </ac:spMkLst>
        </pc:spChg>
        <pc:spChg chg="mod">
          <ac:chgData name="Jim Cherian" userId="42bbbbf2bb86bc24" providerId="LiveId" clId="{24CA7084-25FB-4B3B-85FF-E749C9ABBD05}" dt="2025-04-19T07:30:36.645" v="1576" actId="122"/>
          <ac:spMkLst>
            <pc:docMk/>
            <pc:sldMk cId="4065195486" sldId="2271"/>
            <ac:spMk id="12" creationId="{801B7CD8-679D-5408-AF09-A5C65D92ADFD}"/>
          </ac:spMkLst>
        </pc:spChg>
      </pc:sldChg>
      <pc:sldChg chg="addSp delSp modSp mod">
        <pc:chgData name="Jim Cherian" userId="42bbbbf2bb86bc24" providerId="LiveId" clId="{24CA7084-25FB-4B3B-85FF-E749C9ABBD05}" dt="2025-04-19T07:30:41.377" v="1578" actId="122"/>
        <pc:sldMkLst>
          <pc:docMk/>
          <pc:sldMk cId="1534622121" sldId="2272"/>
        </pc:sldMkLst>
        <pc:spChg chg="add del">
          <ac:chgData name="Jim Cherian" userId="42bbbbf2bb86bc24" providerId="LiveId" clId="{24CA7084-25FB-4B3B-85FF-E749C9ABBD05}" dt="2025-04-19T07:27:59.463" v="1572" actId="478"/>
          <ac:spMkLst>
            <pc:docMk/>
            <pc:sldMk cId="1534622121" sldId="2272"/>
            <ac:spMk id="3" creationId="{EF6ED99B-A9B3-D357-CF90-172B11D48B56}"/>
          </ac:spMkLst>
        </pc:spChg>
        <pc:spChg chg="add mod">
          <ac:chgData name="Jim Cherian" userId="42bbbbf2bb86bc24" providerId="LiveId" clId="{24CA7084-25FB-4B3B-85FF-E749C9ABBD05}" dt="2025-04-19T07:27:59.826" v="1573"/>
          <ac:spMkLst>
            <pc:docMk/>
            <pc:sldMk cId="1534622121" sldId="2272"/>
            <ac:spMk id="5" creationId="{5074DE3E-BA35-E707-7437-6CCB3B58A30F}"/>
          </ac:spMkLst>
        </pc:spChg>
        <pc:spChg chg="mod">
          <ac:chgData name="Jim Cherian" userId="42bbbbf2bb86bc24" providerId="LiveId" clId="{24CA7084-25FB-4B3B-85FF-E749C9ABBD05}" dt="2025-04-19T07:30:41.377" v="1578" actId="122"/>
          <ac:spMkLst>
            <pc:docMk/>
            <pc:sldMk cId="1534622121" sldId="2272"/>
            <ac:spMk id="12" creationId="{D25C01D6-7D26-85F2-D439-E6159B529B3C}"/>
          </ac:spMkLst>
        </pc:spChg>
      </pc:sldChg>
      <pc:sldChg chg="addSp delSp modSp mod">
        <pc:chgData name="Jim Cherian" userId="42bbbbf2bb86bc24" providerId="LiveId" clId="{24CA7084-25FB-4B3B-85FF-E749C9ABBD05}" dt="2025-04-19T07:41:10.437" v="1675"/>
        <pc:sldMkLst>
          <pc:docMk/>
          <pc:sldMk cId="860467773" sldId="2273"/>
        </pc:sldMkLst>
        <pc:spChg chg="add mod">
          <ac:chgData name="Jim Cherian" userId="42bbbbf2bb86bc24" providerId="LiveId" clId="{24CA7084-25FB-4B3B-85FF-E749C9ABBD05}" dt="2025-04-19T07:41:10.437" v="1675"/>
          <ac:spMkLst>
            <pc:docMk/>
            <pc:sldMk cId="860467773" sldId="2273"/>
            <ac:spMk id="3" creationId="{8B61932D-5145-A4D4-5F13-04A9EF2C5616}"/>
          </ac:spMkLst>
        </pc:spChg>
        <pc:spChg chg="del">
          <ac:chgData name="Jim Cherian" userId="42bbbbf2bb86bc24" providerId="LiveId" clId="{24CA7084-25FB-4B3B-85FF-E749C9ABBD05}" dt="2025-04-19T07:41:10.078" v="1674" actId="478"/>
          <ac:spMkLst>
            <pc:docMk/>
            <pc:sldMk cId="860467773" sldId="2273"/>
            <ac:spMk id="12" creationId="{45C16548-F168-281D-C7E2-910518AEAD9D}"/>
          </ac:spMkLst>
        </pc:spChg>
      </pc:sldChg>
      <pc:sldChg chg="addSp delSp modSp mod">
        <pc:chgData name="Jim Cherian" userId="42bbbbf2bb86bc24" providerId="LiveId" clId="{24CA7084-25FB-4B3B-85FF-E749C9ABBD05}" dt="2025-04-19T07:41:15.147" v="1677"/>
        <pc:sldMkLst>
          <pc:docMk/>
          <pc:sldMk cId="1174471822" sldId="2274"/>
        </pc:sldMkLst>
        <pc:spChg chg="add mod">
          <ac:chgData name="Jim Cherian" userId="42bbbbf2bb86bc24" providerId="LiveId" clId="{24CA7084-25FB-4B3B-85FF-E749C9ABBD05}" dt="2025-04-19T07:41:15.147" v="1677"/>
          <ac:spMkLst>
            <pc:docMk/>
            <pc:sldMk cId="1174471822" sldId="2274"/>
            <ac:spMk id="3" creationId="{5E06CBBC-792E-BD55-54EE-30D5071B0075}"/>
          </ac:spMkLst>
        </pc:spChg>
        <pc:spChg chg="del">
          <ac:chgData name="Jim Cherian" userId="42bbbbf2bb86bc24" providerId="LiveId" clId="{24CA7084-25FB-4B3B-85FF-E749C9ABBD05}" dt="2025-04-19T07:41:14.854" v="1676" actId="478"/>
          <ac:spMkLst>
            <pc:docMk/>
            <pc:sldMk cId="1174471822" sldId="2274"/>
            <ac:spMk id="12" creationId="{5E2C81E0-52CA-5281-9100-058BE11DF440}"/>
          </ac:spMkLst>
        </pc:spChg>
      </pc:sldChg>
      <pc:sldChg chg="modSp mod">
        <pc:chgData name="Jim Cherian" userId="42bbbbf2bb86bc24" providerId="LiveId" clId="{24CA7084-25FB-4B3B-85FF-E749C9ABBD05}" dt="2025-04-19T07:26:06.921" v="1562" actId="122"/>
        <pc:sldMkLst>
          <pc:docMk/>
          <pc:sldMk cId="3517840952" sldId="2275"/>
        </pc:sldMkLst>
        <pc:spChg chg="mod">
          <ac:chgData name="Jim Cherian" userId="42bbbbf2bb86bc24" providerId="LiveId" clId="{24CA7084-25FB-4B3B-85FF-E749C9ABBD05}" dt="2025-04-19T07:26:06.921" v="1562" actId="122"/>
          <ac:spMkLst>
            <pc:docMk/>
            <pc:sldMk cId="3517840952" sldId="2275"/>
            <ac:spMk id="3" creationId="{AC0A297A-7B1C-CF8F-9A6B-0817A498DB43}"/>
          </ac:spMkLst>
        </pc:spChg>
        <pc:spChg chg="mod">
          <ac:chgData name="Jim Cherian" userId="42bbbbf2bb86bc24" providerId="LiveId" clId="{24CA7084-25FB-4B3B-85FF-E749C9ABBD05}" dt="2025-04-19T07:26:06.921" v="1562" actId="122"/>
          <ac:spMkLst>
            <pc:docMk/>
            <pc:sldMk cId="3517840952" sldId="2275"/>
            <ac:spMk id="12" creationId="{BF52727E-FCC9-2609-361E-8869AFFE1823}"/>
          </ac:spMkLst>
        </pc:spChg>
      </pc:sldChg>
    </pc:docChg>
  </pc:docChgLst>
  <pc:docChgLst>
    <pc:chgData name="Cynthia George" userId="8e4ca16d49ed6304" providerId="LiveId" clId="{2687CC8F-0446-4CDC-8F08-2AC92DF00C40}"/>
    <pc:docChg chg="undo custSel addSld modSld">
      <pc:chgData name="Cynthia George" userId="8e4ca16d49ed6304" providerId="LiveId" clId="{2687CC8F-0446-4CDC-8F08-2AC92DF00C40}" dt="2025-04-18T14:32:42.998" v="61" actId="255"/>
      <pc:docMkLst>
        <pc:docMk/>
      </pc:docMkLst>
      <pc:sldChg chg="add">
        <pc:chgData name="Cynthia George" userId="8e4ca16d49ed6304" providerId="LiveId" clId="{2687CC8F-0446-4CDC-8F08-2AC92DF00C40}" dt="2025-04-18T14:11:59.865" v="0"/>
        <pc:sldMkLst>
          <pc:docMk/>
          <pc:sldMk cId="934316541" sldId="256"/>
        </pc:sldMkLst>
      </pc:sldChg>
      <pc:sldChg chg="modSp add mod">
        <pc:chgData name="Cynthia George" userId="8e4ca16d49ed6304" providerId="LiveId" clId="{2687CC8F-0446-4CDC-8F08-2AC92DF00C40}" dt="2025-04-18T14:24:44.780" v="17" actId="1076"/>
        <pc:sldMkLst>
          <pc:docMk/>
          <pc:sldMk cId="2339149606" sldId="257"/>
        </pc:sldMkLst>
        <pc:spChg chg="mod">
          <ac:chgData name="Cynthia George" userId="8e4ca16d49ed6304" providerId="LiveId" clId="{2687CC8F-0446-4CDC-8F08-2AC92DF00C40}" dt="2025-04-18T14:24:44.780" v="17" actId="1076"/>
          <ac:spMkLst>
            <pc:docMk/>
            <pc:sldMk cId="2339149606" sldId="257"/>
            <ac:spMk id="3" creationId="{3A9B93B8-9614-F381-88E9-F8466EDE59C2}"/>
          </ac:spMkLst>
        </pc:spChg>
      </pc:sldChg>
      <pc:sldChg chg="modSp add mod">
        <pc:chgData name="Cynthia George" userId="8e4ca16d49ed6304" providerId="LiveId" clId="{2687CC8F-0446-4CDC-8F08-2AC92DF00C40}" dt="2025-04-18T14:32:42.998" v="61" actId="255"/>
        <pc:sldMkLst>
          <pc:docMk/>
          <pc:sldMk cId="3922955554" sldId="258"/>
        </pc:sldMkLst>
        <pc:spChg chg="mod">
          <ac:chgData name="Cynthia George" userId="8e4ca16d49ed6304" providerId="LiveId" clId="{2687CC8F-0446-4CDC-8F08-2AC92DF00C40}" dt="2025-04-18T14:32:42.998" v="61" actId="255"/>
          <ac:spMkLst>
            <pc:docMk/>
            <pc:sldMk cId="3922955554" sldId="258"/>
            <ac:spMk id="3" creationId="{BD00747E-82FD-C9DF-A6E7-6A9633CE6483}"/>
          </ac:spMkLst>
        </pc:spChg>
      </pc:sldChg>
      <pc:sldChg chg="modSp add mod">
        <pc:chgData name="Cynthia George" userId="8e4ca16d49ed6304" providerId="LiveId" clId="{2687CC8F-0446-4CDC-8F08-2AC92DF00C40}" dt="2025-04-18T14:26:41.023" v="37" actId="1076"/>
        <pc:sldMkLst>
          <pc:docMk/>
          <pc:sldMk cId="456774289" sldId="259"/>
        </pc:sldMkLst>
        <pc:spChg chg="mod">
          <ac:chgData name="Cynthia George" userId="8e4ca16d49ed6304" providerId="LiveId" clId="{2687CC8F-0446-4CDC-8F08-2AC92DF00C40}" dt="2025-04-18T14:26:41.023" v="37" actId="1076"/>
          <ac:spMkLst>
            <pc:docMk/>
            <pc:sldMk cId="456774289" sldId="259"/>
            <ac:spMk id="3" creationId="{966F3026-CEB8-BD52-0D2D-4F902D00DEAA}"/>
          </ac:spMkLst>
        </pc:spChg>
      </pc:sldChg>
      <pc:sldChg chg="modSp add mod">
        <pc:chgData name="Cynthia George" userId="8e4ca16d49ed6304" providerId="LiveId" clId="{2687CC8F-0446-4CDC-8F08-2AC92DF00C40}" dt="2025-04-18T14:28:16.080" v="47" actId="1076"/>
        <pc:sldMkLst>
          <pc:docMk/>
          <pc:sldMk cId="1032863038" sldId="261"/>
        </pc:sldMkLst>
        <pc:spChg chg="mod">
          <ac:chgData name="Cynthia George" userId="8e4ca16d49ed6304" providerId="LiveId" clId="{2687CC8F-0446-4CDC-8F08-2AC92DF00C40}" dt="2025-04-18T14:28:16.080" v="47" actId="1076"/>
          <ac:spMkLst>
            <pc:docMk/>
            <pc:sldMk cId="1032863038" sldId="261"/>
            <ac:spMk id="3" creationId="{BD00747E-82FD-C9DF-A6E7-6A9633CE6483}"/>
          </ac:spMkLst>
        </pc:spChg>
      </pc:sldChg>
      <pc:sldChg chg="modSp add mod">
        <pc:chgData name="Cynthia George" userId="8e4ca16d49ed6304" providerId="LiveId" clId="{2687CC8F-0446-4CDC-8F08-2AC92DF00C40}" dt="2025-04-18T14:27:38.423" v="43" actId="20577"/>
        <pc:sldMkLst>
          <pc:docMk/>
          <pc:sldMk cId="2279853751" sldId="265"/>
        </pc:sldMkLst>
        <pc:spChg chg="mod">
          <ac:chgData name="Cynthia George" userId="8e4ca16d49ed6304" providerId="LiveId" clId="{2687CC8F-0446-4CDC-8F08-2AC92DF00C40}" dt="2025-04-18T14:27:38.423" v="43" actId="20577"/>
          <ac:spMkLst>
            <pc:docMk/>
            <pc:sldMk cId="2279853751" sldId="265"/>
            <ac:spMk id="3" creationId="{1CE21DEA-F6EB-0E91-B27A-6CFFE50D84A4}"/>
          </ac:spMkLst>
        </pc:spChg>
      </pc:sldChg>
      <pc:sldChg chg="modSp add mod">
        <pc:chgData name="Cynthia George" userId="8e4ca16d49ed6304" providerId="LiveId" clId="{2687CC8F-0446-4CDC-8F08-2AC92DF00C40}" dt="2025-04-18T14:30:50.057" v="60" actId="20577"/>
        <pc:sldMkLst>
          <pc:docMk/>
          <pc:sldMk cId="3814417191" sldId="266"/>
        </pc:sldMkLst>
        <pc:spChg chg="mod">
          <ac:chgData name="Cynthia George" userId="8e4ca16d49ed6304" providerId="LiveId" clId="{2687CC8F-0446-4CDC-8F08-2AC92DF00C40}" dt="2025-04-18T14:30:50.057" v="60" actId="20577"/>
          <ac:spMkLst>
            <pc:docMk/>
            <pc:sldMk cId="3814417191" sldId="266"/>
            <ac:spMk id="3" creationId="{F40DAAEA-233D-58BC-FB3C-0F7F40D183E7}"/>
          </ac:spMkLst>
        </pc:spChg>
      </pc:sldChg>
    </pc:docChg>
  </pc:docChgLst>
  <pc:docChgLst>
    <pc:chgData name="Marthoma AV Ministry" userId="33bc1033cb5cf556" providerId="LiveId" clId="{34C99BBA-4EE7-48C5-8286-A7B8744CCF0E}"/>
    <pc:docChg chg="modSld">
      <pc:chgData name="Marthoma AV Ministry" userId="33bc1033cb5cf556" providerId="LiveId" clId="{34C99BBA-4EE7-48C5-8286-A7B8744CCF0E}" dt="2025-04-19T02:25:49.147" v="20" actId="1038"/>
      <pc:docMkLst>
        <pc:docMk/>
      </pc:docMkLst>
      <pc:sldChg chg="modSp mod">
        <pc:chgData name="Marthoma AV Ministry" userId="33bc1033cb5cf556" providerId="LiveId" clId="{34C99BBA-4EE7-48C5-8286-A7B8744CCF0E}" dt="2025-04-19T02:25:49.147" v="20" actId="1038"/>
        <pc:sldMkLst>
          <pc:docMk/>
          <pc:sldMk cId="3814417191" sldId="266"/>
        </pc:sldMkLst>
        <pc:picChg chg="mod">
          <ac:chgData name="Marthoma AV Ministry" userId="33bc1033cb5cf556" providerId="LiveId" clId="{34C99BBA-4EE7-48C5-8286-A7B8744CCF0E}" dt="2025-04-19T02:25:49.147" v="20" actId="1038"/>
          <ac:picMkLst>
            <pc:docMk/>
            <pc:sldMk cId="3814417191" sldId="266"/>
            <ac:picMk id="4" creationId="{427DFD3C-7168-3776-0CEB-D648136BA4E5}"/>
          </ac:picMkLst>
        </pc:picChg>
      </pc:sldChg>
    </pc:docChg>
  </pc:docChgLst>
  <pc:docChgLst>
    <pc:chgData name="Sini Mathew" userId="3875fe58a975fc01" providerId="LiveId" clId="{D961737D-29A7-46AF-81A4-C0FB92ABD5A7}"/>
    <pc:docChg chg="undo redo custSel addSld delSld modSld">
      <pc:chgData name="Sini Mathew" userId="3875fe58a975fc01" providerId="LiveId" clId="{D961737D-29A7-46AF-81A4-C0FB92ABD5A7}" dt="2025-04-19T06:50:32.776" v="1690"/>
      <pc:docMkLst>
        <pc:docMk/>
      </pc:docMkLst>
      <pc:sldChg chg="add del">
        <pc:chgData name="Sini Mathew" userId="3875fe58a975fc01" providerId="LiveId" clId="{D961737D-29A7-46AF-81A4-C0FB92ABD5A7}" dt="2025-04-19T02:31:51.180" v="285" actId="47"/>
        <pc:sldMkLst>
          <pc:docMk/>
          <pc:sldMk cId="1206144094" sldId="921"/>
        </pc:sldMkLst>
      </pc:sldChg>
      <pc:sldChg chg="add del">
        <pc:chgData name="Sini Mathew" userId="3875fe58a975fc01" providerId="LiveId" clId="{D961737D-29A7-46AF-81A4-C0FB92ABD5A7}" dt="2025-04-19T02:32:34.333" v="294" actId="47"/>
        <pc:sldMkLst>
          <pc:docMk/>
          <pc:sldMk cId="3394957358" sldId="922"/>
        </pc:sldMkLst>
      </pc:sldChg>
      <pc:sldChg chg="add del">
        <pc:chgData name="Sini Mathew" userId="3875fe58a975fc01" providerId="LiveId" clId="{D961737D-29A7-46AF-81A4-C0FB92ABD5A7}" dt="2025-04-19T02:37:07.633" v="304" actId="47"/>
        <pc:sldMkLst>
          <pc:docMk/>
          <pc:sldMk cId="2047336274" sldId="923"/>
        </pc:sldMkLst>
      </pc:sldChg>
      <pc:sldChg chg="add del">
        <pc:chgData name="Sini Mathew" userId="3875fe58a975fc01" providerId="LiveId" clId="{D961737D-29A7-46AF-81A4-C0FB92ABD5A7}" dt="2025-04-19T02:39:02.568" v="332" actId="47"/>
        <pc:sldMkLst>
          <pc:docMk/>
          <pc:sldMk cId="3393367402" sldId="924"/>
        </pc:sldMkLst>
      </pc:sldChg>
      <pc:sldChg chg="delSp modSp add del mod">
        <pc:chgData name="Sini Mathew" userId="3875fe58a975fc01" providerId="LiveId" clId="{D961737D-29A7-46AF-81A4-C0FB92ABD5A7}" dt="2025-04-19T01:55:38.934" v="176" actId="47"/>
        <pc:sldMkLst>
          <pc:docMk/>
          <pc:sldMk cId="1584923939" sldId="1472"/>
        </pc:sldMkLst>
        <pc:spChg chg="del mod">
          <ac:chgData name="Sini Mathew" userId="3875fe58a975fc01" providerId="LiveId" clId="{D961737D-29A7-46AF-81A4-C0FB92ABD5A7}" dt="2025-04-19T01:54:53.206" v="172" actId="21"/>
          <ac:spMkLst>
            <pc:docMk/>
            <pc:sldMk cId="1584923939" sldId="1472"/>
            <ac:spMk id="3" creationId="{325AF87E-9D48-CE0B-9C0A-5C85175F49A4}"/>
          </ac:spMkLst>
        </pc:spChg>
        <pc:spChg chg="del mod">
          <ac:chgData name="Sini Mathew" userId="3875fe58a975fc01" providerId="LiveId" clId="{D961737D-29A7-46AF-81A4-C0FB92ABD5A7}" dt="2025-04-19T01:54:43.485" v="169" actId="21"/>
          <ac:spMkLst>
            <pc:docMk/>
            <pc:sldMk cId="1584923939" sldId="1472"/>
            <ac:spMk id="12" creationId="{4BF9CA61-6680-419C-A597-2B8F90F492F3}"/>
          </ac:spMkLst>
        </pc:spChg>
      </pc:sldChg>
      <pc:sldChg chg="modSp mod">
        <pc:chgData name="Sini Mathew" userId="3875fe58a975fc01" providerId="LiveId" clId="{D961737D-29A7-46AF-81A4-C0FB92ABD5A7}" dt="2025-04-18T23:48:01.473" v="23" actId="1076"/>
        <pc:sldMkLst>
          <pc:docMk/>
          <pc:sldMk cId="3368756669" sldId="1545"/>
        </pc:sldMkLst>
        <pc:spChg chg="mod">
          <ac:chgData name="Sini Mathew" userId="3875fe58a975fc01" providerId="LiveId" clId="{D961737D-29A7-46AF-81A4-C0FB92ABD5A7}" dt="2025-04-18T23:48:01.473" v="23" actId="1076"/>
          <ac:spMkLst>
            <pc:docMk/>
            <pc:sldMk cId="3368756669" sldId="1545"/>
            <ac:spMk id="12" creationId="{39ED888C-4677-964B-8923-FC2BB06FF192}"/>
          </ac:spMkLst>
        </pc:spChg>
      </pc:sldChg>
      <pc:sldChg chg="delSp add del mod">
        <pc:chgData name="Sini Mathew" userId="3875fe58a975fc01" providerId="LiveId" clId="{D961737D-29A7-46AF-81A4-C0FB92ABD5A7}" dt="2025-04-19T01:57:00.145" v="194" actId="47"/>
        <pc:sldMkLst>
          <pc:docMk/>
          <pc:sldMk cId="803285320" sldId="1725"/>
        </pc:sldMkLst>
        <pc:spChg chg="del">
          <ac:chgData name="Sini Mathew" userId="3875fe58a975fc01" providerId="LiveId" clId="{D961737D-29A7-46AF-81A4-C0FB92ABD5A7}" dt="2025-04-19T00:40:36.971" v="120" actId="21"/>
          <ac:spMkLst>
            <pc:docMk/>
            <pc:sldMk cId="803285320" sldId="1725"/>
            <ac:spMk id="3" creationId="{325AF87E-9D48-CE0B-9C0A-5C85175F49A4}"/>
          </ac:spMkLst>
        </pc:spChg>
        <pc:spChg chg="del">
          <ac:chgData name="Sini Mathew" userId="3875fe58a975fc01" providerId="LiveId" clId="{D961737D-29A7-46AF-81A4-C0FB92ABD5A7}" dt="2025-04-19T01:56:26.539" v="181" actId="21"/>
          <ac:spMkLst>
            <pc:docMk/>
            <pc:sldMk cId="803285320" sldId="1725"/>
            <ac:spMk id="12" creationId="{4BF9CA61-6680-419C-A597-2B8F90F492F3}"/>
          </ac:spMkLst>
        </pc:spChg>
      </pc:sldChg>
      <pc:sldChg chg="delSp modSp add del mod">
        <pc:chgData name="Sini Mathew" userId="3875fe58a975fc01" providerId="LiveId" clId="{D961737D-29A7-46AF-81A4-C0FB92ABD5A7}" dt="2025-04-19T01:58:34.047" v="211" actId="47"/>
        <pc:sldMkLst>
          <pc:docMk/>
          <pc:sldMk cId="4009096736" sldId="1726"/>
        </pc:sldMkLst>
        <pc:spChg chg="del mod">
          <ac:chgData name="Sini Mathew" userId="3875fe58a975fc01" providerId="LiveId" clId="{D961737D-29A7-46AF-81A4-C0FB92ABD5A7}" dt="2025-04-19T01:58:27.180" v="208" actId="21"/>
          <ac:spMkLst>
            <pc:docMk/>
            <pc:sldMk cId="4009096736" sldId="1726"/>
            <ac:spMk id="3" creationId="{325AF87E-9D48-CE0B-9C0A-5C85175F49A4}"/>
          </ac:spMkLst>
        </pc:spChg>
        <pc:spChg chg="del">
          <ac:chgData name="Sini Mathew" userId="3875fe58a975fc01" providerId="LiveId" clId="{D961737D-29A7-46AF-81A4-C0FB92ABD5A7}" dt="2025-04-19T01:58:18.469" v="205" actId="21"/>
          <ac:spMkLst>
            <pc:docMk/>
            <pc:sldMk cId="4009096736" sldId="1726"/>
            <ac:spMk id="12" creationId="{4BF9CA61-6680-419C-A597-2B8F90F492F3}"/>
          </ac:spMkLst>
        </pc:spChg>
        <pc:grpChg chg="del">
          <ac:chgData name="Sini Mathew" userId="3875fe58a975fc01" providerId="LiveId" clId="{D961737D-29A7-46AF-81A4-C0FB92ABD5A7}" dt="2025-04-19T01:57:36.764" v="196" actId="478"/>
          <ac:grpSpMkLst>
            <pc:docMk/>
            <pc:sldMk cId="4009096736" sldId="1726"/>
            <ac:grpSpMk id="8" creationId="{33E00C9F-7149-9C50-52D7-7EEB16384A8D}"/>
          </ac:grpSpMkLst>
        </pc:grpChg>
      </pc:sldChg>
      <pc:sldChg chg="delSp add del mod">
        <pc:chgData name="Sini Mathew" userId="3875fe58a975fc01" providerId="LiveId" clId="{D961737D-29A7-46AF-81A4-C0FB92ABD5A7}" dt="2025-04-19T00:42:32.767" v="149" actId="47"/>
        <pc:sldMkLst>
          <pc:docMk/>
          <pc:sldMk cId="3745079864" sldId="1727"/>
        </pc:sldMkLst>
        <pc:spChg chg="del">
          <ac:chgData name="Sini Mathew" userId="3875fe58a975fc01" providerId="LiveId" clId="{D961737D-29A7-46AF-81A4-C0FB92ABD5A7}" dt="2025-04-19T00:42:22.239" v="145" actId="21"/>
          <ac:spMkLst>
            <pc:docMk/>
            <pc:sldMk cId="3745079864" sldId="1727"/>
            <ac:spMk id="3" creationId="{325AF87E-9D48-CE0B-9C0A-5C85175F49A4}"/>
          </ac:spMkLst>
        </pc:spChg>
        <pc:spChg chg="del">
          <ac:chgData name="Sini Mathew" userId="3875fe58a975fc01" providerId="LiveId" clId="{D961737D-29A7-46AF-81A4-C0FB92ABD5A7}" dt="2025-04-19T00:42:12.748" v="142" actId="21"/>
          <ac:spMkLst>
            <pc:docMk/>
            <pc:sldMk cId="3745079864" sldId="1727"/>
            <ac:spMk id="12" creationId="{4BF9CA61-6680-419C-A597-2B8F90F492F3}"/>
          </ac:spMkLst>
        </pc:spChg>
      </pc:sldChg>
      <pc:sldChg chg="delSp add del mod">
        <pc:chgData name="Sini Mathew" userId="3875fe58a975fc01" providerId="LiveId" clId="{D961737D-29A7-46AF-81A4-C0FB92ABD5A7}" dt="2025-04-19T02:13:13.696" v="233" actId="47"/>
        <pc:sldMkLst>
          <pc:docMk/>
          <pc:sldMk cId="1359755581" sldId="1788"/>
        </pc:sldMkLst>
        <pc:spChg chg="del">
          <ac:chgData name="Sini Mathew" userId="3875fe58a975fc01" providerId="LiveId" clId="{D961737D-29A7-46AF-81A4-C0FB92ABD5A7}" dt="2025-04-19T02:12:57.932" v="230" actId="21"/>
          <ac:spMkLst>
            <pc:docMk/>
            <pc:sldMk cId="1359755581" sldId="1788"/>
            <ac:spMk id="3" creationId="{325AF87E-9D48-CE0B-9C0A-5C85175F49A4}"/>
          </ac:spMkLst>
        </pc:spChg>
        <pc:spChg chg="del">
          <ac:chgData name="Sini Mathew" userId="3875fe58a975fc01" providerId="LiveId" clId="{D961737D-29A7-46AF-81A4-C0FB92ABD5A7}" dt="2025-04-19T02:12:18.603" v="224" actId="21"/>
          <ac:spMkLst>
            <pc:docMk/>
            <pc:sldMk cId="1359755581" sldId="1788"/>
            <ac:spMk id="12" creationId="{4BF9CA61-6680-419C-A597-2B8F90F492F3}"/>
          </ac:spMkLst>
        </pc:spChg>
      </pc:sldChg>
      <pc:sldChg chg="delSp add del mod">
        <pc:chgData name="Sini Mathew" userId="3875fe58a975fc01" providerId="LiveId" clId="{D961737D-29A7-46AF-81A4-C0FB92ABD5A7}" dt="2025-04-19T02:11:41.690" v="221" actId="47"/>
        <pc:sldMkLst>
          <pc:docMk/>
          <pc:sldMk cId="1519834035" sldId="1833"/>
        </pc:sldMkLst>
        <pc:spChg chg="del">
          <ac:chgData name="Sini Mathew" userId="3875fe58a975fc01" providerId="LiveId" clId="{D961737D-29A7-46AF-81A4-C0FB92ABD5A7}" dt="2025-04-19T02:11:32.168" v="218" actId="21"/>
          <ac:spMkLst>
            <pc:docMk/>
            <pc:sldMk cId="1519834035" sldId="1833"/>
            <ac:spMk id="3" creationId="{F5908389-3B82-612B-61AD-27DD71633778}"/>
          </ac:spMkLst>
        </pc:spChg>
        <pc:spChg chg="del">
          <ac:chgData name="Sini Mathew" userId="3875fe58a975fc01" providerId="LiveId" clId="{D961737D-29A7-46AF-81A4-C0FB92ABD5A7}" dt="2025-04-19T02:11:17.065" v="214" actId="21"/>
          <ac:spMkLst>
            <pc:docMk/>
            <pc:sldMk cId="1519834035" sldId="1833"/>
            <ac:spMk id="12" creationId="{5065B0BF-C75A-977C-2D6B-831C6BFA66C2}"/>
          </ac:spMkLst>
        </pc:spChg>
      </pc:sldChg>
      <pc:sldChg chg="delSp modSp mod">
        <pc:chgData name="Sini Mathew" userId="3875fe58a975fc01" providerId="LiveId" clId="{D961737D-29A7-46AF-81A4-C0FB92ABD5A7}" dt="2025-04-19T05:23:45.804" v="1515" actId="2711"/>
        <pc:sldMkLst>
          <pc:docMk/>
          <pc:sldMk cId="88404620" sldId="1980"/>
        </pc:sldMkLst>
        <pc:spChg chg="del">
          <ac:chgData name="Sini Mathew" userId="3875fe58a975fc01" providerId="LiveId" clId="{D961737D-29A7-46AF-81A4-C0FB92ABD5A7}" dt="2025-04-18T23:42:19.466" v="4" actId="478"/>
          <ac:spMkLst>
            <pc:docMk/>
            <pc:sldMk cId="88404620" sldId="1980"/>
            <ac:spMk id="8" creationId="{84128A4C-BAEA-E882-5683-99A8C4D40AE1}"/>
          </ac:spMkLst>
        </pc:spChg>
        <pc:spChg chg="del">
          <ac:chgData name="Sini Mathew" userId="3875fe58a975fc01" providerId="LiveId" clId="{D961737D-29A7-46AF-81A4-C0FB92ABD5A7}" dt="2025-04-18T23:42:33.319" v="5" actId="478"/>
          <ac:spMkLst>
            <pc:docMk/>
            <pc:sldMk cId="88404620" sldId="1980"/>
            <ac:spMk id="9" creationId="{3F2240E4-D617-E6B9-D5F3-1266297E6737}"/>
          </ac:spMkLst>
        </pc:spChg>
        <pc:spChg chg="mod">
          <ac:chgData name="Sini Mathew" userId="3875fe58a975fc01" providerId="LiveId" clId="{D961737D-29A7-46AF-81A4-C0FB92ABD5A7}" dt="2025-04-19T05:23:45.804" v="1515" actId="2711"/>
          <ac:spMkLst>
            <pc:docMk/>
            <pc:sldMk cId="88404620" sldId="1980"/>
            <ac:spMk id="11" creationId="{C03A3D43-756F-CF37-1BB3-453DF324C46B}"/>
          </ac:spMkLst>
        </pc:spChg>
        <pc:spChg chg="mod">
          <ac:chgData name="Sini Mathew" userId="3875fe58a975fc01" providerId="LiveId" clId="{D961737D-29A7-46AF-81A4-C0FB92ABD5A7}" dt="2025-04-19T02:25:48.080" v="240" actId="1076"/>
          <ac:spMkLst>
            <pc:docMk/>
            <pc:sldMk cId="88404620" sldId="1980"/>
            <ac:spMk id="12" creationId="{7905A2DF-1131-91B8-F9F4-29C2BA98F4E1}"/>
          </ac:spMkLst>
        </pc:spChg>
      </pc:sldChg>
      <pc:sldChg chg="modSp mod">
        <pc:chgData name="Sini Mathew" userId="3875fe58a975fc01" providerId="LiveId" clId="{D961737D-29A7-46AF-81A4-C0FB92ABD5A7}" dt="2025-04-19T05:23:05.800" v="1512" actId="2711"/>
        <pc:sldMkLst>
          <pc:docMk/>
          <pc:sldMk cId="2951403442" sldId="2225"/>
        </pc:sldMkLst>
        <pc:spChg chg="mod">
          <ac:chgData name="Sini Mathew" userId="3875fe58a975fc01" providerId="LiveId" clId="{D961737D-29A7-46AF-81A4-C0FB92ABD5A7}" dt="2025-04-19T05:23:05.800" v="1512" actId="2711"/>
          <ac:spMkLst>
            <pc:docMk/>
            <pc:sldMk cId="2951403442" sldId="2225"/>
            <ac:spMk id="11" creationId="{B03E3A8A-C15B-C249-3B4F-9955B38EB8B3}"/>
          </ac:spMkLst>
        </pc:spChg>
        <pc:spChg chg="mod">
          <ac:chgData name="Sini Mathew" userId="3875fe58a975fc01" providerId="LiveId" clId="{D961737D-29A7-46AF-81A4-C0FB92ABD5A7}" dt="2025-04-19T02:25:54.635" v="242" actId="120"/>
          <ac:spMkLst>
            <pc:docMk/>
            <pc:sldMk cId="2951403442" sldId="2225"/>
            <ac:spMk id="12" creationId="{4CBDA6B6-D4A5-4BA2-704B-7C7B5A267367}"/>
          </ac:spMkLst>
        </pc:spChg>
      </pc:sldChg>
      <pc:sldChg chg="modSp mod">
        <pc:chgData name="Sini Mathew" userId="3875fe58a975fc01" providerId="LiveId" clId="{D961737D-29A7-46AF-81A4-C0FB92ABD5A7}" dt="2025-04-19T05:22:47.697" v="1511" actId="2711"/>
        <pc:sldMkLst>
          <pc:docMk/>
          <pc:sldMk cId="1394722712" sldId="2226"/>
        </pc:sldMkLst>
        <pc:spChg chg="mod">
          <ac:chgData name="Sini Mathew" userId="3875fe58a975fc01" providerId="LiveId" clId="{D961737D-29A7-46AF-81A4-C0FB92ABD5A7}" dt="2025-04-19T05:22:47.697" v="1511" actId="2711"/>
          <ac:spMkLst>
            <pc:docMk/>
            <pc:sldMk cId="1394722712" sldId="2226"/>
            <ac:spMk id="11" creationId="{E4443B48-4C32-0888-4B97-A7F0B7B79C36}"/>
          </ac:spMkLst>
        </pc:spChg>
        <pc:spChg chg="mod">
          <ac:chgData name="Sini Mathew" userId="3875fe58a975fc01" providerId="LiveId" clId="{D961737D-29A7-46AF-81A4-C0FB92ABD5A7}" dt="2025-04-19T02:25:59.426" v="243" actId="120"/>
          <ac:spMkLst>
            <pc:docMk/>
            <pc:sldMk cId="1394722712" sldId="2226"/>
            <ac:spMk id="12" creationId="{09112E8E-1B22-E119-C7DA-3D414A8D4275}"/>
          </ac:spMkLst>
        </pc:spChg>
      </pc:sldChg>
      <pc:sldChg chg="modSp mod">
        <pc:chgData name="Sini Mathew" userId="3875fe58a975fc01" providerId="LiveId" clId="{D961737D-29A7-46AF-81A4-C0FB92ABD5A7}" dt="2025-04-19T02:26:03.898" v="244" actId="120"/>
        <pc:sldMkLst>
          <pc:docMk/>
          <pc:sldMk cId="154014290" sldId="2227"/>
        </pc:sldMkLst>
        <pc:spChg chg="mod">
          <ac:chgData name="Sini Mathew" userId="3875fe58a975fc01" providerId="LiveId" clId="{D961737D-29A7-46AF-81A4-C0FB92ABD5A7}" dt="2025-04-18T23:45:54.551" v="15" actId="1076"/>
          <ac:spMkLst>
            <pc:docMk/>
            <pc:sldMk cId="154014290" sldId="2227"/>
            <ac:spMk id="11" creationId="{27C8460B-46BF-4586-E3EB-ABE37B2A7302}"/>
          </ac:spMkLst>
        </pc:spChg>
        <pc:spChg chg="mod">
          <ac:chgData name="Sini Mathew" userId="3875fe58a975fc01" providerId="LiveId" clId="{D961737D-29A7-46AF-81A4-C0FB92ABD5A7}" dt="2025-04-19T02:26:03.898" v="244" actId="120"/>
          <ac:spMkLst>
            <pc:docMk/>
            <pc:sldMk cId="154014290" sldId="2227"/>
            <ac:spMk id="12" creationId="{7FFF41E1-D7A3-1D3F-2964-C1DA427DA8B9}"/>
          </ac:spMkLst>
        </pc:spChg>
      </pc:sldChg>
      <pc:sldChg chg="addSp modSp mod">
        <pc:chgData name="Sini Mathew" userId="3875fe58a975fc01" providerId="LiveId" clId="{D961737D-29A7-46AF-81A4-C0FB92ABD5A7}" dt="2025-04-18T23:47:07.886" v="22" actId="1076"/>
        <pc:sldMkLst>
          <pc:docMk/>
          <pc:sldMk cId="3780779953" sldId="2228"/>
        </pc:sldMkLst>
        <pc:spChg chg="mod">
          <ac:chgData name="Sini Mathew" userId="3875fe58a975fc01" providerId="LiveId" clId="{D961737D-29A7-46AF-81A4-C0FB92ABD5A7}" dt="2025-04-18T23:46:45.887" v="18"/>
          <ac:spMkLst>
            <pc:docMk/>
            <pc:sldMk cId="3780779953" sldId="2228"/>
            <ac:spMk id="8" creationId="{8525A1C3-9C6D-CB35-DE2E-AB149D75E7DB}"/>
          </ac:spMkLst>
        </pc:spChg>
        <pc:spChg chg="mod">
          <ac:chgData name="Sini Mathew" userId="3875fe58a975fc01" providerId="LiveId" clId="{D961737D-29A7-46AF-81A4-C0FB92ABD5A7}" dt="2025-04-18T23:46:52.852" v="20" actId="1076"/>
          <ac:spMkLst>
            <pc:docMk/>
            <pc:sldMk cId="3780779953" sldId="2228"/>
            <ac:spMk id="9" creationId="{1D593D98-1A73-D535-7BC0-08AE5424274B}"/>
          </ac:spMkLst>
        </pc:spChg>
        <pc:spChg chg="mod">
          <ac:chgData name="Sini Mathew" userId="3875fe58a975fc01" providerId="LiveId" clId="{D961737D-29A7-46AF-81A4-C0FB92ABD5A7}" dt="2025-04-18T23:46:45.887" v="18"/>
          <ac:spMkLst>
            <pc:docMk/>
            <pc:sldMk cId="3780779953" sldId="2228"/>
            <ac:spMk id="10" creationId="{AA9D3D06-DDD1-6971-E346-07DC0F45DAC2}"/>
          </ac:spMkLst>
        </pc:spChg>
        <pc:grpChg chg="add mod">
          <ac:chgData name="Sini Mathew" userId="3875fe58a975fc01" providerId="LiveId" clId="{D961737D-29A7-46AF-81A4-C0FB92ABD5A7}" dt="2025-04-18T23:46:58.549" v="21" actId="1076"/>
          <ac:grpSpMkLst>
            <pc:docMk/>
            <pc:sldMk cId="3780779953" sldId="2228"/>
            <ac:grpSpMk id="7" creationId="{4809BBAF-FD09-2990-51DA-14FEA3EED2FE}"/>
          </ac:grpSpMkLst>
        </pc:grpChg>
        <pc:grpChg chg="mod">
          <ac:chgData name="Sini Mathew" userId="3875fe58a975fc01" providerId="LiveId" clId="{D961737D-29A7-46AF-81A4-C0FB92ABD5A7}" dt="2025-04-18T23:47:07.886" v="22" actId="1076"/>
          <ac:grpSpMkLst>
            <pc:docMk/>
            <pc:sldMk cId="3780779953" sldId="2228"/>
            <ac:grpSpMk id="12" creationId="{EDECDFEC-D219-F3A1-C2B4-7BE22C1047EE}"/>
          </ac:grpSpMkLst>
        </pc:grpChg>
      </pc:sldChg>
      <pc:sldChg chg="modSp mod">
        <pc:chgData name="Sini Mathew" userId="3875fe58a975fc01" providerId="LiveId" clId="{D961737D-29A7-46AF-81A4-C0FB92ABD5A7}" dt="2025-04-19T03:35:27.873" v="1034" actId="1076"/>
        <pc:sldMkLst>
          <pc:docMk/>
          <pc:sldMk cId="3489297901" sldId="2231"/>
        </pc:sldMkLst>
        <pc:spChg chg="mod">
          <ac:chgData name="Sini Mathew" userId="3875fe58a975fc01" providerId="LiveId" clId="{D961737D-29A7-46AF-81A4-C0FB92ABD5A7}" dt="2025-04-19T03:35:27.873" v="1034" actId="1076"/>
          <ac:spMkLst>
            <pc:docMk/>
            <pc:sldMk cId="3489297901" sldId="2231"/>
            <ac:spMk id="11" creationId="{12F0A3C8-C794-6713-6F10-835010CADB1B}"/>
          </ac:spMkLst>
        </pc:spChg>
        <pc:spChg chg="mod">
          <ac:chgData name="Sini Mathew" userId="3875fe58a975fc01" providerId="LiveId" clId="{D961737D-29A7-46AF-81A4-C0FB92ABD5A7}" dt="2025-04-19T02:59:21.528" v="357"/>
          <ac:spMkLst>
            <pc:docMk/>
            <pc:sldMk cId="3489297901" sldId="2231"/>
            <ac:spMk id="12" creationId="{8CFD157C-5BE1-B6E4-1B43-1B377BDFD3D0}"/>
          </ac:spMkLst>
        </pc:spChg>
      </pc:sldChg>
      <pc:sldChg chg="modSp del mod">
        <pc:chgData name="Sini Mathew" userId="3875fe58a975fc01" providerId="LiveId" clId="{D961737D-29A7-46AF-81A4-C0FB92ABD5A7}" dt="2025-04-18T23:59:41.200" v="35" actId="47"/>
        <pc:sldMkLst>
          <pc:docMk/>
          <pc:sldMk cId="1094209004" sldId="2232"/>
        </pc:sldMkLst>
        <pc:spChg chg="mod">
          <ac:chgData name="Sini Mathew" userId="3875fe58a975fc01" providerId="LiveId" clId="{D961737D-29A7-46AF-81A4-C0FB92ABD5A7}" dt="2025-04-18T23:59:08.442" v="29" actId="6549"/>
          <ac:spMkLst>
            <pc:docMk/>
            <pc:sldMk cId="1094209004" sldId="2232"/>
            <ac:spMk id="11" creationId="{DD6410F7-86DD-023E-2B71-2E38EDA99D60}"/>
          </ac:spMkLst>
        </pc:spChg>
        <pc:spChg chg="mod">
          <ac:chgData name="Sini Mathew" userId="3875fe58a975fc01" providerId="LiveId" clId="{D961737D-29A7-46AF-81A4-C0FB92ABD5A7}" dt="2025-04-18T23:59:15.063" v="30" actId="6549"/>
          <ac:spMkLst>
            <pc:docMk/>
            <pc:sldMk cId="1094209004" sldId="2232"/>
            <ac:spMk id="12" creationId="{12CB9CB9-4F46-28DB-7DC4-928AC1731147}"/>
          </ac:spMkLst>
        </pc:spChg>
      </pc:sldChg>
      <pc:sldChg chg="delSp modSp mod">
        <pc:chgData name="Sini Mathew" userId="3875fe58a975fc01" providerId="LiveId" clId="{D961737D-29A7-46AF-81A4-C0FB92ABD5A7}" dt="2025-04-19T05:24:53.397" v="1521" actId="20577"/>
        <pc:sldMkLst>
          <pc:docMk/>
          <pc:sldMk cId="3170579240" sldId="2233"/>
        </pc:sldMkLst>
        <pc:spChg chg="mod">
          <ac:chgData name="Sini Mathew" userId="3875fe58a975fc01" providerId="LiveId" clId="{D961737D-29A7-46AF-81A4-C0FB92ABD5A7}" dt="2025-04-19T00:06:20.804" v="100" actId="20577"/>
          <ac:spMkLst>
            <pc:docMk/>
            <pc:sldMk cId="3170579240" sldId="2233"/>
            <ac:spMk id="4" creationId="{05D70808-3FDE-F3AC-A4D0-8710031353EE}"/>
          </ac:spMkLst>
        </pc:spChg>
        <pc:spChg chg="del">
          <ac:chgData name="Sini Mathew" userId="3875fe58a975fc01" providerId="LiveId" clId="{D961737D-29A7-46AF-81A4-C0FB92ABD5A7}" dt="2025-04-19T00:03:54.155" v="66" actId="478"/>
          <ac:spMkLst>
            <pc:docMk/>
            <pc:sldMk cId="3170579240" sldId="2233"/>
            <ac:spMk id="8" creationId="{FFE4F744-C773-5005-7427-522714D0B978}"/>
          </ac:spMkLst>
        </pc:spChg>
        <pc:spChg chg="del">
          <ac:chgData name="Sini Mathew" userId="3875fe58a975fc01" providerId="LiveId" clId="{D961737D-29A7-46AF-81A4-C0FB92ABD5A7}" dt="2025-04-19T00:04:01.277" v="67" actId="478"/>
          <ac:spMkLst>
            <pc:docMk/>
            <pc:sldMk cId="3170579240" sldId="2233"/>
            <ac:spMk id="9" creationId="{7AF17E52-B384-1F2F-ECE1-E4496222025C}"/>
          </ac:spMkLst>
        </pc:spChg>
        <pc:spChg chg="mod">
          <ac:chgData name="Sini Mathew" userId="3875fe58a975fc01" providerId="LiveId" clId="{D961737D-29A7-46AF-81A4-C0FB92ABD5A7}" dt="2025-04-19T05:24:53.397" v="1521" actId="20577"/>
          <ac:spMkLst>
            <pc:docMk/>
            <pc:sldMk cId="3170579240" sldId="2233"/>
            <ac:spMk id="11" creationId="{0D9EDAA2-F074-5F04-A166-9EA172CA1B88}"/>
          </ac:spMkLst>
        </pc:spChg>
        <pc:spChg chg="mod">
          <ac:chgData name="Sini Mathew" userId="3875fe58a975fc01" providerId="LiveId" clId="{D961737D-29A7-46AF-81A4-C0FB92ABD5A7}" dt="2025-04-19T05:24:50.012" v="1518" actId="20577"/>
          <ac:spMkLst>
            <pc:docMk/>
            <pc:sldMk cId="3170579240" sldId="2233"/>
            <ac:spMk id="12" creationId="{75753835-AFCC-6517-FB5B-BA1CF660A40E}"/>
          </ac:spMkLst>
        </pc:spChg>
      </pc:sldChg>
      <pc:sldChg chg="delSp modSp mod">
        <pc:chgData name="Sini Mathew" userId="3875fe58a975fc01" providerId="LiveId" clId="{D961737D-29A7-46AF-81A4-C0FB92ABD5A7}" dt="2025-04-19T02:28:57.531" v="259" actId="1076"/>
        <pc:sldMkLst>
          <pc:docMk/>
          <pc:sldMk cId="1784859979" sldId="2235"/>
        </pc:sldMkLst>
        <pc:spChg chg="mod">
          <ac:chgData name="Sini Mathew" userId="3875fe58a975fc01" providerId="LiveId" clId="{D961737D-29A7-46AF-81A4-C0FB92ABD5A7}" dt="2025-04-19T00:06:14.266" v="98" actId="20577"/>
          <ac:spMkLst>
            <pc:docMk/>
            <pc:sldMk cId="1784859979" sldId="2235"/>
            <ac:spMk id="4" creationId="{B2A76C11-E3BE-32B2-F97B-CBE726A171D0}"/>
          </ac:spMkLst>
        </pc:spChg>
        <pc:spChg chg="del">
          <ac:chgData name="Sini Mathew" userId="3875fe58a975fc01" providerId="LiveId" clId="{D961737D-29A7-46AF-81A4-C0FB92ABD5A7}" dt="2025-04-19T00:04:47.501" v="72" actId="478"/>
          <ac:spMkLst>
            <pc:docMk/>
            <pc:sldMk cId="1784859979" sldId="2235"/>
            <ac:spMk id="8" creationId="{91CF0A08-7519-0298-B23B-2E505828881A}"/>
          </ac:spMkLst>
        </pc:spChg>
        <pc:spChg chg="del mod">
          <ac:chgData name="Sini Mathew" userId="3875fe58a975fc01" providerId="LiveId" clId="{D961737D-29A7-46AF-81A4-C0FB92ABD5A7}" dt="2025-04-19T00:04:52.813" v="74" actId="478"/>
          <ac:spMkLst>
            <pc:docMk/>
            <pc:sldMk cId="1784859979" sldId="2235"/>
            <ac:spMk id="9" creationId="{A3FFF464-038A-47FA-FB57-DD88D5253046}"/>
          </ac:spMkLst>
        </pc:spChg>
        <pc:spChg chg="mod">
          <ac:chgData name="Sini Mathew" userId="3875fe58a975fc01" providerId="LiveId" clId="{D961737D-29A7-46AF-81A4-C0FB92ABD5A7}" dt="2025-04-19T02:28:57.531" v="259" actId="1076"/>
          <ac:spMkLst>
            <pc:docMk/>
            <pc:sldMk cId="1784859979" sldId="2235"/>
            <ac:spMk id="11" creationId="{B89345D4-6808-E9BD-FF9D-279C52624459}"/>
          </ac:spMkLst>
        </pc:spChg>
        <pc:spChg chg="mod">
          <ac:chgData name="Sini Mathew" userId="3875fe58a975fc01" providerId="LiveId" clId="{D961737D-29A7-46AF-81A4-C0FB92ABD5A7}" dt="2025-04-19T02:28:44.746" v="253" actId="1076"/>
          <ac:spMkLst>
            <pc:docMk/>
            <pc:sldMk cId="1784859979" sldId="2235"/>
            <ac:spMk id="12" creationId="{50E38E33-CEEF-FC62-C769-A06CEC1715C7}"/>
          </ac:spMkLst>
        </pc:spChg>
      </pc:sldChg>
      <pc:sldChg chg="delSp modSp mod">
        <pc:chgData name="Sini Mathew" userId="3875fe58a975fc01" providerId="LiveId" clId="{D961737D-29A7-46AF-81A4-C0FB92ABD5A7}" dt="2025-04-19T02:29:43.704" v="275" actId="1076"/>
        <pc:sldMkLst>
          <pc:docMk/>
          <pc:sldMk cId="3061958577" sldId="2236"/>
        </pc:sldMkLst>
        <pc:spChg chg="mod">
          <ac:chgData name="Sini Mathew" userId="3875fe58a975fc01" providerId="LiveId" clId="{D961737D-29A7-46AF-81A4-C0FB92ABD5A7}" dt="2025-04-19T00:05:45.507" v="89" actId="20577"/>
          <ac:spMkLst>
            <pc:docMk/>
            <pc:sldMk cId="3061958577" sldId="2236"/>
            <ac:spMk id="4" creationId="{B925F235-5245-D53F-04B9-F72B6583649D}"/>
          </ac:spMkLst>
        </pc:spChg>
        <pc:spChg chg="del">
          <ac:chgData name="Sini Mathew" userId="3875fe58a975fc01" providerId="LiveId" clId="{D961737D-29A7-46AF-81A4-C0FB92ABD5A7}" dt="2025-04-19T00:05:52.144" v="91" actId="478"/>
          <ac:spMkLst>
            <pc:docMk/>
            <pc:sldMk cId="3061958577" sldId="2236"/>
            <ac:spMk id="8" creationId="{1ADFABB1-5B9C-24E4-2C4A-72D9D85B907C}"/>
          </ac:spMkLst>
        </pc:spChg>
        <pc:spChg chg="del">
          <ac:chgData name="Sini Mathew" userId="3875fe58a975fc01" providerId="LiveId" clId="{D961737D-29A7-46AF-81A4-C0FB92ABD5A7}" dt="2025-04-19T00:05:49.692" v="90" actId="478"/>
          <ac:spMkLst>
            <pc:docMk/>
            <pc:sldMk cId="3061958577" sldId="2236"/>
            <ac:spMk id="9" creationId="{2276B71F-38B6-CE86-99E0-7E8C83A978CF}"/>
          </ac:spMkLst>
        </pc:spChg>
        <pc:spChg chg="mod">
          <ac:chgData name="Sini Mathew" userId="3875fe58a975fc01" providerId="LiveId" clId="{D961737D-29A7-46AF-81A4-C0FB92ABD5A7}" dt="2025-04-19T02:29:43.704" v="275" actId="1076"/>
          <ac:spMkLst>
            <pc:docMk/>
            <pc:sldMk cId="3061958577" sldId="2236"/>
            <ac:spMk id="11" creationId="{06D8A56E-50B1-F4D1-65C9-192E9B11C544}"/>
          </ac:spMkLst>
        </pc:spChg>
        <pc:spChg chg="mod">
          <ac:chgData name="Sini Mathew" userId="3875fe58a975fc01" providerId="LiveId" clId="{D961737D-29A7-46AF-81A4-C0FB92ABD5A7}" dt="2025-04-19T02:29:33.046" v="270" actId="120"/>
          <ac:spMkLst>
            <pc:docMk/>
            <pc:sldMk cId="3061958577" sldId="2236"/>
            <ac:spMk id="12" creationId="{CD75BDB4-3F16-B41B-E2AC-FDFCDFDC3332}"/>
          </ac:spMkLst>
        </pc:spChg>
      </pc:sldChg>
      <pc:sldChg chg="modSp mod">
        <pc:chgData name="Sini Mathew" userId="3875fe58a975fc01" providerId="LiveId" clId="{D961737D-29A7-46AF-81A4-C0FB92ABD5A7}" dt="2025-04-19T00:01:48.781" v="56" actId="114"/>
        <pc:sldMkLst>
          <pc:docMk/>
          <pc:sldMk cId="1457731405" sldId="2238"/>
        </pc:sldMkLst>
        <pc:spChg chg="mod">
          <ac:chgData name="Sini Mathew" userId="3875fe58a975fc01" providerId="LiveId" clId="{D961737D-29A7-46AF-81A4-C0FB92ABD5A7}" dt="2025-04-19T00:01:40.728" v="53" actId="114"/>
          <ac:spMkLst>
            <pc:docMk/>
            <pc:sldMk cId="1457731405" sldId="2238"/>
            <ac:spMk id="11" creationId="{606DDD35-AED5-C5C8-1448-2D777488F277}"/>
          </ac:spMkLst>
        </pc:spChg>
        <pc:spChg chg="mod">
          <ac:chgData name="Sini Mathew" userId="3875fe58a975fc01" providerId="LiveId" clId="{D961737D-29A7-46AF-81A4-C0FB92ABD5A7}" dt="2025-04-19T00:01:48.781" v="56" actId="114"/>
          <ac:spMkLst>
            <pc:docMk/>
            <pc:sldMk cId="1457731405" sldId="2238"/>
            <ac:spMk id="12" creationId="{6B343F8E-8BC7-54A7-5E16-70A88BCB95AE}"/>
          </ac:spMkLst>
        </pc:spChg>
      </pc:sldChg>
      <pc:sldChg chg="modSp mod">
        <pc:chgData name="Sini Mathew" userId="3875fe58a975fc01" providerId="LiveId" clId="{D961737D-29A7-46AF-81A4-C0FB92ABD5A7}" dt="2025-04-19T00:02:17.292" v="63" actId="114"/>
        <pc:sldMkLst>
          <pc:docMk/>
          <pc:sldMk cId="167032332" sldId="2240"/>
        </pc:sldMkLst>
        <pc:spChg chg="mod">
          <ac:chgData name="Sini Mathew" userId="3875fe58a975fc01" providerId="LiveId" clId="{D961737D-29A7-46AF-81A4-C0FB92ABD5A7}" dt="2025-04-19T00:02:10.563" v="60" actId="114"/>
          <ac:spMkLst>
            <pc:docMk/>
            <pc:sldMk cId="167032332" sldId="2240"/>
            <ac:spMk id="11" creationId="{DA5A1347-A510-9B61-F080-2E61FA91E6B7}"/>
          </ac:spMkLst>
        </pc:spChg>
        <pc:spChg chg="mod">
          <ac:chgData name="Sini Mathew" userId="3875fe58a975fc01" providerId="LiveId" clId="{D961737D-29A7-46AF-81A4-C0FB92ABD5A7}" dt="2025-04-19T00:02:17.292" v="63" actId="114"/>
          <ac:spMkLst>
            <pc:docMk/>
            <pc:sldMk cId="167032332" sldId="2240"/>
            <ac:spMk id="12" creationId="{04D8A786-DFC3-0068-EC57-ACB3071524EF}"/>
          </ac:spMkLst>
        </pc:spChg>
      </pc:sldChg>
      <pc:sldChg chg="addSp delSp modSp mod">
        <pc:chgData name="Sini Mathew" userId="3875fe58a975fc01" providerId="LiveId" clId="{D961737D-29A7-46AF-81A4-C0FB92ABD5A7}" dt="2025-04-19T02:38:25.453" v="315" actId="20577"/>
        <pc:sldMkLst>
          <pc:docMk/>
          <pc:sldMk cId="2526750278" sldId="2242"/>
        </pc:sldMkLst>
        <pc:spChg chg="add mod">
          <ac:chgData name="Sini Mathew" userId="3875fe58a975fc01" providerId="LiveId" clId="{D961737D-29A7-46AF-81A4-C0FB92ABD5A7}" dt="2025-04-19T02:31:27.453" v="281" actId="120"/>
          <ac:spMkLst>
            <pc:docMk/>
            <pc:sldMk cId="2526750278" sldId="2242"/>
            <ac:spMk id="3" creationId="{D8E96A9D-9A25-A27C-5287-37C02C956F8B}"/>
          </ac:spMkLst>
        </pc:spChg>
        <pc:spChg chg="mod">
          <ac:chgData name="Sini Mathew" userId="3875fe58a975fc01" providerId="LiveId" clId="{D961737D-29A7-46AF-81A4-C0FB92ABD5A7}" dt="2025-04-19T02:38:25.453" v="315" actId="20577"/>
          <ac:spMkLst>
            <pc:docMk/>
            <pc:sldMk cId="2526750278" sldId="2242"/>
            <ac:spMk id="4" creationId="{5A083BD6-D44D-4F20-0446-B3516F20EF94}"/>
          </ac:spMkLst>
        </pc:spChg>
        <pc:spChg chg="add mod">
          <ac:chgData name="Sini Mathew" userId="3875fe58a975fc01" providerId="LiveId" clId="{D961737D-29A7-46AF-81A4-C0FB92ABD5A7}" dt="2025-04-19T02:31:45.279" v="284" actId="207"/>
          <ac:spMkLst>
            <pc:docMk/>
            <pc:sldMk cId="2526750278" sldId="2242"/>
            <ac:spMk id="5" creationId="{A93B0008-610D-ED56-BE36-2421E7FD2696}"/>
          </ac:spMkLst>
        </pc:spChg>
        <pc:spChg chg="del mod">
          <ac:chgData name="Sini Mathew" userId="3875fe58a975fc01" providerId="LiveId" clId="{D961737D-29A7-46AF-81A4-C0FB92ABD5A7}" dt="2025-04-19T02:31:30.742" v="282" actId="478"/>
          <ac:spMkLst>
            <pc:docMk/>
            <pc:sldMk cId="2526750278" sldId="2242"/>
            <ac:spMk id="11" creationId="{2A293A72-DCE3-E464-6644-597CF954D131}"/>
          </ac:spMkLst>
        </pc:spChg>
        <pc:spChg chg="del mod">
          <ac:chgData name="Sini Mathew" userId="3875fe58a975fc01" providerId="LiveId" clId="{D961737D-29A7-46AF-81A4-C0FB92ABD5A7}" dt="2025-04-19T02:31:21.451" v="279" actId="478"/>
          <ac:spMkLst>
            <pc:docMk/>
            <pc:sldMk cId="2526750278" sldId="2242"/>
            <ac:spMk id="12" creationId="{5D6F9B62-F844-B74A-2A4A-3E4904284CEC}"/>
          </ac:spMkLst>
        </pc:spChg>
      </pc:sldChg>
      <pc:sldChg chg="modSp mod">
        <pc:chgData name="Sini Mathew" userId="3875fe58a975fc01" providerId="LiveId" clId="{D961737D-29A7-46AF-81A4-C0FB92ABD5A7}" dt="2025-04-19T02:39:32.357" v="339" actId="20577"/>
        <pc:sldMkLst>
          <pc:docMk/>
          <pc:sldMk cId="3661610941" sldId="2244"/>
        </pc:sldMkLst>
        <pc:spChg chg="mod">
          <ac:chgData name="Sini Mathew" userId="3875fe58a975fc01" providerId="LiveId" clId="{D961737D-29A7-46AF-81A4-C0FB92ABD5A7}" dt="2025-04-19T02:39:32.357" v="339" actId="20577"/>
          <ac:spMkLst>
            <pc:docMk/>
            <pc:sldMk cId="3661610941" sldId="2244"/>
            <ac:spMk id="12" creationId="{6F20F06F-93D5-414D-EA0A-378F2004D0AF}"/>
          </ac:spMkLst>
        </pc:spChg>
      </pc:sldChg>
      <pc:sldChg chg="modSp mod">
        <pc:chgData name="Sini Mathew" userId="3875fe58a975fc01" providerId="LiveId" clId="{D961737D-29A7-46AF-81A4-C0FB92ABD5A7}" dt="2025-04-19T02:39:52.671" v="344" actId="20577"/>
        <pc:sldMkLst>
          <pc:docMk/>
          <pc:sldMk cId="1613343910" sldId="2245"/>
        </pc:sldMkLst>
        <pc:spChg chg="mod">
          <ac:chgData name="Sini Mathew" userId="3875fe58a975fc01" providerId="LiveId" clId="{D961737D-29A7-46AF-81A4-C0FB92ABD5A7}" dt="2025-04-19T02:39:52.671" v="344" actId="20577"/>
          <ac:spMkLst>
            <pc:docMk/>
            <pc:sldMk cId="1613343910" sldId="2245"/>
            <ac:spMk id="12" creationId="{E17ACE73-21EE-24C4-1BF5-55B204A995B7}"/>
          </ac:spMkLst>
        </pc:spChg>
      </pc:sldChg>
      <pc:sldChg chg="modSp mod">
        <pc:chgData name="Sini Mathew" userId="3875fe58a975fc01" providerId="LiveId" clId="{D961737D-29A7-46AF-81A4-C0FB92ABD5A7}" dt="2025-04-19T02:40:06.767" v="349" actId="20577"/>
        <pc:sldMkLst>
          <pc:docMk/>
          <pc:sldMk cId="1269245124" sldId="2246"/>
        </pc:sldMkLst>
        <pc:spChg chg="mod">
          <ac:chgData name="Sini Mathew" userId="3875fe58a975fc01" providerId="LiveId" clId="{D961737D-29A7-46AF-81A4-C0FB92ABD5A7}" dt="2025-04-19T02:40:06.767" v="349" actId="20577"/>
          <ac:spMkLst>
            <pc:docMk/>
            <pc:sldMk cId="1269245124" sldId="2246"/>
            <ac:spMk id="12" creationId="{01363949-F226-FAF5-9DDF-08A44E177A36}"/>
          </ac:spMkLst>
        </pc:spChg>
      </pc:sldChg>
      <pc:sldChg chg="addSp modSp mod">
        <pc:chgData name="Sini Mathew" userId="3875fe58a975fc01" providerId="LiveId" clId="{D961737D-29A7-46AF-81A4-C0FB92ABD5A7}" dt="2025-04-19T03:31:44.775" v="591" actId="1076"/>
        <pc:sldMkLst>
          <pc:docMk/>
          <pc:sldMk cId="3477370061" sldId="2248"/>
        </pc:sldMkLst>
        <pc:spChg chg="add mod">
          <ac:chgData name="Sini Mathew" userId="3875fe58a975fc01" providerId="LiveId" clId="{D961737D-29A7-46AF-81A4-C0FB92ABD5A7}" dt="2025-04-19T03:31:44.775" v="591" actId="1076"/>
          <ac:spMkLst>
            <pc:docMk/>
            <pc:sldMk cId="3477370061" sldId="2248"/>
            <ac:spMk id="3" creationId="{2E00FB14-2699-71BA-D01C-CD3C33278D89}"/>
          </ac:spMkLst>
        </pc:spChg>
        <pc:spChg chg="mod">
          <ac:chgData name="Sini Mathew" userId="3875fe58a975fc01" providerId="LiveId" clId="{D961737D-29A7-46AF-81A4-C0FB92ABD5A7}" dt="2025-04-19T03:31:14.949" v="584" actId="120"/>
          <ac:spMkLst>
            <pc:docMk/>
            <pc:sldMk cId="3477370061" sldId="2248"/>
            <ac:spMk id="12" creationId="{DD2D218F-3362-CE75-F805-FA8EABF8D589}"/>
          </ac:spMkLst>
        </pc:spChg>
      </pc:sldChg>
      <pc:sldChg chg="addSp delSp modSp mod">
        <pc:chgData name="Sini Mathew" userId="3875fe58a975fc01" providerId="LiveId" clId="{D961737D-29A7-46AF-81A4-C0FB92ABD5A7}" dt="2025-04-19T00:46:23.922" v="152" actId="20577"/>
        <pc:sldMkLst>
          <pc:docMk/>
          <pc:sldMk cId="3477834588" sldId="2250"/>
        </pc:sldMkLst>
        <pc:spChg chg="del">
          <ac:chgData name="Sini Mathew" userId="3875fe58a975fc01" providerId="LiveId" clId="{D961737D-29A7-46AF-81A4-C0FB92ABD5A7}" dt="2025-04-19T00:39:35.772" v="108" actId="478"/>
          <ac:spMkLst>
            <pc:docMk/>
            <pc:sldMk cId="3477834588" sldId="2250"/>
            <ac:spMk id="3" creationId="{6F9D5605-D8B0-54F3-E2BD-84318FA78BF4}"/>
          </ac:spMkLst>
        </pc:spChg>
        <pc:spChg chg="mod">
          <ac:chgData name="Sini Mathew" userId="3875fe58a975fc01" providerId="LiveId" clId="{D961737D-29A7-46AF-81A4-C0FB92ABD5A7}" dt="2025-04-19T00:46:23.922" v="152" actId="20577"/>
          <ac:spMkLst>
            <pc:docMk/>
            <pc:sldMk cId="3477834588" sldId="2250"/>
            <ac:spMk id="4" creationId="{038D3218-338A-BDD1-2B56-E8E61AFDDE32}"/>
          </ac:spMkLst>
        </pc:spChg>
        <pc:spChg chg="del">
          <ac:chgData name="Sini Mathew" userId="3875fe58a975fc01" providerId="LiveId" clId="{D961737D-29A7-46AF-81A4-C0FB92ABD5A7}" dt="2025-04-19T00:39:46.888" v="110" actId="478"/>
          <ac:spMkLst>
            <pc:docMk/>
            <pc:sldMk cId="3477834588" sldId="2250"/>
            <ac:spMk id="5" creationId="{C2308E20-487F-E8FA-3703-7373958DAB02}"/>
          </ac:spMkLst>
        </pc:spChg>
        <pc:spChg chg="add mod">
          <ac:chgData name="Sini Mathew" userId="3875fe58a975fc01" providerId="LiveId" clId="{D961737D-29A7-46AF-81A4-C0FB92ABD5A7}" dt="2025-04-19T00:39:52.396" v="112" actId="1076"/>
          <ac:spMkLst>
            <pc:docMk/>
            <pc:sldMk cId="3477834588" sldId="2250"/>
            <ac:spMk id="7" creationId="{51ED1387-DDC2-45A4-3B0E-F6004895B3CE}"/>
          </ac:spMkLst>
        </pc:spChg>
        <pc:spChg chg="add mod">
          <ac:chgData name="Sini Mathew" userId="3875fe58a975fc01" providerId="LiveId" clId="{D961737D-29A7-46AF-81A4-C0FB92ABD5A7}" dt="2025-04-19T00:39:57.464" v="113" actId="1076"/>
          <ac:spMkLst>
            <pc:docMk/>
            <pc:sldMk cId="3477834588" sldId="2250"/>
            <ac:spMk id="8" creationId="{EAA5BE76-DC7F-2851-5AD0-806F68493544}"/>
          </ac:spMkLst>
        </pc:spChg>
      </pc:sldChg>
      <pc:sldChg chg="addSp delSp modSp mod">
        <pc:chgData name="Sini Mathew" userId="3875fe58a975fc01" providerId="LiveId" clId="{D961737D-29A7-46AF-81A4-C0FB92ABD5A7}" dt="2025-04-19T01:57:54.271" v="201" actId="1076"/>
        <pc:sldMkLst>
          <pc:docMk/>
          <pc:sldMk cId="1064694149" sldId="2252"/>
        </pc:sldMkLst>
        <pc:spChg chg="del">
          <ac:chgData name="Sini Mathew" userId="3875fe58a975fc01" providerId="LiveId" clId="{D961737D-29A7-46AF-81A4-C0FB92ABD5A7}" dt="2025-04-19T01:54:47.786" v="170" actId="478"/>
          <ac:spMkLst>
            <pc:docMk/>
            <pc:sldMk cId="1064694149" sldId="2252"/>
            <ac:spMk id="3" creationId="{21F4D351-B30D-DD7E-8644-34CBE700E564}"/>
          </ac:spMkLst>
        </pc:spChg>
        <pc:spChg chg="del">
          <ac:chgData name="Sini Mathew" userId="3875fe58a975fc01" providerId="LiveId" clId="{D961737D-29A7-46AF-81A4-C0FB92ABD5A7}" dt="2025-04-19T01:54:56.791" v="173" actId="478"/>
          <ac:spMkLst>
            <pc:docMk/>
            <pc:sldMk cId="1064694149" sldId="2252"/>
            <ac:spMk id="5" creationId="{BC78D70A-B28B-9731-932B-50082D2C807B}"/>
          </ac:spMkLst>
        </pc:spChg>
        <pc:spChg chg="add mod">
          <ac:chgData name="Sini Mathew" userId="3875fe58a975fc01" providerId="LiveId" clId="{D961737D-29A7-46AF-81A4-C0FB92ABD5A7}" dt="2025-04-19T01:57:54.271" v="201" actId="1076"/>
          <ac:spMkLst>
            <pc:docMk/>
            <pc:sldMk cId="1064694149" sldId="2252"/>
            <ac:spMk id="7" creationId="{325AF87E-9D48-CE0B-9C0A-5C85175F49A4}"/>
          </ac:spMkLst>
        </pc:spChg>
        <pc:spChg chg="add mod">
          <ac:chgData name="Sini Mathew" userId="3875fe58a975fc01" providerId="LiveId" clId="{D961737D-29A7-46AF-81A4-C0FB92ABD5A7}" dt="2025-04-19T01:57:51.408" v="200" actId="1076"/>
          <ac:spMkLst>
            <pc:docMk/>
            <pc:sldMk cId="1064694149" sldId="2252"/>
            <ac:spMk id="12" creationId="{4BF9CA61-6680-419C-A597-2B8F90F492F3}"/>
          </ac:spMkLst>
        </pc:spChg>
      </pc:sldChg>
      <pc:sldChg chg="addSp modSp mod">
        <pc:chgData name="Sini Mathew" userId="3875fe58a975fc01" providerId="LiveId" clId="{D961737D-29A7-46AF-81A4-C0FB92ABD5A7}" dt="2025-04-19T03:47:40.172" v="1285" actId="1076"/>
        <pc:sldMkLst>
          <pc:docMk/>
          <pc:sldMk cId="3328942207" sldId="2254"/>
        </pc:sldMkLst>
        <pc:spChg chg="mod">
          <ac:chgData name="Sini Mathew" userId="3875fe58a975fc01" providerId="LiveId" clId="{D961737D-29A7-46AF-81A4-C0FB92ABD5A7}" dt="2025-04-19T03:39:55.619" v="1044" actId="2711"/>
          <ac:spMkLst>
            <pc:docMk/>
            <pc:sldMk cId="3328942207" sldId="2254"/>
            <ac:spMk id="2" creationId="{3BA77F02-1B18-E0FD-29C3-14DB159EE28F}"/>
          </ac:spMkLst>
        </pc:spChg>
        <pc:spChg chg="add mod">
          <ac:chgData name="Sini Mathew" userId="3875fe58a975fc01" providerId="LiveId" clId="{D961737D-29A7-46AF-81A4-C0FB92ABD5A7}" dt="2025-04-19T03:47:40.172" v="1285" actId="1076"/>
          <ac:spMkLst>
            <pc:docMk/>
            <pc:sldMk cId="3328942207" sldId="2254"/>
            <ac:spMk id="3" creationId="{A4646163-8875-8E46-2C14-374E8F11420E}"/>
          </ac:spMkLst>
        </pc:spChg>
        <pc:spChg chg="mod">
          <ac:chgData name="Sini Mathew" userId="3875fe58a975fc01" providerId="LiveId" clId="{D961737D-29A7-46AF-81A4-C0FB92ABD5A7}" dt="2025-04-19T03:45:06.963" v="1074" actId="1076"/>
          <ac:spMkLst>
            <pc:docMk/>
            <pc:sldMk cId="3328942207" sldId="2254"/>
            <ac:spMk id="12" creationId="{EB0F8B0F-087A-63EE-8BB5-F166B394E80D}"/>
          </ac:spMkLst>
        </pc:spChg>
      </pc:sldChg>
      <pc:sldChg chg="modSp add mod">
        <pc:chgData name="Sini Mathew" userId="3875fe58a975fc01" providerId="LiveId" clId="{D961737D-29A7-46AF-81A4-C0FB92ABD5A7}" dt="2025-04-19T00:00:04.469" v="42" actId="1076"/>
        <pc:sldMkLst>
          <pc:docMk/>
          <pc:sldMk cId="3535621030" sldId="2255"/>
        </pc:sldMkLst>
        <pc:spChg chg="mod">
          <ac:chgData name="Sini Mathew" userId="3875fe58a975fc01" providerId="LiveId" clId="{D961737D-29A7-46AF-81A4-C0FB92ABD5A7}" dt="2025-04-19T00:00:00.262" v="41" actId="1076"/>
          <ac:spMkLst>
            <pc:docMk/>
            <pc:sldMk cId="3535621030" sldId="2255"/>
            <ac:spMk id="11" creationId="{04E3D9C2-0264-A265-4DFB-16A6CA780D74}"/>
          </ac:spMkLst>
        </pc:spChg>
        <pc:spChg chg="mod">
          <ac:chgData name="Sini Mathew" userId="3875fe58a975fc01" providerId="LiveId" clId="{D961737D-29A7-46AF-81A4-C0FB92ABD5A7}" dt="2025-04-19T00:00:04.469" v="42" actId="1076"/>
          <ac:spMkLst>
            <pc:docMk/>
            <pc:sldMk cId="3535621030" sldId="2255"/>
            <ac:spMk id="12" creationId="{649C5D81-2C41-2272-67E5-5B3DE35646F5}"/>
          </ac:spMkLst>
        </pc:spChg>
      </pc:sldChg>
      <pc:sldChg chg="modSp del mod">
        <pc:chgData name="Sini Mathew" userId="3875fe58a975fc01" providerId="LiveId" clId="{D961737D-29A7-46AF-81A4-C0FB92ABD5A7}" dt="2025-04-19T03:49:43.557" v="1508" actId="47"/>
        <pc:sldMkLst>
          <pc:docMk/>
          <pc:sldMk cId="1421334443" sldId="2256"/>
        </pc:sldMkLst>
        <pc:spChg chg="mod">
          <ac:chgData name="Sini Mathew" userId="3875fe58a975fc01" providerId="LiveId" clId="{D961737D-29A7-46AF-81A4-C0FB92ABD5A7}" dt="2025-04-19T03:40:02.779" v="1045" actId="2711"/>
          <ac:spMkLst>
            <pc:docMk/>
            <pc:sldMk cId="1421334443" sldId="2256"/>
            <ac:spMk id="2" creationId="{02137B93-CF09-14A1-DD70-693D028C3CDC}"/>
          </ac:spMkLst>
        </pc:spChg>
        <pc:spChg chg="mod">
          <ac:chgData name="Sini Mathew" userId="3875fe58a975fc01" providerId="LiveId" clId="{D961737D-29A7-46AF-81A4-C0FB92ABD5A7}" dt="2025-04-19T03:46:12.004" v="1080" actId="1076"/>
          <ac:spMkLst>
            <pc:docMk/>
            <pc:sldMk cId="1421334443" sldId="2256"/>
            <ac:spMk id="12" creationId="{37387429-8D43-151D-FFD5-C9F445241EEF}"/>
          </ac:spMkLst>
        </pc:spChg>
      </pc:sldChg>
      <pc:sldChg chg="delSp modSp add mod">
        <pc:chgData name="Sini Mathew" userId="3875fe58a975fc01" providerId="LiveId" clId="{D961737D-29A7-46AF-81A4-C0FB92ABD5A7}" dt="2025-04-19T02:29:26.265" v="269" actId="1076"/>
        <pc:sldMkLst>
          <pc:docMk/>
          <pc:sldMk cId="2323970490" sldId="2257"/>
        </pc:sldMkLst>
        <pc:spChg chg="mod">
          <ac:chgData name="Sini Mathew" userId="3875fe58a975fc01" providerId="LiveId" clId="{D961737D-29A7-46AF-81A4-C0FB92ABD5A7}" dt="2025-04-19T00:06:07.803" v="96" actId="20577"/>
          <ac:spMkLst>
            <pc:docMk/>
            <pc:sldMk cId="2323970490" sldId="2257"/>
            <ac:spMk id="4" creationId="{BBE46DC2-9475-4520-1552-F414357C26BD}"/>
          </ac:spMkLst>
        </pc:spChg>
        <pc:spChg chg="del">
          <ac:chgData name="Sini Mathew" userId="3875fe58a975fc01" providerId="LiveId" clId="{D961737D-29A7-46AF-81A4-C0FB92ABD5A7}" dt="2025-04-19T00:05:08.376" v="78" actId="478"/>
          <ac:spMkLst>
            <pc:docMk/>
            <pc:sldMk cId="2323970490" sldId="2257"/>
            <ac:spMk id="8" creationId="{23B342A0-CFAB-2BC4-B3D9-880026085285}"/>
          </ac:spMkLst>
        </pc:spChg>
        <pc:spChg chg="del">
          <ac:chgData name="Sini Mathew" userId="3875fe58a975fc01" providerId="LiveId" clId="{D961737D-29A7-46AF-81A4-C0FB92ABD5A7}" dt="2025-04-19T00:05:12.357" v="79" actId="478"/>
          <ac:spMkLst>
            <pc:docMk/>
            <pc:sldMk cId="2323970490" sldId="2257"/>
            <ac:spMk id="9" creationId="{19A4B24B-D793-D5E0-4634-21CCEE0C061E}"/>
          </ac:spMkLst>
        </pc:spChg>
        <pc:spChg chg="mod">
          <ac:chgData name="Sini Mathew" userId="3875fe58a975fc01" providerId="LiveId" clId="{D961737D-29A7-46AF-81A4-C0FB92ABD5A7}" dt="2025-04-19T02:29:26.265" v="269" actId="1076"/>
          <ac:spMkLst>
            <pc:docMk/>
            <pc:sldMk cId="2323970490" sldId="2257"/>
            <ac:spMk id="11" creationId="{1952B32B-D22D-F213-E8CC-EDEE94D021BF}"/>
          </ac:spMkLst>
        </pc:spChg>
        <pc:spChg chg="mod">
          <ac:chgData name="Sini Mathew" userId="3875fe58a975fc01" providerId="LiveId" clId="{D961737D-29A7-46AF-81A4-C0FB92ABD5A7}" dt="2025-04-19T02:29:22.975" v="268" actId="1076"/>
          <ac:spMkLst>
            <pc:docMk/>
            <pc:sldMk cId="2323970490" sldId="2257"/>
            <ac:spMk id="12" creationId="{26747E09-0F33-E0AE-56AD-F30530674AD3}"/>
          </ac:spMkLst>
        </pc:spChg>
      </pc:sldChg>
      <pc:sldChg chg="add del">
        <pc:chgData name="Sini Mathew" userId="3875fe58a975fc01" providerId="LiveId" clId="{D961737D-29A7-46AF-81A4-C0FB92ABD5A7}" dt="2025-04-19T00:38:54.060" v="105" actId="2890"/>
        <pc:sldMkLst>
          <pc:docMk/>
          <pc:sldMk cId="288507108" sldId="2258"/>
        </pc:sldMkLst>
      </pc:sldChg>
      <pc:sldChg chg="add del">
        <pc:chgData name="Sini Mathew" userId="3875fe58a975fc01" providerId="LiveId" clId="{D961737D-29A7-46AF-81A4-C0FB92ABD5A7}" dt="2025-04-19T00:46:16.984" v="150" actId="47"/>
        <pc:sldMkLst>
          <pc:docMk/>
          <pc:sldMk cId="608072797" sldId="2258"/>
        </pc:sldMkLst>
      </pc:sldChg>
      <pc:sldChg chg="addSp delSp modSp add mod">
        <pc:chgData name="Sini Mathew" userId="3875fe58a975fc01" providerId="LiveId" clId="{D961737D-29A7-46AF-81A4-C0FB92ABD5A7}" dt="2025-04-19T03:11:21.828" v="376" actId="14100"/>
        <pc:sldMkLst>
          <pc:docMk/>
          <pc:sldMk cId="3118565536" sldId="2259"/>
        </pc:sldMkLst>
        <pc:spChg chg="add mod">
          <ac:chgData name="Sini Mathew" userId="3875fe58a975fc01" providerId="LiveId" clId="{D961737D-29A7-46AF-81A4-C0FB92ABD5A7}" dt="2025-04-19T03:11:21.828" v="376" actId="14100"/>
          <ac:spMkLst>
            <pc:docMk/>
            <pc:sldMk cId="3118565536" sldId="2259"/>
            <ac:spMk id="3" creationId="{325AF87E-9D48-CE0B-9C0A-5C85175F49A4}"/>
          </ac:spMkLst>
        </pc:spChg>
        <pc:spChg chg="mod">
          <ac:chgData name="Sini Mathew" userId="3875fe58a975fc01" providerId="LiveId" clId="{D961737D-29A7-46AF-81A4-C0FB92ABD5A7}" dt="2025-04-19T00:46:31.612" v="156" actId="20577"/>
          <ac:spMkLst>
            <pc:docMk/>
            <pc:sldMk cId="3118565536" sldId="2259"/>
            <ac:spMk id="4" creationId="{D223EE2D-FE07-F170-00A8-26960D6A9464}"/>
          </ac:spMkLst>
        </pc:spChg>
        <pc:spChg chg="del">
          <ac:chgData name="Sini Mathew" userId="3875fe58a975fc01" providerId="LiveId" clId="{D961737D-29A7-46AF-81A4-C0FB92ABD5A7}" dt="2025-04-19T00:40:30.593" v="118" actId="478"/>
          <ac:spMkLst>
            <pc:docMk/>
            <pc:sldMk cId="3118565536" sldId="2259"/>
            <ac:spMk id="7" creationId="{AE0ADA7C-5FBB-22FE-DDB9-89CD2A88E2D0}"/>
          </ac:spMkLst>
        </pc:spChg>
        <pc:spChg chg="del">
          <ac:chgData name="Sini Mathew" userId="3875fe58a975fc01" providerId="LiveId" clId="{D961737D-29A7-46AF-81A4-C0FB92ABD5A7}" dt="2025-04-19T00:40:40.369" v="121" actId="478"/>
          <ac:spMkLst>
            <pc:docMk/>
            <pc:sldMk cId="3118565536" sldId="2259"/>
            <ac:spMk id="8" creationId="{91F37CAB-0E32-6CB4-F034-B356CFE47263}"/>
          </ac:spMkLst>
        </pc:spChg>
        <pc:spChg chg="add mod">
          <ac:chgData name="Sini Mathew" userId="3875fe58a975fc01" providerId="LiveId" clId="{D961737D-29A7-46AF-81A4-C0FB92ABD5A7}" dt="2025-04-19T00:40:31.221" v="119"/>
          <ac:spMkLst>
            <pc:docMk/>
            <pc:sldMk cId="3118565536" sldId="2259"/>
            <ac:spMk id="12" creationId="{4BF9CA61-6680-419C-A597-2B8F90F492F3}"/>
          </ac:spMkLst>
        </pc:spChg>
      </pc:sldChg>
      <pc:sldChg chg="addSp delSp modSp add mod">
        <pc:chgData name="Sini Mathew" userId="3875fe58a975fc01" providerId="LiveId" clId="{D961737D-29A7-46AF-81A4-C0FB92ABD5A7}" dt="2025-04-19T03:10:28.955" v="373" actId="255"/>
        <pc:sldMkLst>
          <pc:docMk/>
          <pc:sldMk cId="185820612" sldId="2260"/>
        </pc:sldMkLst>
        <pc:spChg chg="del">
          <ac:chgData name="Sini Mathew" userId="3875fe58a975fc01" providerId="LiveId" clId="{D961737D-29A7-46AF-81A4-C0FB92ABD5A7}" dt="2025-04-19T00:41:26.890" v="133" actId="478"/>
          <ac:spMkLst>
            <pc:docMk/>
            <pc:sldMk cId="185820612" sldId="2260"/>
            <ac:spMk id="3" creationId="{9C8E3DF7-943A-D86E-06F6-8FB075D2E218}"/>
          </ac:spMkLst>
        </pc:spChg>
        <pc:spChg chg="mod">
          <ac:chgData name="Sini Mathew" userId="3875fe58a975fc01" providerId="LiveId" clId="{D961737D-29A7-46AF-81A4-C0FB92ABD5A7}" dt="2025-04-19T00:46:41.624" v="160" actId="20577"/>
          <ac:spMkLst>
            <pc:docMk/>
            <pc:sldMk cId="185820612" sldId="2260"/>
            <ac:spMk id="4" creationId="{B1CE8DCC-1560-62D3-7C78-A35BC417C0F4}"/>
          </ac:spMkLst>
        </pc:spChg>
        <pc:spChg chg="add mod">
          <ac:chgData name="Sini Mathew" userId="3875fe58a975fc01" providerId="LiveId" clId="{D961737D-29A7-46AF-81A4-C0FB92ABD5A7}" dt="2025-04-19T00:41:18.599" v="131"/>
          <ac:spMkLst>
            <pc:docMk/>
            <pc:sldMk cId="185820612" sldId="2260"/>
            <ac:spMk id="5" creationId="{4BF9CA61-6680-419C-A597-2B8F90F492F3}"/>
          </ac:spMkLst>
        </pc:spChg>
        <pc:spChg chg="add mod">
          <ac:chgData name="Sini Mathew" userId="3875fe58a975fc01" providerId="LiveId" clId="{D961737D-29A7-46AF-81A4-C0FB92ABD5A7}" dt="2025-04-19T03:10:28.955" v="373" actId="255"/>
          <ac:spMkLst>
            <pc:docMk/>
            <pc:sldMk cId="185820612" sldId="2260"/>
            <ac:spMk id="7" creationId="{325AF87E-9D48-CE0B-9C0A-5C85175F49A4}"/>
          </ac:spMkLst>
        </pc:spChg>
        <pc:spChg chg="add del">
          <ac:chgData name="Sini Mathew" userId="3875fe58a975fc01" providerId="LiveId" clId="{D961737D-29A7-46AF-81A4-C0FB92ABD5A7}" dt="2025-04-19T00:41:54.029" v="139" actId="22"/>
          <ac:spMkLst>
            <pc:docMk/>
            <pc:sldMk cId="185820612" sldId="2260"/>
            <ac:spMk id="9" creationId="{B5D0183B-1BA2-3177-3872-543D3DD2C084}"/>
          </ac:spMkLst>
        </pc:spChg>
        <pc:spChg chg="del mod">
          <ac:chgData name="Sini Mathew" userId="3875fe58a975fc01" providerId="LiveId" clId="{D961737D-29A7-46AF-81A4-C0FB92ABD5A7}" dt="2025-04-19T00:41:17.861" v="130" actId="478"/>
          <ac:spMkLst>
            <pc:docMk/>
            <pc:sldMk cId="185820612" sldId="2260"/>
            <ac:spMk id="12" creationId="{47FE769A-2A25-D331-FC7F-312341EA887C}"/>
          </ac:spMkLst>
        </pc:spChg>
      </pc:sldChg>
      <pc:sldChg chg="addSp delSp modSp add mod">
        <pc:chgData name="Sini Mathew" userId="3875fe58a975fc01" providerId="LiveId" clId="{D961737D-29A7-46AF-81A4-C0FB92ABD5A7}" dt="2025-04-19T03:10:07.883" v="370" actId="1076"/>
        <pc:sldMkLst>
          <pc:docMk/>
          <pc:sldMk cId="2538666468" sldId="2261"/>
        </pc:sldMkLst>
        <pc:spChg chg="add mod">
          <ac:chgData name="Sini Mathew" userId="3875fe58a975fc01" providerId="LiveId" clId="{D961737D-29A7-46AF-81A4-C0FB92ABD5A7}" dt="2025-04-19T03:10:07.883" v="370" actId="1076"/>
          <ac:spMkLst>
            <pc:docMk/>
            <pc:sldMk cId="2538666468" sldId="2261"/>
            <ac:spMk id="3" creationId="{325AF87E-9D48-CE0B-9C0A-5C85175F49A4}"/>
          </ac:spMkLst>
        </pc:spChg>
        <pc:spChg chg="mod">
          <ac:chgData name="Sini Mathew" userId="3875fe58a975fc01" providerId="LiveId" clId="{D961737D-29A7-46AF-81A4-C0FB92ABD5A7}" dt="2025-04-19T00:46:50.421" v="165" actId="20577"/>
          <ac:spMkLst>
            <pc:docMk/>
            <pc:sldMk cId="2538666468" sldId="2261"/>
            <ac:spMk id="4" creationId="{059DE7B7-6808-DBF9-5BEE-76FF86C0C81A}"/>
          </ac:spMkLst>
        </pc:spChg>
        <pc:spChg chg="del">
          <ac:chgData name="Sini Mathew" userId="3875fe58a975fc01" providerId="LiveId" clId="{D961737D-29A7-46AF-81A4-C0FB92ABD5A7}" dt="2025-04-19T00:42:16.567" v="143" actId="478"/>
          <ac:spMkLst>
            <pc:docMk/>
            <pc:sldMk cId="2538666468" sldId="2261"/>
            <ac:spMk id="5" creationId="{9E891DBF-6489-7D28-A41D-FBB139D0DBBF}"/>
          </ac:spMkLst>
        </pc:spChg>
        <pc:spChg chg="del">
          <ac:chgData name="Sini Mathew" userId="3875fe58a975fc01" providerId="LiveId" clId="{D961737D-29A7-46AF-81A4-C0FB92ABD5A7}" dt="2025-04-19T00:42:26.327" v="146" actId="478"/>
          <ac:spMkLst>
            <pc:docMk/>
            <pc:sldMk cId="2538666468" sldId="2261"/>
            <ac:spMk id="7" creationId="{FB36D8F4-0DE0-2A1E-22A3-4E1C90565C1D}"/>
          </ac:spMkLst>
        </pc:spChg>
        <pc:spChg chg="add mod">
          <ac:chgData name="Sini Mathew" userId="3875fe58a975fc01" providerId="LiveId" clId="{D961737D-29A7-46AF-81A4-C0FB92ABD5A7}" dt="2025-04-19T00:42:17.259" v="144"/>
          <ac:spMkLst>
            <pc:docMk/>
            <pc:sldMk cId="2538666468" sldId="2261"/>
            <ac:spMk id="12" creationId="{4BF9CA61-6680-419C-A597-2B8F90F492F3}"/>
          </ac:spMkLst>
        </pc:spChg>
      </pc:sldChg>
      <pc:sldChg chg="addSp delSp modSp add mod">
        <pc:chgData name="Sini Mathew" userId="3875fe58a975fc01" providerId="LiveId" clId="{D961737D-29A7-46AF-81A4-C0FB92ABD5A7}" dt="2025-04-19T01:58:01.047" v="203" actId="1076"/>
        <pc:sldMkLst>
          <pc:docMk/>
          <pc:sldMk cId="71336007" sldId="2262"/>
        </pc:sldMkLst>
        <pc:spChg chg="add mod">
          <ac:chgData name="Sini Mathew" userId="3875fe58a975fc01" providerId="LiveId" clId="{D961737D-29A7-46AF-81A4-C0FB92ABD5A7}" dt="2025-04-19T01:56:07.743" v="179"/>
          <ac:spMkLst>
            <pc:docMk/>
            <pc:sldMk cId="71336007" sldId="2262"/>
            <ac:spMk id="3" creationId="{42B37E88-E96C-D316-A980-4CF36C89B136}"/>
          </ac:spMkLst>
        </pc:spChg>
        <pc:spChg chg="add mod">
          <ac:chgData name="Sini Mathew" userId="3875fe58a975fc01" providerId="LiveId" clId="{D961737D-29A7-46AF-81A4-C0FB92ABD5A7}" dt="2025-04-19T01:57:57.932" v="202" actId="1076"/>
          <ac:spMkLst>
            <pc:docMk/>
            <pc:sldMk cId="71336007" sldId="2262"/>
            <ac:spMk id="5" creationId="{4BF9CA61-6680-419C-A597-2B8F90F492F3}"/>
          </ac:spMkLst>
        </pc:spChg>
        <pc:spChg chg="del">
          <ac:chgData name="Sini Mathew" userId="3875fe58a975fc01" providerId="LiveId" clId="{D961737D-29A7-46AF-81A4-C0FB92ABD5A7}" dt="2025-04-19T01:56:38.670" v="187" actId="478"/>
          <ac:spMkLst>
            <pc:docMk/>
            <pc:sldMk cId="71336007" sldId="2262"/>
            <ac:spMk id="7" creationId="{7ADAA1C1-B64A-0F0D-0C6E-EEBB2E378049}"/>
          </ac:spMkLst>
        </pc:spChg>
        <pc:spChg chg="add mod">
          <ac:chgData name="Sini Mathew" userId="3875fe58a975fc01" providerId="LiveId" clId="{D961737D-29A7-46AF-81A4-C0FB92ABD5A7}" dt="2025-04-19T01:58:01.047" v="203" actId="1076"/>
          <ac:spMkLst>
            <pc:docMk/>
            <pc:sldMk cId="71336007" sldId="2262"/>
            <ac:spMk id="8" creationId="{417841CC-3991-6E1E-452F-1B3AA15F3B22}"/>
          </ac:spMkLst>
        </pc:spChg>
        <pc:spChg chg="del">
          <ac:chgData name="Sini Mathew" userId="3875fe58a975fc01" providerId="LiveId" clId="{D961737D-29A7-46AF-81A4-C0FB92ABD5A7}" dt="2025-04-19T01:56:07.133" v="178" actId="478"/>
          <ac:spMkLst>
            <pc:docMk/>
            <pc:sldMk cId="71336007" sldId="2262"/>
            <ac:spMk id="12" creationId="{81ECC37B-0723-72D4-1634-4C20F72E2B3C}"/>
          </ac:spMkLst>
        </pc:spChg>
      </pc:sldChg>
      <pc:sldChg chg="addSp delSp modSp add mod">
        <pc:chgData name="Sini Mathew" userId="3875fe58a975fc01" providerId="LiveId" clId="{D961737D-29A7-46AF-81A4-C0FB92ABD5A7}" dt="2025-04-19T01:58:31.593" v="210"/>
        <pc:sldMkLst>
          <pc:docMk/>
          <pc:sldMk cId="2040708728" sldId="2263"/>
        </pc:sldMkLst>
        <pc:spChg chg="add mod">
          <ac:chgData name="Sini Mathew" userId="3875fe58a975fc01" providerId="LiveId" clId="{D961737D-29A7-46AF-81A4-C0FB92ABD5A7}" dt="2025-04-19T01:58:31.593" v="210"/>
          <ac:spMkLst>
            <pc:docMk/>
            <pc:sldMk cId="2040708728" sldId="2263"/>
            <ac:spMk id="3" creationId="{325AF87E-9D48-CE0B-9C0A-5C85175F49A4}"/>
          </ac:spMkLst>
        </pc:spChg>
        <pc:spChg chg="del">
          <ac:chgData name="Sini Mathew" userId="3875fe58a975fc01" providerId="LiveId" clId="{D961737D-29A7-46AF-81A4-C0FB92ABD5A7}" dt="2025-04-19T01:58:21.848" v="206" actId="478"/>
          <ac:spMkLst>
            <pc:docMk/>
            <pc:sldMk cId="2040708728" sldId="2263"/>
            <ac:spMk id="5" creationId="{C0B04239-92A6-DC30-F20A-62ED84DC71D1}"/>
          </ac:spMkLst>
        </pc:spChg>
        <pc:spChg chg="del">
          <ac:chgData name="Sini Mathew" userId="3875fe58a975fc01" providerId="LiveId" clId="{D961737D-29A7-46AF-81A4-C0FB92ABD5A7}" dt="2025-04-19T01:58:31" v="209" actId="478"/>
          <ac:spMkLst>
            <pc:docMk/>
            <pc:sldMk cId="2040708728" sldId="2263"/>
            <ac:spMk id="8" creationId="{1AE1D2DF-374C-AA13-4995-E699A6E3636E}"/>
          </ac:spMkLst>
        </pc:spChg>
        <pc:spChg chg="add mod">
          <ac:chgData name="Sini Mathew" userId="3875fe58a975fc01" providerId="LiveId" clId="{D961737D-29A7-46AF-81A4-C0FB92ABD5A7}" dt="2025-04-19T01:58:22.413" v="207"/>
          <ac:spMkLst>
            <pc:docMk/>
            <pc:sldMk cId="2040708728" sldId="2263"/>
            <ac:spMk id="12" creationId="{4BF9CA61-6680-419C-A597-2B8F90F492F3}"/>
          </ac:spMkLst>
        </pc:spChg>
      </pc:sldChg>
      <pc:sldChg chg="addSp delSp modSp add mod">
        <pc:chgData name="Sini Mathew" userId="3875fe58a975fc01" providerId="LiveId" clId="{D961737D-29A7-46AF-81A4-C0FB92ABD5A7}" dt="2025-04-19T02:11:36.687" v="220"/>
        <pc:sldMkLst>
          <pc:docMk/>
          <pc:sldMk cId="2534319763" sldId="2264"/>
        </pc:sldMkLst>
        <pc:spChg chg="del">
          <ac:chgData name="Sini Mathew" userId="3875fe58a975fc01" providerId="LiveId" clId="{D961737D-29A7-46AF-81A4-C0FB92ABD5A7}" dt="2025-04-19T02:11:36.072" v="219" actId="478"/>
          <ac:spMkLst>
            <pc:docMk/>
            <pc:sldMk cId="2534319763" sldId="2264"/>
            <ac:spMk id="3" creationId="{2125629B-3979-E08C-A48C-03D211B3A742}"/>
          </ac:spMkLst>
        </pc:spChg>
        <pc:spChg chg="add mod">
          <ac:chgData name="Sini Mathew" userId="3875fe58a975fc01" providerId="LiveId" clId="{D961737D-29A7-46AF-81A4-C0FB92ABD5A7}" dt="2025-04-19T02:11:27.460" v="217" actId="1076"/>
          <ac:spMkLst>
            <pc:docMk/>
            <pc:sldMk cId="2534319763" sldId="2264"/>
            <ac:spMk id="5" creationId="{5065B0BF-C75A-977C-2D6B-831C6BFA66C2}"/>
          </ac:spMkLst>
        </pc:spChg>
        <pc:spChg chg="add mod">
          <ac:chgData name="Sini Mathew" userId="3875fe58a975fc01" providerId="LiveId" clId="{D961737D-29A7-46AF-81A4-C0FB92ABD5A7}" dt="2025-04-19T02:11:36.687" v="220"/>
          <ac:spMkLst>
            <pc:docMk/>
            <pc:sldMk cId="2534319763" sldId="2264"/>
            <ac:spMk id="7" creationId="{F5908389-3B82-612B-61AD-27DD71633778}"/>
          </ac:spMkLst>
        </pc:spChg>
        <pc:spChg chg="del">
          <ac:chgData name="Sini Mathew" userId="3875fe58a975fc01" providerId="LiveId" clId="{D961737D-29A7-46AF-81A4-C0FB92ABD5A7}" dt="2025-04-19T02:11:21.962" v="215" actId="478"/>
          <ac:spMkLst>
            <pc:docMk/>
            <pc:sldMk cId="2534319763" sldId="2264"/>
            <ac:spMk id="12" creationId="{BBB34CEB-6A68-A626-E194-3694EE990B32}"/>
          </ac:spMkLst>
        </pc:spChg>
      </pc:sldChg>
      <pc:sldChg chg="addSp delSp modSp add mod">
        <pc:chgData name="Sini Mathew" userId="3875fe58a975fc01" providerId="LiveId" clId="{D961737D-29A7-46AF-81A4-C0FB92ABD5A7}" dt="2025-04-19T02:13:03.672" v="232"/>
        <pc:sldMkLst>
          <pc:docMk/>
          <pc:sldMk cId="1077729681" sldId="2265"/>
        </pc:sldMkLst>
        <pc:spChg chg="add mod">
          <ac:chgData name="Sini Mathew" userId="3875fe58a975fc01" providerId="LiveId" clId="{D961737D-29A7-46AF-81A4-C0FB92ABD5A7}" dt="2025-04-19T02:13:03.672" v="232"/>
          <ac:spMkLst>
            <pc:docMk/>
            <pc:sldMk cId="1077729681" sldId="2265"/>
            <ac:spMk id="3" creationId="{325AF87E-9D48-CE0B-9C0A-5C85175F49A4}"/>
          </ac:spMkLst>
        </pc:spChg>
        <pc:spChg chg="del">
          <ac:chgData name="Sini Mathew" userId="3875fe58a975fc01" providerId="LiveId" clId="{D961737D-29A7-46AF-81A4-C0FB92ABD5A7}" dt="2025-04-19T02:12:22.856" v="225" actId="478"/>
          <ac:spMkLst>
            <pc:docMk/>
            <pc:sldMk cId="1077729681" sldId="2265"/>
            <ac:spMk id="5" creationId="{D9422EFD-641D-4EF8-CA38-79F087280404}"/>
          </ac:spMkLst>
        </pc:spChg>
        <pc:spChg chg="del">
          <ac:chgData name="Sini Mathew" userId="3875fe58a975fc01" providerId="LiveId" clId="{D961737D-29A7-46AF-81A4-C0FB92ABD5A7}" dt="2025-04-19T02:13:02.964" v="231" actId="478"/>
          <ac:spMkLst>
            <pc:docMk/>
            <pc:sldMk cId="1077729681" sldId="2265"/>
            <ac:spMk id="7" creationId="{69E57468-B00E-CAC5-C760-2EDDA6F43DF9}"/>
          </ac:spMkLst>
        </pc:spChg>
        <pc:spChg chg="add mod">
          <ac:chgData name="Sini Mathew" userId="3875fe58a975fc01" providerId="LiveId" clId="{D961737D-29A7-46AF-81A4-C0FB92ABD5A7}" dt="2025-04-19T02:12:28.845" v="229" actId="6549"/>
          <ac:spMkLst>
            <pc:docMk/>
            <pc:sldMk cId="1077729681" sldId="2265"/>
            <ac:spMk id="12" creationId="{4BF9CA61-6680-419C-A597-2B8F90F492F3}"/>
          </ac:spMkLst>
        </pc:spChg>
      </pc:sldChg>
      <pc:sldChg chg="addSp delSp modSp add mod">
        <pc:chgData name="Sini Mathew" userId="3875fe58a975fc01" providerId="LiveId" clId="{D961737D-29A7-46AF-81A4-C0FB92ABD5A7}" dt="2025-04-19T02:38:35.102" v="319" actId="20577"/>
        <pc:sldMkLst>
          <pc:docMk/>
          <pc:sldMk cId="3593547148" sldId="2266"/>
        </pc:sldMkLst>
        <pc:spChg chg="del">
          <ac:chgData name="Sini Mathew" userId="3875fe58a975fc01" providerId="LiveId" clId="{D961737D-29A7-46AF-81A4-C0FB92ABD5A7}" dt="2025-04-19T02:32:19.421" v="289" actId="478"/>
          <ac:spMkLst>
            <pc:docMk/>
            <pc:sldMk cId="3593547148" sldId="2266"/>
            <ac:spMk id="3" creationId="{4FAD3A93-EFA4-95EA-4F12-9B2A8EDEFEEB}"/>
          </ac:spMkLst>
        </pc:spChg>
        <pc:spChg chg="mod">
          <ac:chgData name="Sini Mathew" userId="3875fe58a975fc01" providerId="LiveId" clId="{D961737D-29A7-46AF-81A4-C0FB92ABD5A7}" dt="2025-04-19T02:38:35.102" v="319" actId="20577"/>
          <ac:spMkLst>
            <pc:docMk/>
            <pc:sldMk cId="3593547148" sldId="2266"/>
            <ac:spMk id="4" creationId="{197A4766-EE72-02EF-CF14-F4F4117F1EB2}"/>
          </ac:spMkLst>
        </pc:spChg>
        <pc:spChg chg="del mod">
          <ac:chgData name="Sini Mathew" userId="3875fe58a975fc01" providerId="LiveId" clId="{D961737D-29A7-46AF-81A4-C0FB92ABD5A7}" dt="2025-04-19T02:32:30.536" v="292" actId="478"/>
          <ac:spMkLst>
            <pc:docMk/>
            <pc:sldMk cId="3593547148" sldId="2266"/>
            <ac:spMk id="5" creationId="{CBC2EF0B-A490-6A55-8E9E-93D8FA0D8145}"/>
          </ac:spMkLst>
        </pc:spChg>
        <pc:spChg chg="add mod">
          <ac:chgData name="Sini Mathew" userId="3875fe58a975fc01" providerId="LiveId" clId="{D961737D-29A7-46AF-81A4-C0FB92ABD5A7}" dt="2025-04-19T02:32:16.338" v="288"/>
          <ac:spMkLst>
            <pc:docMk/>
            <pc:sldMk cId="3593547148" sldId="2266"/>
            <ac:spMk id="7" creationId="{F06AB733-0810-90C3-F8C4-2C37065E27D8}"/>
          </ac:spMkLst>
        </pc:spChg>
        <pc:spChg chg="add mod">
          <ac:chgData name="Sini Mathew" userId="3875fe58a975fc01" providerId="LiveId" clId="{D961737D-29A7-46AF-81A4-C0FB92ABD5A7}" dt="2025-04-19T02:32:20.202" v="290"/>
          <ac:spMkLst>
            <pc:docMk/>
            <pc:sldMk cId="3593547148" sldId="2266"/>
            <ac:spMk id="8" creationId="{0C624CB5-A703-8A35-915E-4C5548F58244}"/>
          </ac:spMkLst>
        </pc:spChg>
        <pc:spChg chg="add mod">
          <ac:chgData name="Sini Mathew" userId="3875fe58a975fc01" providerId="LiveId" clId="{D961737D-29A7-46AF-81A4-C0FB92ABD5A7}" dt="2025-04-19T02:32:31.152" v="293"/>
          <ac:spMkLst>
            <pc:docMk/>
            <pc:sldMk cId="3593547148" sldId="2266"/>
            <ac:spMk id="9" creationId="{E309B5B2-C449-58A0-D971-21D853B4964B}"/>
          </ac:spMkLst>
        </pc:spChg>
      </pc:sldChg>
      <pc:sldChg chg="addSp delSp modSp add mod">
        <pc:chgData name="Sini Mathew" userId="3875fe58a975fc01" providerId="LiveId" clId="{D961737D-29A7-46AF-81A4-C0FB92ABD5A7}" dt="2025-04-19T02:38:43.810" v="323" actId="20577"/>
        <pc:sldMkLst>
          <pc:docMk/>
          <pc:sldMk cId="3458419097" sldId="2267"/>
        </pc:sldMkLst>
        <pc:spChg chg="add mod">
          <ac:chgData name="Sini Mathew" userId="3875fe58a975fc01" providerId="LiveId" clId="{D961737D-29A7-46AF-81A4-C0FB92ABD5A7}" dt="2025-04-19T02:33:08.449" v="300" actId="1076"/>
          <ac:spMkLst>
            <pc:docMk/>
            <pc:sldMk cId="3458419097" sldId="2267"/>
            <ac:spMk id="3" creationId="{DD5EF0DC-B3D5-8C55-A964-D7013DD4828D}"/>
          </ac:spMkLst>
        </pc:spChg>
        <pc:spChg chg="mod">
          <ac:chgData name="Sini Mathew" userId="3875fe58a975fc01" providerId="LiveId" clId="{D961737D-29A7-46AF-81A4-C0FB92ABD5A7}" dt="2025-04-19T02:38:43.810" v="323" actId="20577"/>
          <ac:spMkLst>
            <pc:docMk/>
            <pc:sldMk cId="3458419097" sldId="2267"/>
            <ac:spMk id="4" creationId="{E874893B-5E81-A0C1-6822-734A450C834E}"/>
          </ac:spMkLst>
        </pc:spChg>
        <pc:spChg chg="add mod">
          <ac:chgData name="Sini Mathew" userId="3875fe58a975fc01" providerId="LiveId" clId="{D961737D-29A7-46AF-81A4-C0FB92ABD5A7}" dt="2025-04-19T02:33:21.274" v="303" actId="1076"/>
          <ac:spMkLst>
            <pc:docMk/>
            <pc:sldMk cId="3458419097" sldId="2267"/>
            <ac:spMk id="5" creationId="{04BF571A-A6A9-3ADD-CACF-4046F31CE174}"/>
          </ac:spMkLst>
        </pc:spChg>
        <pc:spChg chg="del">
          <ac:chgData name="Sini Mathew" userId="3875fe58a975fc01" providerId="LiveId" clId="{D961737D-29A7-46AF-81A4-C0FB92ABD5A7}" dt="2025-04-19T02:32:59.573" v="297" actId="478"/>
          <ac:spMkLst>
            <pc:docMk/>
            <pc:sldMk cId="3458419097" sldId="2267"/>
            <ac:spMk id="8" creationId="{C8B5A44F-34EA-6057-E6AF-468A60DD505A}"/>
          </ac:spMkLst>
        </pc:spChg>
        <pc:spChg chg="del">
          <ac:chgData name="Sini Mathew" userId="3875fe58a975fc01" providerId="LiveId" clId="{D961737D-29A7-46AF-81A4-C0FB92ABD5A7}" dt="2025-04-19T02:33:16.733" v="301" actId="478"/>
          <ac:spMkLst>
            <pc:docMk/>
            <pc:sldMk cId="3458419097" sldId="2267"/>
            <ac:spMk id="9" creationId="{6D7EDB65-EB5B-E3B7-1D6E-DC7AE5FC75D0}"/>
          </ac:spMkLst>
        </pc:spChg>
      </pc:sldChg>
      <pc:sldChg chg="addSp delSp modSp add mod">
        <pc:chgData name="Sini Mathew" userId="3875fe58a975fc01" providerId="LiveId" clId="{D961737D-29A7-46AF-81A4-C0FB92ABD5A7}" dt="2025-04-19T02:38:55.220" v="331" actId="20577"/>
        <pc:sldMkLst>
          <pc:docMk/>
          <pc:sldMk cId="563162819" sldId="2268"/>
        </pc:sldMkLst>
        <pc:spChg chg="del">
          <ac:chgData name="Sini Mathew" userId="3875fe58a975fc01" providerId="LiveId" clId="{D961737D-29A7-46AF-81A4-C0FB92ABD5A7}" dt="2025-04-19T02:37:45.944" v="307" actId="478"/>
          <ac:spMkLst>
            <pc:docMk/>
            <pc:sldMk cId="563162819" sldId="2268"/>
            <ac:spMk id="3" creationId="{D5099DBE-C82D-6A11-BCA0-47E171CD8608}"/>
          </ac:spMkLst>
        </pc:spChg>
        <pc:spChg chg="mod">
          <ac:chgData name="Sini Mathew" userId="3875fe58a975fc01" providerId="LiveId" clId="{D961737D-29A7-46AF-81A4-C0FB92ABD5A7}" dt="2025-04-19T02:38:55.220" v="331" actId="20577"/>
          <ac:spMkLst>
            <pc:docMk/>
            <pc:sldMk cId="563162819" sldId="2268"/>
            <ac:spMk id="4" creationId="{B6B93BAE-CA1F-B239-B950-1FBB6696417C}"/>
          </ac:spMkLst>
        </pc:spChg>
        <pc:spChg chg="del mod">
          <ac:chgData name="Sini Mathew" userId="3875fe58a975fc01" providerId="LiveId" clId="{D961737D-29A7-46AF-81A4-C0FB92ABD5A7}" dt="2025-04-19T02:38:04.861" v="311" actId="478"/>
          <ac:spMkLst>
            <pc:docMk/>
            <pc:sldMk cId="563162819" sldId="2268"/>
            <ac:spMk id="5" creationId="{872ECDD4-D74D-58A0-857E-8C89528ED975}"/>
          </ac:spMkLst>
        </pc:spChg>
        <pc:spChg chg="add mod">
          <ac:chgData name="Sini Mathew" userId="3875fe58a975fc01" providerId="LiveId" clId="{D961737D-29A7-46AF-81A4-C0FB92ABD5A7}" dt="2025-04-19T02:37:50.655" v="309" actId="1076"/>
          <ac:spMkLst>
            <pc:docMk/>
            <pc:sldMk cId="563162819" sldId="2268"/>
            <ac:spMk id="7" creationId="{8B0B3200-4A23-FA36-BDE7-BE320F919053}"/>
          </ac:spMkLst>
        </pc:spChg>
        <pc:spChg chg="add mod">
          <ac:chgData name="Sini Mathew" userId="3875fe58a975fc01" providerId="LiveId" clId="{D961737D-29A7-46AF-81A4-C0FB92ABD5A7}" dt="2025-04-19T02:38:10.642" v="313" actId="1076"/>
          <ac:spMkLst>
            <pc:docMk/>
            <pc:sldMk cId="563162819" sldId="2268"/>
            <ac:spMk id="8" creationId="{A29D8FBE-FAB8-5F21-0EAF-9E2F06CA9EBA}"/>
          </ac:spMkLst>
        </pc:spChg>
      </pc:sldChg>
      <pc:sldChg chg="modSp add mod">
        <pc:chgData name="Sini Mathew" userId="3875fe58a975fc01" providerId="LiveId" clId="{D961737D-29A7-46AF-81A4-C0FB92ABD5A7}" dt="2025-04-19T03:35:07.912" v="1031" actId="20577"/>
        <pc:sldMkLst>
          <pc:docMk/>
          <pc:sldMk cId="314189989" sldId="2269"/>
        </pc:sldMkLst>
        <pc:spChg chg="mod">
          <ac:chgData name="Sini Mathew" userId="3875fe58a975fc01" providerId="LiveId" clId="{D961737D-29A7-46AF-81A4-C0FB92ABD5A7}" dt="2025-04-19T03:35:07.912" v="1031" actId="20577"/>
          <ac:spMkLst>
            <pc:docMk/>
            <pc:sldMk cId="314189989" sldId="2269"/>
            <ac:spMk id="4" creationId="{710667D8-6F10-8969-460E-CDF99C140261}"/>
          </ac:spMkLst>
        </pc:spChg>
        <pc:spChg chg="mod">
          <ac:chgData name="Sini Mathew" userId="3875fe58a975fc01" providerId="LiveId" clId="{D961737D-29A7-46AF-81A4-C0FB92ABD5A7}" dt="2025-04-19T03:33:17.099" v="801" actId="20577"/>
          <ac:spMkLst>
            <pc:docMk/>
            <pc:sldMk cId="314189989" sldId="2269"/>
            <ac:spMk id="12" creationId="{87862DEB-1E08-0298-6423-3511226DFC2C}"/>
          </ac:spMkLst>
        </pc:spChg>
      </pc:sldChg>
      <pc:sldChg chg="modSp add mod">
        <pc:chgData name="Sini Mathew" userId="3875fe58a975fc01" providerId="LiveId" clId="{D961737D-29A7-46AF-81A4-C0FB92ABD5A7}" dt="2025-04-19T03:35:12.781" v="1033" actId="20577"/>
        <pc:sldMkLst>
          <pc:docMk/>
          <pc:sldMk cId="2017150355" sldId="2270"/>
        </pc:sldMkLst>
        <pc:spChg chg="mod">
          <ac:chgData name="Sini Mathew" userId="3875fe58a975fc01" providerId="LiveId" clId="{D961737D-29A7-46AF-81A4-C0FB92ABD5A7}" dt="2025-04-19T03:35:12.781" v="1033" actId="20577"/>
          <ac:spMkLst>
            <pc:docMk/>
            <pc:sldMk cId="2017150355" sldId="2270"/>
            <ac:spMk id="4" creationId="{C610BF08-AFD3-D514-5E30-8F6D4ACB44A5}"/>
          </ac:spMkLst>
        </pc:spChg>
        <pc:spChg chg="mod">
          <ac:chgData name="Sini Mathew" userId="3875fe58a975fc01" providerId="LiveId" clId="{D961737D-29A7-46AF-81A4-C0FB92ABD5A7}" dt="2025-04-19T03:35:00.886" v="1029" actId="313"/>
          <ac:spMkLst>
            <pc:docMk/>
            <pc:sldMk cId="2017150355" sldId="2270"/>
            <ac:spMk id="12" creationId="{3CCBE869-53AC-C850-6E98-080A3FD8ED37}"/>
          </ac:spMkLst>
        </pc:spChg>
      </pc:sldChg>
      <pc:sldChg chg="modSp add mod">
        <pc:chgData name="Sini Mathew" userId="3875fe58a975fc01" providerId="LiveId" clId="{D961737D-29A7-46AF-81A4-C0FB92ABD5A7}" dt="2025-04-19T03:49:34.049" v="1505" actId="20577"/>
        <pc:sldMkLst>
          <pc:docMk/>
          <pc:sldMk cId="4065195486" sldId="2271"/>
        </pc:sldMkLst>
        <pc:spChg chg="mod">
          <ac:chgData name="Sini Mathew" userId="3875fe58a975fc01" providerId="LiveId" clId="{D961737D-29A7-46AF-81A4-C0FB92ABD5A7}" dt="2025-04-19T03:47:35.919" v="1284" actId="1076"/>
          <ac:spMkLst>
            <pc:docMk/>
            <pc:sldMk cId="4065195486" sldId="2271"/>
            <ac:spMk id="3" creationId="{A6E038B7-8D3D-C395-71F7-E1238C58B1A8}"/>
          </ac:spMkLst>
        </pc:spChg>
        <pc:spChg chg="mod">
          <ac:chgData name="Sini Mathew" userId="3875fe58a975fc01" providerId="LiveId" clId="{D961737D-29A7-46AF-81A4-C0FB92ABD5A7}" dt="2025-04-19T03:49:34.049" v="1505" actId="20577"/>
          <ac:spMkLst>
            <pc:docMk/>
            <pc:sldMk cId="4065195486" sldId="2271"/>
            <ac:spMk id="4" creationId="{C7D9F7D7-2E6D-6A5F-124C-9F8668E46CEF}"/>
          </ac:spMkLst>
        </pc:spChg>
        <pc:spChg chg="mod">
          <ac:chgData name="Sini Mathew" userId="3875fe58a975fc01" providerId="LiveId" clId="{D961737D-29A7-46AF-81A4-C0FB92ABD5A7}" dt="2025-04-19T03:47:20.816" v="1283" actId="20577"/>
          <ac:spMkLst>
            <pc:docMk/>
            <pc:sldMk cId="4065195486" sldId="2271"/>
            <ac:spMk id="12" creationId="{801B7CD8-679D-5408-AF09-A5C65D92ADFD}"/>
          </ac:spMkLst>
        </pc:spChg>
      </pc:sldChg>
      <pc:sldChg chg="modSp add mod">
        <pc:chgData name="Sini Mathew" userId="3875fe58a975fc01" providerId="LiveId" clId="{D961737D-29A7-46AF-81A4-C0FB92ABD5A7}" dt="2025-04-19T03:49:39.297" v="1507" actId="20577"/>
        <pc:sldMkLst>
          <pc:docMk/>
          <pc:sldMk cId="1534622121" sldId="2272"/>
        </pc:sldMkLst>
        <pc:spChg chg="mod">
          <ac:chgData name="Sini Mathew" userId="3875fe58a975fc01" providerId="LiveId" clId="{D961737D-29A7-46AF-81A4-C0FB92ABD5A7}" dt="2025-04-19T03:49:19.377" v="1503" actId="1076"/>
          <ac:spMkLst>
            <pc:docMk/>
            <pc:sldMk cId="1534622121" sldId="2272"/>
            <ac:spMk id="3" creationId="{EF6ED99B-A9B3-D357-CF90-172B11D48B56}"/>
          </ac:spMkLst>
        </pc:spChg>
        <pc:spChg chg="mod">
          <ac:chgData name="Sini Mathew" userId="3875fe58a975fc01" providerId="LiveId" clId="{D961737D-29A7-46AF-81A4-C0FB92ABD5A7}" dt="2025-04-19T03:49:39.297" v="1507" actId="20577"/>
          <ac:spMkLst>
            <pc:docMk/>
            <pc:sldMk cId="1534622121" sldId="2272"/>
            <ac:spMk id="4" creationId="{CEDBD6E8-4726-0EE1-0483-180E4EE87739}"/>
          </ac:spMkLst>
        </pc:spChg>
        <pc:spChg chg="mod">
          <ac:chgData name="Sini Mathew" userId="3875fe58a975fc01" providerId="LiveId" clId="{D961737D-29A7-46AF-81A4-C0FB92ABD5A7}" dt="2025-04-19T03:49:08.646" v="1502" actId="20577"/>
          <ac:spMkLst>
            <pc:docMk/>
            <pc:sldMk cId="1534622121" sldId="2272"/>
            <ac:spMk id="12" creationId="{D25C01D6-7D26-85F2-D439-E6159B529B3C}"/>
          </ac:spMkLst>
        </pc:spChg>
      </pc:sldChg>
      <pc:sldChg chg="modSp add mod">
        <pc:chgData name="Sini Mathew" userId="3875fe58a975fc01" providerId="LiveId" clId="{D961737D-29A7-46AF-81A4-C0FB92ABD5A7}" dt="2025-04-19T06:50:32.776" v="1690"/>
        <pc:sldMkLst>
          <pc:docMk/>
          <pc:sldMk cId="3517840952" sldId="2275"/>
        </pc:sldMkLst>
        <pc:spChg chg="mod">
          <ac:chgData name="Sini Mathew" userId="3875fe58a975fc01" providerId="LiveId" clId="{D961737D-29A7-46AF-81A4-C0FB92ABD5A7}" dt="2025-04-19T06:50:32.776" v="1690"/>
          <ac:spMkLst>
            <pc:docMk/>
            <pc:sldMk cId="3517840952" sldId="2275"/>
            <ac:spMk id="12" creationId="{BF52727E-FCC9-2609-361E-8869AFFE1823}"/>
          </ac:spMkLst>
        </pc:spChg>
      </pc:sldChg>
      <pc:sldMasterChg chg="delSldLayout">
        <pc:chgData name="Sini Mathew" userId="3875fe58a975fc01" providerId="LiveId" clId="{D961737D-29A7-46AF-81A4-C0FB92ABD5A7}" dt="2025-04-19T02:39:02.568" v="332" actId="47"/>
        <pc:sldMasterMkLst>
          <pc:docMk/>
          <pc:sldMasterMk cId="2470830586" sldId="2147483810"/>
        </pc:sldMasterMkLst>
        <pc:sldLayoutChg chg="del">
          <pc:chgData name="Sini Mathew" userId="3875fe58a975fc01" providerId="LiveId" clId="{D961737D-29A7-46AF-81A4-C0FB92ABD5A7}" dt="2025-04-19T02:32:34.333" v="294" actId="47"/>
          <pc:sldLayoutMkLst>
            <pc:docMk/>
            <pc:sldMasterMk cId="2470830586" sldId="2147483810"/>
            <pc:sldLayoutMk cId="102790804" sldId="2147483851"/>
          </pc:sldLayoutMkLst>
        </pc:sldLayoutChg>
        <pc:sldLayoutChg chg="del">
          <pc:chgData name="Sini Mathew" userId="3875fe58a975fc01" providerId="LiveId" clId="{D961737D-29A7-46AF-81A4-C0FB92ABD5A7}" dt="2025-04-19T02:37:07.633" v="304" actId="47"/>
          <pc:sldLayoutMkLst>
            <pc:docMk/>
            <pc:sldMasterMk cId="2470830586" sldId="2147483810"/>
            <pc:sldLayoutMk cId="953773129" sldId="2147483851"/>
          </pc:sldLayoutMkLst>
        </pc:sldLayoutChg>
        <pc:sldLayoutChg chg="del">
          <pc:chgData name="Sini Mathew" userId="3875fe58a975fc01" providerId="LiveId" clId="{D961737D-29A7-46AF-81A4-C0FB92ABD5A7}" dt="2025-04-19T02:31:51.180" v="285" actId="47"/>
          <pc:sldLayoutMkLst>
            <pc:docMk/>
            <pc:sldMasterMk cId="2470830586" sldId="2147483810"/>
            <pc:sldLayoutMk cId="2436423633" sldId="2147483851"/>
          </pc:sldLayoutMkLst>
        </pc:sldLayoutChg>
        <pc:sldLayoutChg chg="del">
          <pc:chgData name="Sini Mathew" userId="3875fe58a975fc01" providerId="LiveId" clId="{D961737D-29A7-46AF-81A4-C0FB92ABD5A7}" dt="2025-04-19T02:39:02.568" v="332" actId="47"/>
          <pc:sldLayoutMkLst>
            <pc:docMk/>
            <pc:sldMasterMk cId="2470830586" sldId="2147483810"/>
            <pc:sldLayoutMk cId="3709357645" sldId="214748385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563A1F-755C-0546-8932-E860F2147B1A}" type="datetimeFigureOut">
              <a:rPr lang="en-GB" smtClean="0"/>
              <a:t>19/04/2025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4E53EA-ED27-5247-B6F2-F0783405205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9564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382E50-2123-A108-C10E-2FBFF0F052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9BD337-A94D-4C18-6D02-A8034BF4E0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148095E-8EFB-06AC-6C12-59CF4691B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6D544A-591E-F4FE-7E07-07B90BA678F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0876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317218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9E2DE8-623F-8E3D-0FDE-D557B2392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194255-2AED-C38E-5822-F3089942CB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3B7B412-AD9F-A3EA-2889-CF968DCDE5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C7C47E-8916-0653-DD1A-00E3BEFDB7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87436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129F7-22E1-2F66-6B10-C7DFF72D6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31A1F6-B621-7069-19D1-087337D45F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427033-0DA1-2F7F-1322-B822E82080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9D6BFA-607B-E548-1A93-4F819EAAA0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759643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E3282-20FA-482C-3B57-AC42DCC524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D3087B1-6943-B835-8DFA-0C737E9D61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41103E-5A39-7CA9-8FE9-7202429C48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F79474-0A59-64D2-B979-B97E77386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02325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25D8E6-102D-C3F3-90FC-56DD8F2E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E463EA-3B35-D366-DBEB-3E4E8E1A2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7B5758C-37FC-062A-92C4-0E14EFB98B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1CF010A-B731-1D60-2388-6B41E8A23F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09406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EE7DB6-C909-56E9-1F72-C08300B71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57929E-C22F-BA29-B4B8-8267FC8223F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A0AD9D-4B98-DEF7-145A-0ABF79C7C4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5EA016-7A09-9B8B-8B6C-A5F7FE18C5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250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7653B-1FD7-B80C-4C3E-57CF7549F6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4DC40-802C-44AA-0311-389AD80F23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9EDC83-E3E5-DFAD-7122-85E2066500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1096F9-59C0-0C20-C4B6-A463E7F2EF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670569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E73992-1085-AB6D-79DA-163D566FAB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C02E156-5AB5-0011-50ED-511FE598C7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2DA13D-3AA3-0BF2-CF7A-CFE8F008B0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1C48C6-B5EC-31EE-5646-2135388E241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238199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C4D9-256D-BA87-46CA-C8AEFFFD8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FD79AA-9403-9B8C-03EA-6FCCFFD43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B57C47-7610-F23F-B096-17B87450B0D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92D494-B8A1-B0F6-2E73-735EB70924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62698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DA403-C6E8-6C81-66C7-C80A6396A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FE6494-EFCE-3283-AD49-ACFAB452C4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C28378-B723-8CF2-79CE-20B97478778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986CB0-2A87-C80B-4509-E75E38DE42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92127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BA3012-69FA-8F64-F303-D2926E613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6927C3-6E91-3D6A-C3A5-F6BF53E56F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303D3E-E459-348E-4434-C95203A8B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80954-E0FE-A041-E429-9D9F9D166C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38236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CE39F-4541-F5BC-1B0D-17105D5C61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F9C471-E01D-EC63-DDF3-65918F5982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1A361C-BF84-2745-8C40-8D864DFD48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CE6239-A152-CB52-5DEC-C1DC48308B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829319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E37E3-7B34-D115-AF9E-C6396B9A0F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04A1B94-904B-01BB-E1CC-7EDE0A6673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E447D1A-E359-C3F7-4E02-516DD785BA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9CB4D5-D6DF-65A8-56F1-13443F7970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86290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D3801-60EF-D69C-E474-231BA42B5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2E5B4D-85C5-D75D-D9A2-45A3CCA8D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08DB5BB-2CD9-72D2-F02C-55D201A5FC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DDC02B-8EB8-F264-81FF-897FA788D5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920043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4DAEE-CA8C-B9E9-3FBC-84712F9AF1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DF7882-3517-D55B-4CA5-D0B9A3F700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25C32A-D566-B32E-E604-2D23B1C52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FB88DA-5851-56AC-CA57-D6D0F948E7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69703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7CB36B-556E-1F8E-33C2-BEB433ABEF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BA0830-8EB7-054A-7ABD-B342235E7B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C61193-A0F0-DB18-5C9A-17352CCE9E7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00E59-E4CE-D38B-F0A3-A317F23729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8603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1D4B2-9C1B-5931-4E28-CA973CC68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0635B4E-B54E-E1E5-5248-C47E3E4B7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85E3B9D-42C7-F339-4BFA-B95689B3899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7E2F39-8ED1-57FB-5E08-A6D746A4B6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9404162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8B1C3-5662-18D8-C555-D81E71E08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EAF75F-84D3-70FC-CE13-AFB6CBD002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AA2EC6-3EE6-9E0F-8D05-F8A05EB705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D7119E-8904-BC8A-FBC0-2073E88318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990327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499F2-A637-D09C-4B50-872810329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CF73A99-5899-3E5A-0775-243FFC5F97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BDC337-FF35-BC1C-C5CA-518EFC1755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3BBF8F-AF1F-191E-6558-20E8D3EEDB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17148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978A8-B569-8B14-AB25-585ECB9CE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11BE6B-9B7A-F6BA-638F-BD7E2DDA5E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B0DF51-0F12-1440-DAEC-EF5A8C30601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D2F58-DDC0-CCB6-3178-EA7835E93F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6937918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9FC030-AF63-1D93-F47A-95F056B79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B0C16F-28E9-F839-5A4F-CB8B6EA253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584781-5B4E-777A-F984-B9267EC6E5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4B1EB1-FBB2-0356-3A36-8C0B3876CC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93712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9E79E2-7919-8A9A-F3EE-BDBD8B43BE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6A5E55-7A8E-8C63-0062-129CB732BC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BCE49B-E319-3547-AB34-A812D3B0A3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60A5D3-F38D-75D2-990B-FE0EE46179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565022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611EC-E881-57D8-31A3-95A171AAE7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A0D52D-9832-4901-778B-8325396A366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94B926-A09B-A8A8-7C1F-43C8AA5AB7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8E5185-6AEB-DBCA-64CA-1AFA4727D5F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097996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F9CEE9-1DDA-E636-9B1D-232C1F528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2D13E58-4F52-46BD-971D-8857654D9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B8089B-AE3C-9B4D-02C1-75F57BB87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12714B-7F78-8835-F55E-E4515BF73EE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9855968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99A1B-4C04-D617-CFC8-8DFEDEC65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55C51A-7B16-E844-E513-061375A23A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8AEE67-B5CB-2E24-2E00-A401BEEA249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F91D10-1C6C-F99D-5C90-44FCDE4E37A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634777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86203-A2D4-1E02-7F37-AD7CB86B8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393B5-ED88-AC4E-44E7-6D4B7D8A6B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FF436D-A961-D283-4A7F-04C189DF83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46F61B-1F0E-1EBE-CE0B-196599EF0A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552013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CFE34-29BC-1C5B-CBD4-61FE6551C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57C39E7-C7BD-667F-F50D-D829DDFF8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6BA012-57DD-43DB-3BFE-8920A96BA6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9B0B2-80D0-2331-3113-D4131EC2A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7200757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468F08-8231-B3E2-2945-6D94AAB04A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C8AD9B-E169-520B-CF90-51710BCB6A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4CA6E7-81E1-AB81-E6F0-1E898EE166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BD3134-DDFA-F67C-8D63-5920223C62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7939076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25E58C-0A2D-2C19-4043-57447B7A7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C2852D-C50A-3102-6273-9C77DA8BAE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CE278F-4E16-D7E7-A42A-74CA564B333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551F9F-248F-3649-30C8-4EE9FA56CC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6030989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0085F1-583B-EC76-EE18-3858ABA9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B7DF0B9-E79B-262F-933D-E31FBAA246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83CAEF-6E04-70DE-47F1-8C57D78922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D2B739-ECC8-0E78-CD44-D7AF0E9782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4466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48C1D-1384-342F-A0E3-561BC96CB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182D39-903C-F044-760A-2212BD7A2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26F98F-F85D-A162-5FC5-BB37E463AF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E3FF32-B820-9824-05EC-628DAC3215B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6883072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6EFF0-06FD-CC34-822A-68A0D2B820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F1FE61-D1AA-84DC-C42F-B68CF1CDAF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08CBA75-5ABF-9236-4681-644022AF0D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E425C6-C8BF-0D79-C449-CB34F0C34E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B8D068-427B-41D9-A73C-4B14D222A6EB}" type="slidenum">
              <a:rPr kumimoji="0" lang="en-SG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SG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99780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54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2327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1818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6242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0708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755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9493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01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530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538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6694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layalam HC - 03 Jan 2021, 9:00A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9B39CA7-ADE3-4147-9B4D-BE10E585E948}"/>
              </a:ext>
            </a:extLst>
          </p:cNvPr>
          <p:cNvSpPr txBox="1"/>
          <p:nvPr userDrawn="1"/>
        </p:nvSpPr>
        <p:spPr>
          <a:xfrm>
            <a:off x="0" y="4841404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01 September 2024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86A184-FCDF-4B17-8669-07A0A6DFA42E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A10FA4-5B68-A6DF-6394-CB1B3CC7EF93}"/>
              </a:ext>
            </a:extLst>
          </p:cNvPr>
          <p:cNvSpPr txBox="1"/>
          <p:nvPr userDrawn="1"/>
        </p:nvSpPr>
        <p:spPr>
          <a:xfrm>
            <a:off x="0" y="1761795"/>
            <a:ext cx="9144000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SG" sz="3200">
                <a:latin typeface="Algerian" panose="04020705040A02060702" pitchFamily="82" charset="0"/>
              </a:rPr>
              <a:t>Senior Citizens Day</a:t>
            </a:r>
            <a:endParaRPr lang="en-US" sz="3200">
              <a:latin typeface="Algerian" panose="04020705040A02060702" pitchFamily="82" charset="0"/>
            </a:endParaRPr>
          </a:p>
          <a:p>
            <a:pPr algn="ctr"/>
            <a:endParaRPr lang="en-US" sz="2800"/>
          </a:p>
          <a:p>
            <a:pPr algn="ctr"/>
            <a:r>
              <a:rPr lang="en-US" sz="2800">
                <a:latin typeface="Amasis MT Pro Medium" panose="02040604050005020304" pitchFamily="18" charset="0"/>
              </a:rPr>
              <a:t>Senior Citizens – Model for the generations</a:t>
            </a:r>
            <a:endParaRPr lang="en-SG" sz="2800">
              <a:latin typeface="Amasis MT Pro Medium" panose="020406040500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88894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7756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20 April 2025</a:t>
            </a:r>
          </a:p>
        </p:txBody>
      </p:sp>
    </p:spTree>
    <p:extLst>
      <p:ext uri="{BB962C8B-B14F-4D97-AF65-F5344CB8AC3E}">
        <p14:creationId xmlns:p14="http://schemas.microsoft.com/office/powerpoint/2010/main" val="180014676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501671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154232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863635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0000069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90471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9769656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20277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17234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1078234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0423558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6852442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484094"/>
          </a:xfrm>
          <a:solidFill>
            <a:srgbClr val="E8D3D3"/>
          </a:solidFill>
        </p:spPr>
        <p:txBody>
          <a:bodyPr vert="horz" lIns="91440" tIns="45720" rIns="91440" bIns="45720" rtlCol="0" anchor="ctr">
            <a:noAutofit/>
          </a:bodyPr>
          <a:lstStyle>
            <a:lvl1pPr algn="ctr">
              <a:defRPr lang="en-US" sz="2400" b="0" i="0" dirty="0">
                <a:solidFill>
                  <a:schemeClr val="tx1"/>
                </a:solidFill>
                <a:latin typeface="Gill Sans MT" panose="020B0502020104020203" pitchFamily="34" charset="0"/>
                <a:cs typeface="Segoe UI" panose="020B0502040204020203" pitchFamily="34" charset="0"/>
              </a:defRPr>
            </a:lvl1pPr>
          </a:lstStyle>
          <a:p>
            <a:pPr lvl="0"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11214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00299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2716833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7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7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95102357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8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4160993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8231639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725560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2622557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55382317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261650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825356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3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3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837631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-4187" y="-1"/>
            <a:ext cx="9144000" cy="486000"/>
          </a:xfrm>
          <a:solidFill>
            <a:srgbClr val="E8D3D3"/>
          </a:solidFill>
          <a:ln>
            <a:noFill/>
          </a:ln>
        </p:spPr>
        <p:txBody>
          <a:bodyPr>
            <a:noAutofit/>
          </a:bodyPr>
          <a:lstStyle>
            <a:lvl1pPr algn="ctr">
              <a:defRPr sz="2400" b="0">
                <a:solidFill>
                  <a:schemeClr val="tx1"/>
                </a:solidFill>
              </a:defRPr>
            </a:lvl1pPr>
          </a:lstStyle>
          <a:p>
            <a:pPr algn="ctr"/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Slide Number Placeholder 3"/>
          <p:cNvSpPr txBox="1">
            <a:spLocks/>
          </p:cNvSpPr>
          <p:nvPr userDrawn="1"/>
        </p:nvSpPr>
        <p:spPr>
          <a:xfrm>
            <a:off x="8473063" y="37866"/>
            <a:ext cx="666750" cy="27384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61572416-2890-4130-B3A5-BF0B00B97382}" type="slidenum">
              <a:rPr lang="en-US" sz="1400" smtClean="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/>
              <a:t>‹#›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67804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layalam HC - 03 Jan 202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white and brown world map&#10;&#10;Description automatically generated">
            <a:extLst>
              <a:ext uri="{FF2B5EF4-FFF2-40B4-BE49-F238E27FC236}">
                <a16:creationId xmlns:a16="http://schemas.microsoft.com/office/drawing/2014/main" id="{AC254632-74E4-F909-D24F-744916F79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9143999" cy="514349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4020BE0-76F2-4CE7-89A1-2558CC1F1B9A}"/>
              </a:ext>
            </a:extLst>
          </p:cNvPr>
          <p:cNvSpPr txBox="1"/>
          <p:nvPr userDrawn="1"/>
        </p:nvSpPr>
        <p:spPr>
          <a:xfrm>
            <a:off x="0" y="0"/>
            <a:ext cx="9144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8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+mn-cs"/>
              </a:rPr>
              <a:t>Mar Thoma Syrian Church, Singapore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ABC3181-23C2-4E58-A642-35AA820BC599}"/>
              </a:ext>
            </a:extLst>
          </p:cNvPr>
          <p:cNvSpPr txBox="1"/>
          <p:nvPr userDrawn="1"/>
        </p:nvSpPr>
        <p:spPr>
          <a:xfrm>
            <a:off x="0" y="4781663"/>
            <a:ext cx="9144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0" marR="0" lvl="0" indent="0" algn="ct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Gill Sans MT" panose="020B0502020104020203" pitchFamily="34" charset="0"/>
                <a:ea typeface="+mn-ea"/>
                <a:cs typeface="Segoe UI Light" panose="020B0502040204020203" pitchFamily="34" charset="0"/>
              </a:rPr>
              <a:t>Malayalam Holy Communion Service – 20 April 2025</a:t>
            </a:r>
          </a:p>
        </p:txBody>
      </p:sp>
    </p:spTree>
    <p:extLst>
      <p:ext uri="{BB962C8B-B14F-4D97-AF65-F5344CB8AC3E}">
        <p14:creationId xmlns:p14="http://schemas.microsoft.com/office/powerpoint/2010/main" val="20158213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7AC1F-1D4F-5CF3-FEEB-60AA03EE7B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BB64D5-F322-A762-1930-8F9B9B21C0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7A55A-3F23-C86C-5C67-8A8EE549F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7B2769-63A3-D8BE-9470-B0899AAB5A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D6197-0CBF-D7A0-1D5E-5D14C5722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7738923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F1A612-1620-79ED-D879-E297D4ADC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39E3B5-FE0A-E435-D6C2-67C7B345D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2A4EEC-6803-C3BF-D9C1-3ADE67E46E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CD7435-AA3E-EDBF-FA85-8075CAEA7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76043A-41CE-0113-D70D-4F4CB2F2C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83210025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70209-DCBA-D3F6-E998-90F3D574E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1DCD11-D51C-CEA2-B099-6C3B106C52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E52AC7-9322-A95B-D61B-8FD1F8B1E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CEA738-EE3A-C959-DEAE-67504DEB9C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C3134C-376E-FE00-59B9-55482A117C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44038018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120D6-4998-B0B4-434C-E024668E8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FD6FB-176D-C37E-FCC1-32DAB18F09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A12101-9591-CF76-C5C3-1AB568EFCD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158CD1-BF81-4062-A870-AE369CBCFA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5CF9A3-1749-3F40-A751-6841A0686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F88BD7-86BC-2DAB-0852-8D54180DD7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6164441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F6649-FEF9-B0E3-9B27-167D9DF60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9A962-8746-CD08-37B8-D7CF361A37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72A704-92AE-A12D-D760-7A2CFAC633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4B8AA09-794F-A166-7A7A-C61AB4A21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FFD85A-A94F-49C4-5ACD-7DA17B3D5A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1090CE2-1F18-37B6-C248-03F3CFEB5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18B578-2C05-0318-C62A-F4257ECF9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1DD2A9-B011-847C-DDA8-FD3DA0771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5048149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7C5F59-CCA3-98E4-0D4A-89C0006BCD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0C73755-4E31-3E3B-4525-4120A8ADE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280AF09-594C-57C1-6E3F-1DA2D59C20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445438-2569-E5A8-5166-5FD09DA88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0620603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01F3033-3339-2B6C-DA3A-2ED6965417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F96C0E8-7A3F-3AFA-D2F8-C21634CEC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611BE6-9175-7231-6D82-484C065CB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92009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73FD0-DBFA-8CFD-F04B-AF8D46A1ED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BEB59A-B8D8-17F8-0507-A1BE41A80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A1B97-B7CC-AF9E-59CA-06EECA77D9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79B78C-482E-0F9A-A990-8141BAA97D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E04C3-6664-8C2C-D204-821820392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A83EBB-D3DF-06FD-D059-5F4658384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31477999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4FB79-8422-8B75-457A-1ADE08F90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F9E0CD-F8C8-15EB-CB1E-E47E870395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85066E-FE79-E942-9BE3-CB05AF2171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3D8E4-4269-4D42-3340-D87DC778E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9B4116-B42F-482C-DF72-804393BF5A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6ECD93-FFFE-5745-0D2A-21B26869D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611019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98A64-AADD-0FBC-E2AF-34A2F12CD8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315D203-CDB0-9701-FEFE-8D972FAFD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B6468-2569-D997-9EF2-47A977B820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DA026-F262-C83F-9937-ACBC9BC32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D11059-20E5-1795-BBD2-7939F25D5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316108904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DAD71C-3BD5-CF5B-8579-9E96B9712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85A4C42-D2CB-5B40-82B5-BA43F18097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AB08E2-8B9A-1BB8-D2AB-3F01A38E4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A806A8-FAFE-2E2E-028B-16C3B80B68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90CD4E-F876-815F-3A18-BEA6FD801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7431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1.xml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32DBC2-F449-49EF-AD7E-964553E48533}" type="datetimeFigureOut">
              <a:rPr lang="en-US" smtClean="0"/>
              <a:pPr/>
              <a:t>4/19/2025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E890C3-63A1-4FEC-B0E0-7B9334D7547C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6A35C0-E370-32B5-1E9B-723017E94ECF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401312" y="5021580"/>
            <a:ext cx="369888" cy="12192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8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Internal</a:t>
            </a:r>
          </a:p>
        </p:txBody>
      </p:sp>
    </p:spTree>
    <p:extLst>
      <p:ext uri="{BB962C8B-B14F-4D97-AF65-F5344CB8AC3E}">
        <p14:creationId xmlns:p14="http://schemas.microsoft.com/office/powerpoint/2010/main" val="20214022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723" r:id="rId12"/>
    <p:sldLayoutId id="2147483837" r:id="rId13"/>
    <p:sldLayoutId id="2147483722" r:id="rId14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8EFD2F-98B3-4E20-9488-48E9EABF7AD7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12950E-40CD-4C18-A361-D6020200669A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4708305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2" r:id="rId2"/>
    <p:sldLayoutId id="2147483813" r:id="rId3"/>
    <p:sldLayoutId id="2147483814" r:id="rId4"/>
    <p:sldLayoutId id="2147483815" r:id="rId5"/>
    <p:sldLayoutId id="2147483816" r:id="rId6"/>
    <p:sldLayoutId id="2147483817" r:id="rId7"/>
    <p:sldLayoutId id="2147483818" r:id="rId8"/>
    <p:sldLayoutId id="2147483819" r:id="rId9"/>
    <p:sldLayoutId id="2147483820" r:id="rId10"/>
    <p:sldLayoutId id="2147483821" r:id="rId11"/>
    <p:sldLayoutId id="214748382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5CCC00-496A-47A6-84BD-F8B47B0F7754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5FED37-3964-4DEF-BAB7-4CBF249CC563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82945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4" r:id="rId1"/>
    <p:sldLayoutId id="2147483825" r:id="rId2"/>
    <p:sldLayoutId id="2147483826" r:id="rId3"/>
    <p:sldLayoutId id="2147483827" r:id="rId4"/>
    <p:sldLayoutId id="2147483828" r:id="rId5"/>
    <p:sldLayoutId id="2147483829" r:id="rId6"/>
    <p:sldLayoutId id="2147483830" r:id="rId7"/>
    <p:sldLayoutId id="2147483831" r:id="rId8"/>
    <p:sldLayoutId id="2147483832" r:id="rId9"/>
    <p:sldLayoutId id="2147483833" r:id="rId10"/>
    <p:sldLayoutId id="2147483834" r:id="rId11"/>
    <p:sldLayoutId id="2147483836" r:id="rId12"/>
    <p:sldLayoutId id="2147483850" r:id="rId13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B8164DE-F7BD-7909-7554-6BC4464E9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46D400-8E1F-40F3-2BAB-4BAE7CEAF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00771C-AA80-A060-9E32-B23134E631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D12F77-E24F-4818-8215-23465D4BBB20}" type="datetimeFigureOut">
              <a:rPr lang="en-SG" smtClean="0"/>
              <a:t>19/4/2025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A8CEE-1D1C-369D-5538-23BCCFBABA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31DA6F-21C1-A0C1-3E0C-8D3355378D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386D9-5CAF-4571-A5F9-46BA768D70F0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185605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9" r:id="rId1"/>
    <p:sldLayoutId id="2147483840" r:id="rId2"/>
    <p:sldLayoutId id="2147483841" r:id="rId3"/>
    <p:sldLayoutId id="2147483842" r:id="rId4"/>
    <p:sldLayoutId id="2147483843" r:id="rId5"/>
    <p:sldLayoutId id="2147483844" r:id="rId6"/>
    <p:sldLayoutId id="2147483845" r:id="rId7"/>
    <p:sldLayoutId id="2147483846" r:id="rId8"/>
    <p:sldLayoutId id="2147483847" r:id="rId9"/>
    <p:sldLayoutId id="2147483848" r:id="rId10"/>
    <p:sldLayoutId id="214748384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youtu.be/qF6aBDS3drA?si=oOEVwqlfeUSRcIsS" TargetMode="External"/><Relationship Id="rId3" Type="http://schemas.openxmlformats.org/officeDocument/2006/relationships/hyperlink" Target="https://youtu.be/0TdjhTy_wcM" TargetMode="External"/><Relationship Id="rId7" Type="http://schemas.openxmlformats.org/officeDocument/2006/relationships/hyperlink" Target="https://youtu.be/wWwZmIX6mlE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youtu.be/ei27krJu5kg" TargetMode="External"/><Relationship Id="rId5" Type="http://schemas.openxmlformats.org/officeDocument/2006/relationships/hyperlink" Target="https://youtu.be/Tjz4yXUJrgU?si=9ckWK6WK0de0p8wb" TargetMode="External"/><Relationship Id="rId4" Type="http://schemas.openxmlformats.org/officeDocument/2006/relationships/hyperlink" Target="https://youtu.be/tNERhj7bk3g?si=fNGTWdw1y5BHHFmf" TargetMode="External"/><Relationship Id="rId9" Type="http://schemas.openxmlformats.org/officeDocument/2006/relationships/hyperlink" Target="https://youtu.be/liH-mpxMTkQ?si=CwH-9vF1pRlnxYJl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4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4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4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6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6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6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6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6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6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16C5B0-5363-2508-22D0-5F0E16F9D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F83B4-3FDC-AB9E-7F61-EE91997B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Hymns List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023BDF8-DC28-7C42-CE79-6E2D21FA89C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8089C85-5C96-F517-DD26-C5A3F165A6A2}"/>
              </a:ext>
            </a:extLst>
          </p:cNvPr>
          <p:cNvSpPr/>
          <p:nvPr/>
        </p:nvSpPr>
        <p:spPr>
          <a:xfrm>
            <a:off x="410401" y="748800"/>
            <a:ext cx="7833599" cy="4147200"/>
          </a:xfrm>
          <a:prstGeom prst="rect">
            <a:avLst/>
          </a:prstGeom>
          <a:solidFill>
            <a:schemeClr val="bg1">
              <a:lumMod val="85000"/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1600" b="1" i="1">
                <a:solidFill>
                  <a:schemeClr val="tx1"/>
                </a:solidFill>
              </a:rPr>
              <a:t>Easter Sunday, 20-Apr-2025. Theme</a:t>
            </a:r>
            <a:r>
              <a:rPr lang="en-US" sz="1600" i="1">
                <a:solidFill>
                  <a:schemeClr val="tx1"/>
                </a:solidFill>
              </a:rPr>
              <a:t>: The Resurrection that gives hope of new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</a:rPr>
              <a:t>Opening</a:t>
            </a:r>
            <a:r>
              <a:rPr lang="en-US" sz="1600">
                <a:solidFill>
                  <a:schemeClr val="tx1"/>
                </a:solidFill>
              </a:rPr>
              <a:t>: </a:t>
            </a: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158</a:t>
            </a:r>
            <a:r>
              <a:rPr lang="en-US" sz="1600">
                <a:solidFill>
                  <a:schemeClr val="tx1"/>
                </a:solidFill>
              </a:rPr>
              <a:t> - </a:t>
            </a:r>
            <a:r>
              <a:rPr lang="en-US" sz="1600" err="1">
                <a:solidFill>
                  <a:schemeClr val="tx1"/>
                </a:solidFill>
              </a:rPr>
              <a:t>Kristhu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veendum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jeevichu</a:t>
            </a: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</a:rPr>
              <a:t>B/A</a:t>
            </a:r>
            <a:r>
              <a:rPr lang="en-US" sz="1600">
                <a:solidFill>
                  <a:schemeClr val="tx1"/>
                </a:solidFill>
              </a:rPr>
              <a:t>: </a:t>
            </a: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363</a:t>
            </a:r>
            <a:r>
              <a:rPr lang="en-US" sz="1600">
                <a:solidFill>
                  <a:schemeClr val="tx1"/>
                </a:solidFill>
              </a:rPr>
              <a:t> - Sthothrangal </a:t>
            </a:r>
            <a:r>
              <a:rPr lang="en-US" sz="1600" err="1">
                <a:solidFill>
                  <a:schemeClr val="tx1"/>
                </a:solidFill>
              </a:rPr>
              <a:t>paadi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njaan</a:t>
            </a: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</a:rPr>
              <a:t>Offertory</a:t>
            </a:r>
            <a:r>
              <a:rPr lang="en-US" sz="1600">
                <a:solidFill>
                  <a:schemeClr val="tx1"/>
                </a:solidFill>
              </a:rPr>
              <a:t>: </a:t>
            </a: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156</a:t>
            </a:r>
            <a:r>
              <a:rPr lang="en-US" sz="1600">
                <a:solidFill>
                  <a:schemeClr val="tx1"/>
                </a:solidFill>
              </a:rPr>
              <a:t> - </a:t>
            </a:r>
            <a:r>
              <a:rPr lang="en-US" sz="1600" err="1">
                <a:solidFill>
                  <a:schemeClr val="tx1"/>
                </a:solidFill>
              </a:rPr>
              <a:t>Inneeshu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raajan</a:t>
            </a: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</a:rPr>
              <a:t>Confession</a:t>
            </a:r>
            <a:r>
              <a:rPr lang="en-US" sz="1600">
                <a:solidFill>
                  <a:schemeClr val="tx1"/>
                </a:solidFill>
              </a:rPr>
              <a:t>: Yeshuve </a:t>
            </a:r>
            <a:r>
              <a:rPr lang="en-US" sz="1600" err="1">
                <a:solidFill>
                  <a:schemeClr val="tx1"/>
                </a:solidFill>
              </a:rPr>
              <a:t>nin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paadam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kumbidunne</a:t>
            </a:r>
            <a:endParaRPr lang="en-US" sz="160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</a:rPr>
              <a:t>Communion</a:t>
            </a:r>
            <a:r>
              <a:rPr lang="en-US" sz="1600">
                <a:solidFill>
                  <a:schemeClr val="tx1"/>
                </a:solidFill>
              </a:rPr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152</a:t>
            </a:r>
            <a:r>
              <a:rPr lang="en-US" sz="1600">
                <a:solidFill>
                  <a:schemeClr val="tx1"/>
                </a:solidFill>
              </a:rPr>
              <a:t> - </a:t>
            </a:r>
            <a:r>
              <a:rPr lang="en-US" sz="1600" err="1">
                <a:solidFill>
                  <a:schemeClr val="tx1"/>
                </a:solidFill>
              </a:rPr>
              <a:t>Kalashichu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Kadhora</a:t>
            </a:r>
            <a:r>
              <a:rPr lang="en-US" sz="1600">
                <a:solidFill>
                  <a:schemeClr val="tx1"/>
                </a:solidFill>
              </a:rPr>
              <a:t> (</a:t>
            </a:r>
            <a:r>
              <a:rPr lang="en-US" sz="1600">
                <a:solidFill>
                  <a:schemeClr val="tx1"/>
                </a:solidFill>
                <a:hlinkClick r:id="rId3"/>
              </a:rPr>
              <a:t>https://youtu.be/0TdjhTy_wcM</a:t>
            </a:r>
            <a:r>
              <a:rPr lang="en-US" sz="1600">
                <a:solidFill>
                  <a:schemeClr val="tx1"/>
                </a:solidFill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154</a:t>
            </a:r>
            <a:r>
              <a:rPr lang="en-US" sz="1600">
                <a:solidFill>
                  <a:schemeClr val="tx1"/>
                </a:solidFill>
              </a:rPr>
              <a:t> - Yeshu </a:t>
            </a:r>
            <a:r>
              <a:rPr lang="en-US" sz="1600" err="1">
                <a:solidFill>
                  <a:schemeClr val="tx1"/>
                </a:solidFill>
              </a:rPr>
              <a:t>kristhu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uyirthithu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jeevikunnu</a:t>
            </a:r>
            <a:endParaRPr lang="en-US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152</a:t>
            </a:r>
            <a:r>
              <a:rPr lang="en-US" sz="1600">
                <a:solidFill>
                  <a:schemeClr val="tx1"/>
                </a:solidFill>
              </a:rPr>
              <a:t> - Christ arose! </a:t>
            </a:r>
            <a:r>
              <a:rPr lang="en-US" sz="1600">
                <a:solidFill>
                  <a:schemeClr val="tx1"/>
                </a:solidFill>
                <a:hlinkClick r:id="rId4"/>
              </a:rPr>
              <a:t>https://youtu.be/tNERhj7bk3g?si=fNGTWdw1y5BHHFmf</a:t>
            </a:r>
            <a:r>
              <a:rPr lang="en-US" sz="1600">
                <a:solidFill>
                  <a:schemeClr val="tx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(48) </a:t>
            </a:r>
            <a:r>
              <a:rPr lang="en-US" sz="1600">
                <a:solidFill>
                  <a:schemeClr val="tx1"/>
                </a:solidFill>
              </a:rPr>
              <a:t>- Thine is the glory </a:t>
            </a:r>
            <a:r>
              <a:rPr lang="en-US" sz="1600">
                <a:solidFill>
                  <a:schemeClr val="tx1"/>
                </a:solidFill>
                <a:hlinkClick r:id="rId5"/>
              </a:rPr>
              <a:t>https://youtu.be/Tjz4yXUJrgU?si=9ckWK6WK0de0p8wb</a:t>
            </a:r>
            <a:endParaRPr lang="en-US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Yeshuve </a:t>
            </a:r>
            <a:r>
              <a:rPr lang="en-US" sz="1600" err="1">
                <a:solidFill>
                  <a:schemeClr val="tx1"/>
                </a:solidFill>
              </a:rPr>
              <a:t>nin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paadam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  <a:hlinkClick r:id="rId6"/>
              </a:rPr>
              <a:t>https://youtu.be/ei27krJu5kg</a:t>
            </a:r>
            <a:endParaRPr lang="en-US" sz="1600">
              <a:solidFill>
                <a:schemeClr val="tx1"/>
              </a:solidFill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143</a:t>
            </a:r>
            <a:r>
              <a:rPr lang="en-US" sz="1600">
                <a:solidFill>
                  <a:schemeClr val="tx1"/>
                </a:solidFill>
              </a:rPr>
              <a:t> - </a:t>
            </a:r>
            <a:r>
              <a:rPr lang="en-US" sz="1600" err="1">
                <a:solidFill>
                  <a:schemeClr val="tx1"/>
                </a:solidFill>
              </a:rPr>
              <a:t>Enthoranpithappane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  <a:hlinkClick r:id="rId7"/>
              </a:rPr>
              <a:t>https://youtu.be/wWwZmIX6mlE</a:t>
            </a:r>
            <a:r>
              <a:rPr lang="en-US" sz="1600">
                <a:solidFill>
                  <a:schemeClr val="tx1"/>
                </a:solidFill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tx1"/>
                </a:solidFill>
              </a:rPr>
              <a:t>I serve a Risen </a:t>
            </a:r>
            <a:r>
              <a:rPr lang="en-US" sz="1600" err="1">
                <a:solidFill>
                  <a:schemeClr val="tx1"/>
                </a:solidFill>
              </a:rPr>
              <a:t>Saviour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>
                <a:solidFill>
                  <a:schemeClr val="tx1"/>
                </a:solidFill>
                <a:hlinkClick r:id="rId8"/>
              </a:rPr>
              <a:t>https://youtu.be/qF6aBDS3drA?si=oOEVwqlfeUSRcIsS</a:t>
            </a:r>
            <a:r>
              <a:rPr lang="en-US" sz="1600">
                <a:solidFill>
                  <a:schemeClr val="tx1"/>
                </a:solidFill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>
                <a:solidFill>
                  <a:schemeClr val="tx1"/>
                </a:solidFill>
              </a:rPr>
              <a:t>Closing</a:t>
            </a:r>
            <a:r>
              <a:rPr lang="en-US" sz="1600">
                <a:solidFill>
                  <a:schemeClr val="tx1"/>
                </a:solidFill>
              </a:rPr>
              <a:t>: </a:t>
            </a:r>
            <a:r>
              <a:rPr lang="en-US" sz="1600">
                <a:solidFill>
                  <a:schemeClr val="tx1"/>
                </a:solidFill>
                <a:highlight>
                  <a:srgbClr val="FAF5F0"/>
                </a:highlight>
              </a:rPr>
              <a:t>155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Maranam</a:t>
            </a:r>
            <a:r>
              <a:rPr lang="en-US" sz="1600">
                <a:solidFill>
                  <a:schemeClr val="tx1"/>
                </a:solidFill>
              </a:rPr>
              <a:t> </a:t>
            </a:r>
            <a:r>
              <a:rPr lang="en-US" sz="1600" err="1">
                <a:solidFill>
                  <a:schemeClr val="tx1"/>
                </a:solidFill>
              </a:rPr>
              <a:t>jayicha</a:t>
            </a:r>
            <a:r>
              <a:rPr lang="en-US" sz="1600">
                <a:solidFill>
                  <a:schemeClr val="tx1"/>
                </a:solidFill>
              </a:rPr>
              <a:t> Veera </a:t>
            </a:r>
            <a:br>
              <a:rPr lang="en-US" sz="1600">
                <a:solidFill>
                  <a:schemeClr val="tx1"/>
                </a:solidFill>
              </a:rPr>
            </a:br>
            <a:r>
              <a:rPr lang="en-US" sz="1600">
                <a:solidFill>
                  <a:schemeClr val="tx1"/>
                </a:solidFill>
              </a:rPr>
              <a:t>(Tune: </a:t>
            </a:r>
            <a:r>
              <a:rPr lang="en-US" sz="1600" err="1">
                <a:solidFill>
                  <a:schemeClr val="tx1"/>
                </a:solidFill>
              </a:rPr>
              <a:t>Saviour</a:t>
            </a:r>
            <a:r>
              <a:rPr lang="en-US" sz="1600">
                <a:solidFill>
                  <a:schemeClr val="tx1"/>
                </a:solidFill>
              </a:rPr>
              <a:t> like a shepherd </a:t>
            </a:r>
            <a:r>
              <a:rPr lang="en-US" sz="1600">
                <a:solidFill>
                  <a:schemeClr val="tx1"/>
                </a:solidFill>
                <a:hlinkClick r:id="rId9"/>
              </a:rPr>
              <a:t>https://youtu.be/liH-mpxMTkQ?si=CwH-9vF1pRlnxYJl</a:t>
            </a:r>
            <a:r>
              <a:rPr lang="en-US" sz="1600">
                <a:solidFill>
                  <a:schemeClr val="tx1"/>
                </a:solidFill>
              </a:rPr>
              <a:t> 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SG" sz="16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9470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A310C7A2-B140-7C31-BCBA-76CAF5F59BEF}"/>
              </a:ext>
            </a:extLst>
          </p:cNvPr>
          <p:cNvSpPr txBox="1">
            <a:spLocks/>
          </p:cNvSpPr>
          <p:nvPr/>
        </p:nvSpPr>
        <p:spPr>
          <a:xfrm>
            <a:off x="-12031" y="1679968"/>
            <a:ext cx="9156031" cy="1783563"/>
          </a:xfrm>
          <a:prstGeom prst="rect">
            <a:avLst/>
          </a:prstGeom>
          <a:noFill/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Opening Hymn</a:t>
            </a:r>
          </a:p>
          <a:p>
            <a:pPr marL="0" indent="0" algn="ctr">
              <a:buNone/>
              <a:tabLst>
                <a:tab pos="1423952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158</a:t>
            </a:r>
          </a:p>
        </p:txBody>
      </p:sp>
    </p:spTree>
    <p:extLst>
      <p:ext uri="{BB962C8B-B14F-4D97-AF65-F5344CB8AC3E}">
        <p14:creationId xmlns:p14="http://schemas.microsoft.com/office/powerpoint/2010/main" val="23296912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158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/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1638D45-CE17-40C1-F11F-770D918C473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1 of 4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905A2DF-1131-91B8-F9F4-29C2BA98F4E1}"/>
              </a:ext>
            </a:extLst>
          </p:cNvPr>
          <p:cNvSpPr txBox="1"/>
          <p:nvPr/>
        </p:nvSpPr>
        <p:spPr>
          <a:xfrm>
            <a:off x="1234118" y="578085"/>
            <a:ext cx="6675764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dirty="0" err="1">
                <a:latin typeface="Segoe UI"/>
                <a:cs typeface="Segoe UI"/>
              </a:rPr>
              <a:t>Kristhu</a:t>
            </a:r>
            <a:r>
              <a:rPr lang="en-US" sz="2800" dirty="0">
                <a:latin typeface="Segoe UI"/>
                <a:cs typeface="Segoe UI"/>
              </a:rPr>
              <a:t> vee-</a:t>
            </a:r>
            <a:r>
              <a:rPr lang="en-US" sz="2800" dirty="0" err="1">
                <a:latin typeface="Segoe UI"/>
                <a:cs typeface="Segoe UI"/>
              </a:rPr>
              <a:t>ndum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jeevichu-Hallellujah</a:t>
            </a:r>
            <a:r>
              <a:rPr lang="en-US" sz="2800" dirty="0">
                <a:latin typeface="Segoe UI"/>
                <a:cs typeface="Segoe UI"/>
              </a:rPr>
              <a:t>,</a:t>
            </a:r>
          </a:p>
          <a:p>
            <a:r>
              <a:rPr lang="en-US" sz="2800" dirty="0">
                <a:latin typeface="Segoe UI"/>
                <a:cs typeface="Segoe UI"/>
              </a:rPr>
              <a:t>Shathru-</a:t>
            </a:r>
            <a:r>
              <a:rPr lang="en-US" sz="2800" dirty="0" err="1">
                <a:latin typeface="Segoe UI"/>
                <a:cs typeface="Segoe UI"/>
              </a:rPr>
              <a:t>koottam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thottithu</a:t>
            </a:r>
            <a:r>
              <a:rPr lang="en-US" sz="2800" dirty="0">
                <a:latin typeface="Segoe UI"/>
                <a:cs typeface="Segoe UI"/>
              </a:rPr>
              <a:t> - Hallelujah,</a:t>
            </a:r>
          </a:p>
          <a:p>
            <a:r>
              <a:rPr lang="en-US" sz="2800" dirty="0">
                <a:latin typeface="Segoe UI"/>
                <a:cs typeface="Segoe UI"/>
              </a:rPr>
              <a:t>Mel </a:t>
            </a:r>
            <a:r>
              <a:rPr lang="en-US" sz="2800" dirty="0" err="1">
                <a:latin typeface="Segoe UI"/>
                <a:cs typeface="Segoe UI"/>
              </a:rPr>
              <a:t>lokangal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padatte</a:t>
            </a:r>
            <a:r>
              <a:rPr lang="en-US" sz="2800" dirty="0">
                <a:latin typeface="Segoe UI"/>
                <a:cs typeface="Segoe UI"/>
              </a:rPr>
              <a:t> - Hallelujah,</a:t>
            </a:r>
          </a:p>
          <a:p>
            <a:r>
              <a:rPr lang="en-US" sz="2800" dirty="0">
                <a:latin typeface="Segoe UI"/>
                <a:cs typeface="Segoe UI"/>
              </a:rPr>
              <a:t>Bhoomi </a:t>
            </a:r>
            <a:r>
              <a:rPr lang="en-US" sz="2800" dirty="0" err="1">
                <a:latin typeface="Segoe UI"/>
                <a:cs typeface="Segoe UI"/>
              </a:rPr>
              <a:t>sthuthi</a:t>
            </a:r>
            <a:r>
              <a:rPr lang="en-US" sz="2800" dirty="0">
                <a:latin typeface="Segoe UI"/>
                <a:cs typeface="Segoe UI"/>
              </a:rPr>
              <a:t> </a:t>
            </a:r>
            <a:r>
              <a:rPr lang="en-US" sz="2800" dirty="0" err="1">
                <a:latin typeface="Segoe UI"/>
                <a:cs typeface="Segoe UI"/>
              </a:rPr>
              <a:t>chollatte</a:t>
            </a:r>
            <a:r>
              <a:rPr lang="en-US" sz="2800" dirty="0">
                <a:latin typeface="Segoe UI"/>
                <a:cs typeface="Segoe UI"/>
              </a:rPr>
              <a:t> - Hallelujah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3A3D43-756F-CF37-1BB3-453DF324C46B}"/>
              </a:ext>
            </a:extLst>
          </p:cNvPr>
          <p:cNvSpPr txBox="1"/>
          <p:nvPr/>
        </p:nvSpPr>
        <p:spPr>
          <a:xfrm>
            <a:off x="511420" y="2571750"/>
            <a:ext cx="8112785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ക്രിസ്തു വീണ്ടും ജീവിച്ചു –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ശത്രുക്കൂട്ടം തോറ്റിതു –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മേല്‍ ലോകങ്ങള്‍ – പാടട്ടെ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ഭൂ-മി സ്തുതി ചെയ്യട്ടെ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  <a:endParaRPr lang="en-US" sz="26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4046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3686A2-BD0D-611E-8E5F-49CC02872A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BDF63-7AAD-260C-38BD-5C3A9181E6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158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01E8900-6A7B-BD2E-03A9-3406FD5CC3A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E64E00-BAC6-E9AC-5163-A1921A3F8CC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2 of 4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CBDA6B6-D4A5-4BA2-704B-7C7B5A267367}"/>
              </a:ext>
            </a:extLst>
          </p:cNvPr>
          <p:cNvSpPr txBox="1"/>
          <p:nvPr/>
        </p:nvSpPr>
        <p:spPr>
          <a:xfrm>
            <a:off x="1468575" y="713275"/>
            <a:ext cx="6341299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Murhivettu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thiru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-kaal - Hallelujah,</a:t>
            </a:r>
          </a:p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Mruthyuvinte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kayyinaal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Hallelujah,</a:t>
            </a:r>
          </a:p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Shathruvinte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thalaye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Hallelujah,</a:t>
            </a:r>
          </a:p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Kristhu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err="1">
                <a:solidFill>
                  <a:srgbClr val="000000"/>
                </a:solidFill>
                <a:latin typeface="Segoe UI"/>
                <a:cs typeface="Segoe UI"/>
              </a:rPr>
              <a:t>c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hatha-cchudane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03E3A8A-C15B-C249-3B4F-9955B38EB8B3}"/>
              </a:ext>
            </a:extLst>
          </p:cNvPr>
          <p:cNvSpPr txBox="1"/>
          <p:nvPr/>
        </p:nvSpPr>
        <p:spPr>
          <a:xfrm>
            <a:off x="515608" y="2703297"/>
            <a:ext cx="8112785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മുറിവേറ്റു തിരുകാല്‍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മൃത്യുവിന്‍റെ കയ്യിനാല്‍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ശത്രുവിന്‍റെ തലയെ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ക്രിസ്തു ചതച്ചുടനെ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  <a:endParaRPr lang="en-US" sz="26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514034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A5F12-36F6-6AF3-4BE2-71D17CFDA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C1E16-4ACD-B93A-1D69-EF5190DF54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Opening Song – Hymn 158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EE63F03-B672-E884-2BA4-9DEDC88AD32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4CB61AB-4BA0-8E05-FE56-72A2B54EB0A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3 of 4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9112E8E-1B22-E119-C7DA-3D414A8D4275}"/>
              </a:ext>
            </a:extLst>
          </p:cNvPr>
          <p:cNvSpPr txBox="1"/>
          <p:nvPr/>
        </p:nvSpPr>
        <p:spPr>
          <a:xfrm>
            <a:off x="993115" y="713275"/>
            <a:ext cx="708408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Keezh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lokathin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vaathilin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Hallelujah,</a:t>
            </a:r>
          </a:p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Thaakkol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kitti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prabhu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thaan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Halleljah</a:t>
            </a:r>
            <a:endParaRPr lang="en-US" sz="2800" b="0" i="0">
              <a:solidFill>
                <a:srgbClr val="000000"/>
              </a:solidFill>
              <a:effectLst/>
              <a:latin typeface="Segoe UI"/>
              <a:cs typeface="Segoe UI"/>
            </a:endParaRPr>
          </a:p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Thurannittu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visudhar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Hallelujah,</a:t>
            </a:r>
          </a:p>
          <a:p>
            <a:r>
              <a:rPr lang="en-US" sz="2800" b="0" i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Ezhunetta-nekamper</a:t>
            </a:r>
            <a:r>
              <a:rPr lang="en-US" sz="2800" b="0" i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443B48-4C32-0888-4B97-A7F0B7B79C36}"/>
              </a:ext>
            </a:extLst>
          </p:cNvPr>
          <p:cNvSpPr txBox="1"/>
          <p:nvPr/>
        </p:nvSpPr>
        <p:spPr>
          <a:xfrm>
            <a:off x="176510" y="2773970"/>
            <a:ext cx="8790981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കീഴ്</a:t>
            </a:r>
            <a:r>
              <a:rPr lang="en-SG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ലോകത്തിന്‍ വാതിലിന്‍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-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താക്കോല്‍കിട്ടി പ്രഭു താന്‍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-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  <a:endParaRPr lang="en-US" sz="26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തുറന്നിട്ടു വിശുദ്ധര്‍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-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എഴുന്നേറ്റനേകം പേര്‍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-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  <a:endParaRPr lang="en-US" sz="26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4722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4004F-4224-7A84-CEC9-E3F5544801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0A543-BD77-2D03-E7CE-1DFE0B034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/>
                <a:cs typeface="Segoe UI"/>
              </a:rPr>
              <a:t>Opening Song – Hymn 158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C36D0C4-30BE-ECAC-32A3-BDC24EDFB75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9AF32EC-A23A-CE0A-76BC-B99FF6A1EF9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Opening: 4 of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FF41E1-D7A3-1D3F-2964-C1DA427DA8B9}"/>
              </a:ext>
            </a:extLst>
          </p:cNvPr>
          <p:cNvSpPr txBox="1"/>
          <p:nvPr/>
        </p:nvSpPr>
        <p:spPr>
          <a:xfrm>
            <a:off x="935965" y="713275"/>
            <a:ext cx="708408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Ghoshippin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than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janame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</a:t>
            </a:r>
          </a:p>
          <a:p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Vazhthuvin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than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naamathe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Hallelujah,</a:t>
            </a:r>
          </a:p>
          <a:p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Kristhu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Yeshu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rakshakan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-Hallelujah</a:t>
            </a:r>
          </a:p>
          <a:p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Ennume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</a:t>
            </a:r>
            <a:r>
              <a:rPr lang="en-US" sz="2800" b="0" i="0" dirty="0" err="1">
                <a:solidFill>
                  <a:srgbClr val="000000"/>
                </a:solidFill>
                <a:effectLst/>
                <a:latin typeface="Segoe UI"/>
                <a:cs typeface="Segoe UI"/>
              </a:rPr>
              <a:t>paraaparan</a:t>
            </a:r>
            <a:r>
              <a:rPr lang="en-US" sz="2800" b="0" i="0" dirty="0">
                <a:solidFill>
                  <a:srgbClr val="000000"/>
                </a:solidFill>
                <a:effectLst/>
                <a:latin typeface="Segoe UI"/>
                <a:cs typeface="Segoe UI"/>
              </a:rPr>
              <a:t> - Hallelujah.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C8460B-46BF-4586-E3EB-ABE37B2A7302}"/>
              </a:ext>
            </a:extLst>
          </p:cNvPr>
          <p:cNvSpPr txBox="1"/>
          <p:nvPr/>
        </p:nvSpPr>
        <p:spPr>
          <a:xfrm>
            <a:off x="243463" y="2752725"/>
            <a:ext cx="8648700" cy="215443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ഘോഷിപ്പിന്‍ തന്‍ ജനമേ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വാഴ്ത്തുവിന്‍ തന്‍ നാമത്തെ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ക്രിസ്തുയേശു രക്ഷകന്‍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</a:p>
          <a:p>
            <a:pPr algn="ctr">
              <a:spcAft>
                <a:spcPts val="1200"/>
              </a:spcAft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എന്നുമേ പരാപരന്‍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ഹാ- ആലേ-ലുയ്യാ</a:t>
            </a:r>
            <a:endParaRPr lang="en-US" sz="26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0142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02174-DEBC-400F-A4DF-B2DD71DE45B9}"/>
              </a:ext>
            </a:extLst>
          </p:cNvPr>
          <p:cNvSpPr txBox="1">
            <a:spLocks/>
          </p:cNvSpPr>
          <p:nvPr/>
        </p:nvSpPr>
        <p:spPr>
          <a:xfrm>
            <a:off x="0" y="1410159"/>
            <a:ext cx="9144000" cy="1777437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GB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itchFamily="82" charset="0"/>
              </a:rPr>
              <a:t>Thanksgiving Prayers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Hymn No. 363</a:t>
            </a:r>
          </a:p>
        </p:txBody>
      </p:sp>
    </p:spTree>
    <p:extLst>
      <p:ext uri="{BB962C8B-B14F-4D97-AF65-F5344CB8AC3E}">
        <p14:creationId xmlns:p14="http://schemas.microsoft.com/office/powerpoint/2010/main" val="347759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595D6-263B-3E11-7BEE-94815392A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126AFE02-66EF-32EF-25F0-F8A032DB7770}"/>
              </a:ext>
            </a:extLst>
          </p:cNvPr>
          <p:cNvSpPr txBox="1"/>
          <p:nvPr/>
        </p:nvSpPr>
        <p:spPr>
          <a:xfrm>
            <a:off x="1001383" y="713275"/>
            <a:ext cx="7084085" cy="13849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err="1">
                <a:latin typeface="Segoe UI"/>
                <a:ea typeface="+mn-lt"/>
                <a:cs typeface="Segoe UI"/>
              </a:rPr>
              <a:t>Sthothrangalh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paadi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njan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vazhtheedume</a:t>
            </a:r>
            <a:endParaRPr lang="en-US" sz="2800">
              <a:latin typeface="Segoe UI"/>
              <a:ea typeface="+mn-lt"/>
              <a:cs typeface="Segoe UI"/>
            </a:endParaRPr>
          </a:p>
          <a:p>
            <a:pPr algn="ctr"/>
            <a:r>
              <a:rPr lang="en-US" sz="2800" err="1">
                <a:latin typeface="Segoe UI"/>
                <a:ea typeface="+mn-lt"/>
                <a:cs typeface="Segoe UI"/>
              </a:rPr>
              <a:t>Devaadhi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devane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rajaadhi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rajane</a:t>
            </a:r>
            <a:endParaRPr lang="en-US" sz="2800">
              <a:latin typeface="Segoe UI"/>
              <a:ea typeface="+mn-lt"/>
              <a:cs typeface="Segoe UI"/>
            </a:endParaRPr>
          </a:p>
          <a:p>
            <a:pPr algn="ctr"/>
            <a:r>
              <a:rPr lang="en-US" sz="2800" err="1">
                <a:latin typeface="Segoe UI"/>
                <a:ea typeface="+mn-lt"/>
                <a:cs typeface="Segoe UI"/>
              </a:rPr>
              <a:t>Vaazhthi</a:t>
            </a:r>
            <a:r>
              <a:rPr lang="en-US" sz="2800">
                <a:latin typeface="Segoe UI"/>
                <a:ea typeface="+mn-lt"/>
                <a:cs typeface="Segoe UI"/>
              </a:rPr>
              <a:t> </a:t>
            </a:r>
            <a:r>
              <a:rPr lang="en-US" sz="2800" err="1">
                <a:latin typeface="Segoe UI"/>
                <a:ea typeface="+mn-lt"/>
                <a:cs typeface="Segoe UI"/>
              </a:rPr>
              <a:t>vanhangeedume</a:t>
            </a:r>
            <a:endParaRPr lang="en-US" sz="2800">
              <a:latin typeface="Segoe UI"/>
              <a:cs typeface="Segoe U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119393-2E07-9BA8-3601-874709AD61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Thanksgiving Prayers 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E0C6967-EF0A-E504-0E46-4C1AF83739E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84F7B6-9E31-10FC-E2D5-95C9D46485E8}"/>
              </a:ext>
            </a:extLst>
          </p:cNvPr>
          <p:cNvSpPr txBox="1"/>
          <p:nvPr/>
        </p:nvSpPr>
        <p:spPr>
          <a:xfrm>
            <a:off x="7068968" y="4835725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Thanksgiving: 1 of 1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DECDFEC-D219-F3A1-C2B4-7BE22C1047EE}"/>
              </a:ext>
            </a:extLst>
          </p:cNvPr>
          <p:cNvGrpSpPr/>
          <p:nvPr/>
        </p:nvGrpSpPr>
        <p:grpSpPr>
          <a:xfrm>
            <a:off x="8142617" y="1368829"/>
            <a:ext cx="453537" cy="700393"/>
            <a:chOff x="8142617" y="1289086"/>
            <a:chExt cx="453537" cy="700393"/>
          </a:xfrm>
        </p:grpSpPr>
        <p:sp>
          <p:nvSpPr>
            <p:cNvPr id="3" name="Right Brace 2">
              <a:extLst>
                <a:ext uri="{FF2B5EF4-FFF2-40B4-BE49-F238E27FC236}">
                  <a16:creationId xmlns:a16="http://schemas.microsoft.com/office/drawing/2014/main" id="{1D01B9A4-FEC6-F5F8-9AB2-405C61AED9A3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DD5E96DE-C29A-1709-9884-9128CB4214F5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D593D98-1A73-D535-7BC0-08AE5424274B}"/>
              </a:ext>
            </a:extLst>
          </p:cNvPr>
          <p:cNvSpPr txBox="1"/>
          <p:nvPr/>
        </p:nvSpPr>
        <p:spPr>
          <a:xfrm>
            <a:off x="190500" y="2571750"/>
            <a:ext cx="8648700" cy="19774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8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സ്തോത്രങ്ങൾ പാടി ഞാൻ വാഴ്ത്തിടുമേ</a:t>
            </a:r>
          </a:p>
          <a:p>
            <a:pPr algn="ctr">
              <a:lnSpc>
                <a:spcPct val="150000"/>
              </a:lnSpc>
            </a:pPr>
            <a:r>
              <a:rPr lang="ml-IN" sz="28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ദേവാധിദേവനെ രാജാധിരാജാവെ</a:t>
            </a:r>
          </a:p>
          <a:p>
            <a:pPr algn="ctr">
              <a:lnSpc>
                <a:spcPct val="150000"/>
              </a:lnSpc>
            </a:pPr>
            <a:r>
              <a:rPr lang="ml-IN" sz="28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വാഴ്ത്തി വണങ്ങിടുമേ</a:t>
            </a:r>
            <a:endParaRPr lang="en-US" sz="280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4809BBAF-FD09-2990-51DA-14FEA3EED2FE}"/>
              </a:ext>
            </a:extLst>
          </p:cNvPr>
          <p:cNvGrpSpPr/>
          <p:nvPr/>
        </p:nvGrpSpPr>
        <p:grpSpPr>
          <a:xfrm>
            <a:off x="8227806" y="3550321"/>
            <a:ext cx="453537" cy="700393"/>
            <a:chOff x="8142617" y="1289086"/>
            <a:chExt cx="453537" cy="700393"/>
          </a:xfrm>
        </p:grpSpPr>
        <p:sp>
          <p:nvSpPr>
            <p:cNvPr id="8" name="Right Brace 7">
              <a:extLst>
                <a:ext uri="{FF2B5EF4-FFF2-40B4-BE49-F238E27FC236}">
                  <a16:creationId xmlns:a16="http://schemas.microsoft.com/office/drawing/2014/main" id="{8525A1C3-9C6D-CB35-DE2E-AB149D75E7DB}"/>
                </a:ext>
              </a:extLst>
            </p:cNvPr>
            <p:cNvSpPr/>
            <p:nvPr/>
          </p:nvSpPr>
          <p:spPr>
            <a:xfrm>
              <a:off x="8142617" y="1289086"/>
              <a:ext cx="170380" cy="700393"/>
            </a:xfrm>
            <a:prstGeom prst="righ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A9D3D06-DDD1-6971-E346-07DC0F45DAC2}"/>
                </a:ext>
              </a:extLst>
            </p:cNvPr>
            <p:cNvSpPr txBox="1"/>
            <p:nvPr/>
          </p:nvSpPr>
          <p:spPr>
            <a:xfrm>
              <a:off x="8312997" y="1453456"/>
              <a:ext cx="28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807799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4B59398-515B-40E4-9922-357DB2AB5477}"/>
              </a:ext>
            </a:extLst>
          </p:cNvPr>
          <p:cNvSpPr txBox="1">
            <a:spLocks/>
          </p:cNvSpPr>
          <p:nvPr/>
        </p:nvSpPr>
        <p:spPr>
          <a:xfrm>
            <a:off x="1645063" y="1773360"/>
            <a:ext cx="6109545" cy="2038951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</a:pP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Offertory </a:t>
            </a:r>
          </a:p>
          <a:p>
            <a:pPr marL="0" indent="0" algn="ctr">
              <a:buNone/>
              <a:tabLst>
                <a:tab pos="1423880" algn="l"/>
              </a:tabLst>
            </a:pPr>
            <a:r>
              <a:rPr lang="en-SG"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  <a:ea typeface="Calibri"/>
                <a:cs typeface="Calibri"/>
              </a:rPr>
              <a:t>Hymn No 156</a:t>
            </a:r>
            <a:endParaRPr lang="en-US" sz="600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  <a:ea typeface="Calibri"/>
              <a:cs typeface="Calibri"/>
            </a:endParaRPr>
          </a:p>
          <a:p>
            <a:pPr marL="0" indent="0" algn="ctr">
              <a:buNone/>
              <a:tabLst>
                <a:tab pos="1423880" algn="l"/>
              </a:tabLst>
            </a:pPr>
            <a:endParaRPr lang="en-US" sz="60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3749989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Hymn- 156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E21420-34C8-30C5-50CE-1D01ED744F9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1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0BD5696-85A7-DDD4-3D7A-82F0B5AFE44E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9201B77-84D1-A4FE-9F53-42BD530956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5808DF5-7C67-12E4-2659-2733E65F55E1}"/>
              </a:ext>
            </a:extLst>
          </p:cNvPr>
          <p:cNvSpPr txBox="1"/>
          <p:nvPr/>
        </p:nvSpPr>
        <p:spPr>
          <a:xfrm>
            <a:off x="336198" y="713275"/>
            <a:ext cx="5083528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dirty="0">
                <a:latin typeface="Segoe UI"/>
                <a:ea typeface="+mn-lt"/>
                <a:cs typeface="Segoe UI"/>
              </a:rPr>
              <a:t>Inneshu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raa-janu-yirthe</a:t>
            </a:r>
            <a:r>
              <a:rPr lang="en-US" sz="2600" dirty="0">
                <a:latin typeface="Segoe UI"/>
                <a:ea typeface="+mn-lt"/>
                <a:cs typeface="Segoe UI"/>
              </a:rPr>
              <a:t>-</a:t>
            </a:r>
          </a:p>
          <a:p>
            <a:r>
              <a:rPr lang="en-US" sz="2600" dirty="0" err="1">
                <a:latin typeface="Segoe UI"/>
                <a:ea typeface="+mn-lt"/>
                <a:cs typeface="Segoe UI"/>
              </a:rPr>
              <a:t>zhunne-ttalle-luyaa</a:t>
            </a:r>
            <a:r>
              <a:rPr lang="en-US" sz="2600" dirty="0">
                <a:latin typeface="Segoe UI"/>
                <a:ea typeface="+mn-lt"/>
                <a:cs typeface="Segoe UI"/>
              </a:rPr>
              <a:t>!</a:t>
            </a:r>
          </a:p>
          <a:p>
            <a:r>
              <a:rPr lang="en-US" sz="2600" dirty="0">
                <a:latin typeface="Segoe UI"/>
                <a:ea typeface="+mn-lt"/>
                <a:cs typeface="Segoe UI"/>
              </a:rPr>
              <a:t>Van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naasha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shaapa-chaavukalh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</a:p>
          <a:p>
            <a:r>
              <a:rPr lang="en-US" sz="2600" dirty="0" err="1">
                <a:latin typeface="Segoe UI"/>
                <a:ea typeface="+mn-lt"/>
                <a:cs typeface="Segoe UI"/>
              </a:rPr>
              <a:t>jayichalle-luyaa</a:t>
            </a:r>
            <a:r>
              <a:rPr lang="en-US" sz="2600" dirty="0">
                <a:latin typeface="Segoe UI"/>
                <a:ea typeface="+mn-lt"/>
                <a:cs typeface="Segoe UI"/>
              </a:rPr>
              <a:t>!</a:t>
            </a:r>
            <a:endParaRPr lang="en-US" sz="2600" dirty="0"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ED888C-4677-964B-8923-FC2BB06FF192}"/>
              </a:ext>
            </a:extLst>
          </p:cNvPr>
          <p:cNvSpPr txBox="1"/>
          <p:nvPr/>
        </p:nvSpPr>
        <p:spPr>
          <a:xfrm>
            <a:off x="333774" y="2546637"/>
            <a:ext cx="4971651" cy="2442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ഇന്നേശു രാജ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നുയിര്‍ത്തെ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ഴുന്നേറ്റല്ലേ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ലൂയാ!</a:t>
            </a:r>
          </a:p>
          <a:p>
            <a:pPr>
              <a:lnSpc>
                <a:spcPct val="150000"/>
              </a:lnSpc>
            </a:pP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വന്‍നാശ ശാപ-ചാവുകള്‍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ജയിച്ചല്ലേ</a:t>
            </a:r>
            <a:r>
              <a:rPr lang="en-US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6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ലൂ-യാ!</a:t>
            </a:r>
            <a:endParaRPr lang="en-US" sz="2600" dirty="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756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CC6AE-CE9A-D569-ED08-95A21D266F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2C4B9-58B8-19FA-8BCB-B890A6233B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Hymn- 156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95C059-3F46-EC92-FF9D-3A97EFD37C74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2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B8FCD1F-7D51-1063-6BF1-5CA210B07EDB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99564E1D-57D0-E09D-102D-180D17DD70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4E3D9C2-0264-A265-4DFB-16A6CA780D74}"/>
              </a:ext>
            </a:extLst>
          </p:cNvPr>
          <p:cNvSpPr txBox="1"/>
          <p:nvPr/>
        </p:nvSpPr>
        <p:spPr>
          <a:xfrm>
            <a:off x="186169" y="500556"/>
            <a:ext cx="578167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200" b="0" dirty="0">
                <a:effectLst/>
                <a:latin typeface="BlinkMacSystemFont"/>
              </a:rPr>
              <a:t>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 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</a:t>
            </a:r>
            <a:br>
              <a:rPr lang="en-SG" sz="2200" dirty="0"/>
            </a:br>
            <a:r>
              <a:rPr lang="en-SG" sz="2200" b="0" dirty="0">
                <a:effectLst/>
                <a:latin typeface="BlinkMacSystemFont"/>
              </a:rPr>
              <a:t>Paraa-para-</a:t>
            </a:r>
            <a:r>
              <a:rPr lang="en-SG" sz="2200" b="0" dirty="0" err="1">
                <a:effectLst/>
                <a:latin typeface="BlinkMacSystemFont"/>
              </a:rPr>
              <a:t>suthan</a:t>
            </a:r>
            <a:r>
              <a:rPr lang="en-SG" sz="2200" b="0" dirty="0">
                <a:effectLst/>
                <a:latin typeface="BlinkMacSystemFont"/>
              </a:rPr>
              <a:t> Yeshu </a:t>
            </a:r>
            <a:r>
              <a:rPr lang="en-SG" sz="2200" b="0" dirty="0" err="1">
                <a:effectLst/>
                <a:latin typeface="BlinkMacSystemFont"/>
              </a:rPr>
              <a:t>naathane</a:t>
            </a:r>
            <a:r>
              <a:rPr lang="en-SG" sz="2200" b="0" dirty="0">
                <a:effectLst/>
                <a:latin typeface="BlinkMacSystemFont"/>
              </a:rPr>
              <a:t> </a:t>
            </a:r>
            <a:br>
              <a:rPr lang="en-SG" sz="2200" b="0" dirty="0">
                <a:effectLst/>
                <a:latin typeface="BlinkMacSystemFont"/>
              </a:rPr>
            </a:br>
            <a:r>
              <a:rPr lang="en-SG" sz="2200" b="0" dirty="0" err="1">
                <a:effectLst/>
                <a:latin typeface="BlinkMacSystemFont"/>
              </a:rPr>
              <a:t>Vaazhthi-paatuvin</a:t>
            </a:r>
            <a:br>
              <a:rPr lang="en-SG" sz="2200" dirty="0"/>
            </a:br>
            <a:r>
              <a:rPr lang="en-SG" sz="2200" b="0" dirty="0" err="1">
                <a:effectLst/>
                <a:latin typeface="BlinkMacSystemFont"/>
              </a:rPr>
              <a:t>Jayageetham</a:t>
            </a:r>
            <a:r>
              <a:rPr lang="en-SG" sz="2200" b="0" dirty="0">
                <a:effectLst/>
                <a:latin typeface="BlinkMacSystemFont"/>
              </a:rPr>
              <a:t> </a:t>
            </a:r>
            <a:r>
              <a:rPr lang="en-SG" sz="2200" b="0" dirty="0" err="1">
                <a:effectLst/>
                <a:latin typeface="BlinkMacSystemFont"/>
              </a:rPr>
              <a:t>paa</a:t>
            </a:r>
            <a:r>
              <a:rPr lang="en-SG" sz="2200" dirty="0" err="1">
                <a:latin typeface="BlinkMacSystemFont"/>
              </a:rPr>
              <a:t>t</a:t>
            </a:r>
            <a:r>
              <a:rPr lang="en-SG" sz="2200" b="0" dirty="0" err="1">
                <a:effectLst/>
                <a:latin typeface="BlinkMacSystemFont"/>
              </a:rPr>
              <a:t>uvin-jayageetham</a:t>
            </a:r>
            <a:r>
              <a:rPr lang="en-SG" sz="2200" b="0" dirty="0">
                <a:effectLst/>
                <a:latin typeface="BlinkMacSystemFont"/>
              </a:rPr>
              <a:t> </a:t>
            </a:r>
            <a:r>
              <a:rPr lang="en-SG" sz="2200" b="0" dirty="0" err="1">
                <a:effectLst/>
                <a:latin typeface="BlinkMacSystemFont"/>
              </a:rPr>
              <a:t>paatuvin</a:t>
            </a:r>
            <a:br>
              <a:rPr lang="en-SG" sz="2200" dirty="0"/>
            </a:br>
            <a:r>
              <a:rPr lang="en-SG" sz="2200" b="0" dirty="0" err="1">
                <a:effectLst/>
                <a:latin typeface="BlinkMacSystemFont"/>
              </a:rPr>
              <a:t>Pakalo-nudichiru-lhodiyolicchi-thaa</a:t>
            </a:r>
            <a:r>
              <a:rPr lang="en-SG" sz="2200" b="0" dirty="0">
                <a:effectLst/>
                <a:latin typeface="BlinkMacSystemFont"/>
              </a:rPr>
              <a:t> </a:t>
            </a:r>
            <a:r>
              <a:rPr lang="en-SG" sz="2200" b="0" dirty="0" err="1">
                <a:effectLst/>
                <a:latin typeface="BlinkMacSystemFont"/>
              </a:rPr>
              <a:t>vanneeduvin</a:t>
            </a:r>
            <a:br>
              <a:rPr lang="en-SG" sz="2200" dirty="0"/>
            </a:br>
            <a:r>
              <a:rPr lang="en-SG" sz="2200" b="0" dirty="0">
                <a:effectLst/>
                <a:latin typeface="BlinkMacSystemFont"/>
              </a:rPr>
              <a:t>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 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</a:t>
            </a:r>
            <a:endParaRPr lang="en-US" sz="2200" dirty="0"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49C5D81-2C41-2272-67E5-5B3DE35646F5}"/>
              </a:ext>
            </a:extLst>
          </p:cNvPr>
          <p:cNvSpPr txBox="1"/>
          <p:nvPr/>
        </p:nvSpPr>
        <p:spPr>
          <a:xfrm>
            <a:off x="138544" y="2670279"/>
            <a:ext cx="6528956" cy="2362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മഹാ സന്തോഷമേ! മഹാ സന്തോഷമേ!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പരാപരസുതനേശു നാഥനെ വാഴ്ത്തിപ്പാടുവിന്‍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ജയഗീതം പാടുവിന്‍-ജയഗീതം പാടുവീന്‍</a:t>
            </a:r>
            <a:b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പകലോനുദിച്ചിരു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ളോടിയൊളിച്ചി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താ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വന്നീടുവിന്‍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മഹാ സന്തോഷമേ! മഹാസന്തോഷമേ</a:t>
            </a:r>
            <a:endParaRPr lang="en-US" sz="2000" dirty="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56210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7FDFA-70F8-119A-9EAD-49298045A7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BB223-3E58-7B49-4A96-1CDA1981CF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Hymn- 156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C223A7-A812-B4E4-4F67-7F63CF834925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3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5FD55E8-85B4-D497-F014-E4BD543A8C57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B9246498-26AF-C047-00FC-106A792FB1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B885D8D-0852-F0B0-40A5-31BC1C7042C9}"/>
              </a:ext>
            </a:extLst>
          </p:cNvPr>
          <p:cNvSpPr txBox="1"/>
          <p:nvPr/>
        </p:nvSpPr>
        <p:spPr>
          <a:xfrm>
            <a:off x="219074" y="713275"/>
            <a:ext cx="6867525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 dirty="0" err="1">
                <a:latin typeface="Segoe UI"/>
                <a:ea typeface="+mn-lt"/>
                <a:cs typeface="Segoe UI"/>
              </a:rPr>
              <a:t>Daivadoothar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kallurutti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neekki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br>
              <a:rPr lang="en-US" sz="2600" dirty="0">
                <a:latin typeface="Segoe UI"/>
                <a:ea typeface="+mn-lt"/>
                <a:cs typeface="Segoe UI"/>
              </a:rPr>
            </a:br>
            <a:r>
              <a:rPr lang="en-US" sz="2600" dirty="0" err="1">
                <a:latin typeface="Segoe UI"/>
                <a:ea typeface="+mn-lt"/>
                <a:cs typeface="Segoe UI"/>
              </a:rPr>
              <a:t>vaathilil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ninnu</a:t>
            </a:r>
            <a:endParaRPr lang="en-US" sz="2600" dirty="0">
              <a:latin typeface="Segoe UI"/>
              <a:ea typeface="+mn-lt"/>
              <a:cs typeface="Segoe UI"/>
            </a:endParaRPr>
          </a:p>
          <a:p>
            <a:r>
              <a:rPr lang="en-US" sz="2600" dirty="0" err="1">
                <a:latin typeface="Segoe UI"/>
                <a:ea typeface="+mn-lt"/>
                <a:cs typeface="Segoe UI"/>
              </a:rPr>
              <a:t>Akkaavalkkaarh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marichavare</a:t>
            </a:r>
            <a:r>
              <a:rPr lang="en-US" sz="2600" dirty="0">
                <a:latin typeface="Segoe UI"/>
                <a:ea typeface="+mn-lt"/>
                <a:cs typeface="Segoe UI"/>
              </a:rPr>
              <a:t>-</a:t>
            </a:r>
          </a:p>
          <a:p>
            <a:r>
              <a:rPr lang="en-US" sz="2600" dirty="0" err="1">
                <a:latin typeface="Segoe UI"/>
                <a:ea typeface="+mn-lt"/>
                <a:cs typeface="Segoe UI"/>
              </a:rPr>
              <a:t>ppoleyaay</a:t>
            </a:r>
            <a:r>
              <a:rPr lang="en-US" sz="2600" dirty="0">
                <a:latin typeface="Segoe UI"/>
                <a:ea typeface="+mn-lt"/>
                <a:cs typeface="Segoe UI"/>
              </a:rPr>
              <a:t> </a:t>
            </a:r>
            <a:r>
              <a:rPr lang="en-US" sz="2600" dirty="0" err="1">
                <a:latin typeface="Segoe UI"/>
                <a:ea typeface="+mn-lt"/>
                <a:cs typeface="Segoe UI"/>
              </a:rPr>
              <a:t>vannu</a:t>
            </a:r>
            <a:endParaRPr lang="en-US" sz="2600" dirty="0"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FBDBE0-2E94-E3EE-03B8-33C11750A9DE}"/>
              </a:ext>
            </a:extLst>
          </p:cNvPr>
          <p:cNvSpPr txBox="1"/>
          <p:nvPr/>
        </p:nvSpPr>
        <p:spPr>
          <a:xfrm>
            <a:off x="219074" y="2546637"/>
            <a:ext cx="5976000" cy="244297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ദൈവദൂതര്‍</a:t>
            </a:r>
            <a:r>
              <a:rPr lang="en-SG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കല്ലുരുട്ടി നീക്കി-വാതിലില്‍ നിന്നു</a:t>
            </a:r>
          </a:p>
          <a:p>
            <a:pPr>
              <a:lnSpc>
                <a:spcPct val="150000"/>
              </a:lnSpc>
            </a:pPr>
            <a:r>
              <a:rPr lang="ml-IN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അക്കാവല്‍ക്കാര്‍</a:t>
            </a:r>
            <a:r>
              <a:rPr lang="en-SG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മരിച്ചവരെ</a:t>
            </a:r>
            <a:r>
              <a:rPr lang="en-SG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6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പ്പോലെയായ്‌ വന്നു</a:t>
            </a:r>
          </a:p>
        </p:txBody>
      </p:sp>
    </p:spTree>
    <p:extLst>
      <p:ext uri="{BB962C8B-B14F-4D97-AF65-F5344CB8AC3E}">
        <p14:creationId xmlns:p14="http://schemas.microsoft.com/office/powerpoint/2010/main" val="41100304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5B41-A5DB-E886-BDE2-4DE72FB745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0DE066-A3F6-F55B-1C48-48E9B2ECC0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Hymn- 156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74AE54-C286-38E3-40FB-F0A4C14D9453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4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6B0A545-D555-3167-4FCF-304310364D7D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D3B91AAF-C2E5-133E-1D8F-1036985C4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40A494E-33F0-CB4D-A622-5D21C618DF20}"/>
              </a:ext>
            </a:extLst>
          </p:cNvPr>
          <p:cNvSpPr txBox="1"/>
          <p:nvPr/>
        </p:nvSpPr>
        <p:spPr>
          <a:xfrm>
            <a:off x="186169" y="500556"/>
            <a:ext cx="578167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200" b="0">
                <a:effectLst/>
                <a:latin typeface="BlinkMacSystemFont"/>
              </a:rPr>
              <a:t>Mahaa </a:t>
            </a:r>
            <a:r>
              <a:rPr lang="en-SG" sz="2200" b="0" err="1">
                <a:effectLst/>
                <a:latin typeface="BlinkMacSystemFont"/>
              </a:rPr>
              <a:t>santhoshame</a:t>
            </a:r>
            <a:r>
              <a:rPr lang="en-SG" sz="2200" b="0">
                <a:effectLst/>
                <a:latin typeface="BlinkMacSystemFont"/>
              </a:rPr>
              <a:t>! Mahaa </a:t>
            </a:r>
            <a:r>
              <a:rPr lang="en-SG" sz="2200" b="0" err="1">
                <a:effectLst/>
                <a:latin typeface="BlinkMacSystemFont"/>
              </a:rPr>
              <a:t>santhoshame</a:t>
            </a:r>
            <a:r>
              <a:rPr lang="en-SG" sz="2200" b="0">
                <a:effectLst/>
                <a:latin typeface="BlinkMacSystemFont"/>
              </a:rPr>
              <a:t>!</a:t>
            </a:r>
            <a:br>
              <a:rPr lang="en-SG" sz="2200"/>
            </a:br>
            <a:r>
              <a:rPr lang="en-SG" sz="2200" b="0">
                <a:effectLst/>
                <a:latin typeface="BlinkMacSystemFont"/>
              </a:rPr>
              <a:t>Paraa-para-</a:t>
            </a:r>
            <a:r>
              <a:rPr lang="en-SG" sz="2200" b="0" err="1">
                <a:effectLst/>
                <a:latin typeface="BlinkMacSystemFont"/>
              </a:rPr>
              <a:t>suthan</a:t>
            </a:r>
            <a:r>
              <a:rPr lang="en-SG" sz="2200" b="0">
                <a:effectLst/>
                <a:latin typeface="BlinkMacSystemFont"/>
              </a:rPr>
              <a:t> Yeshu </a:t>
            </a:r>
            <a:r>
              <a:rPr lang="en-SG" sz="2200" b="0" err="1">
                <a:effectLst/>
                <a:latin typeface="BlinkMacSystemFont"/>
              </a:rPr>
              <a:t>naathane</a:t>
            </a:r>
            <a:r>
              <a:rPr lang="en-SG" sz="2200" b="0">
                <a:effectLst/>
                <a:latin typeface="BlinkMacSystemFont"/>
              </a:rPr>
              <a:t> </a:t>
            </a:r>
            <a:br>
              <a:rPr lang="en-SG" sz="2200" b="0">
                <a:effectLst/>
                <a:latin typeface="BlinkMacSystemFont"/>
              </a:rPr>
            </a:br>
            <a:r>
              <a:rPr lang="en-SG" sz="2200" b="0" err="1">
                <a:effectLst/>
                <a:latin typeface="BlinkMacSystemFont"/>
              </a:rPr>
              <a:t>Vaazhthi-paatuvin</a:t>
            </a:r>
            <a:br>
              <a:rPr lang="en-SG" sz="2200"/>
            </a:br>
            <a:r>
              <a:rPr lang="en-SG" sz="2200" b="0" err="1">
                <a:effectLst/>
                <a:latin typeface="BlinkMacSystemFont"/>
              </a:rPr>
              <a:t>Jayageetham</a:t>
            </a:r>
            <a:r>
              <a:rPr lang="en-SG" sz="2200" b="0">
                <a:effectLst/>
                <a:latin typeface="BlinkMacSystemFont"/>
              </a:rPr>
              <a:t> </a:t>
            </a:r>
            <a:r>
              <a:rPr lang="en-SG" sz="2200" b="0" err="1">
                <a:effectLst/>
                <a:latin typeface="BlinkMacSystemFont"/>
              </a:rPr>
              <a:t>paa</a:t>
            </a:r>
            <a:r>
              <a:rPr lang="en-SG" sz="2200" err="1">
                <a:latin typeface="BlinkMacSystemFont"/>
              </a:rPr>
              <a:t>t</a:t>
            </a:r>
            <a:r>
              <a:rPr lang="en-SG" sz="2200" b="0" err="1">
                <a:effectLst/>
                <a:latin typeface="BlinkMacSystemFont"/>
              </a:rPr>
              <a:t>uvin-jayageetham</a:t>
            </a:r>
            <a:r>
              <a:rPr lang="en-SG" sz="2200" b="0">
                <a:effectLst/>
                <a:latin typeface="BlinkMacSystemFont"/>
              </a:rPr>
              <a:t> </a:t>
            </a:r>
            <a:r>
              <a:rPr lang="en-SG" sz="2200" b="0" err="1">
                <a:effectLst/>
                <a:latin typeface="BlinkMacSystemFont"/>
              </a:rPr>
              <a:t>paatuvin</a:t>
            </a:r>
            <a:br>
              <a:rPr lang="en-SG" sz="2200"/>
            </a:br>
            <a:r>
              <a:rPr lang="en-SG" sz="2200" b="0" err="1">
                <a:effectLst/>
                <a:latin typeface="BlinkMacSystemFont"/>
              </a:rPr>
              <a:t>Pakalo-nudichiru-lhodiyolicchi-thaa</a:t>
            </a:r>
            <a:r>
              <a:rPr lang="en-SG" sz="2200" b="0">
                <a:effectLst/>
                <a:latin typeface="BlinkMacSystemFont"/>
              </a:rPr>
              <a:t> </a:t>
            </a:r>
            <a:r>
              <a:rPr lang="en-SG" sz="2200" b="0" err="1">
                <a:effectLst/>
                <a:latin typeface="BlinkMacSystemFont"/>
              </a:rPr>
              <a:t>vanneeduvin</a:t>
            </a:r>
            <a:br>
              <a:rPr lang="en-SG" sz="2200"/>
            </a:br>
            <a:r>
              <a:rPr lang="en-SG" sz="2200" b="0">
                <a:effectLst/>
                <a:latin typeface="BlinkMacSystemFont"/>
              </a:rPr>
              <a:t>Mahaa </a:t>
            </a:r>
            <a:r>
              <a:rPr lang="en-SG" sz="2200" b="0" err="1">
                <a:effectLst/>
                <a:latin typeface="BlinkMacSystemFont"/>
              </a:rPr>
              <a:t>santhoshame</a:t>
            </a:r>
            <a:r>
              <a:rPr lang="en-SG" sz="2200" b="0">
                <a:effectLst/>
                <a:latin typeface="BlinkMacSystemFont"/>
              </a:rPr>
              <a:t>! Mahaa </a:t>
            </a:r>
            <a:r>
              <a:rPr lang="en-SG" sz="2200" b="0" err="1">
                <a:effectLst/>
                <a:latin typeface="BlinkMacSystemFont"/>
              </a:rPr>
              <a:t>santhoshame</a:t>
            </a:r>
            <a:r>
              <a:rPr lang="en-SG" sz="2200" b="0">
                <a:effectLst/>
                <a:latin typeface="BlinkMacSystemFont"/>
              </a:rPr>
              <a:t>!</a:t>
            </a:r>
            <a:endParaRPr lang="en-US" sz="220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61932D-5145-A4D4-5F13-04A9EF2C5616}"/>
              </a:ext>
            </a:extLst>
          </p:cNvPr>
          <p:cNvSpPr txBox="1"/>
          <p:nvPr/>
        </p:nvSpPr>
        <p:spPr>
          <a:xfrm>
            <a:off x="138544" y="2670279"/>
            <a:ext cx="6528956" cy="2362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മഹാ സന്തോഷമേ! മഹാ സന്തോഷമേ!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പരാപരസുതനേശു നാഥനെ വാഴ്ത്തിപ്പാടുവിന്‍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ജയഗീതം പാടുവിന്‍-ജയഗീതം പാടുവീന്‍</a:t>
            </a:r>
            <a:b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പകലോനുദിച്ചിരു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ളോടിയൊളിച്ചി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താ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വന്നീടുവിന്‍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മഹാ സന്തോഷമേ! മഹാസന്തോഷമേ</a:t>
            </a:r>
            <a:endParaRPr lang="en-US" sz="2000" dirty="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04677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6A6A1-D9CD-3740-B49D-467E590D23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BF387-AED2-1A96-0BB4-4E930ADB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Hymn- 156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957F0DD-103B-DDA4-6235-986AEB3BC236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5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DF58313-7B9E-3138-DFEC-EC5AD76A3D69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F8E8F465-C264-4ACB-C7CE-F980E8BFA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561CF700-0F57-097D-C677-1C6A8EA8791B}"/>
              </a:ext>
            </a:extLst>
          </p:cNvPr>
          <p:cNvSpPr txBox="1"/>
          <p:nvPr/>
        </p:nvSpPr>
        <p:spPr>
          <a:xfrm>
            <a:off x="219074" y="713275"/>
            <a:ext cx="6867525" cy="169277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600">
                <a:latin typeface="Segoe UI"/>
                <a:ea typeface="+mn-lt"/>
                <a:cs typeface="Segoe UI"/>
              </a:rPr>
              <a:t>Athi-</a:t>
            </a:r>
            <a:r>
              <a:rPr lang="en-US" sz="2600" err="1">
                <a:latin typeface="Segoe UI"/>
                <a:ea typeface="+mn-lt"/>
                <a:cs typeface="Segoe UI"/>
              </a:rPr>
              <a:t>raavil</a:t>
            </a:r>
            <a:r>
              <a:rPr lang="en-US" sz="2600">
                <a:latin typeface="Segoe UI"/>
                <a:ea typeface="+mn-lt"/>
                <a:cs typeface="Segoe UI"/>
              </a:rPr>
              <a:t> </a:t>
            </a:r>
            <a:r>
              <a:rPr lang="en-US" sz="2600" err="1">
                <a:latin typeface="Segoe UI"/>
                <a:ea typeface="+mn-lt"/>
                <a:cs typeface="Segoe UI"/>
              </a:rPr>
              <a:t>paethra</a:t>
            </a:r>
            <a:r>
              <a:rPr lang="en-US" sz="2600">
                <a:latin typeface="Segoe UI"/>
                <a:ea typeface="+mn-lt"/>
                <a:cs typeface="Segoe UI"/>
              </a:rPr>
              <a:t>-</a:t>
            </a:r>
            <a:r>
              <a:rPr lang="en-US" sz="2600" err="1">
                <a:latin typeface="Segoe UI"/>
                <a:ea typeface="+mn-lt"/>
                <a:cs typeface="Segoe UI"/>
              </a:rPr>
              <a:t>yohannaan</a:t>
            </a:r>
            <a:r>
              <a:rPr lang="en-US" sz="2600">
                <a:latin typeface="Segoe UI"/>
                <a:ea typeface="+mn-lt"/>
                <a:cs typeface="Segoe UI"/>
              </a:rPr>
              <a:t>-maar</a:t>
            </a:r>
            <a:br>
              <a:rPr lang="en-US" sz="2600">
                <a:latin typeface="Segoe UI"/>
                <a:ea typeface="+mn-lt"/>
                <a:cs typeface="Segoe UI"/>
              </a:rPr>
            </a:br>
            <a:r>
              <a:rPr lang="en-US" sz="2600" err="1">
                <a:latin typeface="Segoe UI"/>
                <a:ea typeface="+mn-lt"/>
                <a:cs typeface="Segoe UI"/>
              </a:rPr>
              <a:t>odi</a:t>
            </a:r>
            <a:r>
              <a:rPr lang="en-US" sz="2600">
                <a:latin typeface="Segoe UI"/>
                <a:ea typeface="+mn-lt"/>
                <a:cs typeface="Segoe UI"/>
              </a:rPr>
              <a:t> </a:t>
            </a:r>
            <a:r>
              <a:rPr lang="en-US" sz="2600" err="1">
                <a:latin typeface="Segoe UI"/>
                <a:ea typeface="+mn-lt"/>
                <a:cs typeface="Segoe UI"/>
              </a:rPr>
              <a:t>vannaho</a:t>
            </a:r>
            <a:r>
              <a:rPr lang="en-US" sz="2600">
                <a:latin typeface="Segoe UI"/>
                <a:ea typeface="+mn-lt"/>
                <a:cs typeface="Segoe UI"/>
              </a:rPr>
              <a:t>!</a:t>
            </a:r>
          </a:p>
          <a:p>
            <a:r>
              <a:rPr lang="en-US" sz="2600">
                <a:latin typeface="Segoe UI"/>
                <a:ea typeface="+mn-lt"/>
                <a:cs typeface="Segoe UI"/>
              </a:rPr>
              <a:t>Shava </a:t>
            </a:r>
            <a:r>
              <a:rPr lang="en-US" sz="2600" err="1">
                <a:latin typeface="Segoe UI"/>
                <a:ea typeface="+mn-lt"/>
                <a:cs typeface="Segoe UI"/>
              </a:rPr>
              <a:t>kallarhay-kkullhil</a:t>
            </a:r>
            <a:r>
              <a:rPr lang="en-US" sz="2600">
                <a:latin typeface="Segoe UI"/>
                <a:ea typeface="+mn-lt"/>
                <a:cs typeface="Segoe UI"/>
              </a:rPr>
              <a:t> </a:t>
            </a:r>
            <a:r>
              <a:rPr lang="en-US" sz="2600" err="1">
                <a:latin typeface="Segoe UI"/>
                <a:ea typeface="+mn-lt"/>
                <a:cs typeface="Segoe UI"/>
              </a:rPr>
              <a:t>nokki</a:t>
            </a:r>
            <a:r>
              <a:rPr lang="en-US" sz="2600">
                <a:latin typeface="Segoe UI"/>
                <a:ea typeface="+mn-lt"/>
                <a:cs typeface="Segoe UI"/>
              </a:rPr>
              <a:t> </a:t>
            </a:r>
            <a:br>
              <a:rPr lang="en-US" sz="2600">
                <a:latin typeface="Segoe UI"/>
                <a:ea typeface="+mn-lt"/>
                <a:cs typeface="Segoe UI"/>
              </a:rPr>
            </a:br>
            <a:r>
              <a:rPr lang="en-US" sz="2600" err="1">
                <a:latin typeface="Segoe UI"/>
                <a:ea typeface="+mn-lt"/>
                <a:cs typeface="Segoe UI"/>
              </a:rPr>
              <a:t>vishwasi-cheedunnaaraho</a:t>
            </a:r>
            <a:endParaRPr lang="en-US" sz="2600">
              <a:latin typeface="Segoe UI"/>
              <a:cs typeface="Segoe U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D1FB90-0ADE-EC80-4748-4293D4AE7D9D}"/>
              </a:ext>
            </a:extLst>
          </p:cNvPr>
          <p:cNvSpPr txBox="1"/>
          <p:nvPr/>
        </p:nvSpPr>
        <p:spPr>
          <a:xfrm>
            <a:off x="219074" y="2498213"/>
            <a:ext cx="5976000" cy="22621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അതി-രാവില്‍</a:t>
            </a:r>
            <a:r>
              <a:rPr lang="en-SG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പേത്രയോഹന്നാന്മാ</a:t>
            </a:r>
            <a:r>
              <a:rPr lang="en-SG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രോടി</a:t>
            </a:r>
            <a: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വന്നഹോ!</a:t>
            </a:r>
          </a:p>
          <a:p>
            <a:pPr>
              <a:lnSpc>
                <a:spcPct val="150000"/>
              </a:lnSpc>
            </a:pP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ശവക്കല്ലറയ്ക്കുള്ളില്‍ നോക്കി വിശ്വസിച്ചീടുന്നാരഹോ</a:t>
            </a:r>
          </a:p>
        </p:txBody>
      </p:sp>
    </p:spTree>
    <p:extLst>
      <p:ext uri="{BB962C8B-B14F-4D97-AF65-F5344CB8AC3E}">
        <p14:creationId xmlns:p14="http://schemas.microsoft.com/office/powerpoint/2010/main" val="11892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E240C-11F5-0E50-1601-3C0768A3D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4D7CB-4E52-3557-B2D3-F847F0A786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Offertory Hymn- 156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869B1D6-274B-FE1C-2C48-35DC546B5E89}"/>
              </a:ext>
            </a:extLst>
          </p:cNvPr>
          <p:cNvSpPr txBox="1"/>
          <p:nvPr/>
        </p:nvSpPr>
        <p:spPr>
          <a:xfrm>
            <a:off x="7453211" y="4835725"/>
            <a:ext cx="169079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defTabSz="457178">
              <a:defRPr/>
            </a:pPr>
            <a:r>
              <a:rPr lang="en-SG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Offertory: 6 of 6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A615998D-409D-D23B-33D7-0A30B935738A}"/>
              </a:ext>
            </a:extLst>
          </p:cNvPr>
          <p:cNvSpPr txBox="1">
            <a:spLocks/>
          </p:cNvSpPr>
          <p:nvPr/>
        </p:nvSpPr>
        <p:spPr>
          <a:xfrm>
            <a:off x="6079402" y="3621641"/>
            <a:ext cx="2985576" cy="459461"/>
          </a:xfrm>
          <a:prstGeom prst="rect">
            <a:avLst/>
          </a:prstGeom>
          <a:noFill/>
        </p:spPr>
        <p:txBody>
          <a:bodyPr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685766">
              <a:spcBef>
                <a:spcPts val="563"/>
              </a:spcBef>
              <a:buNone/>
              <a:tabLst>
                <a:tab pos="1423880" algn="l"/>
              </a:tabLst>
              <a:defRPr/>
            </a:pPr>
            <a:r>
              <a:rPr lang="en-GB" sz="2400">
                <a:solidFill>
                  <a:prstClr val="black"/>
                </a:solidFill>
                <a:latin typeface="Bahnschrift" panose="020B0502040204020203" pitchFamily="34" charset="0"/>
                <a:cs typeface="Segoe UI" panose="020B0502040204020203" pitchFamily="34" charset="0"/>
              </a:rPr>
              <a:t>UEN - S86CC0315K</a:t>
            </a:r>
          </a:p>
        </p:txBody>
      </p:sp>
      <p:pic>
        <p:nvPicPr>
          <p:cNvPr id="7" name="Picture 6" descr="Qr code with a pay now text&#10;&#10;AI-generated content may be incorrect.">
            <a:extLst>
              <a:ext uri="{FF2B5EF4-FFF2-40B4-BE49-F238E27FC236}">
                <a16:creationId xmlns:a16="http://schemas.microsoft.com/office/drawing/2014/main" id="{7C6F303E-359F-7117-BC1C-27B3DD0D0D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169" y="646824"/>
            <a:ext cx="2902809" cy="297481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1F2565D-F28C-75EF-3741-72A57C8A7E80}"/>
              </a:ext>
            </a:extLst>
          </p:cNvPr>
          <p:cNvSpPr txBox="1"/>
          <p:nvPr/>
        </p:nvSpPr>
        <p:spPr>
          <a:xfrm>
            <a:off x="186169" y="500556"/>
            <a:ext cx="5781675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200" b="0" dirty="0">
                <a:effectLst/>
                <a:latin typeface="BlinkMacSystemFont"/>
              </a:rPr>
              <a:t>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 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</a:t>
            </a:r>
            <a:br>
              <a:rPr lang="en-SG" sz="2200" dirty="0"/>
            </a:br>
            <a:r>
              <a:rPr lang="en-SG" sz="2200" b="0" dirty="0">
                <a:effectLst/>
                <a:latin typeface="BlinkMacSystemFont"/>
              </a:rPr>
              <a:t>Paraa-para-</a:t>
            </a:r>
            <a:r>
              <a:rPr lang="en-SG" sz="2200" b="0" dirty="0" err="1">
                <a:effectLst/>
                <a:latin typeface="BlinkMacSystemFont"/>
              </a:rPr>
              <a:t>suthan</a:t>
            </a:r>
            <a:r>
              <a:rPr lang="en-SG" sz="2200" b="0" dirty="0">
                <a:effectLst/>
                <a:latin typeface="BlinkMacSystemFont"/>
              </a:rPr>
              <a:t> Yeshu </a:t>
            </a:r>
            <a:r>
              <a:rPr lang="en-SG" sz="2200" b="0" dirty="0" err="1">
                <a:effectLst/>
                <a:latin typeface="BlinkMacSystemFont"/>
              </a:rPr>
              <a:t>naathane</a:t>
            </a:r>
            <a:r>
              <a:rPr lang="en-SG" sz="2200" b="0" dirty="0">
                <a:effectLst/>
                <a:latin typeface="BlinkMacSystemFont"/>
              </a:rPr>
              <a:t> </a:t>
            </a:r>
            <a:br>
              <a:rPr lang="en-SG" sz="2200" b="0" dirty="0">
                <a:effectLst/>
                <a:latin typeface="BlinkMacSystemFont"/>
              </a:rPr>
            </a:br>
            <a:r>
              <a:rPr lang="en-SG" sz="2200" b="0" dirty="0" err="1">
                <a:effectLst/>
                <a:latin typeface="BlinkMacSystemFont"/>
              </a:rPr>
              <a:t>Vaazhthi-paatuvin</a:t>
            </a:r>
            <a:br>
              <a:rPr lang="en-SG" sz="2200" dirty="0"/>
            </a:br>
            <a:r>
              <a:rPr lang="en-SG" sz="2200" b="0" dirty="0" err="1">
                <a:effectLst/>
                <a:latin typeface="BlinkMacSystemFont"/>
              </a:rPr>
              <a:t>Jayageetham</a:t>
            </a:r>
            <a:r>
              <a:rPr lang="en-SG" sz="2200" b="0" dirty="0">
                <a:effectLst/>
                <a:latin typeface="BlinkMacSystemFont"/>
              </a:rPr>
              <a:t> </a:t>
            </a:r>
            <a:r>
              <a:rPr lang="en-SG" sz="2200" b="0" dirty="0" err="1">
                <a:effectLst/>
                <a:latin typeface="BlinkMacSystemFont"/>
              </a:rPr>
              <a:t>paa</a:t>
            </a:r>
            <a:r>
              <a:rPr lang="en-SG" sz="2200" dirty="0" err="1">
                <a:latin typeface="BlinkMacSystemFont"/>
              </a:rPr>
              <a:t>t</a:t>
            </a:r>
            <a:r>
              <a:rPr lang="en-SG" sz="2200" b="0" dirty="0" err="1">
                <a:effectLst/>
                <a:latin typeface="BlinkMacSystemFont"/>
              </a:rPr>
              <a:t>uvin-jayageetham</a:t>
            </a:r>
            <a:r>
              <a:rPr lang="en-SG" sz="2200" b="0" dirty="0">
                <a:effectLst/>
                <a:latin typeface="BlinkMacSystemFont"/>
              </a:rPr>
              <a:t> </a:t>
            </a:r>
            <a:r>
              <a:rPr lang="en-SG" sz="2200" b="0" dirty="0" err="1">
                <a:effectLst/>
                <a:latin typeface="BlinkMacSystemFont"/>
              </a:rPr>
              <a:t>paatuvin</a:t>
            </a:r>
            <a:br>
              <a:rPr lang="en-SG" sz="2200" dirty="0"/>
            </a:br>
            <a:r>
              <a:rPr lang="en-SG" sz="2200" b="0" dirty="0" err="1">
                <a:effectLst/>
                <a:latin typeface="BlinkMacSystemFont"/>
              </a:rPr>
              <a:t>Pakalo-nudichiru-lhodiyolicchi-thaa</a:t>
            </a:r>
            <a:r>
              <a:rPr lang="en-SG" sz="2200" b="0" dirty="0">
                <a:effectLst/>
                <a:latin typeface="BlinkMacSystemFont"/>
              </a:rPr>
              <a:t> </a:t>
            </a:r>
            <a:r>
              <a:rPr lang="en-SG" sz="2200" b="0" dirty="0" err="1">
                <a:effectLst/>
                <a:latin typeface="BlinkMacSystemFont"/>
              </a:rPr>
              <a:t>vanneeduvin</a:t>
            </a:r>
            <a:br>
              <a:rPr lang="en-SG" sz="2200" dirty="0"/>
            </a:br>
            <a:r>
              <a:rPr lang="en-SG" sz="2200" b="0" dirty="0">
                <a:effectLst/>
                <a:latin typeface="BlinkMacSystemFont"/>
              </a:rPr>
              <a:t>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 Mahaa </a:t>
            </a:r>
            <a:r>
              <a:rPr lang="en-SG" sz="2200" b="0" dirty="0" err="1">
                <a:effectLst/>
                <a:latin typeface="BlinkMacSystemFont"/>
              </a:rPr>
              <a:t>santhoshame</a:t>
            </a:r>
            <a:r>
              <a:rPr lang="en-SG" sz="2200" b="0" dirty="0">
                <a:effectLst/>
                <a:latin typeface="BlinkMacSystemFont"/>
              </a:rPr>
              <a:t>!</a:t>
            </a:r>
            <a:endParaRPr lang="en-US" sz="2200" dirty="0">
              <a:latin typeface="Segoe UI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E06CBBC-792E-BD55-54EE-30D5071B0075}"/>
              </a:ext>
            </a:extLst>
          </p:cNvPr>
          <p:cNvSpPr txBox="1"/>
          <p:nvPr/>
        </p:nvSpPr>
        <p:spPr>
          <a:xfrm>
            <a:off x="138544" y="2670279"/>
            <a:ext cx="6528956" cy="23621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മഹാ സന്തോഷമേ! മഹാ സന്തോഷമേ!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പരാപരസുതനേശു നാഥനെ വാഴ്ത്തിപ്പാടുവിന്‍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ജയഗീതം പാടുവിന്‍-ജയഗീതം പാടുവീന്‍</a:t>
            </a:r>
            <a:b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പകലോനുദിച്ചിരു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ളോടിയൊളിച്ചി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-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താ</a:t>
            </a:r>
            <a:r>
              <a:rPr lang="en-US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വന്നീടുവിന്‍</a:t>
            </a:r>
          </a:p>
          <a:p>
            <a:pPr>
              <a:lnSpc>
                <a:spcPct val="150000"/>
              </a:lnSpc>
            </a:pPr>
            <a:r>
              <a:rPr lang="ml-IN" sz="20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മഹാ സന്തോഷമേ! മഹാസന്തോഷമേ</a:t>
            </a:r>
            <a:endParaRPr lang="en-US" sz="2000" dirty="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44718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255,900+ Tomb Stock Photos, Pictures &amp; Royalty-Free Images - iStock | Jesus  tomb, Empty tomb, Egyptian tomb">
            <a:extLst>
              <a:ext uri="{FF2B5EF4-FFF2-40B4-BE49-F238E27FC236}">
                <a16:creationId xmlns:a16="http://schemas.microsoft.com/office/drawing/2014/main" id="{2EB59A86-FE8D-6FAB-F9FB-50A023E060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520" y="264072"/>
            <a:ext cx="5506039" cy="46153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FDD45F3-A0D7-0BC6-8D78-AC547B3AA6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67413" y="1864794"/>
            <a:ext cx="3796078" cy="706957"/>
          </a:xfrm>
        </p:spPr>
        <p:txBody>
          <a:bodyPr>
            <a:noAutofit/>
          </a:bodyPr>
          <a:lstStyle/>
          <a:p>
            <a:r>
              <a:rPr lang="en-SG" sz="3750">
                <a:solidFill>
                  <a:schemeClr val="bg1"/>
                </a:solidFill>
                <a:latin typeface="Algerian" panose="04020705040A02060702" pitchFamily="82" charset="0"/>
              </a:rPr>
              <a:t>Risen Indeed !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D8693E-74D4-7E87-8BF4-AF5C23CA20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64165" y="2665154"/>
            <a:ext cx="3002573" cy="706957"/>
          </a:xfrm>
        </p:spPr>
        <p:txBody>
          <a:bodyPr>
            <a:normAutofit/>
          </a:bodyPr>
          <a:lstStyle/>
          <a:p>
            <a:r>
              <a:rPr lang="en-SG" i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Words and Music by</a:t>
            </a:r>
          </a:p>
          <a:p>
            <a:r>
              <a:rPr lang="en-SG" b="1" i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Victor C. Johnson</a:t>
            </a:r>
          </a:p>
        </p:txBody>
      </p:sp>
    </p:spTree>
    <p:extLst>
      <p:ext uri="{BB962C8B-B14F-4D97-AF65-F5344CB8AC3E}">
        <p14:creationId xmlns:p14="http://schemas.microsoft.com/office/powerpoint/2010/main" val="934316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9B93B8-9614-F381-88E9-F8466EDE59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2531" y="1455364"/>
            <a:ext cx="5190580" cy="223277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Risen indeed, risen indeed!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 Lord Jesus Christ is risen indeed.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Risen indeed, yes, risen indeed!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shout, “Hallelujah!”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2E57985E-D637-1F66-AEBC-A5DCDA8BE4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3596" y="256177"/>
            <a:ext cx="2486025" cy="4631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91496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>
            <a:extLst>
              <a:ext uri="{FF2B5EF4-FFF2-40B4-BE49-F238E27FC236}">
                <a16:creationId xmlns:a16="http://schemas.microsoft.com/office/drawing/2014/main" id="{D8B059F3-B754-F203-783F-848574BC71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017" y="186895"/>
            <a:ext cx="8473966" cy="4769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0747E-82FD-C9DF-A6E7-6A9633CE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74958" y="1746354"/>
            <a:ext cx="5059180" cy="2870616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SG" sz="2400" b="1">
                <a:latin typeface="Segoe UI" panose="020B0502040204020203" pitchFamily="34" charset="0"/>
                <a:cs typeface="Segoe UI" panose="020B0502040204020203" pitchFamily="34" charset="0"/>
              </a:rPr>
              <a:t>The strife is over, the battle done,</a:t>
            </a:r>
          </a:p>
          <a:p>
            <a:pPr marL="0" indent="0">
              <a:buNone/>
            </a:pPr>
            <a:r>
              <a:rPr lang="en-SG" sz="2400" b="1">
                <a:latin typeface="Segoe UI" panose="020B0502040204020203" pitchFamily="34" charset="0"/>
                <a:cs typeface="Segoe UI" panose="020B0502040204020203" pitchFamily="34" charset="0"/>
              </a:rPr>
              <a:t>Shout, “Hallelujah!” </a:t>
            </a:r>
          </a:p>
          <a:p>
            <a:pPr marL="0" indent="0">
              <a:buNone/>
            </a:pPr>
            <a:r>
              <a:rPr lang="en-SG" sz="2400" b="1"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  <a:p>
            <a:pPr marL="0" indent="0">
              <a:buNone/>
            </a:pPr>
            <a:endParaRPr lang="en-SG" sz="2400" b="1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SG" sz="2400" b="1">
                <a:latin typeface="Segoe UI" panose="020B0502040204020203" pitchFamily="34" charset="0"/>
                <a:cs typeface="Segoe UI" panose="020B0502040204020203" pitchFamily="34" charset="0"/>
              </a:rPr>
              <a:t>The victory of life is won!</a:t>
            </a:r>
          </a:p>
          <a:p>
            <a:pPr marL="0" indent="0">
              <a:buNone/>
            </a:pPr>
            <a:r>
              <a:rPr lang="en-SG" sz="2400" b="1">
                <a:latin typeface="Segoe UI" panose="020B0502040204020203" pitchFamily="34" charset="0"/>
                <a:cs typeface="Segoe UI" panose="020B0502040204020203" pitchFamily="34" charset="0"/>
              </a:rPr>
              <a:t>Oh, shout, “Hallelujah!”</a:t>
            </a:r>
          </a:p>
          <a:p>
            <a:pPr marL="0" indent="0">
              <a:buNone/>
            </a:pPr>
            <a:r>
              <a:rPr lang="en-SG" sz="2400" b="1"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  <a:p>
            <a:pPr marL="0" indent="0">
              <a:buNone/>
            </a:pPr>
            <a:endParaRPr lang="en-SG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29555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6F3026-CEB8-BD52-0D2D-4F902D00DE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" y="979884"/>
            <a:ext cx="4693590" cy="3367076"/>
          </a:xfrm>
        </p:spPr>
        <p:txBody>
          <a:bodyPr vert="horz" wrap="square" lIns="54000" tIns="45720" rIns="91440" bIns="45720" rtlCol="0" anchor="t">
            <a:spAutoFit/>
          </a:bodyPr>
          <a:lstStyle/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three sad days have quickly fled,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Shout, “Hallelujah!” 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  <a:p>
            <a:pPr marL="0" indent="0">
              <a:buNone/>
            </a:pPr>
            <a:endParaRPr lang="en-SG" sz="2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Christ has risen from the dead!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shout, “Hallelujah!”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</p:txBody>
      </p:sp>
      <p:pic>
        <p:nvPicPr>
          <p:cNvPr id="3074" name="Picture 2" descr="Premium Photo | Old wooden crown of thorns on the ground. christian easter  holiday.">
            <a:extLst>
              <a:ext uri="{FF2B5EF4-FFF2-40B4-BE49-F238E27FC236}">
                <a16:creationId xmlns:a16="http://schemas.microsoft.com/office/drawing/2014/main" id="{75DAF914-189C-6115-886E-518ABF34003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41" b="264"/>
          <a:stretch/>
        </p:blipFill>
        <p:spPr bwMode="auto">
          <a:xfrm>
            <a:off x="5012117" y="979885"/>
            <a:ext cx="4031852" cy="31753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67742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DB8410-2954-9FB5-6F89-1435E197C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59E6DE2-CA8A-CBAF-287D-4DB58B9440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79" r="4400"/>
          <a:stretch/>
        </p:blipFill>
        <p:spPr>
          <a:xfrm>
            <a:off x="0" y="173511"/>
            <a:ext cx="9144000" cy="4796478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21DEA-F6EB-0E91-B27A-6CFFE50D84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2327" y="173511"/>
            <a:ext cx="3894027" cy="31975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Yes! Risen indeed, risen indeed!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 Lord Jesus Christ is risen indeed.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Risen indeed, yes, risen indeed!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shout, “Hallelujah!”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</p:txBody>
      </p:sp>
    </p:spTree>
    <p:extLst>
      <p:ext uri="{BB962C8B-B14F-4D97-AF65-F5344CB8AC3E}">
        <p14:creationId xmlns:p14="http://schemas.microsoft.com/office/powerpoint/2010/main" val="22798537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00747E-82FD-C9DF-A6E7-6A9633CE6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56551" y="593046"/>
            <a:ext cx="3698808" cy="420427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Hallelujah, shout “Hallelujah!”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Hallelujah, He is risen indeed!</a:t>
            </a:r>
          </a:p>
          <a:p>
            <a:pPr marL="0" indent="0">
              <a:buNone/>
            </a:pPr>
            <a:endParaRPr lang="en-SG" sz="24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risen, shout “Hallelujah!”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risen, risen indeed!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Hallelujah, </a:t>
            </a:r>
            <a:r>
              <a:rPr lang="en-SG" sz="2400" err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Hallelu</a:t>
            </a: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, </a:t>
            </a:r>
          </a:p>
          <a:p>
            <a:pPr marL="0" indent="0">
              <a:buNone/>
            </a:pPr>
            <a:r>
              <a:rPr lang="en-SG" sz="24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39383D-0DBF-4093-4AF1-9D01B84559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41" y="600074"/>
            <a:ext cx="525780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8630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A97A8-E62F-88A2-D893-57162DB532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DAAEA-233D-58BC-FB3C-0F7F40D183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974" y="445112"/>
            <a:ext cx="4821594" cy="4253275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Risen indeed, risen indeed!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  Lord Jesus Christ is risen indeed.</a:t>
            </a:r>
          </a:p>
          <a:p>
            <a:pPr marL="0" indent="0"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Risen indeed, risen indeed!</a:t>
            </a:r>
          </a:p>
          <a:p>
            <a:pPr marL="0" indent="0"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shout, “Hallelujah!” </a:t>
            </a:r>
          </a:p>
          <a:p>
            <a:pPr marL="0" indent="0"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Shout, “Hallelujah!” He is risen indeed!</a:t>
            </a:r>
          </a:p>
          <a:p>
            <a:pPr marL="0" indent="0">
              <a:buNone/>
            </a:pPr>
            <a:endParaRPr lang="en-SG" sz="9600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0" indent="0"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Oh, shout, “Hallelujah!” </a:t>
            </a:r>
          </a:p>
          <a:p>
            <a:pPr marL="0" indent="0">
              <a:buNone/>
            </a:pPr>
            <a:r>
              <a:rPr lang="en-SG" sz="960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is risen indeed!</a:t>
            </a:r>
          </a:p>
          <a:p>
            <a:pPr marL="0" indent="0">
              <a:buNone/>
            </a:pPr>
            <a:endParaRPr lang="en-SG">
              <a:solidFill>
                <a:schemeClr val="bg1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7DFD3C-7168-3776-0CEB-D648136BA4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7001" y="708469"/>
            <a:ext cx="4164806" cy="395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4171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77E361-0731-5941-80D2-641C47A02C93}"/>
              </a:ext>
            </a:extLst>
          </p:cNvPr>
          <p:cNvSpPr txBox="1">
            <a:spLocks/>
          </p:cNvSpPr>
          <p:nvPr/>
        </p:nvSpPr>
        <p:spPr>
          <a:xfrm>
            <a:off x="1162878" y="1463290"/>
            <a:ext cx="7632000" cy="2216920"/>
          </a:xfrm>
          <a:prstGeom prst="rect">
            <a:avLst/>
          </a:prstGeom>
          <a:noFill/>
          <a:ln w="19050">
            <a:noFill/>
          </a:ln>
        </p:spPr>
        <p:txBody>
          <a:bodyPr lIns="91440" tIns="45720" rIns="91440" bIns="4572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7200" b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Confession</a:t>
            </a:r>
          </a:p>
          <a:p>
            <a:pPr marL="0" indent="0" algn="ctr">
              <a:buNone/>
              <a:tabLst>
                <a:tab pos="1423880" algn="l"/>
              </a:tabLst>
              <a:defRPr/>
            </a:pPr>
            <a:r>
              <a:rPr lang="en-US" sz="60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Yeshuve  </a:t>
            </a:r>
            <a:r>
              <a:rPr lang="en-US" sz="600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nin</a:t>
            </a:r>
            <a:r>
              <a:rPr lang="en-US" sz="60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US" sz="600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paadam</a:t>
            </a:r>
            <a:r>
              <a:rPr lang="en-US" sz="6000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  <a:r>
              <a:rPr lang="en-US" sz="6000" err="1">
                <a:solidFill>
                  <a:prstClr val="black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kumbidunne</a:t>
            </a:r>
            <a:endParaRPr kumimoji="0" lang="en-US" sz="600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 pitchFamily="82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785101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72751-0DFD-E04D-8DBC-6192EE4B4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Confession – </a:t>
            </a:r>
            <a:r>
              <a:rPr lang="en-GB" err="1"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  <a:cs typeface="Segoe UI" panose="020B0502040204020203" pitchFamily="34" charset="0"/>
              </a:rPr>
              <a:t>paadam</a:t>
            </a:r>
            <a:r>
              <a:rPr lang="en-GB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GB" err="1">
                <a:latin typeface="Segoe UI" panose="020B0502040204020203" pitchFamily="34" charset="0"/>
                <a:cs typeface="Segoe UI" panose="020B0502040204020203" pitchFamily="34" charset="0"/>
              </a:rPr>
              <a:t>kumbidunnen</a:t>
            </a:r>
            <a:endParaRPr lang="en-GB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2C53BC5-988A-A798-8447-A905728C8D21}"/>
              </a:ext>
            </a:extLst>
          </p:cNvPr>
          <p:cNvSpPr txBox="1"/>
          <p:nvPr/>
        </p:nvSpPr>
        <p:spPr>
          <a:xfrm>
            <a:off x="1055058" y="1696852"/>
            <a:ext cx="6976734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Yeshuve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nin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paadam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</a:t>
            </a:r>
            <a:r>
              <a:rPr lang="en-SG" sz="2800" b="0" i="0" err="1">
                <a:effectLst/>
                <a:latin typeface="Segoe UI"/>
                <a:ea typeface="open sans"/>
                <a:cs typeface="open sans"/>
              </a:rPr>
              <a:t>kumbidunnen</a:t>
            </a:r>
            <a:r>
              <a:rPr lang="en-SG" sz="2800" b="0" i="0">
                <a:effectLst/>
                <a:latin typeface="Segoe UI"/>
                <a:ea typeface="open sans"/>
                <a:cs typeface="open sans"/>
              </a:rPr>
              <a:t> (3)</a:t>
            </a:r>
            <a:endParaRPr lang="en-US" sz="2800">
              <a:latin typeface="Segoe UI"/>
              <a:ea typeface="open sans"/>
              <a:cs typeface="open san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8FD079-C764-7498-7691-FC2386C10D56}"/>
              </a:ext>
            </a:extLst>
          </p:cNvPr>
          <p:cNvSpPr txBox="1"/>
          <p:nvPr/>
        </p:nvSpPr>
        <p:spPr>
          <a:xfrm>
            <a:off x="219075" y="2792566"/>
            <a:ext cx="8648700" cy="52322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ml-IN" sz="2800">
                <a:latin typeface="Noto Sans Malayalam" panose="020B0502040504020204" pitchFamily="34" charset="0"/>
                <a:cs typeface="Noto Sans Malayalam" panose="020B0502040504020204" pitchFamily="34" charset="0"/>
              </a:rPr>
              <a:t>യേശുവേ നിൻ പാദം കുമ്പിടുന്നേ (3)</a:t>
            </a:r>
          </a:p>
        </p:txBody>
      </p:sp>
    </p:spTree>
    <p:extLst>
      <p:ext uri="{BB962C8B-B14F-4D97-AF65-F5344CB8AC3E}">
        <p14:creationId xmlns:p14="http://schemas.microsoft.com/office/powerpoint/2010/main" val="243062819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CFF2E4-6CD7-C54A-96A9-EDD25A5854ED}"/>
              </a:ext>
            </a:extLst>
          </p:cNvPr>
          <p:cNvSpPr txBox="1">
            <a:spLocks/>
          </p:cNvSpPr>
          <p:nvPr/>
        </p:nvSpPr>
        <p:spPr>
          <a:xfrm>
            <a:off x="2674449" y="2057774"/>
            <a:ext cx="3510220" cy="1027952"/>
          </a:xfrm>
          <a:prstGeom prst="rect">
            <a:avLst/>
          </a:prstGeom>
          <a:noFill/>
          <a:ln w="19050">
            <a:noFill/>
          </a:ln>
        </p:spPr>
        <p:txBody>
          <a:bodyPr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>
                <a:tab pos="1423880" algn="l"/>
              </a:tabLst>
              <a:defRPr/>
            </a:pPr>
            <a:r>
              <a:rPr kumimoji="0" lang="en-US" sz="66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Holy Communion</a:t>
            </a:r>
          </a:p>
        </p:txBody>
      </p:sp>
    </p:spTree>
    <p:extLst>
      <p:ext uri="{BB962C8B-B14F-4D97-AF65-F5344CB8AC3E}">
        <p14:creationId xmlns:p14="http://schemas.microsoft.com/office/powerpoint/2010/main" val="29055576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GB">
                <a:latin typeface="Segoe UI" panose="020B0502040204020203" pitchFamily="34" charset="0"/>
              </a:rPr>
              <a:t>152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1AF550E5-F564-47AA-B28E-A13F342C3A5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63557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42177-3D99-CF59-E11A-D20D29878C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7573C-D558-CDE2-E747-40BDD63F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 panose="020B0502040204020203" pitchFamily="34" charset="0"/>
              </a:rPr>
              <a:t>Holy Communion – 152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CCCC161-2947-65C3-5102-3F9BC0E7E1F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D70808-3FDE-F3AC-A4D0-8710031353EE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1 of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5753835-AFCC-6517-FB5B-BA1CF660A40E}"/>
              </a:ext>
            </a:extLst>
          </p:cNvPr>
          <p:cNvSpPr txBox="1"/>
          <p:nvPr/>
        </p:nvSpPr>
        <p:spPr>
          <a:xfrm>
            <a:off x="1276350" y="630362"/>
            <a:ext cx="660082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SG" sz="240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 </a:t>
            </a:r>
            <a:r>
              <a:rPr lang="en-SG" sz="2400" i="1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</a:t>
            </a:r>
            <a:r>
              <a:rPr lang="en-SG" sz="240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i="1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</a:t>
            </a:r>
            <a:r>
              <a:rPr lang="en-SG" sz="240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  <a:p>
            <a:pPr algn="ctr"/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Kalaashichu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kadhora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por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b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artthaavu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jayaaliyaay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br>
              <a:rPr lang="en-SG" sz="24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400" dirty="0" err="1">
                <a:latin typeface="Segoe UI" panose="020B0502040204020203" pitchFamily="34" charset="0"/>
                <a:cs typeface="Segoe UI" panose="020B0502040204020203" pitchFamily="34" charset="0"/>
              </a:rPr>
              <a:t>K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artthru-sthuthi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geetham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4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paadeen</a:t>
            </a:r>
            <a:r>
              <a:rPr lang="en-SG" sz="24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 Hallelu-jah!</a:t>
            </a:r>
            <a:endParaRPr lang="en-US" sz="24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9EDAA2-F074-5F04-A166-9EA172CA1B88}"/>
              </a:ext>
            </a:extLst>
          </p:cNvPr>
          <p:cNvSpPr txBox="1"/>
          <p:nvPr/>
        </p:nvSpPr>
        <p:spPr>
          <a:xfrm>
            <a:off x="421615" y="2571750"/>
            <a:ext cx="8112785" cy="22621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>
              <a:lnSpc>
                <a:spcPct val="150000"/>
              </a:lnSpc>
            </a:pPr>
            <a:r>
              <a:rPr lang="ml-IN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ഹാല്ലെലൂയാ! ഹാല്ലെലൂയാ! ഹാല്ലെലൂയാ!</a:t>
            </a:r>
          </a:p>
          <a:p>
            <a:pPr algn="ctr">
              <a:lnSpc>
                <a:spcPct val="150000"/>
              </a:lnSpc>
            </a:pP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കലാശിച്ചു കഠോരപോര്‍</a:t>
            </a:r>
            <a: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!</a:t>
            </a:r>
            <a:b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കര്‍ത്താവു താന്‍ ജയാളിയായ്</a:t>
            </a:r>
            <a: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  <a:endParaRPr lang="ml-IN" sz="24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കര്‍ത്തൃസ്തുതി ഗീതം പാടീന്‍</a:t>
            </a:r>
            <a:r>
              <a:rPr lang="en-US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ഹാല്ലെലൂയാ</a:t>
            </a:r>
            <a:r>
              <a:rPr lang="en-US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  <a:endParaRPr lang="en-US" sz="2400" i="1" dirty="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705792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D3C021-7ACD-C88A-C442-A439F3AC1C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5E8A4-684C-4441-0685-3978B65641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 panose="020B0502040204020203" pitchFamily="34" charset="0"/>
              </a:rPr>
              <a:t>Holy Communion – 152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7AAB232-B296-5FF0-73FD-C1F24AEE2D8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2A76C11-E3BE-32B2-F97B-CBE726A171D0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2 of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0E38E33-CEEF-FC62-C769-A06CEC1715C7}"/>
              </a:ext>
            </a:extLst>
          </p:cNvPr>
          <p:cNvSpPr txBox="1"/>
          <p:nvPr/>
        </p:nvSpPr>
        <p:spPr>
          <a:xfrm>
            <a:off x="473577" y="1221875"/>
            <a:ext cx="8387345" cy="101566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  <a:t>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arana-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senaka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lellaam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mannante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mumpil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ninn-odi</a:t>
            </a:r>
            <a:endParaRPr lang="en-SG" sz="2800" b="0" i="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mashihaaykku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sthuthi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paa</a:t>
            </a:r>
            <a:r>
              <a:rPr lang="en-SG" sz="2800" dirty="0" err="1">
                <a:latin typeface="Segoe UI" panose="020B0502040204020203" pitchFamily="34" charset="0"/>
                <a:cs typeface="Segoe UI" panose="020B0502040204020203" pitchFamily="34" charset="0"/>
              </a:rPr>
              <a:t>d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een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SG" sz="280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Hallelu-jah!</a:t>
            </a:r>
          </a:p>
          <a:p>
            <a:endParaRPr lang="en-SG" sz="400" b="0" i="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9345D4-6808-E9BD-FF9D-279C52624459}"/>
              </a:ext>
            </a:extLst>
          </p:cNvPr>
          <p:cNvSpPr txBox="1"/>
          <p:nvPr/>
        </p:nvSpPr>
        <p:spPr>
          <a:xfrm>
            <a:off x="533399" y="2975320"/>
            <a:ext cx="8267700" cy="153311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8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മരണസേനകളെല്ലാം മന്നന്‍റെ മുമ്പില്‍ നിന്നോടി</a:t>
            </a:r>
          </a:p>
          <a:p>
            <a:pPr>
              <a:lnSpc>
                <a:spcPct val="150000"/>
              </a:lnSpc>
            </a:pPr>
            <a:r>
              <a:rPr lang="ml-IN" sz="28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മശിഹായ്ക്കു സ്തുതി പാടീന്‍</a:t>
            </a:r>
            <a:r>
              <a:rPr lang="en-US" sz="28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  <a:r>
              <a:rPr lang="ml-IN" sz="28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8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ഹാല്ലെലൂയാ!</a:t>
            </a:r>
            <a:endParaRPr lang="en-US" sz="2800" i="1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>
              <a:lnSpc>
                <a:spcPct val="150000"/>
              </a:lnSpc>
            </a:pPr>
            <a:endParaRPr lang="en-US" sz="7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48599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C782C-902E-B76D-6B7B-E60F823042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7F243B-9050-6BD1-5D91-9838E6E45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 panose="020B0502040204020203" pitchFamily="34" charset="0"/>
              </a:rPr>
              <a:t>Holy Communion – 152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C4EF68D7-595C-C17A-EF65-193B8C16B12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29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E46DC2-9475-4520-1552-F414357C26B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3of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747E09-0F33-E0AE-56AD-F30530674AD3}"/>
              </a:ext>
            </a:extLst>
          </p:cNvPr>
          <p:cNvSpPr txBox="1"/>
          <p:nvPr/>
        </p:nvSpPr>
        <p:spPr>
          <a:xfrm>
            <a:off x="1373980" y="989702"/>
            <a:ext cx="6396040" cy="14465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endParaRPr lang="en-SG" sz="400" b="0" i="0" dirty="0">
              <a:effectLst/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Uyirtthu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moonnaam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dinam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b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unnathanaay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vaaneetuvaan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unarnnu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paadeen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avannu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SG" sz="280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Hallelu-jah!</a:t>
            </a:r>
            <a:endParaRPr lang="en-US" sz="2800" i="1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52B32B-D22D-F213-E8CC-EDEE94D021BF}"/>
              </a:ext>
            </a:extLst>
          </p:cNvPr>
          <p:cNvSpPr txBox="1"/>
          <p:nvPr/>
        </p:nvSpPr>
        <p:spPr>
          <a:xfrm>
            <a:off x="1066682" y="2814970"/>
            <a:ext cx="7010637" cy="191398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endParaRPr lang="en-US" sz="60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>
              <a:lnSpc>
                <a:spcPct val="150000"/>
              </a:lnSpc>
            </a:pPr>
            <a:r>
              <a:rPr lang="ml-IN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ഉയിര്‍ത്തു താന്‍ മൂന്നാം ദിനം</a:t>
            </a:r>
            <a:r>
              <a:rPr lang="en-US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  <a:r>
              <a:rPr lang="ml-IN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br>
              <a:rPr lang="en-US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</a:br>
            <a:r>
              <a:rPr lang="ml-IN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ഉന്നതനായ്</a:t>
            </a:r>
            <a:r>
              <a:rPr lang="en-US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വാണീടുവാന്‍</a:t>
            </a:r>
            <a:r>
              <a:rPr lang="en-US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ml-IN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ഉണര്‍ന്നു പാടിന്‍ അവന്നു</a:t>
            </a:r>
            <a:r>
              <a:rPr lang="en-US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  <a:r>
              <a:rPr lang="ml-IN" sz="25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</a:t>
            </a:r>
            <a:r>
              <a:rPr lang="ml-IN" sz="25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ഹാല്ലെലൂയാ!</a:t>
            </a:r>
            <a:endParaRPr lang="en-US" sz="2500" i="1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7049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7402B-11EA-C3C9-0AA7-0D4DC6B41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60A190-3883-F70D-4302-4C3B3B376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>
                <a:latin typeface="Segoe UI" panose="020B0502040204020203" pitchFamily="34" charset="0"/>
              </a:rPr>
              <a:t>Holy Communion – 152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04E30F8-1FD9-0C46-FE7D-32561FFAD83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25F235-5245-D53F-04B9-F72B6583649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Communion 1: 4 of 4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75BDB4-3F16-B41B-E2AC-FDFCDFDC3332}"/>
              </a:ext>
            </a:extLst>
          </p:cNvPr>
          <p:cNvSpPr txBox="1"/>
          <p:nvPr/>
        </p:nvSpPr>
        <p:spPr>
          <a:xfrm>
            <a:off x="876300" y="497703"/>
            <a:ext cx="7761732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ettathaam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adikalhaal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ninnadiyaar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svathanthraraay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  <a:br>
              <a:rPr lang="en-SG" sz="2800" dirty="0"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nin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munpilennum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0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paadeedum</a:t>
            </a:r>
            <a:r>
              <a:rPr lang="en-SG" sz="2800" b="0" i="0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1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haallelooyaa</a:t>
            </a:r>
            <a:r>
              <a:rPr lang="en-SG" sz="2800" b="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!!</a:t>
            </a:r>
          </a:p>
          <a:p>
            <a:r>
              <a:rPr lang="en-SG" sz="2800" b="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	Hallelu-jah </a:t>
            </a:r>
            <a:r>
              <a:rPr lang="en-SG" sz="2800" b="0" i="1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</a:t>
            </a:r>
            <a:r>
              <a:rPr lang="en-SG" sz="2800" b="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SG" sz="2800" b="0" i="1" dirty="0" err="1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Hallelu-jah</a:t>
            </a:r>
            <a:r>
              <a:rPr lang="en-SG" sz="2800" b="0" i="1" dirty="0"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6D8A56E-50B1-F4D1-65C9-192E9B11C544}"/>
              </a:ext>
            </a:extLst>
          </p:cNvPr>
          <p:cNvSpPr txBox="1"/>
          <p:nvPr/>
        </p:nvSpPr>
        <p:spPr>
          <a:xfrm>
            <a:off x="876300" y="2718224"/>
            <a:ext cx="7761732" cy="17081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നീ ഏറ്റതാം അടികളാല്‍ നിന്നടിയാര്‍ സ്വതന്ത്രരായ്</a:t>
            </a:r>
          </a:p>
          <a:p>
            <a:pPr>
              <a:lnSpc>
                <a:spcPct val="150000"/>
              </a:lnSpc>
            </a:pPr>
            <a:r>
              <a:rPr lang="ml-IN" sz="240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നിന്‍ മുമ്പിലെന്നും പാടീടും </a:t>
            </a:r>
            <a:r>
              <a:rPr lang="ml-IN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ഹാല്ലെലൂയാ!</a:t>
            </a:r>
            <a:r>
              <a:rPr lang="en-US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!</a:t>
            </a:r>
          </a:p>
          <a:p>
            <a:pPr>
              <a:lnSpc>
                <a:spcPct val="150000"/>
              </a:lnSpc>
            </a:pPr>
            <a:r>
              <a:rPr lang="en-SG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	</a:t>
            </a:r>
            <a:r>
              <a:rPr lang="ml-IN" sz="2400" i="1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ഹാല്ലെലൂയാ! ഹാല്ലെലൂയാ! ഹാല്ലെലൂയാ!</a:t>
            </a:r>
            <a:endParaRPr lang="en-US" sz="2400" i="1" dirty="0">
              <a:latin typeface="Noto Sans Malayalam" panose="020B0502040504020204" pitchFamily="34" charset="0"/>
              <a:ea typeface="Calibri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19585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664B35-2E7A-BC2D-163D-4EF460E787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D3966-F8B5-C09A-2EF3-823484DD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US" sz="2400">
                <a:solidFill>
                  <a:prstClr val="black"/>
                </a:solidFill>
                <a:highlight>
                  <a:srgbClr val="FAF5F0"/>
                </a:highlight>
                <a:latin typeface="Calibri"/>
              </a:rPr>
              <a:t>154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A9204394-BE58-CF3D-E7ED-B269DC044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340717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D0E560-CBEA-AFA5-4FE4-AA715C0C4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91B804-BB9A-FA40-5F60-202BF3A53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</a:rPr>
              <a:t>154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EB153952-10D1-08B3-92DB-3CEEE527C7F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A083BD6-D44D-4F20-0446-B3516F20EF9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1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8E96A9D-9A25-A27C-5287-37C02C956F8B}"/>
              </a:ext>
            </a:extLst>
          </p:cNvPr>
          <p:cNvSpPr/>
          <p:nvPr/>
        </p:nvSpPr>
        <p:spPr>
          <a:xfrm>
            <a:off x="263030" y="499347"/>
            <a:ext cx="8867776" cy="222542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kristhu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uyirthu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para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lokathil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ihalokathil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thaan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vegam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varum</a:t>
            </a: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raaja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raajanaai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vaaniduvaan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ha-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jayam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karthaavu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endParaRPr lang="en-US" sz="2500" i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93B0008-610D-ED56-BE36-2421E7FD2696}"/>
              </a:ext>
            </a:extLst>
          </p:cNvPr>
          <p:cNvSpPr txBox="1"/>
          <p:nvPr/>
        </p:nvSpPr>
        <p:spPr>
          <a:xfrm>
            <a:off x="152400" y="2740026"/>
            <a:ext cx="9089036" cy="214748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indent="1828800"/>
            <a:r>
              <a:rPr lang="en-US" sz="2600" dirty="0" err="1">
                <a:latin typeface="ML-TTKarthika" panose="04000000000000000000" pitchFamily="82" charset="0"/>
              </a:rPr>
              <a:t>tbip</a:t>
            </a:r>
            <a:r>
              <a:rPr lang="en-US" sz="2600" dirty="0">
                <a:latin typeface="ML-TTKarthika" panose="04000000000000000000" pitchFamily="82" charset="0"/>
              </a:rPr>
              <a:t>{</a:t>
            </a:r>
            <a:r>
              <a:rPr lang="en-US" sz="2600" dirty="0" err="1">
                <a:latin typeface="ML-TTKarthika" panose="04000000000000000000" pitchFamily="82" charset="0"/>
              </a:rPr>
              <a:t>InkvXp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DbnÀ¯p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Pohn¡p¶p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pPr indent="1828800"/>
            <a:r>
              <a:rPr lang="en-US" sz="2600" dirty="0">
                <a:latin typeface="ML-TTKarthika" panose="04000000000000000000" pitchFamily="82" charset="0"/>
              </a:rPr>
              <a:t>]</a:t>
            </a:r>
            <a:r>
              <a:rPr lang="en-US" sz="2600" dirty="0" err="1">
                <a:latin typeface="ML-TTKarthika" panose="04000000000000000000" pitchFamily="82" charset="0"/>
              </a:rPr>
              <a:t>ctemI¯nÂ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Pohn¡p¶p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pPr indent="1828800"/>
            <a:r>
              <a:rPr lang="en-US" sz="2600" dirty="0" err="1">
                <a:latin typeface="ML-TTKarthika" panose="04000000000000000000" pitchFamily="82" charset="0"/>
              </a:rPr>
              <a:t>CltemI¯nÂ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Xm</a:t>
            </a:r>
            <a:r>
              <a:rPr lang="en-US" sz="2600" dirty="0">
                <a:latin typeface="ML-TTKarthika" panose="04000000000000000000" pitchFamily="82" charset="0"/>
              </a:rPr>
              <a:t>\n\n </a:t>
            </a:r>
            <a:r>
              <a:rPr lang="en-US" sz="2600" dirty="0" err="1">
                <a:latin typeface="ML-TTKarthika" panose="04000000000000000000" pitchFamily="82" charset="0"/>
              </a:rPr>
              <a:t>thKw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hcpw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pPr indent="1828800"/>
            <a:r>
              <a:rPr lang="en-US" sz="2600" dirty="0" err="1">
                <a:latin typeface="ML-TTKarthika" panose="04000000000000000000" pitchFamily="82" charset="0"/>
              </a:rPr>
              <a:t>cmPcmP</a:t>
            </a:r>
            <a:r>
              <a:rPr lang="en-US" sz="2600" dirty="0">
                <a:latin typeface="ML-TTKarthika" panose="04000000000000000000" pitchFamily="82" charset="0"/>
              </a:rPr>
              <a:t>\</a:t>
            </a:r>
            <a:r>
              <a:rPr lang="en-US" sz="2600" dirty="0" err="1">
                <a:latin typeface="ML-TTKarthika" panose="04000000000000000000" pitchFamily="82" charset="0"/>
              </a:rPr>
              <a:t>mbv</a:t>
            </a:r>
            <a:r>
              <a:rPr lang="en-US" sz="2600" dirty="0">
                <a:latin typeface="ML-TTKarthika" panose="04000000000000000000" pitchFamily="82" charset="0"/>
              </a:rPr>
              <a:t> hmWnSphm³ </a:t>
            </a:r>
          </a:p>
          <a:p>
            <a:r>
              <a:rPr lang="en-US" sz="2600" i="1" dirty="0" err="1">
                <a:latin typeface="ML-TTKarthika" panose="04000000000000000000" pitchFamily="82" charset="0"/>
              </a:rPr>
              <a:t>lmþltÃep¿m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Pbw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lssÃep</a:t>
            </a:r>
            <a:r>
              <a:rPr lang="en-US" sz="2600" i="1" dirty="0">
                <a:latin typeface="ML-TTKarthika" panose="04000000000000000000" pitchFamily="82" charset="0"/>
              </a:rPr>
              <a:t>¿ -</a:t>
            </a:r>
            <a:r>
              <a:rPr lang="en-US" sz="2600" i="1" dirty="0" err="1">
                <a:latin typeface="ML-TTKarthika" panose="04000000000000000000" pitchFamily="82" charset="0"/>
              </a:rPr>
              <a:t>tbipIÀ¯mhp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Pohn¡p¶p</a:t>
            </a:r>
            <a:endParaRPr lang="en-US" sz="26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675027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AC3DB7-EDF3-6414-5DC3-45075FA0E9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3A4100-E62E-3EC1-5F7B-D29950B4E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</a:rPr>
              <a:t>154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93A157C-A248-1827-AEF0-CBC4B7140B9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7A4766-EE72-02EF-CF14-F4F4117F1EB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2 of 4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624CB5-A703-8A35-915E-4C5548F58244}"/>
              </a:ext>
            </a:extLst>
          </p:cNvPr>
          <p:cNvSpPr/>
          <p:nvPr/>
        </p:nvSpPr>
        <p:spPr>
          <a:xfrm>
            <a:off x="112426" y="509517"/>
            <a:ext cx="9027389" cy="222542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kollunna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maranhathin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ghorathara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visha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pPr lvl="0" indent="1828800"/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pallu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thakarnnathaa-kayaal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</a:p>
          <a:p>
            <a:pPr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thellum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bhayamenye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mruthyuvine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nammal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vellu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vilikkukayaam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ha-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jayam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karthaavu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309B5B2-C449-58A0-D971-21D853B4964B}"/>
              </a:ext>
            </a:extLst>
          </p:cNvPr>
          <p:cNvSpPr txBox="1"/>
          <p:nvPr/>
        </p:nvSpPr>
        <p:spPr>
          <a:xfrm>
            <a:off x="258227" y="2760367"/>
            <a:ext cx="8735786" cy="214748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indent="1828800"/>
            <a:r>
              <a:rPr lang="en-US" sz="2600" dirty="0" err="1">
                <a:latin typeface="ML-TTKarthika" panose="04000000000000000000" pitchFamily="82" charset="0"/>
              </a:rPr>
              <a:t>sImÃp</a:t>
            </a:r>
            <a:r>
              <a:rPr lang="en-US" sz="2600" dirty="0">
                <a:latin typeface="ML-TTKarthika" panose="04000000000000000000" pitchFamily="82" charset="0"/>
              </a:rPr>
              <a:t>¶ acW¯n³ </a:t>
            </a:r>
            <a:r>
              <a:rPr lang="en-US" sz="2600" dirty="0" err="1">
                <a:latin typeface="ML-TTKarthika" panose="04000000000000000000" pitchFamily="82" charset="0"/>
              </a:rPr>
              <a:t>tLmcXc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hnj</a:t>
            </a:r>
            <a:endParaRPr lang="en-US" sz="2600" dirty="0">
              <a:latin typeface="ML-TTKarthika" panose="04000000000000000000" pitchFamily="82" charset="0"/>
            </a:endParaRPr>
          </a:p>
          <a:p>
            <a:pPr indent="1828800"/>
            <a:r>
              <a:rPr lang="en-US" sz="2600" dirty="0">
                <a:latin typeface="ML-TTKarthika" panose="04000000000000000000" pitchFamily="82" charset="0"/>
              </a:rPr>
              <a:t>¸</a:t>
            </a:r>
            <a:r>
              <a:rPr lang="en-US" sz="2600" dirty="0" err="1">
                <a:latin typeface="ML-TTKarthika" panose="04000000000000000000" pitchFamily="82" charset="0"/>
              </a:rPr>
              <a:t>ÃpXIÀ¶XmIbmÂ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pPr indent="1828800"/>
            <a:r>
              <a:rPr lang="en-US" sz="2600" dirty="0">
                <a:latin typeface="ML-TTKarthika" panose="04000000000000000000" pitchFamily="82" charset="0"/>
              </a:rPr>
              <a:t>C\n </a:t>
            </a:r>
            <a:r>
              <a:rPr lang="en-US" sz="2600" dirty="0" err="1">
                <a:latin typeface="ML-TTKarthika" panose="04000000000000000000" pitchFamily="82" charset="0"/>
              </a:rPr>
              <a:t>sXÃpw</a:t>
            </a:r>
            <a:r>
              <a:rPr lang="en-US" sz="2600" dirty="0">
                <a:latin typeface="ML-TTKarthika" panose="04000000000000000000" pitchFamily="82" charset="0"/>
              </a:rPr>
              <a:t> `</a:t>
            </a:r>
            <a:r>
              <a:rPr lang="en-US" sz="2600" dirty="0" err="1">
                <a:latin typeface="ML-TTKarthika" panose="04000000000000000000" pitchFamily="82" charset="0"/>
              </a:rPr>
              <a:t>bsas</a:t>
            </a:r>
            <a:r>
              <a:rPr lang="en-US" sz="2600" dirty="0">
                <a:latin typeface="ML-TTKarthika" panose="04000000000000000000" pitchFamily="82" charset="0"/>
              </a:rPr>
              <a:t>\y </a:t>
            </a:r>
            <a:r>
              <a:rPr lang="en-US" sz="2600" dirty="0" err="1">
                <a:latin typeface="ML-TTKarthika" panose="04000000000000000000" pitchFamily="82" charset="0"/>
              </a:rPr>
              <a:t>arXyphns</a:t>
            </a:r>
            <a:r>
              <a:rPr lang="en-US" sz="2600" dirty="0">
                <a:latin typeface="ML-TTKarthika" panose="04000000000000000000" pitchFamily="82" charset="0"/>
              </a:rPr>
              <a:t>\ \½Ä </a:t>
            </a:r>
          </a:p>
          <a:p>
            <a:pPr indent="1828800"/>
            <a:r>
              <a:rPr lang="en-US" sz="2600" dirty="0" err="1">
                <a:latin typeface="ML-TTKarthika" panose="04000000000000000000" pitchFamily="82" charset="0"/>
              </a:rPr>
              <a:t>shÃp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hnfn¡pIbmw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</a:p>
          <a:p>
            <a:r>
              <a:rPr lang="en-US" sz="2600" i="1" dirty="0" err="1">
                <a:latin typeface="ML-TTKarthika" panose="04000000000000000000" pitchFamily="82" charset="0"/>
              </a:rPr>
              <a:t>lmþltÃep¿m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Pbw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lssÃep</a:t>
            </a:r>
            <a:r>
              <a:rPr lang="en-US" sz="2600" i="1" dirty="0">
                <a:latin typeface="ML-TTKarthika" panose="04000000000000000000" pitchFamily="82" charset="0"/>
              </a:rPr>
              <a:t>¿ -</a:t>
            </a:r>
            <a:r>
              <a:rPr lang="en-US" sz="2600" i="1" dirty="0" err="1">
                <a:latin typeface="ML-TTKarthika" panose="04000000000000000000" pitchFamily="82" charset="0"/>
              </a:rPr>
              <a:t>tbipIÀ¯mhp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Pohn¡p¶p</a:t>
            </a:r>
            <a:endParaRPr lang="en-US" sz="26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935471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01117-1C55-B919-DA64-A87862B240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23F65-1985-00A2-0CE2-B6ED03C06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</a:rPr>
              <a:t>154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0F101C1-CD3D-16CE-BD2E-4161233B75AA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74893B-5E81-A0C1-6822-734A450C834E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3 of 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D5EF0DC-B3D5-8C55-A964-D7013DD4828D}"/>
              </a:ext>
            </a:extLst>
          </p:cNvPr>
          <p:cNvSpPr/>
          <p:nvPr/>
        </p:nvSpPr>
        <p:spPr>
          <a:xfrm>
            <a:off x="180975" y="534941"/>
            <a:ext cx="9180739" cy="222542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enneshu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jeevikkunn-aayathinaal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njaanum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ennekkum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jeevikkayaam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thanne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pirinjoru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jeevitham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illeni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kellaam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enneshu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athre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ha-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jayam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karthaavu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BF571A-A6A9-3ADD-CACF-4046F31CE174}"/>
              </a:ext>
            </a:extLst>
          </p:cNvPr>
          <p:cNvSpPr txBox="1"/>
          <p:nvPr/>
        </p:nvSpPr>
        <p:spPr>
          <a:xfrm>
            <a:off x="180975" y="2760367"/>
            <a:ext cx="8782050" cy="214748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indent="1768475"/>
            <a:r>
              <a:rPr lang="en-US" sz="2600" dirty="0" err="1">
                <a:latin typeface="ML-TTKarthika" panose="04000000000000000000" pitchFamily="82" charset="0"/>
              </a:rPr>
              <a:t>Ft¶ip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Pohn¡p¶XmbXn</a:t>
            </a:r>
            <a:r>
              <a:rPr lang="en-US" sz="2600" dirty="0">
                <a:latin typeface="ML-TTKarthika" panose="04000000000000000000" pitchFamily="82" charset="0"/>
              </a:rPr>
              <a:t>\</a:t>
            </a:r>
            <a:r>
              <a:rPr lang="en-US" sz="2600" dirty="0" err="1">
                <a:latin typeface="ML-TTKarthika" panose="04000000000000000000" pitchFamily="82" charset="0"/>
              </a:rPr>
              <a:t>mÂ</a:t>
            </a:r>
            <a:r>
              <a:rPr lang="en-US" sz="2600" dirty="0">
                <a:latin typeface="ML-TTKarthika" panose="04000000000000000000" pitchFamily="82" charset="0"/>
              </a:rPr>
              <a:t> Rm\p</a:t>
            </a:r>
          </a:p>
          <a:p>
            <a:pPr indent="1768475"/>
            <a:r>
              <a:rPr lang="en-US" sz="2600" dirty="0">
                <a:latin typeface="ML-TTKarthika" panose="04000000000000000000" pitchFamily="82" charset="0"/>
              </a:rPr>
              <a:t>sat¶¡pw </a:t>
            </a:r>
            <a:r>
              <a:rPr lang="en-US" sz="2600" dirty="0" err="1">
                <a:latin typeface="ML-TTKarthika" panose="04000000000000000000" pitchFamily="82" charset="0"/>
              </a:rPr>
              <a:t>Pohn¡bmw</a:t>
            </a:r>
            <a:r>
              <a:rPr lang="en-US" sz="2600" dirty="0">
                <a:latin typeface="ML-TTKarthika" panose="04000000000000000000" pitchFamily="82" charset="0"/>
              </a:rPr>
              <a:t> C\n </a:t>
            </a:r>
          </a:p>
          <a:p>
            <a:pPr indent="1768475"/>
            <a:r>
              <a:rPr lang="en-US" sz="2600" dirty="0" err="1">
                <a:latin typeface="ML-TTKarthika" panose="04000000000000000000" pitchFamily="82" charset="0"/>
              </a:rPr>
              <a:t>Xt</a:t>
            </a:r>
            <a:r>
              <a:rPr lang="en-US" sz="2600" dirty="0">
                <a:latin typeface="ML-TTKarthika" panose="04000000000000000000" pitchFamily="82" charset="0"/>
              </a:rPr>
              <a:t>¶¸</a:t>
            </a:r>
            <a:r>
              <a:rPr lang="en-US" sz="2600" dirty="0" err="1">
                <a:latin typeface="ML-TTKarthika" panose="04000000000000000000" pitchFamily="82" charset="0"/>
              </a:rPr>
              <a:t>ncnsªmcp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PohnXansÃ</a:t>
            </a:r>
            <a:r>
              <a:rPr lang="en-US" sz="2600" dirty="0">
                <a:latin typeface="ML-TTKarthika" panose="04000000000000000000" pitchFamily="82" charset="0"/>
              </a:rPr>
              <a:t>\n</a:t>
            </a:r>
          </a:p>
          <a:p>
            <a:pPr indent="1768475"/>
            <a:r>
              <a:rPr lang="en-US" sz="2600" dirty="0" err="1">
                <a:latin typeface="ML-TTKarthika" panose="04000000000000000000" pitchFamily="82" charset="0"/>
              </a:rPr>
              <a:t>s¡Ãmsat¶ipht</a:t>
            </a:r>
            <a:r>
              <a:rPr lang="en-US" sz="2600" dirty="0">
                <a:latin typeface="ML-TTKarthika" panose="04000000000000000000" pitchFamily="82" charset="0"/>
              </a:rPr>
              <a:t>{X </a:t>
            </a:r>
          </a:p>
          <a:p>
            <a:r>
              <a:rPr lang="en-US" sz="2600" i="1" dirty="0" err="1">
                <a:latin typeface="ML-TTKarthika" panose="04000000000000000000" pitchFamily="82" charset="0"/>
              </a:rPr>
              <a:t>lmþltÃep¿m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Pbw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lssÃep</a:t>
            </a:r>
            <a:r>
              <a:rPr lang="en-US" sz="2600" i="1" dirty="0">
                <a:latin typeface="ML-TTKarthika" panose="04000000000000000000" pitchFamily="82" charset="0"/>
              </a:rPr>
              <a:t>¿ -</a:t>
            </a:r>
            <a:r>
              <a:rPr lang="en-US" sz="2600" i="1" dirty="0" err="1">
                <a:latin typeface="ML-TTKarthika" panose="04000000000000000000" pitchFamily="82" charset="0"/>
              </a:rPr>
              <a:t>tbipIÀ¯mhp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Pohn¡p¶p</a:t>
            </a:r>
            <a:endParaRPr lang="en-US" sz="26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5841909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CAB1AC-7138-B54E-2EA3-AE76E9512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92B97-A1B2-7FC6-53E5-09D6FCBF7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</a:t>
            </a:r>
            <a:r>
              <a:rPr lang="en-US" dirty="0">
                <a:latin typeface="Segoe UI" panose="020B0502040204020203" pitchFamily="34" charset="0"/>
              </a:rPr>
              <a:t>154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A4CDDBD-039B-06D8-74CC-E8BC4E5AD95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6B93BAE-CA1F-B239-B950-1FBB6696417C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2: 4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B0B3200-4A23-FA36-BDE7-BE320F919053}"/>
              </a:ext>
            </a:extLst>
          </p:cNvPr>
          <p:cNvSpPr/>
          <p:nvPr/>
        </p:nvSpPr>
        <p:spPr>
          <a:xfrm>
            <a:off x="190500" y="509517"/>
            <a:ext cx="9062358" cy="222542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mannilallen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nithya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vaasamenneshuvin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munnil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mahathwatthilaam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ini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vinnhil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aa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veettil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chennetthunna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naalhukal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 indent="1828800"/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ennhi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njaan</a:t>
            </a:r>
            <a:r>
              <a:rPr lang="en-US" sz="2500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dirty="0" err="1">
                <a:latin typeface="Segoe UI" panose="020B0502040204020203" pitchFamily="34" charset="0"/>
                <a:cs typeface="Segoe UI" panose="020B0502040204020203" pitchFamily="34" charset="0"/>
              </a:rPr>
              <a:t>paartthidunnu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lvl="0"/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ha-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jayam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halleluyya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-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yeshu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karthaavu</a:t>
            </a:r>
            <a:r>
              <a:rPr lang="en-US" sz="2500" i="1" dirty="0"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500" i="1" dirty="0" err="1">
                <a:latin typeface="Segoe UI" panose="020B0502040204020203" pitchFamily="34" charset="0"/>
                <a:cs typeface="Segoe UI" panose="020B0502040204020203" pitchFamily="34" charset="0"/>
              </a:rPr>
              <a:t>jeevikkunnu</a:t>
            </a:r>
            <a:endParaRPr lang="en-US" sz="2500" dirty="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9D8FBE-FAB8-5F21-0EAF-9E2F06CA9EBA}"/>
              </a:ext>
            </a:extLst>
          </p:cNvPr>
          <p:cNvSpPr txBox="1"/>
          <p:nvPr/>
        </p:nvSpPr>
        <p:spPr>
          <a:xfrm>
            <a:off x="157162" y="2711591"/>
            <a:ext cx="8829675" cy="2147485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indent="1828800"/>
            <a:r>
              <a:rPr lang="en-US" sz="2600" dirty="0">
                <a:latin typeface="ML-TTKarthika" panose="04000000000000000000" pitchFamily="82" charset="0"/>
              </a:rPr>
              <a:t>a¶nesÃ³ \nXyhmksat¶iphn³ </a:t>
            </a:r>
          </a:p>
          <a:p>
            <a:pPr indent="1828800"/>
            <a:r>
              <a:rPr lang="en-US" sz="2600" dirty="0" err="1">
                <a:latin typeface="ML-TTKarthika" panose="04000000000000000000" pitchFamily="82" charset="0"/>
              </a:rPr>
              <a:t>ap¶nÂ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alXz¯nemw</a:t>
            </a:r>
            <a:r>
              <a:rPr lang="en-US" sz="2600" dirty="0">
                <a:latin typeface="ML-TTKarthika" panose="04000000000000000000" pitchFamily="82" charset="0"/>
              </a:rPr>
              <a:t>, </a:t>
            </a:r>
          </a:p>
          <a:p>
            <a:pPr indent="1828800"/>
            <a:r>
              <a:rPr lang="en-US" sz="2600" dirty="0">
                <a:latin typeface="ML-TTKarthika" panose="04000000000000000000" pitchFamily="82" charset="0"/>
              </a:rPr>
              <a:t>C\n </a:t>
            </a:r>
            <a:r>
              <a:rPr lang="en-US" sz="2600" dirty="0" err="1">
                <a:latin typeface="ML-TTKarthika" panose="04000000000000000000" pitchFamily="82" charset="0"/>
              </a:rPr>
              <a:t>hn®nemho«nÂ</a:t>
            </a:r>
            <a:r>
              <a:rPr lang="en-US" sz="2600" dirty="0">
                <a:latin typeface="ML-TTKarthika" panose="04000000000000000000" pitchFamily="82" charset="0"/>
              </a:rPr>
              <a:t> </a:t>
            </a:r>
            <a:r>
              <a:rPr lang="en-US" sz="2600" dirty="0" err="1">
                <a:latin typeface="ML-TTKarthika" panose="04000000000000000000" pitchFamily="82" charset="0"/>
              </a:rPr>
              <a:t>sNs</a:t>
            </a:r>
            <a:r>
              <a:rPr lang="en-US" sz="2600" dirty="0">
                <a:latin typeface="ML-TTKarthika" panose="04000000000000000000" pitchFamily="82" charset="0"/>
              </a:rPr>
              <a:t>¶¯p¶ \</a:t>
            </a:r>
            <a:r>
              <a:rPr lang="en-US" sz="2600" dirty="0" err="1">
                <a:latin typeface="ML-TTKarthika" panose="04000000000000000000" pitchFamily="82" charset="0"/>
              </a:rPr>
              <a:t>mfpI</a:t>
            </a:r>
            <a:r>
              <a:rPr lang="en-US" sz="2600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  <a:p>
            <a:pPr indent="1828800"/>
            <a:r>
              <a:rPr lang="en-US" sz="2600" dirty="0">
                <a:latin typeface="ML-TTKarthika" panose="04000000000000000000" pitchFamily="82" charset="0"/>
              </a:rPr>
              <a:t>--</a:t>
            </a:r>
            <a:r>
              <a:rPr lang="en-US" sz="2600" dirty="0" err="1">
                <a:latin typeface="ML-TTKarthika" panose="04000000000000000000" pitchFamily="82" charset="0"/>
              </a:rPr>
              <a:t>sf®n</a:t>
            </a:r>
            <a:r>
              <a:rPr lang="en-US" sz="2600" dirty="0">
                <a:latin typeface="ML-TTKarthika" panose="04000000000000000000" pitchFamily="82" charset="0"/>
              </a:rPr>
              <a:t> Rm³ ]</a:t>
            </a:r>
            <a:r>
              <a:rPr lang="en-US" sz="2600" dirty="0" err="1">
                <a:latin typeface="ML-TTKarthika" panose="04000000000000000000" pitchFamily="82" charset="0"/>
              </a:rPr>
              <a:t>mÀ¯nSp¶p</a:t>
            </a:r>
            <a:endParaRPr lang="en-US" sz="2600" dirty="0">
              <a:latin typeface="ML-TTKarthika" panose="04000000000000000000" pitchFamily="82" charset="0"/>
            </a:endParaRPr>
          </a:p>
          <a:p>
            <a:r>
              <a:rPr lang="en-US" sz="2600" i="1" dirty="0" err="1">
                <a:latin typeface="ML-TTKarthika" panose="04000000000000000000" pitchFamily="82" charset="0"/>
              </a:rPr>
              <a:t>lmþltÃep¿m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Pbw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lssÃep</a:t>
            </a:r>
            <a:r>
              <a:rPr lang="en-US" sz="2600" i="1" dirty="0">
                <a:latin typeface="ML-TTKarthika" panose="04000000000000000000" pitchFamily="82" charset="0"/>
              </a:rPr>
              <a:t>¿ -</a:t>
            </a:r>
            <a:r>
              <a:rPr lang="en-US" sz="2600" i="1" dirty="0" err="1">
                <a:latin typeface="ML-TTKarthika" panose="04000000000000000000" pitchFamily="82" charset="0"/>
              </a:rPr>
              <a:t>tbipIÀ¯mhp</a:t>
            </a:r>
            <a:r>
              <a:rPr lang="en-US" sz="2600" i="1" dirty="0">
                <a:latin typeface="ML-TTKarthika" panose="04000000000000000000" pitchFamily="82" charset="0"/>
              </a:rPr>
              <a:t> </a:t>
            </a:r>
            <a:r>
              <a:rPr lang="en-US" sz="2600" i="1" dirty="0" err="1">
                <a:latin typeface="ML-TTKarthika" panose="04000000000000000000" pitchFamily="82" charset="0"/>
              </a:rPr>
              <a:t>Pohn¡p¶p</a:t>
            </a:r>
            <a:endParaRPr lang="en-US" sz="2600" i="1" dirty="0">
              <a:latin typeface="ML-TTKarthika" panose="04000000000000000000" pitchFamily="8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31628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617B64-FBC2-96DB-0D04-2822B1332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40828-F1E6-03A9-3D3E-DA266AFC98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+mn-lt"/>
                <a:cs typeface="Segoe UI"/>
              </a:rPr>
              <a:t>Holy Communion – </a:t>
            </a:r>
            <a:r>
              <a:rPr lang="en-GB" dirty="0">
                <a:latin typeface="Segoe UI" panose="020B0502040204020203" pitchFamily="34" charset="0"/>
              </a:rPr>
              <a:t>SS 152 (Christ Arose!)</a:t>
            </a:r>
            <a:endParaRPr lang="en-US" dirty="0">
              <a:solidFill>
                <a:prstClr val="black"/>
              </a:solidFill>
              <a:latin typeface="Segoe UI"/>
              <a:cs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79EB8354-1BE8-6BC4-CE88-B352D100CB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492544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044F2-1314-D82D-FFBC-F61D42B94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69A03B-ED4E-9C6D-4304-8E4E547B0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SS 152 (Christ Arose!)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A3B7014A-148D-7206-0309-DCCEE570C1D7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A4F8563-5A6E-3F5B-4A05-062F2AA4240D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3: 1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F20F06F-93D5-414D-EA0A-378F2004D0AF}"/>
              </a:ext>
            </a:extLst>
          </p:cNvPr>
          <p:cNvSpPr txBox="1"/>
          <p:nvPr/>
        </p:nvSpPr>
        <p:spPr>
          <a:xfrm>
            <a:off x="414337" y="856232"/>
            <a:ext cx="8315325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Low in the grave he lay, Jesus my Savior,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Waiting the coming day, Jesus my Lord!</a:t>
            </a:r>
          </a:p>
          <a:p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algn="ctr"/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Up from the grave He arose;</a:t>
            </a: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With a mighty triumph o'er His foes;</a:t>
            </a: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He arose a victor from the dark domain,</a:t>
            </a: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and He lives forever, with His saints to reign.</a:t>
            </a: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He arose! He arose! Hallelujah! Christ arose!</a:t>
            </a:r>
          </a:p>
        </p:txBody>
      </p:sp>
    </p:spTree>
    <p:extLst>
      <p:ext uri="{BB962C8B-B14F-4D97-AF65-F5344CB8AC3E}">
        <p14:creationId xmlns:p14="http://schemas.microsoft.com/office/powerpoint/2010/main" val="366161094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17DD4C-835F-A398-EFC7-860997331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86DAB7-4597-3364-4C78-605A9697AC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SS 152 (Christ Arose!)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8CEA2CE-83F7-00B0-0054-D0A7FCC008EE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68C1C00-346D-ECA6-7AF0-0FE28D1E671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3: 2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17ACE73-21EE-24C4-1BF5-55B204A995B7}"/>
              </a:ext>
            </a:extLst>
          </p:cNvPr>
          <p:cNvSpPr txBox="1"/>
          <p:nvPr/>
        </p:nvSpPr>
        <p:spPr>
          <a:xfrm>
            <a:off x="333375" y="1048256"/>
            <a:ext cx="8315325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Vainly they watch his bed, Jesus my Savior,</a:t>
            </a:r>
          </a:p>
          <a:p>
            <a:r>
              <a:rPr lang="en-US" sz="2400" dirty="0">
                <a:solidFill>
                  <a:prstClr val="black"/>
                </a:solidFill>
                <a:latin typeface="Segoe UI"/>
                <a:cs typeface="Segoe UI"/>
              </a:rPr>
              <a:t>Vainly they seal the dead, Jesus my Lord!</a:t>
            </a:r>
          </a:p>
          <a:p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 dirty="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Up from the grave He arose;</a:t>
            </a:r>
            <a:endParaRPr lang="en-US" sz="24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With a mighty triumph o'er His foes;</a:t>
            </a:r>
            <a:endParaRPr lang="en-US" sz="24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He arose a victor from the dark domain,</a:t>
            </a:r>
            <a:endParaRPr lang="en-US" sz="24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and He lives forever, with His saints to reign.</a:t>
            </a:r>
            <a:endParaRPr lang="en-US" sz="2400" dirty="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He arose! He arose! Hallelujah! Christ arose!</a:t>
            </a:r>
            <a:endParaRPr lang="en-US" sz="2400" dirty="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1334391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CE22A-8FEA-E29A-FB28-08979AA5A0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AC1B7-7EEC-4FF7-398A-110899F527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dirty="0">
                <a:latin typeface="Segoe UI" panose="020B0502040204020203" pitchFamily="34" charset="0"/>
              </a:rPr>
              <a:t>Holy Communion – SS 152 (Christ Arose!)</a:t>
            </a:r>
            <a:endParaRPr lang="en-US" dirty="0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7D15D0F-4A71-C95B-812F-B73D71263796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39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429E792-ED55-59B0-9446-60C8EA55D02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3: 3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1363949-F226-FAF5-9DDF-08A44E177A36}"/>
              </a:ext>
            </a:extLst>
          </p:cNvPr>
          <p:cNvSpPr txBox="1"/>
          <p:nvPr/>
        </p:nvSpPr>
        <p:spPr>
          <a:xfrm>
            <a:off x="333375" y="1048256"/>
            <a:ext cx="8315325" cy="378565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Death cannot keep its prey, Jesus my Savior;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He tore the bars away, Jesus my Lord!</a:t>
            </a:r>
          </a:p>
          <a:p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endParaRPr lang="en-US" sz="2400">
              <a:solidFill>
                <a:prstClr val="black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Up from the grave He arose;</a:t>
            </a:r>
            <a:endParaRPr lang="en-US" sz="240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With a mighty triumph o'er His foes;</a:t>
            </a:r>
            <a:endParaRPr lang="en-US" sz="240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He arose a victor from the dark domain,</a:t>
            </a:r>
            <a:endParaRPr lang="en-US" sz="240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and He lives forever, with His saints to reign.</a:t>
            </a:r>
            <a:endParaRPr lang="en-US" sz="2400">
              <a:solidFill>
                <a:srgbClr val="000000"/>
              </a:solidFill>
              <a:latin typeface="Segoe UI"/>
              <a:cs typeface="Segoe UI"/>
            </a:endParaRP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He arose! He arose! Hallelujah! Christ arose!</a:t>
            </a:r>
            <a:endParaRPr lang="en-US" sz="2400">
              <a:solidFill>
                <a:srgbClr val="000000"/>
              </a:solidFill>
              <a:latin typeface="Segoe UI"/>
              <a:cs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2692451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5F7017-FA08-D80C-045C-4236FD84D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A44514-794E-8F08-D1F0-ECEE59CBE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US" sz="2400">
                <a:solidFill>
                  <a:prstClr val="black"/>
                </a:solidFill>
                <a:latin typeface="Calibri"/>
              </a:rPr>
              <a:t>Thine is the Glory! 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D6D2DA33-A2CB-9B0C-0FE1-AF6BE825DA4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9676259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D91172-F042-CEBA-7553-0927CAEF5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71DC7-845D-1FE4-23E2-0E7F77E1DC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Thine is the Glory!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496D460-0AF9-E3B3-15CE-6AB908DED7A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0D177-3872-BED7-FE03-92623EA8062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1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2D218F-3362-CE75-F805-FA8EABF8D589}"/>
              </a:ext>
            </a:extLst>
          </p:cNvPr>
          <p:cNvSpPr txBox="1"/>
          <p:nvPr/>
        </p:nvSpPr>
        <p:spPr>
          <a:xfrm>
            <a:off x="324231" y="632758"/>
            <a:ext cx="831532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Thine is the glory, Risen,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conqu’ring</a:t>
            </a:r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 Son;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Endless is the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vict’ry</a:t>
            </a:r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, Thou o’er death has won;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Angels in bright rai-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ment</a:t>
            </a:r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 rolled the stone away,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Kept the folded grave clothes Where Thy body lay</a:t>
            </a:r>
            <a:endParaRPr lang="en-US">
              <a:solidFill>
                <a:prstClr val="black"/>
              </a:solidFill>
              <a:latin typeface="Segoe UI"/>
              <a:ea typeface="Calibri" panose="020F0502020204030204"/>
              <a:cs typeface="Segoe U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00FB14-2699-71BA-D01C-CD3C33278D89}"/>
              </a:ext>
            </a:extLst>
          </p:cNvPr>
          <p:cNvSpPr txBox="1"/>
          <p:nvPr/>
        </p:nvSpPr>
        <p:spPr>
          <a:xfrm>
            <a:off x="324230" y="3508918"/>
            <a:ext cx="83153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Thine is the glory, Risen, </a:t>
            </a:r>
            <a:r>
              <a:rPr lang="en-US" sz="2400" i="1" dirty="0" err="1">
                <a:solidFill>
                  <a:srgbClr val="FF0000"/>
                </a:solidFill>
                <a:latin typeface="Segoe UI"/>
                <a:cs typeface="Segoe UI"/>
              </a:rPr>
              <a:t>conqu’ring</a:t>
            </a:r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 Son; </a:t>
            </a:r>
          </a:p>
          <a:p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Endless is the </a:t>
            </a:r>
            <a:r>
              <a:rPr lang="en-US" sz="2400" i="1" dirty="0" err="1">
                <a:solidFill>
                  <a:srgbClr val="FF0000"/>
                </a:solidFill>
                <a:latin typeface="Segoe UI"/>
                <a:cs typeface="Segoe UI"/>
              </a:rPr>
              <a:t>vict’ry</a:t>
            </a:r>
            <a:r>
              <a:rPr lang="en-US" sz="2400" i="1" dirty="0">
                <a:solidFill>
                  <a:srgbClr val="FF0000"/>
                </a:solidFill>
                <a:latin typeface="Segoe UI"/>
                <a:cs typeface="Segoe UI"/>
              </a:rPr>
              <a:t>, Thou o’er death has won.</a:t>
            </a:r>
            <a:endParaRPr lang="en-US" sz="2400" i="1" dirty="0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37006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41614-1B0B-D995-84CF-E949C412E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9AFB5-C462-4D84-AE02-0B30CC1B4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Thine is the Glory!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0CB4B632-C5B8-AD64-82DF-52EE64BD943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0667D8-6F10-8969-460E-CDF99C14026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 : 2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862DEB-1E08-0298-6423-3511226DFC2C}"/>
              </a:ext>
            </a:extLst>
          </p:cNvPr>
          <p:cNvSpPr txBox="1"/>
          <p:nvPr/>
        </p:nvSpPr>
        <p:spPr>
          <a:xfrm>
            <a:off x="324231" y="632758"/>
            <a:ext cx="831532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Lo! Jesus meets us, Risen from the tomb;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Lovingly He greets us, Scatters fear and gloom;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Let His church with gladness Hymns of triumph sing,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For her Lord now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liveth</a:t>
            </a:r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, Death hath lost its sting.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D5FAC0-7013-E6B3-9FA4-0BCC85FB94AE}"/>
              </a:ext>
            </a:extLst>
          </p:cNvPr>
          <p:cNvSpPr txBox="1"/>
          <p:nvPr/>
        </p:nvSpPr>
        <p:spPr>
          <a:xfrm>
            <a:off x="324230" y="3508918"/>
            <a:ext cx="83153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Thine is the glory, Risen, </a:t>
            </a:r>
            <a:r>
              <a:rPr lang="en-US" sz="2400" i="1" err="1">
                <a:solidFill>
                  <a:srgbClr val="FF0000"/>
                </a:solidFill>
                <a:latin typeface="Segoe UI"/>
                <a:cs typeface="Segoe UI"/>
              </a:rPr>
              <a:t>conqu’ring</a:t>
            </a:r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 Son; </a:t>
            </a: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Endless is the </a:t>
            </a:r>
            <a:r>
              <a:rPr lang="en-US" sz="2400" i="1" err="1">
                <a:solidFill>
                  <a:srgbClr val="FF0000"/>
                </a:solidFill>
                <a:latin typeface="Segoe UI"/>
                <a:cs typeface="Segoe UI"/>
              </a:rPr>
              <a:t>vict’ry</a:t>
            </a:r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, Thou o’er death has won.</a:t>
            </a:r>
            <a:endParaRPr lang="en-US" sz="2400" i="1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1899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C335E0-5C48-6613-619C-B00D9D748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B804A-C4BB-8568-FC09-81ACAE43EA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Thine is the Glory!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387626E5-D731-16D7-53BD-6A0ED81B4F9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10BF08-AFD3-D514-5E30-8F6D4ACB44A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4: 3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CBE869-53AC-C850-6E98-080A3FD8ED37}"/>
              </a:ext>
            </a:extLst>
          </p:cNvPr>
          <p:cNvSpPr txBox="1"/>
          <p:nvPr/>
        </p:nvSpPr>
        <p:spPr>
          <a:xfrm>
            <a:off x="324231" y="632758"/>
            <a:ext cx="8315325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No more we doubt Thee, Glorious Prince of Life!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Life is naught without Thee, Aid us in our strife;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Make us more than </a:t>
            </a:r>
            <a:r>
              <a:rPr lang="en-US" sz="2400" err="1">
                <a:solidFill>
                  <a:prstClr val="black"/>
                </a:solidFill>
                <a:latin typeface="Segoe UI"/>
                <a:cs typeface="Segoe UI"/>
              </a:rPr>
              <a:t>conqu’rors</a:t>
            </a:r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, through Thy deathless love; </a:t>
            </a:r>
          </a:p>
          <a:p>
            <a:r>
              <a:rPr lang="en-US" sz="2400">
                <a:solidFill>
                  <a:prstClr val="black"/>
                </a:solidFill>
                <a:latin typeface="Segoe UI"/>
                <a:cs typeface="Segoe UI"/>
              </a:rPr>
              <a:t>Bring us safe through  Jordan with Thy power and love.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AFC7C-CE5E-8DF0-54C4-7F6FEB0EC091}"/>
              </a:ext>
            </a:extLst>
          </p:cNvPr>
          <p:cNvSpPr txBox="1"/>
          <p:nvPr/>
        </p:nvSpPr>
        <p:spPr>
          <a:xfrm>
            <a:off x="324230" y="3508918"/>
            <a:ext cx="8315325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Thine is the glory, Risen, </a:t>
            </a:r>
            <a:r>
              <a:rPr lang="en-US" sz="2400" i="1" err="1">
                <a:solidFill>
                  <a:srgbClr val="FF0000"/>
                </a:solidFill>
                <a:latin typeface="Segoe UI"/>
                <a:cs typeface="Segoe UI"/>
              </a:rPr>
              <a:t>conqu’ring</a:t>
            </a:r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 Son; </a:t>
            </a:r>
          </a:p>
          <a:p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Endless is the </a:t>
            </a:r>
            <a:r>
              <a:rPr lang="en-US" sz="2400" i="1" err="1">
                <a:solidFill>
                  <a:srgbClr val="FF0000"/>
                </a:solidFill>
                <a:latin typeface="Segoe UI"/>
                <a:cs typeface="Segoe UI"/>
              </a:rPr>
              <a:t>vict’ry</a:t>
            </a:r>
            <a:r>
              <a:rPr lang="en-US" sz="2400" i="1">
                <a:solidFill>
                  <a:srgbClr val="FF0000"/>
                </a:solidFill>
                <a:latin typeface="Segoe UI"/>
                <a:cs typeface="Segoe UI"/>
              </a:rPr>
              <a:t>, Thou o’er death has won.</a:t>
            </a:r>
            <a:endParaRPr lang="en-US" sz="2400" i="1">
              <a:solidFill>
                <a:srgbClr val="FF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715035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8F6BD6-A964-7E09-DF79-E2417E3A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ACE52-F541-4533-7506-0CFFAF7E7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US">
                <a:solidFill>
                  <a:prstClr val="black"/>
                </a:solidFill>
                <a:latin typeface="Calibri"/>
                <a:cs typeface="Segoe UI"/>
              </a:rPr>
              <a:t>Yeshuve </a:t>
            </a:r>
            <a:r>
              <a:rPr lang="en-US" err="1">
                <a:solidFill>
                  <a:prstClr val="black"/>
                </a:solidFill>
                <a:latin typeface="Calibri"/>
                <a:cs typeface="Segoe UI"/>
              </a:rPr>
              <a:t>nin</a:t>
            </a:r>
            <a:r>
              <a:rPr lang="en-US">
                <a:solidFill>
                  <a:prstClr val="black"/>
                </a:solidFill>
                <a:latin typeface="Calibri"/>
                <a:cs typeface="Segoe UI"/>
              </a:rPr>
              <a:t> </a:t>
            </a:r>
            <a:r>
              <a:rPr lang="en-US" err="1">
                <a:solidFill>
                  <a:prstClr val="black"/>
                </a:solidFill>
                <a:latin typeface="Calibri"/>
                <a:cs typeface="Segoe UI"/>
              </a:rPr>
              <a:t>paadam</a:t>
            </a:r>
            <a:r>
              <a:rPr lang="en-US" sz="2400">
                <a:solidFill>
                  <a:prstClr val="black"/>
                </a:solidFill>
                <a:latin typeface="Calibri"/>
              </a:rPr>
              <a:t>! 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89F469B4-CDB0-A3C9-5139-09751345073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1559320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54717-AAD0-5AD8-592B-181597CD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F2C2A-FD10-1636-1F20-AA4FE3AD9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Yeshuve </a:t>
            </a:r>
            <a:r>
              <a:rPr lang="en-US" err="1">
                <a:latin typeface="Segoe UI" panose="020B0502040204020203" pitchFamily="34" charset="0"/>
              </a:rPr>
              <a:t>nin</a:t>
            </a:r>
            <a:r>
              <a:rPr lang="en-US">
                <a:latin typeface="Segoe UI" panose="020B0502040204020203" pitchFamily="34" charset="0"/>
              </a:rPr>
              <a:t> </a:t>
            </a:r>
            <a:r>
              <a:rPr lang="en-US" err="1">
                <a:latin typeface="Segoe UI" panose="020B0502040204020203" pitchFamily="34" charset="0"/>
              </a:rPr>
              <a:t>paadam</a:t>
            </a:r>
            <a:r>
              <a:rPr lang="en-US">
                <a:latin typeface="Segoe UI" panose="020B0502040204020203" pitchFamily="34" charset="0"/>
              </a:rPr>
              <a:t>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0FA8F6A-55BD-6229-507F-500D11C1E093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8D3218-338A-BDD1-2B56-E8E61AFDDE32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1 of 4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ED1387-DDC2-45A4-3B0E-F6004895B3CE}"/>
              </a:ext>
            </a:extLst>
          </p:cNvPr>
          <p:cNvSpPr/>
          <p:nvPr/>
        </p:nvSpPr>
        <p:spPr>
          <a:xfrm>
            <a:off x="784071" y="473304"/>
            <a:ext cx="7524000" cy="23110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>
              <a:spcBef>
                <a:spcPts val="0"/>
              </a:spcBef>
              <a:spcAft>
                <a:spcPts val="600"/>
              </a:spcAft>
            </a:pPr>
            <a:r>
              <a:rPr lang="en-SG" sz="2200" i="1" spc="-1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y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eshuve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nin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paadam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kumbidunnen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(3)</a:t>
            </a:r>
          </a:p>
          <a:p>
            <a:r>
              <a:rPr lang="en-SG" sz="2200" spc="-10" dirty="0" err="1"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isthula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snehathaale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kristhuve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enneyum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nee</a:t>
            </a:r>
            <a:b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aakkuvaan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thinmakalh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neekkuvaan</a:t>
            </a:r>
            <a:b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vinh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mahima</a:t>
            </a: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200" spc="-10" dirty="0" err="1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vedinjoo</a:t>
            </a:r>
            <a:b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</a:br>
            <a:r>
              <a:rPr lang="en-SG" sz="2200" spc="-10" dirty="0">
                <a:effectLst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halleluiah – amen – ha – halleluiah</a:t>
            </a:r>
          </a:p>
          <a:p>
            <a:r>
              <a:rPr lang="en-SG" sz="2200" i="1" spc="-1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y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eshuve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nin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paadam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2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kumbidunnen</a:t>
            </a:r>
            <a:r>
              <a:rPr lang="en-SG" sz="22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AA5BE76-DC7F-2851-5AD0-806F68493544}"/>
              </a:ext>
            </a:extLst>
          </p:cNvPr>
          <p:cNvSpPr txBox="1"/>
          <p:nvPr/>
        </p:nvSpPr>
        <p:spPr>
          <a:xfrm>
            <a:off x="784071" y="2784360"/>
            <a:ext cx="7216900" cy="222112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>
              <a:spcAft>
                <a:spcPts val="600"/>
              </a:spcAft>
            </a:pPr>
            <a:r>
              <a:rPr lang="ml-IN" sz="2000" i="1" kern="0" dirty="0">
                <a:effectLst/>
                <a:latin typeface="Noto Sans Malayalam" panose="020B0502040504020204" pitchFamily="34" charset="0"/>
                <a:ea typeface="Times New Roman" panose="02020603050405020304" pitchFamily="18" charset="0"/>
                <a:cs typeface="Noto Sans Malayalam" panose="020B0502040504020204" pitchFamily="34" charset="0"/>
              </a:rPr>
              <a:t>യേശുവേ നിൻ പാദം കുമ്പിടുന്നേൻ </a:t>
            </a:r>
            <a:r>
              <a:rPr lang="en-US" sz="2000" i="1" kern="0" dirty="0">
                <a:effectLst/>
                <a:latin typeface="Noto Sans Malayalam" panose="020B0502040504020204" pitchFamily="34" charset="0"/>
                <a:ea typeface="Times New Roman" panose="02020603050405020304" pitchFamily="18" charset="0"/>
                <a:cs typeface="Noto Sans Malayalam" panose="020B0502040504020204" pitchFamily="34" charset="0"/>
              </a:rPr>
              <a:t>(3)</a:t>
            </a:r>
            <a:r>
              <a:rPr lang="en-US" sz="2000" i="1" kern="0" dirty="0">
                <a:latin typeface="Noto Sans Malayalam" panose="020B0502040504020204" pitchFamily="34" charset="0"/>
                <a:ea typeface="Times New Roman" panose="02020603050405020304" pitchFamily="18" charset="0"/>
                <a:cs typeface="Noto Sans Malayalam" panose="020B0502040504020204" pitchFamily="34" charset="0"/>
              </a:rPr>
              <a:t> </a:t>
            </a:r>
            <a:endParaRPr lang="en-US" sz="2000" i="1" kern="0" dirty="0">
              <a:effectLst/>
              <a:latin typeface="Noto Sans Malayalam" panose="020B0502040504020204" pitchFamily="34" charset="0"/>
              <a:ea typeface="Times New Roman" panose="02020603050405020304" pitchFamily="18" charset="0"/>
              <a:cs typeface="Noto Sans Malayalam" panose="020B0502040504020204" pitchFamily="34" charset="0"/>
            </a:endParaRPr>
          </a:p>
          <a:p>
            <a:pPr fontAlgn="base"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ea typeface="Calibri" panose="020F0502020204030204" pitchFamily="34" charset="0"/>
                <a:cs typeface="Noto Sans Malayalam" panose="020B0502040504020204" pitchFamily="34" charset="0"/>
              </a:rPr>
              <a:t>നിസ്തുല സ്നേഹത്താലേ ക്രിസ്തുവേ എന്നെയും നീ </a:t>
            </a:r>
          </a:p>
          <a:p>
            <a:pPr fontAlgn="base"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ea typeface="Calibri" panose="020F0502020204030204" pitchFamily="34" charset="0"/>
                <a:cs typeface="Noto Sans Malayalam" panose="020B0502040504020204" pitchFamily="34" charset="0"/>
              </a:rPr>
              <a:t>നിൻ മകനാക്കുവാൻ തിന്മകൾ നീക്കുവാൻ </a:t>
            </a:r>
          </a:p>
          <a:p>
            <a:pPr fontAlgn="base"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ea typeface="Calibri" panose="020F0502020204030204" pitchFamily="34" charset="0"/>
                <a:cs typeface="Noto Sans Malayalam" panose="020B0502040504020204" pitchFamily="34" charset="0"/>
              </a:rPr>
              <a:t>വിൺമഹിമ വെടിഞ്ഞോ </a:t>
            </a:r>
          </a:p>
          <a:p>
            <a:pPr fontAlgn="base"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ea typeface="Calibri" panose="020F0502020204030204" pitchFamily="34" charset="0"/>
                <a:cs typeface="Noto Sans Malayalam" panose="020B0502040504020204" pitchFamily="34" charset="0"/>
              </a:rPr>
              <a:t>ഹാലേലൂയാ ആമേൻ ഹാ ഹാലേലൂയാ</a:t>
            </a:r>
            <a:endParaRPr lang="en-US" sz="2000" kern="0" dirty="0">
              <a:latin typeface="Noto Sans Malayalam" panose="020B0502040504020204" pitchFamily="34" charset="0"/>
              <a:ea typeface="Calibri" panose="020F0502020204030204" pitchFamily="34" charset="0"/>
              <a:cs typeface="Noto Sans Malayalam" panose="020B0502040504020204" pitchFamily="34" charset="0"/>
            </a:endParaRPr>
          </a:p>
          <a:p>
            <a:pPr marL="0" marR="0" fontAlgn="base">
              <a:spcBef>
                <a:spcPts val="0"/>
              </a:spcBef>
              <a:spcAft>
                <a:spcPts val="400"/>
              </a:spcAft>
            </a:pPr>
            <a:r>
              <a:rPr lang="ml-IN" sz="2000" i="1" kern="0" dirty="0">
                <a:effectLst/>
                <a:latin typeface="Noto Sans Malayalam" panose="020B0502040504020204" pitchFamily="34" charset="0"/>
                <a:ea typeface="Times New Roman" panose="02020603050405020304" pitchFamily="18" charset="0"/>
                <a:cs typeface="Noto Sans Malayalam" panose="020B0502040504020204" pitchFamily="34" charset="0"/>
              </a:rPr>
              <a:t>യേശുവേ നിൻ പാദം കുമ്പിടുന്നേൻ</a:t>
            </a:r>
            <a:endParaRPr lang="en-SG" sz="2000" i="1" kern="100" dirty="0">
              <a:effectLst/>
              <a:latin typeface="Noto Sans Malayalam" panose="020B0502040504020204" pitchFamily="34" charset="0"/>
              <a:ea typeface="Calibri" panose="020F050202020403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83458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96952A-FDAA-C619-7226-718BCBBC47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68DE4D-9195-4938-0D62-FC4C3D161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Yeshuve </a:t>
            </a:r>
            <a:r>
              <a:rPr lang="en-US" err="1">
                <a:latin typeface="Segoe UI" panose="020B0502040204020203" pitchFamily="34" charset="0"/>
              </a:rPr>
              <a:t>nin</a:t>
            </a:r>
            <a:r>
              <a:rPr lang="en-US">
                <a:latin typeface="Segoe UI" panose="020B0502040204020203" pitchFamily="34" charset="0"/>
              </a:rPr>
              <a:t> </a:t>
            </a:r>
            <a:r>
              <a:rPr lang="en-US" err="1">
                <a:latin typeface="Segoe UI" panose="020B0502040204020203" pitchFamily="34" charset="0"/>
              </a:rPr>
              <a:t>paadam</a:t>
            </a:r>
            <a:r>
              <a:rPr lang="en-US">
                <a:latin typeface="Segoe UI" panose="020B0502040204020203" pitchFamily="34" charset="0"/>
              </a:rPr>
              <a:t>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179256F-3762-AE7A-1DE3-A270F369FCDD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46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23EE2D-FE07-F170-00A8-26960D6A946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2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136449" y="484094"/>
            <a:ext cx="6871102" cy="20876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snehaththin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aazhi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thannil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mungi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njaaninnu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mannil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aamayam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maarhiyum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aanandam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erhiyum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vaazhunnu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bheethiyenye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  <a:p>
            <a:pPr marL="0" marR="0">
              <a:spcBef>
                <a:spcPts val="0"/>
              </a:spcBef>
            </a:pPr>
            <a:r>
              <a:rPr lang="en-SG" sz="2400" spc="-1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halleluiah – amen – ha – halleluiah</a:t>
            </a:r>
          </a:p>
          <a:p>
            <a:r>
              <a:rPr lang="en-SG" sz="2400" i="1" spc="-10" dirty="0" err="1"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y</a:t>
            </a:r>
            <a:r>
              <a:rPr lang="en-SG" sz="24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eshuve</a:t>
            </a:r>
            <a:r>
              <a:rPr lang="en-SG" sz="24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nin</a:t>
            </a:r>
            <a:r>
              <a:rPr lang="en-SG" sz="24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paadam</a:t>
            </a:r>
            <a:r>
              <a:rPr lang="en-SG" sz="24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i="1" spc="-10" dirty="0" err="1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kumbidunnen</a:t>
            </a:r>
            <a:r>
              <a:rPr lang="en-SG" sz="2400" i="1" spc="-10" dirty="0">
                <a:effectLst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136449" y="2590669"/>
            <a:ext cx="7397951" cy="21954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fontAlgn="base">
              <a:spcBef>
                <a:spcPts val="0"/>
              </a:spcBef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സ്നേഹത്തിന്നാഴി തന്നിൽ </a:t>
            </a:r>
            <a:endParaRPr lang="en-US" sz="2000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marR="0" fontAlgn="base">
              <a:spcBef>
                <a:spcPts val="0"/>
              </a:spcBef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മുങ്ങി ഞാനിന്നു മന്നിൽ </a:t>
            </a:r>
          </a:p>
          <a:p>
            <a:pPr marR="0" fontAlgn="base">
              <a:spcBef>
                <a:spcPts val="0"/>
              </a:spcBef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ആമയം മാറിയും ആനന്ദമേറിയും </a:t>
            </a:r>
            <a:endParaRPr lang="en-US" sz="2000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marR="0" fontAlgn="base">
              <a:spcBef>
                <a:spcPts val="0"/>
              </a:spcBef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വാഴുന്നു ഭീതിയെന്യേ </a:t>
            </a:r>
          </a:p>
          <a:p>
            <a:pPr marR="0" fontAlgn="base">
              <a:spcBef>
                <a:spcPts val="0"/>
              </a:spcBef>
              <a:spcAft>
                <a:spcPts val="40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ഹാലേലൂയാ ആമേൻ ഹാ ഹാലേലൂയാ</a:t>
            </a:r>
            <a:endParaRPr lang="en-US" sz="2000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fontAlgn="base">
              <a:spcAft>
                <a:spcPts val="750"/>
              </a:spcAft>
            </a:pPr>
            <a:r>
              <a:rPr lang="ml-IN" sz="2000" i="1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യേശുവേ നിൻ പാദം കുമ്പിടുന്നേൻ</a:t>
            </a:r>
            <a:endParaRPr lang="en-US" sz="2000" i="1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856553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1E3DD3-E550-A8E3-DCD8-427AADEED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FDAF33-61B9-4D86-01A4-CDF48A09F4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Yeshuve </a:t>
            </a:r>
            <a:r>
              <a:rPr lang="en-US" err="1">
                <a:latin typeface="Segoe UI" panose="020B0502040204020203" pitchFamily="34" charset="0"/>
              </a:rPr>
              <a:t>nin</a:t>
            </a:r>
            <a:r>
              <a:rPr lang="en-US">
                <a:latin typeface="Segoe UI" panose="020B0502040204020203" pitchFamily="34" charset="0"/>
              </a:rPr>
              <a:t> </a:t>
            </a:r>
            <a:r>
              <a:rPr lang="en-US" err="1">
                <a:latin typeface="Segoe UI" panose="020B0502040204020203" pitchFamily="34" charset="0"/>
              </a:rPr>
              <a:t>paadam</a:t>
            </a:r>
            <a:r>
              <a:rPr lang="en-US">
                <a:latin typeface="Segoe UI" panose="020B0502040204020203" pitchFamily="34" charset="0"/>
              </a:rPr>
              <a:t>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6C37663-72AE-702B-E9EE-82A8DE807219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1CE8DCC-1560-62D3-7C78-A35BC417C0F4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3 of 4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136449" y="484094"/>
            <a:ext cx="6871102" cy="20876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ennumee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njaan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iniyum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ninnude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swanthamathre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onnume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shakthamallee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bandham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maattuvaan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enthoru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bhagyamithu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halleluiah – amen – ha – halleluiah</a:t>
            </a:r>
          </a:p>
          <a:p>
            <a:r>
              <a:rPr lang="en-SG" sz="2400" i="1" spc="-10" dirty="0" err="1"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eshuve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nin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paadam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kumbidunnen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136448" y="2759889"/>
            <a:ext cx="7019999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എന്നുമീ  ഞാനിനിയും നിന്നുടെ സ്വന്തമത്രെ </a:t>
            </a: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ഒന്നുമേ ശക്തമല്ലീബന്ധം മാറ്റുവാൻ </a:t>
            </a: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എന്തൊരു ഭാഗ്യമിതു </a:t>
            </a: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ഹാലേലൂയാ ആമേൻ ഹാ ഹാലേലൂയാ</a:t>
            </a:r>
            <a:endParaRPr lang="en-US" sz="2000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fontAlgn="base">
              <a:spcAft>
                <a:spcPts val="750"/>
              </a:spcAft>
            </a:pPr>
            <a:r>
              <a:rPr lang="ml-IN" sz="2000" i="1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യേശുവേ നിൻ പാദം കുമ്പിടുന്നേൻ</a:t>
            </a:r>
            <a:endParaRPr lang="en-US" sz="2000" i="1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82061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6BD36-7A2C-8CA9-A1EA-9947565F12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1B9F7-86F0-F701-081A-558DEB88BF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Yeshuve </a:t>
            </a:r>
            <a:r>
              <a:rPr lang="en-US" err="1">
                <a:latin typeface="Segoe UI" panose="020B0502040204020203" pitchFamily="34" charset="0"/>
              </a:rPr>
              <a:t>nin</a:t>
            </a:r>
            <a:r>
              <a:rPr lang="en-US">
                <a:latin typeface="Segoe UI" panose="020B0502040204020203" pitchFamily="34" charset="0"/>
              </a:rPr>
              <a:t> </a:t>
            </a:r>
            <a:r>
              <a:rPr lang="en-US" err="1">
                <a:latin typeface="Segoe UI" panose="020B0502040204020203" pitchFamily="34" charset="0"/>
              </a:rPr>
              <a:t>paadam</a:t>
            </a:r>
            <a:r>
              <a:rPr lang="en-US">
                <a:latin typeface="Segoe UI" panose="020B0502040204020203" pitchFamily="34" charset="0"/>
              </a:rPr>
              <a:t>! 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FF105BE4-A813-C292-BA37-9FFBB0F2A24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48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59DE7B7-6808-DBF9-5BEE-76FF86C0C81A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5: 4 of 4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05254" y="484094"/>
            <a:ext cx="7133492" cy="20876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bhoothalam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venthurukum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tharakangalh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marhayum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annumenn-eshuvin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anbin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karangalhil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</a:p>
          <a:p>
            <a:pPr marL="0" marR="0">
              <a:spcBef>
                <a:spcPts val="0"/>
              </a:spcBef>
            </a:pP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saadhu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njaan</a:t>
            </a:r>
            <a:r>
              <a:rPr lang="en-SG" sz="2400" spc="-10" dirty="0">
                <a:latin typeface="Arial" panose="020B0604020202020204" pitchFamily="34" charset="0"/>
                <a:ea typeface="Calibri" panose="020F0502020204030204" pitchFamily="34" charset="0"/>
              </a:rPr>
              <a:t> </a:t>
            </a:r>
            <a:r>
              <a:rPr lang="en-SG" sz="2400" spc="-10" dirty="0" err="1">
                <a:latin typeface="Arial" panose="020B0604020202020204" pitchFamily="34" charset="0"/>
                <a:ea typeface="Calibri" panose="020F0502020204030204" pitchFamily="34" charset="0"/>
              </a:rPr>
              <a:t>vishramikkum</a:t>
            </a:r>
            <a:endParaRPr lang="en-SG" sz="2400" spc="-10" dirty="0">
              <a:latin typeface="Arial" panose="020B0604020202020204" pitchFamily="34" charset="0"/>
              <a:ea typeface="Calibri" panose="020F0502020204030204" pitchFamily="34" charset="0"/>
            </a:endParaRPr>
          </a:p>
          <a:p>
            <a:pPr marL="0" marR="0">
              <a:spcBef>
                <a:spcPts val="0"/>
              </a:spcBef>
            </a:pPr>
            <a:r>
              <a:rPr lang="en-SG" sz="2400" spc="-10" dirty="0">
                <a:effectLst/>
                <a:latin typeface="Arial" panose="020B0604020202020204" pitchFamily="34" charset="0"/>
                <a:ea typeface="Calibri" panose="020F0502020204030204" pitchFamily="34" charset="0"/>
              </a:rPr>
              <a:t>halleluiah – amen – ha – halleluiah</a:t>
            </a:r>
          </a:p>
          <a:p>
            <a:r>
              <a:rPr lang="en-SG" sz="2400" i="1" spc="-10" dirty="0" err="1">
                <a:latin typeface="Arial" panose="020B0604020202020204" pitchFamily="34" charset="0"/>
                <a:ea typeface="Times New Roman" panose="02020603050405020304" pitchFamily="18" charset="0"/>
              </a:rPr>
              <a:t>y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eshuve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nin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paadam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SG" sz="2400" i="1" spc="-10" dirty="0" err="1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kumbidunnen</a:t>
            </a:r>
            <a:r>
              <a:rPr lang="en-SG" sz="2400" i="1" spc="-10" dirty="0">
                <a:effectLst/>
                <a:latin typeface="Arial" panose="020B0604020202020204" pitchFamily="34" charset="0"/>
                <a:ea typeface="Times New Roman" panose="02020603050405020304" pitchFamily="18" charset="0"/>
              </a:rPr>
              <a:t> (3)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005254" y="2739260"/>
            <a:ext cx="7246418" cy="20415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ഭൂതലം വെന്തുരുകും താരകങ്ങൾ മറയും </a:t>
            </a: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അന്നുമെന്നേശുവിൻ അന്‍പിന്‍ കരങ്ങളിൽ </a:t>
            </a: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സാധു ഞാൻ വിശ്രമിക്കും</a:t>
            </a:r>
            <a:endParaRPr lang="en-US" sz="2000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ഹാലേലൂയാ ആമേൻ ഹാ ഹാലേലൂയാ</a:t>
            </a:r>
            <a:endParaRPr lang="en-US" sz="2000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  <a:p>
            <a:pPr marR="0" fontAlgn="base">
              <a:spcBef>
                <a:spcPts val="0"/>
              </a:spcBef>
              <a:spcAft>
                <a:spcPts val="750"/>
              </a:spcAft>
            </a:pPr>
            <a:r>
              <a:rPr lang="ml-IN" sz="2000" i="1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യേശുവേ നിൻ പാദം കുമ്പിടുന്നേൻ</a:t>
            </a:r>
            <a:r>
              <a:rPr lang="en-US" sz="2000" i="1" kern="0" dirty="0">
                <a:latin typeface="Noto Sans Malayalam" panose="020B0502040504020204" pitchFamily="34" charset="0"/>
                <a:cs typeface="Noto Sans Malayalam" panose="020B0502040504020204" pitchFamily="34" charset="0"/>
              </a:rPr>
              <a:t> (3)</a:t>
            </a:r>
            <a:endParaRPr lang="en-SG" sz="2000" i="1" kern="0" dirty="0">
              <a:latin typeface="Noto Sans Malayalam" panose="020B0502040504020204" pitchFamily="34" charset="0"/>
              <a:cs typeface="Noto Sans Malayalam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866646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65245-C62E-5F93-96EB-6A201FBFF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EFCDF-FD09-C62E-0815-9961D2102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US">
                <a:solidFill>
                  <a:prstClr val="black"/>
                </a:solidFill>
                <a:latin typeface="Calibri"/>
                <a:cs typeface="Segoe UI"/>
              </a:rPr>
              <a:t>143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3C15C9F7-53E4-01AC-32DA-BD5A60EC6D9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354563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225E7-C60B-B201-7872-5A0723EE22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61270-3C10-0018-E599-7530B6718D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143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5321DBC-B21B-63A0-CC1E-41DC6D8F0DBF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50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4EF326A-FE36-3468-2B6A-FCBA20761AE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1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09934" y="553998"/>
            <a:ext cx="806459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andarhkone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neeyi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chandaalha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drohiyil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kondoranpu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parhayendunnathengane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?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  <a:endParaRPr kumimoji="0" lang="en-SG" sz="2400" b="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Times New Roman" panose="02020603050405020304" pitchFamily="18" charset="0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168442" y="2619756"/>
            <a:ext cx="880711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fr-F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A¬SÀtImt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obn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NWvUmft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ZmlnbnÂ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sIm¬tSmc³]p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dtb¬Sp¶sX§s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\?</a:t>
            </a:r>
          </a:p>
          <a:p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Ft´mc³]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SG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6469414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F94BA-52B3-54D8-8252-40E20EE841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675F7-420D-E39D-7B5B-4A08A06C8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143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86D2D8E7-FE86-2FAE-E9B7-3940C1AEE61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579CCB-D939-72FA-4919-64BDF924FBDB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2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210518" y="484094"/>
            <a:ext cx="8202100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anpolum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thampuraane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!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ninte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mahaa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anpullhoru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inpam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nirhanjullha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madiyil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ninnu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thumpam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nirhanja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paarinkal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ayachchathum</a:t>
            </a:r>
            <a:endParaRPr lang="en-SG" sz="2400" spc="-10" dirty="0">
              <a:solidFill>
                <a:prstClr val="black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ctr"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7841CC-3991-6E1E-452F-1B3AA15F3B22}"/>
              </a:ext>
            </a:extLst>
          </p:cNvPr>
          <p:cNvSpPr txBox="1"/>
          <p:nvPr/>
        </p:nvSpPr>
        <p:spPr>
          <a:xfrm>
            <a:off x="110003" y="2666328"/>
            <a:ext cx="892399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A³t]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mepw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X¼pcmt\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alm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A³]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ptÅmcpaIt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 </a:t>
            </a:r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C¼w \ndªpÅ \n³aSnbnÂ\n¶p (2) </a:t>
            </a:r>
          </a:p>
          <a:p>
            <a:pPr algn="ctr"/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Xp¼w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nd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ª 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mcn¦eb¨Xpwþ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 algn="ctr"/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3600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E176F-3E7C-1CFA-8285-5912035A0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E28828-E6A1-A273-FEED-9AA73F4FB0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143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90A52F19-F56D-28E9-6BA0-DB3E39482E4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52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92DEFE-9E6F-1AAB-A06C-6774A73F3F17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3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0" y="484094"/>
            <a:ext cx="9144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kanhmanhiyaam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poonkaavinkal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mannhil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veenhirannathum</a:t>
            </a:r>
            <a:endParaRPr kumimoji="0" lang="en-SG" sz="2400" b="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ponnin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thirumeni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thannil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ninnu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chora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mannhil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veenhathum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kannhengane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kanhdu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?</a:t>
            </a:r>
          </a:p>
          <a:p>
            <a:pPr algn="ctr"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81280" y="2776056"/>
            <a:ext cx="898144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I¬aWnbmw \n·I³þ]q¦mhn¦Â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a®nÂ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hoWnc¶Xpw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 algn="ctr"/>
            <a:r>
              <a:rPr lang="pt-B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s]m¶n³ Xncpta\n X¶nÂ \n¶p tNmc (2)</a:t>
            </a:r>
          </a:p>
          <a:p>
            <a:pPr algn="ctr"/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a®nÂ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hoWXpw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\n³ Is®§s\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I¬Sp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? </a:t>
            </a:r>
          </a:p>
          <a:p>
            <a:pPr algn="ctr"/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US" sz="2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artika" panose="02020503030404060203" pitchFamily="18" charset="0"/>
              <a:ea typeface="Times New Roman" panose="02020603050405020304" pitchFamily="18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4070872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221FE-97B5-F9EF-9710-883A67068A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0E082-06E5-7050-87EF-A5A7CC22C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143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16F4D1FC-F800-24B7-62F6-274704456E5B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53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C877B68-0877-13FF-4AE3-F9A9807ABA38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4 of 6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65B0BF-C75A-977C-2D6B-831C6BFA66C2}"/>
              </a:ext>
            </a:extLst>
          </p:cNvPr>
          <p:cNvSpPr/>
          <p:nvPr/>
        </p:nvSpPr>
        <p:spPr>
          <a:xfrm>
            <a:off x="81280" y="551562"/>
            <a:ext cx="9143999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lvl="0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daaham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vishappukonhdu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thalharhnnu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kai-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kaalkalh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kuzhanjeedunnu</a:t>
            </a:r>
            <a:endParaRPr kumimoji="0" lang="en-SG" sz="2400" b="0" i="0" u="none" strike="noStrike" kern="1200" cap="none" spc="-1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dehamazhalunnu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dehiyuzhalunnu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sneham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perukkunnee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paathakanodayyo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!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5908389-3B82-612B-61AD-27DD71633778}"/>
              </a:ext>
            </a:extLst>
          </p:cNvPr>
          <p:cNvSpPr txBox="1"/>
          <p:nvPr/>
        </p:nvSpPr>
        <p:spPr>
          <a:xfrm>
            <a:off x="0" y="257175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Zmlw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hni¸psIm¬Sp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XfÀ¶p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ssI</a:t>
            </a:r>
            <a:r>
              <a:rPr lang="en-US" sz="2800" dirty="0">
                <a:solidFill>
                  <a:srgbClr val="000000"/>
                </a:solidFill>
                <a:latin typeface="ML-TTKarthika" panose="04000000000000000000" pitchFamily="82" charset="0"/>
              </a:rPr>
              <a:t>--</a:t>
            </a:r>
          </a:p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ImÂIÄ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IpgªoSp¶p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tZlagep¶p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tZlnbpgep¶p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kvt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s]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cpIp¶oþ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mXIt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mSt¿m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</a:p>
          <a:p>
            <a:pPr algn="ctr"/>
            <a:r>
              <a:rPr lang="fr-F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  <a:endParaRPr kumimoji="0" lang="en-SG" sz="2800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Calibri" panose="020F0502020204030204" pitchFamily="34" charset="0"/>
              <a:cs typeface="Kartika" panose="020205030304040602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31976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59D21-33BC-F07C-391A-70EE0688B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E1A265-C480-E18C-8F0A-8ADBD0F81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143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B5EE4A6-12E0-CAA7-8C7F-8B2626EC5E94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54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21556E-28F6-A8CA-892B-D3F58D20BDF5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5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BF9CA61-6680-419C-A597-2B8F90F492F3}"/>
              </a:ext>
            </a:extLst>
          </p:cNvPr>
          <p:cNvSpPr/>
          <p:nvPr/>
        </p:nvSpPr>
        <p:spPr>
          <a:xfrm>
            <a:off x="1" y="484094"/>
            <a:ext cx="9143999" cy="20876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daivame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daivame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enthu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kondu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kaivedinjathenne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nee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evamithaa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ninte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eka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makan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thante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(2)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vaavittalarhunnu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 nee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kelhkkunnillo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ttum</a:t>
            </a:r>
            <a:endParaRPr lang="en-SG" sz="2400" spc="-10" dirty="0">
              <a:solidFill>
                <a:prstClr val="black"/>
              </a:solidFill>
              <a:latin typeface="Segoe UI" panose="020B0502040204020203" pitchFamily="34" charset="0"/>
              <a:ea typeface="Calibri" panose="020F0502020204030204" pitchFamily="34" charset="0"/>
              <a:cs typeface="Segoe UI" panose="020B0502040204020203" pitchFamily="34" charset="0"/>
            </a:endParaRPr>
          </a:p>
          <a:p>
            <a:pPr algn="ctr"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5AF87E-9D48-CE0B-9C0A-5C85175F49A4}"/>
              </a:ext>
            </a:extLst>
          </p:cNvPr>
          <p:cNvSpPr txBox="1"/>
          <p:nvPr/>
        </p:nvSpPr>
        <p:spPr>
          <a:xfrm>
            <a:off x="0" y="2571750"/>
            <a:ext cx="914400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ssZhta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! F³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ssZhta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F´psIm¬Sp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 algn="ctr"/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ssIshSnªsXs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¶ \o </a:t>
            </a:r>
          </a:p>
          <a:p>
            <a:pPr algn="ctr"/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GhanXm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GI aI³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Xsâ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(2)</a:t>
            </a:r>
          </a:p>
          <a:p>
            <a:pPr algn="ctr"/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hmhn«edp¶p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\o 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tIÄ¡p¶nsÃm«pwþ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</a:p>
          <a:p>
            <a:pPr algn="ctr"/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fr-FR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fr-FR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 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>
                <a:solidFill>
                  <a:srgbClr val="000000"/>
                </a:solidFill>
                <a:latin typeface="ML-TTKarthika" panose="04000000000000000000" pitchFamily="82" charset="0"/>
              </a:rPr>
              <a:t>\! </a:t>
            </a:r>
          </a:p>
        </p:txBody>
      </p:sp>
    </p:spTree>
    <p:extLst>
      <p:ext uri="{BB962C8B-B14F-4D97-AF65-F5344CB8AC3E}">
        <p14:creationId xmlns:p14="http://schemas.microsoft.com/office/powerpoint/2010/main" val="107772968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3C9746-7DA6-3DD2-6E0A-F26829D54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456CF-0A02-0A51-1692-E0F1B722F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143</a:t>
            </a: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28AA55D0-8ADC-1978-8DD3-03F4F520EFB0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55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5DF990B-D95A-2CA1-B6D0-93A46F9D81FE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6: 6 of 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F52727E-FCC9-2609-361E-8869AFFE1823}"/>
              </a:ext>
            </a:extLst>
          </p:cNvPr>
          <p:cNvSpPr/>
          <p:nvPr/>
        </p:nvSpPr>
        <p:spPr>
          <a:xfrm>
            <a:off x="1" y="484094"/>
            <a:ext cx="9143999" cy="2087656"/>
          </a:xfrm>
          <a:prstGeom prst="rect">
            <a:avLst/>
          </a:prstGeom>
          <a:noFill/>
        </p:spPr>
        <p:txBody>
          <a:bodyPr wrap="square"/>
          <a:lstStyle>
            <a:lvl1pPr lvl="0">
              <a:defRPr/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Ippuzhuvineyithrra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-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snehippathi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-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Calibri" panose="020F0502020204030204" pitchFamily="34" charset="0"/>
                <a:cs typeface="Segoe UI" panose="020B0502040204020203" pitchFamily="34" charset="0"/>
              </a:rPr>
              <a:t>nnappane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Enthullhu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njaan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Ippunnhya-ththinnadi-yaanenthu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-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cheyyendu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? (2)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Abba !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Pithaave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Mahathwam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lang="en-SG" sz="2400" spc="-10" dirty="0" err="1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ninakkennum</a:t>
            </a:r>
            <a:r>
              <a:rPr lang="en-SG" sz="2400" spc="-10" dirty="0">
                <a:solidFill>
                  <a:prstClr val="black"/>
                </a:solidFill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</a:p>
          <a:p>
            <a:pPr algn="ctr">
              <a:defRPr/>
            </a:pP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 ee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paapimel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 </a:t>
            </a:r>
            <a:r>
              <a:rPr kumimoji="0" lang="en-SG" sz="2400" b="0" i="0" u="none" strike="noStrike" kern="1200" cap="none" spc="-1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enthoranpithappane</a:t>
            </a:r>
            <a:r>
              <a:rPr kumimoji="0" lang="en-SG" sz="2400" b="0" i="0" u="none" strike="noStrike" kern="1200" cap="none" spc="-1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Times New Roman" panose="02020603050405020304" pitchFamily="18" charset="0"/>
                <a:cs typeface="Segoe UI" panose="020B0502040204020203" pitchFamily="34" charset="0"/>
              </a:rPr>
              <a:t>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C0A297A-7B1C-CF8F-9A6B-0817A498DB43}"/>
              </a:ext>
            </a:extLst>
          </p:cNvPr>
          <p:cNvSpPr txBox="1"/>
          <p:nvPr/>
        </p:nvSpPr>
        <p:spPr>
          <a:xfrm>
            <a:off x="0" y="2571750"/>
            <a:ext cx="914400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C¸pgphns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\bn{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Xþkvt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ln¸Xn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\--¸s\!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F´pÅp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Rm³?</a:t>
            </a:r>
          </a:p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C¸pWy¯n¶Snbms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\´p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sNt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¿¬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Sp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? (2)</a:t>
            </a:r>
          </a:p>
          <a:p>
            <a:pPr algn="ctr"/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Aºm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nXmth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! 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alXzw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\n\s¡¶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pwþ</a:t>
            </a:r>
            <a:endParaRPr lang="en-US" sz="2800" b="0" i="0" u="none" strike="noStrike" baseline="0" dirty="0">
              <a:solidFill>
                <a:srgbClr val="000000"/>
              </a:solidFill>
              <a:latin typeface="ML-TTKarthika" panose="04000000000000000000" pitchFamily="82" charset="0"/>
            </a:endParaRPr>
          </a:p>
          <a:p>
            <a:pPr algn="ctr"/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Ft´mc³]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nX¸t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 Cu ]m]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ntaÂ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 Ft´mc³]</a:t>
            </a:r>
            <a:r>
              <a:rPr lang="en-US" sz="2800" b="0" i="0" u="none" strike="noStrike" baseline="0" dirty="0" err="1">
                <a:solidFill>
                  <a:srgbClr val="000000"/>
                </a:solidFill>
                <a:latin typeface="ML-TTKarthika" panose="04000000000000000000" pitchFamily="82" charset="0"/>
              </a:rPr>
              <a:t>nX¸s</a:t>
            </a:r>
            <a:r>
              <a:rPr lang="en-US" sz="2800" b="0" i="0" u="none" strike="noStrike" baseline="0" dirty="0">
                <a:solidFill>
                  <a:srgbClr val="000000"/>
                </a:solidFill>
                <a:latin typeface="ML-TTKarthika" panose="04000000000000000000" pitchFamily="82" charset="0"/>
              </a:rPr>
              <a:t>\!</a:t>
            </a:r>
          </a:p>
        </p:txBody>
      </p:sp>
    </p:spTree>
    <p:extLst>
      <p:ext uri="{BB962C8B-B14F-4D97-AF65-F5344CB8AC3E}">
        <p14:creationId xmlns:p14="http://schemas.microsoft.com/office/powerpoint/2010/main" val="351784095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F3509-9DA4-59B1-02EA-8977A851D0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E924C-AFCB-D5A4-60D5-7A154907E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+mn-lt"/>
                <a:cs typeface="Segoe UI"/>
              </a:rPr>
              <a:t>Holy Communion – </a:t>
            </a:r>
            <a:r>
              <a:rPr lang="en-US" sz="2400">
                <a:solidFill>
                  <a:prstClr val="black"/>
                </a:solidFill>
                <a:latin typeface="Calibri"/>
              </a:rPr>
              <a:t>I serve a risen </a:t>
            </a:r>
            <a:r>
              <a:rPr lang="en-US" sz="2400" err="1">
                <a:solidFill>
                  <a:prstClr val="black"/>
                </a:solidFill>
                <a:latin typeface="Calibri"/>
              </a:rPr>
              <a:t>saviour</a:t>
            </a:r>
            <a:r>
              <a:rPr lang="en-US" sz="2400">
                <a:solidFill>
                  <a:prstClr val="black"/>
                </a:solidFill>
                <a:latin typeface="Calibri"/>
              </a:rPr>
              <a:t>!</a:t>
            </a:r>
            <a:endParaRPr lang="en-US">
              <a:latin typeface="Segoe UI"/>
            </a:endParaRPr>
          </a:p>
        </p:txBody>
      </p:sp>
      <p:pic>
        <p:nvPicPr>
          <p:cNvPr id="4" name="Picture 3" descr="A picture containing wall, indoor, table, decorated&#10;&#10;Description automatically generated">
            <a:extLst>
              <a:ext uri="{FF2B5EF4-FFF2-40B4-BE49-F238E27FC236}">
                <a16:creationId xmlns:a16="http://schemas.microsoft.com/office/drawing/2014/main" id="{ECEBE6C5-C4F3-DEE2-2CAA-CA59DDDD076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0000" y="705624"/>
            <a:ext cx="6084000" cy="40572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25487442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8886C-EFC6-405C-2BCA-89A3AB5C3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77F02-1B18-E0FD-29C3-14DB159EE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</a:rPr>
              <a:t>I serve a risen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</a:rPr>
              <a:t>saviour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</a:rPr>
              <a:t>!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7017DA7-1B70-2345-9C20-B9BE2052FA18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57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46E22E-52AE-C290-3D36-8B4F5D78A9B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7: 1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0F8B0F-087A-63EE-8BB5-F166B394E80D}"/>
              </a:ext>
            </a:extLst>
          </p:cNvPr>
          <p:cNvSpPr txBox="1"/>
          <p:nvPr/>
        </p:nvSpPr>
        <p:spPr>
          <a:xfrm>
            <a:off x="287655" y="514211"/>
            <a:ext cx="831532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serve a risen Savior; He’s in the world today;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know that He is living, Whatever men may say;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I see His hand of mercy; I hear His voice of cheer;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And just the time I need Him;   He’s always near.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4608A60-65EA-602A-12EC-B1840CA78CE6}"/>
              </a:ext>
            </a:extLst>
          </p:cNvPr>
          <p:cNvSpPr txBox="1"/>
          <p:nvPr/>
        </p:nvSpPr>
        <p:spPr>
          <a:xfrm>
            <a:off x="322883" y="2681288"/>
            <a:ext cx="831532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lives, He lives, Christ Jesus lives today!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walks with me and talks with me </a:t>
            </a:r>
            <a:b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along life’s narrow way.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lives, He lives, salvation to impart!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ask me how I know He lives?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lives within my heart.</a:t>
            </a:r>
          </a:p>
        </p:txBody>
      </p:sp>
    </p:spTree>
    <p:extLst>
      <p:ext uri="{BB962C8B-B14F-4D97-AF65-F5344CB8AC3E}">
        <p14:creationId xmlns:p14="http://schemas.microsoft.com/office/powerpoint/2010/main" val="332894220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89D22-B639-B5AE-8908-61DED6E7E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DFA91-4853-5CD9-1CA5-7026675BA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</a:rPr>
              <a:t>I serve a risen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</a:rPr>
              <a:t>saviour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</a:rPr>
              <a:t>!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47BD4E54-A86F-CEB0-65BC-7A244382AE75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58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7D9F7D7-2E6D-6A5F-124C-9F8668E46CEF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7: 2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1B7CD8-679D-5408-AF09-A5C65D92ADFD}"/>
              </a:ext>
            </a:extLst>
          </p:cNvPr>
          <p:cNvSpPr txBox="1"/>
          <p:nvPr/>
        </p:nvSpPr>
        <p:spPr>
          <a:xfrm>
            <a:off x="287655" y="490725"/>
            <a:ext cx="8385783" cy="183936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In all the world around me, I see His loving care;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And </a:t>
            </a:r>
            <a:r>
              <a:rPr lang="en-US" sz="2800" dirty="0" err="1">
                <a:solidFill>
                  <a:prstClr val="black"/>
                </a:solidFill>
                <a:latin typeface="Segoe UI"/>
                <a:cs typeface="Segoe UI"/>
              </a:rPr>
              <a:t>tho</a:t>
            </a:r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’ my heart grows weary; I never will despair;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I know that He is leading thru' all the stormy blast;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The day of His appearing will come at last.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038B7-8D3D-C395-71F7-E1238C58B1A8}"/>
              </a:ext>
            </a:extLst>
          </p:cNvPr>
          <p:cNvSpPr txBox="1"/>
          <p:nvPr/>
        </p:nvSpPr>
        <p:spPr>
          <a:xfrm>
            <a:off x="322883" y="2681288"/>
            <a:ext cx="831532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lives, He lives, Christ Jesus lives today!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walks with me and talks with me </a:t>
            </a:r>
            <a:b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along life’s narrow way.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lives, He lives, salvation to impart!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ask me how I know He lives?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lives within my heart.</a:t>
            </a:r>
          </a:p>
        </p:txBody>
      </p:sp>
    </p:spTree>
    <p:extLst>
      <p:ext uri="{BB962C8B-B14F-4D97-AF65-F5344CB8AC3E}">
        <p14:creationId xmlns:p14="http://schemas.microsoft.com/office/powerpoint/2010/main" val="4065195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E16C1-D4AB-DF4E-8E5F-9F9C815E9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65D4A-B867-CFBC-A7D6-C7F46DAFE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>
                <a:latin typeface="Segoe UI" panose="020B0502040204020203" pitchFamily="34" charset="0"/>
              </a:rPr>
              <a:t>Holy Communion – 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</a:rPr>
              <a:t>I serve a risen </a:t>
            </a:r>
            <a:r>
              <a:rPr lang="en-US" sz="2400" err="1">
                <a:solidFill>
                  <a:prstClr val="black"/>
                </a:solidFill>
                <a:latin typeface="Segoe UI" panose="020B0502040204020203" pitchFamily="34" charset="0"/>
              </a:rPr>
              <a:t>saviour</a:t>
            </a:r>
            <a:r>
              <a:rPr lang="en-US" sz="2400">
                <a:solidFill>
                  <a:prstClr val="black"/>
                </a:solidFill>
                <a:latin typeface="Segoe UI" panose="020B0502040204020203" pitchFamily="34" charset="0"/>
              </a:rPr>
              <a:t>!</a:t>
            </a:r>
            <a:endParaRPr lang="en-US">
              <a:latin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DF37D2E9-6B35-D748-5875-C46720C0CF3C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59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EDBD6E8-4726-0EE1-0483-180E4EE87739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/>
                <a:cs typeface="Segoe UI"/>
              </a:rPr>
              <a:t>Communion 7: 3 of 3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5C01D6-7D26-85F2-D439-E6159B529B3C}"/>
              </a:ext>
            </a:extLst>
          </p:cNvPr>
          <p:cNvSpPr txBox="1"/>
          <p:nvPr/>
        </p:nvSpPr>
        <p:spPr>
          <a:xfrm>
            <a:off x="232854" y="490725"/>
            <a:ext cx="8894653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Rejoice, rejoice, O Christian, lift up your voice and sing;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Eternal halleluiahs to Jesus Christ the King; 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The Hope of all who seek Him, the Help of all who find,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/>
                <a:cs typeface="Segoe UI"/>
              </a:rPr>
              <a:t>None other is so loving, so good and kind.</a:t>
            </a:r>
            <a:endParaRPr lang="en-US" dirty="0">
              <a:solidFill>
                <a:prstClr val="black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074DE3E-BA35-E707-7437-6CCB3B58A30F}"/>
              </a:ext>
            </a:extLst>
          </p:cNvPr>
          <p:cNvSpPr txBox="1"/>
          <p:nvPr/>
        </p:nvSpPr>
        <p:spPr>
          <a:xfrm>
            <a:off x="322883" y="2681288"/>
            <a:ext cx="8315325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lives, He lives, Christ Jesus lives today!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walks with me and talks with me </a:t>
            </a:r>
            <a:b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</a:br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along life’s narrow way.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He lives, He lives, salvation to impart!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You ask me how I know He lives?</a:t>
            </a:r>
          </a:p>
          <a:p>
            <a:pPr algn="ctr"/>
            <a:r>
              <a:rPr lang="en-US" sz="2400" i="1" dirty="0">
                <a:solidFill>
                  <a:srgbClr val="FF00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He lives within my heart.</a:t>
            </a:r>
          </a:p>
        </p:txBody>
      </p:sp>
    </p:spTree>
    <p:extLst>
      <p:ext uri="{BB962C8B-B14F-4D97-AF65-F5344CB8AC3E}">
        <p14:creationId xmlns:p14="http://schemas.microsoft.com/office/powerpoint/2010/main" val="15346221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3D52CF-E261-624A-BC5A-964DA31E576D}"/>
              </a:ext>
            </a:extLst>
          </p:cNvPr>
          <p:cNvSpPr txBox="1">
            <a:spLocks/>
          </p:cNvSpPr>
          <p:nvPr/>
        </p:nvSpPr>
        <p:spPr>
          <a:xfrm>
            <a:off x="973756" y="1615256"/>
            <a:ext cx="6858100" cy="1912987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b="1" i="0" u="none" strike="noStrike" kern="1200" cap="none" spc="0" normalizeH="0" baseline="0" noProof="0">
                <a:ln>
                  <a:noFill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Gabriola"/>
              </a:rPr>
              <a:t>Closing Hymn</a:t>
            </a:r>
            <a:r>
              <a:rPr lang="en-US" sz="60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/>
              </a:rPr>
              <a:t> </a:t>
            </a:r>
          </a:p>
          <a:p>
            <a:pPr marL="0" indent="0" algn="ctr">
              <a:buNone/>
              <a:tabLst>
                <a:tab pos="1423952" algn="l"/>
              </a:tabLst>
              <a:defRPr/>
            </a:pPr>
            <a:r>
              <a:rPr kumimoji="0" lang="en-US" sz="60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briola" pitchFamily="82" charset="0"/>
                <a:ea typeface="+mn-ea"/>
                <a:cs typeface="+mn-cs"/>
              </a:rPr>
              <a:t>Hymn No. 155</a:t>
            </a:r>
            <a:endParaRPr kumimoji="0" lang="en-US" sz="6000" i="0" u="none" strike="noStrike" kern="1200" cap="none" spc="0" normalizeH="0" baseline="0" noProof="0">
              <a:ln>
                <a:noFill/>
              </a:ln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Gabriola"/>
            </a:endParaRPr>
          </a:p>
        </p:txBody>
      </p:sp>
    </p:spTree>
    <p:extLst>
      <p:ext uri="{BB962C8B-B14F-4D97-AF65-F5344CB8AC3E}">
        <p14:creationId xmlns:p14="http://schemas.microsoft.com/office/powerpoint/2010/main" val="264669818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B0EDBA-98A6-F1DC-2FBA-2FAFF74C33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C6BEB-C3C6-C44E-CCA6-FA4251F66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SG">
                <a:latin typeface="Segoe UI" panose="020B0502040204020203" pitchFamily="34" charset="0"/>
                <a:cs typeface="Segoe UI" panose="020B0502040204020203" pitchFamily="34" charset="0"/>
              </a:rPr>
              <a:t>Closing Hymn – 155</a:t>
            </a:r>
            <a:endParaRPr lang="en-US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6" name="Slide Number Placeholder 3">
            <a:extLst>
              <a:ext uri="{FF2B5EF4-FFF2-40B4-BE49-F238E27FC236}">
                <a16:creationId xmlns:a16="http://schemas.microsoft.com/office/drawing/2014/main" id="{B56BFFFC-A89D-E303-EA68-94E0C1D99801}"/>
              </a:ext>
            </a:extLst>
          </p:cNvPr>
          <p:cNvSpPr txBox="1">
            <a:spLocks/>
          </p:cNvSpPr>
          <p:nvPr/>
        </p:nvSpPr>
        <p:spPr>
          <a:xfrm>
            <a:off x="8534400" y="13609"/>
            <a:ext cx="609600" cy="348343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457178">
              <a:defRPr/>
            </a:pPr>
            <a:fld id="{61572416-2890-4130-B3A5-BF0B00B97382}" type="slidenum">
              <a:rPr lang="en-US" sz="1400">
                <a:solidFill>
                  <a:srgbClr val="FFFF0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pPr algn="r" defTabSz="457178">
                <a:defRPr/>
              </a:pPr>
              <a:t>61</a:t>
            </a:fld>
            <a:endParaRPr lang="en-US" sz="1400">
              <a:solidFill>
                <a:srgbClr val="FFFF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00C7B14-A3FF-EB74-3B0F-E6394D2682B1}"/>
              </a:ext>
            </a:extLst>
          </p:cNvPr>
          <p:cNvSpPr txBox="1"/>
          <p:nvPr/>
        </p:nvSpPr>
        <p:spPr>
          <a:xfrm>
            <a:off x="7068968" y="4835724"/>
            <a:ext cx="207084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defTabSz="457178">
              <a:defRPr/>
            </a:pPr>
            <a:r>
              <a:rPr lang="en-US" sz="140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Closing: 1 of 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FD157C-5BE1-B6E4-1B43-1B377BDFD3D0}"/>
              </a:ext>
            </a:extLst>
          </p:cNvPr>
          <p:cNvSpPr txBox="1"/>
          <p:nvPr/>
        </p:nvSpPr>
        <p:spPr>
          <a:xfrm>
            <a:off x="259556" y="499609"/>
            <a:ext cx="8624888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maranham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jayicha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veera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karthaavaam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yeshuve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!​</a:t>
            </a:r>
          </a:p>
          <a:p>
            <a:pPr algn="ctr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ente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maranhavum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theere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vizhungiya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!​</a:t>
            </a:r>
          </a:p>
          <a:p>
            <a:pPr algn="ctr"/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ninte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jeevan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venhda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swantha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jeevitham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​</a:t>
            </a:r>
          </a:p>
          <a:p>
            <a:pPr algn="ctr"/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nee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ennullhil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vasikkenham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ennathre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en</a:t>
            </a:r>
            <a:r>
              <a:rPr lang="en-US" sz="2800" dirty="0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en-US" sz="2800" dirty="0" err="1">
                <a:solidFill>
                  <a:prstClr val="black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thaalpparyam</a:t>
            </a:r>
            <a:endParaRPr lang="en-SG" sz="2800" b="1" dirty="0">
              <a:solidFill>
                <a:srgbClr val="C00000"/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8" name="Right Brace 7">
            <a:extLst>
              <a:ext uri="{FF2B5EF4-FFF2-40B4-BE49-F238E27FC236}">
                <a16:creationId xmlns:a16="http://schemas.microsoft.com/office/drawing/2014/main" id="{A04E8964-BE44-B21F-225D-206A8990089C}"/>
              </a:ext>
            </a:extLst>
          </p:cNvPr>
          <p:cNvSpPr/>
          <p:nvPr/>
        </p:nvSpPr>
        <p:spPr>
          <a:xfrm>
            <a:off x="9965852" y="3418877"/>
            <a:ext cx="124397" cy="42884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2601E8-6355-2222-2FE7-C348635BA2B8}"/>
              </a:ext>
            </a:extLst>
          </p:cNvPr>
          <p:cNvSpPr txBox="1"/>
          <p:nvPr/>
        </p:nvSpPr>
        <p:spPr>
          <a:xfrm flipH="1">
            <a:off x="10145543" y="3448631"/>
            <a:ext cx="2582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Segoe UI" panose="020B0502040204020203" pitchFamily="34" charset="0"/>
                <a:cs typeface="Segoe UI" panose="020B0502040204020203" pitchFamily="34" charset="0"/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2F0A3C8-C794-6713-6F10-835010CADB1B}"/>
              </a:ext>
            </a:extLst>
          </p:cNvPr>
          <p:cNvSpPr txBox="1"/>
          <p:nvPr/>
        </p:nvSpPr>
        <p:spPr>
          <a:xfrm>
            <a:off x="0" y="2405226"/>
            <a:ext cx="9144000" cy="206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rtl="0" fontAlgn="base">
              <a:buNone/>
            </a:pP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acWw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Pbn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¨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hocm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F³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IÀ¯mhmw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tbipth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!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​</a:t>
            </a:r>
            <a:endParaRPr lang="en-US" sz="3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buNone/>
            </a:pP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Fsâ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acWhpw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Xosc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hngp§nb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Pohs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\!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​</a:t>
            </a:r>
            <a:endParaRPr lang="en-US" sz="3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>
              <a:buNone/>
            </a:pP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\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nsâ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Poh³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F¶nÂ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thWw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th¬S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kz´PohnXw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​</a:t>
            </a:r>
            <a:endParaRPr lang="en-US" sz="3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  <a:p>
            <a:pPr algn="ctr" rtl="0" fontAlgn="base"/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\o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F¶pÅnÂ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hknt¡Ww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 F¶s{X F³ 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Xmev</a:t>
            </a:r>
            <a:r>
              <a:rPr lang="en-US" sz="3200" b="0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]</a:t>
            </a:r>
            <a:r>
              <a:rPr lang="en-US" sz="3200" b="0" i="0" u="none" strike="noStrike" dirty="0" err="1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cyw</a:t>
            </a:r>
            <a:r>
              <a:rPr lang="en-SG" sz="3200" b="1" i="0" u="none" strike="noStrike" dirty="0">
                <a:solidFill>
                  <a:srgbClr val="000000"/>
                </a:solidFill>
                <a:effectLst/>
                <a:latin typeface="ML-TTKarthika" panose="04000000000000000000" pitchFamily="82" charset="0"/>
              </a:rPr>
              <a:t> </a:t>
            </a:r>
            <a:endParaRPr lang="en-SG" sz="3200" b="0" i="0" dirty="0">
              <a:solidFill>
                <a:srgbClr val="000000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929790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MPOWERCHARTSPROPERTIES_B_0" val="AAAAAAH//////////wEAAAAAAAAAAAAAACoqIFRoaXMgaXMgYSBMaXRlREIgZmlsZSAqKgcEAP////8FAAAAAQAAAAAAAAAAAAAAAAAAAAAAAAAAAAAAAAAAAAAAAAAAAAAAAAABEQAAAFByb3BlcnR5RG9jdW1lbnRzAg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CAAAAAv//////////AQAAAAAAAAAAAAAAEQAAAFByb3BlcnR5RG9jdW1lbnRzAgAAAAAAAAAFAAAACQAAAF9pZD0kLl9pZAEDAAAAAAADAAAAAQADAAAAIwAAAENvbWJpSW5kZXg9JC5OYW1lICsgJ18nICsgJC5WZXJzaW9uAQQAAAAAAAQAAAABAAQAAAA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P///////wAAAAAAAP////8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gEBAQEBAQEBAQEBAQEBAQIAAAAAAAAAAwAAAAMAAAAA/////wQAPwwAAAAAAAAAAAAAIAD///////////////8AAAD///////////////8DAAAAAwD///////8DAAAAAwD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8BACAA////////////////AAAO////////AwAAAAI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gABAP///////wQAAAACABAAC6dBBeSu/ChDoQm/xOTgfAsFAAAAAAADAAAAAwADAAAAAQADAAIA////////BAAAAAMAEAALUgxNcRTWykmGVx4BBhARQwUAAAABAAMAAAAAAAMAAAACAAMAAAAAAP///////w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QAAAADAAAAAP////8EACwMAAAAAAAAAAAAACAB////////////////AAAA////////////////BAAAAAMA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AQAgAf///////////////wAADv///////wQAAAACAP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/wIAAQEDAAAAAgD///////8aAAZMaW5rZWRTaGFwZXNEYXRhUHJvcGVydHlfMAUAAAAAAAQAAAADAAQAAAABAAMAAQEDAAAAAwD///////8lAAZMaW5rZWRTaGFwZVByZXNlbnRhdGlvblNldHRpbmdzRGF0YV8wBQAAAAEABAAAAAAABAAAAAI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FAAAABAAAAAD/////AgC3DgAAAAAAAAAAAAD/////gwCDAAAABV9pZAAQAAAABKdBBeSu/ChDoQm/xOTgfAsDRGF0YQAbAAAABExpbmtlZFNoYXBlRGF0YQAFAAAAAAACTmFtZQAZAAAATGlua2VkU2hhcGVzRGF0YVByb3BlcnR5ABBWZXJzaW9uAAAAAAAJTGFzdFdyaXRlAPX7JeOKAQAAAAEA/////50AnQAAAAVfaWQAEAAAAARSDE1xFNbKSYZXHgEGEBFDA0RhdGEAKgAAAAhQcmVzZW50YXRpb25TY2FubmVkRm9yTGlua2VkU2hhcGVzAAEAAk5hbWUAJAAAAExpbmtlZFNoYXBlUHJlc2VudGF0aW9uU2V0dGluZ3NEYXRhABBWZXJzaW9uAAAAAAAJTGFzdFdyaXRlAIH8JeOKAQ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A"/>
  <p:tag name="EMPOWERCHARTSPROPERTIES_SLOT" val="B"/>
  <p:tag name="EMPOWERCHARTSPROPERTIES_B_LENGTH" val="24576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006a9c5-d130-408c-bc8e-3b5ecdb17aa0}" enabled="1" method="Standard" siteId="{8d4b558f-7b2e-40ba-ad1f-e04d79e6265a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3293</Words>
  <Application>Microsoft Office PowerPoint</Application>
  <PresentationFormat>On-screen Show (16:9)</PresentationFormat>
  <Paragraphs>532</Paragraphs>
  <Slides>61</Slides>
  <Notes>33</Notes>
  <HiddenSlides>1</HiddenSlides>
  <MMClips>0</MMClips>
  <ScaleCrop>false</ScaleCrop>
  <HeadingPairs>
    <vt:vector size="6" baseType="variant">
      <vt:variant>
        <vt:lpstr>Fonts Used</vt:lpstr>
      </vt:variant>
      <vt:variant>
        <vt:i4>15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61</vt:i4>
      </vt:variant>
    </vt:vector>
  </HeadingPairs>
  <TitlesOfParts>
    <vt:vector size="80" baseType="lpstr">
      <vt:lpstr>Algerian</vt:lpstr>
      <vt:lpstr>Amasis MT Pro Medium</vt:lpstr>
      <vt:lpstr>Aptos</vt:lpstr>
      <vt:lpstr>Arial</vt:lpstr>
      <vt:lpstr>Bahnschrift</vt:lpstr>
      <vt:lpstr>BlinkMacSystemFont</vt:lpstr>
      <vt:lpstr>Calibri</vt:lpstr>
      <vt:lpstr>Calibri Light</vt:lpstr>
      <vt:lpstr>Century Gothic</vt:lpstr>
      <vt:lpstr>Gabriola</vt:lpstr>
      <vt:lpstr>Gill Sans MT</vt:lpstr>
      <vt:lpstr>Kartika</vt:lpstr>
      <vt:lpstr>ML-TTKarthika</vt:lpstr>
      <vt:lpstr>Noto Sans Malayalam</vt:lpstr>
      <vt:lpstr>Segoe UI</vt:lpstr>
      <vt:lpstr>1_Office Theme</vt:lpstr>
      <vt:lpstr>6_Office Theme</vt:lpstr>
      <vt:lpstr>Office 2013 - 2022 Theme</vt:lpstr>
      <vt:lpstr>Office Theme</vt:lpstr>
      <vt:lpstr>Hymns List</vt:lpstr>
      <vt:lpstr>PowerPoint Presentation</vt:lpstr>
      <vt:lpstr>Opening Song – Hymn 158</vt:lpstr>
      <vt:lpstr>Opening Song – Hymn 158</vt:lpstr>
      <vt:lpstr>Opening Song – Hymn 158</vt:lpstr>
      <vt:lpstr>Opening Song – Hymn 158</vt:lpstr>
      <vt:lpstr>PowerPoint Presentation</vt:lpstr>
      <vt:lpstr>Thanksgiving Prayers </vt:lpstr>
      <vt:lpstr>PowerPoint Presentation</vt:lpstr>
      <vt:lpstr>Offertory Hymn- 156</vt:lpstr>
      <vt:lpstr>Offertory Hymn- 156</vt:lpstr>
      <vt:lpstr>Offertory Hymn- 156</vt:lpstr>
      <vt:lpstr>Offertory Hymn- 156</vt:lpstr>
      <vt:lpstr>Offertory Hymn- 156</vt:lpstr>
      <vt:lpstr>Offertory Hymn- 156</vt:lpstr>
      <vt:lpstr>Risen Indeed 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Confession – Yeshuve nin paadam kumbidunnen</vt:lpstr>
      <vt:lpstr>PowerPoint Presentation</vt:lpstr>
      <vt:lpstr>Holy Communion – 152</vt:lpstr>
      <vt:lpstr>Holy Communion – 152</vt:lpstr>
      <vt:lpstr>Holy Communion – 152</vt:lpstr>
      <vt:lpstr>Holy Communion – 152</vt:lpstr>
      <vt:lpstr>Holy Communion – 152</vt:lpstr>
      <vt:lpstr>Holy Communion – 154</vt:lpstr>
      <vt:lpstr>Holy Communion – 154</vt:lpstr>
      <vt:lpstr>Holy Communion – 154</vt:lpstr>
      <vt:lpstr>Holy Communion – 154</vt:lpstr>
      <vt:lpstr>Holy Communion – 154</vt:lpstr>
      <vt:lpstr>Holy Communion – SS 152 (Christ Arose!)</vt:lpstr>
      <vt:lpstr>Holy Communion – SS 152 (Christ Arose!)</vt:lpstr>
      <vt:lpstr>Holy Communion – SS 152 (Christ Arose!)</vt:lpstr>
      <vt:lpstr>Holy Communion – SS 152 (Christ Arose!)</vt:lpstr>
      <vt:lpstr>Holy Communion – Thine is the Glory! </vt:lpstr>
      <vt:lpstr>Holy Communion – Thine is the Glory! </vt:lpstr>
      <vt:lpstr>Holy Communion – Thine is the Glory! </vt:lpstr>
      <vt:lpstr>Holy Communion – Thine is the Glory! </vt:lpstr>
      <vt:lpstr>Holy Communion – Yeshuve nin paadam! </vt:lpstr>
      <vt:lpstr>Holy Communion – Yeshuve nin paadam! </vt:lpstr>
      <vt:lpstr>Holy Communion – Yeshuve nin paadam! </vt:lpstr>
      <vt:lpstr>Holy Communion – Yeshuve nin paadam! </vt:lpstr>
      <vt:lpstr>Holy Communion – Yeshuve nin paadam! </vt:lpstr>
      <vt:lpstr>Holy Communion – 143</vt:lpstr>
      <vt:lpstr>Holy Communion – 143</vt:lpstr>
      <vt:lpstr>Holy Communion – 143</vt:lpstr>
      <vt:lpstr>Holy Communion – 143</vt:lpstr>
      <vt:lpstr>Holy Communion – 143</vt:lpstr>
      <vt:lpstr>Holy Communion – 143</vt:lpstr>
      <vt:lpstr>Holy Communion – 143</vt:lpstr>
      <vt:lpstr>Holy Communion – I serve a risen saviour!</vt:lpstr>
      <vt:lpstr>Holy Communion – I serve a risen saviour!</vt:lpstr>
      <vt:lpstr>Holy Communion – I serve a risen saviour!</vt:lpstr>
      <vt:lpstr>Holy Communion – I serve a risen saviour!</vt:lpstr>
      <vt:lpstr>PowerPoint Presentation</vt:lpstr>
      <vt:lpstr>Closing Hymn – 155</vt:lpstr>
    </vt:vector>
  </TitlesOfParts>
  <Company>ITE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Santhosh JOSEPH (ITE)</dc:creator>
  <cp:lastModifiedBy>Jim Cherian</cp:lastModifiedBy>
  <cp:revision>1</cp:revision>
  <dcterms:created xsi:type="dcterms:W3CDTF">2020-09-02T02:55:07Z</dcterms:created>
  <dcterms:modified xsi:type="dcterms:W3CDTF">2025-04-19T07:47:05Z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7ce832c-fd95-4339-84d0-00952058857c_Enabled">
    <vt:lpwstr>True</vt:lpwstr>
  </property>
  <property fmtid="{D5CDD505-2E9C-101B-9397-08002B2CF9AE}" pid="3" name="MSIP_Label_47ce832c-fd95-4339-84d0-00952058857c_SiteId">
    <vt:lpwstr>13b42c8c-cbcf-4e3d-9d20-f55b7b5ee3c1</vt:lpwstr>
  </property>
  <property fmtid="{D5CDD505-2E9C-101B-9397-08002B2CF9AE}" pid="4" name="MSIP_Label_47ce832c-fd95-4339-84d0-00952058857c_Owner">
    <vt:lpwstr>Santhosh_Joseph@ite.edu.sg</vt:lpwstr>
  </property>
  <property fmtid="{D5CDD505-2E9C-101B-9397-08002B2CF9AE}" pid="5" name="MSIP_Label_47ce832c-fd95-4339-84d0-00952058857c_SetDate">
    <vt:lpwstr>2020-09-02T02:55:31.4412613Z</vt:lpwstr>
  </property>
  <property fmtid="{D5CDD505-2E9C-101B-9397-08002B2CF9AE}" pid="6" name="MSIP_Label_47ce832c-fd95-4339-84d0-00952058857c_Name">
    <vt:lpwstr>Official (Closed)</vt:lpwstr>
  </property>
  <property fmtid="{D5CDD505-2E9C-101B-9397-08002B2CF9AE}" pid="7" name="MSIP_Label_47ce832c-fd95-4339-84d0-00952058857c_Application">
    <vt:lpwstr>Microsoft Azure Information Protection</vt:lpwstr>
  </property>
  <property fmtid="{D5CDD505-2E9C-101B-9397-08002B2CF9AE}" pid="8" name="MSIP_Label_47ce832c-fd95-4339-84d0-00952058857c_ActionId">
    <vt:lpwstr>8101d916-9275-49eb-bf62-55ac502d45bb</vt:lpwstr>
  </property>
  <property fmtid="{D5CDD505-2E9C-101B-9397-08002B2CF9AE}" pid="9" name="MSIP_Label_47ce832c-fd95-4339-84d0-00952058857c_Extended_MSFT_Method">
    <vt:lpwstr>Automatic</vt:lpwstr>
  </property>
  <property fmtid="{D5CDD505-2E9C-101B-9397-08002B2CF9AE}" pid="10" name="MSIP_Label_0dcf3bf5-ad0e-4c8c-aa2d-c5b4b510dcc6_Enabled">
    <vt:lpwstr>true</vt:lpwstr>
  </property>
  <property fmtid="{D5CDD505-2E9C-101B-9397-08002B2CF9AE}" pid="11" name="MSIP_Label_0dcf3bf5-ad0e-4c8c-aa2d-c5b4b510dcc6_SetDate">
    <vt:lpwstr>2022-03-09T08:58:32Z</vt:lpwstr>
  </property>
  <property fmtid="{D5CDD505-2E9C-101B-9397-08002B2CF9AE}" pid="12" name="MSIP_Label_0dcf3bf5-ad0e-4c8c-aa2d-c5b4b510dcc6_Method">
    <vt:lpwstr>Standard</vt:lpwstr>
  </property>
  <property fmtid="{D5CDD505-2E9C-101B-9397-08002B2CF9AE}" pid="13" name="MSIP_Label_0dcf3bf5-ad0e-4c8c-aa2d-c5b4b510dcc6_Name">
    <vt:lpwstr>0dcf3bf5-ad0e-4c8c-aa2d-c5b4b510dcc6</vt:lpwstr>
  </property>
  <property fmtid="{D5CDD505-2E9C-101B-9397-08002B2CF9AE}" pid="14" name="MSIP_Label_0dcf3bf5-ad0e-4c8c-aa2d-c5b4b510dcc6_SiteId">
    <vt:lpwstr>13b42c8c-cbcf-4e3d-9d20-f55b7b5ee3c1</vt:lpwstr>
  </property>
  <property fmtid="{D5CDD505-2E9C-101B-9397-08002B2CF9AE}" pid="15" name="MSIP_Label_0dcf3bf5-ad0e-4c8c-aa2d-c5b4b510dcc6_ActionId">
    <vt:lpwstr>8101d916-9275-49eb-bf62-55ac502d45bb</vt:lpwstr>
  </property>
  <property fmtid="{D5CDD505-2E9C-101B-9397-08002B2CF9AE}" pid="16" name="MSIP_Label_0dcf3bf5-ad0e-4c8c-aa2d-c5b4b510dcc6_ContentBits">
    <vt:lpwstr>0</vt:lpwstr>
  </property>
  <property fmtid="{D5CDD505-2E9C-101B-9397-08002B2CF9AE}" pid="17" name="ClassificationContentMarkingFooterLocations">
    <vt:lpwstr>Office Theme:8\1_Office Theme:8\2_Office Theme:8\3_Office Theme:8</vt:lpwstr>
  </property>
  <property fmtid="{D5CDD505-2E9C-101B-9397-08002B2CF9AE}" pid="18" name="ClassificationContentMarkingFooterText">
    <vt:lpwstr>Internal</vt:lpwstr>
  </property>
</Properties>
</file>